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4.xml" ContentType="application/inkml+xml"/>
  <Override PartName="/ppt/notesSlides/notesSlide12.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13.xml" ContentType="application/vnd.openxmlformats-officedocument.presentationml.notesSlide+xml"/>
  <Override PartName="/ppt/ink/ink8.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9.xml" ContentType="application/inkml+xml"/>
  <Override PartName="/ppt/notesSlides/notesSlide16.xml" ContentType="application/vnd.openxmlformats-officedocument.presentationml.notesSlide+xml"/>
  <Override PartName="/ppt/ink/ink10.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1.xml" ContentType="application/inkml+xml"/>
  <Override PartName="/ppt/notesSlides/notesSlide27.xml" ContentType="application/vnd.openxmlformats-officedocument.presentationml.notesSlide+xml"/>
  <Override PartName="/ppt/ink/ink12.xml" ContentType="application/inkml+xml"/>
  <Override PartName="/ppt/notesSlides/notesSlide28.xml" ContentType="application/vnd.openxmlformats-officedocument.presentationml.notesSlide+xml"/>
  <Override PartName="/ppt/ink/ink13.xml" ContentType="application/inkml+xml"/>
  <Override PartName="/ppt/notesSlides/notesSlide29.xml" ContentType="application/vnd.openxmlformats-officedocument.presentationml.notesSlide+xml"/>
  <Override PartName="/ppt/ink/ink14.xml" ContentType="application/inkml+xml"/>
  <Override PartName="/ppt/notesSlides/notesSlide30.xml" ContentType="application/vnd.openxmlformats-officedocument.presentationml.notesSlide+xml"/>
  <Override PartName="/ppt/ink/ink15.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34.xml" ContentType="application/vnd.openxmlformats-officedocument.presentationml.notesSlide+xml"/>
  <Override PartName="/ppt/ink/ink21.xml" ContentType="application/inkml+xml"/>
  <Override PartName="/ppt/ink/ink22.xml" ContentType="application/inkml+xml"/>
  <Override PartName="/ppt/notesSlides/notesSlide35.xml" ContentType="application/vnd.openxmlformats-officedocument.presentationml.notesSlide+xml"/>
  <Override PartName="/ppt/ink/ink23.xml" ContentType="application/inkml+xml"/>
  <Override PartName="/ppt/ink/ink24.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4"/>
  </p:sldMasterIdLst>
  <p:notesMasterIdLst>
    <p:notesMasterId r:id="rId5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302" r:id="rId40"/>
    <p:sldId id="291" r:id="rId41"/>
    <p:sldId id="292" r:id="rId42"/>
    <p:sldId id="293" r:id="rId43"/>
    <p:sldId id="294" r:id="rId44"/>
    <p:sldId id="295" r:id="rId45"/>
    <p:sldId id="296" r:id="rId46"/>
    <p:sldId id="297" r:id="rId47"/>
    <p:sldId id="298" r:id="rId48"/>
    <p:sldId id="299" r:id="rId49"/>
    <p:sldId id="300" r:id="rId50"/>
    <p:sldId id="301" r:id="rId51"/>
  </p:sldIdLst>
  <p:sldSz cx="5765800" cy="3244850"/>
  <p:notesSz cx="5765800" cy="3244850"/>
  <p:embeddedFontLst>
    <p:embeddedFont>
      <p:font typeface="Cambria" panose="02040503050406030204" pitchFamily="18" charset="0"/>
      <p:regular r:id="rId53"/>
      <p:bold r:id="rId54"/>
      <p:italic r:id="rId55"/>
      <p:boldItalic r:id="rId56"/>
    </p:embeddedFont>
    <p:embeddedFont>
      <p:font typeface="Cambria Math" panose="02040503050406030204" pitchFamily="18" charset="0"/>
      <p:regular r:id="rId57"/>
    </p:embeddedFont>
    <p:embeddedFont>
      <p:font typeface="Georgia" panose="02040502050405020303" pitchFamily="18" charset="0"/>
      <p:regular r:id="rId58"/>
      <p:bold r:id="rId59"/>
      <p:italic r:id="rId60"/>
      <p:boldItalic r:id="rId61"/>
    </p:embeddedFont>
    <p:embeddedFont>
      <p:font typeface="Lucida Sans" panose="020B0602030504020204" pitchFamily="34" charset="0"/>
      <p:regular r:id="rId62"/>
      <p:bold r:id="rId63"/>
      <p:italic r:id="rId64"/>
      <p:boldItalic r:id="rId65"/>
    </p:embeddedFont>
    <p:embeddedFont>
      <p:font typeface="Tahoma" panose="020B0604030504040204" pitchFamily="34" charset="0"/>
      <p:regular r:id="rId66"/>
      <p:bold r:id="rId67"/>
    </p:embeddedFont>
    <p:embeddedFont>
      <p:font typeface="Verdana" panose="020B0604030504040204" pitchFamily="34"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5CBA27-72C7-434D-87B0-B6F36C1D0E5A}">
  <a:tblStyle styleId="{B25CBA27-72C7-434D-87B0-B6F36C1D0E5A}"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34" autoAdjust="0"/>
  </p:normalViewPr>
  <p:slideViewPr>
    <p:cSldViewPr snapToGrid="0">
      <p:cViewPr varScale="1">
        <p:scale>
          <a:sx n="170" d="100"/>
          <a:sy n="170" d="100"/>
        </p:scale>
        <p:origin x="739"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1.fntdata"/><Relationship Id="rId68" Type="http://schemas.openxmlformats.org/officeDocument/2006/relationships/font" Target="fonts/font16.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9.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5.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font" Target="fonts/font3.fntdata"/><Relationship Id="rId7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font" Target="fonts/font1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PRIYA RAMACHANDRAN" userId="60582c3aaa918c4d" providerId="LiveId" clId="{F31B6488-6FD3-4688-8177-B084B61514D1}"/>
    <pc:docChg chg="custSel modSld">
      <pc:chgData name="ANUPRIYA RAMACHANDRAN" userId="60582c3aaa918c4d" providerId="LiveId" clId="{F31B6488-6FD3-4688-8177-B084B61514D1}" dt="2026-02-22T16:25:34.396" v="7" actId="478"/>
      <pc:docMkLst>
        <pc:docMk/>
      </pc:docMkLst>
      <pc:sldChg chg="modSp mod">
        <pc:chgData name="ANUPRIYA RAMACHANDRAN" userId="60582c3aaa918c4d" providerId="LiveId" clId="{F31B6488-6FD3-4688-8177-B084B61514D1}" dt="2026-02-22T16:13:22.630" v="0" actId="1076"/>
        <pc:sldMkLst>
          <pc:docMk/>
          <pc:sldMk cId="0" sldId="258"/>
        </pc:sldMkLst>
        <pc:inkChg chg="mod">
          <ac:chgData name="ANUPRIYA RAMACHANDRAN" userId="60582c3aaa918c4d" providerId="LiveId" clId="{F31B6488-6FD3-4688-8177-B084B61514D1}" dt="2026-02-22T16:13:22.630" v="0" actId="1076"/>
          <ac:inkMkLst>
            <pc:docMk/>
            <pc:sldMk cId="0" sldId="258"/>
            <ac:inkMk id="2" creationId="{00000000-0000-0000-0000-000000000000}"/>
          </ac:inkMkLst>
        </pc:inkChg>
      </pc:sldChg>
      <pc:sldChg chg="delSp mod">
        <pc:chgData name="ANUPRIYA RAMACHANDRAN" userId="60582c3aaa918c4d" providerId="LiveId" clId="{F31B6488-6FD3-4688-8177-B084B61514D1}" dt="2026-02-22T16:13:27.443" v="1" actId="478"/>
        <pc:sldMkLst>
          <pc:docMk/>
          <pc:sldMk cId="0" sldId="259"/>
        </pc:sldMkLst>
        <pc:inkChg chg="del">
          <ac:chgData name="ANUPRIYA RAMACHANDRAN" userId="60582c3aaa918c4d" providerId="LiveId" clId="{F31B6488-6FD3-4688-8177-B084B61514D1}" dt="2026-02-22T16:13:27.443" v="1" actId="478"/>
          <ac:inkMkLst>
            <pc:docMk/>
            <pc:sldMk cId="0" sldId="259"/>
            <ac:inkMk id="2" creationId="{00000000-0000-0000-0000-000000000000}"/>
          </ac:inkMkLst>
        </pc:inkChg>
      </pc:sldChg>
      <pc:sldChg chg="delSp mod">
        <pc:chgData name="ANUPRIYA RAMACHANDRAN" userId="60582c3aaa918c4d" providerId="LiveId" clId="{F31B6488-6FD3-4688-8177-B084B61514D1}" dt="2026-02-22T16:13:32.137" v="2" actId="478"/>
        <pc:sldMkLst>
          <pc:docMk/>
          <pc:sldMk cId="0" sldId="260"/>
        </pc:sldMkLst>
        <pc:inkChg chg="del">
          <ac:chgData name="ANUPRIYA RAMACHANDRAN" userId="60582c3aaa918c4d" providerId="LiveId" clId="{F31B6488-6FD3-4688-8177-B084B61514D1}" dt="2026-02-22T16:13:32.137" v="2" actId="478"/>
          <ac:inkMkLst>
            <pc:docMk/>
            <pc:sldMk cId="0" sldId="260"/>
            <ac:inkMk id="2" creationId="{00000000-0000-0000-0000-000000000000}"/>
          </ac:inkMkLst>
        </pc:inkChg>
      </pc:sldChg>
      <pc:sldChg chg="delSp mod">
        <pc:chgData name="ANUPRIYA RAMACHANDRAN" userId="60582c3aaa918c4d" providerId="LiveId" clId="{F31B6488-6FD3-4688-8177-B084B61514D1}" dt="2026-02-22T16:13:40.398" v="3" actId="478"/>
        <pc:sldMkLst>
          <pc:docMk/>
          <pc:sldMk cId="0" sldId="262"/>
        </pc:sldMkLst>
        <pc:inkChg chg="del">
          <ac:chgData name="ANUPRIYA RAMACHANDRAN" userId="60582c3aaa918c4d" providerId="LiveId" clId="{F31B6488-6FD3-4688-8177-B084B61514D1}" dt="2026-02-22T16:13:40.398" v="3" actId="478"/>
          <ac:inkMkLst>
            <pc:docMk/>
            <pc:sldMk cId="0" sldId="262"/>
            <ac:inkMk id="2" creationId="{00000000-0000-0000-0000-000000000000}"/>
          </ac:inkMkLst>
        </pc:inkChg>
      </pc:sldChg>
      <pc:sldChg chg="delSp mod">
        <pc:chgData name="ANUPRIYA RAMACHANDRAN" userId="60582c3aaa918c4d" providerId="LiveId" clId="{F31B6488-6FD3-4688-8177-B084B61514D1}" dt="2026-02-22T16:14:18.188" v="4" actId="478"/>
        <pc:sldMkLst>
          <pc:docMk/>
          <pc:sldMk cId="0" sldId="272"/>
        </pc:sldMkLst>
        <pc:inkChg chg="del">
          <ac:chgData name="ANUPRIYA RAMACHANDRAN" userId="60582c3aaa918c4d" providerId="LiveId" clId="{F31B6488-6FD3-4688-8177-B084B61514D1}" dt="2026-02-22T16:14:18.188" v="4" actId="478"/>
          <ac:inkMkLst>
            <pc:docMk/>
            <pc:sldMk cId="0" sldId="272"/>
            <ac:inkMk id="2" creationId="{00000000-0000-0000-0000-000000000000}"/>
          </ac:inkMkLst>
        </pc:inkChg>
      </pc:sldChg>
      <pc:sldChg chg="delSp mod">
        <pc:chgData name="ANUPRIYA RAMACHANDRAN" userId="60582c3aaa918c4d" providerId="LiveId" clId="{F31B6488-6FD3-4688-8177-B084B61514D1}" dt="2026-02-22T16:25:28.498" v="5" actId="478"/>
        <pc:sldMkLst>
          <pc:docMk/>
          <pc:sldMk cId="0" sldId="294"/>
        </pc:sldMkLst>
        <pc:inkChg chg="del">
          <ac:chgData name="ANUPRIYA RAMACHANDRAN" userId="60582c3aaa918c4d" providerId="LiveId" clId="{F31B6488-6FD3-4688-8177-B084B61514D1}" dt="2026-02-22T16:25:28.498" v="5" actId="478"/>
          <ac:inkMkLst>
            <pc:docMk/>
            <pc:sldMk cId="0" sldId="294"/>
            <ac:inkMk id="2" creationId="{00000000-0000-0000-0000-000000000000}"/>
          </ac:inkMkLst>
        </pc:inkChg>
      </pc:sldChg>
      <pc:sldChg chg="delSp mod">
        <pc:chgData name="ANUPRIYA RAMACHANDRAN" userId="60582c3aaa918c4d" providerId="LiveId" clId="{F31B6488-6FD3-4688-8177-B084B61514D1}" dt="2026-02-22T16:25:31.969" v="6" actId="478"/>
        <pc:sldMkLst>
          <pc:docMk/>
          <pc:sldMk cId="0" sldId="295"/>
        </pc:sldMkLst>
        <pc:inkChg chg="del">
          <ac:chgData name="ANUPRIYA RAMACHANDRAN" userId="60582c3aaa918c4d" providerId="LiveId" clId="{F31B6488-6FD3-4688-8177-B084B61514D1}" dt="2026-02-22T16:25:31.969" v="6" actId="478"/>
          <ac:inkMkLst>
            <pc:docMk/>
            <pc:sldMk cId="0" sldId="295"/>
            <ac:inkMk id="2" creationId="{00000000-0000-0000-0000-000000000000}"/>
          </ac:inkMkLst>
        </pc:inkChg>
      </pc:sldChg>
      <pc:sldChg chg="delSp mod">
        <pc:chgData name="ANUPRIYA RAMACHANDRAN" userId="60582c3aaa918c4d" providerId="LiveId" clId="{F31B6488-6FD3-4688-8177-B084B61514D1}" dt="2026-02-22T16:25:34.396" v="7" actId="478"/>
        <pc:sldMkLst>
          <pc:docMk/>
          <pc:sldMk cId="0" sldId="296"/>
        </pc:sldMkLst>
        <pc:inkChg chg="del">
          <ac:chgData name="ANUPRIYA RAMACHANDRAN" userId="60582c3aaa918c4d" providerId="LiveId" clId="{F31B6488-6FD3-4688-8177-B084B61514D1}" dt="2026-02-22T16:25:34.396" v="7" actId="478"/>
          <ac:inkMkLst>
            <pc:docMk/>
            <pc:sldMk cId="0" sldId="296"/>
            <ac:inkMk id="2" creationId="{00000000-0000-0000-0000-000000000000}"/>
          </ac:inkMkLst>
        </pc:ink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46:28.785"/>
    </inkml:context>
    <inkml:brush xml:id="br0">
      <inkml:brushProperty name="width" value="0.05292" units="cm"/>
      <inkml:brushProperty name="height" value="0.05292" units="cm"/>
      <inkml:brushProperty name="color" value="#FF0000"/>
    </inkml:brush>
  </inkml:definitions>
  <inkml:trace contextRef="#ctx0" brushRef="#br0">4068 2035 1341 0,'0'0'282'0,"0"0"-6"16,0 0-35-16,0 0 3 15,0 0-7-15,0 0-87 16,-11-15-92-16,11 22-36 16,3 3 4-16,6 5 6 15,1 0 6-15,6 1-4 16,1-3 8-16,3-4 9 15,12-7 0-15,15-5-9 16,19-24-11-16,9-11 14 16,-2-7-21-16,-9-1 0 15,-16 4-9-15,-6-3-13 16,-5-1-2-16,-4 1 0 16,-5 9-24-16,-7 10-12 0,-6 8-17 15,-6 6 40-15,1 2-19 16,-2 0 5-16,-1 2-4 15,-5 5 5-15,-2 3-11 16,-3 8-20-16,-22 27-134 16,0 1 58-16,-2 2-873 0</inkml:trace>
  <inkml:trace contextRef="#ctx0" brushRef="#br0" timeOffset="1269.56">5182 2756 1562 0,'0'0'356'16,"0"0"-121"-16,0 0-33 15,0 0-48-15,0 0-2 16,0 0 0-16,25 47 13 16,-14-31-67-16,0-2-20 15,1-3-21-15,0-3-9 16,4-4-13-16,13-4 5 0,18-21 33 15,24-23 10-15,11-14-17 16,3-10-21 0,-7 1-15-16,-14 9-18 0,-9 7-11 15,-8 6-1-15,-12 10-1 16,-9 8-1-16,-8 6-14 16,-2 5 2-16,-1-1 5 15,2 0 3-15,0 0-7 16,-5 4-1-16,-2 4-5 15,-6 4-2-15,-1 2 9 16,-3 2-2-16,0 1-5 16,0 2-19-16,-9 13-50 0,-21 27-17 15,0-2-348-15,-7 5-481 16</inkml:trace>
  <inkml:trace contextRef="#ctx0" brushRef="#br0" timeOffset="3297.36">8349 3611 2172 0,'0'0'468'15,"0"0"-289"-15,0 0-44 16,0 0-29-16,0 0-13 16,0 0 7-16,67 17-13 0,-22-15-14 15,10-2-11-15,-4 0-11 16,-11-3-18-16,-12 0-12 15,-10 0-8-15,1-1-13 16,-1 0 0-16,-2 0 0 16,-4 2 1-16,-6 0-1 15,-4 1-12-15,-2 1-53 16,0 0-53-16,-7 0-68 16,-6 0-180-16,-4-1-510 0</inkml:trace>
  <inkml:trace contextRef="#ctx0" brushRef="#br0" timeOffset="3852.09">8352 3520 1154 0,'0'0'323'16,"0"0"-76"-16,0 0-16 15,0 0-1-15,0 0-31 16,0 0-34-16,0 0-28 15,-5-22-9-15,5 22-20 0,-1 0-38 16,-1 0-29-16,0 0-9 16,-2 0 12-16,-3 7-25 15,-4 3-4-15,-4 4-6 16,-2 3-9-16,0 3 1 16,2 0 4-16,4 0-3 15,3-1-1-15,3-1 5 16,4-3-5-16,1-1-1 15,3-2 0-15,8-4 1 16,5-2 6-16,7-1 23 16,6-3 24-16,2-2-7 15,1 0-18-15,-1 0 3 16,-4-3-17-16,-4-1-5 0,-3 1 5 16,-6 2-15-1,-5-1 5-15,-3 2-4 0,-3-2-2 16,-2 2-4-16,-1 0-69 15,-8 4-102-15,-4 3-311 16,-5 0-489-16</inkml:trace>
  <inkml:trace contextRef="#ctx0" brushRef="#br0" timeOffset="10979.97">9329 3435 1938 0,'0'0'309'0,"0"0"-199"16,0 0-69-16,14 41 18 16,0-1 51-16,4 10-11 15,-1-5-11-15,-2-9-39 16,-4-13-19-16,-3-11-12 15,-1 0-5-15,1-4 4 16,-2-5-1-16,0-3 33 16,-1-16 35-16,1-18-12 15,-1-13-41-15,-4-8-19 16,-1-2-3-16,0 5-8 16,-2 16-1-16,1 9-11 15,1 15-29-15,0 8-5 16,0 3-39-16,1 1-176 0,4 9-53 15,5 19-27-15,-1-2-141 16,-2 0-370-16</inkml:trace>
  <inkml:trace contextRef="#ctx0" brushRef="#br0" timeOffset="11710.26">9579 3511 1418 0,'0'0'328'0,"0"0"-81"16,0 0-159-16,0 0-48 15,0 0-2-15,0 0 25 0,0 0 7 16,23 25-29-16,-14-21-8 16,-2-3-15-16,0-1 23 15,-2-3 29-15,0-6 25 16,-2-4-17-16,-2-2-32 15,-1 1 11-15,0-2 1 16,-5 3 6-16,-1 4-33 16,0 4 10-16,1 5-22 15,2 2-13-15,0 8-6 16,1 5-1-16,2 3-22 16,0 1-59-16,9 0-78 15,6-2-8-15,5-3-83 16,5-6 0-16,3-5-28 15,0-3 43-15,-3-3 15 16,-4-9 14-16,-5-2 38 0,-7-1 169 16,-3-2 153-16,-4 2 56 15,-2 2 24-15,0 2 37 16,0 4 19-16,-1 2-19 16,-2 4-59-16,-1 1-88 15,-1 3-66-15,1 7-40 16,-1 5 11-16,2 1-6 15,3 3 1-15,1 0-20 16,10-2-3-16,8-3 0 16,5-4 3-16,5-5 4 15,2-5-7-15,0-4-25 16,-2-10-51-16,-5-4-30 0,-6-6 27 16,-6-10 24-16,-9-13 31 15,-3-12 23-15,-6 3 1 16,-2 11 13-16,2 17 28 15,1 16 29-15,1 2 59 16,1 3 16-16,2 4-37 16,0 3-74-16,1 10-33 15,2 8-1-15,7 13 0 16,7 10 0-16,5 11-1 16,-2-5-5-16,-4-10 4 15,-6-13-50-15,-3-10-171 16,-3 2-79-16,-2-3-380 15,-1-3-792-15</inkml:trace>
  <inkml:trace contextRef="#ctx0" brushRef="#br0" timeOffset="12533.12">9913 3392 1156 0,'0'0'199'16,"0"0"-130"-16,49-7-39 15,-20 2 5-15,5-2-22 16,-1 0-1-16,-7-1-12 16,1-2 1-16,-6 0-1 15,-6-1 1-15,-5 1 0 16,-5 1 57-16,-5 0 98 0,0 2 58 16,0 2 7-1,-5 2-51-15,-2 3-67 0,-1 0-32 16,-2 8-38-16,1 7-16 15,0 3 10-15,4 4-7 16,4 3-4-16,1-2 2 16,4-2-17-16,6-5 1 15,1-4 7-15,1-5 0 16,0-5-2-16,0-2-5 16,1-10-2-16,-2-7-3 15,-1-5-29-15,-3-2 6 16,-3-3-10-16,-4 3-18 15,0 3 22-15,-2 6 23 16,-2 6 9-16,0 7 6 0,-1 2-6 16,1 8-1-16,1 3-5 15,3 4 5-15,0 0-17 16,9-2-7-16,5-2 11 16,6-3 14-16,3-4 0 15,3-3-1-15,1-1-30 16,-2-4-66-16,-5-3 19 15,-6-2 13-15,-4 0 19 16,-6 0 32-16,-4-1 14 16,0 1 4-16,-1 1 24 15,-5 0-3-15,2 3 8 16,0 2 1-16,1 3 1 16,3 0-24-16,0 3-10 15,0 7 4-15,0 1-4 16,5 3 15-16,5 0 12 0,2 0 5 15,4-3-8-15,1-2-10 16,3-3-8-16,3-5-1 16,-2-1-4-16,-1-3-2 15,-3-8-42-15,-4-3-27 16,-6-2 22-16,-3-3 37 16,-4 0 10-16,0 2 27 15,0 3 39-15,-4 5 19 16,3 4 14-16,-1 4 4 15,2 1-62-15,0 6-41 16,0 5 0-16,5 3 2 0,1 1-1 16,0 1-1-1,0 0-2-15,-2-3-51 0,-4-2-112 16,0-3-360-16,-1-5-635 0</inkml:trace>
  <inkml:trace contextRef="#ctx0" brushRef="#br0" timeOffset="12656.9">10477 3075 1972 0,'0'0'379'15,"0"0"-215"-15,0 0-109 16,0 0-55-16,0 0-92 0</inkml:trace>
  <inkml:trace contextRef="#ctx0" brushRef="#br0" timeOffset="13751.32">10750 3164 1141 0,'0'0'551'15,"0"0"-283"-15,0 0-122 0,0 0-47 16,0 0-18-16,0 0-23 16,0 0-3-16,45 22-18 15,-37-3-13-15,-2 4 0 16,-2 0-23-16,-2 1 5 15,1-1-4-15,0-3-1 16,2-2 6-16,3-4-7 16,2-3 8-16,0-1 5 15,2-1 14-15,0-1 7 16,0 1 6-16,0 2 4 16,-1 1-3-16,0 1 13 15,-2 1-21-15,-3 2-8 16,-4-2-11-16,-2 1-1 15,-4 1 4-15,-9-1-1 0,-5-2 3 16,-4-5 1-16,-2-3 1 16,2-5-5-16,2-5-7 15,5-12-9-15,8-12-27 16,7-11-55-16,19-10-60 16,8-1 35-16,5 5 12 15,-5 11 6-15,-7 10-2 16,-5 5 40-16,-2 3 39 15,0-3 12-15,0 0 1 16,-1 1 34-16,-3 5 32 16,-4 5 31-16,-4 5 3 15,-1 3 14-15,0 1-32 16,0 4-49-16,-4 6-20 0,-2 5-1 16,0 3 1-16,0 1-7 15,2 0-1-15,2 0-6 16,2-4-7-16,0-1-2 15,5-5-3-15,4-3-24 16,3-5-22-16,1-1 17 16,2-5-5-16,-4-4-7 15,0-2 17-15,-5 1 8 16,-2-1 16-16,-2 2 11 16,-2 2 1-16,0 2 10 0,0 1 8 15,-1 2 14 1,-1 2-5-16,2 0-17 0,-1 0-10 15,1 7-1-15,0 2 1 16,0 1-1-16,2 0 0 16,4 0-5-16,3-2 1 15,1-3 4-15,4-1 0 16,0-4-6-16,0 0 1 16,0-7 0-16,-2-4-21 15,-2-4 5-15,-5-5 2 16,-2-4 13-16,-3-3-1 15,0-3 8-15,-2 1 0 16,-5 1 12-16,-1 5 13 16,1 4 8-16,1 5 32 15,1 5 22-15,2 3 19 0,1 4-29 16,2 2-41-16,0 0-36 16,0 6-1-16,4 7 1 15,5 6 1-15,3 3 1 16,1 5-1-16,2 0 1 15,-2-1-2-15,-3 0-16 16,-2-3-94-16,-3 1-135 16,-4-8-281-16,-1-4-290 0</inkml:trace>
  <inkml:trace contextRef="#ctx0" brushRef="#br0" timeOffset="13980.31">11179 3095 1592 0,'0'0'289'0,"0"0"-78"16,0 0-55-16,44-18 13 15,-28 18-82-15,0 2-14 16,0 8 9-16,-1 4-6 16,-2 1-28-16,-2 2-20 15,-2-1-16-15,-4-2-6 16,-3-1-6-16,-2-3-54 15,0-6-98-15,-1-3-117 16,-4-1-256-16</inkml:trace>
  <inkml:trace contextRef="#ctx0" brushRef="#br0" timeOffset="14779.25">11476 3043 1071 0,'0'0'397'15,"0"0"-71"-15,0 0-58 16,0 0-39-16,0 0-79 15,0 0-30-15,-39-13-63 0,32 25-20 16,1 5 1-16,1 3-11 16,5 2-15-16,0-1 3 15,8-2-14-15,4-3-1 16,3-3 0-16,0-6 7 16,1-4-1-16,-1-3-6 15,0-8 0-15,-2-8-24 16,-3-4-30-16,-3-4 32 15,-3-3 13-15,-4-1 9 16,0 1 9-16,-4 5 12 16,-3 6 55-16,0 7 15 15,-1 5-52-15,-1 4-23 16,0 5-10-16,1 7-5 16,2 3-1-16,5 3-1 15,1 1-10-15,7-2 2 0,6-1-13 16,4-2-30-16,3-6-3 15,3-3 8-15,2-5 21 16,-2 0 12-16,0-7 8 16,-6-4 6-16,-3-2 0 15,-5 1 8-15,-2 1 21 16,-4 3 34-16,-2 4 10 16,-1 3 3-16,0 1-40 15,0 2-36-15,0 6 1 16,0 3 5-16,0 2-5 15,0 0 0-15,0 0 1 16,0-1-1-16,0-2 0 16,0-3 1-16,0-4-1 0,0-3-1 15,0 0 19-15,0-10 20 16,0-4-28-16,3-7 6 16,4-3 6-16,2-1-5 15,-1 2 10-15,1 5-4 16,-1 5-7-16,-3 7-10 15,2 5-7-15,1 1-1 16,1 6-5-16,3 4 6 16,0 4-1-16,-1 1 0 15,-4 1-93-15,-2 6-116 16,-3-5-251-16,-2-4-503 0</inkml:trace>
  <inkml:trace contextRef="#ctx0" brushRef="#br0" timeOffset="14918.62">12104 3083 1964 0,'0'0'588'0,"0"0"-238"15,0 0-218-15,0 0-69 16,0 0-63-16,-61 1-169 16,22 8-725-16</inkml:trace>
  <inkml:trace contextRef="#ctx0" brushRef="#br0" timeOffset="15702.2">5050 4364 975 0,'0'0'619'16,"0"0"-288"-16,0 0 19 16,0 0-74-16,0 0-143 15,0 0-62-15,0 0 4 16,65 0-13-16,-8-2 9 15,10-7-14-15,4-2-25 0,-5 0-5 16,-7 0 5-16,-5 2-11 16,-7 0-2-16,-11 3-18 15,-10 3 1-15,-10 0 7 16,-8 2-9-16,-3 0-8 16,-3 1-16-16,-2 0 3 15,-6 0-93-15,-34 3-79 16,1 3-403-16,-5 0-604 0</inkml:trace>
  <inkml:trace contextRef="#ctx0" brushRef="#br0" timeOffset="16055.63">5120 4243 1431 0,'0'0'293'15,"0"0"11"-15,0 0-79 16,0-36-100-16,0 30-82 16,-1 4-21-16,1 1-7 15,-2 1-5-15,0 1-10 16,-3 10 9-16,-5 11-1 16,-6 12 18-16,3 1 28 15,0-2 4-15,5-5 12 16,6-7 2-16,2 0-19 15,2-1 3-15,10-3-6 0,8-7-8 16,12-4 3 0,17-6 1-16,11-10-17 0,4-5-7 15,-5-3-8 1,-15 5-7-16,-16 4-7 0,-9 2-18 16,0 2-47-16,-2 2-285 15,-6 0-495-15</inkml:trace>
  <inkml:trace contextRef="#ctx0" brushRef="#br0" timeOffset="17753.99">4073 5275 1694 0,'0'0'389'0,"0"0"-136"16,0 0-65-16,0 0-14 16,0 0-17-16,0 0-9 15,48-7-28-15,-9-5-35 16,11-3-26-16,2-3-16 16,-3 2-13-16,-10 3-12 15,-13 4-8-15,-4 3-1 16,-4 1-7-16,1 0-1 0,-2 1-1 15,-1 0-43 1,-5 2-58-16,-6 1-103 0,-5 1-125 16,-9 2-174-16,-2 2-110 0</inkml:trace>
  <inkml:trace contextRef="#ctx0" brushRef="#br0" timeOffset="18143.9">4055 5107 1545 0,'0'0'320'16,"0"0"-101"-16,0 0-43 0,0 0-9 15,0 0-20-15,0 0-33 16,0 0-47-16,-9 12-38 15,0 4 18-15,-2 6 23 16,-4 5-10-16,-3 1-5 16,2 1-7-16,2-2-11 15,1-3 5-15,6-3-4 16,3-6-20-16,4-4 0 16,1-3-3-16,10-2 9 15,8-3 3-15,11-3 10 16,15-3-1-16,11-12-21 15,3-4-6-15,-10 0 0 16,-14 5-9-16,-13 4 0 0,-4 2-48 16,3 1-89-16,8 1-158 15,-3 3-267-15,-6 3-482 0</inkml:trace>
  <inkml:trace contextRef="#ctx0" brushRef="#br0" timeOffset="19128.31">6546 5968 1403 0,'0'0'388'16,"0"0"-179"-16,0 0-37 16,0 0 32-16,48 8 22 15,-1-8-37-15,14 0-38 16,8-6-36-16,-3-6-45 16,-10 0-16-16,-17 2-3 15,-10 1-7-15,-9 3-22 16,-5 1-9-16,-2 0-12 0,-2 1-2 15,-3 0-30-15,-8 2-67 16,-2 1-105-16,-26 1-181 16,0 0-286-16,-3 0-241 0</inkml:trace>
  <inkml:trace contextRef="#ctx0" brushRef="#br0" timeOffset="19458.01">6574 5794 1854 0,'0'0'253'16,"0"0"-167"-16,0 0-18 16,0 0 56-16,0 0 25 15,0 0-39-15,0 0-39 16,-8 51 13-16,-2-5 14 15,-2 3 1-15,2-7-17 16,4-11-26-16,6-12-8 16,0-5-14-16,9 0 1 15,4-2-2-15,8-4 0 16,13-7-13-16,13-6 9 16,13-18-10-16,3-4-4 15,-11-2-3-15,-15 3-12 16,-7-6-66-16,-11 6-163 15,-4-4-414-15</inkml:trace>
  <inkml:trace contextRef="#ctx0" brushRef="#br0" timeOffset="23430.89">5894 6888 218 0,'0'0'1070'15,"0"0"-728"-15,0 0-56 16,0 0-29-16,0 0-40 16,0 0 3-16,13-4-34 15,14-2 0-15,14-3-47 16,17-6-40-16,6-3-26 15,0-1-15-15,-4 0-19 0,-9 3-10 16,-10 3-14-16,-12 4-12 16,-10 3-3-16,-8 3-1 15,-1 0-7-15,-4 1-38 16,-5 2-39-16,-4 0-43 16,-35 9-207-16,0 2-324 15,-3 0-366-15</inkml:trace>
  <inkml:trace contextRef="#ctx0" brushRef="#br0" timeOffset="23813.1">5786 6699 1177 0,'0'0'680'0,"0"0"-533"15,0 0-6-15,0 0-35 16,0 0 6-16,0 0-12 16,0 0-32-16,16 8 24 15,-12 20 16-15,-3 13 2 16,-1-1 4-16,0-3-17 16,0-5-24-16,0-9-19 0,0 3-21 15,4 0-3 1,7-4 3-16,5-4-7 15,12-5-4-15,15-10 20 0,16-6 0 16,8-15-11-16,-1-8-8 16,-8 0-4-16,-9 3-7 15,-12 4-3-15,-8 5-9 16,-13 6-13-16,-6 3-34 16,-5 3-116-16,-7 2-156 15,-8 6-66-15,-9 3-522 0</inkml:trace>
  <inkml:trace contextRef="#ctx0" brushRef="#br0" timeOffset="24614.86">6841 6666 667 0,'0'0'1162'16,"0"0"-931"-16,0 0-35 16,0 0 4-16,0 0-8 15,0 0-33-15,0 0-71 16,-18 16-46-16,28 4 72 16,4 4 6-16,3 2-29 15,1-2-43-15,2-7-5 16,4-6 11-16,12-11 6 15,21-17 17-15,27-29-7 0,14-20-2 16,6-13-13 0,-3-2-13-16,-9 5-6 0,-1 5-3 15,-5 11-27-15,-11 9-6 16,-17 16-31-16,-20 11-7 16,-15 9 7-16,-10 7 8 15,-1 0-4-15,-2 1 9 16,-3 1 0-16,-6 6-6 15,-2 0-1-15,-24 14-28 16,-54 33-124-16,3-3-521 16,-13 6-874-16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49:25.197"/>
    </inkml:context>
    <inkml:brush xml:id="br0">
      <inkml:brushProperty name="width" value="0.05292" units="cm"/>
      <inkml:brushProperty name="height" value="0.05292" units="cm"/>
      <inkml:brushProperty name="color" value="#FF0000"/>
    </inkml:brush>
  </inkml:definitions>
  <inkml:trace contextRef="#ctx0" brushRef="#br0">3818 3722 1356 0,'0'0'307'0,"0"0"-142"15,0 0-54-15,0 0 64 0,0 0 11 16,42 9-45-16,-20-5-2 16,6 0-5-16,2-3-16 15,1-1-15-15,2 0-7 16,-1-7-33-16,1-4-8 15,-1-5 2-15,-2-2-18 16,-3-4-12-16,-2-3-6 16,-2-5-3-16,-4-10 6 15,-5-10-3-15,-6-7 3 16,-7 2-3-16,-1 4-8 16,-7 14 4-16,-1 8 5 0,-1 7-10 15,-1 5-10 1,-3-3-2-16,-3-2-9 0,-4-3-8 15,-1 3-4-15,-2 2-7 16,-3 2-2-16,1 2-6 16,-2 2 8-16,-3 3 10 15,-6 1-6-15,2 5-8 16,-4 3-32-16,-5 2-2 16,10 4 34-16,-4 7 20 15,0 4 11-15,7 1 1 16,-3 6-1-16,3 2 1 15,3 1 1-15,6 3 14 0,4-1 12 16,6 2-16 0,6 7 5-16,5 6 8 15,0 8-6-15,8-5 24 0,3-8 9 16,-1-11 11 0,1-5-12-16,5 3-6 0,1 3-7 15,3 1-4-15,0-2-10 16,1-4-11-16,-3-3-5 15,1-4-6-15,-2-2 7 16,-2-6 1-16,-3 0-9 16,-3-4 0-16,-2-1-28 15,-4-2-56-15,-3 0-82 16,0-5-132-16,-2-2-463 16,-5 0-1261-16</inkml:trace>
  <inkml:trace contextRef="#ctx0" brushRef="#br0" timeOffset="161.87">3834 3714 1679 0,'0'0'237'16,"0"0"-123"-16,0 0-57 16,0 0-35-16,0 0-22 15,0 0-14-15,0 0-250 16,37 7-1239-16</inkml:trace>
  <inkml:trace contextRef="#ctx0" brushRef="#br0" timeOffset="1066.78">4745 3687 362 0,'0'0'799'0,"0"0"-524"16,0 0-55-16,0 0-32 15,0 0 1-15,0 0-37 16,0 0-45-16,-5 5-34 0,10-3-11 15,4 1 81 1,4 1-20-16,3 0-18 0,1-2-20 16,2 1-19-16,-1-3-11 15,-1 0 0-15,-1 0-2 16,0 0-10-16,-1-5 1 16,1-2-10-16,2-1 10 15,0-2-8-15,1-2-2 16,1-2 2-16,1 0-5 15,-3 0-4-15,-2 1-7 16,-2 0 5-16,-3 3-2 16,-1 0-10-16,-4 2 4 15,0 3-5-15,-2 0 1 16,-1 1-7-16,-1 2 3 16,-2 0-8-16,0 2 5 0,0 0-4 15,0 0-1-15,0 0-1 16,0 0-22-16,-1 0-55 15,-4 2-119-15,2 3-334 16,2 0-327-16</inkml:trace>
  <inkml:trace contextRef="#ctx0" brushRef="#br0" timeOffset="2003.92">5709 3654 293 0,'0'0'91'0,"0"0"111"0,0 0-59 15,0 0 66-15,0 0 11 16,0 0 0-16,0 0-6 16,-18 0-19-16,17 0 9 15,1 0-18-15,0 0-29 16,0 1-42-16,0-1-24 15,7 1-19-15,7 2 54 16,7 0-14-16,10 0-13 16,16 2-41-16,16-2 14 15,7 0 6-15,2-3-20 16,-2 0 11-16,-5-4-18 16,4-3-11-16,3-1-1 15,4-1-1-15,5 0-7 0,3 0-13 16,2 1-4-16,2 1 2 15,0 2 2-15,0 2 0 16,-1 1 6-16,-2 0 3 16,-2 1 2-16,1-1 1 15,-5-1-9-15,-2 0 15 16,-6 2-3-16,-6-2-5 16,-8 1-7-16,-13 0-6 15,-10 1-6-15,-11 0 3 16,-5 0-6-16,1 0 2 15,-1-1-2-15,-3 1 0 16,-6 0-5-16,-5 1 6 0,-3 0-6 16,-1-1-1-1,0 1 0-15,0-3-28 0,-5-2-65 16,-27-10-138-16,1 3-302 16,-8-4-632-16</inkml:trace>
  <inkml:trace contextRef="#ctx0" brushRef="#br0" timeOffset="2733.34">6591 2842 1001 0,'0'0'572'0,"0"0"-271"16,0 0-40-16,0 0-65 15,0 0-55-15,52-32-46 16,-35 42-13-16,2 12 8 16,-1 3-22-16,-4 4-3 15,-3 4-12-15,-8-4-12 16,-3 3-10-16,-2-2-8 15,-7-4-7-15,-3-3-4 16,2-7-6-16,2-4-5 16,3-6 0-16,3-6 10 15,2-2 5-15,1-11-16 0,9-6 0 16,3-5-1 0,4-4-5-16,2-1-9 0,-1-1 2 15,0 0 3-15,-3 1 10 16,-3 3 0-16,-4 4 1 15,-3 5-1-15,-3 5 1 16,-2 6 16-16,0 5 13 16,-6 1-4-16,-3 10-17 15,-1 7-8-15,-1 6 13 16,3 4 5-16,3 1 4 16,5-1-10-16,1-2 11 15,12-3 14-15,11-2-8 16,4-5-12-16,4-5-8 0,3-6-1 15,-7-4-7-15,1-2-2 16,-6-7 1-16,-7-4 0 16,-6-2 0-16,-4-3 6 15,-4 0-6-15,-1 0 6 16,-1 5 5-16,0 4 26 16,0 4-14-16,0 4-12 15,0 1-5-15,0 3-6 16,0 7-1-16,2 5 0 15,4 3 8-15,2 3 25 16,2 2 11-16,1 1-10 16,-1 1-16-16,-1 1-11 0,-9 18-7 15,-2-7-159 1,-11-3-739-16</inkml:trace>
  <inkml:trace contextRef="#ctx0" brushRef="#br0" timeOffset="6442.36">4823 3294 204 0,'0'0'37'0,"0"0"324"16,0 0-165-16,0 0-46 15,0 0-8-15,0 0-19 16,0 0 2-16,-22-26-8 15,20 20 5-15,-2 0 6 16,1-2-17-16,0-2 28 16,0-1-52-16,2-2-14 15,0-3 25-15,0-2-27 0,1-4-5 16,0-2-15 0,0-1-1-16,4-1-10 15,4-1 5-15,4 0-11 16,2 1-13-16,2 0-5 0,3 1 3 15,1-1 4-15,2 2-5 16,2 0-3-16,3 2-1 16,2-1 0-16,4 3-5 15,1 0 6-15,1 3-14 16,-1 1 0-16,-1 2 6 16,0 1-6-16,2 3 5 15,-1 1-6-15,1 2 1 16,-1 3-2-16,2 1 1 15,-3 2 0-15,2 1 0 16,-2 0 0-16,0 0 1 16,0 6 1-16,-1 0 8 15,0 4 9-15,0 0 2 0,-2 2 2 16,-2 1 4 0,-1 1-2-16,-2 1-1 0,-2 1-3 15,0 0 4-15,-2 2 4 16,1 1 1-16,-2-1 1 15,1-1-3-15,-3 1-10 16,-2-2 2-16,0-2-5 16,-3-1 6-16,-2-3-6 15,-4-1-3-15,1-3-5 16,-5-2-6-16,-1 0 7 16,0-3-7-16,-2-1 0 0,0 0 5 15,0 0-4 1,0 0-2-16,0 0-11 0,-4 0-94 15,-7-7-199-15,2 0-257 16,0 0-392-16</inkml:trace>
  <inkml:trace contextRef="#ctx0" brushRef="#br0" timeOffset="6839.98">5887 2813 1086 0,'0'0'545'16,"0"0"-288"-16,0 0-99 16,0 0-14-16,0 0 27 15,0 0-9-15,0 0-32 16,32 39-41-16,-20-23-8 16,2 2-26-16,0 0-4 0,-1-1-11 15,0-2-17-15,-2-1-5 16,-3-3-17-16,-1-1 7 15,-3-1-7-15,-3-1 5 16,-1-1-5-16,-2 0 1 16,-8 0 5-16,-2 1-1 15,-5 0 7-15,-1 0-13 16,-2-1-1-16,2-1 1 16,0-2 1-16,1-1 0 15,3-1 8-15,1-1-8 16,3-1-2-16,2 0-11 15,2 0-12-15,2 0 2 0,3 0-28 16,1 0-44-16,0 0-98 16,3 0-126-16,2 0-329 0</inkml:trace>
  <inkml:trace contextRef="#ctx0" brushRef="#br0" timeOffset="7030.76">5880 3092 1955 0,'0'0'485'15,"0"0"-262"-15,0 0-53 16,0 0-1-16,0 0-62 0,0 0-71 16,0 0-30-16,-9 15-6 15,0-3-230-15,-5 1-476 0</inkml:trace>
  <inkml:trace contextRef="#ctx0" brushRef="#br0" timeOffset="9249.75">1469 4493 352 0,'0'0'920'15,"0"0"-591"-15,0 0-66 0,0 0-56 16,0 0-39-16,9-37 3 16,5 20 0-16,4-1-34 15,11-4-71-15,11-3-35 16,10-3-13-16,1 2-6 15,-6 5-3-15,-13 8-9 16,-10 5 0-16,-3 2-18 16,1 1-21-16,0 1 8 15,-3 3-12-15,-5 1-154 16,-12 15-143-16,-3 2-152 16,-10 1-505-16</inkml:trace>
  <inkml:trace contextRef="#ctx0" brushRef="#br0" timeOffset="9457.22">1598 4573 1689 0,'0'0'289'0,"0"0"-115"16,0 0-9-16,0 0-15 16,0 0 7-16,59-42-24 15,-27 19-57-15,10-5-35 16,8 0-25-16,4 4-15 15,-10 10-1-15,-10 11-110 16,-6 8-179-16,-8 8-419 16,-3 2-671-16</inkml:trace>
  <inkml:trace contextRef="#ctx0" brushRef="#br0" timeOffset="9944.06">1649 5563 1192 0,'0'0'353'16,"0"0"-75"-16,0 0 20 15,0 0-66-15,7-42-20 16,3 30-47-16,3-1-66 0,4-1-38 16,3-1-30-1,3 0-17-15,0 3 1 0,0 0-15 16,-3 4-55-1,-3 5-152-15,-4 3-107 0,-6 3-294 16,-6 7-292-16</inkml:trace>
  <inkml:trace contextRef="#ctx0" brushRef="#br0" timeOffset="10109.71">1667 5671 1810 0,'0'0'272'16,"0"0"-194"-16,0 0-41 15,0 0 6-15,0 0 80 16,0 0-18-16,59-21-35 0,-33 6-39 16,3-3-31-16,7 0-22 15,-8 3-181-15,-10 6-457 0</inkml:trace>
  <inkml:trace contextRef="#ctx0" brushRef="#br0" timeOffset="14411.7">3925 1049 829 0,'0'0'802'15,"0"0"-591"-15,0 0-44 16,0 0-32-16,0 0 60 15,0 0 4-15,50-8-7 16,-28 3-48-16,4-1-23 16,4-2-33-16,7-3-28 15,8-2-23-15,-4 1-17 16,-6 1-10-16,-6 3-1 0,-12 3-9 16,-2 0-16-1,-3 3-113-15,-11 2-206 16,-1 5-210-16,-2 2-151 0</inkml:trace>
  <inkml:trace contextRef="#ctx0" brushRef="#br0" timeOffset="14610.5">4007 1138 1440 0,'0'0'284'16,"0"0"26"-16,0 0-30 15,0 0-22-15,0 0-12 16,0 0-23-16,0 0-63 15,56-10-86-15,-29 1-34 0,3-2-7 16,2-2-15 0,0 2-13-16,0 0-5 0,5 4-65 15,-7 3-283-15,-8 1-820 16</inkml:trace>
  <inkml:trace contextRef="#ctx0" brushRef="#br0" timeOffset="19293.9">5625 6769 1204 0,'0'0'307'16,"0"0"-177"-16,0 0-65 16,0 0 51-16,0 0 18 15,0 0-6-15,54 0-3 16,-32 3-11-16,3-1-27 0,1 0-12 16,0 0-19-16,1 0 4 15,1 0-10-15,7 0 1 16,9 1 15-16,9-2-19 15,2 1-18-15,1 0-5 16,-4-2 7-16,-3 1-4 16,1 0-8-16,0 0-5 15,-1 0 2-15,0 2-7 16,1-1 1-16,0-1-9 16,1 1 4-16,0-1-4 15,0 2 1-15,-2-2-1 16,-1 3 8-16,2-2-8 15,-2 2 13-15,-1 0-13 16,-1 0 7-16,0 1-7 16,-3 0 0-16,2-1-1 0,-1 2-1 15,-1-2 0-15,-1 0 1 16,-2 0-1-16,1-1 1 16,0 1 1-16,0 0-1 15,1-1 0-15,1 0 1 16,-2-1 0-16,1 0 11 15,0 0-12-15,1 0-8 16,2-1 8-16,1 0-1 16,1-1 1-16,0 0 1 15,-1 0-1-15,2 0 0 16,-1 0 0-16,2 0 0 16,-2 1 1-16,2-1 0 15,-2 0 12-15,0 0-13 0,3 0-5 16,0 0 5-16,0 0-1 15,1-2 1-15,-1-1 0 16,1 0 0-16,1 1 0 16,0-2 1-16,-1 2 0 15,0-2 5-15,0 1-6 16,-1 0 0-16,2-1 0 16,-1 0-2-16,0-1 2 15,-1 0-1-15,0 1 1 16,-1-1 0-16,2 0 1 15,-2 1-1-15,-2 0 0 16,-1 0 10-16,-1 0-10 0,0 0-7 16,0 0 7-1,0 0-1-15,0 0 1 0,0 0-1 16,-1-1 1 0,-1 1 1-16,1-1-1 0,-1 2 0 15,-1-2 0-15,-6 3 1 16,-7 0 8-16,-6 1-9 15,-1-1-1-15,5 0-1 16,11 1 2-16,-1-1-2 16,0 1 2-16,0-2-1 15,-4 2 1-15,1 0-1 16,1-1 1-16,0 2 0 16,6-1 2-16,4-2-2 0,7 2 1 15,1-1 8 1,-5 0-9-16,-3 1-1 0,-6 0 0 15,0 0-1 1,0 0 2-16,-5 1-1 0,-6 0 0 16,-5 0 1-16,-1 0-1 15,4 0 1-15,4 0 0 16,4 0 0-16,1 0 1 16,5 1-1-16,-3 2 9 15,-1-2-8-15,0 1-1 16,-3-1-4-16,9 1 3 15,7 1 0-15,7-1 0 16,0 1 0-16,-2 0 0 16,-7-1 1-16,-4 0 0 15,1 1 0-15,0-2 0 0,0 2 1 16,-1 1 8-16,0-2-8 16,-3 1-1-16,0-1 0 15,-2 1-6-15,1 0 5 16,-7-2 1-16,-5 2 0 15,-4-2-1-15,-2 0 1 16,4 1 0-16,4-1 0 16,3 1 0-16,0 0 1 15,-2-1 0-15,0 0-1 16,-1 0 10-16,0-1-9 16,0 0-1-16,0 0 0 15,1 0-5-15,1 0 5 0,0-3 1 16,3-1 6-1,0 0 4-15,2-1-5 0,-2 1-5 16,0-2 8-16,-3 1-8 16,-1 0 5-16,-4-1-4 15,-1-1 5-15,-2 0-1 16,-3-1 2-16,-2-1 7 16,-2 0-2-16,-1-2 4 15,-1-1-1-15,-2 1 1 16,0-2-7-16,-1-2 8 15,-1 0 2-15,0-1-19 16,-4-1 10-16,0-1 2 16,-3-1-13-16,-3-1 6 15,0-1-4-15,0 1 7 16,-6 0-8-16,-5 1 5 0,-1 0 0 16,-4 2 3-16,-3 1-9 15,-4 1 0-15,-4-1 0 16,-8 0 0-16,-12-1 0 15,-12-2 1-15,-4 0-1 16,1 4 1-16,2 2-1 16,5 2 1-16,-2 1-1 15,-1 1 1-15,-4-1 0 16,2 1 1-16,-2 0-2 16,0 2-1-16,0 0 0 15,0-1-1-15,0 1 1 16,-1 1 1-16,-1 0 1 15,1 1 1-15,0 0-1 16,0 0-1-16,-1 0 0 16,0 2 0-16,1 0-1 0,0 1 1 15,0 1 0-15,0 0 0 16,-1 1 2-16,-2 0-1 16,0 0-1-16,-1 1 0 15,-1 2-1-15,1-1 0 16,-1 1 1-16,1 0 1 15,1 1-1-15,0-2 1 16,1 2 5-16,1-1-6 16,1 1-1-16,1 0-1 15,-1 0 1-15,2 2 0 16,1 0 1-16,-2 0 0 0,3 0 0 16,-1 1 0-1,2 0-9-15,3 0 8 0,0-1-11 16,1 1 6-16,2 0 5 15,3-1 0-15,1-1-1 16,1 1 1-16,3-1-6 16,1 0 7-16,6-1 0 15,7-1-6-15,6-1 0 16,2-1 6-16,-5 2-1 16,-3-1 0-16,-5 1 0 15,-5 0 0-15,5 0 0 16,-2 0 0-16,-5-1-1 0,-2 1 1 15,-10 0 0 1,-2 0 1-16,5-1 0 0,3 0 0 16,3-1-1-16,1 1-5 15,-3 1 5-15,-1-2 0 16,-2 2 0-16,-3 0 1 16,-2-1-1-16,-1 0 0 15,0 1 1-15,-1-1 0 16,-1 0 0-16,1-1 0 15,1 0-2-15,0 0 2 16,0-1 0-16,0 1-2 16,0-1 2-16,-1 0 0 15,-1 0 0-15,1 0 1 16,0 0 0-16,1 0 0 16,1 0-1-16,2-2-2 0,-1 1 2 15,0-1 0 1,1 0 0-16,-1-1 0 0,3 1 0 15,0 0 0-15,1-2 0 16,0 2 1-16,2 0 2 16,1-2-3-16,3 2 0 15,1-1-1-15,0-1 1 16,0 0-1-16,1 0-1 16,1 0 2-16,1 0 0 15,1 0 1-15,1 0-1 16,-1 0 0-16,7 0 0 15,3 0 1-15,6 1-1 16,2 0 0-16,-4-1 0 0,-4-1-2 16,-2-1 1-16,2-1 0 15,0 1 1-15,1-1 0 16,0 1 0-16,1 0 0 16,-2 0 1-16,1 0-1 15,0 1 1-15,-2-1-1 16,1 1 0-16,-1 2 1 15,-1-2 0-15,-1 2-1 16,-2-2 1-16,1 2 0 16,-1 0-1-16,1 0-1 15,2 1 1-15,1-1-1 16,1 0 1-16,2 1-1 16,1 0 1-16,1 0 0 0,1 2 0 15,0-1 1-15,2 1 0 16,2 0-1-16,1 0 0 15,4 0 0-15,1 0 1 16,4 0 0-16,1 0-1 16,2 1 1-16,0 1 4 15,1 1-4-15,0 1-2 16,-1 0 2-16,1 0-6 16,0 1 5-16,-1 1 0 15,2-1 0-15,-1 0 0 16,1 0 0-16,1 1 0 15,0-2 0-15,0 2 0 0,0 1 0 16,-1-1 7 0,0 2-6-16,1 0-1 0,0-1-6 15,1 2 6-15,0-1 0 16,0 0 1-16,2 1-2 16,0 2 1-16,0-1 0 15,1 3 6-15,0 1-6 16,0-1-7-16,0 3 7 15,2 0 0-15,1 1 0 16,1 1 1-16,-1 1 8 16,1 0 0-16,1 0 2 15,0 0-4-15,1 0 7 16,-1-1-3-16,1 2-2 16,2-3 0-16,-1 0 0 15,1-2-3-15,1 1 0 0,1-2 2 16,0-1 2-1,0 0 1-15,3-3-2 0,0-1-2 16,2-1 2-16,3 0 0 16,2-2-1-16,1-3-1 15,2-1 1-15,2-2-7 16,0 0 11-16,3-3-1 16,1-3 5-16,1 0-7 15,0 0 6-15,-1 0-1 16,-1 2-1-16,-2 0-11 15,-2 1 10-15,-3 0-5 16,-4-1-5-16,-1 2 4 16,-5-1-6-16,-3 1-6 0,-3 1 6 15,-1 1-1 1,-3-1 2-16,0 1-2 16,-1 0 2-16,0 0-2 0,0 0-20 15,0-1-48-15,-1-4-66 16,-5-1-225-16,0-1-558 15</inkml:trace>
  <inkml:trace contextRef="#ctx0" brushRef="#br0" timeOffset="41257.78">10008 1742 1360 0,'0'0'219'0,"0"0"-48"16,0 0 26-16,0 0-8 16,0 0-97-16,0 0-17 15,-25 90 51-15,20-7-43 16,2 14 7-16,3 1-7 15,0-2 14-15,2 6-30 16,3 1-18-16,-3-1-37 16,-2-2 2-16,0-3 1 15,-4-1 3-15,-2-3 16 16,-3-2-22-16,-2 0-4 16,0-7 4-16,1 0 4 15,2-3 6-15,4-6-13 16,4-7-9-16,0-8-1 15,14-11 1-15,5-13 1 16,19-6 10-16,19-8-10 0,22-11-1 16,34-10 27-16,26-7-2 15,30-17 4-15,31-6 16 16,25-7-26-16,23-4 16 16,17-2 10-16,9-1-30 15,-2 0 7-15,-11 4-12 16,-20 7 19-16,-28 8-17 15,-34 6 1-15,-36 6-1 16,-35 4-10-16,-39 4 4 16,-31 1 9-16,-25 1-15 15,-13 2-15-15,-19-3-33 16,-30 3-66-16,-34 0-115 0,6 5-266 16,-1 1-272-16</inkml:trace>
  <inkml:trace contextRef="#ctx0" brushRef="#br0" timeOffset="42036.85">10586 3028 778 0,'0'0'627'0,"0"0"-380"15,0 0 10-15,0 0-37 16,0 0-78-16,0 0-48 16,0 0-31-16,-11 25 24 15,5-13-17-15,-3 4-16 16,-1-3-17-16,-2-2-9 15,3-3-4-15,2-4-10 16,1-4 16-16,2-7 17 16,0-8 18-16,2-7-55 15,2-4-3-15,0-1-5 16,7 3 8-16,4 4-10 16,2 4-9-16,2 5-34 15,2 3-143-15,12-1-97 16,-5 2-312-16,-2-1-367 0</inkml:trace>
  <inkml:trace contextRef="#ctx0" brushRef="#br0" timeOffset="42299.69">10782 2841 1609 0,'0'0'493'0,"0"0"-230"15,0 0-31-15,0 0-89 16,0 0-31-16,0 0-61 15,0 0-29-15,-1 1-4 16,2 4-10-16,-1-2-1 0,1-2-1 16,0 0-5-1,-1-1 1-15,0 0 8 0,0-6 4 16,0-5-6-16,-1-4-8 16,1-3-69-16,0 0-18 15,2 0-41-15,5 5-37 16,11-1-82-16,-2 4-267 15,0 2-265-15</inkml:trace>
  <inkml:trace contextRef="#ctx0" brushRef="#br0" timeOffset="42588.69">11065 2628 1817 0,'0'0'389'0,"0"0"-111"0,0 0-148 15,0 0-46-15,0 0-43 16,0 0 17-16,0 0 33 16,0 31-24-16,0-21-23 15,-1-1-20-15,-3-1-12 16,0-2-3-16,1-4-2 16,1-2-1-16,-1-2 6 15,0-9-1-15,2-4-11 16,1-3-16-16,0-2-27 15,2 3-22-15,5 2-9 16,5 3-70-16,11-3-79 16,-2 3-131-16,1 1-298 0</inkml:trace>
  <inkml:trace contextRef="#ctx0" brushRef="#br0" timeOffset="42880.21">11394 2379 1735 0,'0'0'389'16,"0"0"-1"-16,0 0-211 16,0 0-43-16,0 0-67 15,0 0-19-15,0 0 20 16,0 24-22-16,0-16-21 16,0-3-4-16,0-1-12 15,0-2-1-15,0-2-2 16,0 0-5-16,0-5 13 0,0-8 8 15,0-6-22-15,0-4 0 16,1-1-1-16,6 1-8 16,3 3-18-16,2 6-13 15,1 3-42-15,1 4-44 16,8 0-84-16,-4 2-122 16,0 2-342-16</inkml:trace>
  <inkml:trace contextRef="#ctx0" brushRef="#br0" timeOffset="43216.56">11751 2131 1829 0,'0'0'387'0,"0"0"-50"0,0 0-184 16,0 0-70-1,0 0-47-15,0 0 9 0,0 0 12 16,6 32-26-16,-5-23-8 15,-1-3-5-15,0 0-5 16,0-3-4-16,0-1-7 16,0-2 11-16,0 0 9 15,0-10 23-15,0-5-22 16,0-5-23-16,0-4-9 16,1-1 1-16,7 2 2 15,1 5-3-15,-1 6 2 16,1 4 7-16,-1 3 0 15,-1 4-9-15,0 1-36 0,0 0-63 16,0 0-69-16,7 0-133 16,-1 0-229-16,-2 0-429 0</inkml:trace>
  <inkml:trace contextRef="#ctx0" brushRef="#br0" timeOffset="43509.55">12050 1896 1716 0,'0'0'350'0,"0"0"-111"16,0 0-146-16,0 0-16 15,0 0-2-15,0 0-10 0,0 0-2 16,0 38-28-16,0-31-15 16,-3-3-8-16,3-3-11 15,0-1 14-15,0-7 82 16,0-7-15-16,3-7-43 15,5-4-19-15,0-2-4 16,2 2 17-16,1 4 0 16,1 5-12-16,0 5-15 15,0 5-6-15,-2 6-16 16,-1 0-51-16,-4 16-129 16,-2 1-154-16,-3 1-473 0</inkml:trace>
  <inkml:trace contextRef="#ctx0" brushRef="#br0" timeOffset="44483.63">10291 3333 601 0,'0'0'241'0,"0"0"-44"16,0 0 37-16,0 0 36 15,0 0-25-15,0 0-35 16,0 0-93-16,-24-25-70 16,50-10 13-16,17-18 37 15,13-10 39-15,10-3-8 16,5 2-31-16,-3 5-27 15,2-1-15-15,1-1-12 16,-3-2-7-16,0 1-5 16,0-1 4-16,-3-1 1 15,-1 1-23-15,-2 4-7 16,-6 4 0-16,-5 3 2 0,-5 1-1 16,-2 2 2-1,1 1 7-15,1 3 1 0,1-1 5 16,0 1 10-1,4 2-17-15,1 3-2 0,3 3-13 16,0 1 9-16,-2 1-3 16,-5 4-4-16,-11 6 4 15,-8 5-5-15,-7 4 0 16,-4 3 6-16,5-4 2 16,1-1-1-16,4-4 2 15,-3 2-4-15,0-1-4 16,-1 1 5-16,1 1-7 15,-1 0 1-15,-3 2-2 16,0 2 1-16,-3 2 0 16,-1 2 0-16,-2 1-1 0,1 0 2 15,-1 0-2-15,0 1 2 16,-1 0-1-16,-1 1 1 16,-1 0 0-16,-3 2-1 15,-2 1 1-15,-3 2 0 16,-3 2 0-16,0 0-1 15,-1 1 0-15,0 0 0 16,0 0 0-16,0 0 0 16,0 0-1-16,0 0-14 15,-8 0-33-15,-4 0-191 16,-5 0-594-16</inkml:trace>
  <inkml:trace contextRef="#ctx0" brushRef="#br0" timeOffset="46465.96">11932 3894 113 0,'9'48'242'16,"2"9"-41"-16,-2 1-35 16,-4 6-38-16,-2 10-15 15,-3 8-22-15,0 10-35 16,-3 1-56-16,-1 0 10 15,0-2 16-15,1-8 195 16,2-5 10-16,1-8-16 16,7-8-45-16,5-13-22 15,3-15-21-15,1-12-27 16,10-6-17-16,20-2-20 16,35-11-30-16,30-4 50 15,25-21-42-15,19-11 0 16,3-4-17-16,8 1-9 0,3 1 5 15,0 5-20-15,-5 5-1 16,-4 3 1-16,-11 3-22 16,-13 3 17-16,-13 1 5 15,-16 1 11-15,-15 2-11 16,-15-1-1-16,-20 4-1 16,-19 1 2-16,-15 3 0 15,-10 2 0-15,-4 1 0 16,-2-1 1-16,-3 2 8 15,-4 1-9-15,0 0 0 16,-20 0 0-16,-24 9-10 16,-29 4-101-16,5-2-384 15,-2-3-512-15</inkml:trace>
  <inkml:trace contextRef="#ctx0" brushRef="#br0" timeOffset="47091.86">12533 4680 757 0,'0'0'208'16,"0"0"-28"-16,0 0 81 16,0 0 43-16,0 0-45 15,0 0 7-15,0 0 11 16,-9 2-128-16,9-2-73 16,-1 0-27-16,0 0-14 15,-2-2-13-15,-1-3-10 16,-1-2-12-16,-1-3-2 15,0-4-23-15,1-3-42 0,2-5-117 16,2-2-129-16,1-16-158 16,0 7-105-16,0 2-319 0</inkml:trace>
  <inkml:trace contextRef="#ctx0" brushRef="#br0" timeOffset="47242.3">12496 4362 692 0,'0'0'493'0,"0"0"-245"15,1-36 56-15,1 22-47 16,0 3-145-16,1 1-76 15,0 2-11-15,0 2-19 16,-1 0-5-16,2 2 5 0,1 2-6 16,2 2-7-1,3 0-18-15,13 0-143 0,-2 0-316 16,0 0-920-16</inkml:trace>
  <inkml:trace contextRef="#ctx0" brushRef="#br0" timeOffset="47415.58">12921 4214 1580 0,'0'0'223'16,"0"0"-26"-16,0 0 24 15,0 0-127-15,0 0-59 16,0 0-20-16,0 0-15 16,7-3 0-16,5 3 0 15,3 3-11-15,17-1-127 16,-4-1-178-16,0 0-305 0</inkml:trace>
  <inkml:trace contextRef="#ctx0" brushRef="#br0" timeOffset="47573.53">13319 4221 939 0,'0'0'851'0,"0"0"-712"16,0 0 58-16,0 0 2 15,0 0-73-15,0 0-89 16,0 0-21-16,23 2-16 15,-7-2-65-15,23 0-133 16,-5-4-151-16,2-1-298 0</inkml:trace>
  <inkml:trace contextRef="#ctx0" brushRef="#br0" timeOffset="47729.47">13791 4150 1655 0,'0'0'347'0,"0"0"-39"15,0 0-148-15,0 0-95 16,0 0-35-16,0 0-30 16,7-43-42-16,6 20-141 15,-2 4-189-15,-2-2-463 0</inkml:trace>
  <inkml:trace contextRef="#ctx0" brushRef="#br0" timeOffset="47900.76">13896 3760 1475 0,'0'0'237'0,"0"0"-101"0,0 0-39 16,-43-37-55-16,36 25-21 15,4 3-6-15,2-3-5 16,1 1-10-16,0 0-1 16,6-3-39-16,9-12-22 15,0 3-160-15,-1 0-567 0</inkml:trace>
  <inkml:trace contextRef="#ctx0" brushRef="#br0" timeOffset="48067.54">14011 3440 1175 0,'0'0'160'16,"0"0"-65"-16,0 0-26 0,0 0-34 16,-2-37-8-1,4 30-14-15,7-1-5 0,5 1-6 16,3 1-2-16,3 1-23 15,12-1-9-15,-5 0-17 16,-2 1-120-16</inkml:trace>
  <inkml:trace contextRef="#ctx0" brushRef="#br0" timeOffset="48277.45">14406 3316 1124 0,'0'0'161'16,"0"0"-26"-16,0 0-26 15,0 0-32-15,0 0-16 0,0 0-30 16,0 0-4 0,5-9-12-16,5 8-15 0,2-2 1 15,4 2 0-15,1 0 5 16,3 0-6-16,3 1-6 16,2 0-17-16,11 0-30 15,-5 0-34-15,-6-2-1216 0</inkml:trace>
  <inkml:trace contextRef="#ctx0" brushRef="#br0" timeOffset="48428.43">14709 3270 1109 0,'0'0'148'0,"0"0"-48"16,0 0-6-16,0 0-43 0,3-39-15 16,6 30-20-1,3 0-11-15,2-1-5 0,1 0-8 16,2-5-41-16,-4 2-15 15,-3 0-695-15</inkml:trace>
  <inkml:trace contextRef="#ctx0" brushRef="#br0" timeOffset="48601.49">14824 2908 401 0,'0'0'80'0,"0"0"-61"16,0 0-19-16,0 0-66 15,0 0-34-15</inkml:trace>
  <inkml:trace contextRef="#ctx0" brushRef="#br0" timeOffset="50430.6">14394 4515 902 0,'0'0'331'0,"-37"2"-80"15,17 1 61-15,1 1-40 16,7 1-59-16,4 0-56 16,4 0-43-16,4 3-53 15,0 1-24-15,10 2-2 16,4 3-4-16,6 0-6 15,3-1-1-15,3-1-5 16,-2-2-13-16,-3 0-4 0,-5-2-1 16,-7 1 0-16,-5 1 0 15,-4 3 0-15,-5 4 8 16,-9 3 0-16,-4 3 2 16,-2 1-5-16,2-1-5 15,4-1-1-15,5-3 0 16,6-3-66-16,8-7-186 15,7-4-283-15,1-5-366 0</inkml:trace>
  <inkml:trace contextRef="#ctx0" brushRef="#br0" timeOffset="50995.2">14607 4559 1787 0,'0'0'328'0,"0"0"-190"15,0 0 9-15,0 0-37 16,0 0-37-16,40-13-27 16,-30 22 5-16,-2 2-10 15,-3 3-6-15,-5 3 32 16,-1 2 4-16,-10-1-17 16,-1-1-10-16,-3-2-7 15,2-5-13-15,3-3-14 16,4-2-1-16,3-5-3 15,3-2-6-15,1-9-6 0,10-5-38 16,5-5-27 0,5-3 1-16,1 0 22 0,0 0 11 15,-3 1 12-15,-3 3 25 16,-5 1-1-16,-4 6 2 16,-2 4 5-16,-4 3 36 15,0 4 28-15,-1 2-26 16,0 3-11-16,0 8-20 15,0 5-2-15,0 5 20 16,0 0-13-16,0 0-3 16,0-3-8-16,6-3-7 15,2-4 1-15,-1-4-7 16,1-6 5-16,1-1 0 16,0-6 1-16,2-6 8 15,-1-4-8-15,1-1 0 0,-3 2 0 16,-2 3 11-16,-1 5-7 15,-2 5-2-15,0 2-4 16,0 6 1-16,3 8 1 16,2 4 1-16,1 3 7 15,0 1-8-15,4 4-72 16,-4-7-224-16,-4-5-514 0</inkml:trace>
  <inkml:trace contextRef="#ctx0" brushRef="#br0" timeOffset="51907.17">12003 3870 751 0,'0'0'310'16,"0"0"-24"-16,0 0 14 15,0 0-5-15,0 0-22 16,0 0-89-16,0 0-88 0,-31 19-32 15,22 0 33-15,-2 4 3 16,1 2-24-16,0-1-36 16,1-4-13-16,3-4-11 15,1-5-7-15,2-3-3 16,0-5-5-16,3-3 0 16,0-2 11-16,0-9 6 15,0-15-12-15,6-14 0 16,8-10-4-16,1 4 4 15,-1 13-5-15,-3 13 7 16,-2 12-7-16,2 2 12 16,1 4-12-16,4 2-1 15,0 2 1-15,1 10 2 0,0 4-3 16,-2 2-9 0,-2 2-6-16,-6 1-72 0,-7 7-165 15,-7-7-303-15,-7-2-463 0</inkml:trace>
  <inkml:trace contextRef="#ctx0" brushRef="#br0" timeOffset="52368.52">11477 3749 1913 0,'0'0'251'15,"0"0"-108"-15,0 0-69 0,0 0-4 16,0 0-25-16,0 0 41 16,0 0 39-16,55 40-62 15,-31-27-40-15,0-2-9 16,-2-4-8-16,-2-3-5 16,-2-4 0-16,-5 0 7 15,-3-8-8-15,-4-6 6 16,-4-4-5-16,-2-3 5 15,0-2-4-15,-6 2 7 16,-1 4-2-16,1 5 77 16,3 7-24-16,0 4-26 15,2 2-15-15,1 17-18 16,0 14 0-16,10 13 8 16,4 6 15-16,5 0 0 15,0-5 4-15,-5-13-8 0,-2-5-4 16,-6-9-7-16,-1-4-8 15,-4 1 5-15,-1 0-5 16,-3 1 0-16,-18-1 0 16,-24 1-1-16,-28 1-27 15,-23 4-112-15,-17 1-120 16,23-5-231-16,12-2-489 0</inkml:trace>
  <inkml:trace contextRef="#ctx0" brushRef="#br0" timeOffset="53242.8">11684 3461 1026 0,'0'0'341'0,"0"0"47"16,0 0-50-16,-25-39-139 16,18 34-129-16,1 3-43 15,-1 2-17-15,0 0-3 0,-1 3-7 16,0 6 0-16,0 0 0 15,1 1 0-15,2-3 2 16,2-2-1-16,2-3 0 16,0-2-1-16,1 0 1 15,-1-2-1-15,0-9 1 16,1-6-1-16,0-5-38 16,0-2-32-16,3 1 11 15,4 3-3-15,0 7 41 16,2 4 7-16,1 7 12 15,3 2 2-15,3 8 1 16,2 7 23-16,2 6-2 16,0 4-6-16,-1 3 31 15,1 1 30-15,10 11-40 16,-6-9-37-16,1-7-542 0</inkml:trace>
  <inkml:trace contextRef="#ctx0" brushRef="#br0" timeOffset="54879.1">12522 4749 205 0,'0'0'167'0,"0"0"-105"16,0 0-41-16,0 0-21 15,0 0-1-15,0 0-28 16,0-5-34-16,0-1-58 16,0 1 5-16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1:05.812"/>
    </inkml:context>
    <inkml:brush xml:id="br0">
      <inkml:brushProperty name="width" value="0.05292" units="cm"/>
      <inkml:brushProperty name="height" value="0.05292" units="cm"/>
      <inkml:brushProperty name="color" value="#FF0000"/>
    </inkml:brush>
  </inkml:definitions>
  <inkml:trace contextRef="#ctx0" brushRef="#br0">13201 1480 1177 0,'0'0'695'16,"0"0"-593"-16,0 0 29 15,0 0-82-15,0 0-9 16,0 0 19-16,1 54-4 16,7-24-14-16,0 3-17 15,-1-5-14-15,1 5-4 16,-1-2 2-16,-3-2-8 16,-1-4-6-16,0-6-18 15,-3-8-4-15,0-10 28 0,0-1 19 16,0-14 27-16,3-5-27 15,0-5 2-15,5 0 12 16,3 3 11-16,3 3-23 16,3 6-10-16,2 4-9 15,-1 5-2-15,-1 3 1 16,-2 0 0-16,-5 3-1 16,-3 6 0-16,-5 2 1 15,-2 3 11-15,-7 1 0 16,-7 3 4-16,-6-1 9 15,-3 2-10-15,-4-2-6 16,0-2-7-16,2-3-1 0,4-4 5 16,7-5-6-1,6-3-15-15,12-8-98 0,8-5-226 16,5-1-333-16</inkml:trace>
  <inkml:trace contextRef="#ctx0" brushRef="#br0" timeOffset="399.96">13529 1546 1277 0,'0'0'364'0,"0"0"-16"16,0 0-80-16,0 0-70 16,0 0-73-16,0 0-77 15,0 0-29-15,-42 26 4 16,37-9-7-16,1 0-3 0,2 0-4 15,2-2-3-15,0-2-5 16,0-2 0-16,4-4-1 16,0-4-11-16,0-3-56 15,-1 0 30-15,2-8 36 16,0-5 1-16,0-5-26 16,-1-2 25-16,0-2-5 15,0 2 5-15,-1 5 1 16,0 4 1-16,-2 5 0 15,1 5-1-15,0 1-17 16,2 6-2-16,1 5 13 16,3 2 6-16,3 1 1 15,2-1 0-15,4 0-1 16,2-5-29-16,2-4-89 16,8-5-77-16,-3-7-125 0,-6-4-204 15</inkml:trace>
  <inkml:trace contextRef="#ctx0" brushRef="#br0" timeOffset="870.72">13725 1494 7 0,'0'0'787'0,"0"0"-448"16,-6-48-58-16,1 34-48 16,1 6 8-16,1 4-43 15,1 4-102-15,1 0-62 16,0 5-32-16,1 4-1 16,0 2 0-16,5 1-1 15,4-1-2-15,2-1-26 0,2-2-3 16,-2-1 6-16,1-1-4 15,-4-2-6-15,-1 0 7 16,-2-1 8-16,-4 0 8 16,-1 0 11-16,0 1 1 15,-4 3 0-15,-4 1 0 16,-1 1 1-16,-1 1 7 16,1 0-7-16,4-1 7 15,2-1-8-15,3-2 6 16,0-2-6-16,5-2 0 15,6-2 0-15,4 0 12 16,2-8-11-16,1-4-1 16,-1-3 0-16,-1-3 0 15,-2 1 6-15,-3-1-5 16,-2 2 16-16,-2 3 50 0,-2 4 28 16,-1 5 1-16,-2 4-9 15,2 0-41-15,0 4-22 16,1 7 15-16,2 2 13 15,-1 3-12-15,-1-1-18 16,-2 0-13-16,-1-2-4 16,-1-3-5-16,-1-3-84 15,0-7-91-15,-4 0-107 16,-1-7-369-16</inkml:trace>
  <inkml:trace contextRef="#ctx0" brushRef="#br0" timeOffset="1010.94">13861 1236 1052 0,'0'0'113'0,"0"0"-21"15,20 37-37-15,2-3-30 16,-1-4-25-16,-1-4-333 0</inkml:trace>
  <inkml:trace contextRef="#ctx0" brushRef="#br0" timeOffset="1299.07">14063 1335 1433 0,'0'0'205'0,"0"0"-44"16,0 0-15-16,0 0-5 15,-19 39-60-15,19-28-38 0,0-1-1 16,4-1 1-16,4-1 14 15,1-1-4-15,3-1-10 16,1-1-15-16,0 0-7 16,-2 0-5-16,0 0-2 15,-3 0-7-15,-2 2-1 16,-5 0 10-16,-1 2-7 16,-6 2 8-16,-8 2-8 15,-7 1 0-15,-20 5-9 16,5-3-14-16,-1-4-465 0</inkml:trace>
  <inkml:trace contextRef="#ctx0" brushRef="#br0" timeOffset="2717.65">14371 997 899 0,'0'0'643'0,"0"0"-420"0,6-37 72 16,-4 28-23 0,-1 6-38-16,2 3-101 0,4 14-78 15,10 23-21-15,9 21 41 16,5 11 15-16,-1 3-2 16,-2-2-27-16,-8-8-35 15,0-1-14-15,-2-7-6 16,-4-13-5-16,-2-13 0 15,-4-12-1-15,-2-7-8 16,0-3-21-16,-2-2-41 16,0-4 21-16,-3-12 40 15,-1-19-17-15,0-16-25 16,-7-12-2-16,-3-2 23 16,-1 13 10-16,2 15-38 15,0 13 19-15,1 9 29 0,-3 0 3 16,-1 4 6-16,-3 2 0 15,2 5 0-15,2 1-15 16,6 8 10-16,4 2-46 16,1 1-56-16,13-1-16 15,14-2 1-15,3-4 36 16,5-4-34-16,1-1-81 16,-6-7 6-16,-3-3-97 15,-6-3 232-15,-8 1 61 16,-7-1 11-16,-4 1 99 15,-2 2 46-15,0 1 52 16,-4 2-12-16,0 3-17 16,1 1-38-16,1 2-29 0,1 1-45 15,0 0-43 1,1 8-12-16,0 3-7 0,0 5-5 16,0 2 0-16,4 3 2 15,2-1-1-15,2-2 8 16,2-3-9-16,0-3-1 15,1-4 0-15,0-6-60 16,0-2-36-16,-1-4-31 16,-2-9-11-16,-3-5 34 15,-2-4 68-15,-2-2 28 16,-1-2 9-16,0 4 11 16,0 3 42-16,0 6 17 15,0 5-2-15,0 4-6 16,0 4-24-16,0 0-33 15,3 4-5-15,3 4-1 16,4 1-48-16,9 2-107 0,-3-1-144 16,-2-4-355-16</inkml:trace>
  <inkml:trace contextRef="#ctx0" brushRef="#br0" timeOffset="3042.7">14950 1096 1154 0,'0'0'248'0,"0"0"-93"16,0 0-95-16,0 0-34 16,0 0 43-16,0 0 12 15,3 46-21-15,-2-33-24 0,0-2-16 16,-1-2-4 0,1-2-7-16,0-4-8 0,0-3 7 15,1 0 36-15,2-10 33 16,1-3-41-16,1-4-16 15,3 0 35-15,0 1 30 16,-1 2-9-16,1 4-26 16,0 4-25-16,-1 3-11 15,1 3-7-15,-2 0-6 16,3 6 0-16,-1 2 1 16,-1 1-2-16,1 1-9 15,1-1-111-15,0-2-118 16,-1-3-252-16</inkml:trace>
  <inkml:trace contextRef="#ctx0" brushRef="#br0" timeOffset="3446.38">15137 1017 1015 0,'0'0'389'0,"0"0"-99"16,0 0-121-16,0 0-113 15,0 0-36-15,0 0-9 16,-9 46-3-16,9-27 0 15,7-1-7-15,4-2 14 16,2-4-6-16,3-3-8 16,1-5 10-16,-1-4-11 0,0-1-32 15,-3-9-46 1,-2-4-11-16,-5-5 58 0,-1-3 31 16,-3-9 26-16,-2-9 35 15,0-9 21-15,0 6 12 16,-1 10 50-16,-1 13-52 15,1 13 59-15,-1 1 15 16,1 2-29-16,1 3-59 16,0 1-48-16,0 3-29 15,6 10-1-15,3 6 1 16,5 3 7-16,0 5-2 16,0 1-6-16,-1 1 1 15,-1-1 0-15,-4 0-1 16,-1-2-21-16,-2-3-166 15,-3-1-110-15,-1-8-341 0,-1-6-257 16</inkml:trace>
  <inkml:trace contextRef="#ctx0" brushRef="#br0" timeOffset="3673.88">15315 948 1287 0,'0'0'286'0,"0"0"-92"16,0 0-73-16,0 0-20 16,38 23-23-16,-30-8-19 15,-1 1-17-15,-2 1-21 16,-2-3-12-16,-2-1-9 16,-1-5-24-16,0-4-116 15,0-3-56-15,-3-6-34 0,-1-6-257 16,2-2 83-16</inkml:trace>
  <inkml:trace contextRef="#ctx0" brushRef="#br0" timeOffset="3768.91">15315 948 586 0,'54'-44'322'0,"-51"36"-89"0,0 2-123 15,5 5-68-15,2 1-30 16,1 9-12-16,1 7-545 16,-3-5 210-16,-3-1 335 0</inkml:trace>
  <inkml:trace contextRef="#ctx0" brushRef="#br0" timeOffset="4084.51">15466 931 1470 0,'0'0'494'16,"0"0"-306"-1,0 0-53-15,0 0-84 0,0 0-26 16,0 0-12-16,-14 39-2 15,14-21-5-15,0-2-5 16,0-1 7-16,5-2-6 16,0-4-2-16,1-4 1 15,0-4 0-15,1-1-1 16,-1-4-1-16,0-6 0 16,-2-4-11-16,-2-3 12 0,-1 0-1 15,-1-2 0-15,0 1-18 16,-3 3-23-16,-1 3-14 15,-1 6-10-15,5 5-63 16,0 1-128-16,0 0-235 0</inkml:trace>
  <inkml:trace contextRef="#ctx0" brushRef="#br0" timeOffset="4451.54">15613 931 1371 0,'0'0'208'15,"0"0"-110"-15,0 0-56 0,0 0 38 16,0 0 7-16,0 0-36 16,0 0-29-16,-16 39-21 15,15-32 7-15,1-1-7 16,-1-3 12-16,1-3-12 15,0 0 13-15,0-1 57 16,0-9 10-16,0-3-40 16,6-4 26-16,2-3 25 15,3-1-15-15,1 1-13 16,0 6 4-16,-1 4-8 16,-4 5-28-16,0 5-21 15,0 0-11-15,1 7 1 16,1 4 8-16,0 3-9 15,1 3-13-15,2 10-166 0,-4-5-180 16,-2-3-449-16</inkml:trace>
  <inkml:trace contextRef="#ctx0" brushRef="#br0" timeOffset="4589.37">15802 1006 1711 0,'0'0'346'16,"0"0"12"-16,0 0-135 15,0 0-87-15,0 0-74 16,0 0-62-16,0 0-37 16,-41-23-710-16</inkml:trace>
  <inkml:trace contextRef="#ctx0" brushRef="#br0" timeOffset="5625.65">13849 1704 1506 0,'0'0'372'0,"0"0"-58"15,0 0-10-15,0 0-55 16,0 0-100-16,0 0-71 15,0 0-48-15,-9 15-12 0,13 5 23 16,2 6 18-16,1 3-26 16,0 0-15-16,2-1-8 15,-3-3-4-15,1-3-4 16,-2-3-2-16,-2-4-17 16,-2-3-72-16,-1-3-56 15,0-5-7-15,-7-3 0 16,-2-1 37-16,-1-6 37 15,-2-6 36-15,0-2 26 16,1-3 8-16,2 1 8 16,3 4 49-16,2 3 21 15,3 4 28-15,1 4-9 16,0 1-37-16,0 1-31 0,9 8-1 16,1 3 20-1,4 1-1-15,2 1-11 16,1 1-13-16,2-4-8 0,-1-1-6 15,0-2 0-15,-2-3-1 16,-2-5-59-16,-3 0-56 16,-2-5-31-16,-4-5 19 15,-1-5 34-15,-2-2 37 16,0-1 36-16,-2 2 20 16,0 2 11-16,0 4 28 15,0 4 35-15,0 6 3 16,0 0-26-16,-2 9-26 15,-2 6-10-15,0 5 6 16,-2 1 2-16,-1 2-14 0,1 1-3 16,-2 0-5-16,-1-1-1 15,0 5-98-15,1-6-265 16,0-6-736-16</inkml:trace>
  <inkml:trace contextRef="#ctx0" brushRef="#br0" timeOffset="16901.51">13286 5554 929 0,'0'0'674'16,"0"0"-512"-16,0 0-18 15,0 0 84-15,0 0-107 16,-9 4-72-16,9 19 46 15,6 6 10-15,2 3-17 16,4-4-36-16,4 0-22 0,2-5-11 16,3-5-7-16,1-5-3 15,0-7-8-15,0-6 8 16,-3-2-3-16,-4-11-4 16,-5-6 4-16,-4-5 0 15,-6-4-5-15,0-3 5 16,-10 1-5-16,0 3 7 15,0 4-7-15,1 8 11 16,4 7 55-16,3 8 26 16,2 12-62-16,4 22-22 0,11 18 30 15,4 8 28 1,1 3-10-16,-1-5-9 0,-4-9-3 16,-2-2-10-16,-3-3-25 15,-3-2-4-15,-3-9-5 16,-3-8 0-16,-1-8 0 15,-1-3 1-15,-7 0-1 16,-5 0 8-16,-7-1-8 16,-3-4 6-16,-5-4-7 15,-1-5 0-15,-2 0-19 16,4-2-25-16,1-5-25 16,1-7-42-16,7 2-93 15,10-2-87-15</inkml:trace>
  <inkml:trace contextRef="#ctx0" brushRef="#br0" timeOffset="17135.62">13728 5622 1870 0,'0'0'272'0,"0"0"-194"16,0 0-40-16,0 0 59 16,0 0-34-16,0 0-40 15,0 0-12-15,40-4-11 16,-21 0-31-16,-5-1-86 0,-1 3-157 16</inkml:trace>
  <inkml:trace contextRef="#ctx0" brushRef="#br0" timeOffset="17330.99">13724 5739 1778 0,'0'0'228'15,"0"0"-137"-15,0 0-4 16,0 0-1-16,40-13-54 15,3-5-32-15,20-8-112 16,-6 2-459-16,-9 3-403 0</inkml:trace>
  <inkml:trace contextRef="#ctx0" brushRef="#br0" timeOffset="17960.86">14161 5483 1731 0,'0'0'362'0,"0"0"-230"15,0 0-16-15,0 0-15 0,0 0-6 16,0 0 7-16,6 48-11 16,0-28-36-16,0-3-28 15,0-1-10-15,-1-4-2 16,-1-4-8-16,-2-3-5 15,-1-2 5-15,-1-3-1 16,0-3 12-16,-5-10 3 16,-4-12-12-16,-3-15-8 15,-1-13 1-15,4-3 5 16,6 9-6-16,3 15 0 16,0 15 5-16,8 6 2 15,3 1-8-15,3 1-13 16,5 2 2-16,2 4-10 15,2 3-40-15,0 0-100 0,5 14-56 16,-6 1-293-16,-5-1-23 0</inkml:trace>
  <inkml:trace contextRef="#ctx0" brushRef="#br0" timeOffset="18149.99">14072 5548 1527 0,'0'0'388'0,"0"0"-274"16,0 0-21-16,0 0-45 0,61-30-17 15,-5 8-19-15,9-3-12 16,-1 2-50-16,-8 3-139 16,-22 7-104-16,-9 1-638 0</inkml:trace>
  <inkml:trace contextRef="#ctx0" brushRef="#br0" timeOffset="18366.42">14517 5209 1629 0,'0'0'487'16,"0"0"-220"-16,0 0-83 15,0 0-70-15,-31 42-1 0,28-16-13 16,3 4-28-16,2 1-39 15,10 0-14-15,6-1-8 16,2-2-10-16,3-3-1 16,-1-2-1-16,8-5-119 15,-5-6-230-15,-5-9-478 0</inkml:trace>
  <inkml:trace contextRef="#ctx0" brushRef="#br0" timeOffset="18770.48">14687 5234 196 0,'0'0'1617'0,"0"0"-1414"15,0 0-73-15,0 0-68 16,0 0 70-16,0 0-42 0,0 0-39 16,40 45-7-16,-36-27-5 15,-3 0-14-15,-1-1-7 16,0-1-9-16,-1-3 0 15,-1-4-9-15,0-5-11 16,2-4-48-16,0-4-12 16,2-10-61-16,5-5 48 15,0-3 45-15,0-4 38 16,0 1 1-16,-1-1 14 16,-1 2 40-16,-1 5 28 15,-2 4 19-15,0 6 19 16,-2 5 35-16,0 4-55 15,0 1-61-15,1 11-23 16,1 4 38-16,1 3-9 0,4 3-21 16,1 1-8-16,3-1-8 15,2-3 4-15,1-2-12 16,-1-3-19-16,1-5-120 16,-2-5-191-16,-4-4-370 0</inkml:trace>
  <inkml:trace contextRef="#ctx0" brushRef="#br0" timeOffset="18967.57">14877 5034 1756 0,'0'0'350'16,"0"0"-201"-16,0 0 11 0,40 14 33 15,-18 2-8-15,3 5-48 16,0 9-48-16,-4 9-28 15,-10 9-33-15,-11 4-16 16,-13 1-12-16,-7-14-89 16,-4-8-555-16</inkml:trace>
  <inkml:trace contextRef="#ctx0" brushRef="#br0" timeOffset="20144.1">13912 6069 1001 0,'0'0'623'0,"0"0"-467"15,0 0 170-15,0 0-30 16,27-36-97-16,29 5-54 16,35-9 14-16,18-4-40 15,7 5-25-15,-9 6-10 16,-14 6-26-16,-8 3-14 0,-10 2-34 15,-11 1-8-15,-17 6-2 16,-16 4 1-16,-12 4-3 16,-9 4 2-16,-2 1-15 15,-7 1-28-15,-1 1-19 16,-22 3-102-16,-33 16-190 16,2 1-231-16,-4-1-215 0</inkml:trace>
  <inkml:trace contextRef="#ctx0" brushRef="#br0" timeOffset="20395.92">14119 6163 1480 0,'0'0'177'16,"0"0"221"-16,69-18-14 15,7-10-62-15,18-7-119 16,8-4-48-16,-4 4-41 15,-18 5-52-15,-10 4-28 16,-9 1-10-16,-9 1-11 16,-12 6-4-16,-10 5-7 15,-11 5-2-15,-8 3-6 16,-4 4-78-16,-13 4-102 16,-8 7-321-16,-12 3-297 0</inkml:trace>
  <inkml:trace contextRef="#ctx0" brushRef="#br0" timeOffset="23321.31">13093 6934 474 0,'0'0'1300'16,"0"0"-1013"-16,-15-35-119 15,12 28 66-15,3 7-69 16,3 2-99-16,8 11-30 0,6 7 65 16,4 4-8-16,4 2-33 15,2 1-26-15,1-5-13 16,-1-2-9-16,-1-5-5 16,-4-5-6-16,-5-5-1 15,-4-5 0-15,-5 0 0 16,-3-12 0-16,-5-10 1 15,0-2-1-15,-3-5 0 16,-3-2 0-16,0 8 1 16,1 1 0-16,1 8 11 15,2 7 7-15,2 7 2 16,3 6-19-16,10 18 5 16,9 18 43-16,7 18 19 0,3 7-14 15,-5 0-6-15,-6-4 7 16,-6-10-22-16,-5-1-5 15,-3-7-16-15,-6-3 1 16,-1-10-5-16,-1-7-9 16,-6-7 0-16,-2-3 2 15,-3-1-1-15,-4 0 5 16,-4-2-5-16,-2-6 5 16,-4-3-5-16,0-3-1 15,1 0-10-15,1-1-31 16,3-4-31-16,4-2-40 0,7-8-99 15,5 2-270 1,5-3-247-16</inkml:trace>
  <inkml:trace contextRef="#ctx0" brushRef="#br0" timeOffset="23798.99">13613 6986 684 0,'0'0'1437'16,"0"0"-1165"-16,0 0-16 16,0 0-71-16,0 0-76 0,0 0-70 15,0 0-24-15,17-5-9 16,-4 0-6-16,0-1-33 16,0 0-70-16,-2 0-112 15,0 0-84-15,-3 2-203 16,-3 0-146-16</inkml:trace>
  <inkml:trace contextRef="#ctx0" brushRef="#br0" timeOffset="23945.15">13613 7046 1169 0,'0'0'344'16,"0"0"-133"-16,0 0 33 15,0 0-105-15,0 0-78 0,0 0-27 16,0 0-34-1,71 0-24-15,-36-13-275 0,-4-2-426 16</inkml:trace>
  <inkml:trace contextRef="#ctx0" brushRef="#br0" timeOffset="24327.43">13915 6879 2154 0,'0'0'316'0,"0"0"-212"16,0 0 130-16,14 44-41 0,-2-22-67 15,0 1-41 1,1 1-13-16,-2-1-28 0,-3-2-7 16,-1-5-12-16,-4-3-10 15,0-5-7-15,-3-5-1 16,0-3 2-16,0-1 0 15,-8-11 5-15,-6-11-13 16,-3-16 6-16,0-13-5 16,2-5 4-16,8 9-5 15,6 13 10-15,1 14-11 16,2 5-1-16,6-1-1 16,3 0-5-16,3 2 1 15,2 3-12-15,2 3-14 16,2 4-38-16,-2 4-50 0,1 1-101 15,1 7-103-15,-5 3-190 16,-4 0-108-16</inkml:trace>
  <inkml:trace contextRef="#ctx0" brushRef="#br0" timeOffset="24521.08">13899 6923 1707 0,'0'0'354'0,"0"0"-178"16,0 0-46-16,0 0-29 15,0 0-2-15,60-9-51 0,-31-2-48 16,17-13-12-16,-6 4-186 16,-7-2-610-16</inkml:trace>
  <inkml:trace contextRef="#ctx0" brushRef="#br0" timeOffset="25445.05">14370 6468 780 0,'0'0'794'16,"0"0"-574"-16,0 0-2 15,0 0-9-15,-39 75 19 16,20 0-23-16,-1 14 0 16,3 5-24-16,8-5-26 15,9-6-39-15,4-5-31 16,12-6-57-16,5-8-14 16,6-10-5-16,-2-14-3 15,-1-14-6-15,-4-13 0 16,-3-13-30-16,8-12-39 15,11-31-141-15,-2 0-258 0,-6-6-335 16</inkml:trace>
  <inkml:trace contextRef="#ctx0" brushRef="#br0" timeOffset="25823.66">14693 6537 1400 0,'0'0'566'15,"0"0"-398"-15,0 0 189 16,0 0-102-16,-39 19-118 16,23 19 11-16,-1 14 0 15,3 6-29-15,7-3-40 16,7-7-15-16,1-15-17 16,6-8-4-16,1-8-23 15,1-4-19-15,4-1 0 0,1-3 0 16,1-3 0-16,1-6 7 15,-1-8-7-15,1-14-1 16,0-12-1-16,-4-11-11 16,-5 1-16-16,-6 8 4 15,-1 11 7-15,0 10 7 16,-8 0-1-16,-1 2-5 16,-4 2-5-16,-1 5-21 15,-1 6-16-15,0 0-43 16,2 6-53-16,3 4-79 0,7 3-73 15,3-2-246 1,0-3-401-16</inkml:trace>
  <inkml:trace contextRef="#ctx0" brushRef="#br0" timeOffset="26115.82">14713 6500 1691 0,'0'0'257'0,"0"0"-94"16,0 0 5-16,-10 65 7 0,1-15-22 16,-1 6-11-16,-3-1-24 15,0-2-18-15,2-6-21 16,1-2-18-16,0-4-37 15,4-9-11-15,0-7-13 16,4-5-1-16,0-6-7 16,2 0-71-16,0-5-133 15,7-3-249-15,0-6-392 0</inkml:trace>
  <inkml:trace contextRef="#ctx0" brushRef="#br0" timeOffset="26377.08">14927 6449 1910 0,'0'0'372'16,"0"0"-212"-16,0 0 25 15,-18 63 36-15,11-17-44 16,0-1-65-16,5-8-33 15,2-12-23-15,0-7-26 16,1 3-11-16,6 1-7 16,0 2-6-16,1-3-6 0,2-5-38 15,6-7-134 1,-2-4-351-16,0-5-333 0</inkml:trace>
  <inkml:trace contextRef="#ctx0" brushRef="#br0" timeOffset="26790.49">15018 6553 1920 0,'0'0'283'0,"0"0"-173"16,0 0-5-16,0 0-13 16,0 0-18-16,35 44-20 15,-32-26 5-15,-3 0-8 16,0 1 1-16,-2-2-4 15,-3-2-24-15,0-4-18 16,2-3 6-16,3-7-12 16,0-1-38-16,2-9-83 0,6-9-63 15,3-3 25-15,3-5 70 16,-2-1 59-16,-1-1 30 16,-1 2 6-16,-3 5 58 15,-3 4 51-15,-2 6 28 16,-1 4 20-16,-1 6-23 15,0 1-68-15,0 5-39 16,0 8-12-16,0 5 38 16,-1 3-6-16,1 2-26 15,0 0 0-15,0-3-26 16,4-3 5-16,2-3-1 16,1-3-5-16,3-3-81 15,11-8-158-15,-3 0-278 0,0-2-375 16</inkml:trace>
  <inkml:trace contextRef="#ctx0" brushRef="#br0" timeOffset="27025.77">15208 6385 1185 0,'0'0'991'15,"0"0"-872"-15,0 0-59 16,0 0 48-16,0 0 20 15,48 42-36-15,-31-20-23 16,-2 4-19-16,-5 2-11 16,-5 0 21-16,-5 1-18 15,0-1-17-15,-9-3-2 0,-3-2-23 16,-1-3 0-16,0-7-108 16,3-3-271-16,4-8-939 0</inkml:trace>
  <inkml:trace contextRef="#ctx0" brushRef="#br0" timeOffset="27330.81">15409 6059 1866 0,'0'0'284'0,"0"0"-24"15,48 9 19-15,-7 21-103 16,13 25-18-16,0 13-16 16,-7 7-40-16,-15-2-24 15,-19-4-6-15,-13-1-39 16,-15-2-15-16,-16-2-12 15,-11-7-6-15,-3-4-15 16,11-13-117-16,5-11-507 0</inkml:trace>
  <inkml:trace contextRef="#ctx0" brushRef="#br0" timeOffset="28225.06">14892 6873 1392 0,'0'0'318'16,"0"0"2"-16,0 0-2 0,0 0-122 16,0 0-45-16,-6 59 20 15,13-10-14-15,4 3-39 16,1-7-37-16,-1-13-29 15,-2-10-17-15,0-4-12 16,0 2-11-16,1 2-4 16,0 1-7-16,-4-6-1 15,-3-4-8-15,-3-7-36 16,0-4-22-16,-9-2 7 16,-5-4-84-16,-5-8 29 15,-1-2 0-15,-1-2 49 16,2 0 42-16,4 3 22 15,4 3 1-15,4 4 39 0,4 3 27 16,3 3-17-16,0 0-28 16,0 9-11-16,6 3 37 15,5 2 16-15,2 2-13 16,3-3-6-16,2 0-16 16,4-3-11-16,1-3-16 15,0-3 13-15,0-4-14 16,-3 0 0-16,-4-4-20 15,-3-6-61-15,-4-2-28 16,-5-2 5-16,-3 0 25 16,-1-2 37-16,0 1 25 15,-5 1 16-15,-1 1 1 16,0 2 1-16,2 3 28 0,1 3 32 16,1 5 0-1,1 0-34-15,-1 10-18 0,1 6-8 16,-2 6 10-1,-1 3-4-15,1 3-6 0,-2 0 4 16,1-2-5-16,-1 7-92 16,0-8-177-16,1-7-434 0</inkml:trace>
  <inkml:trace contextRef="#ctx0" brushRef="#br0" timeOffset="62247.14">13742 2712 322 0,'0'0'195'0,"0"0"-107"16,0 0-45-16,0 0-17 15,0 0-3-15,0 0-4 16,0 0 2-16,22-41 0 16,-18 32 2-16,-1-3 10 15,0-1 7-15,-2-2 8 16,-1 0-9-16,0 0 52 16,-1 0 67-16,-5 2 32 15,2 1 17-15,-2 2 11 0,1 2-18 16,1 1-9-16,1 4-15 15,1 2-14-15,0 1-76 16,2 10-57-16,-1 13 4 16,1 13 35-16,0 2-19 15,0-3-17-15,0-5-22 16,2-5-4-16,0 2-6 16,-2 3-1-16,0-3-18 15,0-2-62-15,-8-4-66 16,-1-6-1-16,-4-2-15 15,-1-5-3-15,-2-6 48 16,0-2 63-16,0-6 40 16,2-6 15-16,2-2 21 15,2 0 64-15,4 2 40 16,2 4-17-16,3 5-12 0,1 3-53 16,2 0-42-16,9 5 25 15,4 5 43-15,5 2-33 16,4 1-23-16,2 0 2 15,2-3 9-15,0-2-18 16,-1-2 9-16,-3-4-15 16,-1-2-12-16,-4-1-33 15,-5-8-18-15,-2-5 8 16,-5-3 22-16,-1-4 31 16,-2 0 2-16,-2 1 5 15,-1 4 4-15,-1 5 25 16,0 4 16-16,0 7 5 15,0 1-25-15,-3 11-24 0,-4 7 18 16,-3 6 9 0,-3 4-15-16,0 4-12 0,-6-1-6 15,-17 14-23-15,3-9-180 16,-4-5-395-16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2:18.850"/>
    </inkml:context>
    <inkml:brush xml:id="br0">
      <inkml:brushProperty name="width" value="0.05292" units="cm"/>
      <inkml:brushProperty name="height" value="0.05292" units="cm"/>
      <inkml:brushProperty name="color" value="#FF0000"/>
    </inkml:brush>
  </inkml:definitions>
  <inkml:trace contextRef="#ctx0" brushRef="#br0">2013 4369 1534 0,'0'0'389'0,"0"0"-209"16,0 0 17-16,0 0 59 15,0 0-96-15,0 0-50 16,79-11 47-16,-2 1-31 15,12-6-21-15,4-1-18 16,-7 1-19-16,-16 3-14 0,-8 2-21 16,-18 3-12-1,-14 3-9-15,-14 3-6 0,-8 0-5 16,-2 2-1-16,-4 0-64 16,-2 2-68-16,-17 24-185 15,-7 0-393-15,-7 5-1236 0</inkml:trace>
  <inkml:trace contextRef="#ctx0" brushRef="#br0" timeOffset="518.28">2170 5008 788 0,'0'0'759'0,"0"0"-517"15,0 0 108-15,0 0-6 0,0 0-97 16,0 0-71 0,0 0-50-16,0-9-31 0,40 5 30 15,20-6-12-15,14-2-23 16,4-4-7-16,1-2-14 15,-7 0 3-15,-2-3-18 16,-3 1-5-16,-7 0-5 16,-7 2-16-16,-11 3-4 15,-13 4-7-15,-9 4-17 16,-8 1 1-16,-3 3 8 16,-4 1-9-16,-4 1 0 15,-4 1-14-15,-25 11-80 0,-33 28-131 16,3-3-280-16,-1 4-885 0</inkml:trace>
  <inkml:trace contextRef="#ctx0" brushRef="#br0" timeOffset="1285.15">2322 5579 215 0,'0'0'1115'16,"0"0"-922"-16,0 0 23 15,0 0 79-15,0 0-81 16,0 0-84-16,0 0-17 0,23 18 131 16,27-11-48-16,24-4-36 15,17-3-7-15,13-7-11 16,7-11-15-16,4-7-35 15,3-5-2-15,-1-1-24 16,-6-1-17-16,-12 2-19 16,-8 3 0-16,-12 3 8 15,-12 3-16-15,-18 5-13 16,-16 5-7-16,-16 4 8 16,-10 3-2-16,-4 1 1 15,-3 2-8-15,-10 1-1 16,-29 6-19-16,-31 21-98 0,-22 15-80 15,13-2-106 1,11-1-511-16</inkml:trace>
  <inkml:trace contextRef="#ctx0" brushRef="#br0" timeOffset="3236.15">2332 6393 201 0,'0'0'186'16,"0"0"-168"-16,-38 11-17 15,20-6 534-15,-1-1-300 16,2 1-46-16,4-3 47 15,4 0 64-15,5 0-18 16,4 0-78-16,3 0-44 0,20 1-1 16,26-3 53-16,33-2-37 15,21-12-50-15,12-7-31 16,1-5-15-16,-8-1 1 16,-2-1-16-16,-7-2-5 15,-12 3-46-15,-13 2 1 16,-14 6-8-16,-18 5 1 15,-15 5-1-15,-13 5 0 16,-8 1-4-16,-3 1-1 16,0 1 0-16,-3 1-1 15,0 0-10-15,-10 0-43 16,-16 6-79-16,-17 9-61 0,-23 9-262 16,7-1-217-16,3-3-670 0</inkml:trace>
  <inkml:trace contextRef="#ctx0" brushRef="#br0" timeOffset="3595.19">2174 6689 1955 0,'0'0'337'0,"0"0"-241"0,0 0 4 16,64-21 132 0,20-7 11-16,21-9-63 0,13-4-38 15,-1-1-37-15,-15 5-23 16,-3 1-4-16,-3 2-15 16,-10 3-21-16,-12 3-12 15,-19 7-13-15,-20 5-1 16,-12 6-7-16,-8 2-1 15,-3 1 1-15,-2 0 0 16,-2 2 0-16,-7 3-2 16,-1 1 2-16,-7 1-9 15,-17 8-46-15,-23 20-83 16,-33 21-90-16,7-3-398 16,-2 0-875-16</inkml:trace>
  <inkml:trace contextRef="#ctx0" brushRef="#br0" timeOffset="6890.75">5192 6261 121 0,'0'0'1052'0,"0"0"-820"0,0 0-91 16,0 0 32-16,0 0-12 15,0 0-34-15,-9 1-30 16,26 3 5-16,11 3 10 15,15-1-20-15,13 1-24 16,4-1 1-16,2-2-4 16,-2-2 1-16,-1-1-1 15,3-1 17-15,4 0-26 16,1 0-16-16,4 0-6 16,1-2-1-16,4-1-9 15,1-2-9-15,0 1-4 16,-1 1-4-16,-2 0 0 0,-5 1-1 15,-5-1-4-15,-2 1 4 16,-6 0-5 0,-3-2-1-16,-6 2 2 0,-3 0-1 15,-2-1 1-15,0 2 4 16,0 0-5-16,-1 1 0 16,-5 0 5-16,-7 0-5 15,-5 0 0-15,-2 1-1 16,5 3 0-16,4 0-4 15,2 1 4-15,1 0 2 16,-2-1-1-16,0-1 0 16,0 0 1-16,-1-1-2 15,0-1 2-15,1 0 4 0,-1 1-6 16,0-1 2-16,0 1-1 16,0-1 0-16,0 0 0 15,0 1 11-15,1-2-11 16,-4 1 0-16,0 0 0 15,-2 0 5-15,-2 0-5 16,-1-1 1-16,-1 0-1 16,-2 0 5-16,-3 0-5 15,0 0 1-15,-3-1-1 16,-1-2 1-16,0 1-1 16,-2 0 1-16,-1-2-2 15,0 2 9-15,-1-2-8 16,0 0 10-16,-1 0-5 0,1-2 0 15,0 0 3-15,1-1 0 16,0-2 1-16,-1 0 2 16,0 1-3-16,0-1 5 15,0-2-5-15,-2 2 1 16,1 0-1-16,-2 0 2 16,1-1-4-16,-1 1 4 15,1 0-5-15,-2-1 0 16,1 1-5-16,-2 0 5 15,1 0-5-15,-2-1 1 16,2 0-1-16,-1 0 7 16,2-1-7-16,-2 0 8 15,1-1-9-15,0-1 2 16,0 1-1-16,-1 0 7 16,1 0-8-16,-2 0 2 0,2 2-1 15,-1-1 7-15,-1 2-7 16,0 1 6-16,-2 1-1 15,1 1 0-15,-1-1 0 16,0-1-4-16,0 1-1 16,0 0 6-16,0-2-1 15,1 1-6-15,-1 0 1 16,0-1 0-16,1 0 1 16,-2 0-1-16,0-1 1 15,0-1 5-15,0-1-6 16,0 0 0-16,-1 0-1 15,-1 1 0-15,-1 0 0 0,1 1-1 16,-1 1 1 0,0 1-8-16,0 2 8 0,-2 0 0 15,1 1 8-15,-1 0-8 16,-3 1 0-16,-2 0 0 16,-4 0 1-16,-3 0-1 15,-5 1 0-15,-5-1-2 16,-8 2 2-16,-10 0-1 15,-12 0 7-15,-4 0-6 16,2 2 0-16,6-1 1 16,7 0 4-16,-1 1-3 15,-1-1-1-15,-2 0 5 16,0 0-6-16,-3 0-7 0,0-1 7 16,-3 1 0-1,-2 0 1-15,-3-1-1 0,-1 2 1 16,-2 0 0-16,0 0 0 15,0 0 0-15,4 0 4 16,3 0-5-16,4 0-8 16,-1 0 7-16,2 0 2 15,-2 2 0-15,1 0 0 16,-1 2 0-16,1 0 5 16,-4 2-5-16,2-1 5 15,-1-1-6-15,0 1-2 16,1-1 1-16,1 0-1 15,-3-1 1-15,3 1 1 0,2-3 1 16,0 1-1 0,2-1 2-16,-1-1 4 0,1 0-6 15,1 0-2-15,3 1 1 16,1 1-8-16,3 1 8 16,8 0 2-16,5 0-1 15,6-1 2-15,1 1-1 16,-4 0 1-16,-2 0-1 15,0 2 1-15,4-2 4 16,6 0-6-16,2-1 1 16,2 0 0-16,0 0-1 15,0 0 1-15,2 0-1 16,0-2-8-16,1 1 7 16,0-1 1-16,2 1-1 0,1-1 1 15,0 0 0-15,2 0-1 16,1 0 1-16,0 1 0 15,2-1 0-15,0 0 0 16,1 1-4-16,-1 0 3 16,0 0 1-16,0 0 0 15,-2 2 0-15,2 0 0 16,-1 3-8-16,0 3 8 16,1 4 7-16,0 4-7 15,2 5-1-15,1 3-2 16,0 7 3-16,7 9 0 15,0-3 0-15,0-5 6 16,1-4 4-16,-1-6 2 16,3 1 9-16,1 5 0 15,1-2 2-15,0-1 5 0,1 0-4 16,-3-2-6-16,2-2 3 16,-2-3-9-16,0-3-4 15,-1-2-1-15,0-4 1 16,-1-3-7-16,-1-3 5 15,0-1-4-15,2-3 2 16,1 0-4-16,3-3 1 16,2-5 10-16,2-3-11 15,1 0-2-15,-1 0 1 16,-2 1 0-16,-1 1 0 16,-6 3-35-16,-1 1-43 15,-4 3-25-15,-3 2-50 16,-6 1-150-16,-5 5-371 0,-5 0-807 0</inkml:trace>
  <inkml:trace contextRef="#ctx0" brushRef="#br0" timeOffset="7059.4">5498 6357 2147 0,'0'0'306'15,"0"0"-229"-15,0 0-77 16,0 0-13-16,0 0 4 16,0 0-92-16,0 0-398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2:55.422"/>
    </inkml:context>
    <inkml:brush xml:id="br0">
      <inkml:brushProperty name="width" value="0.05292" units="cm"/>
      <inkml:brushProperty name="height" value="0.05292" units="cm"/>
      <inkml:brushProperty name="color" value="#FF0000"/>
    </inkml:brush>
  </inkml:definitions>
  <inkml:trace contextRef="#ctx0" brushRef="#br0">11631 1552 967 0,'0'0'862'15,"0"0"-723"-15,0 0-25 16,0 0-35-16,0 0 14 15,0 0-35-15,49-31-30 16,-31 38-7-16,0 5 0 16,0 4-2-16,-2 1 2 15,-4 2 1-15,-4 0 3 16,-4 1-8-16,-4-2-5 16,0-1-2-16,-7-1-3 15,-3-1 1-15,-4-2-8 16,1-4 8-16,2-3-2 15,3-4-6-15,3-2 11 16,3-2-3-16,2-7-8 0,0-4 6 16,7-2-6-16,5-1-11 15,5-1 0-15,4 0 1 16,0-1 1-16,2 1-5 16,-2 1 4-16,-2 0-2 15,-3 1 3-15,-4 1 9 16,-2 1 0-16,-4 4 1 15,-5 3 1-15,-1 4 14 16,0 2 17-16,0 0-2 16,-4 4-18-16,-2 8-11 15,-2 4 4-15,1 5 0 0,1 1 1 16,2 1 1 0,4-1 2-16,0-2-3 0,6-3-5 15,6-3 3-15,4-3-5 16,1-3 0-16,3-5-35 15,-2-3-13-15,-1-1-14 16,-3-9-10-16,-4-4 25 16,-3-2 28-16,-3 0 13 15,-1 0 6-15,-2 3 28 16,-1 5 60-16,0 4 25 16,0 3 6-16,0 1-68 15,0 8-42-15,0 4 3 0,1 5 49 16,2 2-6-1,2 2-22-15,1 0-18 0,0-1-8 16,1-2-7-16,0-1 0 16,6-4-145-16,-2-6-374 15,1-7-1086-15</inkml:trace>
  <inkml:trace contextRef="#ctx0" brushRef="#br0" timeOffset="651.66">12612 1445 763 0,'0'0'682'16,"0"0"-512"-16,0 0-43 15,0 0-54-15,38 3 12 0,-22 10 26 16,0 5 17 0,-4 4-47-16,-3 3 5 0,-5 0-26 15,-4 0-17-15,-1-2-7 16,-10-2-5-16,-1-2-8 16,-1-6-12-16,2-2-11 15,1-5 0-15,5-5 9 16,2-1 6-16,3-6-15 15,0-6-23-15,5-5-3 16,5-2-7-16,2-2 23 16,0-1 2-16,0 0 8 15,-2-1 0-15,-2 1 1 16,-1-1 5-16,-2 2 1 16,-2 4 5-16,-2 6 25 0,0 3 18 15,-1 6 37-15,0 2-47 16,0 6-45-16,0 9 7 15,0 6 17-15,0 4 8 16,0 4 12-16,1-1-9 16,7-1-17-16,3-2-12 15,4-2-6-15,5-4-49 16,10-3-136-16,-2-6-282 16,-4-6-327-16</inkml:trace>
  <inkml:trace contextRef="#ctx0" brushRef="#br0" timeOffset="983.84">12950 1492 1053 0,'0'0'221'0,"0"0"23"0,0 0 7 16,1 52-63-16,-1-31-41 15,-3 0-1-15,-2 1-38 16,-4-3-44-16,0-2-33 15,1-3-15-15,1-4-7 16,1-6-8-16,3-3 32 16,1-1 59-16,0-6-34 15,2-2-16-15,0 0-27 16,0 1-6-16,0 3 0 16,2 4-9-16,3 0 0 0,3 1 0 15,2 6 3 1,2 1 7-16,-1 3-9 0,1 0-1 15,0 1 0-15,-1-1-28 16,5-1-156-16,-4-3-284 16,-2-4-455-16</inkml:trace>
  <inkml:trace contextRef="#ctx0" brushRef="#br0" timeOffset="1171.41">13272 1574 1008 0,'0'0'825'0,"0"0"-690"16,0 0-57-16,0 0-56 16,0 0-22-16,0 0-116 15,44-2-364-15</inkml:trace>
  <inkml:trace contextRef="#ctx0" brushRef="#br0" timeOffset="1346.28">13618 1550 1230 0,'0'0'373'0,"0"0"-97"16,0 0-139-16,0 0-97 15,0 0-40-15,0 0-224 16,45-19-346-16</inkml:trace>
  <inkml:trace contextRef="#ctx0" brushRef="#br0" timeOffset="1507.73">13843 1502 1250 0,'0'0'394'0,"0"0"-90"16,0 0-155-16,0 0-27 16,0 0-49-16,0 0-73 0,0 0-13 15,37-4-223-15,-24 0-364 0</inkml:trace>
  <inkml:trace contextRef="#ctx0" brushRef="#br0" timeOffset="1667.69">14056 1498 788 0,'0'0'799'0,"0"0"-634"16,0 0-31-16,0 0-84 16,0 0-50-16,0 0-186 15,0 0-385-15</inkml:trace>
  <inkml:trace contextRef="#ctx0" brushRef="#br0" timeOffset="1814.76">14153 1477 1618 0,'0'0'254'16,"0"0"-32"-16,0 0-150 15,0 0-72-15,0 0-2 16,0 0-190-16,0 0-419 0</inkml:trace>
  <inkml:trace contextRef="#ctx0" brushRef="#br0" timeOffset="2754.06">14519 1295 1121 0,'0'0'481'0,"0"0"-218"16,0 0 30-16,0 0-31 16,0 0-78-16,0 0-95 15,0 0-69-15,14-15-19 16,-4 28 22-16,0 4-2 16,-2 4-8-16,-4 2 9 15,-3-1 2-15,-1 0 2 16,-4-1-4-16,-4-2-16 15,-4-2-5-15,1-3 10 16,1-3-11-16,3-5 0 0,3-3-15 16,3-3 0-16,1-3 15 15,4-7-28-15,6-3-1 16,5-2-2-16,3-3 19 16,3-1-4-16,1-3 7 15,0-1 9-15,-1-3-6 16,-2 0 6-16,-4-1 0 15,-2 1 6-15,-4 2-5 16,-3 3 7-16,-2 5 7 16,-2 6 40-16,-2 3 36 15,0 5 0-15,0 2 2 16,-2 0-35-16,-4 9-25 0,-3 7-16 16,-2 7 1-16,0 2 12 15,2 3-5-15,3 0-1 16,4-2-7-16,2-3-10 15,7-3-6-15,6-3-1 16,5-4 0-16,4-3-15 16,4-3-75-16,13-7-121 15,-7 0-383-15,-5-5-663 0</inkml:trace>
  <inkml:trace contextRef="#ctx0" brushRef="#br0" timeOffset="3256.44">14886 1299 1627 0,'0'0'369'0,"0"0"-43"0,0 0-104 16,0 0-2-16,-38 32-65 16,29-18-39-16,2 2-19 15,0 0-24-15,2 0-25 16,3-1-22-16,2-3-19 15,0 0-5-15,5-4 4 16,5-1-5-16,1-4-1 16,3-3 0-16,-1 0 0 15,1-8-26-15,-1-5-20 16,-1-5 32-16,-1-4-5 16,-4-8 13-16,-4-11 4 15,-3 3 2-15,0 4 0 0,0 5 7 16,-4 9 1-16,-2 1-1 15,2 1 14-15,0 7 14 16,2 4-2-16,0 5 3 16,1 2-23-16,1 0-13 15,0 6-1-15,0 7 0 16,2 7 1-16,3 5 0 16,2 3 10-16,0 2 16 15,3 1 13-15,1-1-3 16,0-2-11-16,1-3-8 15,-1-5-8-15,0-4-9 16,-1-3 1-16,-1-4-1 0,-1-5-10 16,0-2-44-16,5-4-36 15,0-6-150-15,-3-3-528 0</inkml:trace>
  <inkml:trace contextRef="#ctx0" brushRef="#br0" timeOffset="10316.22">11146 2123 932 0,'0'0'747'0,"0"0"-450"0,0 0-15 16,0 0-96-16,0 0-50 16,-2 9-75-16,2 0-37 15,0 4 10-15,0 2-4 16,0-1-18-16,1 1-3 16,2-1-4-16,1-1-5 15,0-1-130-15,0 0-120 16,0-4-365-16,-2-3-414 0</inkml:trace>
  <inkml:trace contextRef="#ctx0" brushRef="#br0" timeOffset="12140.18">11149 2533 971 0,'0'0'611'15,"0"0"-391"-15,0 0-32 16,0 0-5-16,0 0-50 16,0 0-56-16,0 0-43 15,34-31-7-15,-23 34 18 16,1 6-2-16,-4 4-8 16,-2 2 7-16,-3 3-3 0,-3 2-6 15,0 0-1 1,-8 0-5-16,-3-2 2 0,-3-1-15 15,-1-3-3-15,1-4-10 16,1-3 7-16,2-5-2 16,2-2 1-16,2-4 16 15,0-7-13-15,5-3 2 16,2 0-3-16,0 1 0 16,0 5-3-16,6 3-5 15,-2 4-1-15,3 1 0 16,1 7 12-16,0 3 18 15,3 3 2-15,-1 0 2 16,1 1-16-16,1-3-6 16,2-2-11-16,2-1-1 0,4-3-19 15,13-5-152-15,-5 0-395 16,-3 0-888-16</inkml:trace>
  <inkml:trace contextRef="#ctx0" brushRef="#br0" timeOffset="12799.58">11161 2909 1377 0,'0'0'350'0,"0"0"-146"16,0 0-77-16,0 0 8 15,30-34-52-15,-19 29-37 16,-1 4-13-16,-2 1-2 15,0 1-2-15,-2 7-6 16,-3 2 6-16,-2 3 10 16,-1 2-2-16,0-1-13 15,-2 1-12-15,-4-2 1 16,1-2-1-16,0-3-4 16,2-2-7-16,1-3 0 15,2-1 10-15,0-1-5 16,0 0-4-16,7 0 16 0,2 1 16 15,1 0-9-15,1 0-5 16,-1 1-5-16,-2-1-5 16,-2 2-1-16,-2-1-3 15,-3 2-5-15,-1 1 0 16,-2 1 12-16,-8 1-7 16,-3 1-6-16,-11 1-93 15,3-2-195-15,1-2-667 0</inkml:trace>
  <inkml:trace contextRef="#ctx0" brushRef="#br0" timeOffset="13214.43">11293 3262 1684 0,'0'0'323'0,"0"0"-105"16,0 0-118-16,0 0-31 15,0 0-35-15,0 0-25 16,0 0-9-16,-1 18-87 15,2-6-139-15,2-1-316 16,0-3-542-16</inkml:trace>
  <inkml:trace contextRef="#ctx0" brushRef="#br0" timeOffset="13364.29">11328 3413 1260 0,'0'0'184'16,"0"0"-125"-16,0 0-59 16,0 0-124-16,0 0-181 0</inkml:trace>
  <inkml:trace contextRef="#ctx0" brushRef="#br0" timeOffset="13711.76">11370 3569 1039 0,'0'0'523'0,"0"0"-265"16,0 0-119-16,0 0-19 15,0 0-38-15,0 0-48 16,0 0-34-16,5 3-13 15,2-3-178-15,-1 0-303 0</inkml:trace>
  <inkml:trace contextRef="#ctx0" brushRef="#br0" timeOffset="17532.12">11435 3748 1114 0,'0'0'206'16,"0"0"-100"-16,0 0-15 15,0 0-8-15,0 0-3 16,0 0 16-16,0 0 16 0,0 0-11 15,0 0-6-15,0 0-17 16,0 0-19-16,0 1-21 16,0 0-10-16,0 0-13 15,0 3 7-15,0-1-13 16,0 3-7-16,0 1 11 16,1 2-2-16,0 1 3 15,2 0-5-15,-2 1-1 16,0-1 1-16,1 0-8 15,-1-1 14-15,1 0-9 16,-2 0-5-16,1-1 5 16,-1-1-4-16,0-1-1 15,0-1 0-15,0 1 0 16,0-2 5-16,0 1-6 0,0-2 1 16,0-2-1-16,0 0 0 15,0 0 0-15,0-1 6 16,0 0-4-16,0 0 9 15,-2-2-4-15,0-3-6 16,-2-2 7-16,1-3-8 16,-1-2 1-16,1 1 0 15,1-2 5-15,0 0-6 16,2 2 1-16,0 0 4 16,0 0-5-16,0 1 0 15,2 0 0-15,2 0 6 16,1 0 3-16,2 1-8 0,0 0 5 15,0 1-6-15,2 2 0 16,0 1 0-16,0 2-6 16,0 2 6-16,1 1 4 15,0 1-4-15,0 6 0 16,0 1 1-16,0 2 5 16,-1 1-4-16,-1 1 7 15,-1 0 3-15,-1-1 1 16,-2-1 5-16,-1 1-2 15,0-2 2-15,-1-2-7 16,1-1-1-16,-3-1-4 16,1-2-5-16,0-1 0 0,-1-1 1 15,1-1-2 1,-1 0-20-16,0 0-59 0,0 0-152 16,0-2-364-16</inkml:trace>
  <inkml:trace contextRef="#ctx0" brushRef="#br0" timeOffset="17712.34">11716 3794 1684 0,'0'0'388'15,"0"0"-183"-15,0 0-99 16,0 0-66-16,0 0-40 15,0 0-114-15,0 0-201 0,0 10-489 0</inkml:trace>
  <inkml:trace contextRef="#ctx0" brushRef="#br0" timeOffset="29913.17">11735 1982 1092 0,'0'0'264'0,"0"0"-51"15,0 0-29-15,0 0-57 16,-39-2-27-16,25 6-33 16,0 1-15-16,0 2-17 15,2 1-14-15,2 1-5 16,1 1-7-16,2 3-3 15,3 3 2-15,1 1 16 16,3 2-3-16,0 3 10 0,4 0-12 16,5 1 0-16,-1 1 39 15,3 2-14-15,3 6 2 16,1 10-8-16,4 9 5 16,0 4 3-16,0-3 4 15,-3-2 0-15,0-5-3 16,-2 1-8-16,0-1-3 15,-1 0-3-15,1-3-2 16,1-2 0-16,0-1-7 16,0-1 0-16,1 0 14 15,-2-6-10-15,-1-5-7 16,-3-7-6-16,0-2-5 0,3 4 2 16,1 4 0-16,2 3-1 15,0 0-1-15,-2-1 1 16,-2 1 4-16,0-2-3 15,-1 1-5-15,-1-2-1 16,-2-1 2-16,-1-2-7 16,0 1 5-16,-1-3-5 15,-1-1-1-15,-1 0 1 16,0-1 5-16,-1 1-5 16,0-2 7-16,0 1-2 15,-1 0 0-15,-1-2 7 16,0 1-2-16,1-1-5 15,-2-2-5-15,1 1 7 0,1-1-2 16,-1-1-5-16,1 0 0 16,1-2 1-16,0 0-1 15,0-1 1-15,0 0 7 16,-1-2-8-16,1 0-1 16,-2-2 0-16,1-1 1 15,-1-2 5-15,-1 0-5 16,1-2 0-16,-1-1 1 15,0 0 4-15,0-1-6 16,0 1 1-16,0-1-1 16,1 0 0-16,2 0 0 15,5-3 0-15,7-7 0 16,16-13 0-16,26-14-2 16,29-15-95-16,-8 5-225 15,-4 4-533-15</inkml:trace>
  <inkml:trace contextRef="#ctx0" brushRef="#br0" timeOffset="31311.26">15077 1678 1092 0,'0'0'287'0,"0"0"-6"15,0 0-15-15,0 0-52 16,0 0-49-16,0 0-60 15,0 0-39-15,3-8-28 16,5 7 1-16,4 0-8 16,4 0-13-16,5 0-7 15,4 0-3-15,2 0-2 16,1-1-6-16,-4 2 0 16,-2-1 7-16,-6 1-6 15,-5 0-1-15,-4 0 0 0,-4 0 0 16,-1 0 8-16,-1 0-7 15,-1 3 7-15,1 3 0 16,1 4 10-16,-1 3 50 16,1 4-7-16,2 4-14 15,-2 2-6-15,3 9-3 16,3 8-10-16,1 7 2 16,3 3-3-16,-1-1 9 15,1-4-14-15,-3-2 14 16,0 2-12-16,0 1 14 15,-1-1-11-15,0 1 3 16,-2 0 3-16,0 0-9 16,-1-3-12-16,1 0 6 15,1-3-1-15,-1-1-3 16,1-2 1-16,0-1 3 0,0-1-9 16,0 0 0-16,0-6-2 15,-1-5 8-15,-1-3-1 16,1 4-13-16,0-1 5 15,1 5 3-15,-1 4-8 16,-1-5 1-16,2 3-1 16,-4-1 8-16,0-3-8 15,-2-2 1-15,-1-3-1 16,0-2 0-16,-1-4 1 16,-2-2-1-16,-3-2 1 15,1-3 4-15,0-1 0 0,1-2 0 16,-1-1-5-1,1-2 0-15,1 0 9 0,0-1-9 16,-1-1 1-16,0 1 4 16,-2 0-5-16,-4-1 5 15,-4 0-5-15,-4 1-1 16,-3-1 1-16,-2-1 3 16,-2 2-4-16,0-1 27 15,-1-1-3-15,0 0-6 16,2 1-3-16,-1 0-5 15,2 1-1-15,2 0-1 16,2 1-7-16,2 1-1 16,4-1 2-16,2-1-1 15,1 1-1-15,2-1 1 0,0 0-1 16,1 0 0-16,2 0-15 16,3-1-39-16,0 0-45 15,2-1-105-15,2-1-376 16,1-5-361-16</inkml:trace>
  <inkml:trace contextRef="#ctx0" brushRef="#br0" timeOffset="31477.56">15237 3136 2359 0,'0'0'324'0,"0"0"-172"15,0 0-64-15,0 0-47 16,0 0-41-16,0 0-381 0</inkml:trace>
  <inkml:trace contextRef="#ctx0" brushRef="#br0" timeOffset="41112.42">796 4084 1761 0,'0'0'264'0,"0"0"-83"16,0 0 38-16,0 0-117 15,0 0-56-15,-18 40-7 0,18-9 61 16,0 0-20 0,5-3-8-16,0-6-12 0,3 0-33 15,0 1-11-15,2-5-7 16,0-3-1-16,0-5-8 15,-1-4-6-15,-3-6 6 16,1 0 30-16,-2-5-6 16,-1-6-7-16,1-2-5 15,-1-1-6-15,-1 2 2 16,-1 4-8-16,-1 4 2 16,1 3-2-16,1 1-14 15,4 5 8-15,4 5 6 16,4 1 8-16,2 0-7 15,3 0 12-15,0-2 6 16,-1-4 8-16,-2-3 8 16,-2-2-4-16,-3-4 4 15,-3-7-2-15,-2-6-6 0,-2-11-9 16,-5-11-9-16,-6-13-1 16,-10-3-8-16,-3 10-6 15,4 13-14-15,4 16-7 16,4 8-1-16,2 2-2 15,0 5-18-15,1 1-87 16,3 7-126-16,2 19 10 16,8-1-234-16,1-1-192 0</inkml:trace>
  <inkml:trace contextRef="#ctx0" brushRef="#br0" timeOffset="41595.02">1210 4180 750 0,'0'0'342'0,"0"0"-26"15,0 0-16-15,0 0-49 0,0 0-58 16,0 0-63-16,0 0-34 16,-28 34-13-16,22-20 34 15,3 3-2-15,3 0-26 16,0 0-20-16,0-2-2 15,8 0 1-15,0-3-34 16,1-2-3-16,1-3-7 16,0-3-10-16,0-4 2 15,0 0 1-15,0-7-1 16,-2-6 1-16,0-6 5 16,-3-3-8-16,-3-2-14 15,-2 0-25-15,-2 3-2 16,-8 6-25-16,1 6-15 15,-5 7-65-15,-6 7-189 0,3 6-289 16,3-1-807-16</inkml:trace>
  <inkml:trace contextRef="#ctx0" brushRef="#br0" timeOffset="42769.66">1325 4086 1084 0,'0'0'254'16,"0"0"-38"-16,0 0 35 16,-6-37-67-16,6 30-47 15,6 1-43-15,8 5-53 16,3 1 7-16,1 9-20 15,2 6-9-15,-1 7 5 16,-5 2 7-16,-5 2 3 16,-5 1 0-16,-2-1 6 0,-2-2 3 15,-2-2-10 1,-3-3-13-16,-1-4-10 0,3-6-4 16,0-4 1-16,3-5-5 15,0 0 11-15,0-12-7 16,3-12-6-16,7-12-76 15,0-1-6-15,0 2 8 16,-1 6 21-16,-4 7 16 16,0-1 31-16,-2 2 4 15,-2 3 4-15,-1 4 5 16,0 4 14-16,0 4 34 16,-1 4-9-16,1 2 9 15,-2 4-36-15,2 9-13 16,0 6 5-16,3 5-1 15,3 2-10-15,3 3 15 0,2-3-6 16,3-1-9-16,3-2 0 16,5-4 0-16,1-6-43 15,3-8-144-15,11-11-176 16,-8-9-183-16,-5-4-144 0</inkml:trace>
  <inkml:trace contextRef="#ctx0" brushRef="#br0" timeOffset="43028.97">1704 4051 1420 0,'0'0'542'16,"0"0"-295"-16,0 0-40 16,0 0-100-16,0 0-66 15,-24 36-11-15,21-16 45 16,2 3-10-16,1 0-11 16,0-2-18-16,8-2-12 0,0-4-9 15,0-6-2-15,2-2 2 16,-1-6 1-16,-1-1-2 15,-1-6 5-15,-1-7-8 16,-3-5 2-16,-1-3-13 16,-2-1-26-16,-6 2-1 15,-4 2-34-15,-3 6-15 16,-3 11-49-16,3 1-189 16,3 5-370-16</inkml:trace>
  <inkml:trace contextRef="#ctx0" brushRef="#br0" timeOffset="43419.68">1988 4116 1382 0,'0'0'384'15,"0"0"-78"-15,0 0-72 16,0 0-72-16,0 0-73 16,0 0-55-16,0 0-10 15,60-16-2-15,-33 7-10 16,0 1-6-16,-2-1-6 16,-3-1-127-16,-7 3-201 15,-6 0-406-15</inkml:trace>
  <inkml:trace contextRef="#ctx0" brushRef="#br0" timeOffset="43620.54">2052 4017 1475 0,'0'0'268'0,"0"0"-126"15,0 38 11-15,1-14 9 16,6 2-8-16,1 3-50 15,3 0-33-15,-1-1-32 16,3-2-24-16,2-1-15 16,6 2 0-16,-2-5-218 15,-4-9-529-15</inkml:trace>
  <inkml:trace contextRef="#ctx0" brushRef="#br0" timeOffset="44078.65">2232 3947 1081 0,'0'0'871'15,"0"0"-717"-15,0 0-46 16,0 0-54-16,-8 37 53 16,17-19-32-16,-1 2-17 15,3-1-20-15,0-2-22 16,1 0-6-16,-1-4-2 15,1-5-8-15,-3-3-1 0,2-3-27 16,-3-2-29 0,-2 0 26-16,0-6 16 0,-2-1 12 15,-1 1 3-15,-2 2 7 16,0 2 2-16,-1 2 19 16,1 0-15-16,1 5-11 15,3 4 8-15,0 2 16 16,3-1-1-16,-1 0-1 15,1-3 19-15,0-2-10 16,-1-4 14-16,1-1 16 16,0-7 10-16,-1-8-4 15,0-4-30-15,-2-11-21 16,-4-10-8-16,-1-9 1 16,-9 4-11-16,0 11-16 15,2 15-15-15,4 14-42 16,0 3-45-16,3 6-76 0,2 5-405 15,5 2-6-15</inkml:trace>
  <inkml:trace contextRef="#ctx0" brushRef="#br0" timeOffset="44288.67">2639 4050 1657 0,'0'0'485'0,"0"0"-419"16,0 0 1-16,16 41 41 15,-4-26-12-15,2-1-50 0,1-1-32 16,0-2-11-16,4-2-3 16,-5-2-263-16,-2-5-459 15</inkml:trace>
  <inkml:trace contextRef="#ctx0" brushRef="#br0" timeOffset="44904.03">2738 3865 1530 0,'0'0'535'16,"0"0"-427"-16,0 0-45 15,0 0-10-15,45-15 16 16,-28 16-10-16,-3 8 8 15,-2 4-32-15,-5 4-8 0,-4 4 9 16,-3 2 25-16,-3 2-9 16,-7 1-24-16,-2-3-14 15,3-2-7-15,1-6-1 16,5-6-6-16,3-5-50 16,3-4-42-16,10-5 19 15,4-8 0-15,2-5-62 16,1-4-46-16,-3-4-14 15,-3-1 35-15,-5-3 62 16,-3 0 12-16,-6 1 61 16,0 4 25-16,0 6 89 15,-6 5 99-15,2 6-6 16,-1 5 61-16,2 3-81 16,-1 1-78-16,0 10-47 0,1 7-28 15,3 6 3-15,0 2 6 16,2 2 1-16,8 1-5 15,1-2 1-15,5-4-2 16,3-4-5-16,1-4-7 16,3-5 5-16,-1-7-5 15,-1-3-1-15,-3-2-73 16,-5-9-27-16,-5-5 49 16,-5-4 35-16,-3-1 16 15,0 3 7-15,-2 3 45 16,-2 6 59-16,1 4 33 15,1 5-24-15,2 0-67 0,0 6-36 16,0 8-5-16,3 3-11 16,1 5 26-16,2 0-13 15,-1 1-8-15,-1 0-6 16,3 5-23-16,-2-5-241 16,-1-6-658-16</inkml:trace>
  <inkml:trace contextRef="#ctx0" brushRef="#br0" timeOffset="45289.77">3378 3920 1377 0,'0'0'378'15,"0"0"-90"-15,0 0-123 16,0 0-50-16,0 0-20 0,0 0-40 16,0 0-21-16,25 4-13 15,-5-4-9-15,1-2-12 16,2-4-16-16,5-7-182 16,-8 2-316-16,-5 0-577 0</inkml:trace>
  <inkml:trace contextRef="#ctx0" brushRef="#br0" timeOffset="45485.73">3434 3852 1728 0,'0'0'316'16,"0"0"-148"-16,0 0-96 15,-2 55 60-15,3-28-33 0,6 4-30 16,2 1-10-16,4-2-23 15,-1-1-24-15,3-2-12 16,8-2-73-16,-2-5-410 16,-2-9-897-16</inkml:trace>
  <inkml:trace contextRef="#ctx0" brushRef="#br0" timeOffset="45765">3889 3895 327 0,'0'0'922'0,"0"0"-699"16,0 0-67-16,0 0-57 15,0 0-9-15,0 0-41 16,0 0-19-16,2 7-3 16,5-4-7-16,3-1-20 15,17-2-33-15,-2 0-184 16,-1 0-561-16</inkml:trace>
  <inkml:trace contextRef="#ctx0" brushRef="#br0" timeOffset="45895.68">4214 3895 1332 0,'0'0'270'15,"0"0"-238"-15,0 0-32 16,0 0-119-16,48-12-231 0</inkml:trace>
  <inkml:trace contextRef="#ctx0" brushRef="#br0" timeOffset="46053.94">4624 3850 1020 0,'0'0'364'0,"0"0"-364"0,0 0-21 15,0 0-181-15</inkml:trace>
  <inkml:trace contextRef="#ctx0" brushRef="#br0" timeOffset="46232.19">5057 3820 871 0,'0'0'689'0,"0"0"-591"0,0 0-63 15,0 0-35-15,0 0-98 16,0 0-211-16,0 0-684 0</inkml:trace>
  <inkml:trace contextRef="#ctx0" brushRef="#br0" timeOffset="46373.96">5420 3770 1260 0,'0'0'404'0,"0"0"-183"16,0 0-139-16,0 0-56 16,0 0-26-16,0 0-95 15,0 0-455-15</inkml:trace>
  <inkml:trace contextRef="#ctx0" brushRef="#br0" timeOffset="48892.76">5583 3719 983 0,'0'0'572'0,"0"0"-348"16,0 0-13-16,0 0-46 0,0 0-62 16,0 0-26-16,-5 18 52 15,5-4-10-15,0 2-28 16,0-1-32-16,2 0-29 15,2-2-11-15,1-3-10 16,1 0-1-16,0-4-2 16,0-2-6-16,0-3 0 15,0-1-8-15,0-3 6 16,-1-5-13-16,-1-3-14 16,0 0 15-16,-1 0 13 15,-1 3 0-15,-1 2 1 16,-1 4 0-16,1 2 0 15,1 0 0-15,1 9 0 0,1 3 6 16,3 2 13-16,2 0-1 16,0 0-3-16,2-3-2 15,0-3 1-15,1-3 7 16,-2-5 1-16,-1 0-4 16,-2-7 7-16,0-6-8 15,-3-5-5-15,-2-2-3 16,-2-4 0-16,0-2-3 15,-6-2-6-15,-4-1 2 16,-1 3-2-16,0 3-15 16,1 8-18-16,2 7-16 15,0 8-95-15,6 12-121 0,1 5-282 16,1 1-197-16</inkml:trace>
  <inkml:trace contextRef="#ctx0" brushRef="#br0" timeOffset="49319.84">5843 3787 1534 0,'0'0'214'0,"0"0"-157"15,0 0-25-15,0 0 29 16,23 40 17-16,-17-28-1 16,0 1-32-16,-4 0-20 15,0-2-11-15,-2-1-5 16,0-3-3-16,0-2-4 16,0-4-1-16,0-1 15 15,-3-3-2-15,-1-7-1 16,0-5 2-16,3-3 14 15,1-1 36-15,0 2-3 16,4 3-11-16,4 3-17 16,1 5-13-16,4 4-14 15,1 2 8-15,2 4-6 16,0 5-3-16,0 4-5 0,-2 1 1 16,-2 1 4-16,-3 1-6 15,-2-1-8-15,0 2-144 16,-3-4-347-16,-2-6-776 0</inkml:trace>
  <inkml:trace contextRef="#ctx0" brushRef="#br0" timeOffset="49761.22">6059 3633 1652 0,'0'0'297'0,"0"0"-217"0,0 0-54 16,0 0 11-16,25 41 3 16,-15-21 23-16,0 0 5 15,-5 2-22-15,-2 0-28 16,-3-2-5-16,0-1-1 16,0-3-11-16,-1-5 1 15,-1-3 5-15,2-6-7 16,0-2-13-16,0-8-18 15,1-8-85-15,5-6 16 16,0-2 57-16,1-5 33 16,-3 1 10-16,-1 2 0 15,0 0 27-15,-3 4 29 16,0 4 31-16,0 6 24 16,0 3-7-16,-1 4 17 15,-1 4 3-15,1 1-55 0,1 5-44 16,0 7-12-16,0 6 4 15,3 4-1-15,3 2-2 16,3 0 2-16,1-3-8 16,2 0-8-16,1-1 0 15,7-1-108-15,-2-5-149 16,-4-5-461-16</inkml:trace>
  <inkml:trace contextRef="#ctx0" brushRef="#br0" timeOffset="50122.13">6281 3698 1452 0,'0'0'305'0,"0"0"-186"15,0 0-25-15,0 0 51 16,8 40-24-16,-3-23-38 16,1 0-15-16,-2 0-25 15,-2 1-21-15,0-3-9 16,-2-2-7-16,0-4 2 15,0-3-7-15,-2-5 7 16,-1-1 6-16,-1-9 1 16,2-7-1-16,2-5-2 15,0-4 14-15,0-2 6 0,6 4 12 16,3 4 11 0,-1 5 2-16,2 6-17 0,0 6-19 15,2 2-10-15,-1 3 4 16,2 7-9-16,0 3 3 15,-2 1-3-15,-1 1-5 16,-2 1-1-16,-2-1 0 16,-3 6-135-16,-3-5-143 15,0-3-591-15</inkml:trace>
  <inkml:trace contextRef="#ctx0" brushRef="#br0" timeOffset="50265.27">6610 3761 2036 0,'0'0'373'16,"0"0"-164"-16,0 0-145 15,0 0-64-15,0 0-172 16,-46 19-705-16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5:47.978"/>
    </inkml:context>
    <inkml:brush xml:id="br0">
      <inkml:brushProperty name="width" value="0.05292" units="cm"/>
      <inkml:brushProperty name="height" value="0.05292" units="cm"/>
      <inkml:brushProperty name="color" value="#FF0000"/>
    </inkml:brush>
  </inkml:definitions>
  <inkml:trace contextRef="#ctx0" brushRef="#br0">5456 5499 681 0,'0'0'1080'15,"0"0"-796"-15,0 0-103 16,0 0-53-16,0 0-16 16,0 0-15-16,0 0-60 15,10 0-19-15,4 0 1 16,4-3-18-16,0-2-1 16,1 2-73-16,-3-2-93 0,-3-1-163 15,-4 2-275 1,-4 2-537-16</inkml:trace>
  <inkml:trace contextRef="#ctx0" brushRef="#br0" timeOffset="165.61">5468 5580 550 0,'0'0'632'16,"0"0"-425"-16,0 0-59 16,0 0-12-16,0 0-38 15,0 0-37-15,0 0-22 16,10 21-9-16,5-21-17 15,3-4-13-15,9-5-92 16,-5 0-139-16,-4 1-496 0</inkml:trace>
  <inkml:trace contextRef="#ctx0" brushRef="#br0" timeOffset="373.64">5414 5687 624 0,'0'0'710'0,"0"0"-590"16,0 0-49-16,0 0-4 16,49-13 0-16,-23 3-38 15,17-8-29-15,-6 4-168 0,-5-1-766 0</inkml:trace>
  <inkml:trace contextRef="#ctx0" brushRef="#br0" timeOffset="2391.97">8247 4492 1156 0,'0'0'505'0,"0"0"-269"16,0 0-36-16,0 0-32 15,0 0-4-15,0 0-17 16,0 0-45-16,-3 2-34 16,3-2-17-16,6 2-5 15,5-2 33-15,5 2-2 16,3-2-10-16,1 0-24 15,1 0-10-15,0 0-7 16,-1 0-5-16,-1-2-6 0,0 0-8 16,-3 2-5-1,-2-1-1-15,-1 1 1 0,-2 0 3 16,-2 0-5-16,-3 0 0 16,-1 0-15-16,-3 0-48 15,0 0-61-15,-2 0-72 16,0-2-96-16,-1 1-198 15,-5-2-568-15</inkml:trace>
  <inkml:trace contextRef="#ctx0" brushRef="#br0" timeOffset="3048.13">8430 4345 1265 0,'0'0'324'0,"0"0"-12"16,0 0-24-16,0 0-45 15,0 0-55-15,0 0-61 16,0 0-52-16,-5 15 20 16,15-1 12-16,4 0-18 15,2 2-32-15,4-3-16 16,2 2-10-16,1-3-11 0,0-1-2 16,-2-1-2-1,-2-3-4-15,-5-1-10 0,-4-1-1 16,-4-2 1-16,-4 1-1 15,-2-1 0-15,0 0 0 16,-2 3 7-16,-7 1 0 16,-2 1 1-16,-2 1-1 15,-2 0-7-15,1-1 8 16,1 0-3-16,0 0-5 16,3-1 5-16,1-1-6 15,1-1 1-15,3-1 0 16,2-1-1-16,2-2-2 15,1 0-54-15,0 0-96 16,0 1-199-16,1-1-415 16,1 0-638-16</inkml:trace>
  <inkml:trace contextRef="#ctx0" brushRef="#br0" timeOffset="3234">8623 4642 1661 0,'0'0'499'16,"0"0"-164"-16,0 0-162 15,0 0-97-15,0 0-46 16,0 0-30-16,0 0-145 16,-10 24-358-16,3-16-975 0</inkml:trace>
  <inkml:trace contextRef="#ctx0" brushRef="#br0" timeOffset="14427.97">12989 4091 705 0,'0'0'650'0,"0"0"-426"15,0 0-13-15,0 0-29 16,0 0-33-16,0 0-52 16,31-27-31-16,-19 30-10 15,2 7 12-15,-1 4-6 16,0 3 24-16,-3 4 5 16,-2 2-4-16,-3 0 17 0,-4 1-31 15,-1-1-20 1,-2 0-17-16,-6-3-12 0,-2-1-11 15,0-5-5-15,2-2-8 16,1-4 1-16,2-4 9 16,1-2-4-16,2-2 6 15,2-2-10-15,0-7 4 16,0-3-6-16,5-4-6 16,5-2 0-16,1-2-13 15,2-1-3-15,1-1-13 16,0 1 14-16,0-1-3 15,-2 2 6-15,0-1 9 16,-3 0 9-16,-1 3 1 16,-3 0-1-16,-1 4 1 15,-2 3 8-15,-2 3 0 0,0 3 31 16,0 3 32-16,0 2-15 16,-2 2-30-16,-3 9-6 15,-3 8 7-15,-1 6 28 16,0 2-7-16,1 3 3 15,4 0-2-15,3-2 7 16,1-2-9-16,1-3-3 16,7-4-15-16,3-2-11 15,3-3-2-15,1-2 11 16,2-3-4-16,-1-2-15 16,-1-5-1-16,0-2-2 15,-3 0-5-15,-1-2 5 16,-3-5-6-16,-3 1-5 0,-3-1-32 15,-2 1-43 1,0 3-37-16,-11 3-79 0,-2 0-334 16,0 1-400-16</inkml:trace>
  <inkml:trace contextRef="#ctx0" brushRef="#br0" timeOffset="15885.14">13402 4242 390 0,'0'0'218'16,"0"0"-5"-16,0 0 27 15,0 0-36-15,0 0-26 16,0 0-6-16,0 0 6 16,-3-16-1-16,3 15-5 15,-1 1-16-15,1 0-15 16,0 0-6-16,0 0-8 16,0 0-20-16,0 0-16 0,0 5-22 15,0 5 19 1,4 3 20-16,0 3-24 0,2 3-16 15,-2 0-4-15,1 1-1 16,-2-3-27-16,-1-2-11 16,0-1 1-16,-1-3-16 15,-1 0 2-15,0-3-11 16,0-2 7-16,0-1-8 16,0-3 0-16,0-1-5 15,0-1-52-15,-6-2-47 16,1-5-180-16,-1-2-498 0</inkml:trace>
  <inkml:trace contextRef="#ctx0" brushRef="#br0" timeOffset="16164.49">13602 4227 1520 0,'0'0'243'15,"0"0"-89"-15,0 0-79 16,0 0-38-16,0 0-25 0,0 0-12 15,42 0-120-15,-29 1-271 16,0 1-660-16</inkml:trace>
  <inkml:trace contextRef="#ctx0" brushRef="#br0" timeOffset="16330.71">13930 4199 1392 0,'0'0'274'0,"0"0"-84"16,0 0-116-16,0 0-74 0,49-9-6 15,-24 5-246-15,1 1-156 16</inkml:trace>
  <inkml:trace contextRef="#ctx0" brushRef="#br0" timeOffset="16496.23">14260 4168 1292 0,'0'0'321'15,"0"0"-73"-15,0 0-80 16,0 0-87-16,0 0-44 16,0 0-37-16,0 0-89 15,57-17-224-15,-35 9-335 0</inkml:trace>
  <inkml:trace contextRef="#ctx0" brushRef="#br0" timeOffset="17049.07">14678 3904 1776 0,'0'0'295'15,"0"0"-98"-15,0 0-65 16,0 0-61-16,0 0-16 16,38 7-18-16,-21 12-8 15,-2 5-10-15,-7 3 57 0,-5 4 12 16,-3 0-33-16,-13-2-17 16,-5-1 2-16,-3 0-18 15,-1-5-14-15,2-3-2 16,5-5-5-16,4-5 5 15,7-7-5-15,4-3 1 16,9-8-2-16,9-9-14 16,11-10-38-16,7-12-8 15,-1 3-4-15,-5 2 18 16,-4-2 9-16,-9 11 34 16,-1-5 2-16,1-1 1 15,-8 6 0-15,-2 1 34 16,-4 6 38-16,-3 5 40 15,0 5 27-15,-1 6-34 16,-4 2-39-16,-4 4-38 0,-2 12-17 16,-5 11 11-16,3 1 14 15,2 5-2-15,4-1 1 16,7-5-1-16,0 1-7 16,7-5-4-16,6-4-5 15,4-3-6-15,1-5 1 16,2-3-13-16,0-3 0 15,1-3-43-15,-1-2-55 16,7-5-96-16,-7-3-281 16,-1 0-424-16</inkml:trace>
  <inkml:trace contextRef="#ctx0" brushRef="#br0" timeOffset="17653.99">15251 4106 1194 0,'0'0'322'0,"0"0"14"16,0 0 15-16,0 0-117 15,0 0-64-15,-41-14-27 16,26 18 4-16,-2 4-28 0,0 3-16 16,1 3-16-16,2 2-23 15,5 1-19-15,3-1-15 16,6 1-14-16,0-1-2 16,3-3-4-16,6-3-10 15,2-3 0-15,4-4 0 16,1-3 16-16,2-5-6 15,0-8-1-15,1-5-9 16,-2-5 0-16,-2-9 1 16,-3-9-1-16,-4-11 12 15,-4 0-12-15,-4 8 0 16,0 11 11-16,0 13-1 0,-2 6 29 16,-2 1 15-16,1 3 14 15,0 1-41-15,1 5-15 16,1 4 0-16,0 1-12 15,0 16-25-15,1 14 25 16,0 12 1-16,6 1 26 16,1-7 27-16,0-11-12 15,-1-6-6-15,1 4-6 16,2 0 2-16,1 1-1 16,-1-2-16-16,-2-5-7 15,-1-4-8-15,-2-5-2 16,-1-1-53-16,-2-5-67 15,-1-1-89-15,-4-2-120 0,-6 0-629 16</inkml:trace>
  <inkml:trace contextRef="#ctx0" brushRef="#br0" timeOffset="18979.44">13770 4565 1220 0,'0'0'578'0,"0"0"-348"16,0 0 90-16,0 0-57 16,0 0-41-16,0 0-108 15,0 0 7-15,6 45 0 16,0-18-43-16,0 2-6 15,1 1-27-15,-2-2-15 16,0-3-11-16,-1-1-11 16,-3-5-8-16,-1-4-16 15,0-6-56-15,0-5-85 16,-6-4-117-16,-6-15-73 16,1-5-365-16,0-5-244 0</inkml:trace>
  <inkml:trace contextRef="#ctx0" brushRef="#br0" timeOffset="19225.63">13722 4507 1177 0,'0'0'319'0,"0"0"-1"16,0 0-63-16,-48-5-37 15,31 16-80-15,0 3-12 16,1 0-5-16,2 0-23 16,4-1-28-16,3-3-31 15,4-3-9-15,2-5-18 16,1-2-11-16,1 0 34 15,9-7-8-15,4-5-8 16,3-2-11-16,3-1-2 16,1 3-5-16,0 4 0 15,0 5 0-15,-1 3-1 16,-3 4-42-16,-1 22-150 0,-5-1-163 16,-5 2-412-16</inkml:trace>
  <inkml:trace contextRef="#ctx0" brushRef="#br0" timeOffset="19593.52">13525 5144 1528 0,'0'0'850'16,"0"0"-757"-16,0 38-21 0,5-16 66 15,2 3 29-15,2 0-97 16,-2-1-8-16,-1-3-7 16,-4-6-39-16,-1-5-5 15,-1-4-4-15,-1-6 7 16,-5 0 11-16,-4-12-13 16,-3-15-6-16,-3-18 5 15,2-17-11-15,5-5-2 16,8 5-7-16,1 17-4 15,8 19-1-15,1 12-1 16,1 6-3-16,3 2-28 16,2 3-21-16,3 3-56 15,-1 2-18-15,-2 10-53 0,-1 12-95 16,-3-3-245-16,-5-2-423 16</inkml:trace>
  <inkml:trace contextRef="#ctx0" brushRef="#br0" timeOffset="19759.97">13404 5190 113 0,'0'0'1411'16,"0"0"-1225"-16,0 0-91 16,0 0-55-16,47-13-40 15,-17 5-9-15,15-4-124 16,-7 3-174-16,-6 1-705 0</inkml:trace>
  <inkml:trace contextRef="#ctx0" brushRef="#br0" timeOffset="20111.99">13736 5077 317 0,'0'0'1355'15,"0"0"-1175"-15,0 0-44 16,0 0 20-16,0 0-22 15,0 0-67-15,0 0 7 16,29 28-19-16,-20-24-23 16,1-3-2-16,-2-1 12 15,-1 0 2-15,-2-5 15 16,-2-3 0-16,-1-2 10 16,-2 0 14-16,-1 1 4 0,-7 2-36 15,-3 1-2-15,-2 6 11 16,-1 0-31-16,0 5-11 15,0 6 0-15,4 3-12 16,3 3-5-16,5 1 1 16,2 1 2-16,11-1-4 15,14-2-43-15,15-4-65 16,11-8-121-16,-1-4 47 16,-3-11-300-16,-16-3-23 15,-15 2-307-15</inkml:trace>
  <inkml:trace contextRef="#ctx0" brushRef="#br0" timeOffset="20644">14008 5063 608 0,'0'0'784'16,"0"0"-457"-16,0 0 6 0,-17-35-33 16,11 31-50-16,-1 4-42 15,-1 1-45-15,2 8-42 16,-1 4-40-16,1 3-13 16,2 3-20-16,2-1-7 15,2 0-12-15,0-1-17 16,7-2-6-16,3-5-6 15,0-4-27-15,2-6-20 16,-1 0-1-16,1-10-26 16,-1-6-8-16,-1 0 18 15,-1-3 19-15,-3 2 29 16,-1 2 15-16,-2 2 1 16,-1 2 0-16,-1 3 10 15,0 4-2-15,-1 3 37 0,0 1 8 16,0 1-15-1,2 8-2-15,2 1-6 0,3 3-6 16,4 0-12-16,2-2 4 16,3-1-11-16,4-3-4 15,0-4-2-15,-2-3-35 16,-1-1-30-16,-6-8-30 16,-5-3 27-16,-3-5 39 15,-3-9 21-15,0-11 9 16,-5-1 5-16,0 3-4 15,1 5 7-15,2 13 43 16,1 3 13-16,1 5 11 16,0 9-26-16,0 1-28 0,6 12-12 15,2 8 21-15,4 5-9 16,-1 4-12-16,0-1-1 16,-2-1-3-16,-3-2-5 15,-2-5-40-15,-3-5-106 16,-1-7-115-16,-7-4-119 15,0-5-306-15</inkml:trace>
  <inkml:trace contextRef="#ctx0" brushRef="#br0" timeOffset="20810.19">14066 4991 1575 0,'0'0'215'0,"0"0"-144"15,45-8-34-15,-16 3-15 0,4 0-22 16,0-2 0-16,9-4-138 16,-9 3-146-16,-8-1-94 0</inkml:trace>
  <inkml:trace contextRef="#ctx0" brushRef="#br0" timeOffset="21365.81">14334 4869 880 0,'0'0'378'0,"0"0"-6"16,0 0-32-16,0 0-21 15,0 0-112-15,0 0-102 16,0 0 41-16,4 13 36 16,1 4-32-16,1 3-48 15,1 1-32-15,1 0-23 0,2-1-16 16,1-4-13-16,3-4-9 16,0-4-5-16,0-4-4 15,0-4-43-15,0-6-24 16,-1-5-20-16,-3-5-11 15,-1-2 40-15,-2 0 43 16,-2 3 15-16,-1 3 1 16,-1 2 9-16,-2 5 29 15,-1 2 27-15,1 3-18 16,0 0-20-16,0 3-11 16,2 5 11-16,1 1-2 15,1 1-10-15,3 0-4 16,2-1 0-16,4-3-10 0,2-3-1 15,2-3 8 1,1 0-9-16,-1-8-3 0,-3-4-21 16,-4-3-13-16,-4-3 4 15,-4-1-11-15,-3 0 7 16,0 2 17-16,0 2 14 16,-2 4 5-16,1 3-5 15,1 2 5-15,0 4 0 16,1 1-5-16,3 1-1 15,1 2 7-15,0 6 17 16,1 3 22-16,0 2-1 16,0 1-4-16,1 0-16 15,0-2-6-15,1-2-4 0,3-2-8 16,1-4-10-16,1-4-71 16,1-2-169-16,-3-7-285 15,-3-1-402-15</inkml:trace>
  <inkml:trace contextRef="#ctx0" brushRef="#br0" timeOffset="21898.24">14762 4802 954 0,'0'0'571'16,"0"0"-459"-16,0 0 71 16,0 0-44-16,0 0-22 15,0 0-57-15,0 0-27 0,33 25-20 16,-25-25-1-16,1 0-2 15,-2-3-1-15,0-6 3 16,0-3-12-16,-2 0 12 16,-1-3-6-16,-1 1 34 15,-3 1 43-15,0 4 7 16,0 4 28-16,-6 3 59 16,0 2-48-16,-1 4-52 15,0 5 1-15,2 4-9 16,3 2-27-16,2 1-15 15,0-1-11-15,9-2-15 16,5 0 9-16,2-4-10 16,5-4-12-16,2-3-19 15,2-2 10-15,-1-5-24 16,-3-5-43-16,-5-4 4 0,-4-2 23 16,-3-2 46-16,-3-1 15 15,-2 2 7-15,0 4 22 16,-2 3 26-16,1 3 6 15,2 5-22-15,3 1-15 16,1 1-9-16,3 1 9 16,0 7-15-16,0 1 9 15,-1 3 6-15,-3 0 4 16,-4 1 4-16,-3-1-22 16,-1-2 5-16,-1-2 3 15,-6-1-18-15,-2-4-14 16,2-2-58-16,-6-3-139 15,5-6-362-15,0-2-660 0</inkml:trace>
  <inkml:trace contextRef="#ctx0" brushRef="#br0" timeOffset="22040.25">15264 4701 2342 0,'0'0'479'16,"0"0"-182"-16,0 0-178 15,0 0-70-15,0 0-49 16,0 0-60-16,0 0-485 0</inkml:trace>
  <inkml:trace contextRef="#ctx0" brushRef="#br0" timeOffset="23508.4">13375 5950 1508 0,'0'0'315'0,"0"0"-84"16,0 0 16-16,0 0-72 15,0 0-62-15,43-13-28 16,-29 28 58-16,1 12 12 16,-3 1-43-16,-3 5-35 15,-4 0-7-15,-5-6-16 16,0 3-22-16,-1-2-7 0,-5-3-7 16,-2-4-8-16,1-4-2 15,2-6-7-15,1-5 0 16,2-4 7-16,2-2 5 15,0-11-13-15,0-6-24 16,4-8-18-16,3-3-6 16,3-3-1-16,-1-1-7 15,0 1 20-15,-1-1 14 16,-5 2 15-16,-1 1 7 16,-2 4 6-16,0 4-5 15,0 5 6-15,-3 5 23 16,0 6 17-16,0 5 1 0,0 0-23 15,-2 10-10-15,-1 13-6 16,1 13 15-16,2 0 9 16,2-2-9-16,1-4 0 15,6-9-5-15,6 2-5 16,5 2-5-16,5-4 0 16,4-4-3-16,2-3-5 15,3-6 9-15,-3-3-9 16,0-5-2-16,-5 0-25 15,-5-4-6-15,-6-5-11 16,-5 0-5-16,-4-1 14 16,-3 2 10-16,0 0 10 15,-2 1-31-15,-3 4 9 16,-1 0-27-16,0 1-11 0,0 2 5 16,0 0-46-16,0 0-45 15,-1 3-99-15,2 1-230 16,1-2-453-16</inkml:trace>
  <inkml:trace contextRef="#ctx0" brushRef="#br0" timeOffset="24820.07">13579 5579 380 0,'0'0'633'0,"0"0"-432"0,0 0 62 15,0 0-14-15,0 0-65 16,0 0-17-16,0 0-2 16,0-7-5-16,0 7-37 15,0 0-2-15,0 0-3 16,0 3-14-16,2 4 40 16,-1 2-29-16,1 3-40 15,1 1-32-15,-1 2-2 16,-1 0-22-16,1 0-18 15,0-2 11-15,-1-1-11 16,0-2-1-16,0-2-41 16,-1-2-70-16,0-4-185 15,0-2-194-15,0 0-251 0</inkml:trace>
  <inkml:trace contextRef="#ctx0" brushRef="#br0" timeOffset="25069.64">13658 5485 1512 0,'0'0'326'0,"0"0"-151"16,0 0 30-16,0 0-15 15,47 24-31-15,-33-5-35 0,-4 4-2 16,-2 1-21-16,-4 0-36 15,-4 2-35-15,0-2-15 16,-7 1-15-16,-3-3-74 16,-7 2-151-16,2-5-80 15,0-6-415-15</inkml:trace>
  <inkml:trace contextRef="#ctx0" brushRef="#br0" timeOffset="25401.9">13397 5538 1425 0,'0'0'490'16,"0"0"-213"-16,0 0-55 16,0 0-9-16,0 0 0 15,-11 48-26-15,9-25-37 16,1 1-48-16,1 0-28 16,0-3-24-16,6-1-20 15,3-4-11-15,4-3-19 16,6-1-9-16,29-7-103 0,-4-4-164 15,2-1-653-15</inkml:trace>
  <inkml:trace contextRef="#ctx0" brushRef="#br0" timeOffset="26496.05">13858 6048 887 0,'0'0'349'0,"0"0"-167"15,0 0 51-15,0 0-48 16,0 0-56-16,0 0-43 16,-4-5-10-16,4 5 12 15,0 0 5-15,0 0-2 16,0 0-8-16,0 0-5 16,0 7 16-16,0 3 43 0,3 4-11 15,2 4-33-15,-1 4-14 16,1 3-9-16,-2 1-17 15,0 0-5-15,-1-1-14 16,-1-1-7-16,0-2-2 16,-1-5-14-16,1-2-10 15,-1-4 1-15,0-5-2 16,0-2-36-16,0-2-24 16,0-2-48-16,0-8-127 15,-2-3-336-15,-2-4-678 0</inkml:trace>
  <inkml:trace contextRef="#ctx0" brushRef="#br0" timeOffset="26856.63">14027 5835 1104 0,'0'0'713'0,"0"0"-498"16,0 0 21-16,0 0-63 15,0 0-53-15,0 0-69 16,0 0-30-16,34-5-8 16,-19 2-11-16,0 0-2 15,-3 0-48-15,-1 1-91 16,-4 1-137-16,-5 1-203 16,-1 1-169-16,-1 3-384 0</inkml:trace>
  <inkml:trace contextRef="#ctx0" brushRef="#br0" timeOffset="27003.34">14008 5934 373 0,'0'0'894'0,"0"0"-689"16,0 0 29-16,0 0-85 0,0 0-76 16,0 0-33-16,53-16-40 15,-14-1-27-15,-5 2-180 16,-5 1-169-16</inkml:trace>
  <inkml:trace contextRef="#ctx0" brushRef="#br0" timeOffset="27274.21">14207 5714 1476 0,'0'0'311'0,"0"0"-128"0,0 0-3 16,50 3-1-16,-28 7-47 16,0 3-28-16,-2 4 17 15,-3 3 2-15,-5 0-2 16,-7 2-20-16,-5 2-27 16,-3-1-26-16,-11 0-33 15,-6 0-15-15,-2-3-12 16,-3-2-136-16,-14-5-151 15,7-6-338-15,0-7-1004 0</inkml:trace>
  <inkml:trace contextRef="#ctx0" brushRef="#br0" timeOffset="44737.19">14588 5694 426 0,'0'0'868'0,"0"0"-542"15,0 0-36-15,0 0 9 16,0 0-55-16,0 0-32 16,2-14-27-16,-2 14-45 15,0 0-41-15,0 0-32 16,0 6-28-16,0 4 35 16,0 4 20-16,0 3-18 15,0 3-20-15,0-1-10 0,0 2 2 16,0-1-12-16,0-1-6 15,0-1-4 1,0-3-7-16,0-1-11 0,0-2-7 16,0-3 7-16,0-2-1 15,0-2-7-15,0-2-16 16,0-2-56-16,0-1-38 16,-4 0-47-16,-1-4-166 15,-2-3-538-15</inkml:trace>
  <inkml:trace contextRef="#ctx0" brushRef="#br0" timeOffset="45624.26">14908 5401 1079 0,'0'0'310'0,"0"0"-137"15,0 0 87-15,0 0-41 16,0 0-72-16,-44-7-48 15,33 17-10-15,1 3-16 16,3 1-20-16,5-1-23 16,2 0-6-16,0 0-6 15,5-2-5-15,5 1-2 16,0-2-1-16,2 0-4 0,-1-1 1 16,0 0-6-1,-3 0 0-15,-3-1-1 0,-2 0 1 16,-3-1 0-16,0 1 8 15,-4 0 1-15,-3 1 8 16,-4-1 2-16,1-2-7 16,0 1-6-16,3-3 2 15,3-1-9-15,3-2 0 16,1 0-1-16,0-1 0 16,5 0 1-16,6 0 5 15,3-2-5-15,2-2-20 16,2-4-21-16,0 0 8 15,0-3-15-15,0-3 7 0,-1-2 23 16,-1-2 6-16,-2-3 12 16,-2-1 0-16,-3 1 0 15,-3 1 6-15,-2 3 14 16,-1 4 26-16,-2 2 19 16,-1 3 29-16,0 3 35 15,0 2 13-15,0 3-32 16,0 0-54-16,0 3-35 15,0 7-15-15,1 5 6 16,1 3 0-16,1 4 9 16,0-1 9-16,-1 0-17 15,0-1-5-15,-1-3-7 16,1-4-1-16,-2-1-26 16,0-3-69-16,0-2-90 15,-5-4-145-15,-2-2-212 0,-1-1-397 16</inkml:trace>
  <inkml:trace contextRef="#ctx0" brushRef="#br0" timeOffset="45868.64">14987 5479 1644 0,'0'0'481'0,"0"0"-263"15,0 0 38-15,52-7-16 16,-29 1-58-16,1 0-76 0,4-2-29 16,2 2-35-16,0 0-30 15,-3 0 4-15,-3 2-9 16,-7 1-7-16,-7 3-24 16,-10 0-105-16,-1 6-228 15,-10 1-528-15</inkml:trace>
  <inkml:trace contextRef="#ctx0" brushRef="#br0" timeOffset="47875.59">14176 6565 1122 0,'0'0'293'0,"0"0"-116"15,0 0 43-15,6-43-69 0,1 19-63 16,5-7-41-16,4-10-4 16,0-12 1-16,-3-1-20 15,-4 8 26-15,-6 12-4 16,-3 16 16-16,0 7 3 16,-5 1 18-16,-2 3 7 15,-1 0-34-15,-2 7-8 16,0 0-27-16,1 7-6 15,1 7 0-15,4 5-8 16,3 1-6-16,1 2 0 16,8-1 0-16,6-4 0 15,2-2-1-15,1-3 0 16,-2-4 1-16,0-1 0 0,-5-3 0 16,-3 0 6-16,-2-1-6 15,-2 0-1-15,-2 3 0 16,-1 3 1-16,0 4-1 15,-3 2 1-15,-2 3 16 16,0 1 7-16,1 1 4 16,2 0-2-16,2-2-9 15,0-1-8-15,4-2-3 16,5-2-5-16,2-4-1 16,1-1-12-16,0-3-85 15,4-5-89-15,-4-2-283 16,-2-6-469-16</inkml:trace>
  <inkml:trace contextRef="#ctx0" brushRef="#br0" timeOffset="48312.84">14407 6363 1532 0,'0'0'211'0,"0"0"-17"15,0 0-38-15,0 0-40 16,0 0-26-16,43 12-2 15,-38 1-26-15,-4 1 5 16,-1 3 7-16,0 0-10 16,-6 1-21-16,0-1-11 15,0-3-16-15,1-2 1 0,2-4-10 16,1-3-7-16,2-5-27 16,0-1-13-16,7-10-38 15,3-5-23-15,2-4-46 16,0-3 26-16,-2 0 26 15,-1 0 48-15,-3 2 37 16,-2 0 10-16,-1 3 9 16,-1 4 32-16,0 3 36 15,-1 4 23-15,-1 5 13 16,0 2-45-16,0 2-33 16,0 8 8-16,1 5 48 15,1 3-8-15,2 3-2 16,0 0-23-16,3 0-25 15,1-1-24-15,2-1-2 16,3-2-7-16,0-4-53 0,8-7-103 16,-2-4-121-16,-2-2-326 15</inkml:trace>
  <inkml:trace contextRef="#ctx0" brushRef="#br0" timeOffset="49610.2">14685 6271 1283 0,'0'0'355'0,"0"0"-72"16,0 0 60-16,0 0-161 16,0 0-82-16,0 0-2 15,0 0 14-15,-11 49-30 16,10-30-29-16,1-1-14 16,0-2-15-16,0-1-15 0,0-4-8 15,2-3-1 1,1-6-15-16,1-2-65 0,1-4 20 15,1-8-42-15,2-5-14 16,-1-3 31-16,1-1 27 16,-2 0 32-16,-1 2 17 15,-2 4 9-15,0 4 15 16,-1 4 27-16,-2 3 16 16,1 3 15-16,-1 1-35 15,1 1-3-15,1 7 29 16,1 2 33-16,2 2-21 15,-1 0-34-15,1 1-18 16,1-2-12-16,1-2-6 16,0-1-6-16,0-2-8 15,-1-3-61-15,0-2-53 0,-2-1-11 16,2-3-17-16,-3-7-105 16,2-4-36-16,-1-2 1 15,1-2 82-15,0 1 83 16,0 1 125-16,-2 4 32 15,1 4 102-15,-2 2 78 16,-1 4-2-16,-1 2-60 16,1 0-52-16,0 0-19 15,1 2 32-15,0 4-8 16,1 2-32-16,0 1-26 16,-1-1-17-16,1 1-13 15,0-1-8-15,-1-2-1 16,1 0-6-16,-1-2-10 15,1-2-45-15,1-2-17 0,1 0-26 16,1-3-42-16,1-5-15 16,3-2 18-16,-1-1 16 15,0 0 62-15,-2 3 42 16,0 2 17-16,-2 2 6 16,0 2 20-16,-1 2 13 15,0 0 11-15,2 3 16 16,1 2-13-16,0 0-30 15,3 1-7-15,-1-2-7 16,-1-3-9-16,1-1-23 16,0 0-55-16,-2-4-32 0,1-7-5 15,-1-1 56 1,-2-3 39-16,1-1 20 0,-2 2 39 16,-1 4 72-16,-2 2 25 15,0 5-1-15,-1 3-14 16,0 0-36-16,0 6-28 15,0 5 41-15,0 5-5 16,0 2-20-16,-1 4 9 16,-2 2 9-16,-1-1-21 15,-3-1-31-15,1-1-24 16,0-1-15-16,0-7-9 16,1-3-70-16,2-8 3 15,3-2 38-15,0-8-23 16,0-7 2-16,3-4 1 15,4-3 31-15,1 0 18 0,0 3 9 16,0 4 1-16,-1 3 10 16,-2 5 10-16,0 4 10 15,0 3-4-15,0 0 0 16,0 5 19-16,3 3 2 16,0 2-21-16,1-2-8 15,1 3-10-15,-2-3-8 16,-1-2-1-16,0-4-7 15,-1-2-26-15,-1 0 6 16,0-10-18-16,1-5 1 16,-1-5 14-16,-1-9 13 15,0-15 16-15,1-15-6 0,0-5 7 16,-2 9 0-16,-1 16 7 16,-1 22 17-16,-1 9 58 15,0 2 9-15,0 2 5 16,0 4-4-16,0 4-50 15,1 11-12-15,6 13 31 16,4 12-7-16,1-1-13 16,0-2-16-16,-3-7-4 15,-1-6-10-15,-2 1-11 16,2 0-19-16,-3-3-105 16,0-8-166-16,-1-6-278 15,-2-7-451-15</inkml:trace>
  <inkml:trace contextRef="#ctx0" brushRef="#br0" timeOffset="50037.41">15361 6104 662 0,'0'0'997'16,"0"0"-890"-16,0 0-1 15,0 0-18-15,0 0-6 16,0 0-38-16,0 0-19 15,33 24-10-15,-27-24 0 16,-1-2 2-16,-1-7-5 16,0-2-11-16,0-3 0 15,-1 1 5-15,-1 0-4 16,-2 3 26-16,0 4 78 16,0 3 29-16,-1 3-1 0,-5 4-14 15,-2 8-30-15,0 5 11 16,0 2 4-16,3 3-14 15,3 0-16-15,2 0-9 16,5-2-18-16,8-3 10 16,3-4 10-16,5-5-14 15,4-4-8-15,8-4-4 16,12-4-13-16,7-9-10 16,-3-1-10-16,-13 3-9 15,-13 3 0-15,-11 3 0 16,-4 1-15-16,-4 0-45 15,-4 2-18-15,-25 2-122 16,-7 1-493-16,-5 4-614 0</inkml:trace>
  <inkml:trace contextRef="#ctx0" brushRef="#br0" timeOffset="52591.32">14314 6379 1038 0,'0'0'569'0,"0"0"-426"16,0 0 85-16,0 0 33 15,71-27-51-15,12-2-42 16,23-3-37-16,17 1-20 16,5 4-7-16,-9 9-5 15,1 2-32-15,-4 2-22 16,-13 1-10-16,-15 3-8 15,-26 1-8-15,-24 2-10 16,-18 4-3-16,-13 1-6 0,-3-1-49 16,-4 2-1-16,-4 1-77 15,-23 0-234-15,-36 9-187 16,4 2-101-16,-6 0-465 0</inkml:trace>
  <inkml:trace contextRef="#ctx0" brushRef="#br0" timeOffset="52838.99">14472 6446 730 0,'0'0'800'15,"0"0"-679"-15,0 0 108 16,0 0 93-16,80 1-42 16,6-26-68-16,22-5-25 0,12-3-31 15,1 3-47 1,-9 4-6-16,-9 1-29 0,-9 1-45 15,-15 2-28-15,-14 2 9 16,-17 4-5-16,-17 5-5 16,-12 5 0-16,-9 3-48 15,-4 1-70-15,-13 2-93 16,-8 5-154-16,-11 2-537 0</inkml:trace>
  <inkml:trace contextRef="#ctx0" brushRef="#br0" timeOffset="57883.65">13648 6902 1614 0,'0'0'258'0,"0"0"-157"0,-11-47 53 15,11 23 68-15,0-4-110 16,6-6-60-16,2 2-20 16,-2 0-1-16,-1-2-4 15,-4 7 8-15,-1-2 26 16,0 5-26-16,-3 7 15 15,-5 8 10-15,-2 8 3 16,-2 3-33-16,-2 14-29 16,-1 6 7-16,2 5-2 15,6 2 0-15,5 1 6 16,2-3-6-16,11-1-5 16,4-5 0-16,1-3 5 0,0-4-5 15,0-2 0-15,-4-3 0 16,-1-1-1-16,-5-1 0 15,-3 2 2-15,-2 1-2 16,-1 5 1-16,0 3-1 16,-4 3 2-16,-1 3-4 15,0 0 1-15,1 2 1 16,3-2 5-16,1-3-5 16,1-2-13-16,7-4-71 15,2-6-67-15,9-9-106 16,-2-4-249-16,-2-7-303 0</inkml:trace>
  <inkml:trace contextRef="#ctx0" brushRef="#br0" timeOffset="58314.39">13795 6807 1038 0,'0'0'514'0,"0"0"-425"0,0 0 124 15,0 0-32-15,42-28-56 16,-28 28-27-16,-3 5-15 15,-2 6-9-15,-4 4-9 16,-2 2 15-16,-3 3-4 16,0-2-25-16,-2 1-11 15,-2-1-19-15,1-5-7 16,-1-1-13-16,3-4-1 16,1-6-27-16,0-2-33 15,1-2-1-15,7-10 10 16,1-3-8-16,1-3 7 0,-2-2 21 15,-2 1 14 1,-1-1 16-16,-2 2-6 0,-2 1 7 16,1 4 17-16,-2 4 32 15,0 2 2-15,0 4 19 16,0 3-9-16,0 2-22 16,0 8-20-16,-1 6 30 15,0 3 0-15,1 3 10 16,0 2-18-16,0-3-20 15,6 0-21-15,4-3 0 16,3-3-44-16,4-5-88 16,7-10-134-16,-2-2-289 0,-4-9-524 15</inkml:trace>
  <inkml:trace contextRef="#ctx0" brushRef="#br0" timeOffset="58681.27">14080 6732 1410 0,'0'0'298'0,"0"0"22"0,0 0-42 16,0 0-149-16,0 0-36 16,0 0-6-16,-14 48-1 15,14-30-26-15,0 0-23 16,0-1-13-16,0-2-12 16,5-3-11-16,-2-2-1 15,2-4 0-15,-1-6-59 16,-1 0-3-16,2-5 19 15,-1-7-25-15,0-4 1 0,0-1 25 16,-1-1 26-16,-2 0 15 16,2 3 1-16,-1 1 8 15,0 4 36-15,-1 4 8 16,1 3-1-16,-1 3-5 16,3 0-25-16,2 1 4 15,2 6 8-15,2 2 1 16,2 3-17-16,0 0-8 15,0 0-9-15,0 0-17 16,-2-2-99-16,1-6-131 16,-5-2-322-16,-1-2-249 0</inkml:trace>
  <inkml:trace contextRef="#ctx0" brushRef="#br0" timeOffset="59672.56">14235 6707 1247 0,'0'0'284'0,"0"0"199"16,0 0-206-16,0 0-107 15,0 0-103-15,0 0 12 16,0 0 36-16,19 25-29 16,-12-10-24-16,-1 1-18 15,1 0-21-15,-1-2-13 16,-1-3-10-16,-1-2-6 16,0-5-89-16,-1-4-37 15,-1 0 19-15,2-11-71 16,0-3-62-16,1-6-12 15,-2 1 36-15,1 0 85 16,0 2 101-16,-2 3 36 16,1 4 55-16,-3 4 50 0,1 3 57 15,0 3-35-15,0 0-66 16,1 6-3-16,0 3 42 16,2 3-10-16,-1 0-17 15,2 1-30-15,0-1-9 16,-1 0-19-16,1-3-4 15,1-1-11-15,0-5-11 16,2-3-111-16,-1 0-26 16,0-8-29-16,-1-3-37 15,-2-3 58-15,0-1 100 16,-1 0 48-16,-1 2 8 16,1 2 46-16,-2 6 53 0,2 2 11 15,0 3-44-15,3 0-18 16,2 3 17-16,3 4-9 15,1 1-20-15,0 1-23 16,2-2-13-16,-1-1-35 16,0-2-71-16,-2-4-39 15,0 0 11-15,-3-4 58 16,-2-3 50-16,-3 0 26 16,-1 0 115-16,-2 3 87 15,0 2-4-15,0 2-26 16,0 0-68-16,0 7-42 15,0 5 14-15,-1 4 3 16,-2 1-17-16,0 3 7 0,-1 0-9 16,0 0-25-16,0-1-17 15,0-2-10-15,1-4-8 16,1-5-51-16,1-5-33 16,1-3 17-16,0-8-3 15,3-5-16-15,3-4 40 16,0 0 37-16,0 3 9 15,1 1 9-15,-3 6 25 16,0 3 9-16,-1 3-13 16,3 1-3-16,0 0-2 15,2 4 3-15,1 1-8 16,2 2-11-16,-1-3-8 16,-1 1-1-16,-1-4 0 0,-2-1-45 15,-1-1 3 1,-2-8-8-16,-2-4 8 0,0-5 26 15,-1-10 10-15,0-13 6 16,-5-15-1-16,-1 3 1 16,2 11 8-16,3 17 25 15,0 16 26-15,0 4 30 16,0 4 5-16,1 2-50 16,0 19-19-16,3 12 36 15,7 12-7-15,3 2-21 16,-1-7-14-16,-3-9-13 15,-2-11-6-15,-1-1-57 16,10 1-111-16,-1-3-84 16,0-4-460-16</inkml:trace>
  <inkml:trace contextRef="#ctx0" brushRef="#br0" timeOffset="60032.71">14821 6635 1328 0,'0'0'234'0,"0"0"-128"16,0 0 16-16,0 0-61 15,0 0-23-15,6 37-13 16,-2-33-7-16,0-4-1 16,0 0-5-16,1-2 33 15,-1-6-14-15,2-4-14 0,-2-1-8 16,0-1-3-16,-1 2 1 15,-2 1 10-15,-1 4 59 16,0 4 96-16,0 3-2 16,-4 0-15-16,-4 9-30 15,-1 3 10-15,-1 5-13 16,2 3-23-16,1 1-34 16,4-1-20-16,3 1-20 15,0-5-10-15,6-2-13 16,7-4-2-16,11-6-50 15,24-4-96-15,-4-3-105 16,1-6-347-16</inkml:trace>
  <inkml:trace contextRef="#ctx0" brushRef="#br0" timeOffset="60462.04">15475 6515 1380 0,'0'0'498'0,"0"0"-327"16,0 0 212-16,0 0-147 0,0 0-25 15,-51 2-59 1,35 12-25-16,0 5-29 0,3 3-22 15,1 2-19-15,5 0-20 16,6-2-13-16,1-3-9 16,5-3-7-16,6-3-8 15,3-6 1-15,2-6-1 16,-1-1 0-16,0-9-9 16,-1-7-7-16,-3-3-10 15,-3-3-2-15,-5 0-4 16,-3 0 5-16,0 1 4 15,-5 5 6-15,-4 5-7 16,0 3 11-16,-1 6-32 16,4 1-62-16,3 1-86 15,3 1-69-15,12 2-200 0,3 1-100 16,3-1-694-16</inkml:trace>
  <inkml:trace contextRef="#ctx0" brushRef="#br0" timeOffset="60948.49">15631 6376 1879 0,'0'0'301'0,"0"0"80"16,0 0-138-16,0 0-106 16,0 0 43-16,18 53-47 15,-5-12-36-15,0 11-19 16,-2 4-3-16,-5-2-27 15,-6-5 2-15,0-8-5 16,0-8-24-16,-1-9-3 16,0-7-9-16,1-6-8 15,0-2-1-15,0-2 0 0,0-4-25 16,1-3-2-16,4-5 7 16,2-8-7-16,2-5-7 15,0-2-1-15,-4-2 13 16,-3 2-8-16,-2 2 22 15,-10 1-2-15,-8 6 10 16,-13 1-2-16,-2 4 4 16,-2 4-1-16,1 2 0 15,9 0 5-15,4 3 1 0,8 3 2 16,9-1-7 0,4 0-1-16,9-1-1 0,17-2 15 15,18-2 4-15,11-4-8 16,-1-2 2-16,-12-3-4 15,-15 2-1-15,-10 2-7 16,1-1-1-16,2-1 0 16,-2 1-19-16,-6 1-92 15,-5 2-360-15,-7 1-819 0</inkml:trace>
  <inkml:trace contextRef="#ctx0" brushRef="#br0" timeOffset="61505.01">13760 7422 1362 0,'0'0'558'16,"0"0"-275"-16,0 0 45 15,0 0-44-15,0 0-88 16,0 0-100-16,0 0-27 16,-7 22 36-16,7 0-32 0,2 3-30 15,0 2-17 1,2-2-13-16,-1-1-5 0,-1-3-8 16,1-3-24-16,-1-4-87 15,1-8-158-15,0-5-311 16,-1-1-462-16</inkml:trace>
  <inkml:trace contextRef="#ctx0" brushRef="#br0" timeOffset="61850.18">13892 7197 1523 0,'0'0'271'16,"0"0"38"-16,0 0-123 15,0 0-58-15,0 0-18 16,-23 44 6-16,18-27-4 16,3 0-27-16,2-2-32 15,0-1-20-15,4-4-7 16,6-1-14-16,2-2-3 16,1 0-8-16,1-1 8 15,-2 0-8-15,-2 0 5 16,-3 1-6-16,-5 1 2 15,-2 0-1-15,-1 1 20 16,-8 3 8-16,-3-1-7 0,-3 1-9 16,1 0-7-1,-1-2-6-15,3 0-7 0,2-4-84 16,6-6-95-16,2 0-143 16,2-4-555-16</inkml:trace>
  <inkml:trace contextRef="#ctx0" brushRef="#br0" timeOffset="62128.39">14074 7161 1785 0,'0'0'331'0,"0"0"19"16,0 0-95-16,0 0-73 0,0 0-77 15,0 0 32 1,0 0-14-16,24 35-50 0,-18-14-19 15,0 2-10-15,-1 2-14 16,0 1 0-16,-1 0 16 16,0-2-23-16,-1-4-16 15,1-5-6-15,-1-5-1 16,0-5-36-16,-1-4-38 16,1-1-19-16,-2-5-77 15,-1-12-162-15,0 1-313 16,-5 0-399-16</inkml:trace>
  <inkml:trace contextRef="#ctx0" brushRef="#br0" timeOffset="62286">13988 7277 1650 0,'0'0'325'16,"0"0"-6"-16,0 0-142 15,0 0-58-15,57-18-60 16,-11 4-39-16,17-1-20 15,6 0-51-15,-14 5-317 16,-16 3-1177-16</inkml:trace>
  <inkml:trace contextRef="#ctx0" brushRef="#br0" timeOffset="62817.51">14522 7491 1300 0,'0'0'657'16,"0"0"-381"-16,0 0 22 0,0 0-141 16,0 0-40-16,0 0 76 15,13 42-39-15,-8-19-52 16,2-2-33-16,-1 0-18 15,-1-2-20-15,-1-5-13 16,-1-4-9-16,-2-5-8 16,-1-5 7-16,0 0 7 15,0-13 0-15,-5-11-15 16,-1-13 0-16,0-18-21 16,2-6-8-16,2-2-5 15,2 6-13-15,2 17-11 16,4 12 3-16,1 13 8 15,-1 8 8-15,2 2-21 0,3 3-52 16,2 2-22-16,0 4-1 16,3 16-119-16,-3 0-214 15,-6-1-435-15</inkml:trace>
  <inkml:trace contextRef="#ctx0" brushRef="#br0" timeOffset="63015.5">14371 7567 434 0,'0'0'1339'0,"0"0"-1065"15,0 0-22-15,0 0-132 16,40-28-25-16,-14 18-42 0,5 0-33 16,1 0-11-16,2 0-9 15,0 4-2-15,7-2-173 16,-7 2-451-16,-9 1-715 0</inkml:trace>
  <inkml:trace contextRef="#ctx0" brushRef="#br0" timeOffset="63350.73">14667 7467 1413 0,'0'0'311'0,"0"0"-165"16,0 0-30-16,0 0 15 15,0 0-18-15,0 0-14 16,0 0-14-16,48 26-30 0,-38-26-9 16,1 0-2-1,-2-5 6-15,-1-3-12 0,-2-2 1 16,-2 0-8-16,-2 1 2 16,-2 1 3-16,0 3 13 15,-8 3 23-15,-2 2-6 16,-4 1-15-16,-3 9-7 15,0 4 6-15,2 3-1 16,1 3-8-16,5 1-16 16,7-1-16-16,2 1-3 15,8 0-6-15,10-3-8 16,12 0-72-16,17-8-131 16,-4-5-172-16,-3-5-671 0</inkml:trace>
  <inkml:trace contextRef="#ctx0" brushRef="#br0" timeOffset="63928.92">14993 7414 1696 0,'0'0'279'0,"0"0"0"16,0 0-21-16,0 0-104 16,-39 23-22-16,35-8-18 15,0 3-15-15,2 0-37 16,2 1-24-16,0 1-17 15,2-3-11-15,3-2-8 16,3-5-2-16,1-3-20 0,0-6-44 16,3-1-26-16,-1-7-11 15,1-6-4-15,-1-4 19 16,-2 0 17-16,-1-2 43 16,-2 3 26-16,-2 2 2 15,-3 4 16-15,0 3 25 16,-1 2 22-16,0 3 26 15,0 2 9-15,0 0-35 16,0 6-28-16,0 3-4 16,0 4 0-16,0 2-20 15,0 1-1-15,6-1-10 16,3 0-1-16,3-2-1 0,1-3 0 16,0-4-24-1,1-2-20-15,-2-4-18 0,-1-5-5 16,-1-6 4-16,-3-5 20 15,0-4 18-15,-2-4 25 16,-2-8 0-16,-1 1 0 16,-1 1 6-16,-1 3 28 15,0 12 25-15,0 2 68 16,0 8-20-16,0 5-51 16,0 4-37-16,1 9-8 15,3 5 7-15,2 4-5 16,1 2-12-16,0 1 0 15,2-1-1-15,-2-1 0 0,-2-1-83 16,-3-2-180 0,-1-6-218-16,-1-6-420 0</inkml:trace>
  <inkml:trace contextRef="#ctx0" brushRef="#br0" timeOffset="64650.37">15050 7444 1405 0,'0'0'135'0,"0"0"-19"15,44 0-50-15,-15 0-38 16,3 0-11-16,1-2-17 0,-1-2-1 16,-6-3-55-1,-4-1-41-15,-7-1-60 0,-4-1-28 16,-5-2 109-1,-3 1 76-15,-3 1 65 0,0 1 107 16,0 2 13-16,0 2 34 16,0 2 0-16,0 3-20 15,0 0-73-15,0 6-65 16,0 4 39-16,0 5 8 16,0 2-11-16,1 2 3 15,4 1-12-15,0-2-37 16,1-1-27-16,0-3-10 15,0-2-8-15,1-4-6 16,0-5-25-16,2-3-56 0,-1-3-13 16,0-9-14-16,0-2 11 15,-1-1 29-15,-1-1 41 16,-2 3 22-16,0 2 5 16,-1 1 21-16,-1 4 14 15,-1 3 19-15,1 2-6 16,-1 1-17-16,2 1-15 15,1 6 32-15,1 3 16 16,1 2-10-16,-1 1-21 16,1-1-14-16,1-2-11 15,-1-1-7-15,0-5 7 16,0-2-2-16,0-2-6 16,-1-1 0-16,2-8-1 15,-1-3-26-15,0-3 1 0,-1-2 2 16,1-1 11-16,0 2 12 15,-1 1 1-15,-1 6 0 16,-1 2 0-16,0 4 13 16,-1 3 4-16,1 1-8 15,1 7 19-15,1 2 11 16,1 2-3-16,1 1-16 16,1-1-7-16,-1-2-7 15,0-1-6-15,0-2-1 16,0-3-113-16,2-4-87 15,0-1-156-15,-2-6-445 0</inkml:trace>
  <inkml:trace contextRef="#ctx0" brushRef="#br0" timeOffset="64967.69">15646 7341 1235 0,'0'0'197'16,"0"0"-69"-16,0 0-13 15,0 0-14-15,0 0-25 16,0 0-25-16,0 0-5 16,28 0 1-16,-23-10-1 15,-1-1 19-15,-1-2-2 16,-3-1 32-16,0 2-17 16,0 3 13-16,-3 2 10 15,-3 3 1-15,-2 4 9 16,-2 0-25-16,0 6-11 15,-2 4-5-15,3 4-13 16,2 2-21-16,4 1-18 16,3 0-6-16,0 1-7 0,7-2-5 15,3-3-105-15,14 1-123 16,-3-6-328-16,2-3-588 0</inkml:trace>
  <inkml:trace contextRef="#ctx0" brushRef="#br0" timeOffset="65082.45">15890 7394 1618 0,'0'0'320'15,"0"0"308"-15,0 0-340 16,0 0-75-16,8-38-114 16,-13 32-60-16,-4 1-39 15,-16 2-153-15,0 1-392 16,-3 0-1038-16</inkml:trace>
  <inkml:trace contextRef="#ctx0" brushRef="#br0" timeOffset="66289.72">9567 3607 1164 0,'0'0'669'16,"0"0"-349"-16,0 0 0 0,0 0-3 15,0 0-53-15,0 0-105 16,-20-16-72-16,19 32-23 16,0 7 2-16,-1 5-9 15,2 3-10-15,0 1 1 16,0-2 0-16,0-1-27 15,0-2-6-15,0-4-6 16,2-2-8-16,-2-4-1 16,0-3-8-16,0-4-49 15,-4-3 2-15,-4-4-38 0,0-3-6 16,-4-1-9 0,0-9-75-16,-1-3 34 0,-1-2 62 15,1 0 56-15,1 2 24 16,1 2 7-16,5 4 45 15,2 3 45-15,3 3 9 16,1 1-34-16,0 1-30 16,8 8-17-16,4 2 48 15,4 4-21-15,3 0-8 16,3 0-10-16,1-2-8 16,2-3-2-16,1-2-10 15,0-3-5-15,0-4-2 16,-4-1-33-16,-3-4-24 15,-6-4-27-15,-6-3-22 16,-4-3 10-16,-3-2 30 16,0 0 42-16,-1 1 15 15,-4 2 9-15,1 5 1 0,0 4 32 16,0 4 16-16,0 2-22 16,0 8 0-16,-1 4 4 15,0 4-8-15,2 1-10 16,1 0-1-16,1 0-12 15,1-3-34-15,0 3-122 16,0-5-145-16,0-4-454 0</inkml:trace>
  <inkml:trace contextRef="#ctx0" brushRef="#br0" timeOffset="66441.05">9773 3853 838 0,'0'0'1050'0,"0"0"-895"16,0 0-155-16,0 0-136 15,0 0-677-15</inkml:trace>
  <inkml:trace contextRef="#ctx0" brushRef="#br0" timeOffset="68572.25">9925 4072 795 0,'0'0'253'16,"0"0"26"-16,0 0-77 0,0 0 16 15,0 0-55-15,-42-17-11 16,27 14-39-16,-3 1-48 16,-2 1 54-16,-3 1-23 15,-1 0-41-15,-2 0-5 16,0 3 7-16,1 3 3 16,0 1 4-16,0 1-11 15,1 0-8-15,1 2-1 16,2 0-7-16,1 1-9 15,1 0 4-15,-1 0-7 16,1 0-1-16,2 1-2 16,-2-1 11-16,0 0-7 15,-1 1-8-15,0 0 1 0,1-1 1 16,1 1-4-16,1 0-2 16,1 1-4-16,2-2 5 15,2 1-7-15,1 1-1 16,2-1 1-16,1 3-2 15,2 1-6-15,0 2 12 16,3 0-7-16,3 2-4 16,0 0 7-16,0 2-8 15,0 0 0-15,3 2 1 16,3-3 7-16,0 0-2 16,1-2-5-16,1 0 14 15,0-1-8-15,1-1-6 16,3 0 5-16,-2-1-5 15,3 0 10-15,-1-2-10 16,1-3 5-16,0 0-6 16,1-2 10-16,0-1-9 15,0-1 6-15,2-2 8 0,1-3-7 16,2-1 2-16,2-1-1 16,1 0-4-16,3-5-4 15,-1-1 6-15,1-1-6 16,-1 1-1-16,0 0 1 15,-1 2 1-15,-3-2-1 16,-1 1 5-16,0 2-6 16,-2-2 0-16,-2 2 1 15,-1 0 1-15,-1 1-2 16,-2 0-6-16,2 0 5 0,-2 0 1 16,1-1 1-1,1 0 4-15,0-2-5 0,1-1 0 16,1 0 0-16,1-2 6 15,-1-2-5-15,0 1 11 16,0-3-12-16,-2 1 1 16,0-1 5-16,-3-2-5 15,0-1 8-15,-2-2-7 16,-1-3 7-16,-2-2 1 16,-1 1-8-16,0-1-2 15,-2 2 0-15,0 0 11 16,-2 3-10-16,0 1 10 15,0 2-5-15,0 0 1 0,-4 1 2 16,0 1 0-16,-1 0-3 16,0-1 0-16,-2 1 0 15,0 0 0-15,-1 0 6 16,-1-1 3-16,-1 1 2 16,0 0-10-16,0 0 2 15,1 2 3-15,-1-1 5 16,0 1-12-16,1 1-5 15,-1 0 0-15,0 1 0 16,1 1 1-16,0 0 0 16,0 1-1-16,0 0 0 15,1 1 0-15,1 2-8 16,1-1 2-16,0 3 5 16,1-1-5-16,0 1 6 0,2 1-13 15,0-1 5-15,2 1-1 16,-1 0-1-16,1 0 1 15,1 0 8-15,0 0-6 16,0 0-11-16,0 0-17 16,0 0-71-16,2 0-116 15,3 0-138-15,0-2-442 0</inkml:trace>
  <inkml:trace contextRef="#ctx0" brushRef="#br0" timeOffset="68724.26">9902 4112 1650 0,'0'0'287'0,"0"0"-111"0,0 0-114 16,0 0-62-16,0 0-169 16,0 0-484-16</inkml:trace>
  <inkml:trace contextRef="#ctx0" brushRef="#br0" timeOffset="70975.62">12072 1970 1169 0,'0'0'284'15,"0"0"-15"-15,0 0-62 16,0 0 7-16,0 0-47 16,-42-8-49-16,30 8-9 15,-2 0-17-15,0 1-13 16,-1 3 9-16,0 4 9 0,0 1-13 15,0 2-20 1,1 3 0-16,0 3-7 0,4 2-3 16,0 1-10-16,2 1 2 15,3-1-4-15,2 1-3 16,3-2-11-16,0 0-1 16,1-2 3-16,5 0 0 15,3-2 3-15,1 1 0 16,1-2 6-16,3 1-4 15,1-3 4-15,2 0-6 16,3-2-3-16,3-2 6 16,0-1-5-16,0-3-4 15,0 0-10-15,-3-3-2 16,0-1-5-16,0 0 10 16,-4 0-5-16,-1-4-9 0,-2-2 12 15,-1-2-6-15,0-1 13 16,-1-2-4-16,1-1-10 15,-2-2 8-15,-1 0 1 16,-1-2-1-16,-2-2-4 16,-1 0 0-16,-2 0-15 15,-1-2 0-15,-2 1 0 16,0 0 0-16,0 1 0 16,-5 1 0-16,0 2 0 15,-1 1 0-15,-1 2 0 16,-1 2 0-16,0 0 0 15,1 3 0-15,0 0 0 0,-2 3 0 16,2-1 0-16,-2 0 0 16,-1 2 0-16,-1 0 0 15,-1 0 0-15,0 1 0 16,0 2 0-16,1 0 0 16,0 0 0-16,0 0 0 15,2 0 0-15,1 3-9 16,-1 0-3-16,3 1-8 15,-1 0 19-15,1 0-15 16,2 1 8-16,0-2-7 16,3 0-33-16,-1 0-28 15,2-1-20-15,0 0-48 16,0-1-20-16,3 1-101 0,2 0-347 16,0-2-273-16</inkml:trace>
  <inkml:trace contextRef="#ctx0" brushRef="#br0" timeOffset="71137.52">12119 1987 1597 0,'0'0'626'0,"0"0"-323"16,0 0-96-16,0 0-112 15,0 0-81-15,0 0-14 16,0 0-251-16,-2 11-526 0</inkml:trace>
  <inkml:trace contextRef="#ctx0" brushRef="#br0" timeOffset="79390.6">8875 3768 1038 0,'0'0'278'15,"0"0"-31"-15,0 0-10 0,0 0-15 16,0 0-15-16,-38-33-49 15,35 31-14-15,0 2-17 16,2 4-50-16,-1 9-41 16,2 11 30-16,0 14 19 15,2 8-27-15,4 4-10 16,-1-8-24-16,-2-12-11 16,-1-10-4-16,-1-4-7 15,-1 2-2-15,0 1-45 16,0 0-100-16,-3-5-59 15,-2-4 12-15,-3-6-22 0,-2-4-19 16,0 0-67 0,-3-9 48-16,-1-4 55 0,0-3 99 15,-1-2 92-15,1 1 6 16,1 2 95-16,3 2 66 16,1 3 2-16,5 4 21 15,1 4-4-15,3 2-60 16,0 4-64-16,3 7 77 15,6 4 11-15,3 3-43 16,4 2-27-16,1 1-16 16,3-3-18-16,2-1-23 15,1-4-7-15,-3-3-4 16,0-4-6-16,-4-3-46 16,-4-3-31-16,-3 0-4 15,-1-6-33-15,-4-3-24 0,-2-3-8 16,-1-1 18-1,-1-1 51-15,0 1 34 0,-2 0 33 16,-2 3 10-16,1 3 25 16,0 3 21-16,1 3 43 15,0 1-45-15,-1 3-26 16,1 6 2-16,-1 4 4 16,1 0-8-16,0 2-15 15,2-1-1-15,-2-1-34 16,1 1-130-16,0-2-206 15,0-4-637-15</inkml:trace>
  <inkml:trace contextRef="#ctx0" brushRef="#br0" timeOffset="79566.33">9013 4083 1551 0,'0'0'304'15,"0"0"-55"-15,0 0-134 16,0 0-53-16,0 0-62 16,0 0-13-16,0 0-249 15,-11 24-580-15</inkml:trace>
  <inkml:trace contextRef="#ctx0" brushRef="#br0" timeOffset="83259.31">4629 3077 871 0,'0'0'338'16,"0"0"-77"-16,0 0 68 16,0 0-73-16,0 0-31 0,0 0-65 15,0 0-40-15,6-4-38 16,9 2 19-16,7 0-14 15,5-3-13-15,5 2 1 16,0-2-22-16,-1 0-30 16,-1 0 3-16,-3 0-19 15,-4 2-1-15,-4 0-4 16,-4 1-2-16,-5 1-44 16,-5 1-86-16,-3 0-70 15,-2 0-59-15,-9 6-126 16,-4 2-203-16,-3-1-524 0</inkml:trace>
  <inkml:trace contextRef="#ctx0" brushRef="#br0" timeOffset="83521.2">4627 3175 1235 0,'0'0'389'0,"0"0"-97"15,0 0-36-15,0 0-63 16,0 0-5-16,41-5 5 16,-17-1-23-16,6-1-57 15,1-1-33-15,0 1-27 16,-1-1-22-16,-4 2-4 16,-3 0-12-16,-5 2-7 0,-3 0-7 15,-5 3-1-15,-3 1-40 16,-2 4-125-16,-4 4-208 15,-1 0-377-15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7:26.735"/>
    </inkml:context>
    <inkml:brush xml:id="br0">
      <inkml:brushProperty name="width" value="0.05292" units="cm"/>
      <inkml:brushProperty name="height" value="0.05292" units="cm"/>
      <inkml:brushProperty name="color" value="#FF0000"/>
    </inkml:brush>
  </inkml:definitions>
  <inkml:trace contextRef="#ctx0" brushRef="#br0">8648 3290 1513 0,'0'0'258'0,"0"0"-128"16,0 0 15-16,17-38-5 15,-5 33-29-15,3 5-42 16,2 0-15-16,2 11-7 15,-2 6 13-15,-2 5-2 16,-4 4-27-16,-5 3 3 16,-5 0-5-16,-1 0-7 0,-4-1-12 15,-5-3 5 1,-1-4-4-16,0-4-5 0,2-5-6 16,2-6 1-16,3-5 6 15,1-1-5-15,2-14-2 16,0-10-20-16,3-3-29 15,7-4-8-15,1-3-1 16,1 5 17-16,1-2 21 16,-1 3 20-16,-2 4-1 15,-2 2 2-15,-2 4 10 16,-2 5 7-16,-2 5 34 16,-2 2 8-16,0 5 5 15,0 1-9-15,0 5-16 16,0 9-12-16,0 6 16 0,-1 5 18 15,1 2-18-15,0 1-5 16,0-1-14-16,4-3-24 16,4-2 16-16,1-4-16 15,2-4-1-15,1-4-15 16,-1-4-50-16,2-5-50 16,-2-1-35-16,0-9-31 15,-3-5-32-15,0-3-1 16,-3-3 71-16,0 0 85 15,-3 2 54-15,-1 3 4 16,-1 4 45-16,0 3 80 16,0 5 52-16,0 3 8 15,-3 2-63-15,-1 10-69 0,0 4 34 16,1 5 23-16,2 2-16 16,1-1-41-16,0-1-13 15,6-3-2-15,1-5-10 16,2-2-13-16,1-6-5 15,0-3 1-15,0-2-4 16,-2-3 7-16,0-9-4 16,-2-2-5-16,-2-4-5 15,-4-3-12-15,0 0-2 16,0 1-17-16,-6 3 10 16,-3 4-28-16,0 8-43 15,-3 5-97-15,-4 7-127 16,4 5-306-16,4 1-461 0</inkml:trace>
  <inkml:trace contextRef="#ctx0" brushRef="#br0" timeOffset="151.28">9039 3393 1614 0,'0'0'268'16,"0"0"-98"-16,0 0-102 15,0 0-68-15,0 0-46 16,0 0-355-16</inkml:trace>
  <inkml:trace contextRef="#ctx0" brushRef="#br0" timeOffset="2239.92">7905 7724 1224 0,'0'0'387'0,"0"0"-115"16,0 0-8-16,0 0-38 15,0 0-39-15,0 0-32 0,0 0-39 16,7-16-43 0,5 9-26-16,5-1-20 0,0 0-15 15,3 0-6-15,-1-1-6 16,-3 2-6-16,0 1-99 16,-3 2-123-16,-3 4-62 15,-3 2-257-15,-3 4-126 0</inkml:trace>
  <inkml:trace contextRef="#ctx0" brushRef="#br0" timeOffset="2434.9">7945 7789 1104 0,'0'0'689'15,"0"0"-471"-15,0 0 12 16,0 0-97-16,0 0 8 15,0 0-28-15,0 0-52 16,28-21-31-16,-15 15-30 16,8 1-52-16,-4 4-118 15,0 1-389-15</inkml:trace>
  <inkml:trace contextRef="#ctx0" brushRef="#br0" timeOffset="4243.55">8895 7708 20 0,'0'0'210'16,"0"0"145"-16,0 0-155 15,0 0 34-15,0 0-35 16,0 0-23-16,-4-8-14 16,4 7 12-16,0 0-11 15,0 1-18-15,0-2-18 0,0 1-21 16,6-1-8 0,4 0-17-16,5-2 6 0,5-1 6 15,5-1 25-15,4-1-15 16,3 1-40-16,1 1-24 15,-2 0-14-15,-4 2-11 16,-4 1-7-16,-5 1-1 16,-7 1-4-16,-4 0 4 15,-3 0-5-15,-4 0-1 16,0 0-10-16,0 0-59 16,-3 0-70-16,-6 3-48 15,-7 7-94-15,0 0-89 0,0-1-257 16</inkml:trace>
  <inkml:trace contextRef="#ctx0" brushRef="#br0" timeOffset="4610.03">8928 7781 1220 0,'0'0'331'15,"0"0"-96"-15,0 0-93 16,0 0 20-16,0 0-10 0,0 0 2 16,0 0 17-16,38 2 0 15,-18-4-13-15,5-4-50 16,2-2-23-16,2 0-26 15,-3-1-13-15,-1 2-23 16,-4 0-8-16,-4 2-9 16,-6 1-5-16,-3 2 5 15,-3 1-5-15,-4 1 0 16,0 0-1-16,-1 0-30 16,0 0-59-16,-7 8-137 15,-2 3-140-15,-3 2-473 0</inkml:trace>
  <inkml:trace contextRef="#ctx0" brushRef="#br0" timeOffset="11209.48">7851 7036 1592 0,'0'0'513'16,"0"0"-325"-16,0 0-41 15,0 0 18-15,0 0-6 16,0 0-44-16,36-1-42 0,-16-4-31 15,1-1-25-15,1-1-1 16,-3 0-8-16,-2 1-8 16,-3 0-18-16,-4 1-64 15,-2 3-123-15,-3 2-61 16,-1 0-243-16,-4 0-179 0</inkml:trace>
  <inkml:trace contextRef="#ctx0" brushRef="#br0" timeOffset="11420.22">7897 7106 1392 0,'0'0'493'16,"0"0"-325"-16,0 0-3 0,0 0-17 15,41-3-20-15,-17-4-72 16,2 0-22-16,0-1-20 15,-2 1-14-15,-5 1-58 16,-2-2-110-16,-6 3-224 16,-5 1-665-16</inkml:trace>
  <inkml:trace contextRef="#ctx0" brushRef="#br0" timeOffset="12602.06">7621 6525 1107 0,'0'0'406'0,"0"0"-116"16,0 0-66-16,0 0-37 0,0 0-30 15,0 0-31-15,42-14-14 16,-25 7-39-16,2 0-17 15,-1-1-5-15,0-1-20 16,-3 0-7-16,0 0-10 16,-3 0-4-16,-1 0-8 15,-3 1-2-15,-1 1-6 16,-4 3-90-16,-3 2-117 16,0 1-138-16,-1 1-374 0</inkml:trace>
  <inkml:trace contextRef="#ctx0" brushRef="#br0" timeOffset="13035.52">7643 6377 684 0,'0'0'631'16,"0"0"-394"-16,0 0-16 15,0 0-27-15,0 0-30 16,0 0-53-16,0 0-43 0,-9-8-33 16,9 12-17-1,-2 6-9-15,1 3 16 16,-2 5 63-16,-1 4-24 15,0 2-12-15,1 3-8 0,0-1 1 16,1-1-2 0,1-2-10-16,1-5-14 0,0-4 8 15,0-4-10-15,5-5-2 16,4-1 1-16,1-3 5 16,3-1 4-16,2 0-7 15,2-1-6-15,-1-5-6 16,0-1-4-16,-1-1-2 15,0-1-62-15,3 0-170 16,-5 1-146-16,-3 4-536 0</inkml:trace>
  <inkml:trace contextRef="#ctx0" brushRef="#br0" timeOffset="14721.52">15432 1007 491 0,'0'0'1135'15,"0"0"-902"-15,0 0 6 16,0 0-37-16,0 0-120 16,0 0-45-16,16 9 16 0,-6 8 7 15,4 2-7-15,4 1-17 16,1-1-2-16,3-2 1 16,-2-4-16-16,-1-4-10 15,-2-4-3-15,-4-4 0 16,-4-1 10-16,-2-4 2 15,-2-6-10-15,0-3-8 16,-3-3 0-16,-1 0 0 16,-1 2 0-16,0 2 13 15,0 4 12-15,0 4 38 16,0 3-9-16,0 1-42 16,3 4-12-16,2 8 0 15,4 4 0-15,1 2 1 0,1 6 5 16,0-1-6-1,-2 1 0-15,-1 0 6 0,-3-1-5 16,-4 0 0-16,-1-2-1 16,0-2 6-16,-9-1-4 15,-1-1-2-15,-3-3-20 16,-1 0-112-16,-4 1-128 16,4-3-346-16,1-4-556 0</inkml:trace>
  <inkml:trace contextRef="#ctx0" brushRef="#br0" timeOffset="14971.23">15712 1552 803 0,'0'0'709'0,"0"0"-607"15,0 0-76-15,0 0-7 16,0 0-18-16,0 0-1 16,38 33-179-16,-24-23-218 0</inkml:trace>
  <inkml:trace contextRef="#ctx0" brushRef="#br0" timeOffset="15124.38">15769 1805 978 0,'0'0'132'15,"0"0"-132"-15,0 0-2 16,0 0-239-16</inkml:trace>
  <inkml:trace contextRef="#ctx0" brushRef="#br0" timeOffset="15413.44">15675 1567 1750 0,'0'0'479'15,"0"0"-233"-15,0 0-28 16,0 0-79-16,0 0-55 16,0 0 7-16,0 55 8 15,7-27-27-15,2 2-36 16,3 6-20-16,3 5-15 0,-1 7 0 15,-5 0-1 1,-5-3-84-16,-4-13-297 0,0-11-542 16</inkml:trace>
  <inkml:trace contextRef="#ctx0" brushRef="#br0" timeOffset="16199.51">15795 2642 1307 0,'0'0'689'16,"0"0"-519"-16,0 0 39 15,0 0 21-15,0 0-41 16,-14 47-65-16,10-31-46 15,1 0-21-15,0-3-23 16,1-2-14-16,0-3-10 16,2-4-4-16,0-1-5 15,0-3 7-15,0-2-2 16,0-6-6-16,0-5-1 16,0-3-5-16,0-3 5 15,3 1 1-15,3 3 0 0,2 3 0 16,1 5 8-16,2 3 1 15,1 4-2-15,2 5 5 16,1 6 8-16,2 4 16 16,1 1-2-16,-3 0-5 15,-1-2-10-15,-3-2-8 16,-2-4-4-16,-5-4-6 16,0-3 8-16,-2-1 0 15,1-3 10-15,0-8 2 16,-2-4-15-16,1-5-5 0,-1-4-1 15,-1-1 0-15,0 0-20 16,0 3-27-16,0 5-19 16,1 5-42-16,1 5-73 15,2 7-139 1,2 0-338-16,-3 3-482 0</inkml:trace>
  <inkml:trace contextRef="#ctx0" brushRef="#br0" timeOffset="16350.12">16006 2645 1960 0,'0'0'385'0,"0"0"-237"16,0 0-51-16,0 0-97 16,-52 8-121-16,30-2-506 0</inkml:trace>
  <inkml:trace contextRef="#ctx0" brushRef="#br0" timeOffset="18971.85">6045 7706 170 0,'0'0'908'16,"0"0"-579"-16,0 0-46 16,0 0-9-16,0 0-27 0,0 0-56 15,0 0-33-15,-12-6-21 16,12 4-43-16,0 0-28 15,9 0-14-15,4-2-4 16,2-1-15-16,3-1-15 16,1 0-9-16,-1 2-8 15,-2 0-1-15,-3 2-68 16,-3 0-112-16,-3 2-83 16,-2 2-232-16,-5 3-185 0</inkml:trace>
  <inkml:trace contextRef="#ctx0" brushRef="#br0" timeOffset="19197.31">6033 7823 636 0,'0'0'1220'15,"0"0"-933"-15,0 0-98 16,0 0-79-16,0 0 12 15,0 0-27-15,0 0-35 16,45-29-41-16,-27 18-4 16,2 1-15-16,-1 2-79 15,12-1-105-15,-5 4-334 16,-2-1-531-16</inkml:trace>
  <inkml:trace contextRef="#ctx0" brushRef="#br0" timeOffset="19943.6">7233 7570 922 0,'0'0'488'15,"0"0"-231"-15,0 0 1 16,0 0-6-16,0 0-34 0,0 0-36 16,0 0-37-16,46-16-36 15,-29 10-38-15,3 0-24 16,1-1-22-16,0-2-10 15,-2 1-9-15,-1 1-6 16,-2 0-21-16,-4 2-73 16,-3 3-115-16,-4 2-78 15,-3 0-326-15,-2 4-296 0</inkml:trace>
  <inkml:trace contextRef="#ctx0" brushRef="#br0" timeOffset="20129.05">7319 7621 1237 0,'0'0'629'0,"0"0"-411"15,0 0-95-15,0 0-49 16,0 0-2-16,38-24-27 16,-21 17-28-16,2 1-17 15,-1 0-20-15,6 0-74 16,-4 0-216-16,-4 1-336 0</inkml:trace>
  <inkml:trace contextRef="#ctx0" brushRef="#br0" timeOffset="26374.21">6594 5325 146 0,'0'0'151'0,"0"0"200"16,0 0-36-16,0 0-49 0,0 0-36 15,0 0-14-15,-5-3-28 16,4 3-9-16,1 0-28 15,0-1-29-15,0 1-19 16,0 0 0-16,3 0-21 16,6 0 28-16,4 0 2 15,4 0-14-15,5 0-15 16,3-3-12-16,5-2-9 16,4 0-14-16,0-2-8 15,2 2-4-15,-1-3-10 16,0 2-4-16,-1-1-4 15,7 0 9-15,7-1-17 16,6 0 13-16,-5 1 2 16,-11 3-5-16,-13 1-10 15,-10 2-4-15,2 1 0 16,2-1-4-16,2 1-1 0,-2 0 1 16,-1 0-1-16,-4 0 8 15,0-1 1-15,-2 1-10 16,-3 0 0-16,0-2 1 15,-1 0 12-15,-2 1-7 16,0 0 1-16,-3 0-6 16,0 0 10-16,-1 0-5 15,-1 0-5-15,-1 1 1 16,0 0-1-16,0 0-1 16,0 0 0-16,-1 0-42 15,-7 0-41-15,-15 8-113 0,2 2-314 16,-4-1-421-16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8:04.431"/>
    </inkml:context>
    <inkml:brush xml:id="br0">
      <inkml:brushProperty name="width" value="0.05292" units="cm"/>
      <inkml:brushProperty name="height" value="0.05292" units="cm"/>
      <inkml:brushProperty name="color" value="#FF0000"/>
    </inkml:brush>
  </inkml:definitions>
  <inkml:trace contextRef="#ctx0" brushRef="#br0">8214 3271 1098 0,'0'0'313'16,"0"0"-62"-16,0 0-11 15,0 0-9-15,0 0-25 16,0 0-53-16,-10-26-52 15,7 41-57-15,1 17-23 16,-2 16-1-16,1 7 24 16,-2 0 1-16,1-9-23 15,0-14 4-15,1-6-10 0,-1-6-8 16,1-4-1-16,0 2-5 16,-1-1-2-16,0-2 0 15,-2-6-16-15,-1-5-1 16,-1-4 8-16,-1-1 2 15,-4-10 6-15,0-5 0 16,0-1 1-16,3-1 1 16,2 3-1-16,4 4 8 15,3 5-2-15,1 4-6 16,1 2-15-16,9 5-7 16,4 6 22-16,4 6 17 15,2 1-5-15,2 1-6 16,2 0-5-16,2-3 10 15,1-1-10-15,-1-4 0 16,-2-3 0-16,-3-5 0 0,-6-3-1 16,-5 0-19-16,-4-4-30 15,-4-8 14-15,-2-1 0 16,0-1 9-16,-2-1 19 16,-4 3 6-16,1 5 0 15,1 5 1-15,-1 2 0 16,-2 8 0-16,-1 6 0 15,0 4 0-15,0 2 0 16,1 1 0-16,-1 0 4 16,2-2-4-16,-1-1-9 15,3 4-142-15,1-5-186 0,1-5-423 16</inkml:trace>
  <inkml:trace contextRef="#ctx0" brushRef="#br0" timeOffset="140.32">8479 3653 527 0,'0'0'1097'15,"0"0"-897"-15,0 0-115 16,0 0-85-16,-49 28-320 0</inkml:trace>
  <inkml:trace contextRef="#ctx0" brushRef="#br0" timeOffset="4099.07">8170 3894 329 0,'0'0'19'15,"0"0"469"-15,0 0-253 0,0 0-68 16,0 0-36-16,0 0-22 15,0 0-33-15,-5-2-21 16,4 4 15-16,0 3 6 16,0 1 1-16,1 4-30 15,0 2 9-15,0 6 4 16,3 4 10-16,4 4 10 16,-1 9 5-16,2 7-20 15,1 9-16-15,0 3 6 16,-2-2 6-16,0-2-2 15,-1-5 4-15,-2 2-2 16,1 0-3-16,0-1-12 16,-1-3-4-16,0-1-17 15,-1-4 1-15,-1-1-4 16,-2-6 4-16,2-5-7 0,-1-6 2 16,-1 0 0-16,2 3 1 15,0 2-1-15,-1 3 6 16,1-1-21-16,-2-2 6 15,1 0-4-15,1-2 3 16,-1-2-2-16,1-2-3 16,-1-3-5-16,1-2 0 15,0-2 0-15,-1-2 0 16,0-1 5-16,-1 0-1 16,0 0-5-16,0-1 0 15,-1 0 1-15,-2 0 0 16,-2-2-1-16,1-2 0 15,-1 0-16-15,0-4-30 0,2 0-76 16,-2-16-160 0,1-4-349-16,0-4-797 0</inkml:trace>
  <inkml:trace contextRef="#ctx0" brushRef="#br0" timeOffset="4805.11">8339 4230 1264 0,'0'0'348'0,"0"0"-82"16,0 0-8-16,0 0-81 15,0 0-92-15,0 0-4 16,2 64 32-16,3-12-9 0,-1 7-20 15,0-6-18-15,-2-12-22 16,1-13-8-16,-2-8-25 16,0-3 2-16,0 0-13 15,0-1 1-15,0-3 11 16,0-5-12-16,0-6-13 16,0-2 1-16,2-6 4 15,0-6-8-15,3-2 1 16,0 0-9-16,1 2 23 15,0 3-13-15,0 5 14 16,0 2-9-16,2 2-5 16,-1 1 7-16,1 4 7 15,0 1-1-15,1 0 2 16,-1-3-1-16,0-1 0 16,-1-2 6-16,-1-1 2 0,1-6-8 15,-3-4-8 1,-1-1 7-16,-1-1 1 0,-1 2-1 15,-1 2 1-15,-1 4 6 16,0 3 24-16,2 2-13 16,0 3-7-16,1 7-4 15,1 3 24-15,0 3-8 16,0-1-7-16,-1 0-9 16,-2-2-6-16,-1-3-18 15,0-2-137-15,0-7-119 16,-6-1-384-16,-2 0-649 0</inkml:trace>
  <inkml:trace contextRef="#ctx0" brushRef="#br0" timeOffset="4943.15">8443 4305 1046 0,'0'0'349'0,"0"0"-257"15,0 0-92-15,0 0 9 16,0 0-9-16,57 44-158 15,-38-31-438-15</inkml:trace>
  <inkml:trace contextRef="#ctx0" brushRef="#br0" timeOffset="5276.82">8563 4343 1302 0,'0'0'356'0,"0"0"-142"16,0 0-140-16,0 0-4 15,0 0 58-15,29 49-21 16,-19-29-31-16,-2 0-20 16,-4 0-28-16,-1-2-16 15,-3-1-1-15,0-3-10 16,0-6 7-16,-1-5-8 16,-2-3 22-16,0-8-10 15,1-8-3-15,1-5-9 16,1-1 8-16,0 1-8 15,6 4 9-15,4 6 4 16,1 6-5-16,1 5 1 16,2 1 0-16,0 9-2 0,1 3 0 15,-2 2-7-15,-1 1 0 16,-1 0-7-16,-3 2-119 16,-2-4-348-16,-2-5-394 15</inkml:trace>
  <inkml:trace contextRef="#ctx0" brushRef="#br0" timeOffset="5631.15">8744 4322 1084 0,'0'0'174'16,"0"0"-35"-16,0 0-53 0,0 0-14 15,0 0-29-15,41 22-17 16,-35-22 4-16,0 0 13 16,-5-4 37-16,0-4 18 15,-1 0-31-15,0-2 7 16,-4 1-20-16,-3 1 12 16,0 4 12-16,0 0 5 15,1 4 10-15,0 0-16 16,0 7-23-16,2 4 7 15,3 4 9-15,1 1-15 16,0 2-28-16,5 0-16 0,7-1-10 16,2-3-2-1,5-5-60-15,14-6-126 0,-4-1-296 16,-4-2-354-16</inkml:trace>
  <inkml:trace contextRef="#ctx0" brushRef="#br0" timeOffset="6209.35">8939 4249 712 0,'0'0'988'0,"0"0"-693"15,0 0-42-15,0 0-90 16,0 0-18-16,-30 36-33 16,30-23-39-16,0 1-28 15,0 1-24-15,3-3-9 16,3-1-12-16,0-4-6 0,0-3-88 15,0-4-21-15,0 0 21 16,-1-7 17-16,0-3-4 16,0-2 7-16,-2 1 43 15,-1 2 25-15,-1 1 6 16,-1 5 13-16,0 1 36 16,0 2-2-16,0 2-2 15,0 4 20-15,2 2 9 16,0 1-13-16,2-1-27 15,1-1-5-15,2-2-4 16,3-3-6-16,0-2 4 16,3-2-8-16,-2-6-3 15,0-4-5-15,-2-2 4 0,-4-3-4 16,-3-2 0 0,-2-1 8-16,0 0-15 0,-3 3 1 15,-2 3 5-15,-1 4-4 16,1 3-1-16,2 3 4 15,0 2-4-15,3 2-2 16,0 0-4-16,0 3-10 16,1 7 9-16,4 3 6 15,1 4 0-15,0 3 0 16,0 1 6-16,0 1 9 16,1-1 12-16,0 0 22 15,1-5-10-15,2-1-20 0,0-4-8 16,1-1-11-16,1-4 0 15,5 3-79-15,-2-2-223 16,-4-3-581-16</inkml:trace>
  <inkml:trace contextRef="#ctx0" brushRef="#br0" timeOffset="6457.94">8675 4855 2198 0,'0'0'361'0,"0"0"-210"0,67-26-60 16,-2-4 18-16,9-5 5 16,0 0-52-16,-9 5-26 15,-15 8-19-15,-9 6-8 16,-13 7-9-16,-10 2-49 15,-6 6-129-15,-3 1-201 16,-5 0-524-16</inkml:trace>
  <inkml:trace contextRef="#ctx0" brushRef="#br0" timeOffset="6666.3">8700 5001 2154 0,'0'0'322'0,"0"0"-152"16,0 0-32 0,80-10-21-16,-12-18-9 0,8-7-56 15,-4-3-6-15,-16 9-23 16,-20 10-23-16,-13 6-11 16,-8 3-84-16,-3-2-168 15,-3 0-373-15,-6 3-1191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8:28.512"/>
    </inkml:context>
    <inkml:brush xml:id="br0">
      <inkml:brushProperty name="width" value="0.05292" units="cm"/>
      <inkml:brushProperty name="height" value="0.05292" units="cm"/>
      <inkml:brushProperty name="color" value="#FF0000"/>
    </inkml:brush>
  </inkml:definitions>
  <inkml:trace contextRef="#ctx0" brushRef="#br0">7316 2604 975 0,'0'0'324'0,"0"0"-44"16,0 0 60-16,0 0-55 15,0 0-118-15,0 0-42 16,12-5-30-16,25 2 57 16,24 0 12-16,13 0-30 15,9 0-39-15,-1 0-18 16,-4-1-19-16,1 0-4 15,1-1-12-15,2-2-11 16,0-2-8-16,-1-1 10 16,-4-1-12-16,-5-1-12 15,-7 0-9-15,-12 2 8 0,-12 3 3 16,-15 2-11-16,-10 2-1 16,-8 2 1-16,-2 0-1 15,-3 0-13-15,-1 1-22 16,-2 0-72-16,-8 2-76 15,-28 10-151-15,2-1-245 16,-5 0-231-16</inkml:trace>
  <inkml:trace contextRef="#ctx0" brushRef="#br0" timeOffset="377.91">7447 2774 1692 0,'0'0'305'16,"0"0"-48"-16,0 0-133 15,0 0-27-15,0 0 66 16,39-4 58-16,8-2-24 16,25-1-51-16,11-3-44 15,7-1-34-15,1-2-3 16,-3-1-20-16,3-2 6 15,3 0 3-15,-5-1-26 16,-3 1-13-16,-7 2 17 16,-10 1-20-16,-8 2-2 15,-13 3 2-15,-12 2 0 0,-13 2-2 16,-7 2-9-16,-2-2 0 16,-1 2 0-16,-3 0 0 15,-5 0 5-15,-4 2 0 16,-1 0-6-16,0 0-10 15,-27 8-47-15,-1 3-99 16,-12 3-554-16</inkml:trace>
  <inkml:trace contextRef="#ctx0" brushRef="#br0" timeOffset="8097.33">7765 5671 129 0,'0'0'922'0,"0"0"-685"15,0 0-29-15,0 0-4 0,0 0-6 16,0 0-22-1,-8-2-45-15,8 2-47 0,0 0-38 16,0 0-6-16,0 1-14 16,2 4 25-16,5 3 40 15,0 1 7-15,4 3-23 16,1-1-15-16,1 1 1 16,1 0-15-16,0 0-18 15,-1-1-13-15,-1 0-1 16,0-3-5-16,-2 0-8 15,-3-2 7-15,-2 0-7 16,-1-3 0-16,-2-1 5 16,-1 1-5-16,-1-1 0 15,0 2 0-15,-2 2 1 16,-7 2-2-16,-2 1 0 0,-4 3-1 16,-2 0 0-16,0 1-45 15,0 2-60-15,3-2-162 16,5-3-442-16</inkml:trace>
  <inkml:trace contextRef="#ctx0" brushRef="#br0" timeOffset="9178.74">7734 6132 654 0,'0'0'689'0,"0"0"-437"16,0 0 3-16,0 0-35 16,0 0-29-16,0 0-59 15,0 0-55-15,-12 1-11 16,12-1-20-16,0 0-12 16,0 1-1-16,4-1 17 15,1 0 13-15,3 1-8 16,-1-1-11-16,0 0-7 15,-1 0-10-15,0 0-11 16,-2 0-4-16,-2 0-6 0,-1 0-5 16,0 0 5-16,-1 0-4 15,0 0 5-15,0 0 1 16,0 0-7-16,0 0 8 16,0 0-9-16,0 0 1 15,1 0-1-15,2 0 1 16,0 0-1-16,0 0 1 15,2 0 1-15,0 0-1 16,0 1 1-16,1-1-1 16,0 0 0-16,1 1 0 15,-1-1 0-15,0 1 1 16,0-1-2-16,-2 0 1 16,0 0 0-16,-1 1 0 0,-1-1 0 15,-1 0 0-15,-1 0-1 16,1 2 0-16,-1-2 0 15,0 0 0-15,0 1 0 16,0 0 0-16,0 2 1 16,-4 1-1-16,-3 1 1 15,0 2-1-15,-2 1 1 16,0 1 0-16,-2 1-1 16,1 1 1-16,-1 1-1 15,1-1 0-15,1 1 1 16,3-1 10-16,-1 0-4 15,3-2 8-15,1 0 3 16,2-3 1-16,1-2-8 0,0-1-5 16,0-1 6-16,0-1 0 15,5 0 10-15,2-1 13 16,3 0-5-16,1 0-6 16,3-3-6-16,0-2-9 15,1 0-8-15,0 0 14 16,-1-1-9-16,0 0-5 15,-2 1 7-15,-2 0-8 16,-3 2 1-16,-2 0-1 16,-2 2-1-16,-2 0-32 15,-1 0-49-15,0 1-101 16,0 0-169-16,-4 0-405 0</inkml:trace>
  <inkml:trace contextRef="#ctx0" brushRef="#br0" timeOffset="9377.34">7882 6301 1137 0,'0'0'982'16,"0"0"-742"-16,0 0-33 15,0 0-89-15,0 0 9 16,0 0-75-16,0 0-52 15,-4 2-51-15,3-3-269 16,-1-2-872-16</inkml:trace>
  <inkml:trace contextRef="#ctx0" brushRef="#br0" timeOffset="10357.64">2379 3424 176 0,'0'0'1249'0,"0"0"-983"15,0 0 0-15,0 0-75 16,-38 21-55-16,26-2-6 16,-2 3-22-16,-1 1-14 15,1-1-17-15,2-2-17 16,1-3-17-16,5-6-11 16,2-3-14-16,1-4-9 0,3-4 1 15,0 0 18-15,0-8 80 16,0-6-18-16,1-6-65 15,4-3-24-15,2-2 11 16,0 6-10-16,3 3 1 16,0 8-3-16,3 6-9 15,3 2 0-15,4 7 4 16,0 5 5-16,2 3 6 16,-2 0-5-16,-2 1 0 15,-2-2-1-15,-4 0-80 0,-3 0-170 16,-5-3-118-1,-4-3-394-15</inkml:trace>
  <inkml:trace contextRef="#ctx0" brushRef="#br0" timeOffset="10747.5">1709 3131 1661 0,'0'0'260'15,"0"0"-108"-15,0 0-86 16,0 0-14-16,14 37 57 0,-3-15-11 16,1 1-3-16,-1-1-25 15,-2-2-36-15,0-2-20 16,-2-5 3-16,-4-5-16 15,0-3 12-15,-3-4-7 16,0-1 8-16,0-6 66 16,-7-10-1-16,-5-11-49 15,-3-15-19-15,-1-10-10 16,5 4 7-16,4 10-8 16,7 16-24-16,0 12-11 15,3 0-11-15,6 1-55 16,2-1-23-16,2 4-66 15,5 3-118-15,-4 2-224 16,-4 1-325-16</inkml:trace>
  <inkml:trace contextRef="#ctx0" brushRef="#br0" timeOffset="10946.19">1585 3231 1438 0,'0'0'234'0,"0"0"-51"16,0 0-139-16,0 0-27 15,48-16-9-15,-20 3-8 16,5-1-51-16,13-14-124 16,-7 6-187-16,-6-1-417 0</inkml:trace>
  <inkml:trace contextRef="#ctx0" brushRef="#br0" timeOffset="11139.21">1860 2966 1181 0,'0'0'326'0,"0"0"47"0,0 0-98 15,0 0-122-15,0 0-71 16,-22 41 4-16,24-4 7 16,9-1-32-16,5-2-16 15,4-6-12-15,0-7-15 16,4-1-8-16,4 0-4 0,-1-6-6 15,2-7-59 1,5-10-172-16,-6-9-313 0,-7-4-761 16</inkml:trace>
  <inkml:trace contextRef="#ctx0" brushRef="#br0" timeOffset="11445.59">2011 3015 788 0,'0'0'839'16,"0"0"-671"-16,0 0-104 16,0 0-4-16,0 0 18 15,0 0-9-15,48-27-3 16,-39 24-16-16,-1 1-7 16,-3 2-5-16,-3 0 1 0,-2 2-13 15,0 7 3-15,0 5 46 16,-4 2 23-16,-1 3 0 15,2 1-20-15,3-2-32 16,0-1-20-16,3-3-13 16,10-4-7-16,4-6 6 15,6-4 1-15,3-2-13 16,2-10-101-16,5-13-131 16,-8 3-399-16,-8 0-1000 0</inkml:trace>
  <inkml:trace contextRef="#ctx0" brushRef="#br0" timeOffset="11654.31">2109 2791 1542 0,'0'0'271'0,"0"0"-69"16,0 0-67-16,45-11 7 15,-19 11-19-15,4 9-9 16,0 8-1-16,3 10-32 15,-3 12-7-15,-9 12-30 16,-9 8-22-16,-12 3-4 16,-7 5-18-16,-3-18-55 15,-6-4-479-15</inkml:trace>
  <inkml:trace contextRef="#ctx0" brushRef="#br0" timeOffset="29204.66">13542 3705 1587 0,'0'0'495'16,"0"0"-235"-16,0 0 31 0,0 0-70 15,0 0-93-15,0 0-62 16,-16 24-3-16,11 0 15 16,-1 3-30-16,1 3-17 15,1-2-17-15,0-1-8 16,2-4-5-16,0-3 1 16,1-4-2-16,1-3-14 15,-2-4-56-15,1-3-53 16,-3-3-48-16,-2-3-9 15,-2-1-15-15,-3-9 19 16,-2-3 36-16,1-4 107 16,0-2 33-16,2 1 23 15,3 2 56-15,1 5 76 0,4 4-10 16,1 4 10 0,1 3-26-16,0 0-62 0,3 9-39 15,6 3 50 1,2 6-8-16,5 1-23 0,1 1-11 15,4 0-11-15,2-2-14 16,2-3-10-16,0-4 0 16,-1-4-1-16,-4-3-20 15,-2-4-53-15,-4-1-81 16,-4-10-24-16,-3-4 27 16,-4-3 51-16,-2-3 66 15,-1 0 33-15,0 2 1 0,0 3 35 16,-4 6 13-1,1 6 35-15,-2 4-3 0,-1 0-45 16,-1 9-20-16,-2 6 3 16,0 4 15-16,2 2-6 15,0 1-12-15,2-1-1 16,1-4-14-16,1-1 0 16,3-2-51-16,0-4-189 15,0-4-484-15</inkml:trace>
  <inkml:trace contextRef="#ctx0" brushRef="#br0" timeOffset="29385.64">13707 3900 747 0,'0'0'1624'16,"0"0"-1102"-16,0 0-270 15,0 0-149-15,0 0-58 16,0 0-30-16,0 0-15 15,-31 24-40-15,8-1-197 16,2-4-458-16,-6 0-961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3:59:08.210"/>
    </inkml:context>
    <inkml:brush xml:id="br0">
      <inkml:brushProperty name="width" value="0.05292" units="cm"/>
      <inkml:brushProperty name="height" value="0.05292" units="cm"/>
      <inkml:brushProperty name="color" value="#FF0000"/>
    </inkml:brush>
  </inkml:definitions>
  <inkml:trace contextRef="#ctx0" brushRef="#br0">6617 1557 36 0,'0'0'757'16,"0"0"-582"-16,0 0-51 15,0 0-49-15,0 0-34 16,0 0-25-16,-30 11-16 15,30-7-22-15,0 0-71 16,2-2-122-16,6-2 21 16,-2 0-38-16,0 0 114 15,-5-1 118-15,-1 0 227 16,0-1 148-16,0 1-7 16,0 0-53-16,-5 1-58 15,-3 0-20-15,-2 0-34 16,-2 5-62-16,-2 8-31 15,-1 5-4-15,1 6 1 16,2 4 8-16,5 3-27 16,4 1-39-16,3-4-13 0,4-2-15 15,9-4-4-15,4-5-8 16,3-5-8-16,3-7 8 16,0-5-2-16,-1-5-1 15,-1-12-4-15,-3-5 4 16,-3-10 4-16,-6-8-8 15,-9-6-1-15,0 4-1 16,-9 10-12-16,-1 9-16 16,0 11 2-16,0 2 16 15,0 5-8-15,0 5-48 16,2 4-71-16,3 13-44 16,5 16 7-16,6-2-185 15,6-3-364-15</inkml:trace>
  <inkml:trace contextRef="#ctx0" brushRef="#br0" timeOffset="331.66">6887 1741 1523 0,'0'0'309'15,"0"0"-33"-15,7-38-61 16,-2 18-42-16,3-2-38 0,-1 0-41 15,0-1-38 1,-1 1-21-16,-2 4-20 0,-2 3 3 16,0 3 0-16,-2 2 1 15,0 1-1-15,0 2-6 16,0 4-6-16,0 1 4 16,0 2-10-16,0 3-10 15,4 8 9-15,0 5 1 16,2 3 8-16,1 3-7 15,1 0 8-15,1 1-4 16,2 0-5-16,3 0-7 16,10 2-114-16,-3-4-414 15,0-5-863-15</inkml:trace>
  <inkml:trace contextRef="#ctx0" brushRef="#br0" timeOffset="932.39">7652 1288 1947 0,'0'0'280'15,"0"0"-44"-15,-42-4-76 16,29 21-100-16,4 19-35 15,0 16-8-15,2 9 26 16,1 2 15-16,3-7 4 16,1-7 5-16,1-2-27 15,1-9-14-15,0-10-26 0,0-10-3 16,1-8-11-16,3-4-19 16,0-2-16-16,1-4-20 15,3-2 9-15,1-14 60 16,5-6 20-16,2-3-8 15,1 1-5-15,2 4 2 16,0 7-9-16,-2 5-10 16,-2 8 4-16,1 0 6 15,0 8 10-15,0 5 10 16,1 0-20-16,1 1 1 16,1-1-1-16,0-4-1 15,-1-3-6-15,-2-5-8 0,-1-1-6 16,-4-7-2-16,-3-7 23 15,-2-3 14-15,-2-3 7 16,-3 2 28-16,0 2 18 16,-1 5 23-16,0 4 3 15,0 6-15-15,0 1-53 16,1 4-13-16,2 6-10 16,1 5-1-16,0 1 7 15,0 2-7-15,-1 0-1 16,0-2 0-16,-2-3-28 15,-1-4-107-15,0-6-103 16,-1-3-84-16,-4 0-372 0</inkml:trace>
  <inkml:trace contextRef="#ctx0" brushRef="#br0" timeOffset="1066.96">7889 1469 1443 0,'0'0'247'0,"0"0"2"16,0 0-159-16,0 0-76 15,0 0 5-15,38 16-19 16,-14 0-81-16,-1-2-423 0</inkml:trace>
  <inkml:trace contextRef="#ctx0" brushRef="#br0" timeOffset="1400.32">8030 1550 1622 0,'0'0'286'0,"0"0"-45"0,0 0-169 16,0 0-34-16,0 0 10 16,10 45 30-16,-5-27-11 15,-3-2-11-15,1-1-24 16,-3-2-19-16,0-4 3 16,0-3-7-16,0-4-7 15,0-2 16-15,0-6 126 16,0-8-50-16,3-5-50 15,4-2-7-15,0 0-7 16,3 5-5-16,0 6-7 16,0 5-3-16,2 5-13 15,0 3 11-15,2 8 13 0,1 3-10 16,0 2-10-16,-2 1-5 16,0-2-1-16,-3-1-71 15,-5 0-182-15,-1-5-362 16,-4-4-662-16</inkml:trace>
  <inkml:trace contextRef="#ctx0" brushRef="#br0" timeOffset="1720.06">8214 1513 1430 0,'0'0'323'0,"0"0"-232"16,0 0-39-16,0 0 30 15,0 0 2-15,47 39-9 16,-29-35-28-16,0-3-17 0,-1-1-10 16,-2-5 7-16,-3-7 13 15,-2-2 25-15,-3-2 8 16,-3-2-4-16,-4 1 22 16,0 3 22-16,-5 4-1 15,-5 5-19-15,-4 5-23 16,-2 3-32-16,-1 11-19 15,1 6-3-15,4 5-7 16,7 3-3-16,5 0-5 16,5-1-1-16,13-3-23 15,26-6-147-15,-4-6-286 0,0-9-292 16</inkml:trace>
  <inkml:trace contextRef="#ctx0" brushRef="#br0" timeOffset="2261.9">8554 1458 942 0,'0'0'882'0,"0"0"-412"16,0 0-270-16,-44 1-38 15,34 10-69-15,1 4-14 16,3 4-27-16,3 0-16 16,3 2-17-16,0-1-11 15,6-3-8-15,4-6 0 16,1-4-67-16,2-6-2 0,-1-1 9 15,0-10-26 1,-3-4 50-16,-2-2 28 0,-3 0 8 16,-4 1 16-1,0 2 41-15,0 4 47 0,-4 5 8 16,-1 2-10-16,0 2-39 16,1 5-33-16,1 5-18 15,2 2-11-15,1 0 5 16,4 0-6-16,8-2-1 15,5-3-7-15,3-4 8 16,3-3 1-16,1 0-1 16,-2-7 0-16,-4-3 1 15,-3-3-1-15,-5-1 0 16,-3-1-36-16,-4 1-9 0,-3 1 18 16,0 2 9-1,0 4 12-15,0 2 6 0,0 2 1 16,0 2-1-16,0 1 0 15,1 2-9-15,3 8 9 16,0 4 14-16,2 5 19 16,0 1 7-16,0 4 9 15,1 0-10 1,2-3-16-16,3-1-13 0,0-3-2 16,3-6-8-16,11-7-58 15,-5-4-268-15,-1-1-815 0</inkml:trace>
  <inkml:trace contextRef="#ctx0" brushRef="#br0" timeOffset="3110.36">9651 1207 1952 0,'0'0'321'0,"0"0"-31"16,0 0-132-16,0 0-76 16,0 0-41-16,0 0-34 15,30 55 26-15,-7 14 37 16,3 12 10-16,-5 9 18 15,-4-5-29-15,-3-4 3 0,0-3-9 16,-2-4-12-16,1-12-32 16,-2-18-13-16,-3-16-6 15,-2-14 0-15,-2-5-1 16,-1-5-28-16,0-4-27 16,0-1 20-16,-1-20 27 15,-2-19-3-15,-7-16-21 16,-9-5 10-16,-4 8 10 15,-1 15-5-15,1 18 18 16,-5 3 0-16,-13 1 1 16,1 1-1-16,2 3 0 0,10 6 0 15,13 4-1-15,5 2 0 16,6-1 0-16,10 1-139 16,27 0 45-16,22-1 21 15,9-4-59-15,0-5-40 16,-15 1-29-16,-20-1-1 15,-11 2 55-15,-8 0 84 16,-3-1 59-16,-2-1 5 16,-4 0 85-16,-4 2 111 15,-2 0 11-15,-5 3-64 16,1 2 10-16,1 2-17 16,2 1-46-16,1 6-56 15,1 8-22-15,0 5-1 16,1 4-4-16,0 3-6 0,6-3 1 15,3-1 4-15,5-4-6 16,1-5-14-16,2-4-25 16,2-6-79-16,-3-3-56 15,-1-6-44-15,-2-9-60 16,-5-6-40-16,-3-3 65 16,-3-3 113-16,-2-1 140 15,0 3 18-15,0 4 120 16,-4 6 80-16,1 6-15 15,1 6-26-15,2 3-80 16,0 1-70-16,0 9-17 16,9 4-1-16,2 2-8 15,4 0-1-15,2 0-84 0,12-4-174 16,-5-3-298-16,-4-5-319 16</inkml:trace>
  <inkml:trace contextRef="#ctx0" brushRef="#br0" timeOffset="3413.62">10231 1515 1239 0,'0'0'333'0,"0"0"-32"16,0 0-194-16,0 0-64 15,0 0 5-15,0 38 12 16,0-21-1-16,-1 0-6 16,0-1-19-16,-1-3-12 15,0-3-14-15,0-2-7 16,0-7 7-16,2-1 5 15,0-5 22-15,0-9-20 16,0-5 8-16,5-4 0 0,3 0 10 16,1 3 17-16,0 4 4 15,-1 5-2-15,0 7-6 16,0 4-28-16,0 3 7 16,2 7-5-16,0 5-10 15,2 1-4-15,-1 2-6 16,8 4-110-16,-5-4-156 15,-1-4-317-15</inkml:trace>
  <inkml:trace contextRef="#ctx0" brushRef="#br0" timeOffset="3810.91">10470 1474 1709 0,'0'0'303'0,"0"0"89"16,0 0-191-16,0 0-65 15,0 0-86-15,0 0-27 16,0 0 2-16,-24 52 7 16,26-33-7-16,6 0-13 15,4-2-3-15,3-6-9 16,3-5-9-16,2-6 3 16,4-1 5-16,0-12-74 15,-1-7-58-15,-3-4 13 16,-3-9 53-16,-3-9 45 15,-6-12 21-15,-3 0 1 0,-2 8 11 16,-3 15 24-16,0 17 38 16,0 9 60-16,0 3 32 15,-2 2-48-15,1 6-78 16,-1 17-33-16,2 13 7 16,0 11 5-16,5 4-9 15,5-4 0-15,1-6-7 16,-1-11-2-16,-4-4 0 15,-1-7-109-15,-3 1-181 16,-2-5-353-16,0-3-314 0</inkml:trace>
  <inkml:trace contextRef="#ctx0" brushRef="#br0" timeOffset="4003.42">10643 1457 1640 0,'0'0'275'0,"0"0"26"15,0 0-190-15,0 0-12 16,0 0-14-16,51 4-29 16,-32 11-18-16,-2 3-9 15,-3 2-12-15,-5 1 1 16,-4-1-18-16,-5-2 0 16,-4-1-188-16,-7-6-379 15,0-6-616-15</inkml:trace>
  <inkml:trace contextRef="#ctx0" brushRef="#br0" timeOffset="4140.48">10771 1357 1362 0,'0'0'266'16,"0"0"-132"-16,0 0-99 16,0 0-35-16,56 22-47 15,-32-6-250-15,-1-1-481 0</inkml:trace>
  <inkml:trace contextRef="#ctx0" brushRef="#br0" timeOffset="4844.6">10932 1427 1644 0,'0'0'510'0,"0"0"-209"15,0 0-127-15,0 0-81 16,0 0-54-16,0 0 22 15,-38 52 12-15,37-30-25 16,1-1-21-16,0-1-8 16,8-3-10-16,3-3-1 15,3-5-8-15,3-6-21 16,2-3-39-16,1-6-31 16,0-8-47-16,-3-4-10 15,-4-5 79-15,-5-2 52 16,-3-1 17-16,-5 1 1 15,0 4 13-15,-2 5 42 16,-5 5 1-16,0 6 2 0,0 5-20 16,1 0-26-16,1 7-11 15,2 5-1-15,3 3-1 16,0 1-10-16,8-1-32 16,6-1-40-16,5-3-20 15,4-3-112-15,4-6 18 16,2-2 19-16,-2-4 79 15,-3-6-71-15,-5-3 146 16,-6-1 23-16,-4-1 157 16,-5 3 107-16,-1 2 29 15,-3 4-50-15,0 3-16 16,0 3-75-16,0 0-91 16,0 3-52-16,0 7-7 0,-1 4-1 15,0 2 0 1,1 2 5-16,-1 0-5 0,1 0-1 15,-1-3-35-15,1-3-32 16,-1-4-14-16,1-4 5 16,0-4 34-16,0-4 41 15,0-10 0-15,2-5 1 16,4-6 10-16,3-3 34 16,1 0 9-16,1 2 12 15,-2 6 11-15,0 8 3 16,-1 7-30-16,0 5-32 15,3 5-8-15,3 9 7 16,2 5 5-16,1 2-6 0,-1 6-9 16,-3 0-6-16,-6 12-94 15,-4-6-232-15,-3-5-719 0</inkml:trace>
  <inkml:trace contextRef="#ctx0" brushRef="#br0" timeOffset="8628.29">4855 2668 494 0,'0'0'1132'0,"0"0"-883"16,0 0-95-16,0 0-10 15,0 0 28-15,54 0-33 16,-21 0-18-16,14 0-19 15,18 0-18-15,10 0-5 0,5-3 15 16,0-2-22-16,-5 0-24 16,1 1-14-16,-1 2-5 15,-3-1 4-15,-1 2-9 16,-3 1-3-16,-1 0-6 16,0 0 4-16,2 0-17 15,3 0 10-15,3-4 3 16,1-2 12-16,0 0-8 15,-3 0-4-15,-5 1-2 16,-6 1 17-16,-8 2-19 16,-10 1 14-16,-11 1-2 15,-9 0 5-15,-6 0-8 16,1-1-1-16,1 1 8 16,-3 0-7-16,-3 0 2 15,-5-1 8-15,-2 0 8 0,-2 0-7 16,-2 0-2-16,-1 1-7 15,0-1 2-15,-1 1-7 16,1-1-2-16,-1 1-14 16,-1 0 7-16,0 0-7 15,0 0-1-15,0 0-18 16,0 0-87-16,-6 0-93 16,-19 9-280-16,-1 1-348 15,-3-1-1150-15</inkml:trace>
  <inkml:trace contextRef="#ctx0" brushRef="#br0" timeOffset="14314.67">3624 3386 114 0,'0'0'88'0,"0"0"3"16,0 0-91-16,0 0 352 15,-37 0-101-15,27 0-57 16,3 0 54-16,0-1 23 16,4-1 15-16,1 0-7 0,2 1-97 15,0 0-69-15,10 0-14 16,13 1 31-16,14 0-48 15,18 1-3-15,9 2-1 16,7 0-12-16,-1-2-8 16,-3-1-6-16,1 0-13 15,-1-1-3-15,-3-3-18 16,-7 1-3-16,-12 0-6 16,-14 1-7-16,-11 1 5 15,-8 0-7-15,-2 0-7 16,-3 0-5-16,-5-1-1 15,-2 0-29-15,-15 0-165 16,-25 2-130-16,2 0-124 16,-3 2-59-16</inkml:trace>
  <inkml:trace contextRef="#ctx0" brushRef="#br0" timeOffset="14594.31">3640 3491 1450 0,'0'0'311'16,"0"0"-115"-16,0 0-42 15,47 2 75-15,-1-2-21 16,19 0-23-16,12 0-9 16,1 0-43-16,-4-3-34 15,-7 0-26-15,-1-2-34 16,-2 0-6-16,-5-1-10 0,-5-2-14 15,-11 1-3 1,-11 2 2-16,-10 2-3 0,-9 3-5 16,-4 0-55-16,-18 13-186 15,-9 2-442-15,-12 5-331 0</inkml:trace>
  <inkml:trace contextRef="#ctx0" brushRef="#br0" timeOffset="16896.28">7809 3319 1129 0,'0'0'240'16,"0"0"-80"-16,0 0 3 16,0 0 81-16,0 0-29 15,48 28-16-15,-2-34-22 16,18-12-24-16,7-6-20 0,-2-5-23 16,-7-1-21-1,-13 1-37-15,-11 2-9 0,-10 3-7 16,-10 4-10-16,-6-6-7 15,-6-10 8-15,-6-10 8 16,-8-9-13-16,-20 0-15 16,-10 5-7-16,-8 5-9 15,-5 6-12-15,-5 9-21 16,-4 8-13-16,-5 7-26 16,-3 9-3-16,-1 6 12 15,-2 1 53-15,2 14-41 16,4 4 60-16,5 7 0 15,11 4 1-15,7 6 10 0,8 6 13 16,7 2 18-16,7-1-9 16,10 0 9-16,7-1 7 15,3 0-7-15,11 0 6 16,3-7 4-16,1-8-13 16,1-6 17-16,1-2-19 15,7 3-10-15,10 4 18 16,13 4-11-16,9-4-5 15,2-4 1-15,-5-10-9 16,-8-9 7-16,-11-3-11 16,-6-2-4-16,-6-6-2 15,-2 0-1-15,2-2-2 0,1-3-1 16,-2-1-7-16,-6 2-5 16,-7-1-26-16,-6 3-11 15,-13-3-66-15,-8 3-213 16,-7 1-550-16</inkml:trace>
  <inkml:trace contextRef="#ctx0" brushRef="#br0" timeOffset="23807.92">6514 3501 1264 0,'0'0'363'0,"0"0"-114"15,0 0-11 1,0 0-21-16,0 0-18 0,0 0-33 16,13-38-33-16,-1 26-42 15,3-1-35-15,1 1-19 16,3-1-13-16,2 2-11 16,2 0-11-16,-1 1 5 15,0 2-7-15,-1 0-6 16,-5 4-84-16,-5 0-126 15,-3 4-70-15,-8 4-260 16,0 5 13-16,-8 1-280 0</inkml:trace>
  <inkml:trace contextRef="#ctx0" brushRef="#br0" timeOffset="24020.16">6491 3566 1275 0,'0'0'318'15,"0"0"-64"-15,0 0-40 16,0 0-43-16,0 0-53 16,0 0-29-16,0 0-4 15,43-13-24-15,-19 2-31 16,1-1-14-16,0-1-16 16,-1-1-30-16,-4 1-101 15,1-5-180-15,-6 3-268 0,-5 1-493 16</inkml:trace>
  <inkml:trace contextRef="#ctx0" brushRef="#br0" timeOffset="24302.68">6600 3304 1443 0,'0'0'295'0,"0"0"58"16,0 0-130-16,0 0-112 15,0 0-22-15,0 0-13 0,42-27-18 16,-18 28 6-16,3 7-16 16,0 2-11-16,-1 3 1 15,-4 2 1-15,-2 1-8 16,-4 1-9-16,-5 0-10 16,-5 2-3-16,-4 0 0 15,-2 1-3-15,-5-1-4 16,-9 2-2-16,-3 2-14 15,-14 12-107-15,4-5-168 16,1-4-431-16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01:10.908"/>
    </inkml:context>
    <inkml:brush xml:id="br0">
      <inkml:brushProperty name="width" value="0.05292" units="cm"/>
      <inkml:brushProperty name="height" value="0.05292" units="cm"/>
      <inkml:brushProperty name="color" value="#FF0000"/>
    </inkml:brush>
  </inkml:definitions>
  <inkml:trace contextRef="#ctx0" brushRef="#br0">2923 3481 1079 0,'0'0'265'0,"0"0"-178"16,0 0-37-16,-38 17 9 16,22-1 53-16,-2 4-4 15,3 4-24-15,2 1-32 16,4 0-11-16,5 0-22 15,4-3 1-15,0 0-6 16,7-1 4-16,4 0-1 16,4-1 5-16,-2 2 0 15,2-1-3-15,-2 1-18 16,-2 1 7-16,-4 2 0 16,-6 1 7-16,-1 2-5 15,-4 0-4-15,-9-1-6 0,-2-2 2 16,-2-4-1-16,3-6 14 15,1-4-5-15,3-5 26 16,3-5 32-16,3-1 7 16,2 0-14-16,2 0-14 15,0 0-23-15,0 0-24 16,6 5-4-16,6 7 4 16,3 5 0-16,4 12 14 15,1 13 15-15,-2 12 23 16,-6 7 11-16,-9 0 8 15,-3-2-17-15,-1-6-17 16,-7 0-2-16,0-3-5 0,-1-4 1 16,2-4 5-16,2-2-23 15,2-7 10-15,1-8-13 16,2-7-2-16,0-3-7 16,0 0 7-16,2 0-2 15,2-1-6-15,0-4 6 16,0-3-6-16,0-4-8 15,-1-3-43-15,-1 0-37 16,1-1-59-16,1-18-80 16,-1 1-385-16,-2-1-613 0</inkml:trace>
  <inkml:trace contextRef="#ctx0" brushRef="#br0" timeOffset="123.76">2989 4646 1341 0,'0'0'538'16,"0"0"-538"-16,0 0-127 16,0 0-409-16</inkml:trace>
  <inkml:trace contextRef="#ctx0" brushRef="#br0" timeOffset="2401.1">5525 2479 424 0,'0'0'911'0,"0"0"-744"15,0 0-51-15,0 0-44 16,0 0-30-16,0 0 8 15,0 0-9-15,51 1 0 16,-36 0-18-16,0-1-11 16,0 1-7-16,-2 0-5 0,0-1-139 15,-5 0-148 1,-2 0-361-16</inkml:trace>
  <inkml:trace contextRef="#ctx0" brushRef="#br0" timeOffset="2585.28">5543 2559 1114 0,'0'0'277'0,"0"0"-61"16,0 0-33-16,0 0-11 16,0 0-18-16,0 0-65 0,42 0-48 15,-13-3-41-15,19-5-47 16,-6 1-149-16,-1 0-383 0</inkml:trace>
  <inkml:trace contextRef="#ctx0" brushRef="#br0" timeOffset="14176.87">3427 6400 1365 0,'0'0'211'15,"0"0"-79"-15,0 0 36 16,-56-2-2-16,35 5-4 0,-1 9-40 16,0 5-18-1,-3 13-12-15,-5 16-11 0,-1 14 14 16,2 9 2-16,8 1 9 16,9-5-15-16,6-7-7 15,6-2-5-15,0-3-1 16,8-5-19-16,8-1-19 15,0-10-13-15,0-7-3 16,-1-10 12-16,1-3-9 16,5 0 0-16,4 1 7 15,5-2-4-15,-1-5-3 16,-1-4 5-16,-2-5 2 16,-1-2-7-16,-2-5-1 15,0-9-1-15,0-6-4 0,3-10 6 16,1-11-15-16,2-9 8 15,-3-4-7-15,-6 4-4 16,-7 5 11-16,-5 3-4 16,-5 0 2-16,-3 0-4 15,0 0-5-15,-10 0 1 16,-6 0-8-16,-2 0 5 16,-5 0-6-16,0 2 0 15,2 8-1-15,4 9-30 16,5 7-14-16,1 3 2 15,0 2 3-15,-1 0 3 16,1 0 3-16,2 5 6 16,2 2-6-16,2 2-7 0,-2 2-4 15,-4 0-2 1,-10 9 10-16,-17 16-11 0,-19 12-31 16,4-2-399-16,5-4-466 0</inkml:trace>
  <inkml:trace contextRef="#ctx0" brushRef="#br0" timeOffset="21107.53">3713 6270 139 0,'0'0'1696'0,"0"0"-1302"16,0 0-81-16,0 0-82 15,0 0-51-15,0 0-47 16,3 2-47-16,11-2-7 15,5 0-2-15,4 0-7 16,0 0-16-16,3-1-11 16,-2 0 4-16,0 0-20 15,-2-1 0-15,-1 1-14 16,-5 1-12-16,0-1 10 16,-5 1-10-16,-3 0-2 15,-2-1 1-15,-4 1 0 16,1 0-51-16,-2-1-54 15,-1 1-41-15,0-3-114 0,0 0-262 16,-2 0-418-16</inkml:trace>
  <inkml:trace contextRef="#ctx0" brushRef="#br0" timeOffset="21548.52">3903 6164 954 0,'0'0'306'16,"0"0"-42"-1,0 0-28-15,0 0-32 0,0 0-55 16,0 0 2-16,0 0-31 15,21 4-25-15,-8 3-5 16,3 1-5-16,0 2-3 16,2 0-13-16,0 1-26 15,0-1 41-15,-2-1-20 16,0-2-16-16,-4 0-23 16,-3-1-10-16,-3-2-7 15,-3-1-1-15,-3-1 1 16,0 1 16-16,0 2 15 0,-7 1 37 15,-2 1-25-15,-3-1-17 16,2 2-10-16,-1-2-15 16,1 0-7-16,0 0-2 15,3 1-1-15,-2 0-6 16,3 1-44-16,3 3-109 16,2-2-338-16,1-1-589 0</inkml:trace>
  <inkml:trace contextRef="#ctx0" brushRef="#br0" timeOffset="22154.21">3928 6742 1650 0,'0'0'481'15,"0"0"-206"-15,0 0-39 16,0 0-16-16,0 0-86 16,0 0-34-16,0 0-46 0,22 1 15 15,-6-1-15 1,2-1-13-16,-1-2-22 0,-1 2-12 15,0-1-2-15,-2 1-5 16,-2-1-1-16,-1-1 0 16,-2 1-56-16,-2-1-70 15,-1-5-129-15,-3 2-227 16,-2-2-291-16</inkml:trace>
  <inkml:trace contextRef="#ctx0" brushRef="#br0" timeOffset="22435.21">4033 6633 1348 0,'0'0'708'16,"0"0"-501"-16,0 0-74 16,0 0-53-16,0 0 54 15,0 0-12-15,0 0-26 16,47 18-20-16,-34-15-19 15,-1 2-21-15,-3-1-9 16,-2 0-2-16,-3 0-7 16,-3 2-3-16,-1 1 3 15,0 2 3-15,0 3 3 16,-6 1-11-16,-2 0-5 16,-2 1-8-16,-3 2-51 15,2-3-222-15,1-3-514 0</inkml:trace>
  <inkml:trace contextRef="#ctx0" brushRef="#br0" timeOffset="22925.19">3930 7227 1577 0,'0'0'595'0,"0"0"-358"15,0 0-4-15,0 0-39 16,0 0-41-16,0 0-73 15,0 0-35-15,24 0-1 16,-8 0-19-16,1-2-13 16,-1-1-10-16,-2 1-1 15,1 0-1-15,-5-1-52 16,-2 1-120-16,-2-3-146 16,-3 0-307-16,-2 0-702 0</inkml:trace>
  <inkml:trace contextRef="#ctx0" brushRef="#br0" timeOffset="23245.19">3996 7133 983 0,'0'0'1060'16,"0"0"-801"-16,0 0-60 15,0 0-90-15,0 0-1 16,0 0-9-16,0 0 11 15,39 11-21-15,-20-8-36 16,0 0-14-16,-2 0-4 16,-2 0-10-16,-4 1-19 15,-3 0 8-15,-6 1-2 16,1 1 3-16,-3 3 13 16,0 2 17-16,-4 1-2 15,-3 0-13-15,-1 1-7 16,0-1-11-16,-1-2-11 0,0-1 7 15,1-1-8-15,1-3-27 16,-2 1-107-16,4-2-333 16,-1-2-717-16</inkml:trace>
  <inkml:trace contextRef="#ctx0" brushRef="#br0" timeOffset="27354.28">3755 7775 1160 0,'0'0'350'0,"0"0"-56"15,0 0-38-15,0 0-18 16,0 0-63-16,0 0-32 16,0 0-39-16,-12-41-56 15,18 36-8-15,2 1-18 16,1 2 5-16,1 2-6 15,0 0-3-15,0 0 4 16,0 4-4-16,-3 3-4 16,-2 0-14-16,-1 2 8 15,-1 2 2-15,-3 0-1 16,0 3-7-16,-3-2 11 16,-3 0-11-16,-1-2 7 15,2-3-8-15,-1-2 9 16,2-1-1-16,2-3 33 0,0-1 16 15,2 0 2 1,0 0 9-16,0 0-13 0,0 0-16 16,2-1-19-16,4-1-12 15,2-1-8-15,2 3-1 16,2 0 0-16,-1 0 0 16,2 5 0-16,-3 1 8 15,0 2-7-15,-3 0 5 16,-2 2-4-16,-2-1-1 15,-3 3 7-15,0-1-2 16,0-1 18-16,-6 1-8 0,-1-1 14 16,-5-2 3-1,1 0-12-15,-2-2-4 0,0-2-2 16,-2-2-3-16,1-2-5 16,1 0 1-16,2 0-7 15,2-3 0-15,2 2-1 16,2 0-24-16,1 1-64 15,3 2-135-15,-1 4-446 16,2-3-903-16</inkml:trace>
  <inkml:trace contextRef="#ctx0" brushRef="#br0" timeOffset="28173.44">4056 7704 1179 0,'0'0'545'16,"0"0"-224"-16,0 0-62 16,0 0-48-16,0 0-43 15,0 0-35-15,0 0 7 16,-10 22 4-16,6-11-21 0,1 3-33 16,0 0-26-1,1 2-28-15,0 0-15 0,0 0 0 16,1-1 0-16,-1 1-5 15,1-2-5-15,-1-2-10 16,1-1 5-16,0-3-5 16,0-2-1-16,0-3-1 15,0 0-27-15,-1-3-37 16,-1 0-59-16,-2-1-120 16,1-6-318-16,-1-1-376 0</inkml:trace>
  <inkml:trace contextRef="#ctx0" brushRef="#br0" timeOffset="28568">3932 7753 1172 0,'0'0'667'16,"0"0"-322"-16,0 0-85 15,0 0-56-15,0 0-64 16,0 0 14-16,0 0-9 16,41 16-34-16,-23-7-24 0,2 0-7 15,-2 2-17-15,0-1-7 16,-1 2-14-16,-2-2 0 15,1 0-14-15,-4-2-5 16,-1 0-11-16,-3-3-2 16,-1 0-8-16,-2-2-1 15,-2-1 5-15,-2-1-6 16,0-1-11-16,-1 0-53 16,0 0-52-16,0 0-101 15,-1-4-387-15,-4-2-947 0</inkml:trace>
  <inkml:trace contextRef="#ctx0" brushRef="#br0" timeOffset="30575.62">4921 5710 1431 0,'0'0'318'0,"0"0"-91"15,0 0-23-15,0 0-34 16,8-35-58-16,1 34-49 16,0 1-16-16,3 4-15 15,-1 7-6-15,1 5-6 16,-2 3-2-16,-3 4 1 16,-3 1 8-16,-2-2-6 15,-2 0-6-15,0-2 0 16,-6-2 10-16,0-3-6 15,0-3-5-15,1-4-14 16,1-3 2-16,2-3 4 16,2-2 1-16,0-2 13 15,0-8-7-15,0-4-13 16,3-3-30-16,4-3-9 16,2-1 18-16,2 0 1 0,1 0-10 15,-1 1 0-15,-1-1 8 16,0 2 21-16,-1 0-2 15,-3 2 2-15,-1 1 2 16,-2 4 4-16,-2 2-4 16,0 4 39-16,-1 4 9 15,0 2 23-15,0 0-20 16,-3 5-25-16,-3 8-3 16,-1 6-8-16,0 3 50 15,2 4 13-15,1-1-31 0,4-2-10 16,0-2-8-1,6-2-9-15,4-4-11 0,2-2-1 16,2-3-8-16,2-3 5 16,0-4-4-16,-1-3 3 15,0 0-5-15,-3-3-6 16,-1-4-16-16,-4-3-4 16,-2 0 10-16,-2-3-1 15,-1 2 4-15,-2 1 7 16,0 1 6-16,0 2 0 15,0 3 0-15,0 2 2 16,0 1 17-16,0 1 1 16,0 1-10-16,0 6-4 15,1 7 9-15,2 3 18 16,2 3-9-16,-1 2-10 0,0-1-4 16,1 1-10-16,-1 0-5 15,-3 7-52-15,0-5-165 16,-1-3-471-16</inkml:trace>
  <inkml:trace contextRef="#ctx0" brushRef="#br0" timeOffset="32858.17">4161 5676 1119 0,'0'0'274'0,"0"0"-91"16,0 0-33-16,0 0-10 15,0 0-46-15,50-15-20 16,-34 25-9-16,-2 5-13 16,-2 5 5-16,-4 1 5 15,-3 3-19-15,-4-1-1 16,-1 1-8-16,-2-3-3 15,-6-2-13-15,1-2 2 16,-1-3-9-16,0-5-4 0,4-3-1 16,0-3-4-1,2-3 8-15,2 0 2 0,0-7 3 16,0-4-15-16,1-3-15 16,7-3-1-16,1-1-15 15,2-2-9-15,0 0 0 16,-1-1 3-16,-1 1 6 15,-2 0 13-15,-1 1 12 16,-3 3 6-16,-3 2 4 16,0 2 7-16,0 3 26 15,0 5 3-15,-1 0 18 16,-1 3-2-16,-1 1-11 16,1 1-17-16,-1 9-9 15,-1 5-4-15,1 5 16 16,-1 4 25-16,4 1-3 0,0 0-13 15,0-2-13-15,4-3-9 16,2-2-12-16,3-4-4 16,2-4 4-16,2-2-6 15,1-5 0-15,3-1-33 16,0-2-100-16,-1-4-19 16,-1-5-123-16,-3-4-43 15,-2-1-34-15,-5-3 0 16,-2 1 200-16,-3 2 152 15,0 0 129-15,0 3 52 16,-5 2 38-16,0 3 8 16,0 1-41-16,0 3 8 15,2 2-30-15,0 0-42 16,1 2-51-16,0 6-26 16,1 2 25-16,1 4-5 0,0 2-2 15,1 0-12-15,5 0-2 16,2-2-6-16,1-2-8 15,0-2-10-15,0-2-2 16,-2-4 2-16,-2-2-7 16,2-2 4-16,-2 0 14 15,0-4-6-15,0-6 0 16,0-4-13-16,-3-2-7 16,-1-2-8-16,-1-1-2 15,0 2 0-15,-7 2 0 16,1 4 0-16,-2 5 0 0,-3 6-28 15,-10 9-91 1,3 7-205-16,-2 2-434 0</inkml:trace>
  <inkml:trace contextRef="#ctx0" brushRef="#br0" timeOffset="34607.06">4239 7670 413 0,'0'0'1179'0,"0"0"-946"0,0 0-63 16,0 0-4-16,0 0-54 16,0 0-42-16,17-19-21 15,-6 19 1-15,1 0-7 16,1 5-6-16,-2 4-3 16,-1 3-2-16,-3 4 0 15,-1 1 6-15,-5 2 12 16,-1 1 3-16,0 1-9 15,-4-2-5-15,-3 0-7 16,1-4-3-16,1-2-15 16,-1-7-7-16,1-5-6 0,0-1 19 15,0-4 13 1,1-6-18-16,1-1 3 0,3-1-8 16,0 3 4-16,0 1-1 15,0 4 2-15,2 2-2 16,2 2 1-16,1 0-1 15,1 4-2-15,0 3 2 16,3 2 11-16,0 2 14 16,0-1-7-16,0 0 1 15,1 0 17-15,0-3-16 16,-1-1-14-16,-1-3-1 16,0-1-10-16,-1-2-8 15,0 0 1-15,-1 0-1 0,1-5 0 16,0-2-34-16,-1 1-74 15,-1 3-148-15,-2 2-240 16,-3 1-340-16</inkml:trace>
  <inkml:trace contextRef="#ctx0" brushRef="#br0" timeOffset="35088.22">3936 8236 963 0,'0'0'781'0,"0"0"-611"16,0 0 85-16,0 0-30 15,0 0-2-15,0 0-47 16,0 0-36-16,3 1-10 16,24-4 5-16,14-5-27 15,15-5-27-15,5-4-9 16,-1-3 3-16,-6-3-6 0,-8 0-11 15,-7 1-11 1,-10 3-17-16,-6 4-12 0,-6 2-5 16,2 1-5-16,-2 0 4 15,-1 0-8-15,-8 6-2 16,-2 2-4-16,-4 3-10 16,-2 1-43-16,-2 0-37 15,-7 6-46-15,-4 7-59 16,-14 11-255-16,3-2-172 15,0 1-513-15</inkml:trace>
  <inkml:trace contextRef="#ctx0" brushRef="#br0" timeOffset="35477.18">4046 8317 1549 0,'0'0'307'0,"0"0"-148"16,0 0-7-16,0 0 63 15,0 0 9-15,0 0-36 16,0 0 32-16,24 1-38 16,-9-1-50-16,3 0-20 15,8-6-2-15,7-3-10 16,12-8-17-16,10-7-13 0,3-2-8 15,-3 0-11 1,-14 5-6-16,-13 7-15 0,-8 1 3 16,-4 4 0-16,-2-2-15 15,2 0 3-15,-3 1-21 16,-4 2 0-16,-4 3 0 16,-2 2 0-16,-2 1 0 15,-1 2 0-15,0 0 0 16,-1 0-47-16,-10 8-101 15,-23 20-85-15,3-2-268 16,-8 2-787-16</inkml:trace>
  <inkml:trace contextRef="#ctx0" brushRef="#br0" timeOffset="42212.44">8119 7710 1371 0,'0'0'377'0,"0"0"-147"15,0 0-42-15,0 0-51 16,7-41-33-16,2 36-48 16,0 2-35-16,2 3-9 15,0 0-3-15,-1 2-8 0,-3 5 8 16,-2 2-3 0,-1 4 5-16,-4-1 2 0,0 4 9 15,-1-1 2-15,-5-1 21 16,0-1-17-16,0-2-2 15,2-2-1-15,0-3-12 16,1-1 16-16,3-3-3 16,0-2 24-16,0 1-7 15,9-1-13-15,2 0 31 16,5 2-5-16,0-2-24 16,-1 4-15-16,-1-1-8 15,-3 1 1-15,-4 1 1 16,-2 1 2-16,-4 2 11 15,-1 0 8-15,0 1 5 16,-7 0 5-16,-3-1-1 0,-3-1-16 16,-2-2-10-16,-2-1-7 15,-1-1-7-15,-1-3-1 16,0 0 11-16,3 0-11 16,2 0-22-16,4 0-11 15,3 1-39-15,1 3-64 16,5 8-135-16,1-1-211 15,0-1-368-15</inkml:trace>
  <inkml:trace contextRef="#ctx0" brushRef="#br0" timeOffset="52426.42">11552 7550 1288 0,'0'0'517'0,"0"0"-338"15,0 0 10-15,0 0-47 16,0 0-23-16,3-17-61 16,7 15-29-16,1 1-8 15,2 1 3-15,-1 0 1 16,0 5-2-16,-2 3-3 0,-1 1-3 15,-4 4 2-15,-3 0 5 16,-2 3 16-16,0 1 4 16,-6-1 2-16,-4-1-12 15,-1 0 0-15,-1-3-8 16,1-1-8-16,-1-1-12 16,2-5 1-16,1-2 1 15,3-3 5-15,0 0 23 16,3-4 6-16,2-4-14 15,1 0-4-15,0 0-6 16,1 1-4-16,3 2 7 16,1 2-3-16,0 3-5 0,1 0 5 15,0 5 2-15,2 4 1 16,1 2 12-16,0 1 1 16,-1-1-4-16,0-1-8 15,-1 0 2-15,0-4-9 16,0-1-3-16,-1-3 2 15,2-2 2-15,3 0-2 16,1-3-4-16,1-6-8 16,3-3 4-16,0-2-6 15,1-1-1-15,-1 0-38 16,-2 2-54-16,-2 4-75 16,-10 4-215-16,-2 3-346 15,-2 2-671-15</inkml:trace>
  <inkml:trace contextRef="#ctx0" brushRef="#br0" timeOffset="57627.65">1947 3611 1466 0,'0'0'319'15,"0"0"-155"-15,0 0-85 16,0 0-38-16,0 0-22 15,42-28-8-15,-26 20-11 16,1 0 0-16,1 0-103 16,-4 3-158-16,-4 1-114 0</inkml:trace>
  <inkml:trace contextRef="#ctx0" brushRef="#br0" timeOffset="57807.76">1874 3752 1101 0,'0'0'280'16,"0"0"-147"-16,0 0-35 15,46-22-2-15,-6-3-38 16,12-8-42-16,-3 2-16 16,-5 0-83-16,-15 10-147 15,-15 7-436-15</inkml:trace>
  <inkml:trace contextRef="#ctx0" brushRef="#br0" timeOffset="58045.77">2048 3466 1317 0,'0'0'268'0,"0"0"-147"15,0 0-52-15,0 0-18 16,0 0 28-16,61-8 5 15,-33 11 9-15,2 7-37 16,-3 3-19-16,-4 4 6 16,-7 6 0-16,-9 9 9 15,-7 16-9-15,-13 14-12 16,-11 8-31-16,-8-1-55 16,8-17-282-16,5-18-1184 0</inkml:trace>
  <inkml:trace contextRef="#ctx0" brushRef="#br0" timeOffset="165976.83">8496 5430 1413 0,'0'0'266'0,"0"0"-10"16,0 0 35-16,0 0-48 16,0 0-50-16,0 0-99 15,-21 8-42-15,21 23 32 16,0 2-20-16,0 0-2 16,0-4-25-16,0-7-19 15,3 2 1-15,1 3-18 16,-1-4 11-16,0-2-11 15,-2-2-1-15,-1-3-30 16,0-4-55-16,0-2-43 16,-6-4-26-16,-2-4 15 15,-3-2 13-15,-2-2-9 16,-2-8 24-16,0-4 57 0,0-1 23 16,1 0 31-16,2 2 4 15,4 2 54-15,3 4 50 16,2 3 4-16,3 3-11 15,0 1-39-15,0 0-32 16,10 5 4-16,2 4 54 16,6 3-7-16,3 0-21 15,1 2-14-15,1-2-18 16,1-3-7-16,-1-1-12 16,-1-2 3-16,-4-4-12 15,-2-2 3-15,-3 0-3 16,-4-3-16-16,-1-6-37 15,-1-2-24-15,-3-1-10 0,0-2 14 16,-1 0 23-16,-1 1 15 16,0 2 23-16,-1 3 11 15,-1 5 1-15,0 3 7 16,0 1-5-16,-3 11 8 16,-6 7 27-16,0 4 11 15,-4 4-11-15,-1 3-20 16,0 2-8-16,-5 6-9 15,-5 14-48-15,3-8-196 16,-1-3-676-16</inkml:trace>
  <inkml:trace contextRef="#ctx0" brushRef="#br0" timeOffset="-110780.14">3683 5070 93 0,'0'0'152'0,"0"0"-84"0,0 0-39 15,0 0-4-15,0 0-15 16,0 0-10-16,0-5-17 15,0 4-146-15</inkml:trace>
  <inkml:trace contextRef="#ctx0" brushRef="#br0" timeOffset="-109821.72">6757 3317 51 0,'0'0'44'16,"0"0"-2"-16,0 0-4 15,0 0-11-15,0 0-8 16,0 0-2-16,0 0-4 16,4 0-13-16,-1 0-47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02:14.486"/>
    </inkml:context>
    <inkml:brush xml:id="br0">
      <inkml:brushProperty name="width" value="0.05292" units="cm"/>
      <inkml:brushProperty name="height" value="0.05292" units="cm"/>
      <inkml:brushProperty name="color" value="#FF0000"/>
    </inkml:brush>
  </inkml:definitions>
  <inkml:trace contextRef="#ctx0" brushRef="#br0">5615 2346 1350 0,'0'0'371'0,"0"0"-168"16,0 0 11-16,0 0-57 0,0 0-34 15,66 5 40-15,0-5 22 16,18 0-28-16,11-8-43 16,3-1-17-1,-1-3-6-15,0 1-13 0,0-1-3 16,-3 2-12-16,-9-1-6 15,-16 2-23-15,-19 3-4 16,-17 1-7-16,-15 2-5 16,-7 1-5-16,-4 0 1 15,-1 1-5-15,-2 0-3 16,-2 0-5-16,-1 1 0 16,-1 0-1-16,0 0 0 15,0 0-25-15,-9 3-83 16,-3 4-109-16,-3 1-433 0</inkml:trace>
  <inkml:trace contextRef="#ctx0" brushRef="#br0" timeOffset="3648.48">7530 2345 1378 0,'0'0'278'15,"0"0"-97"-15,0 0 4 0,0 0 17 16,78 0 7-16,-12 0-39 15,12-3-18-15,5-2-14 16,-6-2-42-16,-9 3-26 16,-5-1-22-16,-7 2-12 15,-13 1-9-15,-11-1-26 16,-11 2-1-16,-7 0 2 16,1 0-2-16,-4 1-5 15,-3-1-33-15,-5 1-57 0,-3 0-79 16,-5 0-69-1,-25 1-95-15,1 3-297 0,-5 1-310 16</inkml:trace>
  <inkml:trace contextRef="#ctx0" brushRef="#br0" timeOffset="3895.84">7599 2510 1247 0,'0'0'696'15,"0"0"-573"-15,0 0-60 16,77-8 95-16,-19-1 29 16,11-2 5-16,4 1-43 15,-4 0-19-15,-8 1-64 16,-6 1-17-16,-13 1-11 16,-11 2-28-16,-10 1-1 15,-6 3-3-15,-1-2-6 0,-2 2 0 16,-4 0-72-16,-12 3-184 15,-9 4-104-15,-11 3-369 0</inkml:trace>
  <inkml:trace contextRef="#ctx0" brushRef="#br0" timeOffset="5838.55">7158 2538 758 0,'0'0'807'15,"0"0"-591"-15,0 0-48 16,0 0-58-16,0 0-32 15,0 0-4-15,43-14-8 16,-31 19-17-16,-1 5-12 16,0 2-6-16,-4 4 8 15,-2 5 11-15,-5 2 24 16,0 2-1-16,-8 1 6 16,-2 2-25-16,-2-2-2 15,1 2-4-15,1-3-5 16,1 0-22-16,4-2-4 15,3-4 1-15,2-1-2 0,0-5-1 16,6-2-6-16,5-2 9 16,4-4-1-16,3-2-6 15,2-3-3-15,2-1-7 16,-2-7 5-16,-2-3-5 16,-6 0 0-16,-2 1 7 15,-5 0-8-15,-3 3 9 16,-2 1-1-16,0 4 23 15,0 0 35-15,0 2-9 16,0 0-22-16,0 5-14 0,-2 13-14 16,-1 16 8-1,1 15 34-15,1 7-4 0,1 2 8 16,0-4 1-16,2-6 7 16,2-2-2-16,1-4-16 15,-3-4 5-15,-1-7-22 16,-1-7-14-16,0-7 1 15,0-2-7-15,0 0-4 16,-3-1 8-16,-1-1-4 16,0-4-4-16,0-4 4 15,-1-3 0-15,-3-2 6 16,-1 0 1-16,-3-3-11 16,-1-2 4-16,0-1-6 15,0 2 6-15,0-1-5 16,-1 2-1-16,0 1 0 0,-1 0-1 15,1 1 0-15,-2 1-9 16,1 0-11-16,0 0-15 16,2 0-23-16,1 0-22 15,2 0-46-15,1-3-44 16,0-8-181-16,2 1-399 16,1-2-895-16</inkml:trace>
  <inkml:trace contextRef="#ctx0" brushRef="#br0" timeOffset="6016.02">7300 3310 1987 0,'0'0'563'16,"0"0"-328"-16,0 0-69 0,0 0-97 15,0 0-36-15,0 0-33 16,-38 4-39-16,21 0-303 15,-6 0-961-15</inkml:trace>
  <inkml:trace contextRef="#ctx0" brushRef="#br0" timeOffset="27468.12">11214 1713 1018 0,'0'0'271'0,"0"0"-30"16,0 0 6-16,0 0-9 15,0 0-16-15,0 0-37 16,0-11-62-16,0 11-47 15,0 4-42-15,1 7-4 16,4 1 6-16,1 5 21 16,2 2-2-16,1-2-9 15,1 1-12-15,1-2-7 16,1-2 15-16,0-1 2 16,2-3-10-16,-1-2-15 15,-1-3 2-15,0-2-6 16,-1-3-6-16,0 0 0 0,-3-6 0 15,0-4-7-15,0-5 5 16,-2-3-5-16,-2-2-1 16,-1 0 5-16,-2 1-6 15,-1 4 0-15,0 5 0 16,0 3 1-16,0 4 6 16,0 2-5-16,0 1-1 15,0 2-1-15,0 8-9 16,1 13 9-16,3 12 1 15,3 9 41-15,0-2 5 16,1-7 1-16,-1-9-10 16,-1-6 6-16,0 5-11 15,3 2 0-15,-2 4-5 0,-2-2-1 16,-2-3 5 0,-1-3-17-16,-2-2 6 0,0-4-15 15,-6-3 9 1,0-3 4-16,-2-5 1 0,-3-2-1 15,-1-2 1-15,-3-2-11 16,-3 0-8-16,1-3 1 16,0-2-2-16,0 2-6 15,-2 0-14-15,0 1-11 16,-1 2-44-16,0 0-95 16,6 0-187-16,4 0-552 0</inkml:trace>
  <inkml:trace contextRef="#ctx0" brushRef="#br0" timeOffset="28665.93">11615 1897 1300 0,'0'0'555'15,"0"0"-310"-15,0 0-13 16,0 0 11-16,0 0-56 16,0 0-55-16,0 0-45 15,0 1-34-15,7-1-24 16,2 0-5-16,4 0 6 16,1-3-12-16,0 1-12 15,2-1 0-15,-3 0-6 16,1 0-6-16,-1 0-70 15,-3-1-112-15,-3 2-90 16,-5-2-183-16,-2 2-150 0,0-1-779 16</inkml:trace>
  <inkml:trace contextRef="#ctx0" brushRef="#br0" timeOffset="28868.44">11594 1981 1363 0,'0'0'542'16,"0"0"-281"-16,0 0-51 15,0 0 4-15,0 0-40 16,0 0-92-16,0 0-28 16,34-1-24-16,-16-2-30 15,16-6-29-15,-4 3-208 16,0-2-384-16</inkml:trace>
  <inkml:trace contextRef="#ctx0" brushRef="#br0" timeOffset="30346.2">12311 1717 1189 0,'0'0'274'0,"0"0"-2"15,0 0 31-15,-51-15-44 16,33 15-63-16,-1 0-16 16,0 4-23-16,0 7-12 15,-1 6-29-15,-3 14-39 16,-2 13-1-16,4 11-4 16,5 3-11-16,11-7-4 15,5-13-7-15,4-13-7 16,7-7 2-16,3-4-16 15,5 1-14-15,6-2-6 16,5-2-2-16,0-6 1 0,0-5-8 16,-3-5 7-16,-4-10-6 15,-1-12 7-15,-4-12-8 16,-8-14 0-16,-5-5-7 16,-5 3-4-16,-5 10 10 15,-2 16 0-15,0 8 1 16,-1 6 0-16,-2-1 0 15,0 2-6-15,-1 3-9 16,0 3 1-16,2 4 5 16,-1 4-7-16,-2 1 4 15,0 10 1-15,-2 6 5 16,0 6 6-16,3 3 1 16,2 2 8-16,5 0 9 0,3-4 12 15,1-2 0-15,3-5-3 16,5-2-9-16,2-3 1 15,5-4 4-15,1-3-4 16,2-5-4-16,2 0-3 16,1-1-4-16,-2-6-8 15,-3-2-2-15,-3-1-22 16,-4 0-61-16,-6-6-79 16,-2 3-117-16,-1 0-563 0</inkml:trace>
  <inkml:trace contextRef="#ctx0" brushRef="#br0" timeOffset="30751.42">12413 1388 1570 0,'0'0'597'0,"0"0"-320"16,0 0 47-16,0 0-56 16,0 0-149-16,0 0-69 0,0 0-20 15,0 2-11-15,0 8 2 16,0 4 12-16,3 5-2 15,1 1 8-15,-1 2 11 16,2 1-10-16,0-1-1 16,-2-2-6-16,2 0-6 15,-3-2-15-15,1-1-6 16,-1-3-5-16,0-2-1 16,-2-3-9-16,0-3-59 15,0-2-49-15,-7-5-68 16,0-7-128-16,-4-4-475 0</inkml:trace>
  <inkml:trace contextRef="#ctx0" brushRef="#br0" timeOffset="31014.84">12262 1413 1833 0,'0'0'581'0,"0"0"-285"16,0 0-92-16,0 0-41 16,44-20-94-16,-16 7-40 15,5-2-7-15,1-1-8 16,1-1-5-16,-3 1 0 16,-4 1-8-16,-5 3 5 15,-7 3-6-15,-6 4 0 0,-4 3-12 16,-6 2-36-16,0 5-314 15,-7 1-496-15</inkml:trace>
  <inkml:trace contextRef="#ctx0" brushRef="#br0" timeOffset="31449.21">12816 1684 345 0,'0'0'1694'16,"0"0"-1133"-16,0 0-261 16,0 0-44-16,0 0-88 15,0 0-67-15,0 0-51 16,-18 29-17-16,6-7 45 16,0 5-12-16,-2 3-20 0,0 1-2 15,2 0-2 1,0-2-2-16,3-4-5 0,-1-2-16 15,2-3-10-15,2-3-8 16,-1-1-1-16,0-3-38 16,1-2-78-16,-2-4-71 15,-5-7-86-15,2-4-324 16,-1-7-559-16</inkml:trace>
  <inkml:trace contextRef="#ctx0" brushRef="#br0" timeOffset="31680.68">12554 1775 2176 0,'0'0'539'0,"0"0"-305"16,0 0-33-16,52 12 10 16,-11 2-66-16,13 8-40 15,5 3-19-15,-3 0-31 16,-11-4 14-16,-15-6-6 15,-7-4-21-15,-6 0-25 16,0 1-17-16,1 2 0 16,-2 10-128-16,-7-4-133 15,-6-4-503-15</inkml:trace>
  <inkml:trace contextRef="#ctx0" brushRef="#br0" timeOffset="34011.28">11388 2639 894 0,'0'0'530'0,"0"0"-260"16,0 0 32-16,0 0-63 15,0 0-89-15,0 0-49 16,0 0-37-16,12 25 99 16,1-5-9-16,2 3-30 15,3 1-49-15,1-2-14 16,3-1-13-16,1-2-16 15,1-3-2-15,2-4-11 16,-2-4-13-16,-2-4 2 16,-3-4-8-16,-5 0 11 0,-3-6-11 15,-4-7 12 1,-3-4-3-16,-4-4-8 16,0-2 11-16,0-1-4 15,-6 3-2-15,2 5 1 0,0 7 2 16,2 3 3-16,2 6-3 15,0 0-9-15,0 7-10 16,0 9 10-16,4 7 9 16,5 11 18-16,2 12 1 15,5 8 5-15,0 2 14 16,-1-6 5-16,-3-6-10 16,-3-9-3-16,-2-5-6 15,-4-5-6-15,0-5 2 16,-3-3-5-16,0 3 1 0,-2 2-13 15,-5 0 6-15,-3-3-1 16,-3-3 1-16,-1-5-5 16,-1-3-7-16,-2-4 5 15,-1-2-10-15,-1-2 7 16,1 0-8-16,-1-5 0 16,-2-1-28-16,1-1-34 15,-1-1-41-15,-1-1-59 16,-13-9-106-16,6 2-401 15,0-1-466-15</inkml:trace>
  <inkml:trace contextRef="#ctx0" brushRef="#br0" timeOffset="34559.09">11550 2305 1694 0,'0'0'398'0,"0"0"-145"16,0 0-81-16,0 0 14 16,-39 52-58-16,30-32-64 15,2 1-13-15,1-2-15 16,2-1 2-16,0-4-7 15,1-2-16-15,1-4-8 16,0-2 5-16,1-3-10 16,1-2 7-16,0-1 4 15,0-3 28-15,0-6-5 0,0-6-20 16,0-4-7 0,4 0-9-16,2 2-17 0,3 4 9 15,2 6-16-15,1 5 3 16,3 2 8-16,2 12-4 15,0 4 12-15,-1 1 5 16,-3 0 0-16,-3 0-13 16,-4 5-151-16,-3-5-84 15,-3-4-421-15</inkml:trace>
  <inkml:trace contextRef="#ctx0" brushRef="#br0" timeOffset="35301.37">11168 1395 1152 0,'0'0'609'0,"0"0"-216"16,0 0-55-16,0 0-58 0,0 0-76 15,0 0-93-15,0 0-54 16,-21 43-14-16,14-24 2 16,0 1-6-16,0-3-13 15,3-1-4-15,0-4-7 16,1-3 4-16,2-3-7 15,0-3-6-15,1-3-5 16,0 0 14-16,0-4-3 16,0-10 6-16,1-6-18 15,4-5 0-15,2-2-1 16,2 1-14-16,1 5-12 16,0 7 15-16,0 5 10 0,0 8 1 15,3 1-14 1,1 5-3-16,3 9 9 0,1 4 8 15,1 4 1-15,0 3 1 16,2 7-1-16,4 7-26 16,-5-5-497-16,-5-9-1044 0</inkml:trace>
  <inkml:trace contextRef="#ctx0" brushRef="#br0" timeOffset="36183.31">12041 2712 1510 0,'0'0'519'0,"0"0"-233"16,0 0-95-16,0 0 72 16,0 0-60-16,0 0-93 15,6 0-50-15,5 0-28 16,2-4-16-16,4 1-2 15,1-2-13-15,-1 2-1 16,-1-1-12-16,-3 2-95 16,0 0-148-16,-5-1-128 15,-3 2-356-15</inkml:trace>
  <inkml:trace contextRef="#ctx0" brushRef="#br0" timeOffset="36379.78">12044 2807 1622 0,'0'0'555'15,"0"0"-321"-15,0 0-97 16,0 0-8-16,0 0-57 16,0 0-44-16,61-15-28 15,-13-1-9-15,18-10-194 16,-7 4-257-16,-10 0-809 0</inkml:trace>
  <inkml:trace contextRef="#ctx0" brushRef="#br0" timeOffset="36937.26">12839 2418 1386 0,'0'0'493'16,"0"0"-136"-16,0 0-4 15,0 0-57-15,0 0-93 16,0 0-83-16,0 0-72 15,-24 32-11-15,4 6 27 16,-7 13 8-16,-1 6-9 0,4-3 6 16,4-5-6-16,4-8 9 15,2-1-16-15,2-3-25 16,4-7 2-16,1-5-3 16,2-8-10-16,1-2-14 15,-2 1 0-15,-1 1-5 16,-1 1 0-16,1-4-1 15,-1-5-10-15,2-4-41 16,-1-5-33-16,0 0-38 16,0-7-35-16,-3-16-123 15,3 2-319-15,0-2-418 0</inkml:trace>
  <inkml:trace contextRef="#ctx0" brushRef="#br0" timeOffset="37388.93">12494 2511 1629 0,'0'0'346'0,"0"0"7"16,0 0-57-16,0 0-47 15,0 0-90-15,0 0-70 16,0 0-20-16,-2-3-21 16,9 10-19-16,5 5 31 15,3 4 2-15,4 5-14 0,3 3 0 16,2 1 9-16,3 2-15 16,2 0 35-16,1 1-10 15,1-2-26-15,-1-2-2 16,-2-1-5-16,-4-3-1 15,-2-2-7-15,-3-2-10 16,-3-2 4-16,-5-3-7 16,-2-2 1-16,-4-4-4 15,-2-2-4-15,-2-2 0 16,-1-1-5-16,0 0 0 16,0 0 5-16,1 0-6 0,-1 0-9 15,0 0-34-15,0 0-62 16,0-3-42-16,-4-5-128 15,-2 0-569-15</inkml:trace>
  <inkml:trace contextRef="#ctx0" brushRef="#br0" timeOffset="38454.89">13112 2409 1292 0,'0'0'510'0,"0"0"-150"15,0 0-74-15,0 0-29 16,0 0-77-16,0 0-61 0,0 0-44 16,-6 22-27-16,6-4 48 15,0 6-15-15,0 5-10 16,1 1-18-16,3 1-10 16,1-2-1-16,1 0-7 15,1-2-17-15,1-5 3 16,1-1-12-16,-2-6-3 15,1-4-6-15,-2-3-7 16,-2-4 6-16,0-3-5 16,1-1-1-16,2-7 7 15,1-7-1-15,2-4-1 16,1-3-20-16,-2 0-5 16,0 0 4-16,-2 3 10 15,-1 2 2-15,-2 2 10 16,-1 1 1-16,-1 4 0 0,0 2 0 15,-2 4 6-15,0 0 2 16,0 3 8-16,0 0-5 16,1 2-11-16,1 6 1 15,1 7 1-15,2 3 25 16,2 4-3-16,2 2 0 16,2-1 16-16,1-3-13 15,2-2-12-15,0-2-7 16,2-5 4-16,-2-3-5 15,-1-5-5-15,0-3 7 16,0-2 6-16,0-10-2 16,0-7-2-16,2-8-10 15,-3-14 7-15,-3-9-8 0,-5-3 0 16,-3 2-1-16,-1 7-6 16,0 13-11-16,-3 6 1 15,1 8-5 1,-1 4-11-16,0 0-2 0,0 2 5 15,0 1 5-15,0 5 4 16,2 2-2-16,0 2 5 16,0 1 0-16,0 0-13 15,-1 0-55-15,-3 11-161 16,1 0-137-16,0 0-407 0</inkml:trace>
  <inkml:trace contextRef="#ctx0" brushRef="#br0" timeOffset="40000.35">12061 1700 1467 0,'0'0'504'0,"0"0"-178"0,0 0-14 16,0 0-36-16,0 0-104 15,0 0-88-15,-11 42-47 16,21 12 2-16,4 7 8 16,1 0 30-16,0-7-18 15,-1-12-5-15,-2-7-6 16,-3-8-14-16,-1-9-13 15,0-3-12-15,-1-1-2 16,1-2-7-16,-2-2-1 16,-1-7-9-16,-2-3-5 15,-1-5-1-15,2-11 16 0,-1-7 0 16,3-5-14-16,-1-3 8 16,0 3 5-16,1 5 1 15,-2 6 0-15,0 5 1 16,-2 7-1-16,1 4 0 15,1 1-6-15,3 6 6 16,3 4 11-16,3 2 16 16,1 2-6-16,2-1 10 15,0-1 8-15,0-2-4 16,-2-2-14-16,0-5-11 16,-2-3 4-16,-2 0-2 0,1-8 3 15,-1-6-2 1,-2-6-4-16,1-9 0 0,-4-13-8 15,-4-12 7-15,-1-3-2 16,-1 4-6-16,-5 15-2 16,2 14-11-16,0 8-14 15,2 5-9-15,-1 2 7 16,0 0 2-16,0 2-10 16,0 3 4-16,0 3-6 15,-3 1-18-15,-6 15-150 16,0 1-317-16,-1 1-276 0</inkml:trace>
  <inkml:trace contextRef="#ctx0" brushRef="#br0" timeOffset="40768.86">12059 1716 1292 0,'0'0'268'0,"0"0"5"0,0 0 33 16,0 0-37-1,0 0-37-15,0 0-59 0,0 0-79 16,-12-8-59-16,16 33-13 16,7 16 47-16,5 16 18 15,0 3-9-15,0-2-15 16,-1-9-21-16,-1-9-8 16,-2-7-6-16,-2-9-13 15,-2-8-9-15,-2-5 1 16,0-1-7-16,0-3-1 15,0-3 0-15,-1-4-29 16,-1-7 20-16,2-11 4 16,1-7-18-16,-1-4-6 0,-1-1 11 15,-1 0 11 1,-1 4 7-16,-1 5 1 0,0 4 0 16,-1 5 0-16,0 4 1 15,-1 4 8-15,0 3 7 16,1 1-7-16,3 0-8 15,3 8 0-15,3 5 0 16,5 3 9-16,2 2 5 16,1-1 0-16,1-1-3 15,-2-4 1-15,-3-1-4 16,-2-6-1-16,-2-2-7 16,-2-3 8-16,-1-3 2 15,0-9 4-15,1-7-3 16,-1-10-2-16,-1-15-4 15,-1-10-4-15,-3-4 4 0,-2 11 0 16,0 13 0-16,0 15 1 16,-2 5 4-16,-2-1 2 15,0 1 3-15,0 1-15 16,0 4-2-16,1 3 1 16,0 3-1-16,1 1-11 15,0 1-6-15,0 1-7 16,1 0-77-16,-3 13-244 15,1 1-297-15,-2-1-466 0</inkml:trace>
  <inkml:trace contextRef="#ctx0" brushRef="#br0" timeOffset="41691.19">12041 1724 1597 0,'0'0'276'0,"0"0"-81"15,-2-47 20-15,16 23-92 16,18-8-21-16,27-11-27 16,28-8-29-16,11-1 27 15,2 7-27-15,-15 11-12 0,-27 14-4 16,-17 7-9 0,-19 6-4-16,-11 6-13 0,-6 1-2 15,-5 3-4-15,0 10 10 16,-23 13 4-16,-17 17 52 15,-14 14-4-15,-2 4-1 16,11-10 3-16,18-13-22 16,17-16-8-16,8-7-16 15,2 2-14-15,10-1 5 16,16-1-6-16,17-7 7 16,14-7 2-16,-3-1-2 15,-10-3-1-15,-16-1-6 16,-11 2 12-16,-1 1-13 15,-2-1-1-15,-4 2 0 0,-6 0-5 16,-4 5 4 0,-4 7 1-16,-11 7 1 0,-8 10 15 15,-1 0 3-15,-2 4 1 16,3 1-1-16,8-7-3 16,4 2-6-16,9-7-8 15,4-3 0-15,20-5 0 16,16-7 1-16,15-7 10 15,7-9 4-15,-2-7-16 16,-14 1 0-16,-18 6 1 16,-9 4-1-16,-11 3 0 15,-2 1 0-15,-2 1-1 16,-2 0 0-16,-4 5 1 16,-10 6 0-16,-8 8 14 15,-4 3 8-15,-2 4 10 0,2-1 2 16,6-1-17-16,7-3-11 15,8-5-6-15,5-4 0 16,7-8-6-16,17-4-16 16,17-16-4-16,17-16-86 15,-6 2-259-15,-7 0-337 0</inkml:trace>
  <inkml:trace contextRef="#ctx0" brushRef="#br0" timeOffset="42276.44">13513 1505 2225 0,'0'0'305'0,"0"0"-57"15,0 0-29-15,0 0-50 16,0 0-67-16,0 0-60 16,0 0-24-16,-9 41 13 15,9-12-1-15,0 1-4 16,6-1-7-16,2-2-5 16,4-3-13-16,1-4 0 0,0-2-1 15,1-8-11-15,-2-6-7 16,0-4-31-16,0-5 4 15,-2-10 15-15,0-5 3 16,-2-1 6-16,-2-1 21 16,-1 3 1-16,-4 4 5 15,0 6-5-15,-1 4 29 16,0 5 5-16,0 2-29 16,1 9-6-16,2 7 12 15,1 3 13-15,3 3-4 16,4-1-4-16,4-2-7 15,2-6 4-15,2-5-7 16,2-7 2-16,-1-3 0 0,2-9 6 16,-2-8-4-16,0-11-1 15,-3-14 1-15,-4-15-2 16,-7-7-9-16,-6 8-1 16,0 14-11-16,-1 20 0 15,-3 9-3-15,0 4 2 16,0 2-32-16,0 3-69 15,4 4-152-15,0 0-283 16,6 4-182-16</inkml:trace>
  <inkml:trace contextRef="#ctx0" brushRef="#br0" timeOffset="42532.06">14122 1160 2395 0,'0'0'341'0,"0"0"14"16,0 0-221-16,0 0-83 15,0 0-38-15,0 0-4 16,2 49 8-16,4-21 0 16,1 3 22-16,0 1 6 15,1-1-21-15,-3-2-13 16,-1-3-11-16,-1-4 0 15,-3-5-95-15,-1-6-111 16,-6-5-260-16,-2-5-209 0</inkml:trace>
  <inkml:trace contextRef="#ctx0" brushRef="#br0" timeOffset="42717.83">13956 1184 939 0,'0'0'1244'16,"0"0"-1076"-16,0 0-54 16,75-53 8-16,-20 30 2 15,6 1-67-15,-2 6-34 16,-12 5-23-16,-5 3-6 16,-12 2-195-16,-8 2-511 0</inkml:trace>
  <inkml:trace contextRef="#ctx0" brushRef="#br0" timeOffset="43078.81">14496 1396 2136 0,'0'0'378'16,"0"0"2"-16,0 0-112 0,0 0-87 16,0 0-111-16,0 0-43 15,-18 36 2-15,8-12 28 16,-2 3-12-16,1 2-21 15,-1-1 1-15,1 0-19 16,0-3 3-16,1-1-9 16,-1-3-53-16,1-5-49 15,0-3-124-15,-4-12-276 16,2-1-219-16,3-6-897 0</inkml:trace>
  <inkml:trace contextRef="#ctx0" brushRef="#br0" timeOffset="43277.68">14344 1467 1778 0,'0'0'632'0,"0"0"-493"15,0 0-14-15,0 0 21 16,0 0 56-16,48 19-74 16,-25-7-32-16,2 0-49 15,0 0-23-15,-3 0-14 16,-3-1-10-16,-3-1-4 15,0-1-133-15,-5-4-374 16,-4-2-554-16</inkml:trace>
  <inkml:trace contextRef="#ctx0" brushRef="#br0" timeOffset="43407.32">14645 1504 1713 0,'0'0'519'0,"0"0"-519"0,0 0-72 16,-40-2-485-16</inkml:trace>
  <inkml:trace contextRef="#ctx0" brushRef="#br0" timeOffset="44041.09">12748 3040 2006 0,'0'0'473'0,"0"0"-236"15,0 0-54-15,0 0 12 16,74 0-8-16,3 0-43 16,19-9-17-16,10-5-31 0,-3-3-1 15,-11 0-25-15,-4 1-23 16,-9 1-19-16,-12 0-16 16,-19 4-11-16,-20 2 1 15,-12 5-2-15,-10 1 0 16,-4 1-24-16,-2 1-21 15,-2 0-43-15,-19 1-113 16,-26 6-144-16,4 3-210 16,-6 1-255-16</inkml:trace>
  <inkml:trace contextRef="#ctx0" brushRef="#br0" timeOffset="44319.76">12805 3151 2029 0,'0'0'338'0,"0"0"-129"16,39 11 115-16,13-11 13 16,28-7-122-16,17-9-41 15,7-3-7-15,-3-2-55 16,-11 3-40-16,-7 0-6 16,-7 3-42-16,-10 2-10 15,-17 2 1-15,-15 5-15 16,-14 0 0-16,-8 2 0 15,-3 1 0-15,-3 0 0 16,-1 1 0-16,-5 2 0 16,0-1 0-16,-9 0-93 0,-22-1-129 15,2 0-93 1,-2 0-511-16</inkml:trace>
  <inkml:trace contextRef="#ctx0" brushRef="#br0" timeOffset="44484.37">13825 2919 2822 0,'0'0'499'15,"0"0"-282"-15,0 0-85 16,0 0-19-16,0 0-64 16,0 0-49-16,-53 20-96 15,23-7-143-15,-10 0-563 0</inkml:trace>
  <inkml:trace contextRef="#ctx0" brushRef="#br0" timeOffset="45910.91">6402 3953 912 0,'0'0'246'0,"0"0"-95"16,0 0 1-16,0 0-4 15,0 0-11-15,0 0 14 16,-10 0-17-16,10 0-6 15,0 0-8-15,0 0-16 0,0 0-20 16,0 0-3 0,0 0-1-16,0 0-9 0,0 1-6 15,6 0 9-15,1 0 8 16,3 1-20-16,0 0-19 16,3-1-3-16,-1 0-4 15,2-1-1-15,0 0 2 16,-1 0 1-16,0 0-13 15,0 0-5-15,-3 0-2 16,2 0-6-16,-2-1-2 16,0 0-2-16,-1-1-7 15,0 0 7-15,0 1-7 16,-2-2-1-16,0 2 2 16,-3 0-2-16,-1 0 1 0,-1 0-1 15,-2 1 0 1,0 0-9-16,0 0-33 0,0 0-93 15,0 0-134-15,-6 5-101 16,-3 2-288-16,1-1-362 0</inkml:trace>
  <inkml:trace contextRef="#ctx0" brushRef="#br0" timeOffset="46242.75">6445 4040 522 0,'0'0'805'0,"0"0"-433"16,0 0-31-16,0 0-83 0,0 0-42 16,0 0-1-16,0 0-42 15,-3 1-44-15,11-1-37 16,3 0-14-16,2 0-34 15,2-3-17-15,1 1-12 16,0-1-6-16,1 0 0 16,-1 0 4-16,-3 0-4 15,0 0-2-15,-4 1-6 16,-1-1 0-16,-2 1-1 16,-3 1-5-16,-1 1-28 0,-2 0-168 15,-7 0-379 1,-4 4-620-16</inkml:trace>
  <inkml:trace contextRef="#ctx0" brushRef="#br0" timeOffset="47676.03">6815 3899 1407 0,'0'0'384'0,"0"0"-71"15,0 0-47-15,0 0-49 16,0 0-7-16,0 0-39 16,0 0-44-16,-2 1-34 15,6-1-35-15,6 0-13 16,2 0 10-16,3-1-5 0,1-1-23 16,-1 0-14-16,0 1-7 15,-2 1-4-15,-2 0 3 16,-2 0-5-16,-2 0-12 15,-2 0-42-15,-1 0-64 16,-2 0-113-16,-2 1-121 16,0 3-221-16,-1-2-103 0</inkml:trace>
  <inkml:trace contextRef="#ctx0" brushRef="#br0" timeOffset="47946.02">6833 3970 1974 0,'0'0'468'0,"0"0"-315"16,0 0 29-16,0 0-47 15,0 0 4-15,0 0-11 16,0 0-44-16,51-4-21 15,-34 1-20-15,-1 0-12 16,0-1-14-16,-3 0-16 16,-1 1-1-16,-1 1 0 15,-1 0-99-15,-2 1-191 16,-4 1-477-16</inkml:trace>
  <inkml:trace contextRef="#ctx0" brushRef="#br0" timeOffset="49588.8">7982 5621 1185 0,'0'0'262'0,"0"0"-49"16,0 0-7-16,0 0-37 15,0 0-39-15,0 0-19 16,0 0-6-16,-2-2-6 15,2 2-7-15,0 0 1 16,0 0-11-16,5 0-5 16,5 0 1-16,3 0 9 15,6 2-2-15,2-1-9 16,4 1-28-16,4-1-6 16,1-1-12-16,3 0-1 0,0 1-1 15,1-1-6 1,0 1-10-16,-3 0-6 0,2 0 17 15,-1 1 4-15,0-1-8 16,2 1 4-16,0 0-7 16,0-1-2-16,-1 0 1 15,-1-1 12-15,-1 0 6 16,-5 0-8-16,-3 0-5 16,-3 0-4-16,-4 0-2 15,-4 0-2-15,-1 0 3 0,-4 0-2 16,-1-1 1-16,-2 0-7 15,-2 0 4-15,-1 0-10 16,-1 1 7-16,0 0-8 16,0 0 0-16,0 0-7 15,0 0-17-15,1 0-38 16,14 0-64-16,0 0-446 16,4 0-329-16</inkml:trace>
  <inkml:trace contextRef="#ctx0" brushRef="#br0" timeOffset="50310.42">9272 5460 912 0,'0'0'385'0,"0"0"-90"15,0 0-17-15,0 0-45 16,0 0-20-16,0 0-35 0,0 0-25 16,-9 1 5-1,9 0-7-15,0-1-12 0,0 1-17 16,0 0-16 0,0 0-28-16,0 1-36 0,6 1 3 15,4 0-3-15,4 1-2 16,3-1 4-16,5-2-7 15,3 0-4-15,2-1-18 16,1 0-1-16,1-2-2 16,-2-2 9-16,-2 0 0 15,-2-2-5-15,-2 2-8 16,-2 0-2-16,-4 1-5 16,-4 0 8-16,-1 2-9 15,-4-1 2-15,-2 2 4 16,0-1-5-16,-2 1 8 15,-2 0-8-15,0 0-1 16,0 0 0-16,0 0-8 0,0 0-16 16,-12 5-32-16,-4 6-101 15,-8-2-543-15</inkml:trace>
  <inkml:trace contextRef="#ctx0" brushRef="#br0" timeOffset="54066.23">11325 4166 1292 0,'0'0'325'16,"0"0"-138"-16,0 0-56 15,0 0-25-15,43-1-30 0,-29 2-1 16,-1 4-13-16,0 0-20 15,-2 2-11-15,-1 2-7 16,-2 1-1-16,-4 1-3 16,-2 1 2-16,-2 3 10 15,0 0 32-15,-5 1 2 16,-2 1-5-16,-3 2-9 16,1 0-7-16,0 1-15 15,1 0-5-15,1 0-10 16,3-1-9-16,3 0 0 15,1-1-5-15,0-2 7 16,8 0-7-16,2-2 0 16,2-3 6-16,2-2-1 0,0-2-5 15,2-4 5 1,-1-2 2-16,-2-1 8 0,-2 0-14 16,-2-3 10-16,-3-4-1 15,-2-2 1-15,-1 0-6 16,-2 0 0-16,0 3 6 15,-1 2 5-15,0 2 25 16,0 2-2-16,0 0-13 16,0 0-17-16,0 8-2 15,0 6-1-15,-3 5 44 16,0 5 14-16,-1 10 11 16,0 11-3-16,-1 12-19 15,1 2 11-15,1-4 4 16,3-6-18-16,0-5-15 15,0-2-5-15,5 0-4 16,-1-6 0-16,1-8 8 0,-2-5-22 16,0-3 5-16,1 4 0 15,1 4 0-15,-1 6 0 16,0-1 0-16,1-1-4 16,-1 0-5-16,1-2-2 15,-1-3 7-15,0-1-14 16,-1-1-1-16,-2-3 0 15,1-1 1-15,-2-2 0 16,0-4 0-16,0-3 1 16,0-2 0-16,0-3 0 15,-3-1 1-15,-1-2 4 0,-1-1-5 16,-2 1 0 0,-2-2 0-16,-2 2 0 0,-2-2 0 15,-2 0 1-15,-2 0-1 16,-1-1 0-16,0-1 0 15,-2 0-1-15,2 0 0 16,-1 0 0-16,3 0 0 16,0 0 0-16,2 0 2 15,3 0-1-15,0-2-1 16,1 1 1-16,3 0-1 16,0 0 1-16,2 0 0 15,2 0-1-15,0 1 0 16,2 0-6-16,0 0-4 0,1-1-11 15,-1 1-11-15,1-1-11 16,0-1-19-16,0-2-29 16,0-1-37-16,2-5-89 15,3 1-303-15,1-2-269 0</inkml:trace>
  <inkml:trace contextRef="#ctx0" brushRef="#br0" timeOffset="54288.13">11348 5485 2442 0,'0'0'352'16,"0"0"-159"-16,0 0-88 15,0 0 43-15,0 0-43 16,0 0-74-16,0 0-31 15,-10 0-36-15,8 0-152 16,-2 0-338-16,-3 0-488 0</inkml:trace>
  <inkml:trace contextRef="#ctx0" brushRef="#br0" timeOffset="58559.12">11725 4221 227 0,'0'0'1395'0,"0"0"-1091"16,0 0 18-16,0 0-79 15,0 0-11-15,0 0-54 16,-15 0-79-16,24 0-29 16,6 0 11-16,7 0 1 15,4 0-2-15,11 0-12 16,8 0-20-16,9 0-10 0,-6-3-16 16,-9 0-4-1,-13 1-6-15,-10 0-10 0,-2 1 3 16,-2 0-5-16,-2 0-1 15,-6 1-34-15,-2-2-19 16,-2 0-34-16,0-1-39 16,0-6-247-16,-3 1-176 15,-2 0-199-15</inkml:trace>
  <inkml:trace contextRef="#ctx0" brushRef="#br0" timeOffset="58866.15">12006 4098 1681 0,'0'0'478'0,"0"0"-302"15,0 0-62-15,0 0-4 16,0 0-36-16,0 0 75 16,38 23-32-16,-19-15-24 15,1 2-25-15,0-2-15 16,0 0-8-16,-4-1-14 15,-3 0-11-15,-3-2-7 16,-4-1-5-16,-4 1-1 16,-2 1 4-16,0 0-10 15,-3 2 5-15,-7 2 3 16,-3 1-7-16,-3 1 5 16,-1 0-7-16,1 0-19 15,0-3-133-15,4-1-220 0,5-5-785 16</inkml:trace>
  <inkml:trace contextRef="#ctx0" brushRef="#br0" timeOffset="59669.06">11731 4815 155 0,'0'0'869'0,"0"0"-629"0,0 0-3 16,0 0 69-16,0 0-3 16,0 0-45-16,0 0-41 15,-34 0-22-15,34 0-33 16,0 0-32-16,0 0-45 15,7 0-14-15,8 0-5 16,12 0 23-16,13 0-6 16,11-2-10-16,4-3-5 15,-8 0-22-15,-12 1-13 16,-13 0-6-16,-4 2-13 16,0 0-7-16,-2-2 4 15,-3 3-11-15,-5-1-1 0,-5 2-6 16,-3-1-40-1,0 0-28-15,0 1-33 0,-4-3-70 16,-9 0-205-16,1-1-268 16,-1 0-354-16</inkml:trace>
  <inkml:trace contextRef="#ctx0" brushRef="#br0" timeOffset="59939.19">11984 4639 1776 0,'0'0'490'0,"0"0"-291"16,0 0-98-16,0 0 14 0,0 0 59 15,46 19-35-15,-23-8-39 16,3 2-20-16,-1 0-35 16,-2 1 1-16,-3-1-14 15,-4-1-13-15,-6-2-4 16,-4 0-14-16,-6-2 7 15,0 2-2-15,-9 0 0 16,-5 2-6-16,-4-1-6 16,-1 1-61-16,-8 4-152 15,4-2-362-15,3-3-670 0</inkml:trace>
  <inkml:trace contextRef="#ctx0" brushRef="#br0" timeOffset="60362.01">11873 5296 1420 0,'0'0'735'0,"0"0"-500"16,0 0-48-16,0 0 20 15,0 0 3-15,0 0-83 16,0 0-46-16,34 3 12 15,3-2-10-15,11-1-32 16,-1 0-24-16,-9 0-10 16,-13 0-7-16,-8 0-4 15,1 0-5-15,-2-1-1 16,0-2-41-16,-6-1-58 16,-2-2-64-16,-2-6-145 15,-3 1-162-15,-1-1-264 0</inkml:trace>
  <inkml:trace contextRef="#ctx0" brushRef="#br0" timeOffset="60688.48">12123 5138 1971 0,'0'0'357'0,"0"0"-214"16,0 0-90-16,0 0 37 15,0 0 17-15,0 0 15 16,54 33-11-16,-27-22-54 16,0 2-30-16,-3-2-10 15,-5 1-5-15,-4-2-3 0,-5-2-7 16,-5-1 5-16,-5 0 2 16,0-2 0-16,-3 2-9 15,-7-1 11-15,-1 0-10 16,-4 0 5-16,0-1-5 15,0-1-1-15,-1-1-9 16,2 1-51-16,-1 0-67 16,2 1-36-16,2-1-90 15,4-2-355-15,3-2-449 0</inkml:trace>
  <inkml:trace contextRef="#ctx0" brushRef="#br0" timeOffset="60857.53">12420 5247 2089 0,'0'0'539'0,"0"0"-462"0,0 0-18 16,0 0-21-16,0 0-17 16,0 0-21-16,0 0-200 15,-30-6-875-15</inkml:trace>
  <inkml:trace contextRef="#ctx0" brushRef="#br0" timeOffset="64083.86">9367 6086 880 0,'0'0'898'0,"0"0"-610"16,0 0-53-16,0 0-59 15,0 0 0-15,0 0-33 16,-2 0-46-16,12 0-9 16,4 0 2-16,7 0-8 15,2 0-14-15,3 0-17 0,1 0-9 16,0 0-16-16,-3-2-11 15,-2-1-9-15,-5 1-4 16,-4 0-1-16,-4 1-1 16,-3 1-31-16,-4 0-45 15,-2 0-93-15,-1 0-126 16,-5 3-207-16,-1 0-140 0</inkml:trace>
  <inkml:trace contextRef="#ctx0" brushRef="#br0" timeOffset="64600.09">9358 5926 1277 0,'0'0'347'0,"0"0"-106"16,0 0-41-16,0 0 26 15,0 0-56-15,0 0-45 16,0 0-25-16,9-26-37 16,-9 26-16-16,0 1-11 15,-4 5-4-15,-3 3 5 16,-2 5 17-16,-2 5 0 15,-1 3-4-15,0 2-3 16,2 1-7-16,1 0-2 16,3-2-7-16,2-2-1 0,4-2-1 15,0-4-11-15,0-2-3 16,9-2 0-16,1 0 5 16,6-3 19-16,1-2 3 15,4-2 0-15,2-2-9 16,1-2-4-16,0 0-10 15,-1-2-10-15,-1-3-7 16,-4 2 5-16,-2-1-5 16,-6 2-1-16,-3 1-1 15,-4 1-12-15,-2 0-37 16,-1 0-35-16,-1 1-67 16,-15 11-104-16,2-2-229 0,-2-1-313 15</inkml:trace>
  <inkml:trace contextRef="#ctx0" brushRef="#br0" timeOffset="74331.76">11057 5895 993 0,'0'0'809'0,"0"0"-611"15,0 0 9-15,-7-41 27 0,5 37 2 16,2 2-88 0,-2 2-80-16,0 8-38 0,-1 8-22 15,-4 11 17-15,-2 11 31 16,-6 8-3-16,1-3-12 15,2-9-13-15,2-13-16 16,3-8-3-16,-1 1-7 16,2-2 4-16,0-3-5 15,3-4-1-15,2-4 2 16,1-1 13-16,0-1 16 16,1-5 7-16,6-1-26 15,1 0-11-15,2 1 8 16,3 2-8-16,1 3 0 15,2 1 0-15,1 0 0 0,1 5 0 16,0 1 0-16,-1 1-1 16,0 0 0-16,0-1-18 15,-2-1-90-15,3-3-158 16,-3-2-209-16,-5 0-219 0</inkml:trace>
  <inkml:trace contextRef="#ctx0" brushRef="#br0" timeOffset="74657.34">11193 5957 1204 0,'0'0'485'16,"0"0"-219"-16,0 0-42 15,0 0-96-15,0 0-8 16,0 0-10-16,0 0-27 0,19 38 11 16,-19-18 5-1,0 0-13-15,-3 1-23 0,-4-3-16 16,-2-1-25-16,0-3-12 15,-1-3-9-15,4-4 8 16,1-4-3-16,2-2 3 16,3-1 9-16,0 0-10 15,0-3 8-15,0 1-2 16,0 1-14-16,4 1 6 16,3 0-6-16,2 0 0 15,2 3 0-15,4 1 1 16,2-1-1-16,3 0 0 15,12-3-72-15,18-3-208 16,-6-6-290-16,-3-3-933 0</inkml:trace>
  <inkml:trace contextRef="#ctx0" brushRef="#br0" timeOffset="75196.73">11616 5893 1765 0,'0'0'317'0,"0"0"-113"16,0 0-109-16,0 0-20 16,0 0-9-16,-1 39 32 15,0-16-4-15,-1 1-23 16,-1-1-35-16,0-4-15 15,0-1-9-15,0-7-3 16,2-2-3-16,-2-5-5 0,2-4 0 16,1-3 16-16,0-12 0 15,0-6-16-15,4-4 0 16,5 0 8-16,4 1 3 16,1 6-6-16,0 7-5 15,2 6 5-15,0 5 1 16,-1 2 2-16,0 8-7 15,-2 4 25-15,0 2 0 16,-2 0-14-16,-1 1-7 16,-2-3-6-16,0-1-54 15,1-6-161-15,-2-3-168 16,0-4-393-16</inkml:trace>
  <inkml:trace contextRef="#ctx0" brushRef="#br0" timeOffset="76329.7">11845 5817 1249 0,'0'0'402'16,"0"0"-47"-16,0 0-122 15,0 0-121-15,0 0-56 16,0 0 25-16,-18 43 20 16,13-22-1-16,1 0-39 15,2-2-23-15,2-1-15 16,0-5-7-16,0-4-2 15,0-5-5-15,3-4-3 16,1 0 10-16,0-9 2 16,0-5-18-16,1-4-24 0,-1-3-46 15,-1-1-9-15,-1 1 4 16,-1 3 25-16,-1 3 30 16,0 6 20-16,0 5 0 15,0 4 0-15,0 0-13 16,-1 12 5-16,1 2 8 15,0 5-1-15,0 1 0 16,6-2 1-16,5-2 2 16,2-4 23-16,4-5-18 15,1-3 2-15,2-4 2 16,0-6 2-16,-2-5-3 16,-2-4-9-16,-5-2 7 15,-3 0-2-15,-4-1-5 16,-4 1 0-16,0 3 1 0,0 2-2 15,-5 1 2-15,2 5-1 16,1 1-1-16,0 3-6 16,2 0-4-16,0 2-27 15,2 0-2-15,5 1 35 16,0 5 4-16,1 1 0 16,0 3 10-16,0 1 13 15,-1 1 5-15,1 0-1 16,0-1 12-16,1 0-4 15,2-3-8-15,2-2-9 16,1-4-10-16,3-2-8 16,0-2-26-16,2-7-72 0,-2-4-91 15,-1-1-72 1,-4-4-37-16,-3 0 59 0,-2 2 144 16,-4 0 95-16,0 3 26 15,-2 3 92-15,-1 3 61 16,0 4 64-16,0 2-51 15,0 1-79-15,0 2-66 16,0 6-23-16,0 3 34 16,0 2 16-16,0 3-16 15,0-2-10-15,0 0-6 16,1-2-11-16,0 0-22 16,-1-4 0-16,0-2-3 15,0-3-4-15,0-3 5 0,0 0 4 16,0-9-11-16,0-5-29 15,0-4 29-15,0-1 11 16,3 1-11-16,1 1 7 16,0 4 16-16,2 3 14 15,0 4-15-15,1 5-7 16,-1 1-13-16,2 0-1 16,1 5 9-16,1 3 4 15,0 2-5-15,-3-1 4 16,0 2 8-16,-1-1-12 15,-2-2 3-15,-1-2-6 16,-2-2-5-16,-1-2-1 16,0-1 0-16,0-1 1 15,0-2 19-15,0-7 4 0,0-4-10 16,0-5-14-16,0 1 1 16,1-1 9-16,6 3 2 15,0 3 3-15,1 6 0 16,0 3-4-16,1 3-10 15,0 0-1-15,2 4 2 16,0 4 7-16,-1 1-3 16,-1 0-6-16,-2 0-1 15,-3 0-57-15,-4-1-170 16,0-1-286-16,-5-5-673 0</inkml:trace>
  <inkml:trace contextRef="#ctx0" brushRef="#br0" timeOffset="76474.5">12588 5732 2259 0,'0'0'539'16,"0"0"-264"-16,0 0-98 15,0 0-52-15,0 0-74 16,0 0-51-16,0 0-24 16,-9-11-179-16,-4 8-797 0</inkml:trace>
  <inkml:trace contextRef="#ctx0" brushRef="#br0" timeOffset="77405.81">7272 6271 365 0,'0'0'796'0,"0"0"-426"16,0 0 16-16,0 0-98 16,0 0-57-16,0 0-49 15,0 0-53-15,-2 12-15 16,8-8-50-16,3 2-7 15,2-1-15-15,7 0 10 16,2-1-4-16,5 0-5 16,1-1-11-16,1-1-5 15,-2-1-11-15,-4-1-3 16,-4 0-12-16,-6 0-1 16,-3 0 0-16,-4 0 0 15,-3 0 0-15,-1 0 0 0,0 0-9 16,0 0-54-1,0 0-125-15,-6 0-183 0,-3 0-436 16,-1 0-891-16</inkml:trace>
  <inkml:trace contextRef="#ctx0" brushRef="#br0" timeOffset="77652.02">7328 6373 454 0,'0'0'1201'0,"0"0"-812"16,0 0-154-16,0 0-28 0,0 0-45 16,0 0 56-16,0 0-58 15,42 16-73-15,-24-15-38 16,3-1-14-16,2 0-7 16,1 0-10-16,0-2-10 15,-1-3-8-15,-2 1 0 16,-1 0 0-16,-3 0-69 15,-3-1-112-15,-5 2-193 16,-5-1-439-16</inkml:trace>
  <inkml:trace contextRef="#ctx0" brushRef="#br0" timeOffset="78821.71">7272 5731 1373 0,'0'0'508'0,"0"0"-198"15,0 0-69-15,0 0-37 0,0 0-77 16,0 0-77-1,0 0-23-15,2 18-16 0,6-3 20 16,2 0-6-16,1 0 10 16,1-3-2-16,1-1-2 15,-2-4-7-15,-1-2-23 16,-2-3 0-16,-1-2-1 16,-1 0 1-16,-2-5-1 15,1-5 0-15,-1-2-2 16,-2-2-3-16,1 1 5 15,-2 2 0-15,0 2 1 16,-1 4 0-16,1 3 16 16,0 2-6-16,1 0-9 15,3 8-2-15,1 3 12 16,1 3 10-16,1 2 1 0,1 0-2 16,-2 0 10-1,-1-1-20-15,-1 0 1 0,-1-1-2 16,-2-2-1-16,-2-2-1 15,0-1-8-15,-3-2 6 16,-7 0-6-16,-3-2 0 16,-4-1-45-16,-3-1-84 15,-7-3-201-15,4-3-207 16,5-3-442-16</inkml:trace>
  <inkml:trace contextRef="#ctx0" brushRef="#br0" timeOffset="79258.59">7297 5526 1038 0,'0'0'549'0,"0"0"-171"16,0 0-112-16,0 0-149 16,0 0-78-16,0 0-14 15,-10 35 5-15,6-20-8 16,1 0 21-16,1-2 2 0,0-2-1 16,1-2-10-16,1-3-5 15,0-3-10-15,0-3 0 16,0 0-1-16,0-2 44 15,0-7-22-15,2-4-39 16,3-4-1-16,3-4-27 16,0 2-40-16,0 1 29 15,0 3 9-15,-2 6 4 16,0 5 3-16,1 4-2 16,0 1 12-16,2 8 12 15,2 4 0-15,1 2 0 16,11 7-2-16,-1-3-177 15,-2-4-677-15</inkml:trace>
  <inkml:trace contextRef="#ctx0" brushRef="#br0" timeOffset="92240.88">10553 3718 1179 0,'0'0'322'0,"0"0"1"0,0 0-49 15,0 0-38-15,0 0-49 16,-19-34-94-16,18 32-28 16,1 2-22-16,0 0-10 15,0 4-31-15,0 7 5 16,0 6 5-16,2 5 33 15,1 2-8-15,0 1 0 16,0 0 26-16,-1-1-27 16,-1-1 2-16,0-2-25 15,-1-1-6-15,0-3-6 16,0-2-1-16,-1-3-89 16,-5-1-114-16,-2-2-55 15,-5-5-131-15,1-1-199 0,-1-3-269 0</inkml:trace>
  <inkml:trace contextRef="#ctx0" brushRef="#br0" timeOffset="92472.18">10402 3862 172 0,'0'0'1463'16,"0"0"-985"-16,0 0-273 16,0 0-46-16,0 0-64 15,0 0-46-15,0 0 72 16,25 13-9-16,-9-2-47 15,2-1-17-15,0 2-31 16,0 0 2-16,-1-1-19 16,-1-1 2-16,-2-2-2 0,-2-1-27 15,-1-2-100-15,-1-4-103 16,4-1-80-16,-3-5-252 16,-3-2-294-16</inkml:trace>
  <inkml:trace contextRef="#ctx0" brushRef="#br0" timeOffset="92631.85">10635 3851 1215 0,'0'0'402'0,"0"0"-118"16,0 0-97-16,0 0-106 0,0 0 40 16,-17 45-20-16,7-20-52 15,-1 3-30-15,-7 16-19 16,3-8-115-16,-2-1-534 0</inkml:trace>
  <inkml:trace contextRef="#ctx0" brushRef="#br0" timeOffset="94244.47">7285 8113 1420 0,'0'0'472'0,"0"0"-7"16,0 0-263-16,0 0-46 15,0 0-41-15,0 0-46 16,0 0-29-16,-39 40 8 0,31-18 11 15,0 0-7 1,1 2-16-16,0-1-6 0,2-1-17 16,0-2 1-16,1-3-13 15,1-1 1-15,0-2-2 16,1-3-6-16,-1-3-54 16,0-2-76-16,-1-2-100 15,-1-4-71-15,-1-4-204 16,1-4-252-16</inkml:trace>
  <inkml:trace contextRef="#ctx0" brushRef="#br0" timeOffset="94450.23">7134 8242 1320 0,'0'0'337'0,"0"0"-90"16,0 0-90-16,0 0 43 0,0 0-50 15,49 0-10-15,-33 8-21 16,-1 3-25-16,0 1-18 15,-2 0-33-15,0 0-15 16,-1-1-17-16,-2-1 3 16,1 0-14-16,-2-3-55 15,5-2-144-15,-3-3-287 16,-2-2-468-16</inkml:trace>
  <inkml:trace contextRef="#ctx0" brushRef="#br0" timeOffset="94621.81">7357 8275 1711 0,'0'0'332'0,"0"0"-176"16,0 0-109-16,0 0-30 16,0 0-17-16,0 0-21 15,0 0-98-15,8-4-201 16,-3 0-333-16</inkml:trace>
  <inkml:trace contextRef="#ctx0" brushRef="#br0" timeOffset="95159.07">7423 8177 1807 0,'0'0'356'0,"0"0"-171"0,0 0-98 16,0 0 35-16,0 0 6 16,0 0-15-16,23 48-32 15,-17-35-26-15,-1 0-28 16,0-2-12-16,0-2-7 16,-1-2-7-16,0-4-1 15,-2-1-35-15,-1-2-14 16,1-2 3-16,0-5-16 15,-1-3-32-15,2 0 39 16,-2 0 43-16,1 0 12 16,0 4 0-16,-1 1 9 0,0 4 24 15,1 1 12-15,0 0-15 16,1 1-5-16,3 6 30 16,0 3 17-16,2 1-5 15,-1 0-11-15,2-2-7 16,-1 0-7-16,0-3-9 15,0-1-11-15,-2-4-4 16,1-1-6-16,-1 0 14 16,0-8-2-16,-2-5-9 15,-1-2-5-15,-2-5-8 16,-1-3-2-16,0-3 10 0,-1 1-9 16,-3 1 0-1,0 5 6-15,1 5-6 0,0 6-2 16,0 4-7-1,1 3-21-15,-1 1-53 0,-1 8-96 16,1 3-120-16,-1-1-368 0</inkml:trace>
  <inkml:trace contextRef="#ctx0" brushRef="#br0" timeOffset="97548.18">8449 8150 1106 0,'0'0'375'0,"0"0"17"16,0 0-113-16,0 0-39 15,0 0-23-15,0 0-71 16,0 0-55-16,-11-10-38 0,11 11-23 16,0 5-21-16,4 3 12 15,4 1 23-15,1 3-11 16,2 1-1-16,1 0 1 16,0 1-3-16,2-1-9 15,-1-1-6-15,0-1-7 16,-1-2-2-16,-1-3-5 15,-1-1 7-15,-4-1-8 16,-1-5 2-16,-1 2 7 16,-1-2 0-16,0 0 3 15,1-4-2-15,0-3 1 16,0-2-4-16,0 0-6 0,0 0 11 16,-2 0-11-16,0 1 0 15,-1 2 5-15,-1-1-6 16,0 2 0-16,0 2 6 15,0 2-4-15,0 0 4 16,0 1 3-16,0 0-3 16,0 0-6-16,1 2-6 15,1 6 6-15,2 3 1 16,0 3 1-16,1 2 23 16,-1 3 3-16,0-2-4 15,0 1 3-15,0-1-1 16,-1-2-10-16,-1 0-1 15,0-2 2-15,-2-2-4 16,0-2-4-16,0-3 3 16,0-1 0-16,0-2-1 0,0-3 7 15,0 1 12-15,-2-1 6 16,-2 1-3-16,-2 0-20 16,1 1-2-16,-3 1-10 15,1-1 0-15,-1 1 0 16,-1 0-1-16,0-1 0 15,1-1-1-15,-2 2-21 16,0-1-53-16,-10 5-31 16,4-2-158-16,0-1-512 0</inkml:trace>
  <inkml:trace contextRef="#ctx0" brushRef="#br0" timeOffset="108916.98">12934 7589 388 0,'0'0'781'0,"0"0"-535"15,0 0-39-15,0 0-15 16,0 0-25-16,0 0-51 15,-3 0-39-15,6 1-9 16,3 3 32-16,4 2 11 16,2 0-4-16,2 1 4 15,1-1-11-15,3 0-14 16,4 0-19-16,2-1-10 16,2 0 5-16,2-2-13 15,-1-1-10-15,1-1-9 0,-2-1-2 16,-3 0-1-1,1 0 5-15,-3-4-2 0,-1 0-5 16,0-2 1-16,-2 0 0 16,1-2-8-16,0-2 9 15,-1-1 5-15,0-1-2 16,0-2-3-16,0-2 1 16,0-1 8-16,0-3-16 15,1-1 2-15,-2 0-10 16,1 0 2-16,-2-1 8 15,-1 1-4-15,-2 0-4 16,-2-1 2-16,-1 2-1 0,-3-2 2 16,-1 0-10-16,-2 0 4 15,-3-2 2-15,-1 1-2 16,0-2-1-16,-1 1-2 16,-5-1-1-16,-2 2 2 15,0 0-8-15,-1 2 1 16,0 0-2-16,-2 1-2 15,1 3 2-15,0 1 0 16,-1 3-1-16,0 2-5 16,-2 1-5-16,-1 0 4 15,-3 1-7-15,0 1 1 16,-4 2 2-16,0-1 4 16,-3 1 7-16,-2 1-2 15,-2 2-4-15,-1 0 6 16,-1 1-1-16,0 1-8 0,0 0 7 15,1 0 1 1,2 1-5-16,3 0-3 0,3 0 9 16,2 0 0-16,3 1 0 15,2 2-2-15,0 1-4 16,0 2 5-16,0-1-10 16,-2 3 10-16,-1 0 0 15,0 3 0-15,-3-1 0 16,0 1 1-16,-1 1-1 15,0-1 1-15,2 1 0 16,2-2 0-16,2 2-1 16,0-2 1-16,3 1 0 15,-1 2-1-15,1-2 1 0,-1 1 0 16,0-1 1 0,1 0 0-16,0 1-1 0,0 0 1 15,1 1 0-15,0 2 5 16,2-1-4-16,1 2 5 15,1 0 8-15,1 2 3 16,1 0-1-16,2 0 1 16,1 0 0-16,2 0-3 15,0 1-3-15,0-1 0 16,0 1-3-16,5 0-1 16,2 1-7-16,1 0 7 15,1 0-7-15,3 0 7 0,2-1-1 16,1 2 2-16,1-3 3 15,0-1-1-15,0 0-10 16,-1-5 12-16,2 1 5 16,-2-2-3-16,1-2 0 15,-1-2 2-15,-1-2-5 16,0 0 1-16,1-2-2 16,0-1 2-16,1-1-1 15,-1 0-1-15,0-1 4 16,-2 0-5-16,-1 0-2 15,-2 0 1-15,0 0-3 16,-1 0 0-16,-1 0 0 16,1 0-6-16,0 0 0 0,0-2 0 15,0 0 0 1,0-1 0-16,-1 0 0 0,-1 1 0 16,-2 1 0-16,-3 0 0 15,0 1 0-15,-1 0 0 16,-1 0-29-16,0 0-49 15,0-2-37-15,0 0-40 16,-8-5-83-16,0 0-319 16,0-1-470-16</inkml:trace>
  <inkml:trace contextRef="#ctx0" brushRef="#br0" timeOffset="109136.93">13121 7603 1883 0,'0'0'1004'15,"0"0"-835"-15,0 0-3 16,0 0-10-16,0 0-26 16,0 0-79-16,0 0-36 15,0 0-15-15,-1 0-1 16,-7 0-91-16,2 0-132 15,-7 0-617-15</inkml:trace>
  <inkml:trace contextRef="#ctx0" brushRef="#br0" timeOffset="-180154.74">10831 3955 970 0,'0'0'273'15,"0"0"-81"-15,0 0-45 16,0 0-2-16,0 0 13 16,0 0-46-16,-29-17-26 15,20 17-14-15,-4-1 6 0,-2 1-2 16,-5 0-36-16,-4 2-11 15,-4 3 11-15,-2 1 8 16,-7 2 1-16,2-2 7 16,-1 1-14-16,-1 0 4 15,8-1-9-15,-5 0 2 16,2 1-13-16,1 0 0 16,2 0 3-16,-1 1-16 15,1 0-5-15,2 1 8 16,-2 2-1-16,2 0-3 15,1 1 12-15,1 0 1 16,2 2-8-16,1-1 2 0,1 5 1 16,1 1-1-16,1 4-4 15,1 2 5-15,2 2-1 16,2 1-7-16,1 2 12 16,1 1-12-16,2 0 3 15,4 0 10-15,2 0-5 16,3 1-7-16,1-1 8 15,0 2-10-15,4 3 4 16,5 5 0-16,4 7-3 16,3 0 1-16,1-3 4 15,0-2-4-15,-1-8-2 16,1 1 10-16,0-1-20 16,1-1 6-16,0 1 3 0,0 1 5 15,-2-5-4-15,-2-5-1 16,-3-5 7-16,0-1-10 15,2 3 5-15,2 5-4 16,2 5 5-16,-2-1-1 16,0 1-1-16,1-1-4 15,-3-2 2-15,1 0-7 16,-1-2 5-16,0-1-6 16,1-1 0-16,0 0 6 15,0-2-6-15,0 1 9 16,1 0-10-16,0-1 2 15,1 1-1-15,-1-3 1 16,-1 0 4-16,0-2-6 0,-2-3 1 16,-1 0-1-1,-3-2 1-15,0-4 0 0,-1-1 5 16,2-1-6-16,0-3 2 16,3-1-2-16,1-2 2 15,3-1-2-15,0-2 1 16,1 0 1-16,2 0-1 15,0 0 0-15,1-5 0 16,1-1 0-16,-1 0 8 16,1-3-9-16,1-2-1 15,0-1 1-15,1-1 7 16,1-3-6-16,0-1 0 16,-1 0-1-16,-1-1 6 15,-2 0-6-15,0 0-1 16,-3-2 0-16,-2 1 1 15,0-2 0-15,-1-1 1 0,0-2 4 16,0-9-5-16,3-6 1 16,3-11 0-16,0-4 13 15,-2 3-14-15,-4 3-5 16,-1 6 4-16,-3 1 1 16,-1 0 1-16,-2-4 0 15,-3 0 0-15,1-3 11 16,-1 2-4-16,0-2 4 15,-2 1-5-15,-1 2 1 16,-1-1-7-16,0 4 13 16,0 7-8-16,-3 7-6 0,-4-4 8 15,-3-4-2 1,-3-6 0-16,0 2 1 0,1 8-5 16,4 11 5-16,-1 3-5 15,-1-4-1-15,-1-2 7 16,-1-2-1-16,1 4 12 15,1 0-18-15,0 4 4 16,1 2 12-16,1 1-2 16,0 2-5-16,-1 0 1 15,0 1 1-15,1 1-6 16,-1 0-5-16,0 0 0 16,1 0 1-16,0 1-2 15,1 2 0-15,0 1 0 0,1 2 0 16,1 2 0-16,0 0 0 15,-1 2-7-15,2 0 7 16,-2 0-8-16,2 0 7 16,-2 1 1-16,-1 0-2 15,-1 0-4-15,0 0-1 16,0 0-1-16,1 0 7 16,1 0-7-16,0 0 1 15,1 0-1-15,1 0 2 16,0 0-1-16,0 0-4 15,-1 0-1-15,-1 0 0 16,2 0 0-16,0 0-3 16,0 0-4-16,0 0-50 15,2 0-23-15,0 0-5 16,1 1-119-16,0 2-144 0,0-1-273 16,0-1-437-16</inkml:trace>
  <inkml:trace contextRef="#ctx0" brushRef="#br0" timeOffset="-179972.75">10904 4040 1455 0,'0'0'763'0,"0"0"-628"16,0 0 33-16,0 0-7 15,0 0 49-15,0 0-108 16,0 0-68-16,-9 3-34 0,-11 13-118 15,1 1-236-15,-7 0-656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04:16.313"/>
    </inkml:context>
    <inkml:brush xml:id="br0">
      <inkml:brushProperty name="width" value="0.05292" units="cm"/>
      <inkml:brushProperty name="height" value="0.05292" units="cm"/>
      <inkml:brushProperty name="color" value="#FF0000"/>
    </inkml:brush>
  </inkml:definitions>
  <inkml:trace contextRef="#ctx0" brushRef="#br0">8372 2582 439 0,'0'0'1440'0,"0"0"-1186"15,0 0-109-15,0 0-86 16,0 0-9-16,0 46 26 15,6-16 6-15,1 0-21 16,-2-3-33-16,2 3-13 0,0-3-9 16,-1-2-6-16,-1-3-16 15,-1 3-173-15,-1-6-398 16,-3-7-365-16</inkml:trace>
  <inkml:trace contextRef="#ctx0" brushRef="#br0" timeOffset="270.06">8354 2560 732 0,'0'0'821'16,"0"0"-551"-16,0 0-73 16,0 0-77-16,0 0-39 0,0 0 0 15,38-20-13 1,-24 27 4-16,-1 4-25 0,-1 2-4 15,-3 2-7-15,-1 2-12 16,-4 0-12-16,-2-1 1 16,-2 2-6-16,0-2-5 15,-4-1-2-15,-3-1-9 16,-1-2-82-16,-2 0-112 16,2-4-147-16,1-4-293 0</inkml:trace>
  <inkml:trace contextRef="#ctx0" brushRef="#br0" timeOffset="706.85">8515 2600 1595 0,'0'0'386'16,"0"0"-59"-16,0 0-139 16,0 0-69-16,0 0-56 15,0 0-1-15,40 18 14 16,-19-2-13-16,-2 1-24 15,-1 1-9-15,-5 1-15 0,-3-2-14 16,-5-1 11-16,-3-1-11 16,-2-4 5-16,0-2-5 15,-3-1 0-15,-3-4-1 16,0-4-23-16,1-2-8 16,-1-10-27-16,3-6-16 15,3-5-34-15,0-2 20 16,1 0 0-16,7 4-6 15,4 5-51-15,9 3-111 16,-1 6-70-16,-3 3-223 0</inkml:trace>
  <inkml:trace contextRef="#ctx0" brushRef="#br0" timeOffset="1072.84">8740 2600 476 0,'0'0'677'16,"0"0"-469"-16,0 0 3 16,0 0 21-16,0 0-58 15,0 0-41-15,4 37-35 16,2-31-35-16,0-2-26 16,2-1-16-16,-1-3 6 0,0 0 21 15,1-5 22-15,0-4-9 16,-3-2 0-16,0-2-9 15,-3-1-3-15,-2 2-13 16,0 0-6-16,-5 4-3 16,-2 3-8-16,-2 4-5 15,-1 1-8-15,0 4-6 16,0 7 0-16,2 2-1 16,3 2-6-16,3 1-13 15,2-1-59-15,4 1-59 16,8-5-51-16,6-2-126 15,17-6-40-15,-4-3 48 16,-4 0-408-16</inkml:trace>
  <inkml:trace contextRef="#ctx0" brushRef="#br0" timeOffset="1507.34">8936 2563 398 0,'0'0'756'0,"0"0"-465"0,0 0 38 15,0 0-46-15,0 0-62 16,0 0-83-16,0 0-85 15,-19-8-29-15,16 20 21 16,0 4 13-16,1 1-6 16,2 0-3-16,0-1-12 15,0-2-11-15,2-1-19 16,3-3 6-16,-1-4-5 16,-1-3-7-16,0-3 0 15,1 0 14-15,0-9-3 16,1-4-8-16,-1-7-4 0,-1-3-1 15,-3-9 1 1,0-8 0-16,-2-10 1 0,-2 2 5 16,0 11 0-1,2 14 15-15,2 12 37 0,-1 4 33 16,0 1-1-16,1 4-39 16,0 2-30-16,0 11-14 15,0 7-5-15,2 6 17 16,4 4 7-16,0 1 1 15,0 1 4-15,-1-1-4 16,0 0-13-16,0-2-8 16,-1-3-5-16,0-3-1 15,-1-4-14-15,0-3-70 16,4-4-155-16,-1-4-285 16,-1-6-465-16</inkml:trace>
  <inkml:trace contextRef="#ctx0" brushRef="#br0" timeOffset="1768.6">9251 2691 2094 0,'0'0'384'15,"0"0"-141"-15,0 0-131 0,0 0 15 16,0 0-27-16,0 0-66 16,0 0-14-16,25 1-11 15,-11-3-9-15,2-2-50 16,12-3-121-16,-4 0-200 16,-1 0-596-16</inkml:trace>
  <inkml:trace contextRef="#ctx0" brushRef="#br0" timeOffset="2198.67">9589 2526 1635 0,'0'0'539'0,"0"0"-384"16,0 0 20-16,0 0-67 15,0 0-19-15,0 0-16 16,-44 27-10-16,38-11-8 16,0 2-18-16,3-1-14 15,3 1-7-15,0-1-5 16,0-2-10-16,6-2 5 16,1-4-5-16,1-4-1 15,1-4-1-15,0-1 0 16,0-5-11-16,-1-7-7 15,0-3 10-15,-2-5 8 16,-1-1 0-16,0 0 0 16,-2 2 1-16,-1 6 0 0,0 4 1 15,-2 4 20 1,1 5-3-16,0 0-18 0,2 5 0 16,2 6 0-16,2 2 1 15,1 3-1-15,2 0-2 16,2 0-55-16,2-2-178 15,5-2-147-15,-4-3-314 16,-1-5-386-16</inkml:trace>
  <inkml:trace contextRef="#ctx0" brushRef="#br0" timeOffset="2640.76">9756 2555 107 0,'0'0'1208'15,"0"0"-836"-15,0 0-34 16,0 0-83-16,0 0-100 15,0 0-94-15,0 0-30 16,-6 11 12-16,6 5 18 16,0 0-10-16,1 3-17 15,5-3-7-15,3 1-6 16,0-5-10-16,0-3-10 16,1-3-1-16,0-6 0 15,1 0-8-15,0-8-62 16,-1-7-25-16,-1-2 8 15,-1-5 25-15,-3-4 35 16,-4-8 18-16,-1-7 9 0,0 3 26 16,0 5 26-1,-3 7 35-15,1 10 26 0,0 4 31 16,-1 1 7-16,2 7-33 16,-1 3-49-16,2 1-41 15,0 8-19-15,0 6-8 16,0 8 5-16,6 3-5 15,0 3 0-15,1 0 5 16,0 1-4-16,0-1-1 16,-1-2 1-16,-1-3-2 15,-1-3-31-15,-1-4-86 16,-1-4-104-16,-2-5-70 16,-2-2-300-16,-4-5-216 0</inkml:trace>
  <inkml:trace contextRef="#ctx0" brushRef="#br0" timeOffset="2842.36">9757 2563 1506 0,'0'0'402'16,"0"0"-181"-16,0 0-103 15,0 0-25-15,0 0-22 16,39-21-31-16,-22 17-25 15,0 0-15-15,2 0-23 16,0-2-166-16,-4 1-346 16,-6 0-706-16</inkml:trace>
  <inkml:trace contextRef="#ctx0" brushRef="#br0" timeOffset="3027.88">10024 2478 2056 0,'0'0'302'16,"0"0"13"-16,0 0-121 15,0 0-91-15,0 0-24 16,0 0-48-16,0 0-31 16,-23 7-30-16,13 0-338 15,-8 1-632-15</inkml:trace>
  <inkml:trace contextRef="#ctx0" brushRef="#br0" timeOffset="11428.2">14145 2472 1024 0,'0'0'394'0,"0"0"-254"16,0 0-30-16,0 0 36 15,49-19-20-15,-31 19-45 16,2 2-11-16,1 7-8 15,1 2-21-15,-1 3-11 16,-2 4 5-16,-5 2 14 0,-5 5-3 16,-6 7-1-16,-3 9 2 15,-12 7 15-15,-5 1-2 16,-2-3-4-16,4-5-23 16,7-10 4-16,4-6-16 15,4-4-10-15,0-4-10 16,7 1 8-16,5 2 3 15,6-2-3-15,4-6 0 16,4-5-7-16,3-5 12 16,0-2-1-16,-1-5-12 15,-3-5 6-15,-6-2-6 16,-5 3 5-16,-6 2 3 16,-3 3 2-16,-4 3 23 0,-1 1 8 15,0 4-12 1,0 17-20-16,0 16 70 0,-3 20 41 15,-2 10-22-15,2 3-14 16,3-5-7-16,0-6-17 16,1 0-19-16,3-3-19 15,2-3 4-15,-1-5-5 16,-2-7-7-16,0-9-4 16,-1-7-4-16,-2-8-6 15,0-5 11-15,0-2-6 16,0-2 0-16,-4-2-5 15,-2-5-1-15,-1-1 6 16,-3-6-5-16,-1-4-1 16,-1 0 0-16,0-1 0 15,1 2-1-15,0 1-3 0,1 1-17 16,2 1-6-16,0 2-20 16,1 1-16-16,2 0-37 15,2 1-87-15,0-2-174 16,1-1-332-16,2-1-801 0</inkml:trace>
  <inkml:trace contextRef="#ctx0" brushRef="#br0" timeOffset="11582.29">14727 3559 1521 0,'0'0'965'0,"0"0"-834"15,0 0 145-15,0 0-49 16,0 0-65-16,0 0-101 0,0 0-61 15,-39-6-46 1,9 14-303-16,-8 0-815 0</inkml:trace>
  <inkml:trace contextRef="#ctx0" brushRef="#br0" timeOffset="16589.39">6407 4943 401 0,'0'0'821'0,"0"0"-641"16,0 0-51-16,0 0-33 16,0 0 28-16,0 0-17 15,9 6 32-15,5 0-4 16,5 0-21-16,4 2-32 15,3-2-16-15,3 1 8 16,3 0 2-16,7-1-8 16,8-1-1-16,6 0 6 15,3-2-27-15,-5 1-7 16,-6-3 2-16,-5 0-7 16,-1 0-6-16,-5-1-4 0,-5 0-3 15,4 0-3-15,-5 0-1 16,0 1-2-16,3-1-9 15,-6 2 1-15,4 0 3 16,1-1-1-16,-2-1 0 16,-2 1 2-16,1 0-1 15,-2-1 4-15,-2 0-1 16,1 0 1-16,-1 0-1 16,0 0 1-16,0 0-2 15,-1-2-3-15,1 1 3 16,0-3-5-16,0 3 1 15,0-2-2-15,0 0 0 16,-1 0-5-16,0 1 8 0,0-3 2 16,-1 2-2-16,1-2 3 15,-1-1-3-15,0 0 1 16,-2 0 5-16,-1-1-1 16,-3-1 5-16,0-1 0 15,1-1-4-15,-2-1 0 16,2-2 0-16,0 0-3 15,1-2 2-15,2 0-5 16,-1 0-2-16,1 0 1 16,-1 0-8-16,-2 0 1 15,-2 2 8-15,0-2-7 16,-2-1 4-16,-1 0-6 16,1-2 0-16,0-1 0 0,-3-3-7 15,1 1 6 1,-2-3 0-16,-2 0 1 0,0-2-14 15,-2-1 1-15,-2-5-4 16,-2-7-2-16,0-8 7 16,0 3-18-16,-2 8 2 15,-3 10-5-15,-1 7 6 16,-2-5-6-16,-4-2 3 16,-4-3-11-16,-2 1-37 15,-4 1 17-15,-3 2 33 16,-2 2 4-16,-2 1-24 15,-1 2 31-15,0 0 17 16,-2 2-38-16,1 1-10 0,-2 2 31 16,-1 1 5-16,-1 1 11 15,0 0-20-15,-2 1 5 16,2 0 7-16,-2 2 7 16,1 0 1-16,-1 2-8 15,-7-1-6-15,-6 2-21 16,-9 0 15-16,-1 3 12 15,2 0 8-15,4 4-30 16,3 0 30-16,1 0 0 16,-1 2-47-16,0 3 33 15,2 0 15-15,-3 0 0 16,3 2 0-16,2 0-1 0,3 1 1 16,9-2-1-16,4 0 1 15,-4 1-1-15,5-3 1 16,1 2 0-16,-4 0 0 15,9-2 14-15,1 1-14 16,-2 0 0-16,3 1-1 16,1 1-5-16,1 1 6 15,-1 1 0-15,2 3 1 16,-1 0-1-16,1 2-1 16,0 2 1-16,1 2 1 15,-2 2 0-15,2 1 11 16,-2 0 0-16,4 1 14 15,1-1 0-15,2-2-9 16,3 0 4-16,0 1 19 16,0-2 3-16,2 1 5 15,0 0-30-15,4-1 0 16,-1 2 15-16,1 0 2 0,2 0 1 16,1 1-6-16,0-1 3 15,1 2-15-15,0-1 12 16,0 0 25-16,1 1 1 15,3-1-10-15,1 0-4 16,0 1-10-16,1 0-2 16,1 1-5-16,0 1 8 15,2-1 0-15,-1 0-5 16,1 1-4-16,1-3-1 16,1 0-2-16,1-3 3 15,0 1-2-15,1-3-5 0,1-1 5 16,0-1-1-1,0-1-7-15,1-1 1 0,-1-2 4 16,1-1 2-16,-2 0-10 16,0-3-2-16,-1-1-8 15,-1 0 6-15,2-1-6 16,0 0-1-16,2 1 24 16,1-1-15-16,1 1 14 15,0-1-14-15,0-2 7 16,0 1-4-16,2-1-6 15,-1-1 2-15,-1 1-7 16,-2 0 5-16,-1-1-5 16,-4 1 0-16,0-1 5 15,-4 1-6-15,-2-2 0 0,0 1 1 16,-2-1-1-16,-2 0 1 16,1 0 0-16,-1 0 0 15,0 0-1-15,0 0 0 16,0 0-9-16,0 0-8 15,0 0-14-15,0 0-67 16,-12 0-116-16,0 1-432 16,-4 0-828-16</inkml:trace>
  <inkml:trace contextRef="#ctx0" brushRef="#br0" timeOffset="16770.04">6732 5071 20 0,'0'0'2213'0,"0"0"-1875"16,0 0-140-16,0 0-70 15,0 0 10-15,0 0-89 16,0 0-49-16,-36 2-46 16,19 2-427-16,-3 4-1237 0</inkml:trace>
  <inkml:trace contextRef="#ctx0" brushRef="#br0" timeOffset="18480.53">10725 1760 669 0,'0'0'1372'0,"0"0"-994"15,0 0-83-15,0 0-52 16,0 0-45-16,0 0-65 16,18-11-51-16,1 3-31 15,6-2-22-15,2-1-11 16,0 1-11-16,-1 2-5 0,-3 0-2 15,-3 3-20-15,-7 1-79 16,-5 3-142-16,-8 3-282 16,0 4-206-16,-7 3-576 0</inkml:trace>
  <inkml:trace contextRef="#ctx0" brushRef="#br0" timeOffset="18664.73">10713 1901 1493 0,'0'0'565'0,"0"0"-277"16,0 0-49-16,0 0-5 16,0 0-53-16,0 0-42 0,0 0-40 15,62-11-40 1,-35 0-35-16,2-2-13 0,-1-1-11 16,-2-3-41-16,5-9-127 15,-8 4-364-15,-6 2-347 0</inkml:trace>
  <inkml:trace contextRef="#ctx0" brushRef="#br0" timeOffset="19036.62">10884 1537 2208 0,'0'0'561'0,"0"0"-263"16,0 0-134-16,0 0-33 15,0 0-44-15,0 0-13 16,0 0 32-16,44 20-19 16,-23-11-37-16,3 2-10 15,2-1-5-15,3 2-1 16,-1 0-1-16,0 0-9 16,-2 0-1-16,-4 0-7 15,-3 1-2-15,-6 0-2 16,-4 1-6-16,-5 1 1 15,-4 1 10-15,0 0-1 16,-5 3 4-16,-5 1-1 16,-4 1-5-16,-3-1-14 0,-1 0 0 15,-3-1 0 1,0-3 0-16,-2-2 0 0,-1-1 0 16,-1-1-90-16,-21 8-131 15,7-2-161-15,-3-2-1019 0</inkml:trace>
  <inkml:trace contextRef="#ctx0" brushRef="#br0" timeOffset="34547.94">13773 1209 126 0,'0'0'881'15,"0"0"-682"-15,0 0-32 16,0 0 7-16,0 0-24 15,0 0-27-15,-25-13-8 16,20 13-8-16,-1-1-8 16,0 1 1-16,-1 0-14 0,0 0-22 15,-2 0-5-15,1 0-3 16,-1 0-7 0,0 2-11-16,-1 2-3 0,0 1-6 15,1 1-4-15,-1 2-3 16,0 2-7-16,-1 2 0 15,0 0 2-15,0 3-2 16,1 0 2-16,2 1 1 16,-1 0-3-16,3 0-6 15,-1 0 5-15,0 1-2 16,2-1 1-16,-1 0-1 16,1-1 9-16,1 1-5 15,-1-1 4-15,1 0-7 16,1 1 1-16,-1 0-4 0,0 1 4 15,1 0 7-15,-2 2 1 16,1 0 9-16,0-2-17 16,1 2 11-16,0-1 1 15,1 0-4-15,0-2-4 16,2 1-3-16,-1 0-4 16,1 0-11-16,0 1 6 15,0 0 10-15,0-2-4 16,4 0-4-16,0 1 1 15,1-2-3-15,1-1 7 16,0 0-4-16,0-1-7 16,3 0 10-16,-1-1-2 15,1 0-4-15,0-2 3 16,0-1-3-16,1-1 5 0,1-3-10 16,-1 0 12-16,1-2-11 15,2 0 5-15,-1 0-5 16,0-2 4-16,1 0-5 15,-1 1 0-15,1-1 8 16,0-1-8-16,1 0 8 16,2 0-3-16,0 0-6 15,0 0 1-15,0 0 6 16,0 0-7-16,-1 0 0 16,1-2-1-16,-1 0 7 15,-1 1-12-15,0-1 7 16,0 1-1-16,0 1 1 15,1-2 0-15,1 0 0 0,1 1-1 16,1 0 1-16,1 0 0 16,1 0 0-16,-1 1 0 15,0-1 0-15,-1 1 1 16,0-1-2-16,0 0 1 16,-2 0-1-16,0 0 0 15,-2 1 1-15,1-1 1 16,-2 0-2-16,1 1 6 15,-2-1-5-15,1 0-1 16,-1-1 0-16,1 1 1 16,0 0-1-16,1-1 0 15,0 0 2-15,0 0-2 16,0 0 8-16,0 0-7 16,0 0-1-16,1 0 0 0,1 0 0 15,-1-1 1-15,1 1 0 16,-1-1-1-16,-1 1-5 15,1 1 5-15,-2 0 0 16,-1-1 0-16,1 1-1 16,-2 0 0-16,1 1 1 15,-1-1 0-15,1 1 0 16,0-1 0-16,-1 1 0 16,1 0 0-16,0 0 0 15,0 0 0-15,1 0 1 16,-1 0-1-16,2-1 0 0,0 0-1 15,1 1 1 1,1-1 1-16,0 0-1 0,0 0 0 16,0 0 1-16,0 1 0 15,0-1-1-15,-1 1 0 16,1 0 0-16,0 0 1 16,0-1 2-16,0 0 3 15,0 0-12-15,0 1 7 16,-1-1-1-16,1 0 9 15,-2 1-9-15,-1 0 0 16,1 0 0-16,-1-1 0 16,-1 1 1-16,-1-1-1 15,-2 1 0-15,-1-1 1 16,-2 0-1-16,0-1 0 16,0 1 1-16,-1 0-1 0,-1-1 1 15,1 0 6-15,0-1-6 16,0 1 11-16,1 0-12 15,-2-2 6-15,3 1 7 16,-1-2-8-16,1-1-4 16,-1-1 5-16,1-2-5 15,1-3 9-15,-1-2-9 16,1-3-1-16,-1-4 12 16,-1-4-10-16,3-6 5 15,-1-11-6-15,-2-7-1 16,-1 0 0-16,-3 3-1 15,-1 11-6-15,-1 11 7 0,0 6 1 16,0 1 1 0,0-2 4-16,-3-3-5 15,-2-2 0-15,-1 2 1 0,-1 1 5 16,-3 3-5 0,0 1 4-16,-2 2 3 0,-2 0-8 15,-3 1 6-15,-2 2-7 16,-3 0 0-16,-1 1 0 15,-2 1 1-15,0 2 0 16,0 0 0-16,-1 1-1 16,0 1 0-16,0 1 0 15,-1 0-5-15,1 1 4 16,-1 0 1-16,1 0 1 16,0 0-1-16,-1 1-1 0,-1-1 0 15,0 0-5-15,-1 1 5 16,-1-1 0-16,1 2 1 15,-2-1 0-15,-1 0 1 16,-1 1 8-16,0 0-9 16,0 1-6-16,0 1 5 15,2-1 1-15,2 1 0 16,3-1 0-16,0 1-1 16,1 0 0-16,0 0 0 15,0 0 1-15,-2 0 0 16,0 1-10-16,0 1 1 15,0 1 8-15,2 1 1 16,2 0-1-16,1-1 1 16,2 0 0-16,3 1 0 15,1-1 1-15,1 1 4 16,0 1-5-16,0-1-1 0,1 2-1 16,0-2 2-16,-2 1 0 15,2 1-1-15,-2 0 1 16,0 0-1-16,1 1 0 15,3-2 0-15,0 2 0 16,2-1-1-16,2 1 1 16,0 1-1-16,1-1 1 15,2 0 0-15,0-1 0 16,1 1 0-16,1 0 0 16,0-1-5-16,1-1-11 15,1 3-56-15,1 0-84 0,0-2-210 16,6-3-425-16</inkml:trace>
  <inkml:trace contextRef="#ctx0" brushRef="#br0" timeOffset="35080.41">14431 922 793 0,'0'0'816'16,"0"0"-470"-16,0 0 31 16,0 0-52-16,0 0-20 15,0 0-96-15,0 0-77 16,12-22-39-16,5 10-21 0,5-2-14 15,5-2-17-15,2-1-28 16,3 0-2-16,2-2-10 16,-3 2 8-16,-2 0-7 15,-4 2 5-15,-6 3-6 16,-5 3-1-16,-5 2 0 16,-3 3 0-16,-2 1-1 15,-2 1-10-15,-1 2-4 16,-1 0-9-16,0 0-61 15,0 0-83-15,-11 3-134 16,0 1-252-16,-1 0-481 0</inkml:trace>
  <inkml:trace contextRef="#ctx0" brushRef="#br0" timeOffset="35604.73">14470 649 1722 0,'0'0'349'0,"0"0"-24"15,0 0-38-15,0 0-61 16,0 0-82-16,0 0-69 15,0 0-47-15,-4-15-13 16,2 24-7-16,-1 13-7 16,-3 13-1-16,-2 12 12 0,-3 5 20 15,0-3 17-15,1-11 11 16,3-12-9-16,3-7-6 16,2-3-5-16,0 2-5 15,2-1-11-15,0 0 0 16,0-2-14-16,7-5 11 15,3-2 11-15,3-2-1 16,7-4-1-16,9-2 14 16,11-2-8-16,13-11-14 15,4-2-5-15,-4 1-16 16,-11 1 9-16,-13 5-1 0,-9 1-1 16,-4 3-7-16,-1-1 5 15,-1 1-4-15,-2 0-1 16,-5 2-1-16,-3 0-1 15,-3 2-16-15,-1 0-8 16,0 0-44-16,0 0-57 16,-5 0-56-16,-2-2-395 15,0-1-489-15</inkml:trace>
  <inkml:trace contextRef="#ctx0" brushRef="#br0" timeOffset="37023.2">14993 567 1317 0,'0'0'298'16,"0"0"-61"-16,0 0-1 16,0 0-48-16,0 0-58 15,0 0-51-15,0 0-7 16,0 4 9-16,5-4-25 0,2 1 9 15,2-1 0-15,0 0-5 16,2-2-17-16,-1-5-16 16,0-3-4-16,-1 0-10 15,-2-3-11-15,-1 0 7 16,-3-1 0-16,-2 3 1 16,-1-1 2-16,0 4 10 15,0 1-8-15,-3 1 26 16,-1 1-5-16,-1 3-13 15,0 0-2-15,-1 1-5 16,-1 1-2-16,-1 2-11 16,-1 6 4-16,-2 5-5 15,1 4 7-15,0 3 7 0,3 2 16 16,2 2 7-16,2 0 2 16,3 0-13-16,0 0 1 15,2-3-8-15,4-1-10 16,2-3 4-16,3-2-2 15,0-3-5-15,2-3-5 16,-1-2 5-16,2-4-6 16,1-2 16-16,-1-1-8 15,2-3 0-15,2-4-8 16,-1-3-1-16,-3-1-41 16,-3-1-70-16,-4 2-136 15,-6 1-547-15</inkml:trace>
  <inkml:trace contextRef="#ctx0" brushRef="#br0" timeOffset="38556.22">15207 648 892 0,'0'0'247'0,"0"0"-96"16,0 0 79-16,0 0 34 16,0 0-37-16,0 0-24 0,0 0-24 15,24-20-63 1,-12 6-25-16,0-3-20 16,-1-2-16-16,-1-4-26 0,-3 0-20 15,-4-4 0-15,-3-1 13 16,0-1-12-16,-1 4-9 15,-6 3 16-15,0 7-17 16,1 6-1-16,1 4 1 16,2 2 0-16,1 2-1 15,1 1-6-15,1 0-13 16,0 0 0-16,3 2-13 16,5 4 27-16,1 3 6 15,1 1 1-15,0 2 5 16,0 2-5-16,-2 2-1 0,-2 1 6 15,-1 2-4-15,0 1 5 16,-1-3 1-16,0-2-2 16,0-1-6-16,2-4 6 15,3-2-4-15,0-4-1 16,2-2 14-16,3-2-3 16,3-4-5-16,-1-5-7 15,0-4-16-15,-3-3-27 16,-3-4-4-16,-3-1-15 15,-4 0 8-15,-3 0 17 16,0 2 10-16,0 5 3 16,-6 2 4-16,2 4 19 15,0 2 1-15,1 2 0 16,2 2 1-16,1 0 5 16,0 1-6-16,0 1-3 0,3 0 3 15,3 0 0-15,2 6 6 16,-1 0 3-16,1 3 21 15,-1 1 5-15,-1 2 9 16,-1-1 0-16,0 0 8 16,1 0-11-16,-1 0-17 15,0-1-7-15,2-3-6 16,1-1-2-16,1-2-2 16,4-3 8-16,3-1-15 15,0 0-49-15,2-5-131 16,4-13-129-16,-5 1-380 15,-4 1-343-15</inkml:trace>
  <inkml:trace contextRef="#ctx0" brushRef="#br0" timeOffset="39252.73">15689 298 851 0,'0'0'254'0,"0"0"74"16,0 0 4-16,0 0-130 15,0 0-116-15,0 0-48 16,0 0 39-16,-37 26 20 15,29-12 10-15,3 1-43 16,2 1-26-16,3 0-17 16,0-1-9-16,1-2-7 15,5-3-5-15,0-2-35 16,0-4-41-16,-2-2-23 0,2-2-21 16,0-2 71-16,0-7-32 15,-1-3 4-15,0-2 65 16,-1-2 12-16,-2 0 0 15,-1 1 19-15,-1 3 17 16,0 3 43-16,0 4 12 16,-4 2 4-16,0 3-11 15,-2 0-50-15,1 6-21 16,-1 2-4-16,1 3-3 16,4 0 3-16,1 0-3 15,4-1-6-15,8-4 12 16,4-1-6-16,5-3 1 15,4-2 2-15,-1 0 0 16,0-8-8-16,-3-2 5 0,-4-5-5 16,-3-2 0-1,-3-3 0-15,-5-1 6 0,-5 0-6 16,-1 3 0-16,-3 3 7 16,-6 6-8-16,1 1 0 15,2 3 2-15,1 4 4 16,3 1-6-16,2 0-5 15,0 0-6-15,2 4 3 16,6 3 6-16,1 1 1 16,2 0 0-16,0 1 1 15,2 1 0-15,-3 0 11 16,-1 3 9-16,-2 1 14 16,-4 1 3-16,-1 1 24 0,-2 0 6 15,1-1 5 1,0-1 6-16,2 0-4 0,2-2-26 15,3-2-13-15,1-2 5 16,4-2-3-16,0-3-8 16,2-2-13-16,4-1-1 15,-5 0-15-15,-4-2-125 16,-5-3-249-16,-4 2-739 0</inkml:trace>
  <inkml:trace contextRef="#ctx0" brushRef="#br0" timeOffset="39756.97">15173 867 1415 0,'0'0'534'0,"0"0"-307"15,0 0-36-15,0 0-78 16,0 0-58-16,0 0 101 16,9 49-2-16,-2-25-33 15,1 2-45-15,-1-1-19 16,0-4-8-16,-1-3-25 16,0-6-12-16,-3-5-4 15,2-5-2-15,-1-2 10 16,2-8 4-16,2-8-5 15,1-8 0-15,1-9-14 16,-2 2-1-16,-1-1-27 16,-1 2-41-16,-3 11-10 0,2 3-49 15,-2 8-127-15,2 8-131 16,-1 2-299-16,0 5-56 0</inkml:trace>
  <inkml:trace contextRef="#ctx0" brushRef="#br0" timeOffset="40162.37">15340 898 889 0,'0'0'792'15,"0"0"-652"-15,0 0 18 0,0 0-27 16,0 0-9-1,0 0-46-15,0 0-36 0,10 21-11 16,-3-19-14 0,0-2 1-16,1 0-4 0,2-4-3 15,-2-4 6-15,1-3 7 16,-2-3-4-16,-1 0 3 16,-1-2-2-16,-2 2 12 15,-1 1 14-15,-2 4 53 16,0 3 17-16,0 4-25 15,-2 2-50-15,-3 0-7 16,-3 5-16-16,-1 6-16 16,-3 3-1-16,2 2 2 15,0 2-1-15,3 0 7 0,3 2-7 16,1-3-2-16,3-1-4 16,3-4-94-16,16-6-179 15,-1-4-230-15,2-2-181 0</inkml:trace>
  <inkml:trace contextRef="#ctx0" brushRef="#br0" timeOffset="40583.11">15519 821 1560 0,'0'0'361'16,"0"0"27"-16,0 0-147 15,0 0-72-15,0 0-110 16,0 0-30-16,0 0 6 0,-20 29-5 15,20-15-17 1,0-1-12-16,1-1 13 0,6-1-13 16,3-4-1-16,0-2 0 15,4-4-7-15,2-1-69 16,0-4-42-16,1-7-7 16,-1-2-2-16,-3-4 34 15,-3-5 53-15,-5-7 33 16,-3-11 7-16,-2 3 46 15,0 5 31-15,0 8 61 16,-2 11-1-16,0 3 3 16,-1 2 1-16,1 4-44 15,1 4-36-15,1 0-49 0,0 7-12 16,0 6 7 0,2 7-6-16,3 2-1 0,1 3-5 15,0 0 5-15,0-1 0 16,-1-2 0-16,0-2-18 15,-1-3-129-15,-1-3-150 16,-1-5-261-16,-2-4-519 0</inkml:trace>
  <inkml:trace contextRef="#ctx0" brushRef="#br0" timeOffset="40770.28">15535 751 1332 0,'0'0'245'16,"0"0"-176"-16,0 0-39 0,55-4-18 15,-25 2-11-15,2-1-1 16,1-2-45-16,8-4-171 16,-6 1-157-16,-9 0-248 0</inkml:trace>
  <inkml:trace contextRef="#ctx0" brushRef="#br0" timeOffset="41395.58">15837 652 370 0,'0'0'693'0,"0"0"-421"16,0 0 61-16,0 0-49 15,0 0-119-15,0 0-41 16,-44 5-11-16,32 7-29 0,2 3-17 16,0 1-3-16,4 2-19 15,3 0-17-15,3-2-18 16,0-2-8-16,5-2 4 15,3-4-12-15,2-3-15 16,1-4-42-16,1-1-20 16,-1-3-37-16,0-7-53 15,-2-2-3-15,-2-3 98 16,-5-2 31-16,-1 1 47 16,-1 2 20-16,0 3 61 15,-2 4 45-15,-2 3 1 16,-1 3-9-16,1 1-61 15,-1 2-38-15,2 6-7 16,1 1-11-16,2 1 0 0,0 0-1 16,2-1 0-16,8-3 1 15,2-2 4-15,2-3 1 16,2-1-5-16,0-4-1 16,-1-6 0-16,-1-3-1 15,-3-4-1-15,-3-2-3 16,-3-2 5-16,-2 2 6 15,-3 2 2-15,0 3-7 16,0 5 23-16,-2 2 1 16,-1 4-1-16,1 2 7 15,2 1-21-15,0 0-10 16,0 2-7-16,0 6 7 0,4 3 1 16,-1 5 6-1,-1 4 17-15,0 3 13 0,-2 2 33 16,0-1-4-16,0 0 25 15,0-4-12-15,0-3 2 16,1-3-29-16,1-5-22 16,2-4 2-16,1-1-11 15,2-4-3-15,5 0 4 16,3-2-22-16,0-10-13 16,-2 0-357-16,-5-1-886 0</inkml:trace>
  <inkml:trace contextRef="#ctx0" brushRef="#br0" timeOffset="42234.78">13968 1797 758 0,'0'0'568'0,"0"0"-329"15,0 0 74-15,0 0-72 16,0 0-58-16,0 0-88 16,0 0-55-16,-13 25 9 15,11-2 58-15,1 4 9 16,1 2-25-16,0 1-24 16,7-1 0-16,2 1-13 15,2-2-24-15,3-2-13 16,-1-4-7-16,2-4 3 0,-1-4-13 15,1-6 9 1,-2-3-3-16,1-5-6 16,0-1 15-16,0-7-6 0,0-2 2 15,1 0-4-15,0 1-5 16,0 1 5-16,-1 2-5 16,-1 2-1-16,-2 3-1 15,-1 1-1-15,-2 0-5 16,1 2 6-16,-1 4 0 15,-2 0 1-15,0 1 0 16,0 0-1-16,-3 0 0 16,0 0-46-16,1 1-144 15,-3-1-137-15,1-4-418 0</inkml:trace>
  <inkml:trace contextRef="#ctx0" brushRef="#br0" timeOffset="42550.57">14258 2013 1664 0,'0'0'322'16,"0"0"-174"-16,0 0 54 16,8 35-44-16,2-20-41 15,2 2-19-15,0-1-23 0,0 1-27 16,1-2-21-16,-3-2-14 15,-2-1-5-15,-2-2-2 16,-4-2-5-16,-2 0 2 16,0-1-2-16,-4 1 0 15,-6 0-1-15,-3 0 0 16,-1 1 0-16,-4 0 0 16,-1-1-14-16,1 0-71 15,3-2-37-15,8-5-47 16,5-1-350-16,2 0-703 0</inkml:trace>
  <inkml:trace contextRef="#ctx0" brushRef="#br0" timeOffset="42919.13">14515 2167 1610 0,'0'0'377'15,"0"0"-66"-15,0 0-135 16,0 0-46-16,0 0-53 0,0 0 53 15,-1 47-23-15,2-25-45 16,1 3-26-16,0-1-14 16,0-1-6-16,-1-2-14 15,1-2 5-15,0-5-7 16,-2-2-61-16,0-6-90 16,0-4-120-16,0-2 20 15,-5-20-346-15,1 1-95 16,1-4-52-16</inkml:trace>
  <inkml:trace contextRef="#ctx0" brushRef="#br0" timeOffset="43135.07">14497 2181 966 0,'0'0'346'0,"0"0"-18"15,4-41-55-15,3 31-78 0,2 3-59 16,0 2-28 0,3 2-22-16,1 3-29 0,0 0-16 15,1 5-2-15,0 4 4 16,-2 3 6-16,-1 1-13 15,-5 3-9-15,-2-1-8 16,-4 1-4-16,0 0-14 16,-6 0 5-16,-5-1-6 15,0-1 0-15,-2-2-77 16,0-3-95-16,3-5-340 16,2-3-577-16</inkml:trace>
  <inkml:trace contextRef="#ctx0" brushRef="#br0" timeOffset="43443.35">14660 2160 818 0,'0'0'886'16,"0"0"-761"-16,0 0 50 16,0 0 19-16,0 0-25 15,35 42-65-15,-29-28-25 16,-2 1-2-16,-2-2-41 15,-2-1-12-15,0-2-13 16,-3-3 0-16,-2-4-4 16,0-2 13-16,1-1-7 15,1-8-2-15,3-6-11 16,0-5-21-16,5-2-21 16,5-2-2-16,4 3-4 0,0 2-11 15,3 4-11-15,-1 5-27 16,0 2-26-16,5 5-102 15,-4 0-101-15,-2 2-180 0</inkml:trace>
  <inkml:trace contextRef="#ctx0" brushRef="#br0" timeOffset="43775.77">14817 2145 1088 0,'0'0'178'0,"0"0"19"16,0 0-31-16,0 0-17 0,0 0-48 16,0 0-31-16,18 34-14 15,-10-31-20-15,4-2-12 16,-2-1-8-16,3-1-4 16,-2-6-2-16,-1-3 2 15,-3-1-2-15,-2-2 2 16,-4 1 8-16,-1 1 22 15,0 1 4-15,-7 4 7 16,-1 4-15-16,-3 2-23 16,0 3-9-16,-1 6-4 15,4 4 0-15,0 2-2 16,5 1-2-16,3 1-10 16,4 6-111-16,7-5-184 15,1-2-349-15</inkml:trace>
  <inkml:trace contextRef="#ctx0" brushRef="#br0" timeOffset="44187.46">15006 2161 523 0,'0'0'927'0,"0"0"-620"16,0 0 25-16,0 0-85 16,0 0-103-16,0 0-73 15,0 0-14-15,-32 19 10 16,29-5-23-16,1 2-3 15,2 1 2-15,0-2-22 16,0-1-3-16,1-3-11 16,3-3-6-16,2-4-1 0,0-4 0 15,1 0 0 1,1-9-3-16,0-5-30 0,-1-2 2 16,-1-6 22-16,-2-6 9 15,0-11 2-15,-1-9-1 16,0 3-1-16,-2 12 34 15,1 11 17-15,-2 14 14 16,0 2 54-16,0 3-28 16,0 3-51-16,1 1-27 15,0 11-13-15,1 6 0 16,1 5 0-16,1 3 1 16,-1 2 11-16,0 0-11 0,-1-1-1 15,-1-3-1 1,0-1-134-16,0-2-165 0,0-7-338 15,-1-6-728-15</inkml:trace>
  <inkml:trace contextRef="#ctx0" brushRef="#br0" timeOffset="44399.42">15185 2178 2213 0,'0'0'476'0,"0"0"-278"16,0 0-37-16,0 0-21 15,0 0-73-15,0 0-28 0,0 0-19 16,54-3-20-16,-19-8-107 16,-5 1-388-16,-2-1-624 0</inkml:trace>
  <inkml:trace contextRef="#ctx0" brushRef="#br0" timeOffset="44863.1">15474 2064 1092 0,'0'0'833'0,"0"0"-613"0,0 0 64 16,0 0-82-16,0 0-28 15,0 0-60-15,0 0-59 16,-41-15-23-16,31 24-8 16,-1 3 4-16,3 2-9 15,0 3-5-15,3 1-8 16,3-1 7-16,2 0-12 15,0-5 1-15,1-1-2 16,6-5-17-16,1-4-21 16,2-2-9-16,2-3 12 15,-1-8-4-15,-1-4 20 0,-1-2 17 16,-1-1 2 0,-2 0 2-16,-2 2 5 0,0 5 8 15,-2 4 14-15,-2 5-2 16,1 2-18-16,0 5-9 15,0 6 0-15,1 5 0 16,1 2 1-16,1 2-1 16,1 0-49-16,7 1-199 15,-2-5-339-15,1-5-578 0</inkml:trace>
  <inkml:trace contextRef="#ctx0" brushRef="#br0" timeOffset="45299.18">15613 2076 1370 0,'0'0'494'16,"0"0"-193"-16,0 0-73 15,0 0-116-15,0 0-52 16,0 0-8-16,0 0 17 16,-30 41-22-16,29-23-15 15,1-2-12-15,0 0-8 16,6-4-6-16,4-2 0 15,3-6 2-15,2-3-1 16,1-1-7-16,1-6-64 16,0-6-18-16,-1-3-1 15,-3-3 14-15,-3-3 44 16,-1-3 22-16,-4-2 3 16,-2-2 18-16,-3-1 25 15,0 3 33-15,-1 3 36 0,-3 7 32 16,1 5-7-16,0 6-45 15,2 5-41-15,-1 0-37 16,2 10-13-16,0 5 1 16,0 5-1-16,0 3 5 15,5 2-6-15,0-1 1 16,1-1-1-16,-1-2 1 16,-1-3-1-16,0-3-13 15,-3-3-101-15,-1-3-115 16,0-3-125-16,0-4-403 0</inkml:trace>
  <inkml:trace contextRef="#ctx0" brushRef="#br0" timeOffset="45464.33">15563 2079 586 0,'0'0'1125'0,"0"0"-904"16,0 0-51-16,0 0-108 15,0 0-34-15,53-19-22 16,-16 14-6-16,-4 2-181 16,-5-1-577-16</inkml:trace>
  <inkml:trace contextRef="#ctx0" brushRef="#br0" timeOffset="45623.2">15901 2023 1796 0,'0'0'616'0,"0"0"-286"16,0 0-91-16,0 0-104 16,0 0-74-16,0 0-58 15,0 0-3-15,-37 3-333 16,15 0-905-16</inkml:trace>
  <inkml:trace contextRef="#ctx0" brushRef="#br0" timeOffset="48047.57">9212 4755 383 0,'0'0'811'16,"0"0"-481"-16,0 0-60 16,0 0-81-16,0 0-34 15,0 0-16-15,0 0-4 16,37 0-25-16,-15 0 7 15,3 0-14-15,4 0-25 16,7-1-14-16,10-5-16 16,10-4 0-16,3-2-17 15,-1 2 2-15,-6-1 0 16,-7 2-11-16,-9 1-2 16,-7 0-1-16,-7 2 4 0,-3-1-7 15,1-2-1 1,2-2 0-16,2-2 2 0,-4-1 4 15,1-2-2-15,-2-2 7 16,0-1-11-16,1-1 0 16,-1-1-2-16,-2-2-12 15,-3 0 19-15,-2 0-4 16,-4-1-8-16,-3 2-7 16,-2-1 0-16,-3-1 1 15,0 2-2-15,-7-1 0 16,-2 1-15-16,-2 3-8 15,-2 1-15-15,-1 2 6 16,-1 2 20-16,-3 1 11 0,1 1-17 16,-2 1-17-16,0 2 8 15,-3 1 11-15,-1 0 2 16,-1 2 13-16,-1 1-14 16,-1 0 9-16,-2 1-2 15,0 1-2-15,-1 1-4 16,1 1 13-16,0 1 0 15,4 0 0-15,1 0-19 16,3 0 11-16,1 0 8 16,1 3 0-16,0 0 1 15,0 1 0-15,1 1 0 16,1 0 0-16,-1 1 1 0,0 0-1 16,1 2 0-16,0 0 1 15,1 0 0-15,2 1 0 16,1 0 5-16,0 0-5 15,1 1-1-15,-1-1 8 16,1 1 1-16,1-1 4 16,-2 1-4-16,2 0-1 15,0-1-1-15,0 0-1 16,0-1 8-16,1 1-7 16,1 0 2-16,-1-1-1 15,0 2 1-15,0 0 1 16,0 0 1-16,0 2-4 15,0 0 4-15,1 0-4 16,0 1-1-16,0 1-5 16,1 2 14-16,0 0 6 15,2 1 8-15,1 1-16 16,1 1 9-16,2-1-4 0,1 2-3 16,0 1 5-16,2 0 4 15,3 2-2-15,3 0 1 16,1-1 4-16,1-2-8 15,2-1 2-15,0-1-1 16,0-4-1-16,1-1 1 16,-3-2-11-16,1-3 0 15,-1-3-2-15,-4-2-6 16,-1-1 5-16,-2-1-5 0,-2-1-1 16,-1 0-2-1,1 0-67-15,7 0-54 0,-1 0-170 16,5-5-520-16</inkml:trace>
  <inkml:trace contextRef="#ctx0" brushRef="#br0" timeOffset="49181.3">10219 4330 388 0,'0'0'891'0,"0"0"-645"16,0 0-128-16,0 0 18 0,39 17 84 15,-6 0-19-15,13 7-40 16,14 7-20-16,8-3-16 15,2-4-13-15,-2-8-26 16,-4-9-8-16,1-5-15 16,2-2-8-16,3-10-18 15,2-4-8-15,3-3-10 16,3-1-4-16,-1-2-4 16,0 2-10-16,-2-2 0 15,-4 1 8-15,-5-1-8 16,-6 0 5-16,-5 1 6 0,-6-2-6 15,-4 0-6 1,-3 0 0-16,-7 1 5 0,-7 3 4 16,-6 2 2-16,-2 2-1 15,3-2 4-15,4-4 4 16,2-1 0-16,-1 0-6 16,0 1 4-16,-1-1 4 15,-1 2-2-15,1 0 2 16,0 1-2-16,2-1-4 15,0 1-1-15,1 0-1 16,-2 2-4-16,0 1 1 16,-3 3 0-16,-3 1 6 0,-3 3-6 15,-3 0-8-15,-1 2 0 16,0 0 7-16,1 1-1 16,1 1-5-16,0-1-1 15,2 2 0-15,-1-1 1 16,1 0 4-16,2 1-6 15,-2 0 1-15,0-1 1 16,-5 1-1-16,-2 1 0 16,-5-1 5-16,-3 2-6 15,-3-1 1-15,-1 0 0 16,0 1 0-16,0-1 0 16,0 0-1-16,-4-2-19 15,-1 0-61-15,-3 1-81 0,-4-4-178 16,0 1-320-1,1-1-519-15</inkml:trace>
  <inkml:trace contextRef="#ctx0" brushRef="#br0" timeOffset="49497.52">12370 3735 1687 0,'0'0'341'0,"0"0"-31"15,0 0-134-15,0 0-6 16,0 0 17-16,0 0-51 16,56 31-33-16,-32-19-48 15,0 1-19-15,-3 0-12 16,-3 0-16-16,-4 0 5 0,-5-1-1 16,-3-1-4-16,-6-1-8 15,0 2 5-15,-4 0-4 16,-6 1 7-16,-3 0-7 15,-1 0 1-15,1 1-1 16,0-3 0-16,3-1-1 16,1-3-1-16,3-3-68 15,3-1-107-15,2-1-152 16,0-2-372-16</inkml:trace>
  <inkml:trace contextRef="#ctx0" brushRef="#br0" timeOffset="49721.92">12643 3958 1337 0,'0'0'1287'0,"0"0"-937"16,0 0-64-16,0 0-156 16,0 0-63-16,0 0-25 15,0 0-10-15,0 0-10 16,0 0-2-16,0 0-8 15,0 0-5-15,0 0-1 16,-4 1-6-16,-18 7-43 16,-1 0-209-16,-8 0-840 0</inkml:trace>
  <inkml:trace contextRef="#ctx0" brushRef="#br0" timeOffset="51296.66">10408 2169 1407 0,'0'0'279'0,"0"0"-83"16,0 0-24-16,-16 37 10 15,14-16-25-15,1 3-34 16,1 0-31-16,0 1-29 16,3-1-29-16,0-4-6 15,1-2-16-15,-1-3-12 16,-1-4 9-16,-1-4-9 15,-1-4-38-15,0-3-28 16,0 0 20-16,-5-8-79 16,-3-7 5-16,0-4 50 15,-1-10 44-15,1-11 18 0,4-12 8 16,1 3 6-16,3 11 21 16,0 12 41-16,5 14 11 15,1 0-1-15,3 4-48 16,1 2-22-16,3 6-8 15,2 2 2-15,1 9 0 16,-1 5 7-16,-1 3 11 16,-4 4 8-16,-3 1 17 15,-4-1-5-15,-3 0-18 16,0-3-13-16,-5-2-3 16,-4-2-5-16,-2-4-1 15,1-3-49-15,1-6-78 16,3-2-108-16,2-1-373 0</inkml:trace>
  <inkml:trace contextRef="#ctx0" brushRef="#br0" timeOffset="51920.78">10486 2171 1204 0,'0'0'313'0,"0"0"-29"15,0 0-99-15,0 0 3 16,43-4-52-16,-28 10-24 15,-1 4-23-15,1 3-20 16,-4 1-7-16,-3 2-10 16,-3 0-13-16,-4 0-15 15,-1-2-12-15,0-2-6 16,-1-3-4-16,-5-3 6 16,1-2-6-16,0-4-2 0,1 0-15 15,2-4-15-15,1-8-56 16,1-1-36-16,1-3-40 15,8 0-29-15,1 2 41 16,1 0-39-16,1 4 84 16,-1 1 39-16,1 3 5 15,-4 1 36-15,0 1 12 16,-1 2 12-16,-4 1 1 16,0 1 0-16,-2 0 0 15,0 0 1-15,-1 4 29 16,0 3 30-16,0 1 13 15,0 0 51-15,0 2-23 0,1-2-12 16,0-2-3-16,3 0-26 16,0-2-1-16,1-2 9 15,1-2-5-15,1 0 2 16,0-1 0-16,-1-6-19 16,1-1-20-16,-3-2-1 15,0-2-1-15,-2-1-14 16,-2 1-2-16,0 3-1 15,-4 2 2-15,-4 3-8 16,0 4-1-16,0 0 0 16,0 7-1-16,1 2-5 15,3 3-4-15,2 0-22 16,2 1-33-16,3 1-66 16,9-2-129-16,6-1-39 15,4-3 62-15,14-5-19 0,-5-2-142 16,-5-1-116-16</inkml:trace>
  <inkml:trace contextRef="#ctx0" brushRef="#br0" timeOffset="52289.41">10868 2226 510 0,'0'0'550'16,"0"0"-213"-16,0 0-42 15,0 0-51-15,-20-34-71 16,12 32-46-16,-1 2-13 16,2 0-32-16,0 6-27 15,-1 6-5-15,2 2 8 16,2 1-10-16,3 1-15 15,1 0-10-15,0-1-11 0,5-3-1 16,4-3-4 0,0-3 7-16,1-6 1 0,0 0 1 15,-1-5 0-15,-1-6-5 16,-1-4-5-16,-3-4 0 16,-3-3 0-16,-1-3 0 15,0-9-5-15,-4 3 0 16,-1 1 0-16,2 3 0 15,-1 11 5-15,2 2-5 16,1 8 5-16,0 6-6 16,0 0-18-16,1 10 6 15,0 7 12-15,0 4 0 0,1 4 0 16,3 0 0-16,0 0 0 16,2-2-8-16,5 7-156 15,-1-7-160-15,-1-5-420 16</inkml:trace>
  <inkml:trace contextRef="#ctx0" brushRef="#br0" timeOffset="52484.89">11013 2227 1659 0,'0'0'553'16,"0"0"-334"-16,0 0-77 0,0 0-18 15,0 0-70 1,0 0-33-16,0 0-21 0,1 0-20 16,3 0-153-16,0 0-301 15,2 0-356-15</inkml:trace>
  <inkml:trace contextRef="#ctx0" brushRef="#br0" timeOffset="53264.56">11694 2182 1121 0,'0'0'284'0,"0"0"33"0,0 0-58 15,0 0-8-15,0 0-82 16,-43-28-59-16,28 28-40 16,0 5 9-16,-3 5-18 15,3 2-6-15,2 3-25 16,4 3-12-16,4-1-6 16,5 0-6-16,0 0 0 15,9-3-5-15,4-2 0 16,3-4 7-16,1-3-7 0,0-4 11 15,0-1-6-15,-2-4-5 16,-2-6 0-16,-1-2-1 16,-4-1 6-16,0-2-5 15,-3 0 6-15,-1 3-7 16,-1 2 2-16,-1 3-1 16,-1 4 0-16,0 1 0 15,1 2-1-15,1 0-6 16,3 2-5-16,3 5 9 15,4 2 2-15,2 1 0 16,2 1 0-16,2-1 1 16,2-2-1-16,1-1 0 0,1-2 0 15,0-3-21 1,-2-2-117-16,4-4-75 0,-5-4-286 16,-7-2-338-16</inkml:trace>
  <inkml:trace contextRef="#ctx0" brushRef="#br0" timeOffset="53791.75">12015 2111 1520 0,'0'0'207'15,"0"0"24"-15,0 0-15 0,0 0-29 16,0 0-71-16,-46 0-46 16,36 8 7-16,-1 3-11 15,1 3-15-15,3-1-20 16,3 3-4-16,3 0-14 16,1-3-5-16,6 1-2 15,6-3-5-15,4-2 7 16,4-3-8-16,2-6-7 15,1 0-77-15,1-5-5 16,-2-6-23-16,-3-5-4 16,-2-2 8-16,-4-4 62 15,-4-2 36-15,-3-3 10 0,-2-1 10 16,-2 0 40-16,-1 4 47 16,-1 4 1-1,0 6 24-15,0 5 30 0,0 5-28 16,0 3-30-16,0 1-54 15,0 6-26-15,0 9-8 16,2 4 1-16,3 7 5 16,2 3 5-16,1 0-7 15,0 1-2-15,0-4 0 16,0-3-8-16,-3-3-16 16,-2-6-95-16,0-2-126 15,-3-6-70-15,0-4-300 16,-4-2-340-16</inkml:trace>
  <inkml:trace contextRef="#ctx0" brushRef="#br0" timeOffset="53944.3">12069 2181 1467 0,'0'0'322'16,"0"0"-84"-16,0 0-147 15,0 0-50-15,0 0-24 16,58-11-17-16,-21 10-43 15,-7 0-218-15,-2 0-291 0</inkml:trace>
  <inkml:trace contextRef="#ctx0" brushRef="#br0" timeOffset="54098.08">12411 2145 1463 0,'0'0'624'16,"0"0"-250"-16,0 0-31 15,0 0-62-15,0 0-103 16,0 0-99-16,0 0-47 15,0-7-20-15,0 7-12 16,0 0-20-16,-12 11-126 16,0 2-349-16,-8-1-346 0</inkml:trace>
  <inkml:trace contextRef="#ctx0" brushRef="#br0" timeOffset="56057.04">9226 6451 446 0,'0'0'309'15,"0"0"-72"-15,0 0-46 16,0 0 7-16,0 0 8 16,0 0-19-16,-12 0 5 0,12 0-19 15,0 0-26 1,0 0-34-16,0 0-6 0,3 0-12 16,7 1 57-16,6 0-3 15,6 0-23-15,11-1-21 16,14 0-18-16,11-3-5 15,3-2-9-15,-3-1-11 16,-7 1-14-16,-5-1-6 16,2 1-6-16,1-1 0 15,2 1-2-15,-3-1-4 16,-2 2 9-16,-1-1-19 16,0 0-1-16,-1-2-10 15,1 1 14-15,-8-1 4 0,-7 1-5 16,-8 1-2-16,-2 1-5 15,0-1-3-15,2 0-3 16,-1 0 3-16,-4 0-3 16,-5 2-2-16,-5 1-1 15,-2 1 0-15,-3 0-5 16,-2 1 0-16,0 0 1 16,0 0-1-16,0-1-1 15,-1 1-57-15,-8 0-91 16,-26 4-127-16,0 5-479 15,-6 0-894-15</inkml:trace>
  <inkml:trace contextRef="#ctx0" brushRef="#br0" timeOffset="59609.33">13679 6783 195 0,'0'0'725'16,"0"0"-551"-16,0 0-3 15,0 0 17-15,0 0-41 16,0 0-45-16,0 0-3 15,34-35-2-15,-22 34-22 16,0 1-4-16,-1 0-9 16,1 3-21-16,-3 6-5 15,-2 3-11-15,-4 5 1 16,-3 4 26-16,0 3-3 16,-8 3 3-16,-2 0-9 0,-3 0 15 15,1-1-6-15,1 0-18 16,3-3-12-1,2-3-5-15,6-3-9 0,0-3 0 16,2-2-7-16,7-5 5 16,2-2 2-16,4-3 2 15,1-2 2-15,0-2-1 16,1-6-1-16,-3-2-1 16,-1-1 3-16,-4 1-12 15,-2 2 6-15,-4 2 3 16,-1 3 27-16,-1 2 31 15,-1 1-16-15,0 1-23 16,0 9-13-16,2 12 9 0,0 14 44 16,2 13 26-16,1 7 0 15,0 1-16-15,2-3-11 16,-1-6-20-16,1-2 5 16,0-2-11-16,-1-3 1 15,-2-1-8-15,-1-8-8 16,-1-7-11-16,0-4-8 15,-1-3 4-15,0 1-5 16,-1 0-5-16,0 0 9 16,0-3-4-16,-1-4-5 15,-2-3 8-15,-1-1-8 16,-1-2 0-16,0-1 5 16,-2-2-5-16,-1-1 0 15,-3 0 12-15,-2 0-12 0,-3 1 7 16,-4-1-7-16,-2 1-1 15,-1 1 8-15,-1 0-8 16,1 0 9-16,0 0 9 16,3-1 3-16,3-1 3 15,3-1 3-15,4-1-16 16,2 0 2-16,4 0-2 16,0 0-10-16,3 0 1 15,0 0 4-15,1 0-5 16,0 0 11-16,0 0-12 15,0 0-12-15,0 0-18 16,0 0-25-16,0 0-44 16,0 0-54-16,0 0-93 15,3-2-332-15,1-2-436 0</inkml:trace>
  <inkml:trace contextRef="#ctx0" brushRef="#br0" timeOffset="59777.02">13786 7683 2450 0,'0'0'359'0,"0"0"-163"15,0 0-35-15,0 0-62 16,0 0-64-16,0 0-35 16,-39 3-76-16,20 5-297 15,-6 1-537-15</inkml:trace>
  <inkml:trace contextRef="#ctx0" brushRef="#br0" timeOffset="82056.62">6600 6339 986 0,'0'0'293'0,"0"0"-106"16,0 0 60-16,0 0 58 16,0 0-82-16,0 0-87 15,-7-11-30-15,21 7 32 0,8-1 10 16,8-3-17-16,14-2-28 15,14-4-15-15,5-2-16 16,-1-1-24-16,-4 0-7 16,-9 4-8-16,-9 2-15 15,-10 4-17-15,-10 2 1 16,-6 3-1-16,-1-1-1 16,-2 1-31-16,-3 2-53 15,-6 0-57-15,-2 0-95 16,-18 10-40-16,-2 1-216 15,-3 0-404-15</inkml:trace>
  <inkml:trace contextRef="#ctx0" brushRef="#br0" timeOffset="82328.15">6629 6453 1392 0,'0'0'548'0,"0"0"-431"15,0 0-30-15,0 0 133 16,50-6 2-16,-23-2-45 16,3-1-29-16,3-2-18 15,4-1-42-15,-1-1-31 0,6-3-15 16,-6 2-9 0,0-1-13-16,0 1-20 0,-8 2 1 15,2 0-1 1,-5 2-12-16,-2 2-73 0,-5 2-110 15,3 0-83-15,-5 0-326 16,-3 1-710-16</inkml:trace>
  <inkml:trace contextRef="#ctx0" brushRef="#br0" timeOffset="84701.06">12490 643 1290 0,'0'0'333'0,"0"0"7"0,0 0-10 16,-4-36-114-16,3 31-131 16,0 3-49-16,1 2-17 15,0 5-14-15,0 13 5 16,3 16-8-16,4 11 22 16,1 5 10-16,0-9 52 15,-4-12 10-15,-1-10-32 16,-1-3-14-16,-2 1-19 15,0 1-19-15,0 0-12 16,0-4-78-16,-3-3-116 16,-5-3-19-16,-3-4-63 15,-2-4 93-15,-4 0 36 16,-2-5 112-16,-1-6 35 16,-1-5 10-16,1 0 41 15,3-1 60-15,3 3 32 0,5 4 40 16,3 3-24-16,4 4-18 15,2 3-75-15,3 2-51 16,8 8 3-16,4 3 43 16,4 2 5-16,1 1-11 15,4 1-15-15,1-2-17 16,0-2-8-16,0-2 1 16,-2-3-8-16,-2-4-8 15,-4-3-1-15,-3-1-51 16,-3-2-50-16,-2-6-16 15,-2-3-1-15,-2-3 17 16,-3-1-12-16,-1 1 10 16,-1 2 49-16,0 2 40 0,0 4 5 15,-3 3-6-15,-1 3-1 16,-1 0 16-16,-1 6-5 16,-1 4 6-16,0 2 2 15,0 1 8-15,2 1-9 16,1 0 0-16,1-2-1 15,0 2-152-15,0-2-361 16,1-5-573-16</inkml:trace>
  <inkml:trace contextRef="#ctx0" brushRef="#br0" timeOffset="84874.4">12735 886 93 0,'0'0'1820'0,"0"0"-1472"16,0 0-124-16,0 0-71 16,0 0-60-16,0 0-86 15,0 0-7-15,-46 41-275 16,21-21-1015-16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05:25.471"/>
    </inkml:context>
    <inkml:brush xml:id="br0">
      <inkml:brushProperty name="width" value="0.05292" units="cm"/>
      <inkml:brushProperty name="height" value="0.05292" units="cm"/>
      <inkml:brushProperty name="color" value="#FF0000"/>
    </inkml:brush>
  </inkml:definitions>
  <inkml:trace contextRef="#ctx0" brushRef="#br0">8561 2370 1542 0,'0'0'353'0,"-1"-35"-37"15,-2 17-17-15,0 2-21 16,0 6-38-16,1 4-85 16,1 4-48-16,1 2-60 15,0 12-32-15,0 17-14 16,0 13-1-16,1 0 8 16,1-6 1-16,-2-11 7 15,0-8-1-15,0 0-4 0,0 2-10 16,-2 1 0-1,-1-5-1-15,-2-3-7 0,-2-5-32 16,0-3-3 0,-2-4 6-16,-2 0 0 0,-2-8 11 15,0-6 16-15,0-3 8 16,1 0 0-16,4 0 1 16,3 5 1-16,3 5 14 15,2 6-4-15,1 1-11 16,8 8 0-16,3 5 21 15,4 3 8-15,3 1-11 16,0 1-2-16,1-2 0 16,2-2-10-16,-1-2-4 15,-1-3 11-15,-2-4-11 16,-4-2-2-16,-4-3-8 0,-2 0-4 16,-3-4-4-16,-2-6-3 15,-2-3 5-15,-1-2-2 16,0-2 5-16,-2 2 2 15,-2 2 9-15,0 4-1 16,1 6 1-16,-1 3 0 16,-1 5-9-16,-1 9 3 15,-2 3 1-15,0 2 4 16,2 0 0-16,0-2-56 16,3-1-128-16,0 2-147 15,1-5-394-15,1-5-973 0</inkml:trace>
  <inkml:trace contextRef="#ctx0" brushRef="#br0" timeOffset="153.03">8734 2538 1971 0,'0'0'344'15,"0"0"-142"-15,0 0-135 16,0 0-67-16,0 0-134 15,-39 40-444-15</inkml:trace>
  <inkml:trace contextRef="#ctx0" brushRef="#br0" timeOffset="1490.12">8181 4360 314 0,'0'0'1186'0,"0"0"-849"16,0 0-40-16,0 0-100 15,0 0-52-15,0 0-27 16,0 0-32-16,1-8-49 16,12 2-22-16,3 0-4 15,1-1-11-15,-1 1-85 16,-1 1-86-16,-2 2-152 16,-5 1-293-16,-5 2-296 0</inkml:trace>
  <inkml:trace contextRef="#ctx0" brushRef="#br0" timeOffset="1651.43">8166 4422 588 0,'0'0'782'0,"0"0"-525"0,0 0-55 16,0 0-100-16,0 0-24 15,0 0-40-15,40-24-38 16,-16 5-164-16,-4 4-318 15,-5-1-881-15</inkml:trace>
  <inkml:trace contextRef="#ctx0" brushRef="#br0" timeOffset="1882.62">8222 4186 1547 0,'0'0'394'15,"0"0"-143"-15,0 0-161 16,0 0-1-16,0 0 7 16,59 20-20-16,-35-7-13 15,0 2-17-15,-3 2-10 16,-6 2-19-16,-4 4-16 16,-8 7-1-16,-3 13-29 15,-22 12-115-15,0-7-360 16,-7-6-797-16</inkml:trace>
  <inkml:trace contextRef="#ctx0" brushRef="#br0" timeOffset="4241.68">9486 3434 1410 0,'0'0'578'16,"0"0"-251"-16,0 0-36 0,0 0-32 15,0 0-39 1,0 0-63-16,-6 3-33 0,15-2-14 16,6 1 20-16,5-2-17 15,5 0-35-15,2-2-17 16,0-4-17-16,0-1-10 15,-2 0-11-15,-2-1-14 16,-3 1 0-16,-4 1 1 16,-4 2-10-16,-5-1 0 15,-3 3-37-15,-3 1-47 16,-1 1-41-16,0 0-80 16,-14 0-138-16,0 4-401 15,-2 2-303-15</inkml:trace>
  <inkml:trace contextRef="#ctx0" brushRef="#br0" timeOffset="4510.75">9473 3529 1753 0,'0'0'599'0,"0"0"-218"15,0 0-145-15,0 0-9 16,0 0-49-16,0 0-22 15,40-2-31-15,-19-2-31 16,3 0-32-16,0-2-14 16,-1-1-5-16,0 0-16 15,-3 0-13-15,-2 0-8 0,-4 1 1 16,-5 2-7 0,-3 0 0-16,-3 3-51 0,-3 1-65 15,-5 0-95-15,-6 2-369 16,-3 1-1448-16</inkml:trace>
  <inkml:trace contextRef="#ctx0" brushRef="#br0" timeOffset="5183.55">9536 4398 462 0,'0'0'1055'15,"0"0"-659"-15,0 0-56 16,0 0-49-16,0 0-20 15,0 0-63-15,15 1-17 0,32-13-14 16,20-3-33-16,7-3-42 16,-1 1-17-16,-8 2-8 15,-11 3-34-15,-12 3-1 16,-11 2-15-16,-13 4-10 16,-9 0-7-16,-1 2-4 15,-4-1 0-15,0 2-6 16,-4-1-7-16,-1 1-41 15,-11 0-51-15,-12 7-85 16,-24 12-94-16,4-2-390 16,-2 0-433-16</inkml:trace>
  <inkml:trace contextRef="#ctx0" brushRef="#br0" timeOffset="5451.11">9561 4537 1028 0,'0'0'1238'0,"0"0"-941"16,0 0-75-16,0 0 20 15,0 0 19-15,70-4-58 16,-16-6-50-16,6-5-49 16,-2-2-35-16,-7-2 4 15,-9 1-43-15,-6 2-6 16,-8 2-6-16,-7 4-10 15,-3 1-1-15,-1-1-6 16,-1-1-1-16,-2 2-15 16,-9 4-72-16,-19 7-75 0,-8 7-159 15,-12 3-699-15</inkml:trace>
  <inkml:trace contextRef="#ctx0" brushRef="#br0" timeOffset="8423.71">9656 2780 103 0,'0'0'210'16,"0"0"-119"-16,0 0-43 16,0 0 243-16,0 0-83 0,0 0-33 15,0 0-10-15,-7-28-20 16,6 27 11-16,-1 0 3 16,1 1-22-16,-1 0-18 15,1 0-42-15,-1 5-37 16,1 4 34-16,0 3 20 15,1 1-23-15,0 4-7 16,1 0 5-16,3 1-17 16,3 2-9-16,1 0-12 15,0 3 9-15,3-2 14 16,-1 1-17-16,1-1 5 16,0-1-6-16,0 0 10 15,-1-2-7-15,-2 0-11 16,2 0 1-16,-1-2-13 15,0 0-1-15,0-1 0 0,-1-2-6 16,1 1-2-16,-2-1-6 16,0-2-1-16,1 1 8 15,0-1-7-15,-1-1-1 16,1-1 0-16,0 0 0 16,0-1 0-16,1-1 0 15,-1 1 1-15,0-1 1 16,-1 1 0-16,0 0-2 15,0-1 1-15,-1 1-1 16,-1 0 1-16,0 0-1 16,-1 0 1-16,1 0 0 15,-1 1 0-15,1 0-1 0,-1 0 1 16,1 1-1 0,-1 1 1-16,1 1 0 0,-2-1 0 15,0 2 0-15,-1 1-1 16,1-1 1-16,-2 0 0 15,1-2 0-15,-2 0 0 16,1-2 1-16,1 0-1 16,-2 0 0-16,0-2 5 15,1 1-6-15,0-2 1 16,0 1-1-16,-1 1 0 16,2-2 0-16,-1 0 1 15,1-1-1-15,-1-1 6 16,2 0-5-16,-1-1-2 0,1 0 1 15,1-1 0-15,1 0 0 16,1-1 1-16,3-1 12 16,3 0-12-16,3 0 11 15,4-5-12-15,3-1 0 16,2 0 0-16,1-1 11 16,2 0-10-16,0 1 0 15,-1 0 0-15,0 1 1 16,0 2-1-16,2-2 5 15,0 1-6-15,0-1 0 16,0 0 2-16,2 0-2 16,-1 0-8-16,0 1 8 15,-1 0 0-15,-1 1-1 16,1 0 0-16,-2-1 1 0,1 3 1 16,-1-2-1-16,1 0 1 15,0 1 5-15,1 0-6 16,-1-1 12-16,0 0-12 15,0 1 1-15,-1 0 8 16,0-2 1-16,2 1-8 16,-1-2 5-16,3 0 2 15,0-2 0-15,2 2-8 16,-1-2-1-16,2 0 0 16,-1 1 1-16,0 0 8 15,-1 1-3-15,-1 0-5 16,-1 1 8-16,-2-1-2 15,-2 2 5-15,-3-1-4 0,0 2-1 16,-1-1 5 0,1 0 2-16,-1 0 4 0,1 1-8 15,-1-1 2-15,1 1-1 16,-3-1-3-16,0 2 0 16,0-1-2-16,-3 0 1 15,-1 1 7-15,-3-1-9 16,-3 0-4-16,-1 1-1 15,-2-1 14-15,-2 0 4 16,0 0-8-16,0-1-1 16,-2 0 3-16,1-2 3 15,0-1 2-15,0-3-5 16,1-3-6-16,-1-5 3 16,1-8 1-16,0-13 4 15,-1-13-13-15,1-6 0 0,-2-2-2 16,-2 1 1-16,0 5-1 15,0-2-10-15,-5 2 2 16,-1 4-7-16,0 10 7 16,1 11 8-16,1 7 1 15,-1 5 0-15,-1 1-1 16,1 0-10-16,-2 0 11 16,2 5-1-16,1 4 0 15,1 2 1-15,0 2 0 16,-2 2-1-16,-2 0 0 15,-6 0-8-15,-5 1 9 16,-6 4 0-16,-11 1-2 16,-15 1 2-16,-15 2-1 15,-12 1 1-15,-2-2 0 16,2 0 0-16,6 0 0 0,1-2 1 16,1 1-1-16,0 0 8 15,4-2-8-15,3-1-1 16,2 0 0-16,3-2 0 15,3-2 0-15,3 2 1 16,3-1 0-16,0 1 0 16,2 1 0-16,-1 2 1 15,2-1 0-15,1 2-1 16,2-1-8-16,-1 1 8 16,2-1 0-16,0 0 1 15,7-2 0-15,5 0 0 0,8-1 0 16,1 0-1-16,-2 0 1 15,-4 0 0-15,0 0-1 16,2-1 1-16,2 0 5 16,3-1-6-16,2 0 0 15,2 0 0-15,2 0 0 16,1 0-1-16,3 0 0 16,1 0 0-16,1 0 1 15,2 0-1-15,0 1 1 16,-1 0 0-16,-1 2-1 15,1-1-5-15,-2 1 4 16,0 1-4-16,0 0 5 16,-1 0 1-16,1-1 0 15,0 0-9-15,3 0-3 0,1-2 6 16,2-1 5-16,1 1 0 16,-1-1-8-16,2 0-3 15,0 0-6-15,0 0-39 16,0 0-45-16,0 0-103 15,2 0-89-15,9 0-96 16,-1-2-255-16,-1-4-243 0</inkml:trace>
  <inkml:trace contextRef="#ctx0" brushRef="#br0" timeOffset="8642.78">9717 2797 1016 0,'0'0'533'0,"0"0"-445"16,0 0 28-16,0 0-17 16,0 0-11-16,0 0-88 15,0 0 0-15,0 1-205 16,0 0-141-16,0 1-390 0</inkml:trace>
  <inkml:trace contextRef="#ctx0" brushRef="#br0" timeOffset="19292.8">14117 3603 1215 0,'0'0'331'0,"0"0"-98"16,0 0-50-16,0 0-20 15,0 0-46-15,49-33-42 0,-35 33-25 16,0 8-13-16,-2 5-10 15,-3 4 4-15,-2 4 2 16,-4 4 1-16,-3 3 32 16,0 1 4-16,-7 1-5 15,-1-2-18-15,1 0-28 16,2-3-7-16,3-3-6 16,2-3-6-16,0-1 1 15,7-6-1-15,3-2-1 16,3-5-22-16,0-5-38 15,2 0 6-15,-2-9 28 16,0-5 27-16,-3 2 0 0,-3 0 1 16,-3 5 1-16,-1 4 19 15,-3 3 20-15,1 1-15 16,-1 12-20-16,0 12 59 16,0 13 34-16,0 11 1 15,0 4-12-15,0-3-26 16,0-7-11-16,2-12-21 15,-1-5-8-15,-1-7-5 16,0-1-5-16,0 1-2 16,-3 0-4-16,-4-1-5 15,-2-3 0-15,0-5 3 16,-3-5-3-16,-1-4 4 16,0-1-3-16,-3-3-1 15,-1-7 0-15,2 0-1 16,1 0-10-16,0 1-53 0,3 0-56 15,-4-1-139-15,2 3-122 16,3-1-451-16</inkml:trace>
  <inkml:trace contextRef="#ctx0" brushRef="#br0" timeOffset="19476.34">14372 4196 2264 0,'0'0'377'16,"0"0"-144"-16,0 0-49 16,0 0-94-16,0 0-57 0,0 0-30 15,0 0-3-15,-38-16-204 16,25 16-495 0,-7 0-1026-16</inkml:trace>
  <inkml:trace contextRef="#ctx0" brushRef="#br0" timeOffset="28362.58">13274 1657 806 0,'0'0'736'0,"0"0"-516"0,0 0 52 15,0 0-50-15,0 0 1 16,0 0-75-16,-27 13-101 16,22 22-21-16,0 13 21 15,0-2 14-15,3-8-18 16,2-14-7-16,0-9-17 15,0 0-17-15,6-2-1 16,-1-1-1-16,2-5 0 16,-1-4-48-16,0-3 9 15,-2 0 14-15,2-9 24 16,0-4 1-16,0-4 2 16,-1-3 4-16,0 0 0 15,-1 2-5-15,0 5 8 16,-1 5-8-16,-3 4 8 15,2 4 0-15,0 0-8 0,2 8 5 16,3 3 11-16,2 3 4 16,1 1-1-16,2-1 4 15,-2-2-9-15,3-3-3 16,-3-4 3-16,2-3-3 16,-1-2 3-16,0-3 0 15,1-7 2-15,-1-4 3 16,0-5-3-16,-1-2-2 15,-2-4 3-15,-2-1-8 16,-2 0-1-16,-1 2-7 16,-3 4 4-16,0 6-5 15,0 4-1-15,0 6-9 0,-6 2-43 16,-1 2-98-16,-4 3-188 16,0 3-300-16,3-2-357 0</inkml:trace>
  <inkml:trace contextRef="#ctx0" brushRef="#br0" timeOffset="29987.48">13636 1359 322 0,'0'0'902'16,"0"0"-601"-16,0 0 76 16,0 0-72-16,0 0-130 0,0 0-12 15,0 0-91-15,-24-16-35 16,18 16-28-16,2-1-2 16,1 0-5-16,0 0 7 15,0 1 0-15,2 0 1 16,0-1 0-16,1 1-2 15,-1 0-7-15,1 0-1 16,0 4 0-16,-1 4-7 16,-1 4 7-16,2 1 11 15,-1 2 16-15,0-2 4 16,1 2-1-16,0 1 3 16,0 2-3-16,0 0 6 0,0 0 3 15,0 0-3-15,0-1 0 16,2-1-12-16,0-2-1 15,0 0-5-15,1-3-10 16,0-1-2-16,0-2-5 16,0-3 1-16,-1-1-2 15,1-1-35-15,0-3-99 16,2 0-68-16,4-3 0 16,-1-4-115-16,0-3-335 0</inkml:trace>
  <inkml:trace contextRef="#ctx0" brushRef="#br0" timeOffset="30451.76">13665 1298 325 0,'0'0'809'16,"0"0"-524"-16,0 0 57 0,0 0 8 15,0 0-116-15,0 0-90 16,0 0-78-16,-22 0-36 16,17 14-15-16,-2 6 19 15,0 3 16-15,1 1 12 16,1 1 7-16,2-1-15 16,2-1-8-16,1 0-1 15,0-2 0-15,1-1-9 16,5-1-5-16,0-2-6 15,2-3-7-15,-1-3-7 16,1-3-11-16,-1-2-2 16,0-3-110-16,2-3-163 0,-1-4-11 15,0-6-495-15</inkml:trace>
  <inkml:trace contextRef="#ctx0" brushRef="#br0" timeOffset="30796.62">13748 1396 1617 0,'0'0'499'16,"0"0"-246"-16,0 0-56 16,0 0-64-16,0 0-63 15,0 0 20-15,0 0-28 16,-12 47-15-16,12-32-8 0,0 1 0 15,1-1-11-15,4-2-3 16,3-1-5-16,0-4-11 16,0-2 0-16,0-3-2 15,0-3-6-15,-1 0 0 16,0-3 0-16,0-6-1 16,-2-1-5-16,-2-3-26 15,-3-1-19-15,0 0-30 16,-1 1-61-16,-6 1-35 15,0 3-19-15,0 0-96 16,2 2-290-16,1 1-408 0</inkml:trace>
  <inkml:trace contextRef="#ctx0" brushRef="#br0" timeOffset="31171.04">13824 1251 1277 0,'0'0'604'15,"0"0"-330"-15,0 0-89 16,0 0-22-16,0 0-72 16,0 0-54-16,0 0-21 15,15-5-5-15,-6 5 2 16,-1 4 4-16,1 2-1 0,0 3 15 15,0 4 1-15,0 2 18 16,-2 4 4-16,0 2-6 16,-1 2-3-16,1 0 3 15,-3 0-15-15,-1-1 19 16,1-1-1-16,-2-1-14 16,0-1-11-16,-1-1-8 15,-1 0-2-15,0-2-8 16,0-1 0-16,-3-1-8 15,-3-1-11-15,-7 0-95 16,1-4-438-16,0-6-497 0</inkml:trace>
  <inkml:trace contextRef="#ctx0" brushRef="#br0" timeOffset="31691.84">14025 1732 1502 0,'0'0'645'0,"0"0"-387"16,0 0-18-16,0 0-22 0,0 0-75 15,0 0-67-15,0 0-44 16,9 2-20-16,1-2-11 15,2 0-1-15,2 0-3 16,0-1-114-16,4-4-147 16,-4 0-265-16,-4 0-353 0</inkml:trace>
  <inkml:trace contextRef="#ctx0" brushRef="#br0" timeOffset="31869.94">14018 1831 1637 0,'0'0'578'0,"0"0"-357"0,0 0-79 15,0 0-37-15,0 0-62 16,0 0-27-16,39 1-16 16,3-11-139-16,-4-1-417 15,0-3-523-15</inkml:trace>
  <inkml:trace contextRef="#ctx0" brushRef="#br0" timeOffset="33920.17">14730 1357 201 0,'0'0'135'0,"0"0"-68"15,0 0-66-15,0 0-1 16,0 0-1-16,0 0 0 16,0 0 1-16,-1-1 7 15,0 1 95-15,0 0-15 16,1 0 4-16,-2 0 53 15,1-1 22-15,-1 1-15 16,-1-1 15-16,1 0 23 16,-1 1 40-16,-1 0-19 15,-2 0-35-15,-1 2-32 16,-2 6-32-16,-1 5-43 16,-1 3-20-16,0 3-10 0,2 3 20 15,3 0 18-15,3-1 3 16,3-2-18-16,0-4-10 15,6-3-8-15,4-3-5 16,1-4-16-16,2-4-1 16,0-1 2-16,1-3-4 15,1-9-7-15,-1-3 0 16,-1-3-5-16,-1-2-5 16,-4 0-2-16,-4 0 0 15,-2 3-14-15,-2 5-36 16,-2 4-11-16,-7 5-33 0,-3 3-91 15,-11 23-111 1,3 1-172-16,2 0-15 0</inkml:trace>
  <inkml:trace contextRef="#ctx0" brushRef="#br0" timeOffset="34267.89">14733 1721 869 0,'0'0'1177'0,"0"0"-976"16,0 0-13-16,0 0-83 16,0 0 13-16,-26 38-21 0,24-17-15 15,1 2-18 1,1 1-27-16,1-4-2 0,6-2-10 15,0-4-1-15,2-5-3 16,-1-4-9-16,1-4 4 16,-1-1-14-16,1-5 14 15,1-6 2-15,0-4 0 16,-1-3-17-16,-2-1-1 16,-4-1 0-16,-3 3-30 15,-2 1-58-15,-21 2-173 16,3 4-197-16,-3 2-294 0</inkml:trace>
  <inkml:trace contextRef="#ctx0" brushRef="#br0" timeOffset="34681.47">14562 1316 1698 0,'0'0'310'16,"0"0"-203"-16,0 0-29 15,0 0-12-15,0 0-30 16,0 0-23-16,0 0-13 16,-30 2 1-16,21 20 17 15,1 5 49-15,0 1 31 0,3 2 4 16,2-2-6-16,2 1-8 15,1 6-18-15,0 6-21 16,3 9 3-16,2 4 28 16,-2 1-13-16,-3 1-25 15,0 0-3-15,0 0-2 16,0-2 2-16,3-7-18 16,0-11-7-16,1-9-13 15,0-9 0-15,2-4 0 16,2 1 1-16,1-3-2 15,5-2-60-15,3-9-83 0,17-21-96 16,-4-5-105 0,-1-7-573-16</inkml:trace>
  <inkml:trace contextRef="#ctx0" brushRef="#br0" timeOffset="35084.07">14929 1262 1356 0,'0'0'698'0,"0"0"-564"15,0 0-46-15,0 0-35 16,0 0-25-16,0 0-12 16,0 0-14-16,10-11 8 15,2 17-1-15,2 3 12 0,0 5 10 16,0 2 14-1,-1 6 2-15,-1 3 22 0,0 4 17 16,-1 1 18-16,-2 6 1 16,-1 8-17-16,-1 6-18 15,-1 2-1-15,-1-3-4 16,1-6-4-16,-3-12 1 16,1-5-27-16,-2-6-15 15,0-3 1-15,0 5 0 16,-1 0 16-16,0 1 1 15,-1-4-11-15,0-3-5 16,-1-2-8-16,-7-2-5 0,-4-1-8 16,-11 3-1-1,-29 4-86-15,5-2-255 0,-6-1-879 0</inkml:trace>
  <inkml:trace contextRef="#ctx0" brushRef="#br0" timeOffset="35986.29">12907 2975 978 0,'0'0'334'15,"0"0"-2"-15,0 0 2 16,0 0-29-16,-10-38 4 16,9 38-51-16,-1 0-154 15,-1 8-56-15,-1 7-24 16,-1 8 16-16,1 2 1 0,1 2-2 15,2 0-8-15,1-3 5 16,2-1-1-16,5-5-19 16,4-3-2-16,-1-4-14 15,2-4-16-15,-1-5 15 16,-1-2-17-16,-3-4 12 16,2-7-9-16,-2-5-11 15,-2-1 8-15,0 1 9 16,-2 1 8-16,1 4 1 15,-2 4-1-15,-1 4 1 16,-1 3 0-16,2 0-9 16,0 10 9-16,3 3 4 15,1 2 10-15,2 1-5 16,2-1 9-16,1-2-2 0,0-2-7 16,1-5-8-16,-1-3 1 15,-1-3 4-15,0 0 3 16,-1-11-8-16,1-3 11 15,-1-6-11-15,-3-2 0 16,-2-3-1-16,-3 0 0 16,-1 2-19-16,-2 4-10 15,-4 4-17-15,-2 6-52 16,0 4-154-16,-3 5-36 16,4 0-257-16,2 0-3 0</inkml:trace>
  <inkml:trace contextRef="#ctx0" brushRef="#br0" timeOffset="36328.63">13264 2672 1443 0,'0'0'290'16,"0"0"43"-16,0 0-83 15,0 0-127-15,0 0-71 16,0 0-32-16,0 0-3 16,-20 17 7-16,17-4 4 15,-1 1 6-15,0 3 0 16,1 3 14-16,0 3 21 16,0 1 2-16,0 3-1 15,2 2-25-15,1-1-6 0,0 0-1 16,0-5-9-16,4-3-11 15,2-4-4-15,2-3-14 16,0-4 0-16,1-2-48 16,0-5-74-16,7-3-110 15,-2-7-93-15,-2-4-620 0</inkml:trace>
  <inkml:trace contextRef="#ctx0" brushRef="#br0" timeOffset="36544.68">13346 2787 1497 0,'0'0'382'15,"0"0"-151"-15,0 0-101 0,0 0 17 16,0 0 12-16,0 0-37 16,6 50-34-16,-2-33-29 15,2-1-32-15,-1-2-25 16,-1-1-2-16,-1-1-76 15,-1-2-126-15,-1-3-305 16,-1-4-384-16</inkml:trace>
  <inkml:trace contextRef="#ctx0" brushRef="#br0" timeOffset="36811.04">13406 2667 1899 0,'0'0'310'0,"0"0"-135"16,0 0-65-16,0 0 52 15,0 0-46-15,42 22-34 16,-26-6-19-16,-1 3-15 16,-2 2-3-16,-3 2 4 15,-2 1-10-15,-5 1-3 16,-3 0-8-16,0 0-10 15,-3 0-10-15,-4 0-8 16,-2-3-49-16,1 1-223 16,0-6-268-16,3-5-511 0</inkml:trace>
  <inkml:trace contextRef="#ctx0" brushRef="#br0" timeOffset="37046.75">13676 3034 2183 0,'0'0'361'0,"0"0"-143"16,0 0-93-16,0 0-26 15,0 0-59-15,0 0-26 16,0 0-14-16,32 0-32 0,-19 0-161 15,3-2-100-15,-2 0-293 16,-5 0-518-16</inkml:trace>
  <inkml:trace contextRef="#ctx0" brushRef="#br0" timeOffset="37203.02">13637 3175 90 0,'0'0'1957'15,"0"0"-1686"-15,0 0-87 0,0 0-92 16,0 0-16 0,0 0-76-16,0 0-4 0,57 1-206 15,-29-6-504-15</inkml:trace>
  <inkml:trace contextRef="#ctx0" brushRef="#br0" timeOffset="37668.51">13937 3115 1898 0,'0'0'376'0,"0"0"-217"15,0 0-82-15,0 0 14 0,0 0 10 16,45 25 21-16,-26-3 1 16,2 9-26-16,-2 11-13 15,-4 8-15-15,-9 4-23 16,-6 0-7-16,-10-8-13 16,-5-10-11-16,-1-8 7 15,1-8-6-15,-3-1 5 16,-4 3-1-16,-6 3-5 15,-5 1 1-15,0-2 2 16,0-2 8-16,4-3-11 16,3-3 4-16,7-3-8 15,5-4-1-15,6-4-10 16,4-2 0-16,2-1-1 0,2-2-6 16,0 0-2-16,0 0-11 15,0 0-20-15,0 0-17 16,0 0-36-16,0 0-57 15,0-10-135-15,3-3-223 16,-2-2-573-16</inkml:trace>
  <inkml:trace contextRef="#ctx0" brushRef="#br0" timeOffset="37976.15">13728 3552 1440 0,'0'0'909'0,"0"0"-767"16,0 0 11-16,-20 37 56 16,16-16-43-16,-1 5-48 15,2 3-13-15,-2 1-25 16,1-1-13-16,1-1-21 16,2-3-17-16,1-2-13 15,0-2 2-15,4-2-9 16,5-2-8-16,2-5-1 15,4-3 1-15,4-6-1 16,1-3 0-16,4 0 0 16,1-8-11-16,-2-4-26 15,-1 1-41-15,-4-1-66 0,2-6-113 16,-6 2-232 0,-5 0-359-16</inkml:trace>
  <inkml:trace contextRef="#ctx0" brushRef="#br0" timeOffset="38163.36">14045 3738 2499 0,'0'0'555'0,"0"0"-449"15,0 0-19-15,0 0 12 16,0 0-39-16,0 0-57 15,0 0-3-15,-14 0-171 0,14 0-604 16</inkml:trace>
  <inkml:trace contextRef="#ctx0" brushRef="#br0" timeOffset="44050.97">7150 5369 1255 0,'0'0'193'0,"0"0"-81"16,0 0 3-16,0 0-20 15,0 0 3-15,0 0 25 16,46 5-3-16,-20 1-1 15,11 0-21-15,12 1-20 16,12-3 3-16,7-2 2 16,0-2 3-16,-1 0-17 15,-2 0-5-15,0-3-21 16,-1 1 2-16,-1 2-9 16,-2 0-8-16,0 0-2 15,-3 0-2-15,-1 0 3 0,-3 0-6 16,1 0-7-16,-1-1 3 15,-1-3 1-15,-3 0-3 16,-3-1-2-16,-2 0-1 16,1 0 3-16,0-1-6 15,0-1-1-15,1 1-7 16,-1-2 10-16,-2 1-5 16,-1 0-6-16,0 0 8 15,0 0-8-15,-2 0 0 16,0 0 1-16,-2 2-1 15,0-1 2-15,-1 1-1 16,1 1 0-16,-6 1 0 16,-5 1 0-16,-4 0 0 15,-2 1 5-15,4 0-5 16,4-1 5-16,1 0-6 0,0 1-1 16,-3-2 1-16,-3 0 0 15,-3 0 0-15,-2-1 5 16,-3-1 7-16,-3-1 7 15,-1-1 1-15,-2-2 8 16,-1-3-7-16,0-2-7 16,0-5-6-16,-1-3-6 15,-1-3-1-15,1-3-1 16,0-8-12-16,-1-9-19 16,-2-6 8-16,-4-2-4 15,-2 4-30-15,-3 6 11 16,-6 6-8-16,0 6-21 0,1 6-15 15,0 6-57 1,-1 5 53-16,-2-2 40 0,0 0 39 16,-4 1 14-16,1 2-16 15,0 3 11-15,-1 2-21 16,-1 2 14-16,-1 0 0 16,-1 3-8-16,-4 1 15 15,-1-1 5-15,-2 3 1 16,-4-1 1-16,-3 1 0 15,-1 0 1-15,-8 0-2 16,-5 0 0-16,-8 1 0 16,-1 3 2-16,4-1 4 15,4 0 1-15,3 0-6 16,-1-1 0-16,0 1 1 16,2-1-1-16,-1-1 0 0,1-1 10 15,-2 0-10-15,1 1-1 16,-2 1 0-16,1-1 0 15,-1 2 0-15,2-1-1 16,-2 1 0-16,-2 0 1 16,-1 1 1-16,-1 0-1 15,2 0 0-15,-3 1 0 16,0 2-9-16,0-1-15 16,-1 1 18-16,1-1 5 15,4 2 0-15,-1-1-47 16,1 1 14-16,1-1 21 15,0 0-3-15,10 0 5 0,5-2 10 16,6-1-14-16,3-2 8 16,-4 1 5-16,-3 0-14 15,-2-1 10-15,1 1-34 16,2 0 28-16,3-1 12 16,1 0-1-16,1 0-12 15,-2 0-2-15,1 0 8 16,-1 0-17-16,3-2 17 15,1 0-17-15,2 0 2 16,0 0 0-16,0-3 4 16,2 0 12-16,0 1 6 0,-1 1-37 15,0 1-60 1,-2 0 55-16,-2 0-14 0,-3 2 24 16,0 3 3-16,0 1 28 15,0 0 0-15,2 0 1 16,3-1 0-16,3 0 0 15,4 1-1-15,1-1 0 16,2 0 0-16,1 3 0 16,1 0 1-16,1 4 0 15,1 1 19-15,1 2 21 16,4 3 34-16,1 3 7 16,0 3-34-16,9 8-6 15,3 8 27-15,5 5 38 16,1 3 1-16,-1-2-28 15,-2-5-18-15,-3-5 43 16,-2 1-6-16,-1-7-11 0,-2-4-2 16,-1-7-25-16,-1-1-5 15,0 2 11-15,2 0-23 16,0 2-11-16,1-3-7 16,-1-2-4-16,1-3 0 15,1-2 5-15,0-1-13 16,1-2 14-16,2-2-16 15,2-2 12-15,1-2-5 16,3-2 5-16,2-1-10 16,1 0 4-16,1-2-10 15,0-4-6-15,-1 0 7 16,-2-2-8-16,-1 0 1 0,-1 0 1 16,-1 0 3-16,-2 0-5 15,-2 1-9-15,-2 3-10 16,-3 0 1-16,-3 2-49 15,-1 1-137-15,-2-2-138 16,0 1-344-16,-1-2-568 0</inkml:trace>
  <inkml:trace contextRef="#ctx0" brushRef="#br0" timeOffset="44234.71">7298 5459 1998 0,'0'0'278'0,"0"0"-164"16,0 0-65-16,0 0 37 0,0 0-3 15,0 0-50 1,0 0-33-16,47-12-108 0,-24 9-232 16,0 2-346-16</inkml:trace>
  <inkml:trace contextRef="#ctx0" brushRef="#br0" timeOffset="46123.68">8991 7263 1662 0,'0'0'563'0,"0"0"-290"16,0 0-43-16,0 0-15 16,0 0-49-16,-32 55-31 15,13-12-3-15,0-1-12 16,5-6-32-16,4-10-17 15,4-6-17-15,-1 2-17 16,0 5-13-16,0 0-12 16,1-3-6-16,2-3-5 15,1-5-1-15,1-4-14 16,0-4-47-16,0-2-50 16,-1-4-38-16,-4-6-74 0,1-7-372 15,-1-3-394-15</inkml:trace>
  <inkml:trace contextRef="#ctx0" brushRef="#br0" timeOffset="46387.36">8762 7414 1111 0,'0'0'1063'0,"0"0"-861"15,0 0-15-15,0 0 97 16,48 28-24-16,-23-11-74 15,4 2-65-15,1 0-13 0,-1-1-30 16,-2 2-18-16,-1-3-15 16,-2-1-11-16,-2-1-14 15,-3-1-8-15,-3-3-11 16,-3-2 0-16,-4-3-1 16,-2-2-46-16,-2-2-80 15,-2-2-56-15,0-3-282 16,-3-5-422-16</inkml:trace>
  <inkml:trace contextRef="#ctx0" brushRef="#br0" timeOffset="47752.63">10274 5456 1382 0,'0'0'499'15,"0"0"-185"-15,0 0-48 16,0 0-13-16,0 0-48 16,0 0-81-16,-19-8-49 15,17 20-42-15,-1 7 21 16,1 5 24-16,1 2-13 15,1-1-23-15,0-3-19 16,5-3-14-16,3-5-3 16,1-2-5-16,0-4 4 15,1-5-5-15,-1-3-1 0,1 0 1 16,0-10-1 0,0-2-6-16,-1-3-8 0,-2 0 8 15,-1 1 7-15,-2 2 1 16,-2 4 0-16,-1 2 0 15,-1 3 7-15,0 2 2 16,0 1 1-16,1 0-10 16,1 7 6-16,2 2 1 15,1 2 8-15,1 0 4 16,3 0-1-16,0-3 4 16,0 0-13-16,2-3 10 15,-1-3 2-15,0-2 1 16,1 0-8-16,-2-4-2 15,0-6 2-15,0-3-7 0,-1-5-7 16,-3-5 5-16,-1-2 0 16,-2 1-5-16,-1 2 7 15,-1 7-8-15,0 5-9 16,-2 6-11-16,-3 1-55 16,0 3-42-16,1 2-110 15,1 3-311-15,1 1-446 0</inkml:trace>
  <inkml:trace contextRef="#ctx0" brushRef="#br0" timeOffset="47924.81">10718 5445 225 0,'0'0'1817'15,"0"0"-1430"-15,0 0-112 16,0 0-151-16,0 0-60 15,0 0-64-15,0 0-130 16,-52 41-168-16,24-22-799 0</inkml:trace>
  <inkml:trace contextRef="#ctx0" brushRef="#br0" timeOffset="49570.21">13404 5422 1086 0,'0'0'306'0,"0"0"-113"16,0 0-68-16,0 0 52 15,47-16-43-15,-27 20-35 16,3 11-18-16,3 11 1 16,1 14 23-16,-5 13-15 15,-8 6 2-15,-10-1 33 0,-4-7-13 16,-8-8-1-16,0-8-12 15,3-7-19-15,3-8-26 16,2-2-16-16,0 1-26 16,7 1-2-16,6-1-2 15,6-5-2-15,5-6-5 16,5-6 5-16,3-2 8 16,0-11-13-16,-1-6 6 15,-3-3-7-15,-7 0 12 16,-6 2-11-16,-5 4 1 15,-5 6-2-15,-3 5 0 16,-2 2 0-16,0 1 0 16,0 8 2-16,0 8 16 0,0 11 55 15,-1 12 3 1,0 16 7-16,1 8-1 0,0 3-5 16,4 1 5-16,5-4-19 15,2 3-7-15,3 3-11 16,3 5-9-16,1 2 1 15,2-1-36-15,-1 0 22 16,-4-5-16-16,-2-2 2 16,-6-3 11-16,-5-1-8 15,-2-4-3-15,-6-4-8 16,-2-12-1-16,-2-12 0 16,2-11 0-16,2-5 6 15,-2-3-5-15,1 0 7 0,-1-3-8 16,0-5 0-16,-1-5 0 15,-4 0 0-15,-3-4 0 16,-4-4 0-16,-5-1 0 16,-9-2 0-16,-11-1 0 15,-14-1 0-15,-5 2 0 16,1 2 0-16,6 2-8 16,16 4 2-16,8 2-4 15,12 1-8-15,6 0 4 16,2 0-1-16,2 0-6 15,3 0-18-15,5 0-55 16,3 0-23-16,0 0-65 16,9-5-71-16,3-1-483 15,1-3-874-15</inkml:trace>
  <inkml:trace contextRef="#ctx0" brushRef="#br0" timeOffset="49758.78">13662 7024 1936 0,'0'0'1250'0,"0"0"-1073"15,0 0-95-15,0 0 49 16,0 0 10-16,0 0-90 16,0 0-51-16,-14 3-47 15,4 13-154-15,0 0-435 16,-8 1-881-16</inkml:trace>
  <inkml:trace contextRef="#ctx0" brushRef="#br0" timeOffset="74656.72">13023 5672 385 0,'0'0'600'0,"0"0"-360"16,0 0-31-16,0 0-20 16,0 0-10-16,0 0-44 15,1-4-40-15,3 4-23 0,3 0 22 16,5 0 45-16,5 0-22 15,5 0-32-15,4 0 16 16,3 0-4-16,1-3-22 16,1-1-29-16,0-1-16 15,-1 0-14-15,-3 1-10 16,-5 0-6-16,-4 2 0 16,-7 2-1-16,-5-1-63 15,-5 1-63-15,-1 0-31 16,-4 2-100-16,-16 5-51 15,2 0-213-15,-2-1-220 0</inkml:trace>
  <inkml:trace contextRef="#ctx0" brushRef="#br0" timeOffset="75086.24">13133 5522 704 0,'0'0'585'16,"0"0"-443"-16,0 0-39 16,0 0 108-16,0 0-16 15,0 0-84-15,0 0-43 0,-2-16-12 16,-3 23-18-16,-4 4 11 15,-3 5 3-15,-1 2 1 16,-1 1 2-16,0 1-5 16,2-1-4-16,4-1-4 15,3 1-9-15,3-2-5 16,2 1 0-16,3-3 5 16,9-2-2-16,2-2-4 15,5-3 18-15,3-1-6 16,3-5-9-16,1-1-3 15,0-1-7-15,0 0-11 16,-3-2-1-16,-1-2-8 16,-4 0-37-16,-4 3-103 15,2 1-64-15,-6 0-152 0,-2 0-401 16</inkml:trace>
  <inkml:trace contextRef="#ctx0" brushRef="#br0" timeOffset="75737.97">13166 6261 1206 0,'0'0'322'0,"0"0"-93"16,0 0 41-16,0 0-41 15,0 0-81-15,0 0-60 16,0 0-14-16,13-4 51 16,3 4-18-16,6 2-17 15,3-1-17-15,9-1-19 0,10 0-17 16,-3-3-10-1,-4-2-12-15,-5 0-9 0,-9 1-5 16,1 0 1-16,-4 0-2 16,-5 1-18-16,-7 2-47 15,-7 0-51-15,-1 0-16 16,-4 0-52-16,-16-1-136 16,-1 0-234-16,0 0-125 15</inkml:trace>
  <inkml:trace contextRef="#ctx0" brushRef="#br0" timeOffset="76141.24">13269 6096 1181 0,'0'0'236'0,"0"0"-100"16,0 0 45-16,0 0 25 15,0 0-80-15,0 0-57 16,0 0 8-16,4 1 27 16,-4 10 4-16,0 3 2 15,-3 5 21-15,-4 0-11 16,-2 1-37-16,0 1-24 16,2-1-8-16,1-3-13 15,1-2-6-15,5-3-8 16,0-4 2-16,0 0-17 0,9-2 6 15,3-3 7 1,5 0 8-16,5-2 6 0,4-1-9 16,2-1-9-16,2-5-7 15,0-2-11-15,0 1 1 16,-2 0-2-16,-4 3 1 16,-6 1-50-16,-4 3-70 15,-5 0-125-15,-4 15-34 16,-3 0-275-16,-2 1-278 0</inkml:trace>
  <inkml:trace contextRef="#ctx0" brushRef="#br0" timeOffset="77014.39">13233 6751 1013 0,'0'0'246'0,"0"0"-104"16,0 0 93-16,0 0 44 16,0 0-65-16,0 0-64 15,0 0-20-15,-9-4-20 16,12 4-9-16,7 0 41 15,4 1-10-15,5 1-33 16,5-2-30-16,4 0-20 16,1 0-19-16,1-5-16 15,0 1-8-15,-3 0-5 16,-6 0-1-16,-6 1-15 16,-5 2-62-16,-7-1-68 15,-3 1-34-15,-9 0-28 0,-6-1-277 16,-3 1-137-16</inkml:trace>
  <inkml:trace contextRef="#ctx0" brushRef="#br0" timeOffset="77357.69">13221 6651 1438 0,'0'0'239'15,"0"0"-150"-15,0 0 41 16,0 0 65-16,0 0-77 16,0 0-58-16,0 0 23 0,-3 21 31 15,-4-3-11 1,0 3 1-16,-1 1 1 0,2-1-13 16,1 1-32-16,2-4-17 15,3-1-14-15,0-2-1 16,5-1-7-16,6-4 0 15,5-1-2-15,5-3-10 16,5-5 8-16,3-1-16 16,10-2 5-16,-4-6-5 15,1-3-1-15,-1 1-26 16,-7 1-107-16,2 2-92 16,-8 4-116-16,-10 2-407 0</inkml:trace>
  <inkml:trace contextRef="#ctx0" brushRef="#br0" timeOffset="93997.1">14279 5744 823 0,'0'0'1193'0,"0"0"-935"16,0 0-23-16,0 0 14 0,0 0-67 15,0 0-86 1,0 3-48-16,0-3-27 0,0 0-13 16,2 2-8-16,3-2-95 15,-1 0-438-15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06:55.238"/>
    </inkml:context>
    <inkml:brush xml:id="br0">
      <inkml:brushProperty name="width" value="0.05292" units="cm"/>
      <inkml:brushProperty name="height" value="0.05292" units="cm"/>
      <inkml:brushProperty name="color" value="#FF0000"/>
    </inkml:brush>
  </inkml:definitions>
  <inkml:trace contextRef="#ctx0" brushRef="#br0">6112 3119 468 0,'0'0'145'0,"0"0"-75"16,0 0 465-16,0 0-290 15,0 0 8-15,0 0-32 16,-30 30-60-16,30-27-18 0,2 0 42 16,6-1 38-16,5 0-90 15,4-1-42-15,6-1-21 16,4 0-29-16,9-6-10 15,10-6-8-15,9-2-4 16,3-1-9-16,-2-1-4 16,-6 2-5-16,-6 1-1 15,-11 4-8-15,-6 1-7 16,-11 1-5-16,-4 3-13 16,-2 1-6-16,-3 0-112 15,-3 3-65-15,-6 2-34 16,-9 5-144-16,-5 2-376 0</inkml:trace>
  <inkml:trace contextRef="#ctx0" brushRef="#br0" timeOffset="208.67">6112 3333 1940 0,'0'0'257'15,"0"0"-183"-15,0 0-18 16,0 0 91-16,50-12-18 15,-6-6 17-15,15-7-23 16,8-2-58-16,-1 1-29 16,-6 4-30-16,-10 6-5 15,-10 5-1-15,-10 5-82 16,-4 6-176-16,-10 0-355 16,-7 2-654-16</inkml:trace>
  <inkml:trace contextRef="#ctx0" brushRef="#br0" timeOffset="6944.02">6358 3070 401 0,'0'0'65'0,"0"0"549"16,0 0-393-16,0 0-84 16,0 0-24-16,0 0-10 15,2-11-11-15,5 6-16 16,2-1-22-16,3 0-23 15,1 0-9-15,-1 0-4 16,2 1-12-16,1 0-4 16,-1 1-2-16,0 2-47 15,0 0-142-15,-3 2-80 16,-3 0-265-16</inkml:trace>
  <inkml:trace contextRef="#ctx0" brushRef="#br0" timeOffset="7151.35">6319 3218 886 0,'0'0'399'16,"0"0"-244"-16,0 0-92 15,0 0-2-15,0 0 13 16,0 0-28-16,56-21-40 15,-13 7-6-15,-5 2-195 16,-1-1-515-16</inkml:trace>
  <inkml:trace contextRef="#ctx0" brushRef="#br0" timeOffset="8889.1">8327 2232 859 0,'0'0'501'0,"0"0"-255"16,0 0 43-16,0 0-22 15,0 0-56-15,0 0-44 16,-46-20-42-16,30 27-39 15,1 5-13-15,0 3-10 16,3 2-14-16,3 1-14 16,4 0-13-16,4 0-14 15,1-1 7-15,5-3-14 16,6-1 5-16,0-4-6 16,3-2-5-16,1-4-9 15,-2-3-14-15,-1-2-5 16,-2-9 12-16,-2-3 14 15,-2-3 7-15,-2-2 1 0,-1 1 7 16,-3 1-7-16,1 4 5 16,-1 3 1-16,0 6 4 15,0 2-10-15,0 2 11 16,0 1-12-16,0 7-7 16,0 4 7-16,5 3 0 15,2 2-11-15,1 1-95 16,4-2-103-16,6 0-98 15,-2-4-295-15,-1-5-328 0</inkml:trace>
  <inkml:trace contextRef="#ctx0" brushRef="#br0" timeOffset="9332.07">8444 2248 910 0,'0'0'491'0,"0"0"-176"0,0 0 6 16,0 0-77-16,0 0-98 15,0 0-77-15,0 0-20 16,-16 14 19-16,16-1-17 16,0 0-13-16,0 0-14 15,5-1-7-15,3-1-2 16,1-5-6-16,0-2-8 16,0-4-1-16,0 0-13 0,-2-7-14 15,0-5 18 1,-3-4-21-16,-1-4-1 0,-2-4 16 15,-1-1 13 1,0-9 2-16,-1 3 0 0,-3 0 17 16,2 1-8-16,1 10 40 15,-1 3 30-15,1 8 22 16,0 4-8-16,0 5-33 16,1 0-35-16,0 9-11 15,2 5-8-15,4 6-6 16,2 4 12-16,1 2-2 15,1 0-9-15,-1-2 5 16,-1-2-6-16,0-2 0 16,-1-3-1-16,-1-3-62 15,-2-3-89-15,-2-2-84 0,-2-6-120 16,-4-2-231 0,-5-1-340-16</inkml:trace>
  <inkml:trace contextRef="#ctx0" brushRef="#br0" timeOffset="9501.47">8419 2210 1362 0,'0'0'333'16,"0"0"-173"-16,0 0-110 16,0 0-16-16,0 0-17 15,47-16-17-15,-18 6-38 16,-3 0-228-16,-4 1-498 0</inkml:trace>
  <inkml:trace contextRef="#ctx0" brushRef="#br0" timeOffset="9633.57">8723 2099 1478 0,'0'0'387'15,"0"0"-222"-15,0 0-92 16,0 0-73-16,0 0-29 15,-47 33-370-15</inkml:trace>
  <inkml:trace contextRef="#ctx0" brushRef="#br0" timeOffset="11194.38">7142 2151 1091 0,'0'0'278'16,"0"0"-82"-16,0 0-85 15,0 0-46-15,0 0 65 16,0 0-18-16,4 45-16 16,0-27-35-16,-2-2-29 15,0-2-10-15,-1-1-11 16,-1-2-2-16,0-4-2 15,0-2-1-15,-2-4-5 0,-5-1 11 16,-1-1 0-16,0-8-6 16,-1-6 1-16,2-2 4 15,3-5 6-15,2-2-6 16,2 1 2-16,2 4 8 16,5 4 10-16,6 7 2 15,1 7-4-15,3 2-7 16,2 11 8-16,1 5 12 15,0 4 10-15,-1 0-15 16,-4-1-15-16,-1 0-20 16,-2-4-2-16,-1-2-61 15,-1-4-172-15,-3-5-296 16,-3-4-307-16</inkml:trace>
  <inkml:trace contextRef="#ctx0" brushRef="#br0" timeOffset="11575.13">7270 2093 1033 0,'0'0'295'0,"0"0"19"16,0 0-128-16,0 0-74 15,13 43-37-15,-5-34-12 16,-1-3-25-16,0-3 3 15,-3-3-26-15,-1 0 1 16,0-2 14-16,-1-7 39 16,0-4-21-16,-2-3-24 0,0 0 11 15,0-1 2 1,-6 2 2-16,-1 2 5 0,1 4-18 16,1 3-25-16,1 4 14 15,1 2-14-15,1 5 0 16,1 6-1-16,0 7 1 15,1 5 6-15,0 1 17 16,7 0-1-16,5-4 0 16,6-4-13-16,3-4-10 15,5-7-82-15,9-5-91 16,-7-7-298-16,-7-3-362 0</inkml:trace>
  <inkml:trace contextRef="#ctx0" brushRef="#br0" timeOffset="12013.97">7443 2008 1222 0,'0'0'486'16,"0"0"-350"-16,0 0-57 15,0 0 27-15,0 0 27 16,11 35-5-16,-2-20-51 16,0 0-22-16,-1-2-21 15,1-1-14-15,-1-3-10 16,-1-2-8-16,1-4-2 15,-2-3-1-15,-1 0-11 16,-1-5 11-16,0-5-9 16,-2-2-2-16,1-1-3 15,-2 0 14-15,-1 2 1 0,0 2 0 16,0 5 13 0,0 1 6-16,0 3 11 0,1 3-21 15,3 5 1-15,1 2 13 16,3 0 0-16,2 0-5 15,0-2 8-15,2-2 8 16,-1-3 0-16,-1-3 6 16,0 0 5-16,-2-4 10 15,0-6-4-15,-2-4-18 16,-1-2-11-16,-3-5-8 16,-2-3-4-16,0-1-2 15,-7-1-8-15,-1 2-42 16,-2 6-32-16,-6 3-68 15,1 6-117-15,-1 4-472 0</inkml:trace>
  <inkml:trace contextRef="#ctx0" brushRef="#br0" timeOffset="12329.25">7268 1684 1252 0,'0'0'354'15,"0"0"-123"1,0 0-142-16,0 0-23 0,0 0 4 15,13 45 22-15,-3-20-11 16,1 3-3-16,0 1-14 16,-1-1-8-16,-1-3-31 15,-1-2-25-15,-3-3-62 16,-2-5-179-16,-3-7-374 0</inkml:trace>
  <inkml:trace contextRef="#ctx0" brushRef="#br0" timeOffset="12537.07">7229 1639 1182 0,'0'0'289'0,"0"0"-46"15,0 0-135-15,0 0-64 16,0 0-30-16,0 0-8 16,44-24 7-16,-27 38-5 15,-1 5 14-15,-2 3 38 16,-2 3 4-16,-5 3-8 15,-3 0-19-15,-2-2-37 16,-2 3-72-16,-1-6-259 16,-3-7-619-16</inkml:trace>
  <inkml:trace contextRef="#ctx0" brushRef="#br0" timeOffset="13469.25">7372 1625 1303 0,'0'0'266'0,"0"0"-90"16,0 0-22-16,0 0-37 15,48 25-42-15,-32-9-9 16,0 1 3-16,-2 2 7 16,-4 0-13-16,-3 1-14 15,-5-2-4-15,-2-1-24 16,0-3-9-16,-2-4-5 15,-4-3-5-15,2-5-2 16,0-2 0-16,1-9-19 16,1-7-24-16,1-3 3 0,1-3-12 15,0 2-15-15,4 1 11 16,2 4 9-16,1 4-30 16,1 2-9-16,0 2-8 15,-1 1-48-15,1 1 6 16,-3 1-54-16,-1 0-47 15,-1 3-40-15,-1-1 124 16,-2 2 141-16,0 0 12 16,0 0 182-16,0 0 45 15,-3 0-76-15,1 3-22 16,-1 1 22-16,2-1-7 16,0 2-44-16,1 0-28 0,0-1-15 15,1 0-12-15,3 0 0 16,3-2-11-16,2-2-9 15,0 0-5-15,3-1-3 16,2-6 10-16,1-3-18 16,1-3-8-16,-2 0 10 15,-1-1-11-15,-4-1-1 16,-1 4 1-16,-4 0 0 16,-3 2 6-16,-1 3 22 15,0 2 21-15,-3 1-4 16,-1 2-20-16,-1 1-9 15,1 0 0-15,2 4-15 16,-1 5 0-16,1 3 5 16,0 0-5-16,2 4 14 15,0-1-6-15,0 0 4 0,6-2-5 16,3-2-2-16,3-1-5 16,3-3 0-16,1-2-1 15,3-3 0-15,-2-2-1 16,0-1-5-16,-4-8-12 15,0-4-25-15,-3-3-9 16,-3-4 20-16,-4-3 20 16,-2-10 6-16,-1-8 6 15,-7-7 0-15,-4-5 1 16,0 5 8-16,2 11-9 16,4 12-79-16,1 10-62 0,1 6 18 15,1 1 36-15,0 4 13 16,0 2 39-16,2 2 14 15,0 6-20-15,0 13 6 16,6 2 35-16,3 7 51 16,3 8 36-16,3 4 12 15,4 9 30-15,-4-2-13 16,-3-11-32-16,-2-3-84 16,-4-16-140-16,-2-4-582 0</inkml:trace>
  <inkml:trace contextRef="#ctx0" brushRef="#br0" timeOffset="13620">8036 1504 1679 0,'0'0'478'0,"0"0"-271"16,0 0-115-16,0 0-40 16,0 0-33-16,0 0-4 15,0 0-15-15,-25-3-126 16,21 12-750-16</inkml:trace>
  <inkml:trace contextRef="#ctx0" brushRef="#br0" timeOffset="14888.13">13784 2086 98 0,'0'0'865'0,"0"0"-601"16,0 0-39-16,0 0 33 0,0 0-11 15,13-35-50-15,-1 29-38 16,1 0-48-16,3 3-38 15,3 2-21-15,1 1 11 16,2 3-26-16,-1 9-6 16,-2 4-7-16,-3 10 4 15,-5 10-2-15,-10 13 2 16,-3 4 21-16,-14 2 24 16,-3-4-8-16,3-5-20 15,5-10-14-15,6-8-22 16,3-9 4-16,2-4-7 15,3 1-4-15,7 0 4 16,5-1-6-16,3-5-2 0,2-6 2 16,3-4 1-16,-2-3 0 15,0-8 5-15,-3 0-5 16,-3 1 4-16,-4 2-4 16,-5 4 0-16,-3 3 4 15,-1 1-4-15,0 10-1 16,0 13 36-16,1 15 36 15,0 15 11-15,0 8 3 16,-1 1-29-16,1-4 20 16,2-9-14-16,-1-1-17 15,1-5-4-15,0-9-9 0,-2-7-4 16,-2-8-10 0,-1-3 1-16,0 1-5 0,0-1-14 15,0-2 8 1,-2-5-7-16,-5-4-1 0,-2-4 9 15,-5-1-8-15,-3-1-1 16,-3-5-1-16,0 0-1 16,-2 0 0-16,1 1-13 15,0 0 4-15,1 2-2 16,5 0 3-16,3 1-3 16,5 0-6-16,2 2-18 15,3-1-24-15,2 0-33 16,0 0-32-16,9-9-117 15,2 1-353-15,1-2-331 0</inkml:trace>
  <inkml:trace contextRef="#ctx0" brushRef="#br0" timeOffset="15065.01">14235 2902 2174 0,'0'0'582'16,"0"0"-433"-16,0 0 37 15,0 0 9-15,0 0-62 16,0 0-76-16,0 0-38 16,-7-6-19-16,4 4-84 15,0 2-170-15,-6 0-596 0</inkml:trace>
  <inkml:trace contextRef="#ctx0" brushRef="#br0" timeOffset="16712.62">5753 4417 436 0,'0'0'13'0,"0"0"553"0,0 0-281 16,0 0 1-16,0 0 5 15,0 0-39-15,0 0-63 16,9-5-24-16,20-5 18 16,22-4-67-16,18-5-40 15,9 0-9-15,-2 1-7 16,-8 1-10-16,-10 4-4 16,-4-1 3-16,-2 2-13 15,-5 0-21-15,-10 3-4 16,-9 1 4-16,-9 2-14 15,-5 3 5-15,1-2-6 16,-3 2-1-16,-2 0 1 0,-5 2 0 16,-4 0 0-16,-1 1 0 15,0 0-18-15,-9 3-50 16,-25 11-190-16,3 0-366 16,-6-1-547-16</inkml:trace>
  <inkml:trace contextRef="#ctx0" brushRef="#br0" timeOffset="17065.59">5802 4573 1913 0,'0'0'341'0,"0"0"-184"0,0 0-83 16,0 0 47-16,37 0 137 15,9-6-106-15,22-10-55 16,10-6-28-16,1-5-34 16,-4-1-1-16,-9 1 16 15,2 0-4-15,-1 2-27 16,-3 1 8-16,-6 3-21 16,-12 7 0-16,-13 3-6 15,-11 4 1-15,-8 1 9 16,0 1-4-16,-1 0-4 15,-3 0-2-15,-4 4 0 16,-3-1 0-16,-2 2 0 0,-1-1-9 16,0 1-18-16,-10 5-46 15,-1 6-52-15,-9 1-503 0</inkml:trace>
  <inkml:trace contextRef="#ctx0" brushRef="#br0" timeOffset="19753.39">13407 4269 398 0,'0'0'53'0,"0"0"288"15,0 0-146 1,0 0-74-16,0 0-2 0,0 0-3 15,-9 6-26-15,9-5-13 16,0 0 26-16,0-1 9 16,0 2 18-16,4 0-7 15,2 1 20-15,2-1-31 16,2 2-3-16,3 0-32 16,2 1 2-16,2 1-2 15,3-1 17-15,2 2-18 16,1-2-7-16,0 1-12 15,0-1 2-15,2-1-9 16,2-1-5-16,1-2-1 16,0 0-11-16,0-1-13 15,-1 0 5-15,-1 0 1 0,-2 0 1 16,0-1-12 0,-3 0 3-16,1-1 3 0,-1 0 0 15,0-1 1-15,1 0 1 16,1-1-7-16,1-1 5 15,0-1 0-15,0 1-5 16,-1-1 2-16,-3 0 2 16,0 1-10-16,-2-2-8 15,-2 1 11-15,-1-1 5 16,-1 0-4-16,-1-2 4 16,1 0-5-16,-2-3-4 15,0-2 17-15,-1-2-13 16,0-2-1-16,0 0 9 15,-2-1-7-15,-1 1-5 16,-1 1 4-16,-2 0-1 0,0-1 8 16,-3 0-7-16,0 0-1 15,-1 0-11-15,-1-2 0 16,0-1 11-16,0 0-11 16,-2 0 4-16,-3 1-5 15,-2 1 0-15,-1 0 0 16,-2 1 0-16,-1 0-12 15,-1 0-3-15,-3 2-3 16,1 0 17-16,-2 1 0 16,0 2 0-16,-1-1-12 15,0 1-4-15,-2 1 2 16,-2 1 2-16,-1 1-1 16,-2 0-5-16,-1 2 2 0,-1 0 7 15,-1-1-5-15,0 3 9 16,0-1-2-16,1 1 7 15,0 0-7-15,0 0 7 16,2 1-13-16,-1 0 14 16,1 1-1-16,0 1-15 15,-1 0 5-15,-1 1-8 16,1 1 11-16,-2 0 8 16,0 1 0-16,2 0 4 15,1 0-4-15,3 0-1 16,1 0 0-16,4 1 0 15,5 1-6-15,2-1 6 0,4 1-11 16,-2 0 11-16,-1 2 1 16,-2 1-8-16,-3 2 8 15,-2 1 1-15,0 1 0 16,-2-1 0-16,1 2 0 16,0-2 5-16,0 0-5 15,2 1-1-15,1-1 0 16,1 0 0-16,2-1 1 15,1 1-1-15,-1 0 1 16,1 2-1-16,-1-1-1 16,1 3-5-16,-2 1 5 15,2 2 0-15,-1 1 1 16,1 1 1-16,3 1-1 0,-1 1 1 16,2 0 7-16,0 2-1 15,2 1 2-15,0-1 3 16,1 1 2-16,0 0-2 15,2-2-6-15,0 0 3 16,0 1 24-16,2-1-15 16,3 1-17-16,1-1 10 15,0 2 13-15,4-1 7 16,-1 0 2-16,3 0-7 16,1-1-2-16,1 1-8 15,2-2 4-15,0 0 1 16,0-2-11-16,3-1 4 15,-1-1 5-15,1-2-5 16,1-1 2-16,0-3-1 16,-1 0 2-16,1-3-5 0,-1 0-2 15,-2-2 2-15,1-1-4 16,0-2 5-16,-1-1-4 16,1 0 2-16,0 0-1 15,-1-1 5-15,0-2-4 16,-2 0-11-16,-3 1 1 15,-3 0-1-15,-2 0 9 16,-3 0-8-16,-2 2-1 16,0 0 0-16,-2 0 8 15,1 0-2-15,-1 0-6 0,0 0 0 16,0 0 0 0,0 0-24-16,0 0-20 0,0-1-53 15,-3-1-58 1,-11-1-115-16,1 1-381 0,-2-1-406 15</inkml:trace>
  <inkml:trace contextRef="#ctx0" brushRef="#br0" timeOffset="24355.94">4497 5319 745 0,'0'0'827'15,"0"0"-491"-15,0 0-32 16,0 0-70-16,0 0-34 0,0 0-19 15,-10 1-74 1,10 11-53-16,0 8 51 0,0 5-5 16,0 8-23-16,2 9-23 15,3-5-13-15,-1-4-9 16,1-5-11-16,-2-9-6 16,1 4-8-16,-2 0 6 15,0-3-13-15,-2-4 0 16,0-3 0-16,0-5-9 15,0-3-15-15,-4-3-18 16,-5-2 0-16,-2 0-20 16,-4-8-13-16,-1-3-14 15,0-3 29-15,1-1 22 16,3 1 30-16,3 3 8 16,2 3 18-16,5 3 40 0,-1 2-4 15,3 2-3 1,0 1-17-16,0 0-14 0,7 3-11 15,5 4 37-15,2 3 9 16,3 2-7-16,3-1-19 16,0 0-7-16,0 0-4 15,0-2-7-15,-1 0-10 16,-3-3 1-16,-1 0-1 16,-4-2-1-16,-3-2-1 15,-3-2-38-15,-1 0-12 16,-1 0-22-16,1-6-27 15,-1-2-98-15,0-2-92 16,-2-2 22-16,1 1-7 0,-2 2 2 16,0 0 73-16,0 1 111 15,0 3 65-15,0-1 24 16,0 2 88-16,0 1 90 16,0 2 49-16,-1 1-13 15,-1 0-51-15,2 0-32 16,-3 1-52-16,1 6-28 15,-2 4-11-15,0 2 36 16,1 3-7-16,-1 1-23 16,-1 0-20-16,1-1-11 15,-1-2-9-15,2-2-5 16,0-2-1-16,0-4-8 16,0-4-103-16,0-2-86 15,-1-2-264-15,1-5-745 0</inkml:trace>
  <inkml:trace contextRef="#ctx0" brushRef="#br0" timeOffset="24551.15">4722 5576 1840 0,'0'0'553'0,"0"0"-357"15,0 0-83-15,0 0-50 16,0 0-63-16,0 0-70 16,0 0-270-16,-23 22-1081 0</inkml:trace>
  <inkml:trace contextRef="#ctx0" brushRef="#br0" timeOffset="29816.52">6271 5913 1617 0,'0'0'361'15,"0"0"-172"-15,0 0-38 16,0 0 34-16,0 0 58 16,56-8-25-16,-17-4-73 15,12-6-50-15,4-1-22 16,-9 2-19-16,-10 4-15 16,-13 3-6-16,-1 0-17 15,0 1-8-15,2-3-2 16,-1 2-5-16,-6 2 5 15,-7 3-5-15,-4 1-1 16,-4 4-41-16,-2 0-44 0,0 0-84 16,-5 0-162-16,-16 5-39 15,0 1-344-15,-3 1-534 0</inkml:trace>
  <inkml:trace contextRef="#ctx0" brushRef="#br0" timeOffset="30241.97">6302 5732 1493 0,'0'0'374'16,"0"0"-125"-16,0 0-16 15,0 0-1-15,0 0-47 16,0 0-45-16,0 0-41 15,-19-10-37-15,12 23-21 16,-6 10-14-16,0 4 0 16,-2 2 18-16,2 3-2 15,5-4-25-15,2 2 8 16,4-2-8-16,2-2 4 16,2-2-3-16,7-4 1 15,3-3-1-15,3-4 11 16,4-3 8-16,3-4 5 15,2-4 7-15,2-2-14 0,-1-2-12 16,3-7-11-16,-1-3-1 16,-1-2-6-16,1 0-5 15,-2-1 8-15,-4 2-9 16,-4 2-20-16,-5 3-49 16,-5 3-43-16,-6 5-83 15,-7 13-294-15,-7 3-126 16,-5 6-804-16</inkml:trace>
  <inkml:trace contextRef="#ctx0" brushRef="#br0" timeOffset="36672.68">7371 6674 1088 0,'0'0'254'16,"0"0"-18"-16,0 0 50 16,0 0 11-16,-38-5-45 15,34 4 2-15,2 1-60 16,2 0-58-16,0 0-31 15,4 0-23-15,10 0 7 16,5 0 21-16,6 1-30 16,6-1-17-16,7 0-2 15,8-6-14-15,-4-1-16 16,-5-1-14-16,-7-1-9 16,-7 2-7-16,0 1-1 0,0-1 1 15,-6 3 1 1,-6 0-2-16,-5 2-11 0,-5 2-46 15,-1 0-49-15,-3 0-32 16,-8 0-103-16,-13 4-271 16,1 1-113-16,-1-2-361 0</inkml:trace>
  <inkml:trace contextRef="#ctx0" brushRef="#br0" timeOffset="37137.64">7375 6487 986 0,'0'0'686'0,"0"0"-424"0,0 0-61 16,0 0-21-16,0 0 11 15,0 0-30-15,0 0-64 16,9-19-43-16,-7 33 50 15,0 5 18-15,-2 11-12 16,0 9-20-16,-6 7-12 16,-5 1-20-16,0-3 10 15,2-10-23-15,5-11-18 16,2-6 19-16,2-3-11 0,0 1-10 16,3 0-4-1,4 0-1-15,3-5-4 0,3-3 5 16,5-5 3-16,3-2 5 15,4-4-4-15,3-8 2 16,2-4-18-16,2-1-1 16,1-1-7-16,-2 0 0 15,-1 2 0-15,-4 1 0 16,-4 2 0-16,-5 3 0 16,-6 3-1-16,-5 3-8 15,-3 2-40-15,-3 2-44 16,-2 0-64-16,-20 13-97 15,1 2-405-15,-5 1-557 0</inkml:trace>
  <inkml:trace contextRef="#ctx0" brushRef="#br0" timeOffset="40398.4">2214 7606 1035 0,'0'0'656'0,"0"0"-500"0,0 0 20 15,0 0 6-15,0 0-35 16,0 0-5-16,0 0 34 16,23-8-6-16,-3 1-63 15,5-1-30-15,2-2-19 16,3-1-21-16,1-1-13 16,0-2-13-16,2 1-10 15,-3-1-1-15,-2 2 0 16,-5 2-63-16,-7 3-127 15,-5 7-168-15,-6 0-249 16,-5 7 49-16</inkml:trace>
  <inkml:trace contextRef="#ctx0" brushRef="#br0" timeOffset="40603.37">2269 7751 1681 0,'0'0'261'0,"0"0"-147"0,0 0 25 15,0 0-40-15,0 0 21 16,0 0-35-16,0 0 50 16,41 5-38-16,-18-12-36 15,2-2-31-15,2-2-15 16,1-1-6-16,-2-3-9 16,5-7-123-16,-8 3-210 15,-12 1-660-15</inkml:trace>
  <inkml:trace contextRef="#ctx0" brushRef="#br0" timeOffset="50921.69">6542 8374 692 0,'0'0'663'15,"0"0"-482"-15,0 0 32 16,-42 0 36-16,38 0 19 15,4 0-79-15,0 0-31 16,11-6-30-16,13-4-2 16,16-6-10-16,18-5-16 15,5-1-19-15,0 2-28 16,-6 3-17-16,-17 4 0 0,-9 3-17 16,-8 2-8-16,-4 2-4 15,-1 1-6-15,-1-1-1 16,-2 0-27-16,-6 4-57 15,-5 1-33-15,-4 1-95 16,0 0-66-16,-18 7-111 16,1 1-302-16,-3 2-415 0</inkml:trace>
  <inkml:trace contextRef="#ctx0" brushRef="#br0" timeOffset="51163.14">6616 8468 1861 0,'0'0'370'0,"0"0"-219"0,0 0-7 16,0 0 116-16,39 2-7 15,-8-13-79-15,12-8-55 16,12-8-36-16,5-3-23 16,-5 1-6-16,-11 4-12 15,-14 9-18-15,-7 3-12 16,-5 2-12-16,-1 0-5 15,-3 0-46-15,-1 2-55 16,-13 2-80-16,0 2-317 16,-9 1-610-16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10:21.194"/>
    </inkml:context>
    <inkml:brush xml:id="br0">
      <inkml:brushProperty name="width" value="0.05292" units="cm"/>
      <inkml:brushProperty name="height" value="0.05292" units="cm"/>
      <inkml:brushProperty name="color" value="#FF0000"/>
    </inkml:brush>
  </inkml:definitions>
  <inkml:trace contextRef="#ctx0" brushRef="#br0">10667 1609 1415 0,'0'0'485'16,"0"0"-159"-16,0 0 15 15,0 0-32-15,0 0-100 16,0 0-85-16,-13 6-62 16,7 27 54-16,0 12-2 15,-1 7-61-15,2-2-22 16,2-5 34-16,3-11-23 0,0-9-20 15,0-7-13-15,0-5-8 16,0 0-1-16,0 0-40 16,0-4-50-16,0-3-75 15,0-6-59-15,-11-12-59 16,-1-5-322-16,-2-5-290 0</inkml:trace>
  <inkml:trace contextRef="#ctx0" brushRef="#br0" timeOffset="186.09">10416 1603 1642 0,'0'0'392'15,"0"0"-110"-15,0 0-104 0,0 0-9 16,71-26-57 0,-7 14-39-16,10 1-27 0,4 2-22 15,-9 4-18-15,-14 3-6 16,-12 2-30-16,-9 4-192 15,-14 2-350-15,-9 0-501 0</inkml:trace>
  <inkml:trace contextRef="#ctx0" brushRef="#br0" timeOffset="996.15">10734 1723 1719 0,'0'0'326'0,"0"0"-111"16,0 0-110-16,0 0 28 16,0 0 6-16,45 15-28 15,-25 0 8-15,0 5-16 16,-4 2-22-16,-5 3-32 16,-8-1-19-16,-3-1-10 15,-6-1-4-15,-9-4-7 16,-1-2-1-16,-2-5 2 15,3-4-9-15,5-4-1 16,6-3-9-16,4-3-26 16,4-10-61-16,12-5-75 0,5-3-29 15,6-1-9-15,2 0-62 16,1 0 73-16,-3 2 47 16,-1 3 12-16,-4-1 57 15,-5 3 82-15,-3 0 6 16,-5 3 93-16,-3 3 81 15,-3 2 42-15,-1 2-8 16,-2 4-12-16,0 1-14 16,0 0-70-16,-6 8-53 15,-1 5 13-15,-2 3 7 16,1 3-13-16,2 2-15 16,3 1-16-16,2-2-28 15,1-2-2-15,4-1-10 16,6-4-1-16,3-5-6 15,0-5-24-15,1-3-22 0,0-3-17 16,-2-9-31 0,-2-2-16-16,-2-2 1 0,-2-1 27 15,-3 0 36-15,-1 2 30 16,-2 4 16-16,0 4 6 16,0 3 6-16,0 3 21 15,0 1-26-15,-1 3 0 16,0 5 8-16,1 3 13 15,0 0-7-15,5 0-5 16,4 0-9-16,5-3 0 16,0-4 5-16,2 0 5 15,-2-4-5-15,-2 0 0 16,-1-7-5-16,-4-2 8 16,-3 0 3-16,-1 1-11 0,0 2 24 15,-3 1 59-15,1 4-5 16,-1 1-37-16,2 1-30 15,0 7-3-15,1 3 20 16,1 2-11-16,-1 1-7 16,-1-1-10-16,-2-2-1 15,0-2-97-15,0-7-126 16,-4-2-236-16,-3 0-141 0</inkml:trace>
  <inkml:trace contextRef="#ctx0" brushRef="#br0" timeOffset="1134.43">11175 1560 1051 0,'0'0'139'0,"0"0"-73"16,0 0-37-16,39 53-29 16,-25-35-159-16</inkml:trace>
  <inkml:trace contextRef="#ctx0" brushRef="#br0" timeOffset="1469.71">11326 1737 1249 0,'0'0'213'16,"0"0"40"-16,0 0-97 15,-1 45-2-15,1-32-35 0,0-1-52 16,0-2-38-16,0-3-8 15,0-1-3-15,0-5 7 16,0-1 25-16,0-7 87 16,0-7-35-16,4-4-20 15,4-1-13-15,2 2 5 16,1 2 5-16,-1 6-4 16,1 3-13-16,0 6-22 15,1 0-19-15,1 7 13 16,1 6 7-16,1 2-7 15,-1 3-10-15,-1 0-13 16,-4 0-5-16,-2-1-6 0,-3 3-95 16,-4-7-201-16,0-4-458 15</inkml:trace>
  <inkml:trace contextRef="#ctx0" brushRef="#br0" timeOffset="1922.92">12449 1632 1618 0,'0'0'619'15,"0"0"-251"-15,0 0-73 16,0 0-94-16,0 0-59 15,0 0-46-15,0 34 51 0,0-10-36 16,2 4-44 0,1 2-32-16,0-1-10 0,-1 0-13 15,1-3-6-15,-1-3-5 16,-1-5-1-16,-1-4-25 16,0-4-51-16,-3-5-65 15,-4-4-43-15,-8-7-150 16,1-7-397-16,1-3-831 0</inkml:trace>
  <inkml:trace contextRef="#ctx0" brushRef="#br0" timeOffset="2090.04">12298 1752 1655 0,'0'0'357'15,"0"0"-107"-15,0 0-151 0,53-14-21 16,-7 9-44-16,7-1-16 15,-8 2-18-15,-12 1-12 16,-3 0-233-16,-10 1-382 16,-2-3-717-16</inkml:trace>
  <inkml:trace contextRef="#ctx0" brushRef="#br0" timeOffset="2461.29">12641 1696 1121 0,'0'0'393'0,"0"0"-143"16,0 0-65-16,0 0-34 16,0 0-47-16,0 0-37 0,-6 37-13 15,11-30-12-15,1-3-24 16,-1-2-2-16,0-2 5 16,1 0 13-16,0-4 0 15,1-5-13-15,1-4-12 16,-1-2-3-16,-1-1 0 15,-2 0 0-15,-4 1 31 16,0 3 43-16,0 2 38 16,0 5 7-16,-3 4-39 15,-1 1-50-15,-3 5-35 16,-1 8 14-16,-1 4 7 16,0 4-20-16,3 2 7 15,5 0-8-15,1-1-1 16,7 0-1-16,9-4-74 0,7-6-55 15,10-6-33-15,-1-6-46 16,14-9-297-16,-8-6-55 16,-12-1-189-16</inkml:trace>
  <inkml:trace contextRef="#ctx0" brushRef="#br0" timeOffset="2971.69">12915 1660 403 0,'0'0'604'16,"0"0"-277"-16,-8-34 38 15,1 26-65-15,-1 4-80 16,1 4-81-16,2 0-44 15,1 3-42-15,4 6-21 16,0 0-15-16,2 3-6 16,7-1-11-16,3 1-13 15,0-1 13-15,1-1 10 0,-3 0 0 16,-1-2-8-16,-5 0 4 16,-1-2-6-16,-3 2 1 15,0-1 11-15,-4 1 0 16,-3 2 0-16,-3-1-3 15,2 0-2-15,1-1-6 16,2-1 6-16,3-1-7 16,2-3-6-16,7-1-9 15,7-2 10-15,8 0-1 16,8-8 4-16,2-3-32 16,2-3-35-16,-2-4-39 15,-4-3 18-15,-5-9-14 16,-6-10 104-16,-6 1 3 0,-5 5 52 15,-5 6 43 1,-1 10 29-16,0 0 41 0,0 3 31 16,-4 4-17-16,2 5-43 15,-1 4-49-15,2 2-53 16,1 6-37-16,0 8 0 16,0 7 9-16,0 3 0 15,4 5 1-15,4-1 5 16,0 1-5-16,-1-3-9 15,0-3-1-15,-1-3-7 16,-4-3-74-16,0-5-57 16,-2-6-186-16,-3-2-161 15,-3-4-124-15</inkml:trace>
  <inkml:trace contextRef="#ctx0" brushRef="#br0" timeOffset="3144.45">13070 1666 1980 0,'0'0'268'0,"0"0"-83"15,0 0-2-15,59-8-38 16,-30 3-95-16,0-1-50 16,-7 1-25-16,-9 2-236 15,-12-2-623-15</inkml:trace>
  <inkml:trace contextRef="#ctx0" brushRef="#br0" timeOffset="3587.56">11606 1509 1292 0,'0'0'537'16,"0"0"-160"-16,0 0-115 16,0 0 10-16,0 0-121 15,-6 43-100-15,4 10 97 16,0 12-15-16,2 9-22 16,0-3-42-16,4-9 1 15,-1-1-26-15,-3-6-31 16,0-7-2-16,-3-10-11 15,-3-10-8-15,0-9-64 16,-1-7-70-16,-10-2-113 16,1-4-299-16,-4-5-426 0</inkml:trace>
  <inkml:trace contextRef="#ctx0" brushRef="#br0" timeOffset="4887.41">9293 1394 358 0,'0'0'753'0,"0"0"-583"15,0 0-115-15,0 0 91 16,57-1 84-16,-6 1-22 16,29 0-16-16,22 0-42 15,18-5-21-15,12-1-9 16,7-4-11-16,16-2-20 15,13-3-33-15,10-1-6 16,11 0-9-16,4-1-17 0,4 3-2 16,5 0 5-1,0 3-8-15,-3 0 17 0,-3 0 5 16,-6 0-13-16,-9 1-3 16,-7 0 2-16,-10 2-10 15,-11 2 2-15,-12 3 2 16,-12 0-14-16,-13 2-6 15,-17 1 4-15,-16 0-3 16,-26 0 10-16,-20 3-12 16,-19-1-1-16,-8 0-1 15,-3 0 2-15,-2 1-2 16,-1 1-4-16,-3 2 6 16,-1 3 6-16,0 2 6 15,0 6-6-15,0 3 2 16,1 12-2-16,0 11 24 0,2 12-8 15,0 5 5-15,2 2 0 16,-2 0-3-16,3-3-5 16,-1 4 11-16,2 3-9 15,1-2-4-15,-3-3-17 16,0-4 6-16,0-7 2 16,-2-3 1-16,-1-4 3 15,1-4-2-15,-3-7-8 16,0-7 4-16,0-6 1 15,-1-5-7-15,-7 2-1 16,-2-1 1-16,-5-1 0 16,-5-5 2-16,-13-3-2 0,-21-6 9 15,-28 0-8-15,-18-2 0 16,-14-3 4-16,-11 2-5 16,-2 1-9-16,-15 2 9 15,-11 0 2-15,-11 1-2 16,-7 4 0-16,-9 1 0 15,-3 1 7-15,-5 2-7 16,-2 3-1-16,2 1 1 16,6 1 1-16,13 1-1 15,12-2 0-15,13-1 0 16,15-3 0-16,12-3 0 16,16-4 1-16,14-2 2 15,14 0-3-15,20-4-1 0,16-1 1 16,13 0 2-16,9-1-1 15,3-1 6-15,0 0-6 16,1-2 5-16,6 2 2 16,1 0 2-16,2 2-2 15,0-1 0-15,2 1-8 16,0-1 0-16,0-2 0 16,0-1 2-16,0-3-1 15,0-4 11-15,-3-3-11 16,-1-5 5-16,-4-10-5 15,-1-17 0-15,-2-22-1 16,-1-15-9-16,1-10 3 16,3-3 6-16,1 6 0 15,2 5 8-15,-1 9-8 16,0 6 0-16,-1 6-9 0,0 8-47 16,0 7-8-16,2 15-5 15,1 12 6-15,1 11 14 16,2 6 10-16,-1 2 6 15,2 2 12-15,-1 2 10 16,1 1 10-16,0 3-16 16,0 0 4-16,-1 0-11 15,-1 0-12-15,-3 7-75 16,-3 6 51-16,-11 16 41 16,3-3-239-16,-1-5-671 0</inkml:trace>
  <inkml:trace contextRef="#ctx0" brushRef="#br0" timeOffset="6283.35">11092 2093 1167 0,'0'0'191'0,"0"0"-66"16,0 0 22-16,0 0 6 0,0 0-40 15,0 0-37-15,2-2-35 16,2 11-13-16,0 7 35 16,4 12 68-16,4 10-21 15,7 11-15-15,2 2 4 16,1-1 5-16,-1-7-14 15,-6-9-14-15,-2-7-28 16,-3-7-26-16,-1-2-3 16,-1 2-11-16,1 1-2 15,-1-1 1-15,-3-3-7 16,-4-5-31-16,-1-4-93 16,0-5-20-16,-9-3-25 15,-11-1-161-15,1-6-201 0,0-1-196 16</inkml:trace>
  <inkml:trace contextRef="#ctx0" brushRef="#br0" timeOffset="6475">11062 2552 829 0,'0'0'295'16,"0"0"-149"-16,0 0 52 16,0 0 65-16,0 0-42 15,58 28-36-15,-33-20-46 16,4-1-24-16,0 0-30 15,1-2-44-15,-3-2-23 16,-4-1-18-16,-3-2-34 0,-3-4-174 16,-5-4-189-1,-5-2-501-15</inkml:trace>
  <inkml:trace contextRef="#ctx0" brushRef="#br0" timeOffset="6644.46">11328 2488 1114 0,'0'0'252'0,"0"0"-123"16,0 0 155-16,0 34-12 16,0-13-61-16,0 3-79 15,0 2-35-15,0-1-50 16,1-2-19-16,0-2-28 16,10-2-10-16,-2-6-192 15,3-7-521-15</inkml:trace>
  <inkml:trace contextRef="#ctx0" brushRef="#br0" timeOffset="7431.61">12326 1975 1470 0,'0'0'288'0,"0"0"26"16,0 0-31-16,0 0-48 15,0 0-45-15,0 0-100 16,0 0-35-16,2 54 44 16,10-8-24-16,1-1-17 15,1-8 2-15,-5-11-25 0,-2-7-16 16,2 3-11-1,-1 1-8-15,2 1-1 0,-4-3-37 16,-4-4-35-16,-2-4-66 16,-2-5-51-1,-8-3 15-15,-5-5 41 0,-3-2 17 16,-1-7-13-16,1-2 60 16,1 1 51-16,4 1 19 15,3 2 41-15,4 3 38 16,2 1 5-16,3 2-11 15,1 1-42-15,1 3-21 16,8 6 22-16,4 4 57 16,5 3-12-16,3 2 1 15,2-1-26-15,0-1-26 0,0-2-13 16,0-4-4-16,-2-5-9 16,-2-5-7-16,-2 0-91 15,-3-10-24-15,-4-5-6 16,-2-4 0-16,-2-2 11 15,-4-1 51-15,0 4 47 16,-2 2 19-16,0 6 27 16,0 4 60-16,0 5 27 15,0 1-47-15,-3 10-33 16,2 7 29-16,-3 5 50 16,-1 5-28-16,-1 4-37 15,-1-1-30-15,-1 0-8 16,-4 1-10-16,-14 10-133 15,3-7-219-15,-4-4-902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11:30.502"/>
    </inkml:context>
    <inkml:brush xml:id="br0">
      <inkml:brushProperty name="width" value="0.05292" units="cm"/>
      <inkml:brushProperty name="height" value="0.05292" units="cm"/>
      <inkml:brushProperty name="color" value="#FF0000"/>
    </inkml:brush>
  </inkml:definitions>
  <inkml:trace contextRef="#ctx0" brushRef="#br0">11904 1238 935 0,'0'0'231'16,"0"0"-69"-16,0 0-40 15,0 0 32-15,-12 44 27 16,12-8-27-16,0 12-19 16,3 7-15-16,4 1 10 15,1-1 13-15,1 2-15 16,2 4-2-16,1 5-26 16,1 5 5-16,-2 0-38 15,1-3-16-15,-2-6-8 16,-2-8 4-16,-2-7-22 15,-1-10 4-15,-3-10 1 16,-1-8 0-16,0-2-5 0,-1 0-11 16,0 0-4-1,0-1-1-15,0-5-2 0,0-5-6 16,0-2-1-16,0-3 1 16,0-1 7-16,0 0 0 15,-1-4-8-15,-2-3-33 16,-3-1-82-16,-2-6-116 15,2 3-371-15,-3-2-1002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12:20.207"/>
    </inkml:context>
    <inkml:brush xml:id="br0">
      <inkml:brushProperty name="width" value="0.05292" units="cm"/>
      <inkml:brushProperty name="height" value="0.05292" units="cm"/>
      <inkml:brushProperty name="color" value="#FF0000"/>
    </inkml:brush>
  </inkml:definitions>
  <inkml:trace contextRef="#ctx0" brushRef="#br0">12600 1984 773 0,'0'0'129'16,"0"0"83"-16,0 0-111 16,0 0 20-16,0 0 22 15,0 0-7-15,41 25 12 16,-25-17-18-16,3 1-45 15,2 1 8-15,4-2 22 16,1 0-27-16,2-2-30 16,2-2 0-16,0 0 2 0,1-3-5 15,-1-1-7 1,-1 0-8-16,-1-2 0 0,0-3 2 16,-1-3-5-1,-1 0-17-15,-2-2 1 0,1-1 8 16,0 0-11-16,-2-2 3 15,0 0 3-15,-1 0 5 16,-1-1-4-16,-1 1 8 16,-2-1-11-16,-1 0 7 15,-1 1-13-15,0-1 1 16,-2 0 1-16,2 0 1 16,-1-1 6-16,0 1-5 15,-1-1-7-15,2 0 2 16,-2-1-3-16,2-1-1 0,-1-1 2 15,-2 0-1-15,-2 0-1 16,-1-1 20-16,-3 0-14 16,-1-1 2-16,-5 0-5 15,-1-2 2-15,0 0-4 16,0-1-6-16,-7 0 8 16,-1 0-4-16,-1 1-8 15,-2 2-1-15,1 2 8 16,-1 1-9-16,-1 2-1 15,0 2 0-15,-1 0-9 16,0 1 4-16,-2 0-11 16,-1 0 11-16,-3 1-9 15,-2 0-4-15,-2 0 2 0,-2 1-4 16,-3 1-6 0,-2 1 27-16,-1 1 0 0,-2 0-14 15,1 3-7-15,-2 0 6 16,-1 2 14-16,-5 0-6 15,-5 1 7-15,-6 0-12 16,4 1 3-16,9 0-5 16,11 0-1-16,6 0 3 15,-4 0 12-15,-2 2-1 16,-4 0 1-16,0 2-2 16,3-1-5-16,1 1 5 15,1 1 1-15,1 1-8 16,3 0-28-16,2 1 16 0,2 1 21 15,2 2 0-15,0 2 1 16,2 3-1-16,0 2-1 16,0 3 1-16,0 3 6 15,0 2-5-15,-1 1 10 16,2 1 7-16,2 1 14 16,1 0-9-16,3 0 7 15,2 0-14-15,5-1 1 16,0 0-5-16,0-1 3 15,6-1-14-15,1 0 8 16,2-1 0-16,1 0 0 16,1 0 6-16,1-3-6 15,0 0 6-15,1-2 2 16,0-3-5-16,1-2 0 0,-2-2-3 16,2-2 0-16,-2-4 3 15,0 0-6-15,-2-3 1 16,1-2 2-16,-1-1-8 15,-1 0 13-15,0 0-5 16,-1-1-9-16,-1-3 6 16,-1 1 0-16,-2 0-6 15,0 0-8-15,-1 2-53 16,-1 0-64-16,1-1-129 16,0 1-347-16,-2 0-423 0</inkml:trace>
  <inkml:trace contextRef="#ctx0" brushRef="#br0" timeOffset="156.46">12603 2018 1870 0,'0'0'219'0,"0"0"-158"15,0 0-61-15,0 0-45 16,-44 17-233-16,37-13-405 0</inkml:trace>
  <inkml:trace contextRef="#ctx0" brushRef="#br0" timeOffset="3338.62">13217 1962 570 0,'0'0'787'15,"0"0"-590"-15,0 0-29 16,0 0-12-16,0 0-43 15,0 0-55-15,0 0 15 0,69 41 74 16,-6-7 22 0,11 1-10-16,7-3-25 0,-3-6-31 15,-7-5 2-15,-1-4-30 16,-5-3-20-16,-8-2-1 16,-13-3-24-16,-14-3-16 15,-9-3-13-15,-7 0-1 16,-1-1 1-16,-4 0-1 15,-1-1-11-15,-5-1-13 16,-3 0-7-16,0-6-47 0,-8-4-221 16,-7-13-34-1,1 1-270-15,0 0-358 0</inkml:trace>
  <inkml:trace contextRef="#ctx0" brushRef="#br0" timeOffset="3581.71">13891 2007 33 0,'0'0'1469'0,"0"0"-1281"16,0 0 59-16,13 47 42 15,-4-23-55-15,4 3-67 16,2 1-22-16,2 0-8 16,0-3-46-16,1-2-25 15,-3-4-20-15,-2 0-14 16,-3-1-17-16,-4-2-5 0,-5 0-2 15,-2 3-8-15,-19 6 0 16,-21 8-4-16,-27 8-116 16,4-4-210-16,-1-8-423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13:25.583"/>
    </inkml:context>
    <inkml:brush xml:id="br0">
      <inkml:brushProperty name="width" value="0.05292" units="cm"/>
      <inkml:brushProperty name="height" value="0.05292" units="cm"/>
      <inkml:brushProperty name="color" value="#FF0000"/>
    </inkml:brush>
  </inkml:definitions>
  <inkml:trace contextRef="#ctx0" brushRef="#br0">9216 2014 1545 0,'0'0'393'0,"0"0"-132"15,0 0-59-15,0 0-47 16,0 0-25-16,0 0-36 15,30 1-36-15,-7-1-17 16,13-1-9-16,10-5-12 16,-2 0-7-16,-4 0-3 15,-6-1-10-15,-10 3 0 16,1-2-63-16,-1-5-160 16,-7 3-295-16,-10-1-387 0</inkml:trace>
  <inkml:trace contextRef="#ctx0" brushRef="#br0" timeOffset="253.15">9396 1812 1121 0,'0'0'490'0,"0"0"-170"16,0 0-22-16,0 0-137 16,0 0-96-16,0 0-29 15,0 0 16-15,38 33 2 16,-16-16-5-16,3 0 3 15,-2-2-9-15,1 1 2 16,-2 0-2-16,-3 1-7 16,-5 0-13-16,-3 1-10 15,-6 1 3-15,-5 1-1 16,-4 2-7-16,-11 1-8 16,-15 11-52-16,5-6-221 0,1-6-639 15</inkml:trace>
  <inkml:trace contextRef="#ctx0" brushRef="#br0" timeOffset="5231.31">11299 3133 90 0,'0'0'1437'16,"0"0"-1094"-16,0 0-109 16,0 0-28-16,0 0-33 0,0 0-40 15,0 0-28 1,-8 3-32-16,10-3-31 0,7 2-4 16,3-1 48-16,4-1-8 15,3 0-23-15,3 0-23 16,-2 0-20-16,1-1-3 15,-2-1-8-15,-2-1 6 16,-1 0-7-16,0-1-36 16,-2 0-48-16,-1 0-103 15,-1 0-37-15,-2-5-96 16,-4 2-248-16,-3-1-89 0</inkml:trace>
  <inkml:trace contextRef="#ctx0" brushRef="#br0" timeOffset="5553.83">11435 3016 1485 0,'0'0'354'0,"0"0"-89"16,0 0-36-16,0 0-43 16,0 0-48-16,0 0-60 15,0 0 2-15,22 12 50 16,-7-6-22-16,2 2-36 15,0-1-12-15,0 0-15 16,0-1-23-16,-2 1 2 0,-1 0-15 16,-3 0 0-16,-2-1-4 15,-2 1-4-15,-3 0 7 16,-1 0-8-16,-3 1 1 16,0 2 14-16,-1 1-6 15,-6 0-8-15,-2 2 5 16,-2-1-6-16,-1 2-21 15,-8 8-76-15,3-5-207 16,2-2-387-16</inkml:trace>
  <inkml:trace contextRef="#ctx0" brushRef="#br0" timeOffset="10329.28">8244 1693 1341 0,'0'0'337'0,"0"0"-112"16,0 0-39-16,0 0-59 16,0 0-74-16,0 0-34 15,0 0-4-15,6 36-14 16,-1-14 1-16,1 2 4 15,0 0-6-15,-2 1 2 0,-1-1-2 16,0-1-17-16,-1 8-88 16,-1-7-162-16,-1-3-288 0</inkml:trace>
  <inkml:trace contextRef="#ctx0" brushRef="#br0" timeOffset="11057.43">8258 1529 750 0,'0'0'509'0,"0"0"-363"15,-62 5 27-15,31 6 20 16,-8 12-9-16,-2 15-1 15,3 21-32-15,3 14-21 16,12 6-21-16,13-4 7 16,10-10 11-16,12-7-5 15,11-5-41-15,3-10 14 0,12-7-38 16,7-9-13 0,4-9-1-16,7-5-1 0,-12-11-15 15,-10-2-1-15,-10-3-5 16,-6-7 2-16,2-6-5 15,3-11-4-15,-1-17-7 16,-7-15 6-16,-10-10-12 16,-5-4-1-16,-14 2 1 15,-5 6-1-15,-1 7-22 16,0 9-23-16,3 13-24 16,4 12 6-16,1 10-15 15,0 3-10-15,-3 2 13 16,-4 2-1-16,-2 2-40 0,-1 5 14 15,-2 7 19-15,6 5-256 16,5-1-806-16</inkml:trace>
  <inkml:trace contextRef="#ctx0" brushRef="#br0" timeOffset="11224.73">8405 1614 1894 0,'0'0'470'16,"0"0"-409"-16,0 0-3 16,0 0-30-16,0 0-28 15,0 0-19-15,0 0-304 16,8-6-355-16</inkml:trace>
  <inkml:trace contextRef="#ctx0" brushRef="#br0" timeOffset="12468.91">10978 2884 1360 0,'0'0'296'0,"0"0"-94"16,0 0-2-16,0 0-77 16,0 0-81-16,0 0-18 15,8 0 12-15,-1 21 9 16,-2 3 16-16,-4 4-15 15,-1 0-9-15,-5 1 3 16,-5-1-16-16,-1-2-10 16,0-3-6-16,0-5-6 15,4-5-1-15,1-5 0 16,3-7 10-16,2-1 60 16,0-3 29-16,1-7-60 15,0 1-31-15,3-1-3 0,2 2 2 16,3 3-7-1,1 2 0-15,3 0 1 0,3 0 5 16,4-1-1-16,2 0-5 16,3-3-1-16,2-2 0 15,-1-3 0-15,0-1-12 16,-4-1-37-16,-4-2-24 16,-8-1 10-16,-7-4 19 15,-2-8 5-15,-16-12 17 16,-10-10 8-16,-4-2 14 15,3 10 9-15,5 13-8 16,7 14 17-16,0 6 31 0,-4 2 3 16,-4 3 6-16,-5 4-10 15,-1 3 4-15,-5 18-4 16,-4 17 21-16,1 20-24 16,2 12 10-16,11 4-3 15,11-2 1-15,11-8-7 16,2-2 17-16,15-4-12 15,4-13-22-15,1-12 0 16,10-7-18-16,11-10-11 16,6-7 1-16,5-8 5 15,-10-7-4-15,-14-11-2 16,-1-11 0-16,-2-15 0 16,-4-10 0-16,-7-10 0 15,-13-3-3-15,-4 1-7 16,-14-2-1-16,-1 3 10 0,0 14-1 15,2 17 2-15,5 15-1 16,1 10-11-16,-4 4-8 16,-2 5-17-16,-9 13-158 15,3 6-271-15,5 3-260 0</inkml:trace>
  <inkml:trace contextRef="#ctx0" brushRef="#br0" timeOffset="12900.57">11855 2966 1458 0,'0'0'489'15,"0"0"-234"-15,0 0-71 16,0 0-109-16,9 72 67 15,1-4 53-15,3 13-37 0,1 1-41 16,0-7-45-16,-3-11-30 16,-4-3-18-16,-2-7-16 15,-2-13-8-15,-3-11 0 16,0-11 0-16,0-7 0 16,0-4-50-16,0-4-104 15,-5-17-81-15,-3-8-232 16,-2-8-558-16</inkml:trace>
  <inkml:trace contextRef="#ctx0" brushRef="#br0" timeOffset="13527.04">11771 2932 1827 0,'0'0'314'0,"55"-24"-223"16,21 5-26-16,28-5 101 15,27 0-14-15,17-2-31 16,9-1-26-16,16-3-16 16,10-2-20-16,9-4-4 15,2-4-18-15,-3-2-17 16,-9 1-13-16,-14 6-7 16,-21 8 0-16,-26 9 0 15,-30 7 1-15,-33 5 0 16,-27 3 0-16,-19 2 0 15,-8 1 1-15,-3 0 11 0,-1 2-1 16,0 10-11-16,-1 11 41 16,-9 20 12-16,-3 20-5 15,-1 11 29-15,5 6-2 16,4 1-20-16,5-8-26 16,1-1-29-16,9-5 14 15,2-5-13-15,0-5 4 16,-2-9-5-16,-3-12 9 15,-5-12-10-15,-2-6-1 16,0-4-5-16,-11 0 6 16,-12 2 0-16,-22 3-1 15,-33-2 1-15,-29-1-8 16,-30 1-2-16,-30 2-4 16,-20 3 7-16,-26 3-17 15,-19 6 10-15,-5 4 13 0,2 5-15 16,17-1 16-16,27-3 0 15,33-7 2-15,36-7 8 16,41-8-10-16,32-8 2 16,26-3 4-16,14-3 0 15,5 0 3-15,4 0-9 16,0 0-6-16,10-3-15 16,8-3-27-16,5-4-51 15,2-2-57-15,3-10-143 16,-7 3-75-16,-5-1-393 0</inkml:trace>
  <inkml:trace contextRef="#ctx0" brushRef="#br0" timeOffset="13860.15">12010 3180 912 0,'0'0'998'15,"0"0"-793"-15,0 0 27 16,0 0 16-16,0 0-27 16,0 0-84-16,0 0-71 0,-4-3-23 15,12 15 40-15,2 5-4 16,1 2-19-16,1 3-25 15,-1 1-13-15,-2 1-15 16,-2-1-6-16,0-1 0 16,-3 0-1-16,-1-5-52 15,-3-3-109-15,-2-6-141 16,-7-4-43-16,-3-4-441 0</inkml:trace>
  <inkml:trace contextRef="#ctx0" brushRef="#br0" timeOffset="14000.48">11959 3224 183 0,'0'0'1235'0,"0"0"-1088"15,0 0-99-15,56-31-35 16,-25 24-13-16,13 4-102 16,-8 2-117-16,-6 1-426 0</inkml:trace>
  <inkml:trace contextRef="#ctx0" brushRef="#br0" timeOffset="14723.33">12174 3183 1104 0,'0'0'605'16,"0"0"-399"-16,0 0 88 15,0 0-53-15,0 0-95 16,0 0-85-16,0 0-32 16,8-2-10-16,4 9 17 15,1 2-11-15,-3 1 14 0,-2 3-18 16,-3 0 9-16,-5 3-14 15,0-1 5-15,-4-1-11 16,-3-1 4-16,0-3-14 16,3-5 0-16,2-5-1 15,2-1-10-15,0-12-80 16,9-5-20-16,4-5 38 16,4-3 17-16,1 0 20 15,1 2-4-15,-3 1 33 16,-3 3 7-16,-2 3 1 15,-3 5 21-15,-4 2 17 16,-1 4 16-16,-2 4 9 16,0 2-11-16,-1 0-24 0,2 4-17 15,-1 7 2-15,1 2 13 16,1 2 3-16,0 3 0 16,0-4-19-16,2 1-1 15,1-1-3-15,2-3-7 16,0-2 0-16,0-4-7 15,1-3-23-15,-1-2-30 16,-1-3-11-16,0-6-5 16,-3-3-17-16,1-2-24 15,-1 0 34-15,-1 2 21 16,-1 4 29-16,-1 2 13 16,0 2 20-16,-1 3-1 15,1 1 1-15,1 0-9 0,0 1 0 16,3 4 9-1,0 0 1-15,3 1 0 0,-1-1-1 16,3-1 0-16,-1-2 0 16,-1-1-13-16,-1-1-46 15,0 0 19-15,-2-4 29 16,-1-2 11-16,-1 1 15 16,0 1 37-16,-2 2 32 15,0 0 15-15,0 2-16 16,1 0-35-16,2 2-20 15,0 4 8-15,1 2-4 16,0 1-17-16,0-1-9 16,-2 1-6-16,-2-2-29 15,-1-4-155-15,-7-3-171 16,-3 0-485-16</inkml:trace>
  <inkml:trace contextRef="#ctx0" brushRef="#br0" timeOffset="14842.49">12443 2958 1222 0,'0'0'209'0,"0"0"-153"16,0 0-56-16,0 0-10 15,0 0-115-15,51 15-457 0</inkml:trace>
  <inkml:trace contextRef="#ctx0" brushRef="#br0" timeOffset="15189.53">12611 3049 1388 0,'0'0'255'0,"0"0"-161"15,0 0 31-15,0 0 32 16,-1 44-3-16,2-32-63 16,1-2-32-16,0 0-24 15,-1-4-7-15,-1-2 9 16,0-1-8-16,0-2-8 15,0-1 71-15,1-5 101 16,2-7-47-16,0-4-98 16,3-1-33-16,2 0 10 15,2 4 2-15,-2 4 12 16,1 4-14-16,1 4-17 16,-1 1 1-16,2 6 6 0,1 5 0 15,-1 1-6-15,0 4-2 16,-3 1-6-16,-3-1-1 15,-2 0 0-15,-3-1-66 16,0-3-188-16,-4-5-326 0</inkml:trace>
  <inkml:trace contextRef="#ctx0" brushRef="#br0" timeOffset="15735.48">13026 2653 497 0,'0'0'730'0,"0"0"-446"16,0 0 68-16,0 0-46 15,0 0-102-15,0 0-92 16,0 0 23-16,13 71 90 16,-3-14-38-16,2 9-55 15,3 1-42-15,2-2-20 16,1-3 11-16,0 0-6 16,-2-1 3-16,-2-4-15 15,-3-5-18-15,-4-12-21 16,-2-11-15-16,-3-8-9 15,0-4-1-15,-1 0 1 0,-1 0 0 16,0-2-1-16,0-8 0 16,0-5-42-16,0-2-17 15,-2-7-71-15,-3-14-131 16,0 1-260-16,1-1-268 0</inkml:trace>
  <inkml:trace contextRef="#ctx0" brushRef="#br0" timeOffset="16140.48">13391 2821 785 0,'0'0'727'0,"0"0"-532"16,0 0 56-16,0 0 11 16,0 0-25-16,0 0-88 15,0 0-38-15,0-10-20 16,4 19-20-16,1 6 32 16,1 6-2-16,2 4-33 15,-1 6-17-15,0 1-3 16,0 1-14-16,-1-2-1 15,-1-2-12-15,0-3-12 16,2-4-3-16,-1-4-5 16,-1-4 5-16,1-6-6 0,1-3 0 15,1-5 0 1,1 0-24-16,2-11-31 0,2-3-97 16,-1-3-138-16,-3-9-72 15,-3 4-331-15,-4 4-362 0</inkml:trace>
  <inkml:trace contextRef="#ctx0" brushRef="#br0" timeOffset="16298.6">13338 2976 1420 0,'0'0'209'0,"0"0"-65"0,0 0 0 15,0 0-74-15,0 0-52 16,53-23-18-16,-10 7-148 15,-6 3-112-15,-3 0-132 0</inkml:trace>
  <inkml:trace contextRef="#ctx0" brushRef="#br0" timeOffset="17198.34">13561 2862 1270 0,'0'0'180'15,"0"0"-57"-15,0 0 3 16,0 0-13-16,0 0-47 0,0 0 30 16,1 39-18-16,3-33-32 15,0-1-19-15,-1-2-10 16,1-2-1-16,0-1-4 16,1-1 10-16,0-7 1 15,1-4-12-15,-1-3-5 16,-2-1 3-16,-2-1-9 15,-1 3 1-15,0 3 24 16,0 3 59-16,-1 4 10 16,-3 3-5-16,0 1-31 15,0 4-29-15,-2 8-12 16,1 5-5-16,1 3 6 16,2 2-5-16,2-2-4 15,0-1-6-15,6-5-2 16,4-2 0-16,3-6-1 0,4-3-35 15,3-3-62-15,2-8-77 16,0-6-82-16,-2-4-110 16,-1-3 49-16,-4-1 95 15,-4-1 170-15,-4 0 52 16,-3 2 107-16,-2 3 48 16,-2 5 40-16,0 4 43 15,0 5-48-15,-1 3-41 16,-2 1-57-16,0 3-49 15,0 5 0-15,2 2-8 16,1-1-15-16,0 1-6 16,2-1-6-16,7 0-2 0,0 1 1 15,3-2 2 1,0 1-3-16,-1 0 0 0,-2 0-4 16,-2 0-1-16,-3 2 1 15,-2 0 5-15,-2 0-1 16,0 1 2-16,-7 1 7 15,1-3 8-15,0-1-2 16,2-2-4-16,0-1-11 16,4-2-5-16,0-2-1 15,0 0 1-15,7-1 0 16,3-1 5-16,5-1-5 16,3-6-1-16,0-4-5 15,1-2-22-15,-1-4-23 0,-2-1 2 16,-4-2 11-1,-3-1 19-15,-3 2 18 0,-2 1 7 16,-3 2 19-16,-1 5 32 16,0 3 21-16,0 3 16 15,0 3 31-15,0 2-38 16,0 0-51-16,0 4-26 16,0 4-11-16,3 3 6 15,0 2-5-15,1 1 0 16,1 0 0-16,1 0-1 15,-1-1-7-15,1-2-3 16,-2 0-89-16,-3-2-126 16,-1-2-284-16,0-5-405 0</inkml:trace>
  <inkml:trace contextRef="#ctx0" brushRef="#br0" timeOffset="17366.57">13839 2907 1390 0,'0'0'700'0,"0"0"-610"16,0 0-34-16,0 0-20 15,0 0-36-15,60-38-49 16,-16 10-137-16,-6 4-163 16,-5 0-186-16</inkml:trace>
  <inkml:trace contextRef="#ctx0" brushRef="#br0" timeOffset="17907.44">13823 2468 1373 0,'-71'16'202'16,"-13"10"-28"-16,4 7 137 15,1 8-67-15,5 7-53 16,11 5-29-16,12 2 11 15,16 2-32-15,15 2-29 16,14 1-28-16,6 2-18 16,14-1 1-16,11-2-1 15,8-2-18-15,7-5-18 16,8-7-11-16,3-7 1 16,5-8-2-16,0-9-18 0,2-10 23 15,2-11 1-15,4-7 12 16,2-13 7-16,2-8 8 15,-2-5-6-15,-3-6-12 16,-5-4-3-16,-7-4-7 16,-8-2-7-16,-8 1 2 15,-7 0 3-15,-7 2 2 16,-7-1-10-16,-6 1-2 16,-5 2 1-16,-3 1 0 15,0 1-11-15,-11 1-1 16,-2 8-12-16,0 6-11 15,0 8-29-15,-1 4 11 16,-4-2-5-16,-4 1-7 0,-4 0-11 16,-2 4 28-16,0 5 6 15,0 4 7-15,1 3-19 16,1 0 2-16,2 5 5 16,4 3-1-16,1 2 3 15,3 1-3-15,0 3-22 16,5-2-500-16,2-5-643 0</inkml:trace>
  <inkml:trace contextRef="#ctx0" brushRef="#br0" timeOffset="18118.23">14107 2567 2882 0,'0'0'324'0,"0"0"-207"15,-49-1-5-15,39-1-29 16,7 2-35-16,2 0-29 16,1 0-8-16,0 0-10 15,0 0-1-15,0 0-7 16,-8 0-15-16,-2 0-58 16,-8 0-678-16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14:42.176"/>
    </inkml:context>
    <inkml:brush xml:id="br0">
      <inkml:brushProperty name="width" value="0.05292" units="cm"/>
      <inkml:brushProperty name="height" value="0.05292" units="cm"/>
      <inkml:brushProperty name="color" value="#FF0000"/>
    </inkml:brush>
  </inkml:definitions>
  <inkml:trace contextRef="#ctx0" brushRef="#br0">12040 4425 1358 0,'0'0'380'0,"0"0"-106"16,0 0-32-16,0 0-42 16,0 0-70-16,-6 58-24 15,15 12 53-15,1 15-23 16,0 5-24-16,-3-3-40 16,-2-7-24-16,-4-2-16 15,-1-1-25-15,0-1 4 0,0-8-10 16,0-8-1-16,0-5 0 15,0-16-21-15,-2-13-42 16,1-9 2-16,-1-11-129 16,0-3-31-16,-8-14-62 15,1-6-206-15,-3-10-443 0</inkml:trace>
  <inkml:trace contextRef="#ctx0" brushRef="#br0" timeOffset="820.07">11807 4512 1735 0,'0'0'248'16,"0"0"-166"-16,0 0-36 16,80-49 45-16,-6 27 32 15,19-3-40-15,15 1 12 16,5 0-19-16,2 2-24 15,14-2-4-15,12-2-2 16,17-2-9-16,15-4-9 16,17-2-13-16,11-2 3 15,13-2 0-15,8 1-12 16,5 2 2-16,-1 1 11 16,-4 2-18-16,-8 3 8 15,-12 2-7-15,-13 3-1 16,-21 2 11-16,-19 4-11 0,-21 3-1 15,-23 5 11-15,-29 3-5 16,-28 4 3-16,-23 1 12 16,-15 2 6-16,-4 0 1 15,-5 0 30-15,-1 3-2 16,-5 8-31-16,-9 5 8 16,-3 7 8-16,-6 10 2 15,-3 10-2-15,-2 12-11 16,1 4 2-16,7 3-11 15,4-1 9-15,9-3-9 16,2 2-7-16,4 2-4 0,1 2-10 16,2-3 0-16,4 0 1 15,1-2-1-15,-1-2 1 16,-1-4 0-16,-2-4 6 16,-3-5-6-16,0-5 0 15,-6-7-1-15,-4-7-1 16,-2-6 0-16,-11 2 0 15,-18 4 0-15,-30 5 1 16,-29 1 1-16,-25-4 0 16,-25-5-1-16,-16-2 0 15,-25 1 1-15,-19 2 4 16,-15 4-4-16,-12 3-1 16,-8 3 11-16,-7 2-5 15,1 2-9-15,0 2 3 16,7 0-1-16,13 2 0 0,15-2 1 15,27-3 0-15,28-5-12 16,31-9 12-16,31-6 0 16,36-9 0-16,27-4 0 15,21-3 0-15,13 0 0 16,2-3-9-16,4-3 8 16,7-2-34-16,4-1-14 15,1 0-50-15,0-2-70 16,0-10-133-16,-6 4-237 15,-3-1-439-15</inkml:trace>
  <inkml:trace contextRef="#ctx0" brushRef="#br0" timeOffset="1330.05">12278 4663 1512 0,'0'0'522'16,"0"0"-298"-16,0 0-87 16,0 0-13-16,16 61 86 0,1-15-20 15,4 5-60 1,-1-3-43-16,-5-11-47 0,-7-11-14 16,-3-6-17-1,0-3-3-15,-1 2-6 0,-2-2-31 16,-1-1-91-16,-4-8-102 15,-6-5-141-15,-3-3-447 0</inkml:trace>
  <inkml:trace contextRef="#ctx0" brushRef="#br0" timeOffset="1502.76">12179 4819 1302 0,'0'0'353'15,"0"0"-206"-15,53-28-38 16,-10 12-48-16,2 3-39 16,9 0-22-16,-15 7-163 15,-16 3-233-15</inkml:trace>
  <inkml:trace contextRef="#ctx0" brushRef="#br0" timeOffset="2260.1">12413 4746 760 0,'0'0'745'16,"0"0"-617"-16,0 0 3 15,0 0 20-15,0 0-17 0,52-2-16 16,-33 7 35-16,-2 4-33 16,-3 2-13-16,-5 3-5 15,-5 2-30-15,-4 0-17 16,-2 3-16-16,-8-1-17 15,-3 0-12-15,0-3-9 16,4-4-2-16,4-4-20 16,4-7-34-16,1-1-80 15,10-12 1-15,5-6-15 16,5-4-24-16,2-2 47 16,-2-2 46-16,-2 2 46 15,-6 1 24-15,-4 2 10 16,-3 2 58-16,-4 4 26 15,-1 4 44-15,0 3-14 16,0 5 15-16,0 1-6 0,0 3-32 16,0 3-42-16,0 9-28 15,0 4 16-15,0 3 20 16,1 3-11-16,3 0-3 16,1-2-13-16,2-3-13 15,1-3-8-15,2-3-5 16,-1-4-4-16,0-4-55 15,-2-3-20-15,0 0-16 16,-2-9-9-16,-1-3-8 16,-3-2 10-16,0-3-21 15,-1 3 45-15,0 1 30 16,0 4 34-16,0 3 10 16,0 4 15-16,0 2 8 0,0 0-17 15,2 0-6-15,2 5 0 16,3 2 0-16,2-1 2 15,1 0-1-15,3 0-1 16,0-3 1-16,1-1-1 16,-4-2-28-16,-1 0 13 15,-2-3 14-15,-4-3 1 16,0-2 18-16,-1 1 29 16,0 1 35-16,0 3 5 15,-1 1 4-15,2 2-32 16,2 0-1-16,1 4 17 15,2 3-5-15,0 1-18 0,0 1-26 16,-2-1-11 0,-1 1-15-16,-4-2-50 0,-1-1-121 15,-4-5-79-15,-5-1-327 16,-2-1-677-16</inkml:trace>
  <inkml:trace contextRef="#ctx0" brushRef="#br0" timeOffset="2383.54">12719 4519 68 0,'0'0'1149'16,"0"0"-1065"-16,0 0-62 15,0 0-22-15,44 35-127 16,-24-22-635-16</inkml:trace>
  <inkml:trace contextRef="#ctx0" brushRef="#br0" timeOffset="2732.9">12891 4677 808 0,'0'0'779'0,"0"0"-660"0,0 0 61 16,5 38-22-16,1-23-18 16,3-1-47-16,-2 0-25 15,-2-4-26-15,-1-1-23 16,-1-3-7-16,-2-3-11 15,-1-3 14-15,0 0 22 16,0-6 76-16,0-8-46 16,0-8-33-16,0-3 0 0,6-3 1 15,2 4 12-15,3 3 16 16,0 7-3-16,0 8 1 16,1 4-11-16,1 2-4 15,1 9-3-15,1 5-4 16,0 2-6-16,-1 3-15 15,0-1-10-15,-2 0-8 16,-2-1-18-16,-2 0-111 16,-3-4-170-16,-3-6-465 0</inkml:trace>
  <inkml:trace contextRef="#ctx0" brushRef="#br0" timeOffset="3198.05">13164 4117 601 0,'0'0'412'0,"0"0"95"0,0 0-289 16,0 0-32-16,0 0-38 15,0 0 48-15,0 0-49 16,0 39 18-16,0-26-48 16,1 1 0-16,1 0-14 15,-1-2-30-15,1-2-23 16,-1-3-27-16,0-1-9 16,-1-3-13-16,1-2-1 0,0 1-4 15,-1-2-57 1,1 0-87-16,-1-8-100 0,0 0-298 15,0-3-581-15</inkml:trace>
  <inkml:trace contextRef="#ctx0" brushRef="#br0" timeOffset="4354.13">14393 4010 59 0,'0'0'1108'0,"0"0"-734"0,0 0-101 16,0 0-75 0,15 36 92-16,1 6-47 15,8 20-24-15,3 12-26 0,1 7-32 16,-1 5-15-16,-5-6-42 15,1 5-8-15,-2-1-18 16,1-3-13-16,-2-8-17 16,-1-4-18-16,-2-7 3 15,-1-6-32-15,-4-5 5 16,-2-12-5-16,-3-11 5 16,-4-9-5-16,-1-7 0 15,-2-1-1-15,0-1-7 16,0-3-17-16,-3-7-21 15,-4 0-36-15,-2-11-48 16,-1-12-66-16,-4-23-179 0,5 4-321 16,0-5-862-16</inkml:trace>
  <inkml:trace contextRef="#ctx0" brushRef="#br0" timeOffset="4628.41">14846 4234 1631 0,'0'0'779'0,"0"0"-651"16,0 0 52-16,0 0 34 16,0 0-30-16,-5 51-48 0,9-25-37 15,4 1-30-15,1 1-27 16,0-2-21-16,1-1-11 15,-4-4-4-15,-1-2-6 16,-2-6-9-16,-2-4-48 16,-1-4-55-16,-9-6-110 15,-3-8-344-15,-4-3-521 0</inkml:trace>
  <inkml:trace contextRef="#ctx0" brushRef="#br0" timeOffset="4795.47">14708 4264 1053 0,'0'0'668'0,"0"0"-512"0,0 0-59 15,40-37-36-15,2 20-39 16,11 0-11-16,-2 2-11 16,-4 3-88-16,-17 4-224 15,-15 1-246-15</inkml:trace>
  <inkml:trace contextRef="#ctx0" brushRef="#br0" timeOffset="5610.02">14989 4153 398 0,'0'0'579'16,"0"0"-384"-16,0 0 9 0,0 0-19 16,-9 38-27-16,9-27-42 15,0 0-22-15,4-2-11 16,2-1-21-16,-1-2-23 15,0-3-14-15,1-2-6 16,0-1 2-16,0-4 6 16,-1-5-11-16,2-3-16 15,-1-4 1-15,-2-1-1 16,-1 0-16-16,-3 1 3 16,0 3 13-16,0 5 1 15,0 3 25-15,-1 5 54 16,-3 2-29-16,-2 10-29 15,0 4 13-15,0 6 16 16,3 2-11-16,3 1-10 16,0-2-11-16,7-4-10 0,8-5-9 15,3-6-27-15,4-7-21 16,4-1-69-16,0-10-93 16,-1-7-118-16,-3-4-16 15,-3-4 10-15,-7-3 96 16,-4 0 238-16,-4 1 76 15,-4 6 89-15,0 4-39 16,-7 7 77-16,-2 6 21 16,-2 4-44-16,2 1-25 15,3 6-31-15,5 3-58 16,1 1-29-16,4 2-12 16,8-1-4-16,4 0-6 15,1 0-6-15,-1-1-8 0,-2 0 0 16,-4 0 1-1,-5 0-1-15,-3 0 7 0,-2-1 8 16,-1 0 8-16,-6 1 13 16,-2-2-2-16,0-1-9 15,3-1 0-15,2-1-14 16,3-2-6-16,1-2-5 16,6-2 0-16,5 0 2 15,4-6-3-15,1-5-22 16,-1-4-9-16,-2-4 10 15,-4-3 9-15,-3-4 11 16,-3-1-4-16,-2 1 5 16,0 4 38-16,-1 6 29 0,0 5 31 15,0 4 47 1,0 5-24-16,0 2-61 0,0 5-39 16,3 7 1-1,3 4 1-15,1 3-3 0,2 2-8 16,-1-1-3-16,0-1-8 15,0-2-1-15,-4-3 0 16,0-2-93-16,-3-4-116 16,-1-3-110-16,0-4-428 0</inkml:trace>
  <inkml:trace contextRef="#ctx0" brushRef="#br0" timeOffset="5789.28">15257 4205 1694 0,'0'0'271'0,"0"0"-147"15,59-1 67-15,-29-4-104 16,1-3-35-16,-3 0-51 16,-1-3-1-16,-9 2-393 15,-10 1-1444-15</inkml:trace>
  <inkml:trace contextRef="#ctx0" brushRef="#br0" timeOffset="7061.2">13504 4225 1446 0,'0'0'236'0,"0"0"-93"16,0 0-13-16,0 0-74 16,0 0-30-16,0 0-26 0,0 0-25 15,0 50-161-15,6-34-129 16,-2-1-334-16</inkml:trace>
  <inkml:trace contextRef="#ctx0" brushRef="#br0" timeOffset="7234.08">13522 4505 674 0,'0'0'555'15,"0"0"-361"-15,0 0 11 16,0 0-46-16,0 0-65 15,-15 37-58-15,15-29-36 16,0 2-51-16,0 7-168 0,0-2-182 16,0-1-788-16</inkml:trace>
  <inkml:trace contextRef="#ctx0" brushRef="#br0" timeOffset="7404.48">13540 4776 770 0,'0'0'683'15,"0"0"-575"-15,0 0 37 16,0 0 48-16,-3 37-83 16,3-28-57-16,0 0-31 15,5 1-22-15,1 1-37 16,0 1-46-16,2 7-237 16,-2-3-3-16,-1-2-665 0</inkml:trace>
  <inkml:trace contextRef="#ctx0" brushRef="#br0" timeOffset="7578.19">13619 5088 1144 0,'0'0'291'16,"0"0"-166"-16,0 0 25 16,0 0-7-16,-4 44-62 15,4-32-53-15,0 0-28 16,0 0-34-16,0 5-172 15,1-3 24-15,1-3-516 0</inkml:trace>
  <inkml:trace contextRef="#ctx0" brushRef="#br0" timeOffset="7746.26">13653 5347 1431 0,'0'0'293'0,"0"0"-170"15,0 0 1-15,0 0-33 16,0 0-54-16,0 0-37 16,0 0-129-16,-3 21-203 15,4-33-562-15</inkml:trace>
  <inkml:trace contextRef="#ctx0" brushRef="#br0" timeOffset="8220.71">13677 4501 1422 0,'0'0'365'16,"0"0"-144"-16,0 0-96 0,0 0 11 15,10 41 15-15,1-15-26 16,2 3-11-16,1 1-18 15,1-1-34-15,-3-2-11 16,0-6-14-16,-4-4-20 16,-1-7-5-16,-2-7-6 15,-3-3 16-15,-1-7 14 16,-1-16-24-16,0-12-1 16,-6-12-10-16,-4-4-1 15,3 9-33-15,0 11-42 16,4 13-10-16,3 7-27 15,0 4-1-15,0 3-48 0,8 4-170 16,1 9-62 0,2 2-158-16</inkml:trace>
  <inkml:trace contextRef="#ctx0" brushRef="#br0" timeOffset="8996.77">13868 4537 1480 0,'0'0'325'0,"0"0"3"16,0 0-53-16,0 0-82 15,0 0-99-15,0 0-15 0,0 0 8 16,-20 47-11-16,19-29-31 16,1-1-17-16,0-2-13 15,4-1-3-15,2-3-3 16,1-4-9-16,0-2-53 15,1-5-17-15,-3-2-15 16,0-8-3-16,0-3-20 16,-2-3 29-16,-1-2 24 15,-2 1 29-15,0 1 20 16,0 4 6-16,0 2 9 16,0 4 11-16,-1 3 31 15,0 3 23-15,1 0-21 16,0 6-31-16,0 5 3 15,0 2 17-15,1 3-2 16,4 0-19-16,4 0-4 0,1-3-4 16,0-2 1-16,2-3-14 15,-1-5-6-15,-1-3-32 16,-2-1-38-16,-2-9-6 16,-3-6-9-16,-3-4-5 15,-1-9 14-15,-12-13 27 16,-7-15 9-16,-1-2 5 15,5 9 24-15,6 17 17 16,6 19 13-16,2 8 52 16,1 3 9-16,1 3-18 15,0 0-42-15,0 9-8 0,5 7 9 16,4 4 11 0,4 5-2-16,2 0-2 15,3 0-8-15,2-1-1 16,0-4-11-16,0-4-2 0,-2-5-54 15,-2-4-16-15,-4-6-13 16,-4-1 18-16,-3-3 43 16,-2-6 22-16,-2 0 5 15,0 3 37-15,1 1 39 16,-1 5-1-16,1 0-29 16,3 6-14-16,1 5 47 15,0 3-16-15,1 1-8 16,0 0-18-16,-2-2-24 15,-1-3-8-15,-1-2-10 0,-2-3-38 16,-1-5-95-16,0 0-20 16,-4-14-137-16,-2-3-403 15,-3-2-229-15</inkml:trace>
  <inkml:trace contextRef="#ctx0" brushRef="#br0" timeOffset="9520.05">14180 4420 388 0,'0'0'849'0,"0"0"-597"16,0 0 106-16,0 0-139 16,0 0-37-16,0 0-30 15,-17 39-29-15,16-22-17 16,1 1-15-16,0-1-24 16,4-3-16-16,2-1-17 15,2-3-13-15,1-4-9 16,0-3-5-16,-1-3 1 15,1-5-8-15,-4-8-23 16,-2-5-21-16,-3-10 23 16,-3-12 6-16,-11-12-18 0,-3-6 2 15,-2 3 31 1,5 14 0-16,5 16 11 0,4 11 6 16,3 9 46-16,-1 1 40 15,2 3 3-15,1 1-40 16,0 4-39-16,0 10-18 15,8 12 12-15,7 12 6 16,6 9-4-16,4 4 2 16,-2-2-11-16,-3-5-8 15,-6-11-6-15,-3-5-23 16,4 3-119-16,-4-9-316 16,-2-1-533-16</inkml:trace>
  <inkml:trace contextRef="#ctx0" brushRef="#br0" timeOffset="9868.5">14063 4828 1283 0,'0'0'374'0,"0"0"-69"15,0 0-70-15,0 0-69 16,0 0-79-16,0 0-49 15,0 0-16-15,32-1-12 16,-18-3-10-16,-1-1-47 16,-1-2-156-16,-4 3-140 15,-4-1-361-15</inkml:trace>
  <inkml:trace contextRef="#ctx0" brushRef="#br0" timeOffset="10038.82">14045 4924 1098 0,'0'0'719'0,"0"0"-570"15,0 0 17-15,38-20-30 16,-15 6-64-16,3 0-64 16,5-5-8-16,-8 4-291 15,-10 3-921-15</inkml:trace>
  <inkml:trace contextRef="#ctx0" brushRef="#br0" timeOffset="12044.57">11779 4937 889 0,'0'0'822'0,"0"0"-488"15,0 0-45-15,0 0-32 16,0 0-53-16,0 0-71 16,0 0-54-16,-5 1-37 15,5-1-23-15,6 0-18 16,3-2-1-16,3-1-21 16,1-2-145-16,5-4-131 15,-4 0-202-15,-4-1-182 0</inkml:trace>
  <inkml:trace contextRef="#ctx0" brushRef="#br0" timeOffset="12366.55">11774 4827 1475 0,'0'0'518'0,"0"0"-311"16,0 0-105-16,0 0-64 15,0 0-10-15,0 0 1 16,42 0 6-16,-25 0-8 16,-1 0-15-16,-1 0-11 0,-2 0 7 15,-1 0-7 1,-4 0 0-16,-1 0 4 0,-1 0-5 16,-2 5 0-1,0 2 17-15,-3 3 4 0,0 1 18 16,-1 3 17-16,0 2-9 15,0 0-12-15,-2 1-23 16,-2-2-12-16,0 0-36 16,1 1-103-16,0-3-227 15,1-5-687-15</inkml:trace>
  <inkml:trace contextRef="#ctx0" brushRef="#br0" timeOffset="13140.85">11695 5110 811 0,'0'0'1028'15,"0"0"-728"-15,0 0-127 16,0 0-66-16,0 0-31 15,0 0-7-15,9 48-8 16,-2-29-25-16,0 0-22 16,-1 0-14-16,0-3-14 15,-1-1-84-15,1-6-172 16,-3-1-337-16,0-7-969 0</inkml:trace>
  <inkml:trace contextRef="#ctx0" brushRef="#br0" timeOffset="13499.71">11591 5082 1625 0,'0'0'311'16,"0"0"-43"-16,-30 34-64 16,22-10-17-16,4 8-53 15,4 8-19-15,6-1-3 16,5-6-44-16,6-4-16 15,2-9-21-15,11 6-10 16,12-1-9-16,-2-8 2 16,-4-7 1-16,-4-9 3 15,-10-3-8-15,0-9 1 16,-1-5-1-16,-6-5 8 0,-7-10-7 16,-6-8-5-1,-5-10-5-15,-12-5-1 0,-5 6 0 16,1 12-1-16,5 13-1 15,3 10-4-15,2 6-1 16,-2 4-20-16,-1 3-54 16,-2 2-100-16,2 26-80 15,3-1-89-15,4 1-376 0</inkml:trace>
  <inkml:trace contextRef="#ctx0" brushRef="#br0" timeOffset="14072.2">11886 5998 390 0,'0'0'1183'0,"0"0"-960"15,0 0-47-15,0 0-113 16,0 0-4-16,0 0 41 16,11 52 15-16,-7-24 2 15,-4 2-40-15,0 0-25 16,-3-1-17-16,-6-3-16 16,-1-3-6-16,1-6-7 15,-1-5-5-15,1-7 7 16,1-5 2-16,1 0 5 15,3-9 0-15,2-2 9 16,2-1-17-16,0 2-5 0,10 2-2 16,1 4 1-16,4 3-1 15,3 1 8-15,1 0-2 16,2 0-5-16,0 0 5 16,0 0-6-16,0-1-13 15,-4-6-82-15,-4-4-147 16,-5-10-122-16,-4 3-253 15,-4-1-629-15</inkml:trace>
  <inkml:trace contextRef="#ctx0" brushRef="#br0" timeOffset="14371.19">11907 5937 702 0,'0'0'547'16,"0"0"-273"-16,-54-22 58 16,29 22-81-16,-1 8-38 0,-6 17-13 15,-1 18-42-15,5 15-6 16,10 8-22-16,18 3-29 15,9-3-24-15,18-5-17 16,7-4-11-16,6-7-17 16,2-12-11-16,2-12-6 15,0-16-9-15,-9-10 0 16,-7-5-5-16,-4-20 11 16,-7-16-11-16,-6-12 7 15,-7-9-4-15,-9-1-4 16,-16 5-23-16,-7-1-22 15,0 7-15-15,5 12-8 16,7 16-28-16,7 16-5 16,3 8 4-16,-2 26-160 0,1 0-343 15,1 4-227-15</inkml:trace>
  <inkml:trace contextRef="#ctx0" brushRef="#br0" timeOffset="14882.63">11881 6707 1275 0,'0'0'512'0,"0"0"-404"0,0 0-11 16,0 0-17-16,0 0-6 15,42-25-34-15,-30 31-18 16,-2 7 4-16,-3 3 16 15,-2 4 11-15,-4 2-4 16,-1-1-14-16,0 0-3 16,0-4-10-16,-3-4-6 15,1-6-5-15,1-3 2 16,1-3 0-16,0-1 1 0,5 0 1 16,3 0-5-16,3 0-4 15,0 2-6-15,-2 2 1 16,-1 1-1-16,-2 2 1 15,-5 2-1-15,-1 5 1 16,-4 2 0-16,-6 2 0 16,-3-1-1-16,-2-1-36 15,-5-6-112-15,3-5-129 16,2-5-370-16</inkml:trace>
  <inkml:trace contextRef="#ctx0" brushRef="#br0" timeOffset="15234.91">11841 6586 476 0,'0'0'1026'16,"0"0"-831"-16,-17 66 55 16,13-6 16-16,4 8-47 15,0 3-76-15,12-6 7 16,9-11 1-16,7-5-52 15,9-8-17-15,5-10-31 16,4-12-20-16,1-14-13 0,-8-6-6 16,-9-12-1-1,-4-14-10-15,-7-15 10 0,-7-8-11 16,-7-10 0 0,-10 1-7-16,-20 4-5 0,-6-2-1 15,-8 2-20-15,6 10 3 16,7 12-5-16,8 12-36 15,4 12 20-15,1 6-22 16,-1 3-105-16,1 21-103 16,5 5-190-16,3 4-55 0</inkml:trace>
  <inkml:trace contextRef="#ctx0" brushRef="#br0" timeOffset="15969.44">12001 7360 1270 0,'0'0'343'16,"0"0"-193"0,0 0-36-16,0 0 56 0,0 0-29 15,15 47-38-15,-7-27-12 16,1 0-50-16,0-2-10 16,2-3-14-16,0-2-16 15,0-5 18-15,-1-5-11 16,-2-3 5-16,-1 0-13 15,-3-6-6-15,-1-5 6 16,-2-3 0-16,-1 1 0 16,0 1 1-16,0 2 5 15,0 4 6-15,-1 3 11 16,1 3 0-16,0 0-5 0,1 7-12 16,6 5 11-1,2 4 12-15,2 2-5 0,1 3-10 16,0-2-9-16,-1-1-5 15,1-2-67-15,-1-5-174 16,-2-4-345-16,-5-5-651 0</inkml:trace>
  <inkml:trace contextRef="#ctx0" brushRef="#br0" timeOffset="16338.18">11953 7276 1365 0,'0'0'327'16,"-28"63"-149"-16,15-2 69 0,6 11 20 15,7 3-81-15,13-7-55 16,13-10-16-16,8-6-26 16,9-6-27-16,6-8-13 15,2-11-13-15,3-10-14 16,-1-12-4-16,-9-5-12 15,-10-13 8-15,-6-16-4 16,-9-20-4-16,-4-13 2 16,-7-12-7-16,-8-1 5 15,-16 4-5-15,-11 2 7 16,-9 3-7-16,-5 10 11 0,5 15-12 16,8 14-15-1,7 16-3-15,3 9-14 0,-3 2-60 16,-8 16-79-1,-7 16-41-15,-2 16-101 0,7-6-211 16,8-5-462-16</inkml:trace>
  <inkml:trace contextRef="#ctx0" brushRef="#br0" timeOffset="19503.71">14072 4903 104 0,'0'0'1445'0,"0"0"-1045"15,0 0-146-15,0 0-87 0,0 0-42 16,4 45 41-16,2-18-18 16,1 5-3-16,1 0-44 15,-1-5-39-15,0 1 29 16,-1-4-40-16,0-5-34 15,-2-4-8-15,-1-3-9 16,0-4-26-16,-2-3-65 16,0-4-117-16,-1-1-95 15,-2-6-271-15,-2-3-462 0</inkml:trace>
  <inkml:trace contextRef="#ctx0" brushRef="#br0" timeOffset="19798.3">14068 4869 1365 0,'0'0'380'0,"0"0"-45"16,0 0-75-16,0 0-87 15,-45 5-61-15,33 5-21 16,-1 0-6-16,3 0-18 16,2-1-7-16,2-4-5 15,3-2-17-15,2-2-17 16,1-1-8-16,0 0 8 15,2-4-2-15,5-7 8 16,5-3-18-16,3-2 0 16,3-1 0-16,2 4-3 0,0 5-4 15,1 3-2-15,-1 5-1 16,-2 6-10-16,-1 8 10 16,0 6-101-16,3 17-174 15,-4-4-345-15,-3-4-790 0</inkml:trace>
  <inkml:trace contextRef="#ctx0" brushRef="#br0" timeOffset="30527.94">14993 4502 358 0,'0'0'394'0,"0"0"-106"16,0 0-87-16,0 0-24 15,0 0-19-15,0 0-9 16,-4 0-6-16,4 1 10 16,4 0-36-16,6 0 13 15,5 1 9-15,6 0-25 16,11-1-10-16,10-1-8 15,13 0-19-15,1 0-11 0,-4-5-3 16,-11 1-11 0,-13-1-4-16,-7 2-8 0,-3-2-5 15,3 0-4-15,2-1 1 16,1-2 5-16,0-1 7 16,-2-1-16-16,1 1 14 15,-2-3-12-15,0 0-6 16,-1 0-3-16,-1-3-21 15,-2-1 15-15,-2-1-3 16,-1-2-11-16,-3 0 5 16,-2-3-5-16,-2 1-1 15,-3-1 2-15,-1 1-2 16,-2-1-16-16,-1 1-2 0,0 0 1 16,-5 0 1-1,-1 1 4-15,-3-1-2 0,-1-1-6 16,0 2-15-1,-2 2 2-15,-2 0 6 0,0 2 5 16,-1 0-1-16,-1 2 2 16,-2 0-18-16,0-1-34 15,-1 1 28-15,-1 1 40 16,0 1 4-16,0-1-18 16,-1 2-32-16,0 2 5 15,-2 0 22-15,1 1 3 16,-1 2 3-16,1 0 6 0,0 1-7 15,-1 1 7-15,1 0 11 16,0 1 0-16,0 0 0 16,-1 1 1-16,3 0 0 15,0 0-29-15,1 1-10 16,3 1 19-16,-2 0 13 16,-1 0 7-16,1 0 1 15,-3 2 5-15,-1 2 1 16,-1 3-6-16,0 1 4 15,-1 1-5-15,0 0 2 16,0 2 4-16,1 1-5 16,1 1 11-16,2 2 8 15,1 1 1-15,2 1-3 16,1 2 7-16,2 0 9 16,1 0 2-16,0 0-6 0,2-1 15 15,1 2 7-15,1-1-20 16,3 2-14-16,0 0 17 15,3 2 18-15,1 0-8 16,0 2-12-16,2 1-3 16,0 0 9-16,0 0-2 15,1 2-3-15,2 0-4 16,0 2 0-16,2 1-7 16,-1-1 5-16,2-1-4 15,-1-2-1-15,1-4-4 16,3-4 2-16,0-2 2 15,1-3-1-15,2-3-2 16,3-1-2-16,0-2-6 0,4-2 6 16,1-1 4-1,2-2-14-15,-1-2-7 0,2-1 10 16,0 0 5-16,-1-1-7 16,1-3-8-16,-4 1 6 15,-2 0-7-15,-4 1 0 16,-2 0 0-16,-4 1 0 15,-2 0 0-15,-3 1 1 16,0 0 0-16,-2 0-1 16,0 0-6-16,0 0-16 15,0 0-26-15,0 0-41 16,0 0-26-16,1-5-78 0,1 0-284 16,-1-3-365-16</inkml:trace>
  <inkml:trace contextRef="#ctx0" brushRef="#br0" timeOffset="90610.21">12516 5120 1465 0,'0'0'376'0,"0"0"-90"16,0 0-109-16,0 0-13 15,0 0 24 1,0 0-38-16,29-11-39 0,-7 2-21 16,6 0-41-16,4-1-19 15,2 0-11-15,0 0-5 16,0 1-14-16,-3 1-2 15,-4 0-23-15,-3 1-102 16,-5 0-127-16,-5 0-215 16,-7 1-172-16,-6 3-715 0</inkml:trace>
  <inkml:trace contextRef="#ctx0" brushRef="#br0" timeOffset="90801.91">12635 5188 2054 0,'0'0'291'0,"0"0"-183"16,0 0 4-16,48-6 114 15,-8-4-76-15,16-5-83 16,6-1-10-16,-2 0-36 16,-14 2-21-16,-16 5-16 15,-2-5-143-15,-10 4-187 16,-7 0-745-16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21:03.700"/>
    </inkml:context>
    <inkml:brush xml:id="br0">
      <inkml:brushProperty name="width" value="0.05292" units="cm"/>
      <inkml:brushProperty name="height" value="0.05292" units="cm"/>
      <inkml:brushProperty name="color" value="#FF0000"/>
    </inkml:brush>
  </inkml:definitions>
  <inkml:trace contextRef="#ctx0" brushRef="#br0">507 1009 646 0,'0'0'82'16,"0"0"-67"-16,0 0 519 16,0 0-346-16,0 0-42 15,0 0-8-15,-5 0 4 16,5 0-70-16,5 0-50 16,5 1 20-16,3 4 24 15,6 1-5-15,3 0-8 16,3 2 0-16,4 0 6 0,2 0-3 15,1 0-14 1,2-2 10-16,-1 0-8 0,2-1 4 16,-1-2-9-16,3 0 4 15,-2-1-7-15,1-1-5 16,0-1-6-16,-1 0-1 16,-1 0-9-16,-1 0 6 15,-1 0-8-15,-1 0-13 16,0 0 8-16,0 0 1 15,2 0-2-15,-2 0 2 16,4 0 0-16,-2 0-1 16,0-3-1-16,-2 1-5 15,1 0 14-15,0 1-4 16,1 0-11-16,-1-1 8 16,0 1-8-16,2-1 1 0,0 1-1 15,0-1 0-15,2-1 4 16,-3 0 1-16,3 0-11 15,-2-1 11-15,5 0-3 16,-2 2-2-16,-1-1-1 16,0 0 0-16,-4 1 6 15,2 1-6-15,1 0 1 16,-1 1 0-16,0 0 5 16,-1 0-6-16,1 0 1 15,0 0-1-15,-1 0-1 16,3 0 1-16,5 0 2 15,7 0-2-15,5 0 1 16,-2-1-1-16,-12 1 0 0,-1-1-2 16,1 0 2-1,4-1 5-15,6 0-4 0,-5 0-1 16,-9-1 1-16,-7 1 0 16,-5 1 0-16,-1-1-1 15,4 1 8-15,4-2-8 16,3 2 1-16,1-2-1 15,1 0 0-15,0 1 8 16,0 0-1-16,1-1-7 16,4 0 9-16,-3 1-3 15,0 1 8-15,0-1-4 16,-5 0-1-16,2 2-1 16,-1-1-8-16,-3 1-1 0,-1 0 1 15,-4 0 0-15,0 0 2 16,-2 0-2-16,1 0 1 15,1 0 0-15,1 0-1 16,1 0 7-16,1 0-7 16,1 0-2-16,0 0 1 15,2 0 2-15,7 0 0 16,-5 0 9-16,3 0 8 16,0-1-12-16,-4 0-5 15,3 1 8-15,1-1 15 16,-3 1-15-16,-1 0-8 15,-2 0 5-15,0 0 6 0,-3 0-11 16,-2 0 6-16,-2-1-6 16,-3 0 0-16,0 1 0 15,-3-2 5-15,2 1-5 16,1 1-1-16,2-1 0 16,0 0 1-16,1 0 5 15,-1 0-5-15,1 1 0 16,1-1 1-16,3 1-1 15,1 0 28-15,0 0-20 16,-2 0-8-16,-2 0 0 16,0 0 7-16,0-2 8 15,2 2 8-15,-2 0-14 16,-1-1-10-16,-4 1 0 16,0-1 1-16,-3 1-1 15,-1-1 12-15,0 1-7 0,-1-1-5 16,-2 0 0-16,-3 1 1 15,0-2 8-15,0 1 5 16,0 0-14-16,1 0 11 16,1 0-10-16,1-1 17 15,1 0-18-15,0 0 1 16,-1-1 6-16,2 0 5 16,-1 0-5-16,-1-1-6 15,1 0 4-15,-2-1-4 16,2 1 4-16,-3-2 1 15,0 1 3-15,-1-1-7 16,-1 0 23-16,0-3-10 16,-1 0 9-16,0-2-12 15,-1 0 5-15,-2-3-4 16,0-1-4-16,-2-2-8 0,-1-4 12 16,-1 0-12-16,0-1 6 15,0-1-7-15,-4 1 2 16,0 0-2-16,-3 3 0 15,-2 1-7-15,0 1 5 16,-2 0 2-16,-2 1-9 16,-1 3 0-16,-2-1-3 15,-1 1-1-15,-2 1 2 16,-3 1-1-16,-1 0-1 16,-2 0 5-16,-1 1 7 0,-1 0 1 15,-1 1 0-15,0 0 0 16,0 2 0-1,0 0 9-15,-1 0-9 16,-2 2 0-16,-7-1 0 16,3 0-6-16,-2 2 0 0,1-1 5 15,-2 1 0-15,-10-1 0 16,-5 0 0-16,-2 2 0 16,5-1 1-16,4 2 0 15,3 1 8-15,0 0-8 16,-3-1 0-16,-1 1 0 15,1-1 5-15,0 1-4 16,1 0-1-16,3 0 0 16,7-1-6-16,6 1 6 15,6 0 9-15,0 1-3 0,-4-2-5 16,-4 1-1-16,-4-1 6 16,0 0-4-16,1 0 4 15,1 0-5-15,-2 2 5 16,3-1 0-16,-2 1 0 15,0 0-5-15,-2 0-1 16,0 0 0-16,0 1 0 16,-6 3-1-16,-7 2 1 15,-12 1 0-15,-5 1 1 16,3 1 1-16,1-1-1 16,5-2 6-16,-2 1 1 15,-1 0-1-15,1-2-7 16,2 1 0-16,3-2 0 0,4-2 0 15,-2 0 1-15,2-1 0 16,1-1 7-16,2 0-7 16,1 0 5-16,1-3-5 15,2 1 13-15,2-2-13 16,6 0-1-16,6 1 0 16,7 1 0-16,0 1 0 15,-4 0 0-15,-4-1 0 16,-4-1 1-16,-1 1 0 15,-1 0-1-15,1-1 1 16,0 1 0-16,1 0 5 16,-1-1-6-16,1 1 0 15,-2 1 0-15,0-2 9 16,1 2-9-16,1-2-1 16,1-1-5-16,3 1 6 0,2 1 1 15,2-2-1-15,1 2 0 16,1 0 0-16,1 1 0 15,-1-2 0-15,1 2 0 16,2 0 0-16,-1 0 0 16,1 0 0-16,2 0 0 15,-1 1 0-15,1-1 0 16,1 0 0-16,-1 1 0 16,0-1-1-16,-1 1 0 15,-1 0-6-15,-2 0 6 0,-2-1 1 16,0 1-9-16,-1 0-7 15,1 0-2 1,-1 0 9-16,2 0-3 0,1 0-3 16,0 0 6-16,0 0 8 15,1 0-1-15,1 0 1 16,1 0-5-16,-2 0-8 16,1 0-1-16,-4 0 0 15,2 0 0-15,-1 1 5 16,0 2-5-16,2-1 13 15,2 0 1-15,1-1-9 16,4 0 1-16,0 0 8 16,1 0 1-16,1 0-1 15,-3 0 0-15,0-1-8 16,-1 1 8-16,-1 1-6 0,1 1-4 16,0-1-2-16,0-1 5 15,-2 2 7-15,-1 1-6 16,-3-1-5-16,0 3 11 15,-1-1 0-15,1 1-20 16,-2 1 11-16,4-1 8 16,-1 2 1-16,2-1-1 15,2 1-4-15,-1 0 6 16,2 1 1-16,0 0 5 16,1 3-5-16,-1 0-1 15,3 2 1-15,0 2 0 16,3 2 1-16,1 1-1 15,1 1-1-15,2 4 0 0,1 1 2 16,3 2 7-16,1 0 6 16,1 1 1-16,1 1-7 15,0-1 6-15,5 0 9 16,2-2 0-16,2-2-11 16,2-1-1-16,0-2-3 15,1-2 6-15,1 0-1 16,0-1 4-16,0-1 9 15,0-1-11-15,0 0-2 16,0-4 7-16,0 0-11 16,-1-2 10-16,2-2-14 15,-2 0 1-15,2-2-5 16,0-1 4-16,1-1 10 16,4 0-2-16,0-3-1 15,0 2 4-15,1-3 7 0,1 0-23 16,-1 0 17-1,0 0-8-15,0 0-9 0,0 0 10 16,2-3-5-16,0-1 0 16,-2 0-5-16,-2 2 1 15,1-1 4-15,-2 0-5 16,-2 2 0-16,-1 0 0 16,-3-1 0-16,-2 1 0 15,0 0-1-15,-3 1 1 16,0-2 0-16,-1 2-1 0,-2-1 0 15,1 1 0 1,-2-1-1-16,-1 0 1 0,0 0-2 16,-1 1 1-1,0 0-6-15,0-2-32 0,0 1-53 16,0-3-67-16,-3 0-202 16,-4 0-605-16</inkml:trace>
  <inkml:trace contextRef="#ctx0" brushRef="#br0" timeOffset="235.22">580 1123 2643 0,'0'0'338'16,"0"0"-261"-16,0 0-48 16,0 0-14-16,0 0-15 15,0 0-76-15,0 0-378 16,-44 9-1245-16</inkml:trace>
  <inkml:trace contextRef="#ctx0" brushRef="#br0" timeOffset="5245.09">6164 763 350 0,'0'0'1428'0,"0"0"-1094"16,0 0-109-16,0 0-40 0,0 0-57 15,0-38-62-15,0 11-15 16,7-14-17-16,1 4-7 15,-1 2-12-15,-2 7-3 16,-5 12-12-16,0 1-7 16,0 2 1-16,-6 4-4 15,-3 6-7-15,-2 3 17 16,-1 0-12-16,-2 10-7 16,1 6-3-16,3 5 4 15,3 4 7-15,5 1-1 16,2 1 12-16,4-3-13 15,7-1 2-15,3-6 10 0,3-1 0 16,0-3-7 0,-2-2 8-16,-3-1 9 0,-3-1-8 15,-2 1 0-15,-3 1-1 16,-1 2 9-16,-3 3 18 16,0 3 0-16,-1 3 12 15,-4 1-26-15,0 1 2 16,1 0 2-16,3-2-11 15,1-3-5-15,1-4-1 16,8-4 0-16,5-4-4 16,2-6 4-16,5-1 1 15,2-11 5-15,1-6-5 16,-1-6-1-16,1-8-9 16,-5 1-33-16,-5-2-16 15,-5 2 19-15,-8 7 39 0,-1 2 0 16,0 5 0-16,-2 6 20 15,-3 4 1-15,0 2-14 16,1 2 1-16,2 2-8 16,2 0-11-16,0 0-37 15,0 0-68-15,5 1 57 16,3 5 28-16,-1 2 29 16,1 2 1-16,1 1 1 15,-2 2 0-15,0 1 11 16,-1 0-11-16,2 0 11 15,-1-2 7-15,2-1 10 16,2-3-15-16,2-2 8 16,1-4-10-16,3-2 11 15,0 0-6-15,0-8-15 16,-2-5 7-16,-4-1 4 0,-3-4-11 16,-4-1 5-16,-3-1-6 15,-1 2-1-15,0 2 1 16,-4 2 1-16,1 1-1 15,2 4 0-15,1 1-10 16,0 3-11-16,3 2 3 16,5 3 5-16,1 0 2 15,1 4 4-15,0 8 2 16,-1 2 5-16,1 4 17 16,-2 0-1-16,0 0 6 15,3 0 7-15,-3-2-9 16,2-3-18-16,0-1 11 15,0-4-13-15,-1-3-10 0,1-3-72 16,-1-2-67-16,0-3-61 16,-2-8-40-16,-1-4-59 15,-2-4 91-15,-3-4 132 16,-1-1 83-16,0 1 3 16,0 1 70-16,-4 6 69 15,0 3 73-15,0 7-13 16,-1 3-31-16,0 3-68 15,-1 4-54-15,-1 8-22 16,1 5 22-16,1 2 4 16,3 1-26-16,2 0 0 15,0-1-9-15,7-3-14 0,4-3 6 16,1-3-7-16,0-5-13 16,1-4-42-16,-1-1-10 15,-3-6 9-15,0-6-3 16,-3-4 14-16,0-2 35 15,-4 1 10-15,-1 2 7 16,-1 3 20-16,0 5 43 16,0 4 27-16,0 3-27 15,0 0-44-15,0 8-25 16,0 2 4-16,0 2-4 16,2 0-1-16,7-2-11 15,4-1 11-15,3-3 6 16,1-2-6-16,1-4-1 0,1 0-28 15,-2-4-32-15,-2-4 3 16,-3-1-13-16,-2-4 31 16,-3-1 18-16,-3-1 15 15,-1-1 7-15,-1 1 15 16,0 2 13-16,-1 4 15 16,0 3 17-16,0 4 3 15,0 2-28-15,1 1-11 16,3 7 13-16,0 5 23 15,2 2 11-15,2 3 7 16,1 2-8-16,1-1 6 16,2-1-22-16,3-1-24 15,4-1-17-15,3-3-13 16,17-2-27-16,-5-3-191 16,-1-5-383-16</inkml:trace>
  <inkml:trace contextRef="#ctx0" brushRef="#br0" timeOffset="5824.58">7635 753 1781 0,'0'0'308'16,"0"0"-99"-16,0 0-109 15,-3 48 50-15,5-28 1 0,4 2-51 16,1-2-9-16,0-2-44 16,-1-4-28-16,-2-5-8 15,0-2-10-15,-2-4 6 16,-1-3 4-16,-1 0-11 16,0-7 0-16,0-5-1 15,-3-6-59-15,-1-5 27 16,1-3 24-16,2-1-12 15,1 4 18-15,1 4-3 16,6 6 6-16,3 5-1 16,3 6-5-16,3 2 5 0,3 7 0 15,1 5 1 1,0 4 0-16,-2 1 14 0,-2 0 13 16,-4 0-14-1,-4-2 2-15,-2-4-8 0,-4-1-1 16,-2-5-4-16,0-3 7 15,0-2 16-15,-3-6 11 16,-2-9-18-16,1-4 0 16,1-5 0-16,2-2-13 15,1 2-5-15,0 5-15 16,4 7 9-16,3 7-19 16,2 5 11-16,4 2 1 15,3 10 11-15,2 5 2 16,1 3 1-16,-1-1-1 15,-2 0-1-15,-3-4-153 0,-2-3-129 16,-3-4-407-16,-5-5-610 16</inkml:trace>
  <inkml:trace contextRef="#ctx0" brushRef="#br0" timeOffset="6394.49">7983 746 745 0,'0'0'582'16,"0"0"-466"-16,0 0 37 16,0 0-19-16,0 0-45 15,0 0-44-15,38 29-2 16,-32-28-23-16,1-1-5 16,-1 0-6-16,-2-4 7 15,0-2-3-15,-1-4 13 0,-1 0 15 16,0-2-9-16,-2 2 7 15,0 0 34-15,0 2 32 16,-6 3 24-16,0 2-29 16,-4 3-27-16,-1 1-21 15,0 9-8-15,0 5 3 16,1 4 5-16,2 3-1 16,4 1-9-16,4-1-14 15,0-3-9-15,11 0-4 16,6-5 0-16,4-3-3 15,5-5 3-15,2-6-15 16,2 0-6-16,-1-9-17 0,-1-7-89 16,-4-3-16-16,-5-9 4 15,-8-13 30-15,-9-14 32 16,-2-4 34-16,-9 7 27 16,-2 15 1-16,2 17 6 15,1 6 56-15,1 2 11 16,-1 3 51-16,2 1-1 15,2 5-72-15,4 3-51 16,0 9-4-16,1 13-8 16,9 12 12-16,4 11 12 15,1-3 15-15,-2-6-26 16,-3-11 5-16,-4-6-6 16,1 3-15-16,-3 6-151 0,-2-2-221 15,-2-9-593-15</inkml:trace>
  <inkml:trace contextRef="#ctx0" brushRef="#br0" timeOffset="6798.95">8225 637 1337 0,'0'0'350'16,"0"0"-141"-16,0 0-106 15,0 0 20-15,40 11-20 16,-21 1-26-16,1 4 1 15,-2 3 5-15,-1 1-22 16,-3-1-22-16,-4-1-9 0,-3-3-12 16,-2-2-5-16,-4-2-12 15,-1-2 11-15,0-4-5 16,0-2-5-16,-4-3 5 16,0-1-7-16,0-10 1 15,3-4-1-15,1-4 0 16,0-2 9-16,4 1 5 15,3 2-1-15,1 5 2 16,1 4 0-16,2 4 0 16,2 5-3-16,2 0 6 15,1 9 5-15,3 4-6 16,-1 3 10-16,-1 0-3 16,-1 1 0-16,-4-2-14 15,-4-2-9-15,-4-2-1 0,-4-4-73 16,-11-7-79-16,-3 0-107 15,-3-6-569-15</inkml:trace>
  <inkml:trace contextRef="#ctx0" brushRef="#br0" timeOffset="6935.85">8445 458 1373 0,'0'0'231'15,"0"0"-25"-15,0 0-158 16,0 0-21-16,0 0-15 15,45 51-12-15,-21-27-209 16,-2-2-394-16</inkml:trace>
  <inkml:trace contextRef="#ctx0" brushRef="#br0" timeOffset="7160.4">8617 583 1523 0,'0'0'323'15,"0"0"38"-15,0 0-193 16,0 0-56-16,0 0-22 16,-30 37-2-16,30-18-15 15,0 3-19-15,8-1-27 16,4-1-17-16,2-3-4 16,2-4-6-16,2-5-119 15,2-5-70-15,10-10-4 0,-5-8-315 16,-3-2-205-16</inkml:trace>
  <inkml:trace contextRef="#ctx0" brushRef="#br0" timeOffset="7392.83">8791 561 1166 0,'0'0'609'15,"0"0"-212"-15,0 0-132 16,0 0-42-16,0 0-87 16,0 0-52-16,0 0-34 15,-22 35-18-15,23-21-7 16,7 0-8-16,4 2-7 15,3-3 2-15,0 0-3 16,2-1-3-16,0 0-6 16,-1-2 0-16,-3 0-1 0,-5 0 1 15,-2 0 0 1,-6 0-4-16,0 0-5 0,-14 2-33 16,-20 1-147-16,2-4-313 15,2-4-1063-15</inkml:trace>
  <inkml:trace contextRef="#ctx0" brushRef="#br0" timeOffset="9820.28">10002 551 1117 0,'0'0'742'16,"0"0"-448"-16,0 0-61 0,0 0-108 16,0 0-78-16,0 40-23 15,6 5 18-15,1 5 32 16,1 0 1-16,-1-13-6 16,-3-13-14-16,-1-5-12 15,0-4-8-15,-1 0-22 16,-1 1-13-16,-1-3-34 15,0-5-167-15,-20-8-96 16,0 0-358-16,-4-7-766 0</inkml:trace>
  <inkml:trace contextRef="#ctx0" brushRef="#br0" timeOffset="9998.01">9779 653 1380 0,'0'0'286'0,"0"0"-85"16,42-46-61-16,-1 20-34 16,16-2-49-16,6 2-11 15,-2 9-37-15,-15 8-9 16,-8 6-110-16,-12 2-227 16,-7 1-261-16</inkml:trace>
  <inkml:trace contextRef="#ctx0" brushRef="#br0" timeOffset="10800.44">10189 613 674 0,'0'0'583'15,"0"0"-360"-15,0 0 16 16,-2 36-39-16,4-25-67 16,6-3-35-16,2-2-14 15,1-2-25-15,0-3-12 16,1-1-5-16,-1-3-16 15,0-8-11-15,0-3-1 16,-3-5-8-16,0-1-5 16,-4-1 0-16,-3 0 0 15,-1 2 6-15,-1 4-7 16,-7 6 14-16,-1 4 11 16,-1 5 0-16,-1 5-14 0,0 10-10 15,0 13 7-15,5 0 3 16,2 5-11-16,4 1 0 15,4-8 0-15,9 0-6 16,6-7-14-16,5-7-23 16,4-10-56-16,2-2-40 15,-1-15-68-15,-1-6-65 16,-4-6-15-16,-5 0 37 16,-6-2 137-16,-6 3 113 15,-4 4 120-15,-3 6 52 16,0 6 38-16,0 5 51 0,-2 3-52 15,2 2-116 1,0 1-75-16,0 8-6 0,0 2-12 16,5 3-3-1,3 0 3-15,2 1 0 0,0 0-7 16,0-1 7-16,-2 0 1 16,-2 0-1-16,-2-1 1 15,-4 1 0-15,0 0 5 16,0 0-5-16,-3-2 14 15,-1 0-14-15,1-2 5 16,3-3-6-16,0-2-1 16,6-1-29-16,7-4 30 15,6 0 0-15,5-8-12 16,4-5 2-16,0-4-70 16,-2-4 0-16,-1-9-10 0,-7-8 59 15,-7-9 31 1,-5 3 19-16,-6 12 55 0,0 12 62 15,0 11 32-15,-3 2 30 16,1 2-17-16,0 1-8 16,1 4-101-16,1 0-56 15,0 11-14-15,1 5 5 16,6 6 4-16,2 3 1 16,0 2-6-16,2-1-5 15,-2 1-2-15,-1-3-4 16,-2-2-70-16,-6-2-140 15,0-5-76-15,0-6-395 0</inkml:trace>
  <inkml:trace contextRef="#ctx0" brushRef="#br0" timeOffset="10953.46">10626 608 1431 0,'0'0'272'15,"0"0"-244"-15,47-25-21 16,5 12-7-16,-5 0-81 16,-1 3-275-16</inkml:trace>
  <inkml:trace contextRef="#ctx0" brushRef="#br0" timeOffset="11508.3">10977 635 1126 0,'0'0'846'0,"0"0"-751"0,0 0-40 16,21 39 52-16,-9-23 19 16,0 1-33-16,-2-1-21 15,-2-2-26-15,-2-3-21 16,-2-3-8-16,-3-2-3 15,0-5-3-15,-1-1 2 16,0 0 11-16,0-4-12 16,-4-8-12-16,-2-5 0 0,2-6-24 15,2-1 8 1,1-1 16-16,1 3 1 0,1 4 0 16,7 6-1-16,1 4 1 15,4 6 0-15,2 2 0 16,2 2-1-16,0 7 1 15,0 4 12-15,-2 1-5 16,-2 1 1-16,-5 1-3 16,-2-4 5-16,-4 0-11 15,-2-3 2-15,0-1 10 16,-2-4-12-16,-1-4 6 16,-1 0 13-16,1-8 50 15,2-7-24-15,1-3-27 16,0-2 17-16,4 1-14 0,4 4-6 15,2 4-7-15,1 5-7 16,2 6-1-16,1 0 1 16,2 9-2-16,1 5-4 15,0 4 5-15,-1 0-6 16,0 1-70-16,1 0-90 16,-5-3-177-16,-2-6-429 0</inkml:trace>
  <inkml:trace contextRef="#ctx0" brushRef="#br0" timeOffset="12072.53">11409 573 1237 0,'0'0'199'0,"0"0"-132"15,0 0-2-15,0 0 28 16,0 0-33-16,0 0-29 15,28 34-14-15,-23-33-5 16,1-1-6-16,-2 0 20 16,0-4 16-16,0-3-9 15,-2-3-1-15,0 1-7 16,-2-2 14-16,0 2 17 16,0 2 38-16,0 1 52 15,-4 2 14-15,-2 4-35 16,-1 0-49-16,-1 6-45 0,0 8 5 15,-1 3 24-15,4 5-1 16,2 2-14-16,3 1-15 16,2-1-5-16,10-3-17 15,4-3 8-15,4-5-10 16,5-6-6-16,2-5-6 16,1-2-27-16,-1-11-63 15,-2-6-35-15,-5-6-24 16,-5-9-26-16,-8-9 70 15,-7-8 67-15,-2 3 43 16,-6 11 1-16,2 14 41 16,0 10 58-16,2 4 48 15,-1 2 12-15,1 2 11 16,1 3-86-16,2 6-60 16,1 9-9-16,0 6 6 0,0 4-8 15,5 1-4-15,4 1-9 16,2 2 7-16,1-1-7 15,-2 0-18-15,-1 8-132 16,-4-7-128-16,-4-6-432 0</inkml:trace>
  <inkml:trace contextRef="#ctx0" brushRef="#br0" timeOffset="12492.81">11633 578 1729 0,'0'0'290'0,"0"0"-117"0,0 0-90 16,0 0 34-16,38-8-38 16,-20 9-15-16,1 7-14 15,-2 3-1-15,-1 3 11 16,-3 1 12-16,-3 1-7 16,-2 0-20-16,-3-2-18 15,-2-2-12-15,-3-2-9 16,0-4 0-16,0-1-6 15,-2-5 0-15,-3-1-4 16,-1-10-16-16,1-6 11 16,3-3 9-16,2-3 8 15,0 2 7-15,4 2 4 16,2 5 10-16,4 4-19 0,-2 4 5 16,3 4-4-16,1 2-2 15,1 1 15-15,1 9-8 16,-2 2 5-16,-1 2-2 15,-3 0-14-15,-2 1-5 16,-3-3-1-16,-3-2-25 16,0-3-72-16,-2-5-68 15,-6-2-52-15,-7-20-96 16,3-3-319-16,1-3-97 0</inkml:trace>
  <inkml:trace contextRef="#ctx0" brushRef="#br0" timeOffset="12815.01">12073 432 1525 0,'0'0'381'16,"0"0"-3"-16,0 0-120 16,0 0-48-16,0 0-107 15,-38 17-45-15,27 2-4 16,2 3-8-16,4 2-9 16,2 1-14-16,3 0 5 15,7-1-14-15,9-1-5 0,6-3-9 16,6-4 0-16,8-5-9 15,16-8-122-15,-9-3-175 16,-6 0-451-16</inkml:trace>
  <inkml:trace contextRef="#ctx0" brushRef="#br0" timeOffset="13175.94">12355 451 1551 0,'0'0'333'0,"0"0"-54"16,0 0-112-16,0 0-23 15,-45 20-18-15,33-4-41 16,4 2-24-16,3 2-21 16,5 0-4-16,0-2-1 15,9-2 6-15,3-2-2 16,3-2-15-16,1-1 8 16,-1-1-19-16,-2-2-2 15,-3 1-10-15,-6 0-1 16,-4 2-55-16,-37 11-119 0,-4-3-289 15,-10-3-1528-15</inkml:trace>
  <inkml:trace contextRef="#ctx0" brushRef="#br0" timeOffset="13797.81">9406 788 1164 0,'0'0'388'15,"0"0"-163"-15,0 0-98 16,0 0-34-16,0 0-7 16,0 0-45-16,0 0-20 15,26-8-11-15,-13 7-4 16,0 0-6-16,-1 1-125 15,-4 1-103-15,-5 8-83 16,-3 4-9-16,-6 3-85 16,-8 4 98-16,-3-1 307 15,-3 0 127-15,3-2 173 16,3-2-25-16,5-5-100 0,5-3-62 16,4-4-62-16,3-3-31 15,12-3 28-15,8-9-48 16,17-11-1-16,-4 0-214 15,-4 1-506-15</inkml:trace>
  <inkml:trace contextRef="#ctx0" brushRef="#br0" timeOffset="14000.31">9582 677 622 0,'0'0'1202'0,"0"0"-1019"16,0 0-97-16,0 0-49 15,64 2 35-15,-16 17 7 0,-2 3-1 16,-9 2-7-16,-9 7-16 16,-17 3-10-16,-11 6-27 15,-5 7-4-15,-26-2-14 16,-21-3-55-16,5-11-174 16,-10-6-486-16</inkml:trace>
  <inkml:trace contextRef="#ctx0" brushRef="#br0" timeOffset="14627.63">5583 862 1031 0,'0'0'277'0,"0"0"-12"16,0 0 62-16,0 0-94 15,0 0-61-15,0 0-64 16,0 0-52-16,-4-24-33 16,18 19-23-16,4-2-2 15,3 2-93-15,0 1-85 16,-4 5-177-16,-8 6-212 16,-7 3-261-16</inkml:trace>
  <inkml:trace contextRef="#ctx0" brushRef="#br0" timeOffset="14742.19">5545 1000 864 0,'0'0'168'16,"0"0"-80"-16,0 0-61 0,0 0-8 15,0 0-16-15,55-27-3 16,-27 8-282-16,-2-1-438 16</inkml:trace>
  <inkml:trace contextRef="#ctx0" brushRef="#br0" timeOffset="14968.19">5668 740 1405 0,'0'0'283'16,"0"0"-41"-16,0 0-159 0,0 0 9 16,62 12-2-16,-32 4-5 15,3 7-19-15,1 4-21 16,-9 6-22-16,-3 11 4 15,-21 12 1-15,-13 3-10 16,-29 1 1-16,-20-3-19 16,-12-7-76-16,12-13-192 15,6-8-384-15</inkml:trace>
  <inkml:trace contextRef="#ctx0" brushRef="#br0" timeOffset="20580.9">4872 2059 753 0,'0'0'754'0,"0"0"-620"16,0 0 88 0,59 29-38-16,-14-13 8 0,19 0-34 15,10-2-20-15,4-5-20 16,5-6-8-16,-4-3-7 16,2-5 0-16,1-5-35 15,-1-6 0-15,-4-1-14 16,-2-4-6-16,-6-1-19 15,-7-2-13-15,-6 1-4 16,-13 0 0-16,-11 2-1 16,-11 3 10-16,-3-10 5 15,1-12 3-15,3-14-11 16,-5-6 0-16,-6 6-3 16,-6 12 9-16,-5 15-8 0,0 5-1 15,0 4-1-15,-3-4-8 16,-6-1 4-16,-2-4-8 15,-4 4 5-15,-3 0-7 16,-4 2 0-16,-9 0-7 16,-11 1-4-16,-9 4-5 15,-7 4-1-15,1 7 4 16,-1 5 4-16,1 0-27 16,-5 6 29-16,-3 2 6 15,2 2-13-15,0 0-9 16,0 2 14-16,1 1-1 0,2 3 1 15,3 1 3 1,2 2 5-16,2 1 1 0,1 1 0 16,2 1-1-16,4 0-11 15,1 1 12-15,1 0 5 16,8-5-3-16,6-2 2 16,6-5-3-16,4 1-1 15,-2 1-2-15,-1 3 2 16,0 1 0-16,3 1 4 15,3 1-4-15,4 1-1 16,1 2 1-16,2 2 0 16,4 2 9-16,2 2 1 15,2 0 1-15,2 1 5 16,2 0 2-16,7 0 3 16,3 1 6-16,3 1-4 15,5-1-4-15,2-1 11 16,1-2-3-16,4-3-7 0,3-4-7 15,2-4 11-15,2-3-7 16,6-4-2-16,8-5-6 16,6-4 10-16,0-8 2 15,-10-6-6-15,-11 0-6 16,-12 3 6-16,-2-1-9 16,1-3-6-16,1-1-6 15,-1-1-8-15,-5 2-5 16,-5 3 10-16,-5 3-12 15,-3 3-2-15,-2 2-55 0,0 3-79 16,-18 1-223 0,1 6-381-16,-5 1-1067 0</inkml:trace>
  <inkml:trace contextRef="#ctx0" brushRef="#br0" timeOffset="20747.24">5315 2226 2280 0,'0'0'277'15,"0"0"-193"-15,0 0-84 16,0 0-18-16,-53 36-161 16,30-20-372-16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22:57.454"/>
    </inkml:context>
    <inkml:brush xml:id="br0">
      <inkml:brushProperty name="width" value="0.05292" units="cm"/>
      <inkml:brushProperty name="height" value="0.05292" units="cm"/>
      <inkml:brushProperty name="color" value="#FF0000"/>
    </inkml:brush>
  </inkml:definitions>
  <inkml:trace contextRef="#ctx0" brushRef="#br0">10847 1546 2020 0,'0'0'318'0,"0"0"-104"15,0 0-45-15,-26 67-39 16,3 16-16-16,-6 18-22 15,-4 5-17-15,3-7-15 0,5-17-10 16,3-7-19 0,3-12-10-16,7-20-9 0,5-17-11 15,5-14-1-15,1-11 0 16,1-2-14-16,0-19-10 16,3-20 23-16,8-17 1 15,1 1 0-15,2 10 4 16,-4 19-4-16,-2 15 0 15,2 1 1-15,1 5 0 16,3 4 8-16,2 2-9 16,2 8 10-16,5 5 4 15,3 2-5-15,3-1 3 16,1-1-12-16,2-4 0 0,-1-3-31 16,-2-6-116-1,-4-3-125-15,-7-11 10 0,-4-10-34 16,-7-13 63-16,-5-11 97 15,-2-4 96-15,0 7 40 16,0 14 35-16,0 13 57 16,-1 9 23-16,0 2 64 15,0 3-13-15,0 4-5 16,-1 8-46-16,0 11-44 16,1 7 10-16,0 4-12 15,1 1-8-15,0 0-27 16,7-4-4-16,2-6-18 15,1-3-12-15,0-7 0 16,1-6-14-16,-3-5-28 16,0-3 8-16,-2-12 13 0,-1-6-12 15,-2-12-1-15,-3-8 8 16,0 2 5-16,0 5-17 16,-2 10 21-16,-3 13 17 15,0 4 6-15,-1 7 3 16,0 3-2-16,0 14-6 15,3 5-1-15,3 4 0 16,0 0-1-16,7-2-10 16,8-5-74-16,4-5-52 15,6-8-65-15,1-6-47 16,1-2-34-16,-2-12-15 16,-5-6 3-16,-4-3 56 15,-5-4 239-15,-4 0 20 16,-2 2 192-16,-3 4 13 0,-1 6 0 15,-1 5 4-15,0 7 27 16,0 3-83-16,0 2-83 16,-1 7-54-16,1 4-5 15,0 0-1-15,0 0-11 16,4 1-10-16,4-1-8 16,2 0 5-16,1-1-5 15,0 0 0-15,-2 0 1 16,0-1-1-16,-5 2 0 15,-4-1 0-15,0 1 1 16,-4-2-2-16,-5 1 1 16,2-4-1-16,1-3-17 15,4-4-63-15,2-1-94 0,5-10-136 16,18-19-37-16,-1 1-295 16,0-1-219-16</inkml:trace>
  <inkml:trace contextRef="#ctx0" brushRef="#br0" timeOffset="238.59">11440 1760 658 0,'0'0'301'15,"0"0"77"-15,0 0-4 16,4-37-14-16,-4 37-55 16,0 0-100-16,-2 6-99 15,0 6-2-15,1 1-20 16,1 3-30-16,0-2-30 16,5 0-9-16,5 0-6 15,3-1-3-15,3-1-5 16,1 0 6-16,0 0-2 0,0 1-4 15,-3 0-2-15,-5 1-7 16,-6 1 2-16,-3 0 0 16,-6 1 0-16,-8-1-33 15,-4-1-47-15,-12-1-71 16,6-4-223-16,1-6-817 0</inkml:trace>
  <inkml:trace contextRef="#ctx0" brushRef="#br0" timeOffset="1147.55">11955 1391 1640 0,'0'0'369'16,"0"0"26"-16,0 0-104 15,0 0-128-15,0 0-85 16,7 66-9-16,10 6 43 15,6 16-18-15,5 7-17 0,1-3-7 16,2-11-24-16,1-4-17 16,1-13-17-16,-4-18-12 15,-5-15-2-15,-7-12 2 16,-3-9-31-16,-2-2-23 16,-1-7-67-16,-5-1-4 15,-5-19 33-15,-4-18 2 16,-17-15-24-16,-9-6 56 15,-1 9 37-15,1 12 8 16,-5 13 11-16,-6 11 2 16,0 2 8-16,0 6 2 15,14 5 7-15,12 0 1 16,2 0 10-16,5 0-6 16,5 0-22-16,10 0-19 15,25-10-1-15,20-6 14 0,9-4-20 16,0 0-61-16,-13 3-29 15,-17 4-27-15,-10 1 47 16,-6 1 55-16,-3-2 33 16,-1-1 8-16,-4 0 21 15,-4 1 84-15,-4 3 26 16,0 3-8-16,0 3 31 16,0 3-27-16,0 1-46 15,0 9-53-15,0 7-6 16,4 5 17-16,2 5-4 15,1 3-5-15,4-1-18 0,2-3-5 16,2-4-5-16,1-5-1 16,-1-4-1-16,0-7-46 15,-4-5-35-15,-2-2-13 16,-3-13-12-16,-2-5 19 16,-3-4 42-16,0-3 24 15,-1 0 7-15,0 2 12 16,0 6 2-16,0 5 0 15,0 7 17-15,0 6 42 16,0 1-10-16,0 9-30 16,0 6 29-16,2 3-12 15,6 0-12-15,1 2-11 0,4-3-5 16,2-3-8 0,1-3-85-16,1-3-43 0,3-8-161 15,-6 0-326-15,-3-4-252 16</inkml:trace>
  <inkml:trace contextRef="#ctx0" brushRef="#br0" timeOffset="1447.54">12582 1706 325 0,'0'0'930'16,"0"0"-675"-16,0 0-19 15,0 0-95-15,0 0-46 16,0 0 47-16,0 0-25 16,13 29-20-16,-8-13-21 15,-2-1-21-15,-1-2-15 16,-1-2-15-16,-1-3-7 0,0-3-9 15,0-4 10 1,0-1 19-16,-1-7 8 0,1-6-17 16,0-4-9-16,0-3-5 15,6 1 3-15,2 3 19 16,1 3-1-16,0 5-2 16,1 5-4-16,0 3 0 15,-1 0-6-15,1 4 0 16,0 5-12-16,-2 0-6 15,-1 1-6-15,-2-1 0 16,-1 1-175-16,-2-3-141 16,-2-4-563-16</inkml:trace>
  <inkml:trace contextRef="#ctx0" brushRef="#br0" timeOffset="2163.46">13152 1435 1676 0,'0'0'288'0,"0"0"-37"0,0 0 39 16,0 0 1-16,0 0-106 16,0 0-107-16,0 0-39 15,7 79 54-15,22-20-17 16,0-6 6-16,-5-15-35 16,-8-17-17-16,-1-6-17 15,0-3-5-15,-1-3-8 16,-2-4 0-16,-3-10 0 15,-3-26 27-15,-3-23-12 16,-2-15-7-16,-1-9-8 16,0-3-10-16,0 9-5 15,-1 13-15-15,0 19-6 16,1 18 9-16,0 16-6 0,0 4-6 16,0 2-81-16,6 15-146 15,9 20 84-15,9 14-21 16,-1-4-261-16,0-8-222 0</inkml:trace>
  <inkml:trace contextRef="#ctx0" brushRef="#br0" timeOffset="2489.53">13642 1466 2070 0,'0'0'294'15,"0"0"-82"-15,0 0-22 0,-36 36-10 16,31-16-44-16,1 2-37 16,3-1 2-16,1-2-37 15,0-3-10-15,0-3-14 16,6-4-10-16,2-4-1 16,4-1-7-16,3-2 1 15,5-1 8-15,3-1 2 16,1 0-9-16,-2 0-6 15,-3 0-4-15,-3 1-5 16,-8 3-3-16,-6 1-5 0,-2 5 5 16,-20 9 1-1,-26 12-7-15,-36 11-46 0,-31 6-119 16,14-11-355-16,4-7-979 0</inkml:trace>
  <inkml:trace contextRef="#ctx0" brushRef="#br0" timeOffset="4637.38">14311 1505 228 0,'0'0'1428'0,"0"0"-1139"16,0 0 58-16,0 0-74 15,0 0-127-15,-7-47-90 16,18 5-30-16,7-21-12 15,-1-14-13-15,-6-4 10 16,-6-1-4-16,-5 16-1 16,-8 15 3-16,-2 16-9 15,0 18 0-15,-4 10 89 16,-2 5-50-16,-4 2-38 0,-6 15 5 16,1 19-5-1,8 16 6-15,13 6 1 0,11-3-1 16,16-14 1-16,17-7-7 15,5-6 5-15,1-3-5 16,-1-1 7-16,-15-9-1 16,-8-2-7-16,-6-1-6 15,0 2 6-15,-5 2 1 16,-2 4-1-16,-7-1 1 16,-2 4 18-16,-10 2 23 15,-3 1 16-15,-2 3-7 16,1 1-15-16,3 0 2 15,3-2-17-15,5 0-3 0,3-3 0 16,2-5-8 0,8-3-10-16,5-6-6 0,4-8 4 15,3-2 1-15,4-13-12 16,4-14-26-16,2-13-14 16,-1-13-1-16,-8-4 2 15,-8 6 14-15,-9 14 23 16,-5 14 14-16,-1 9 1 15,0 8 1-15,-4-1 8 16,-2 2 9-16,-2 3 4 16,1 3-14-16,1 0-8 15,4 8 0-15,2 2-12 16,0 3-9-16,10 1-10 16,3 1 3-16,1-1 14 15,3-1 8-15,-2 0 6 0,-1 0-1 16,-3 1 1-16,1-2 0 15,-2 0 1-15,0-2 0 16,0-2 0-16,0-3-1 16,0-4 11-16,1-1-10 15,3-5 0-15,-1-6 10 16,-1-3-11-16,-1-4 1 16,-3-1-1-16,-5-1-9 15,-3 1-10-15,0 2 4 16,-4 3 9-16,-2 3 5 15,3 2 1-15,3 3 0 16,0 0-36-16,3 1 4 0,7 0 7 16,3 2 6-16,3 2 5 15,0 1 13-15,-2 1 1 16,-2 8-9-16,-3 3 9 16,-2 4 0-16,-3 2 30 15,-2 3 25-15,-2-1-4 16,2 0-8-16,1-1-19 15,3-2-8-15,4-5 1 16,3-2-11-16,4-7 4 16,4-3-1-16,2-3-3 15,2-9-6-15,-2-5-39 16,-2-2-73-16,-4-4-6 16,-2-2-15-16,-3-1-31 0,0-1-45 15,-3 3 43 1,1 3 39-16,-3 4 2 0,0 5 16 15,-3 1 61-15,-2 5 48 16,-2 1 0-16,0 3 89 16,-1 1 96-16,-5 1-38 15,-1 0-23-15,-1 1-2 16,-2 7-21-16,1 2 9 16,0 3-6-16,3 2-8 15,1 3-2-15,3 0-34 16,2 0-14-16,0-1-18 15,3-3-14-15,4-2-4 16,3-4-2-16,0-3-7 0,0-5-1 16,1 0-30-16,0-8-49 15,0-6-56-15,0-6 23 16,-1-4-37-16,0-2-44 16,-4 0 74-16,0 3 72 15,-3 7 28-15,-2 8 19 16,-1 5 23-16,-1 3-5 15,-5 11 7-15,0 2 18 16,3 3 4-16,0 1-8 16,3-3-14-16,2-2-9 15,8-4-10-15,4-5 17 16,4-3 5-16,3-2-21 16,0-10 7-16,-1-3-13 0,-3-5 8 15,-4-3 2 1,-4-2-5-16,-5 0 6 0,-4 1 5 15,-1 4 11 1,-9 4 9-16,0 7-8 0,-1 4-16 16,3 3 5-16,3 2-12 15,5 0-6-15,0 5-1 16,5 3 1-16,5 0 7 16,3 1-6-16,-1 2 1 15,1 2-1-15,-3 4 5 16,-3 3 8-16,-3 4 44 15,-2 3 39-15,-1 3 5 16,-1-2 1-16,2-2-21 16,2-5-20-16,2-4-19 0,3-6-6 15,6-6-17 1,4-5-7-16,5 0-1 0,5-4-12 16,2 0-99-16,-5-1-253 15,-12 3-716-15</inkml:trace>
  <inkml:trace contextRef="#ctx0" brushRef="#br0" timeOffset="5338.51">14286 2151 1618 0,'0'0'338'15,"0"0"-203"-15,0 0 25 16,0 0-63-16,0 0 6 15,0 0 15-15,0 0-9 16,38 47-27-16,-29-25-20 16,-2-1-17-16,-1-3-20 15,-2-3-19-15,-1-4-4 16,-2-5 4-16,-1-4 7 0,0-2-11 16,-3-6-2-16,-3-8-20 15,-1-12-11-15,1-13 31 16,3 0 3-16,3 5 4 15,0 4-7-15,9 13 0 16,4 1 11-16,3 4-11 16,4 8 0-16,0 4 1 15,0 12 13-15,1 8 8 16,-4 5 11-16,-3 2-10 16,-2 1 1-16,-4-2-12 15,-2-2-12-15,-5-4 1 16,-1-4-1-16,0-5 0 0,-2-8 14 15,-4-3-13-15,1-10-1 16,1-14-3 0,1-2-7-16,3-5 10 0,0-1-1 15,6 7-5-15,4 0 6 16,2 7 0-16,2 7 0 16,2 7 0-16,2 4 0 15,2 5 12-15,0 8-2 16,0 3 9-16,-3 3 1 15,-2 1-11-15,-3-2-8 16,-4-1-1-16,-3-3-58 16,-2-4-177-16,-1-3-309 15,-2-7-586-15</inkml:trace>
  <inkml:trace contextRef="#ctx0" brushRef="#br0" timeOffset="5891.49">14727 2083 1167 0,'0'0'170'0,"0"0"-79"15,0 0-14-15,0 0-6 16,0 0-40-16,0 0-11 16,39 12-2-16,-33-12 6 15,-2-5 30-15,0-3 14 16,-1-2-9-16,-1-2 9 0,-2 1 7 15,0 1 18 1,0 1 2-16,0 4 44 0,-4 3 21 16,-1 2-19-16,-3 3-65 15,0 8-16-15,1 5 23 16,0 3-17-16,3 1-12 16,4 1-15-16,2-2-23 15,10-2-1-15,5-2 7 16,5-6-13-16,4-5-9 15,1-4-1-15,2-2-10 16,-3-9 0-16,-3-5-91 16,-5-5-1-16,-5-8 31 15,-6-10 30-15,-7-12 17 16,-5-3 16-16,-8 1 9 16,-2 13 1-16,5 13 1 0,2 11 17 15,2 6 36 1,2 2 32-16,0 3 35 0,1 4-34 15,3 1-55-15,0 12-22 16,8 9 1-16,2 4 0 16,4 4-5-16,3 1-1 15,0 0 2-15,-1-3-7 16,-1 1 1-16,-5-1-2 16,-2-1-77-16,-6 3-169 15,-2-6-326-15,0-7-638 0</inkml:trace>
  <inkml:trace contextRef="#ctx0" brushRef="#br0" timeOffset="6283.43">14990 1966 1397 0,'0'0'252'0,"0"0"-82"15,0 0-11-15,0 0-2 16,46-2-19-16,-29 9-12 15,-1 2-34-15,0 2-21 16,-3 1-10-16,-2 0-19 16,-3 1-24-16,-3-1-5 15,-1-2-12-15,-2-2-1 16,-2-2 0-16,0-3-27 0,-2-3 6 16,-2-1 21-1,-1-9 15-15,2-3-5 0,3-3 5 16,0 0 0-16,4 1-3 15,5 5 0-15,1 2-2 16,2 5 1-16,1 3 4 16,1 0 5-16,-1 6 3 15,0 5-1-15,-1 0-4 16,-3 3-9-16,-2-1-9 16,-4-1 0-16,-3-1-63 15,0-4-65-15,-8-7-200 16,-2 0-268-16,-2-4-924 0</inkml:trace>
  <inkml:trace contextRef="#ctx0" brushRef="#br0" timeOffset="6409.65">15181 1790 886 0,'0'0'186'0,"0"0"-132"15,0 0 6-15,0 0-31 16,49 44-29-16,-34-30-196 0</inkml:trace>
  <inkml:trace contextRef="#ctx0" brushRef="#br0" timeOffset="6682.35">15360 1834 1627 0,'0'0'316'0,"0"0"-126"0,0 0 62 16,-30 41-23-16,21-18-18 16,2 2-64-16,2-1-34 15,5-3-20-15,0-1-30 16,4-4-21-16,5-5-16 16,3-3-3-16,2-4 3 15,1-4-13-15,2 0-6 16,1-9-6-16,-1-1-2 15,6-12-112-15,-4 3-228 16,-5 0-456-16</inkml:trace>
  <inkml:trace contextRef="#ctx0" brushRef="#br0" timeOffset="8549.86">14957 2335 1520 0,'0'0'346'16,"0"0"-113"-16,0 0-45 15,-5 63 60-15,5-16-60 16,0 4-14-16,4-7-45 15,2-11-48-15,-1-11-36 16,-1-4-24-16,1 2-6 16,-1 1-8-16,0 0 7 15,-1-5-14-15,-3-4-11 16,0-4-41-16,-5-4-50 16,-5-4-1-16,-2 0-20 15,-4-8 22-15,-2-4 19 16,0-5 15-16,1 0 39 15,3 1 23-15,3 4 5 16,4 4 26-16,6 3 15 0,1 4-3 16,1 1-23-16,11 3-7 15,5 6 11-15,6 2 6 16,4 1-10-16,4 1-3 16,0-3-10-16,2-1-1 15,-2-4 0-15,-4-2-1 16,-5-3 0-16,-4-1-23 15,-7-6-22-15,-5-4 20 16,-3-2 14-16,-3 0 11 16,0 0 0-16,0 4 33 15,-1 4 40-15,-1 5 58 0,-1 1-32 16,-1 12-48 0,1 7 1-16,0 4-10 0,0 3-14 15,3 2-19-15,0-1-9 16,0 1-47-16,-7 12-180 15,-2-8-303-15,-2-3-878 0</inkml:trace>
  <inkml:trace contextRef="#ctx0" brushRef="#br0" timeOffset="9459.6">14552 3377 1455 0,'0'0'405'0,"0"0"-86"0,0 0-47 16,0 0-122-16,-7-43-81 15,9 15-29-15,7-12-10 16,0-13-12-16,0-3-2 15,-4 3 20-15,-5 12 3 16,0 17 32-16,0 9-23 16,-4 8 5-16,-3 3 12 15,-3 3-9-15,-2 1-26 16,1 10-18-16,-1 9-11 16,6 4 0-16,5 3 6 15,1 1-5-15,11-2-1 16,6-3-1-16,2-5 0 15,2-3-1-15,-3-4 1 0,-2-1 0 16,-3 0 0-16,-6-1 0 16,-2 3-1-16,-4 2 1 15,-1 2 6-15,0 4 21 16,-3 1 2-16,0 0 1 16,1 0-8-16,2-1-8 15,0-2-13-15,2-5-1 16,7-1 0-16,2-3-1 15,3-6-21-15,1-2-79 16,-1-4-119-16,1-10-55 0,-4-6-190 16,-2-6-51-1,-5-3-53-15,-3-1 374 16,-1 1 195-16,0 3 230 16,0 5 66-16,-2 5 42 15,0 6-40-15,1 5-3 16,1 4-104-16,0 1-102 15,1 8-50-15,6 6 70 0,1 5 7 16,1 4-28-16,1 1-20 16,0 2-20-16,0-2-18 15,0-2-17-15,-2-4-2 16,-1-3-11-16,-1-6 6 16,-3-5-5-16,-2-4 5 15,-1-8-6-15,0-8-36 16,0-6-20-16,0-4-16 0,0-3-53 15,0-2-14-15,1 5-9 16,6 4-79-16,7 6-94 16,0 8-312-16,1 4-623 0</inkml:trace>
  <inkml:trace contextRef="#ctx0" brushRef="#br0" timeOffset="9856.39">14958 3195 1175 0,'0'0'331'0,"0"0"150"16,0 0-202-16,0 0-74 15,0 0-95-15,0 0-4 0,0 0 20 16,-41 39-23-16,35-23-40 16,4-1-21-16,2-2-19 15,0 0-12-15,4-4-5 16,4-3-6-16,-1-4-16 15,2-2-31-15,1-2-11 16,-3-7-9-16,0-2 19 16,-1-4 21-16,-1 2 21 15,-3-2 6-15,0 4 1 16,-1 2 5-16,-1 4 0 16,0 2 12-16,1 3 9 15,0 0 9-15,0 4-11 16,1 4 14-16,2 2-3 15,0 3-9-15,1 1-11 16,0-2-9-16,2 0-6 0,-1-2 3 16,1-4-4-16,-1-2-75 15,0-4-107-15,-2-2-162 16,-2-5-403-16</inkml:trace>
  <inkml:trace contextRef="#ctx0" brushRef="#br0" timeOffset="10367.49">15020 3038 1487 0,'0'0'342'15,"0"0"-133"-15,0 0-28 16,0 0 46-16,16 46-72 16,-6-23-47-16,1 2-8 15,0 1-26-15,0-1-22 0,-3-3-24 16,1-3-16-1,-3-4-4-15,-1-3-8 0,-2-5-50 16,-1-5-65-16,2-2 21 16,-2-5 48-16,1-6-27 15,0-3 3-15,1-1 37 16,-1-1 32-16,-1 1 1 16,0 4 0-16,1 2 19 15,-1 4 20-15,0 3 10 16,0 2-9-16,1 0-10 15,1 5 42-15,1 4 4 0,2 1-15 16,1 2-10 0,-1 0-23-16,3-1-10 0,-2 0-7 15,1-1-4-15,-2-2-5 16,0-3 5-16,-2-2-6 16,-1-2 1-16,2-1 8 15,0-3 1-15,1-5-11 16,0-2-1-16,2-2-8 15,-3 0-9-15,1 1-6 16,-2 1-14-16,-1 2-8 16,-1 3-26-16,-1 1 11 15,0 1-18-15,-2 3-62 16,2 0-116-16,1 0-284 16,-1 0-235-16</inkml:trace>
  <inkml:trace contextRef="#ctx0" brushRef="#br0" timeOffset="11082.66">15366 3115 1026 0,'0'0'322'15,"0"0"35"-15,0 0-51 16,0 0-75-16,0 0-38 16,0 0-63-16,0 0-54 0,-15-3-31 15,7 10 1-15,2 4 3 16,-1 0-4-16,3 0-21 16,1 2-4-16,3-2-10 15,0 1-2-15,0-3-6 16,2-1-2-16,4-3 0 15,0-1-20-15,1-3-15 16,0-1-5-16,-1 0 1 16,0-2 0-16,-1-3 11 15,-1-3-2-15,0-1 8 16,0 1 1-16,-2-2 20 16,-1 3-5-16,0 1 6 0,-1 1 1 15,1 3-1-15,-1 1 6 16,0 1 1-16,0 0-7 15,0 3 6-15,0 4-3 16,0 1 14-16,0 1-16 16,1-1 8-16,2-2-2 15,1 0-1-15,0-2-4 16,1-3 7-16,-1-1 1 16,0-1-4-16,1-5-6 15,-1-5-12-15,-1-3-1 16,-2-2-2-16,-1-5 14 15,0-8 0-15,-4-10 1 16,-3-9 1-16,-2-2-1 16,2 9 2-16,1 14 8 15,3 14 21-15,1 6 50 0,0 2 10 16,2 5-15-16,0 0-44 16,0 18-25-16,6 13 5 15,9 11-10-15,3 5 8 16,-3-7-8-16,-3-9-1 15,-5-12 7-15,-2-1-8 16,0 1-140-16,-1 6-65 16,-2-3-287-16,-2-9-484 0</inkml:trace>
  <inkml:trace contextRef="#ctx0" brushRef="#br0" timeOffset="11276.19">15445 3075 952 0,'0'0'364'0,"0"0"-220"16,0 0 32-16,0 0-27 0,0 0 28 16,0 0-54-16,48 11-26 15,-37 2-23-15,-1 2-18 16,-3-1-22-16,-1-1-18 16,-3-2-16-16,-2-3-38 15,-1-5-120-15,0-3-158 16,-4 0-184-16</inkml:trace>
  <inkml:trace contextRef="#ctx0" brushRef="#br0" timeOffset="11621.49">15611 3016 453 0,'0'0'271'16,"0"0"15"-16,0 0-13 15,0 0-24-15,0 0-18 16,-2 43-35-16,-4-31-45 16,3 2-28-16,0-1-9 15,2 1-39-15,1-3-29 16,0-1-17-16,4-2-12 16,2-3-2-16,1-4 2 15,1-1-3-15,0 0 4 16,0-7-9-16,1-3-3 15,-3-4-5-15,-1-1 0 0,-2-3-1 16,-2 2-9-16,-1 0-20 16,0 5-18-16,0 3-1 15,-2 4-50-15,1 3-54 16,1 1-197-16,0 4-147 16,5 1-106-16</inkml:trace>
  <inkml:trace contextRef="#ctx0" brushRef="#br0" timeOffset="11973.68">15727 3030 1343 0,'0'0'208'16,"0"0"-67"-16,0 0-11 0,0 0 79 16,0 0-67-16,0 0-42 15,0 0-14-15,22 37-27 16,-19-29-25-1,0-2-14-15,-3-3-10 0,0-1-4 16,0-2 2-16,0 0 3 16,0-1 16-16,0-7 6 15,0-5-15-15,0-1 3 16,1-2 4-16,4 0 5 16,1 3 16-16,-1 4 11 15,1 4 14-15,0 3-7 16,0 2-11-16,4 3 4 15,2 5 5-15,2 5 4 16,1 2-28-16,1 2-20 16,0 2-9-16,-2 1-9 0,-5 9-82 15,-2-4-276-15,-7-4-728 16</inkml:trace>
  <inkml:trace contextRef="#ctx0" brushRef="#br0" timeOffset="13003.85">14261 3808 1265 0,'0'0'261'16,"0"0"-168"-16,-17 50 115 15,11-22-1-15,3 1-77 16,0-2-62-16,1-3-22 16,1-5-20-16,1-7-8 15,0-4-5-15,0-5-12 16,-1-3 15-16,-1-6 11 15,-1-10-17-15,-2-9-4 0,3-4 4 16,1-1-1-16,1-3 8 16,0 9 11-16,5-1 18 15,2 7 7-15,2 7-21 16,2 6-17-16,2 5-5 16,2 5 6-16,0 9 10 15,2 5 1-15,-3 3-5 16,-1 1 0-16,-5 0-10 15,-2-1 3-15,-3-4-4 16,-3-3-5-16,0-6 0 16,0-4-6-16,-1-5 27 15,-2-5 15-15,-1-11-12 16,2-10-13-16,1-2 10 0,1-1-6 16,2 0 0-1,7 9-1-15,1 3-4 0,3 6-2 16,1 8 4-16,2 3 2 15,0 11 7-15,-1 5-9 16,0 5 12-16,-2 3-19 16,-1 1-1-16,-1-1-4 15,-3-2-6-15,-2-2-17 16,0-2-118-16,-3-4-167 16,0-6-238-16,-3-5-488 0</inkml:trace>
  <inkml:trace contextRef="#ctx0" brushRef="#br0" timeOffset="13582.57">14547 3836 801 0,'0'0'189'16,"0"0"-57"-16,0 0 72 15,44 30-50-15,-27-23-102 16,-1-3-37-16,-4-3 2 15,-2-1-16-15,-3-3 30 16,-5-7-1-16,0-3 5 16,-2-2 16-16,0-2 28 15,-4 1 0-15,-3 1 3 16,-1 3 48-16,0 6 19 16,-1 2 26-16,0 4-44 15,0 3-20-15,-1 8-32 16,1 4 24-16,3 5-12 15,3 2-26-15,3 0-22 0,2 1-16 16,9-3-9 0,8-2-6-16,4-3-3 0,3-4-2 15,2-7 1-15,-2-4-8 16,-2 0-38-16,-3-11-74 16,-4-4-15-16,-4-4-9 15,-5-10 7-15,-6-9 1 16,-2-12 55-16,-6-4 47 15,-5 3 26-15,0 11 0 16,5 13 18-16,1 10 59 0,1 6 17 16,1 0 13-1,0 4 30-15,1 3 18 0,2 4-66 16,0 5-62-16,0 11-4 16,9 11 18-16,3 1-4 15,2 3-8-15,3 1-8 16,0-4 3-16,2 2-23 15,-5-2 5-15,-2 0-6 16,-4-1-60-16,-6 5-201 16,-2-5-227-16,0-9-324 0</inkml:trace>
  <inkml:trace contextRef="#ctx0" brushRef="#br0" timeOffset="13999.64">14806 3758 1405 0,'0'0'298'0,"0"0"-102"16,0 0 0-16,45-23-57 15,-25 22-12-15,3 1-32 16,2 1-18-16,-3 7-22 16,-2 2-9-16,-4 3-13 15,-5-1-3-15,-4 1-11 16,-5-1-7-16,-2-1-6 15,0-2 3-15,0-2-9 16,-4-3-21-16,0-4 10 16,-1 0 11-16,3-8 6 15,1-6-4-15,1-2 7 0,0-2 3 16,7 1 7 0,2 2 15-16,1 4 16 0,2 3 12 15,2 4 0-15,1 4-7 16,2 0-12-16,2 10-8 15,-1 4 10-15,-1 3-9 16,-2 1-14-16,-3 0-7 16,-3 2-7-16,-2-2-7 15,-4-1-2-15,-3-3-45 16,0-4-119-16,-17-6-61 16,2-3-369-16,-1-1-433 0</inkml:trace>
  <inkml:trace contextRef="#ctx0" brushRef="#br0" timeOffset="14151.57">15064 3591 1572 0,'0'0'245'16,"0"0"-11"-16,0 0-131 16,0 0-73-16,0 0-30 15,61 3-6-15,-37 7-203 16,-2-1-443-16</inkml:trace>
  <inkml:trace contextRef="#ctx0" brushRef="#br0" timeOffset="14520.34">15352 3611 1756 0,'0'0'297'0,"0"0"65"15,0 0-77-15,0 0-46 16,0 0-61-16,-39 42-37 16,29-19-39-16,1 3-17 15,5-1-16-15,4-1-7 16,0-3-20-16,12-3-14 16,6-3-1-16,5-4 3 15,10-6 6-15,11-5 0 16,12-3-3-16,5-9-9 15,-11 0-1-15,-13 2-1 16,-15 3-21-16,-7 1 0 16,0-1 0-16,-3 1 0 0,-2-1 1 15,-6 1 5 1,-4 2-7-16,0 0-9 0,-7 2-49 16,-5 1-85-16,-19 1-89 15,2 0-365-15,-1 1-653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25:20.120"/>
    </inkml:context>
    <inkml:brush xml:id="br0">
      <inkml:brushProperty name="width" value="0.05292" units="cm"/>
      <inkml:brushProperty name="height" value="0.05292" units="cm"/>
      <inkml:brushProperty name="color" value="#FF0000"/>
    </inkml:brush>
  </inkml:definitions>
  <inkml:trace contextRef="#ctx0" brushRef="#br0">3166 3461 1305 0,'0'0'625'0,"0"0"-415"0,0 0 31 16,0 0 4-16,0 0-48 15,0 0-76-15,-16-21-51 16,29 38-40-16,9 13 19 15,6 12 56-15,4 4-10 16,-6-6-15-16,-8-11 1 16,-5-12-6-16,-3-4-7 15,5 0-19-15,1-3-1 16,5-4 23-16,4-6-1 16,12-21 29-16,19-24 0 15,18-26-36-15,9-15-63 16,-2-6 0-16,-8 5 0 0,-14 11 0 15,-3 8 0 1,-7 8 0-16,-13 14 0 0,-9 14 0 16,-11 11 0-16,-3 6 0 15,-2 0-15-15,-1 2-6 16,-1 2 3-16,-5 5 1 16,-1 3-2-16,-2 2-11 15,-1 1-11-15,0 0-37 16,-3 27-96-16,-5 1-185 15,-6 5-435-15</inkml:trace>
  <inkml:trace contextRef="#ctx0" brushRef="#br0" timeOffset="3408.71">6904 2745 1560 0,'0'0'331'0,"0"0"-44"15,0 0-98-15,-44 2-66 0,25 9-11 16,2 5-5 0,3 5-13-16,2 2-34 0,5 1-11 15,4-3-18-15,3-1-25 16,0-4 8-16,8-3-14 16,1-4 8-16,1-3-7 15,2-4-1-15,-2-2 15 16,0-4-3-16,-2-8-4 15,-2-4-2-15,-3-3-5 16,0-2 10-16,-3-1-10 16,0 1 8-16,0 4-8 15,0 4 5-15,0 5-4 16,0 5 23-16,0 3-9 0,2 0-16 16,4 9 0-16,2 4 0 15,3 3 0-15,2 2-11 16,2 1 11-16,0-1-83 15,2-3-119-15,3-2-111 16,11-9-341-16,-4-3 96 16,-3-1-534-16</inkml:trace>
  <inkml:trace contextRef="#ctx0" brushRef="#br0" timeOffset="3830.82">7112 2746 1005 0,'0'0'508'16,"0"0"-143"-16,0 0-42 15,0 0-73-15,0 0-106 0,0 0-77 16,0 0-33 0,-22 17 56-16,21-1-27 0,1 0-16 15,0 0-11-15,7-2-10 16,2-1-14-16,0-3-2 16,2-4-2-16,-1-2 2 15,2-4 2-15,-2-1 2 16,0-8-4-16,1-4-2 15,-3-3-7-15,-1-3 6 16,-2-2-1-16,-4-3-4 16,-1 0 4-16,0-1 0 15,0 2 9-15,-4 2 15 16,2 7 36-16,0 5 10 16,1 5-8-16,1 3-27 15,0 1-27-15,0 5-14 16,5 6 1-16,3 6-1 0,3 2 6 15,1 2-5-15,-1 0-1 16,-1 1 0-16,-1-1 0 16,-3 0-1-16,-1-2-33 15,-3-2-89-15,-2-3-118 16,0 0-126-16,-7-5-340 16,-2-4-418-16</inkml:trace>
  <inkml:trace contextRef="#ctx0" brushRef="#br0" timeOffset="4006">7064 2728 557 0,'0'0'866'16,"0"0"-603"0,0 0-105-16,0 0-45 0,0 0-36 15,43-28-50-15,-26 23-8 16,9 0-19-16,-5 1-100 15,-4 1-388-15</inkml:trace>
  <inkml:trace contextRef="#ctx0" brushRef="#br0" timeOffset="4197.19">7324 2683 912 0,'0'0'886'0,"0"0"-600"16,0 0-143-1,0 0-81-15,0 0-37 0,0 0-25 16,0 0-214-16,22-8-910 0</inkml:trace>
  <inkml:trace contextRef="#ctx0" brushRef="#br0" timeOffset="7138.1">7916 2695 160 0,'0'0'1072'16,"0"0"-793"-16,0 0-51 16,0 0-109-16,0 0-20 15,0 0 52-15,2 49-19 16,4-28-38-16,1 2-39 16,-2 0-36-16,0-2-8 15,-1-1 2-15,-1-2-13 16,-2-2-46-16,-1-5-155 15,0-5-113-15,-2-4-64 0,-3-2-320 16</inkml:trace>
  <inkml:trace contextRef="#ctx0" brushRef="#br0" timeOffset="7339.79">7864 2741 707 0,'0'0'392'0,"-9"-44"-85"16,8 20-25-16,1-1-75 15,1 5-6-15,7 5-53 16,4 6-64-16,2 5-25 15,3 4 2-15,0 0-19 16,1 10-2-16,-3 6-11 16,-1 3-6-16,-3 3-10 15,-4 0-7-15,-3 1-6 16,-3-2-16-16,-1 0-91 0,0-1-166 16,0-4-276-1,0-6-354-15</inkml:trace>
  <inkml:trace contextRef="#ctx0" brushRef="#br0" timeOffset="8362.08">7992 2626 1237 0,'0'0'347'0,"0"0"-73"16,0 0-114-16,0 0 22 15,52-12-63-15,-33 15-36 16,1 6-5-16,-2 2-20 0,-1 2-25 15,-3 2-9-15,-4-2 5 16,-2 2-9-16,-3-1-11 16,-5-1-2-16,0-1-5 15,-2-1-2-15,-4-3-17 16,0-3-32-16,0-3-17 16,1-2 1-16,2-2-45 15,2-9-53-15,1-3-22 16,0-2-23-16,4 0 35 15,3 0 8-15,1 2 39 16,2 1 22-16,-1 2 29 16,0 2 22-16,0-1 25 15,-2 2 9-15,-1 2 19 16,-1 0 12-16,-2 3 25 16,-2 1 60-16,-1 2 41 0,0 0-16 15,0 1-48 1,1 4 44-16,-1 2 29 0,3 1-30 15,1 1-29-15,2-2 10 16,0 0-12-16,2-1-8 16,3-2-1-16,0-1-10 15,2-3-21-15,-1 0-7 16,-1-3-4-16,-1-3 1 16,-2-4-12-16,-2-1-5 15,-3-3 6-15,-2-1-1 16,-1 0-9-16,0 2-4 15,-6 0 3-15,-2 5-3 16,-2 5-5-16,0 3-5 16,-1 0 0-16,2 8 0 15,0 3-1-15,4 2-1 16,5 0-20-16,0-1-46 0,9-1-17 16,8-3-65-16,7-5-80 15,3-3-37-15,2 0 57 16,-1-8 20-16,-4-3-14 15,-6-1 46-15,-6 1 91 16,-7-1 66-16,-5 3 146 16,0-1 74-16,-4 3 26 15,-3 1 3-15,0 1-29 16,1 4-37-16,3 1-67 0,-1 0-57 16,1 8-30-16,1 4 11 15,1 1 0 1,1 3-9-16,0 0-4 15,2-1-5-15,4-1-2 0,1-1-19 16,0-3 12-16,-1-2-12 16,0-4 6-16,-1-2-7 15,-2-2 1-15,0-5 11 16,-1-7-12-16,-1-5 8 16,-1-4-7-16,-2-9 8 15,-8-9-8-15,-4-11 5 16,-1-2-5-16,3 12 0 15,4 11 5-15,5 18 7 16,2 5 49-16,0 3 27 16,1 2-21-16,0 1-40 0,0 4-27 15,2 9 0-15,5 5 5 16,1 3-5-16,0 2 0 16,1-1-1-16,1 0-81 15,1 7-156-15,0-6-248 16,-3-4-433-16</inkml:trace>
  <inkml:trace contextRef="#ctx0" brushRef="#br0" timeOffset="8520.85">8576 2462 1177 0,'0'0'927'15,"0"0"-585"-15,0 0-121 0,0 0-100 16,0 0-57-1,0 0-47-15,0 0-17 0,-5-14-209 16,10 12-394-16</inkml:trace>
  <inkml:trace contextRef="#ctx0" brushRef="#br0" timeOffset="9436.22">11889 3092 1684 0,'0'0'402'0,"0"0"-188"0,0 0-48 15,0 0 53-15,38 5-26 16,8-5-27-16,19-3-33 16,7-6-27-16,0-4-37 15,-7 0-23-15,-11 2-7 16,-11 2-19-16,-12 2-13 15,-12 3 1-15,-10 2-7 16,-1 0-1-16,-3 0-21 16,-2 1-30-16,-3 0-43 15,-22 1-68-15,-1 0-392 16,-7 0-309-16</inkml:trace>
  <inkml:trace contextRef="#ctx0" brushRef="#br0" timeOffset="9864.27">11937 2874 1585 0,'0'0'372'0,"0"0"-103"16,0 0-44-16,0 0 45 15,0 0-78-15,0 0-70 0,0 0-34 16,4-32-36-16,-11 43-26 16,-9 11-13-16,-10 15 13 15,-7 9 11-15,4-2 7 16,9-8-9-16,11-13-8 16,7-6 0-16,2 2-4 15,0 1-11-15,6 2 3 16,10-5 4-16,13-3 7 15,17-7 26-15,17-7 16 16,5-1-8-16,-3-11-26 16,-9-2-1-16,-15 3-3 15,-11 0-29-15,-7 3-1 16,-4 2-1-16,-2 0 1 16,-3 0-24-16,-2 2-60 0,-5 3-90 15,-7 7-115-15,-7 4-482 16,-6 2-810-16</inkml:trace>
  <inkml:trace contextRef="#ctx0" brushRef="#br0" timeOffset="11064.49">11595 3857 1204 0,'0'0'392'0,"0"0"-90"16,0 0-62-16,0 0-5 16,0 0-4-16,0 0-50 15,0 0-31-15,45-4-8 16,-1-3-37-16,16-4-24 16,4 0-17-16,-1 1-18 15,-9 0-8-15,-15 3-16 16,-8 1-7-16,-9 3-1 15,-6 0-13-15,0 1 6 0,-4 0-7 16,-2 1 0-16,-5 0-23 16,-5 1-26-16,0 0-45 15,-23 4-82-15,0 3-203 16,-7 1-433-16</inkml:trace>
  <inkml:trace contextRef="#ctx0" brushRef="#br0" timeOffset="11509.53">11567 3743 1033 0,'0'0'661'0,"0"0"-462"0,0 0 10 16,0 0 22-16,13-35-41 15,-11 33-71-15,0 2-57 16,0 5-36-16,0 9 27 16,-2 10 42-16,-1 10 20 15,-6 2-9-15,0-3-21 16,1-3-17-16,4-7-16 16,1 3-15-16,1 0-11 15,0-3 7-15,8-6-14 16,5-2 10-16,5-5 16 15,13-5 10-15,13-5 20 0,11-6-12 16,2-8-30-16,-1-6-9 16,-8-1-4-16,-6 2-13 15,-7 3 14-15,-8 3-15 16,-7 4 9-16,-6 3-7 16,-1 0-8-16,-3 2 0 15,-2 2-31-15,-7 2-78 16,-5 10-67-16,-34 23-83 15,1-1-345-15,-8 2-844 0</inkml:trace>
  <inkml:trace contextRef="#ctx0" brushRef="#br0" timeOffset="12875.11">8218 4051 1081 0,'0'0'288'0,"0"0"62"0,0 0-74 15,0 0-10 1,0 0-59-16,0 0-13 0,0 0-23 16,-36-22-45-16,36 22-53 15,0 3-37-15,0 8-24 16,0 5 9-16,3 6 28 15,2 3 1-15,2 2-19 16,0-2 1-16,1-3-7 16,3-3-7-16,0-2-6 15,2-5 1-15,4-2-2 16,0-4-2-16,4-4 1 16,2-2 2-16,3 0 3 15,2 0 12-15,1-4-6 0,0 1-3 16,-1 0 2-1,-3 3-10-15,-4 0 2 0,-2 0-10 16,-4 0 7-16,-4 2-9 16,-3 3 1-16,-2 0 5 15,-2-1-6-15,-1 1 1 16,-3 0-1-16,0 0 0 16,0 0-11-16,0 0-28 15,-1-2-42-15,-3-2-73 16,-1-1-163-16,0-3-324 15,0-3-470-15</inkml:trace>
  <inkml:trace contextRef="#ctx0" brushRef="#br0" timeOffset="13160.84">8554 4104 884 0,'0'0'919'15,"0"0"-573"-15,0 0-149 16,0 0-92-16,0 0 90 15,12 39-37-15,0-21-31 16,4 4-25-16,2-2-26 16,0 1-30-16,-1-1-13 15,-1-3-13-15,0-1-10 16,-6-3-2-16,-2 0-7 16,-3-1 0-16,-5 1-1 0,0-1 0 15,-4 0 12 1,-6 2-6-16,-2-1-5 0,-1 0 5 15,2 0-6 1,-1-4-20-16,2 2-91 0,1-1-191 16,2-5-365-16</inkml:trace>
  <inkml:trace contextRef="#ctx0" brushRef="#br0" timeOffset="14528.4">8622 4602 1575 0,'0'0'361'16,"0"0"-51"-16,0 0-77 15,0 0-86-15,0 0-68 0,0 0-33 16,-9 47 48-1,15-19-10-15,1 1-41 0,3-1-16 16,-3-5-13-16,2-5-8 16,-3-5 1-16,-1-4-6 15,-2-4 0-15,-2-5 1 16,-1 0 4-16,0-8-5 16,-1-7-1-16,-5-7-18 15,-1-5 12-15,1-3 5 16,1 2 1-16,2 2-2 0,3 7-4 15,0 6 5-15,1 7 1 16,9 6-15-16,0 0 9 16,6 8 6-16,-1 5 7 15,0 2-6-15,0 2 0 16,-3-1 0-16,-2-1 0 16,-2-3 1-16,-4-3-1 15,0-4 1-15,-3-2-1 16,-1-3 5-16,0 0 50 15,0-9 40-15,0-5-52 16,-1-7-35-16,1-2-2 16,0-1 14-16,0 0-10 15,6 7-1-15,3 6-2 16,5 6-7-16,3 5-1 16,3 4 2-16,1 8 4 0,1 4-5 15,-3 0 0 1,-3 2 0-16,-2-2-1 0,-1 0-21 15,-3-4-96-15,2 0-177 16,-3-5-289-16,-4-4-564 0</inkml:trace>
  <inkml:trace contextRef="#ctx0" brushRef="#br0" timeOffset="14884.92">8956 4535 1350 0,'0'0'215'0,"0"0"-75"16,0 0-12-16,0 0 38 15,0 0-49-15,47 34-12 16,-32-30-21-16,-1-2-16 16,-2-2-16-16,-3 0 2 0,-2-4 10 15,-2-4 13-15,-2-2-10 16,-2-2-1-16,-1-2-5 15,0-1-7-15,-4 1-22 16,-3 1 0-16,1 2 2 16,0 3 29-16,2 4 4 15,1 4-23-15,0 0-25 16,0 10-10-16,0 4-9 16,2 4 1-16,1 1-2 15,4-1 1-15,8-2-15 16,6-4-38-16,5-2-68 0,16-6-136 15,-4-4-126-15,-4 0-386 16</inkml:trace>
  <inkml:trace contextRef="#ctx0" brushRef="#br0" timeOffset="15667.32">9285 4388 1373 0,'0'0'512'0,"0"0"-213"16,0 0-18-16,0 0-41 15,0 0-109-15,0 0-58 16,0 0 5-16,-32 39 9 16,28-19-38-16,1 0-10 0,3-1-16 15,0-1-10-15,5-3-5 16,2-3-8-16,3-4 1 16,-1-4-1-16,1-4-14 15,1 0-27-15,-3-7-28 16,1-5-17-16,-3-4-6 15,-2-1 13-15,-2-3 40 16,-2 1 26-16,0 2 12 16,0 2 1-16,-3 4 7 15,0 4 23-15,0 3 23 16,1 2 12-16,1 2-17 16,1 0-28-16,0 1-13 15,0 6-7-15,2 2 1 16,3 2-1-16,5-2 0 0,1 1 0 15,1-4-2-15,3-2-5 16,0-4-38-16,-2 0-45 16,-1-4-1-16,-3-6 19 15,-2 0 34-15,-3-3 29 16,-1 1 8-16,-1 1 1 16,-2 2 27-16,1 3 39 15,-1 4 25-15,1 0-11 16,0 2-38-16,1 0-24 15,2 6-12-15,2 5 5 16,0 1 7-16,1 2 0 16,-1 2 0-16,-1 1 5 0,-2-1-6 15,0-4-4 1,-2 0-1-16,-1-4-10 0,0-3 7 16,0-2-3-16,0-3 4 15,0-3 46-15,-3-8-13 16,1-6-25-16,0-5-7 15,1-2-4-15,1 1 11 16,0 2 9-16,3 4 13 16,2 6-2-16,0 4-13 15,1 3-11-15,2 4-7 16,3 0-6-16,2 2 1 16,1 5-1-16,0 2 0 15,-1 0 5-15,-1 1-6 16,-2 0 2-16,-3 0-2 0,-2-2 0 15,-2 0-8-15,-2-2-51 16,-1-1-60-16,0 0-172 16,-2-2-271-16,-3-3-824 0</inkml:trace>
  <inkml:trace contextRef="#ctx0" brushRef="#br0" timeOffset="15857.87">9765 4319 1918 0,'0'0'322'0,"0"0"-85"0,0 0-157 16,0 0-52 0,0 0-28-16,0 0-6 0,0 0-133 15,-5 6-373-15,-1-3-1087 16</inkml:trace>
  <inkml:trace contextRef="#ctx0" brushRef="#br0" timeOffset="17358.84">2167 5013 107 0,'0'0'724'15,"0"0"-510"-15,0 0 46 16,0 0 22-16,0 0-18 16,0 0-77-16,-12-6-66 15,14 6-50-15,6 5 40 16,5 1 3-16,4 0-16 15,5 2 11-15,4-1 22 16,4 0-31-16,7-1-15 16,11-2-6-16,8-1-19 15,2-1-9-15,-4-2-13 16,-7 0-7-16,-5 0 4 0,-3 0-2 16,0 0-4-16,-5 1-12 15,-6 0-1-15,-6 0 1 16,0 1-1-16,3-1 2 15,3 1-18-15,5 0 2 16,-1 1-1-16,6-1 8 16,6-1-8-16,-4 0 5 15,-5-1-4-15,-3 0 5 16,-7 0 1-16,4 0-2 16,4-1-5-16,0-1 7 15,0 1-2-15,-1-1 0 16,1 1-5-16,-1 1 11 0,0-1-3 15,-1 1 6-15,1 0-14 16,-1-1 5-16,7 0 0 16,7 0-4-16,-4 0 7 15,-3-1 1-15,-5 0 2 16,-5 1-1-16,4-1-5 16,6 0 1-16,-2 0 10 15,5 1-4-15,-3 0 2 16,-1 0 2-16,1-1 14 15,-6 1 5-15,10-1-21 16,9-1 0-16,6 0 20 16,-4 0-4-16,-11 1-8 15,-11-1 14-15,-9 3-10 16,3-2 3-16,7 1-4 16,1-1 8-16,1 0-1 0,-2-1-4 15,1 0-8-15,-3-1 2 16,0 0-23-16,-3-2 0 15,-2 1 0-15,-2 1 0 16,-3 2 0-16,-5-1 0 16,-4 2 0-16,-4 1 0 15,-3 0 0-15,-3 0 0 16,0 0 0-16,-1 0 0 16,-1 1 0-16,-8 8-20 15,-13 15-170-15,2-1-148 16,1-2-663-16</inkml:trace>
  <inkml:trace contextRef="#ctx0" brushRef="#br0" timeOffset="17913.33">5608 5095 1418 0,'0'0'401'0,"0"0"-86"16,0 0-111-16,0 0-20 0,0 0 39 15,0 0-35-15,0 0 38 16,69 16-54-16,-15-15-52 16,5-1-12-16,2 0-27 15,-4 0-12-15,-5 0-31 16,-9-1-7-16,-10 0-4 16,-10 1-13-16,-6 0-13 15,0 0 10-15,-2 0-11 16,-2 0 0-16,-7 0-45 15,-5 0-58-15,-1 1-41 16,-6 3-66-16,-20 3-305 16,2 1-203-16,-5-3-913 0</inkml:trace>
  <inkml:trace contextRef="#ctx0" brushRef="#br0" timeOffset="18123.72">5802 5213 2046 0,'0'0'312'0,"0"0"-180"16,0 0 57-16,39 15 42 15,-8-13-59-15,14-2-45 16,10 0-23-16,-3-3-49 16,-11-2-30-16,-15 1-14 15,-9 1-11-15,0 1-8 16,4-1-81-16,-3 0-209 15,-8 0-563-15</inkml:trace>
  <inkml:trace contextRef="#ctx0" brushRef="#br0" timeOffset="38590.65">2058 6172 312 0,'0'0'173'16,"0"0"441"-16,0 0-385 16,0 0-72-16,0 0 10 15,0 0-31-15,-5-1 1 16,9 1-23-16,7 0 31 15,3 2-11-15,6 2-33 16,3 0 10-16,4 0 7 16,2-1 0-16,4 0-33 15,0-1-27-15,0 0-12 16,0 0-14-16,1 1-7 16,0-2 5-16,0 0 15 0,0-1-8 15,0 0-11-15,-3 0-5 16,0 0-3-16,-1 0 0 15,-2 0-6-15,1-2 1 16,-3 1-11-16,0-2 7 16,-2 0 3-16,0 0 0 15,-2-1 4-15,1 1-10 16,-3-1 3-16,1 0 5 16,-2 0-4-16,1 1 5 15,0-2-9-15,1 2 0 0,-1-2 1 16,0 1-1-1,0 0 0-15,0 0-4 0,2-1 5 16,0 1-5-16,1-1 8 16,0 0-1-16,0 1 6 15,-1-2-7-15,-2 2-7 16,0-2 11-16,-4 0-3 16,0 0 3-16,-2-2 0 15,-1 0 2-15,-2-3 2 16,1-2 2-16,-2 0-6 15,1-3-4-15,-1 0 1 16,-1 0 3-16,1 1-2 16,-3-1-1-16,1 1 3 0,-3 0-1 15,0 0-1-15,-1 0 1 16,-3 0-2-16,1-1-2 16,-2 0-1-16,0-1-4 15,0-1 7-15,-6 1-8 16,-3 0 9-16,-3 1-9 15,-3 0-1-15,0 2 1 16,-2 0 4-16,-1 1-5 16,-1 1 0-16,-1 1-3 15,0 0 9-15,-1 0-6 16,-2 1 1-16,0 1 1 16,-4 0-2-16,-1 2 0 15,-2 1 0-15,-2 1 0 16,0 0-7-16,-1 2 6 15,-2 0-7-15,2 0-7 0,-3 1 0 16,1 1-4-16,-1-1 13 16,2 2-2-16,0-1-7 15,2 1-1-15,0 0 8 16,1 0-22-16,0 0 14 16,-1 0 15-16,0 0 1 15,-1 3 0-15,1 0-1 16,2 0-11-16,-1 0-2 15,1 2 1-15,0 0 1 16,-1 2 6-16,1-1 5 16,3 0-8-16,-2 2-3 15,3 0 3-15,2 1 2 16,0 1-5-16,2-1 11 16,2 0 0-16,1 0-1 15,4 0-4-15,1-2 5 0,2 1 0 16,1 0 0-16,0 0 0 15,2 0 1-15,-2 1-6 16,1 2 5-16,-3 0 1 16,1 1 0-16,-2 1 0 15,0 1 1-15,0-1-1 16,2-1 0-16,2 2 0 16,1-1-1-16,2 3 0 15,2 0 1-15,1 2 0 16,2 0 0-16,2 2 9 15,0 1 1-15,0-1 7 16,6 2-4-16,2 0 8 0,5 0-4 16,0-1 2-16,4-1 7 15,1-1 2-15,1-2 2 16,0-2-10-16,1-1-10 16,-1-3 22-16,-1-2 8 15,3-3-10-15,-3-2-10 16,2-2-1-16,-2-2-4 15,-1 0-3-15,-1-2-10 16,-2-3 4-16,-2-1 3 16,-2 0-8-16,-2 0-1 15,-2 1 0-15,-2 1-36 0,-2 3-51 16,-1 0-47 0,2 1-78-16,0 5-353 0,0 2-309 0</inkml:trace>
  <inkml:trace contextRef="#ctx0" brushRef="#br0" timeOffset="41083.11">2171 6781 371 0,'0'0'96'0,"0"0"-79"16,0 0 371-16,0 0-122 15,0 0-30-15,0 0-2 0,-19 0-16 16,19-1-56 0,9 0-64-16,13-1 23 0,19 0 46 15,24-1-2 1,14 0 2-16,2 0-27 0,-3-3-28 16,-9 0-12-16,-4 0-1 15,-3 1-25-15,-5 0-20 16,-13 0-21-16,-11 2-7 15,-11 1-14-15,-7 0-11 16,-1 2-1-16,-4 0-1 16,-2 0-37-16,-6 0-66 15,-2 0-37-15,-9 3-66 16,-8 2-129-16,-16 6-139 0,1-2-36 16,2-1-570-16</inkml:trace>
  <inkml:trace contextRef="#ctx0" brushRef="#br0" timeOffset="41339.14">2426 6903 1750 0,'0'0'260'16,"0"0"-225"-16,0 0 104 15,0 0 78-15,59 0 9 16,-22 0-17-16,7-8-66 15,-1 1-44-15,-6-1-32 16,-4-1-14-16,-8 2-2 0,3-1-18 16,2-2-18-16,-2 0-6 15,-4 1-5-15,-1 0-4 16,-6 2-36-16,1 6-111 16,-6 1-231-16,-5 0-419 0</inkml:trace>
  <inkml:trace contextRef="#ctx0" brushRef="#br0" timeOffset="44373.51">3697 6857 829 0,'0'0'240'0,"0"0"-68"0,0 0 21 16,0 0 31-16,0 0-49 15,0 0-66-15,-8-3-42 16,9 3-29-16,6 0-4 16,5 0 65-16,3 2-5 15,4 1-7-15,3 0-18 16,2 0-11-16,3 0 1 15,2-1 2-15,1 0-3 16,2-1 3-16,1 0-1 16,-2-1-2-16,4 0-6 15,-2 0 1-15,2-2-16 0,5-3 1 16,-4 1 0 0,1-1 3-16,-1 0-13 0,-6 1-2 15,4-1-1-15,-3 1-1 16,-1-1-1-16,-2 1-7 15,0 0 2-15,-1 1-1 16,-1 0 2-16,0-1-2 16,-2 2-3-16,-1-1 4 15,0 0-10-15,0 1 1 16,-2 0 4-16,1 0 1 16,-2 0-8-16,1 1 1 15,0-2 4-15,1 1-2 16,0 0 1-16,2-1-2 15,1 0-1-15,-2 1 1 16,1 0-1-16,-1-1-5 0,-1 2 4 16,0 0 0-16,-1 0-5 15,1 0 7-15,-1 0-7 16,2 1 10-16,-1-1-10 16,0 1 7-16,3 0-2 15,0-2-5-15,2 1 0 16,1 1 14-16,1-1-15 15,3 0 1-15,1 0-1 16,0 0 6-16,8 1-5 16,5 0 0-16,7 0 1 15,2 0 4-15,-5 2 0 16,-3 0-5-16,-5-2 5 0,1 1-5 16,-1-1 1-1,-1 0 4-15,-1 0-5 0,-1 0 7 16,-7 0-8-16,-3 0 1 15,-7 2-1-15,-1-1 1 16,5 1-1-16,2 0 1 16,2 1-1-16,0 0 1 15,-2-1 0-15,-1 0 0 16,-1 0 1-16,0-1-2 16,-1 0 1-16,0-1 0 15,-1 2-1-15,-1-1 1 16,-1 0-1-16,1 2 11 15,0-2-11-15,-1 1 0 0,1 0-4 16,1 0 4-16,1-1 0 16,0 0-1-16,2 0 1 15,0-1 0-15,1 0 0 16,-1 0 0-16,1 0 0 16,-1 0 0-16,-1 0-5 15,-1 0 5-15,1 0 1 16,0 0 5-16,-1 1-6 15,-1 0 1-15,2 0-1 16,-1 1 0-16,0-1 0 16,2 0 0-16,2-1 6 15,0 0-6-15,1 0 0 16,2 0-1-16,2-1 1 16,6-2 0-16,8-1-1 15,5 0 0-15,1 0 0 0,-5 0-2 16,-4 0 3-16,-4 1 1 15,0 0-1-15,1 0 1 16,1 1 1-16,-2 0-1 16,0 1-1-16,0 1 0 15,-1 0 1-15,0 0-1 16,0 0-1-16,-7 0-6 16,-4 0 7-16,-8 0 5 15,0 0-5-15,4 0 1 16,2 0 0-16,4 0-1 15,-2 0 1-15,0 0 0 16,-1 1 0-16,-2 0-1 0,-1 1 0 16,0-1 3-16,-2 0-3 15,1-1-1-15,-1 0 1 16,0 1 0-16,0-1 0 16,0 0 0-16,0 0 0 15,0 0 0-15,0 0 0 16,0 0 0-16,1 0 0 15,0 0 0-15,-1 0 0 16,0 0 0-16,0 0 0 16,-1-1 0-16,0 0 0 15,-1-1 1-15,0 0 0 16,0 2-1-16,-1-1 0 16,2-1 2-16,-1 1-2 0,0 0-1 15,0 0 1-15,-1-1 2 16,-1 1-2-16,0 0-1 15,-1 0 1-15,1 1 0 16,-1-2 1-16,1 1-1 16,2-1 0-16,0 0-3 15,0 1 3-15,1-1 0 16,0-1 1-16,-1 2-1 16,0 0 0-16,1 0 0 15,-2 0 1-15,3 0-1 16,-1 0 1-16,1 1-1 15,2-3 0-15,1 2 1 16,2-1 0-16,2 0-1 0,1-2 0 16,0 2 2-1,1-1-1-15,-2 0 11 0,-1 1-1 16,-1 0 2-16,-3 1 4 16,-4-1-4-16,-3 2 4 15,-5-1-5-15,-4 1 6 16,-3-1-3-16,-1 1 0 15,-2 0 6-15,0 0 10 16,0-1-7-16,-1 0-6 16,0 0-4-16,-1 0-4 15,0 1 2-15,0 0-6 16,-1-1-5-16,0 1-1 16,-1-1 0-16,-8 1-37 15,-9 0-76-15,-10 0-67 16,-21 10-52-16,7-1-279 0,1 0-235 15</inkml:trace>
  <inkml:trace contextRef="#ctx0" brushRef="#br0" timeOffset="48410.95">2068 7373 869 0,'0'0'186'0,"0"0"-34"0,0 0 8 16,0 0-17-16,0 0 0 16,0 0-66-1,0 0 27-15,24-2 3 0,-7 2 2 16,3 0 2-16,3 0 12 16,3 0-15-16,0 0-27 15,4 0-9-15,0 0 17 16,3 0-15-16,0 0-2 15,7 0 0-15,6 0-13 16,-4-1 12-16,-4-1-3 16,-5 1-18-16,-8-2-5 15,7 1 7-15,3-1-4 0,0 0-10 16,-2 1-2 0,0-1-1-16,-1 2 1 15,-2-2 0-15,-3 1-3 16,-2 0 0-16,-2 1-9 0,-3 0-9 15,-2 0-3-15,-1 0 3 16,-2 1 9-16,-2 0-3 16,-2 0-1-16,-1 0-2 15,-1 0-17-15,-3 0 22 16,0 0-14-16,-4-1 1 16,1 1-4-16,-1 0-4 15,-2 0-1-15,0 0 5 0,0-1 3 16,0 0 0-1,0-1-9-15,0 0-11 16,0 0-91-16,-3 2-45 0,0 0-199 16,-2 5-515-16</inkml:trace>
  <inkml:trace contextRef="#ctx0" brushRef="#br0" timeOffset="50725.13">4064 7365 348 0,'0'0'328'0,"0"0"-135"15,0 0 4-15,0 0-25 16,0 0-14-16,0 0-10 0,0 0-8 15,8-3-10-15,2 3 12 16,4 0-21-16,2 0 12 16,4 1-18-16,3 3-14 15,1-2-16-15,2 0-6 16,0 0-3-16,0 0-9 16,1-1-11-16,-2-1 0 15,-1 0-13-15,0 1-3 16,0 0-4-16,-1 0-6 15,-1 1-1-15,0 0-1 16,1-1-1-16,1 0-8 16,2-1 14-16,2 0 2 15,1 0-13-15,0 0-8 0,2-1-1 16,-1 0 1-16,0 1-1 16,0 0-1-1,0 0-6-15,-1 0 5 0,0 0-2 16,-1 0-2-16,-1 2 2 15,0 0-1-15,0 0 1 16,0 1-3-16,2-1 0 16,1 0-5-16,1 0 8 15,4-1 0-15,-1 0 6 16,1-1-5-16,-1 0-10 16,0 0 0-16,0 0 9 15,0 1-7-15,1-1 4 16,0 0 0-16,-1 0-6 15,0 0 6-15,-1 0-4 0,0 0 4 16,-2 0 0-16,1 0-6 16,0 0 0-16,-1 0 1 15,1 0 7-15,-1 0 1 16,1 0-8-16,0 0 0 16,-2 1-1-16,0 0 0 15,-1 0 0-15,0-1 0 16,-1 1 0-16,2-1 0 15,-1 1 1-15,-1-1 1 16,0 0-1-16,-2 0 7 16,1 0-2-16,-1 0-5 15,1 0 7-15,0-2 1 16,3 0-8-16,1-1 8 0,0-1 4 16,2 0-4-1,0-1-1-15,2 0-2 0,-2 0-6 16,1 0 12-16,0 1-5 15,1 0 2-15,0 0-7 16,0 0 7-16,0 0-2 16,-1 0-1-16,0 0 2 15,6 0-2-15,6-2 1 16,5-1-5-16,3-1 11 16,-4 2-2-16,-5-1 5 15,-6 1-8-15,0 1-2 16,1 1 3-16,0-1-3 0,-5 1 3 15,-6 2 0-15,-6-1 0 16,-2 2-2-16,4-2 2 16,3 0 0-16,3 1-3 15,0-1 5-15,-3-1 4 16,-1 2 0-16,-4-1-2 16,-1 1-2-16,-5 0 5 15,-3 1 1-15,-4 0-4 16,-3 1-1-16,-3 0-1 15,-3-1-10-15,0 1 16 16,0 0-11-16,-1 0 4 16,0 0-9-16,0 0 1 15,0 0 5-15,0 0-7 16,-3 0-8-16,-7 0-42 16,-15 3-110-16,-32 19-127 15,3-2-418-15,-7 5-758 0</inkml:trace>
  <inkml:trace contextRef="#ctx0" brushRef="#br0" timeOffset="53561.99">11360 5763 101 0,'0'0'201'0,"0"0"397"16,0 0-468-16,0 0 16 16,0 0-5-16,0 0-3 15,9-41-2-15,4 33 1 16,3-2-33-16,3 2-19 16,4 2-22-16,1 2-2 15,1 2-15-15,0 2-8 16,0 0-6-16,-1 4 4 15,-1 4-11-15,-3 2-7 16,0 3 5-16,-3 2 4 16,-3 2-11-16,-3 3 2 15,-5 0 1-15,-3 4 15 16,-3 1 11-16,0 4-5 0,-5 6 3 16,-6 7-15-16,-2 6 11 15,2-5-8-15,3-9 3 16,5-10-5-16,3-8-7 15,0 2-3-15,1 4-2 16,7-2 4-16,3-2-3 16,3-3-5-16,4-4 5 15,3-5-2-15,4-4 1 16,3-2-7-16,2-3 1 16,-2-8-10-16,-2-3-1 15,-4-2 9-15,-4-1-9 16,-5 1-19-16,-5 3 10 15,-3 4 8-15,-3 2 1 16,-2 4 1-16,0 1 8 0,0 2 7 16,0 0-4-16,0 6-4 15,0 7 23-15,0 6 27 16,0 10 8-16,9 13 13 16,8 12-7-16,5 6 3 15,1 1-7-15,2-3-19 16,-2-3-24-16,0-1-2 15,1 0-7-15,-2-1 5 16,-2-1-1-16,-3 3-7 16,-3-1-2-16,-2-1-1 15,-4 0 7-15,-2 0 1 16,-4 0-12-16,-2-2 3 16,0-4-8-16,0-2 12 0,-1-6-5 15,-2-7 8 1,1-5-1-16,-1-9-9 0,0-2 0 15,0 1 4-15,-1-1-10 16,-1-2 0-16,0-4 1 16,1-4 0-16,-1-3 9 15,-2-2-9-15,0-1 7 16,-2 0-8-16,-2 0 0 16,-1 0 0-16,-1 0 1 15,-3 0 6-15,-2 0-7 16,-4 0 0-16,-1 4-1 15,-4 2 0-15,0 1 1 16,-2 1-1-16,0 1 1 0,-1-1-1 16,3 0 0-1,0-1 1-15,1-1 0 0,0-2 0 16,3 0 0-16,3-2 0 16,3 0 0-16,3-1 0 15,2 0-8-15,3 1 2 16,2-2-9-16,0 1 3 15,1 0-6-15,2 0-18 16,0 0 2-16,1-1-25 16,0 0-25-16,2 1-67 15,1-1-163-15,0 0-297 16,-1 0-395-16</inkml:trace>
  <inkml:trace contextRef="#ctx0" brushRef="#br0" timeOffset="53727.74">11696 7432 1475 0,'0'0'934'0,"0"0"-826"16,-44 5-90-16,36-3-4 16,4-1-14-16,4-1-173 15,0 0-509-15,1 0-363 0</inkml:trace>
  <inkml:trace contextRef="#ctx0" brushRef="#br0" timeOffset="56077.78">12417 5942 160 0,'0'0'994'0,"0"0"-742"0,0 0-29 16,0 0 4-16,0 0-19 16,0 0-13-16,0 0-60 15,0-23-36-15,9 16-35 16,4-1-15-16,4-1 9 15,1 0-22-15,4-1-11 16,-1 1-10-16,1 1-15 16,-2 0 0-16,-4 3-51 15,-3 2-79-15,-3 3-97 16,-6 0-148-16,-4 5-157 16,0 1-127-16</inkml:trace>
  <inkml:trace contextRef="#ctx0" brushRef="#br0" timeOffset="56250.73">12458 6016 1151 0,'0'0'216'15,"0"0"-121"-15,0 0 52 16,0 0 6-16,0 0-52 16,0 0 5-16,46-11-36 15,-21-4-51-15,3-4-19 16,12-11-83-16,-6 6-195 15,-7 2-387-15</inkml:trace>
  <inkml:trace contextRef="#ctx0" brushRef="#br0" timeOffset="56528.59">12672 5715 1315 0,'0'0'689'15,"0"0"-586"-15,0 0-74 16,0 0 11-16,0 0 86 16,0 0 25-16,50 20-10 15,-24-8-34-15,1 4-36 16,0 2 11-16,-5 0-12 16,-5 1-27-16,-4 1-10 15,-6 1 5-15,-5-1-21 16,-2 2 1-16,-9 0-6 0,-7 1-7 15,-3 1-5 1,-14 10-134-16,6-5-136 0,0-8-545 0</inkml:trace>
  <inkml:trace contextRef="#ctx0" brushRef="#br0" timeOffset="60109.78">12479 4782 68 0,'0'0'1312'0,"0"0"-1084"16,0 0 16-16,-47-26-39 16,31 26-62-16,0 2-47 15,-1 11-43-15,-2 5-14 16,0 4-1-16,1 4-5 15,4 0-17-15,5-2-5 16,6-3-10-16,3-4 1 16,3-6-4-16,6-4 4 15,3-4 12-15,1-3-14 0,1-3 0 16,-2-7-11 0,-1-4-7-16,0-3 16 0,-2-2-10 15,-2 0 11 1,-1 0 1-16,-2 5 0 0,-1 2 11 15,0 6 10-15,0 6-2 16,3 3-18-16,6 20 51 16,5 15 35-16,6 17-2 15,3 6-18-15,0 0 8 16,-3-5-5-16,-6-10-34 16,-4 0-15-16,-6-9-8 15,-4-8 4-15,-3-8-10 16,0-3 3-16,-6-1-5 15,-2 0-5-15,-4-2-1 0,-1-9 1 16,-2-6 0-16,0-8-15 16,-2-16-20-16,-1-13 10 15,7-10 7-15,3 3-8 16,6 9-8-16,2 12 7 16,2 9-1-16,7-1 1 15,2-3-25-15,5-1 1 16,2 1-13-16,1 0-6 15,1 0-15-15,-2 0-99 16,0 0 8-16,-4 1 9 16,-3 0 43-16,-5 0 74 15,-3 1 44-15,-3 1 6 16,0 1 63-16,-3 0 6 0,-2 2 23 16,-1 1 15-1,0 3-14-15,1 3 15 0,1 2 2 16,-1 3-11-16,2 0-30 15,0 8-46-15,1 4-6 16,1 5 13-16,1 3-2 16,0 2 0-16,1-2-4 15,7-2-12-15,3-3-10 16,1-4-1-16,3-4-1 16,1-4 11-16,0-3-11 15,-2-4-40-15,-1-7-26 16,-3-3-13-16,-3-2-1 15,-4-1-20-15,-2 0 41 16,-1 0 37-16,0 3 15 16,-2 2 7-16,-3 2 1 0,1 5 8 15,1 0-9-15,1 2 18 16,0 1 1-16,2 1 0 16,0 1 3-16,0 0-8 15,0 0-13-15,2 0 5 16,3 0 5-16,3 0 9 15,-1 1 0-15,1 6 8 16,1 1 16-16,0 2 6 16,2 0-4-16,-1 2-15 15,2-1-1-15,-1-1 15 16,2-2-13-16,-3-2-12 16,-1-4-7-16,-2-2-1 15,0 0 3-15,-1-8 2 16,-1-3-10-16,0-5 2 0,-1-3-8 15,-3-1 0-15,-1-1 6 16,0 0-7-16,-2 2-1 16,-4 4 0-16,-1 5-17 15,0 4-7-15,0 3-38 16,1 3 23-16,0 0-45 16,3 5-48-16,3 2-57 15,6 1-123-15,5-1-52 16,4-2-374-16</inkml:trace>
  <inkml:trace contextRef="#ctx0" brushRef="#br0" timeOffset="60566.75">12992 4704 469 0,'0'0'901'15,"0"0"-669"-15,0 0 74 16,0 0-73-16,0 0-50 15,0 0-67-15,-43 8-29 16,33 5 13-16,0 3-5 16,2 0-1-16,3 0-19 15,3-1-12-15,2-1-29 16,4-4-10-16,5-1-4 16,4-3-13-16,0-4-6 0,0-2 1 15,0-4-1-15,-3-6-1 16,-1-5-37-16,-4-2-2 15,-3-4 10-15,-2-3 20 16,-4-5 9-16,-8-5-1 16,-4-9 0-16,0 3-6 15,0 5 7-15,3 8 7 16,4 11-6-16,1 2 26 16,0 4 30-16,4 5-12 15,4 5-24-15,0 6-21 16,0 10 0-16,8 7 13 15,4 4 1-15,4 4 2 16,3 2-2-16,0 0-5 0,0 0-8 16,1-1-1-1,-2-3-54-15,6 2-178 0,-4-7-251 16,-4-9-341-16</inkml:trace>
  <inkml:trace contextRef="#ctx0" brushRef="#br0" timeOffset="60927.79">13129 4605 1629 0,'0'0'309'16,"0"0"-205"-16,0 0-32 16,0 0 80-16,0 39-18 15,6-22-45-15,2 2-12 0,-1-3-31 16,-1 0-7-1,-2-3-21-15,-1-4-3 0,-2-3-8 16,-1-4 6-16,0-2 4 16,0-8 20-16,-3-7-17 15,1-6-13-15,1-3 9 16,1-2-4-16,0 4 3 16,6 4 11-16,2 6 1 15,2 6-4-15,3 6-3 16,1 4 4-16,1 7 18 15,1 3-9-15,-2 2-26 16,-3 1-7-16,-1-1-13 16,-3-2-140-16,-2 1-45 0,-2-4-267 15,-3-6-415-15</inkml:trace>
  <inkml:trace contextRef="#ctx0" brushRef="#br0" timeOffset="61761.47">13302 4532 1091 0,'0'0'550'0,"0"0"-480"15,0 0 58-15,0 0 26 16,0 0-28-16,7 41-49 16,0-32-28-16,1-2-18 15,0-2-12-15,-2-4-12 0,1-1 5 16,0-4 21-1,3-6-13-15,0-6-11 0,0-3-7 16,1-3 5-16,-2-2-6 16,-3 1 0-16,-2 2 5 15,-4 5 3-15,0 5 56 16,-4 7 32-16,-5 4-3 16,-2 5-50-16,-1 9-9 15,-1 6 8-15,2 2-6 16,3 3-1-16,5-3-15 15,3-1-9-15,5-5-12 16,11-5-1-16,6-6-50 16,6-5 6-16,3-3-36 15,0-11-9-15,-3-3-90 16,-6-3-56-16,-7-3 56 16,-7-1 133-16,-7 1 47 0,-1 3 18 15,-4 3 65-15,-3 5 52 16,2 4 11-16,0 3-18 15,2 5-30-15,3 0-52 16,0 2-36-16,0 5 1 16,6 5-10-16,3 0 7 15,2 2-8-15,-1 1 0 16,0 1 1-16,-1 0-1 16,-3 0 2-16,-3-1 7 15,-3-2-3-15,0-2 1 16,0-1-1-16,-4-4-5 0,2-3 2 15,2-3-3-15,0-2-6 16,2-9-118-16,10-7 6 16,3-4-1-16,4-6 18 15,2-2 57-15,-1 0 22 16,-3 1 22-16,-5 3 0 16,-3 4 9-16,-4 6 14 15,-4 4 41-15,-1 5 54 16,0 4 37-16,0 3-48 15,0 0-58-15,0 1-40 16,0 6-8-16,1 3 5 16,4 3-6-16,1 0 0 15,1 2 1-15,1 0-1 16,0 0 1-16,-1 0-1 16,-3-1 1-16,-1 1-1 0,-3-3 5 15,0 0-5 1,-4-3-61-16,-5-1-58 0,-3-2-91 15,2-4-169-15,2-2-641 0</inkml:trace>
  <inkml:trace contextRef="#ctx0" brushRef="#br0" timeOffset="62188.56">14300 4122 1530 0,'0'0'328'16,"0"0"-188"0,0 0 61-16,0 0-6 0,-45 14-54 15,37-1-59-15,2 4-12 16,2 3-13-16,3 3-14 15,1 0-6-15,4-1-4 16,6-3-9-16,4-3-12 16,0-4-11-16,3-6 0 15,-1-4-1-15,-1-2-8 16,-2-6-24-16,-1-7-1 16,-5-4 20-16,-4-3-1 0,-3-5 13 15,-4 0 0-15,-9 0-12 16,-4 2 4-16,-2 5 9 15,-1 6-2-15,3 4-5 16,4 6 6-16,6 1-13 16,7 1-78-16,4 0-217 15,27 0-17-15,-2 0-194 16,0-2-542-16</inkml:trace>
  <inkml:trace contextRef="#ctx0" brushRef="#br0" timeOffset="62584.44">14439 3964 1425 0,'0'0'339'16,"0"0"149"-16,0 0-223 0,0 0 3 15,0 0-121-15,0 0-87 16,0 0 20-16,11 80 13 16,1-20-9-16,-1 2-4 15,1-1-6-15,-2-7-9 16,1-2-23-16,1-5-29 15,0-8-11-15,0-11-1 16,-2-9 0-16,1-5 0 16,1-2-1-16,-2-2-29 15,2-4-29-15,-4-6 2 16,-2-6 35-16,-1-10-12 16,-3-5-22-16,-2-6 7 15,0 0-21-15,-9 2 9 0,-5 3 27 16,-5 7-17-1,-3 6-12-15,-3 5 19 0,2 4 16 16,5 0 26-16,6 0 1 16,10 0-1-16,4 0-31 15,21 0 26-15,16-4 6 16,13-4-55-16,7 1-131 16,-13 1-196-16,-14 5-180 0</inkml:trace>
  <inkml:trace contextRef="#ctx0" brushRef="#br0" timeOffset="63284.71">13843 4841 1796 0,'0'0'271'0,"0"0"-54"15,0 0-21-15,0 0-85 16,0 0 52-16,49 69 35 0,-24 0-53 15,3 9-59-15,-3 3-23 16,-1-6-17-16,-5-10-1 16,-4-2-24-16,-2-10-8 15,-3-12-12-15,-4-12-1 16,-1-11-9-16,0-7-3 16,-1-2-10-16,1-5-5 15,-1-4-14-15,-2-5 26 16,-2-13 3-16,0-6-37 15,-5-3-4-15,-9-4 20 16,-6 0-1-16,-5 2-2 0,-5 5 26 16,-3 3 9-1,1 6 1-15,2 4 1 0,7 3-1 16,7 1 12-16,9 3-12 16,7-3-4-16,16-2-8 15,22-6-53-15,16-3-62 16,6-2-1-16,-7 2-25 15,-16 5-23-15,-18 4 64 16,-5 1 65-16,0 0 47 16,-3 0 13-16,0 1 59 15,-5 3 77-15,-2 4-8 16,0 0-24-16,0 5 60 16,1 7-20-16,1 2-42 15,0 1-45-15,0 0-31 16,-1-1-21-16,-2-3-3 15,0-1-15-15,0-3-50 0,-3-4-118 16,0-3-180-16,-2-4-162 16,-2-7-626-16</inkml:trace>
  <inkml:trace contextRef="#ctx0" brushRef="#br0" timeOffset="63543.43">14121 4893 1587 0,'0'0'242'16,"0"0"-5"-16,0 0-63 16,0 0-20-16,0 0-53 0,13 43-58 15,2-34-9 1,2-2-22-16,-3-3-4 0,-2-3 5 16,-4-1-4-16,-4-5 0 15,-3-5-4-15,-1-3-5 16,-3 0-16-16,-5 0-5 15,-3 3-31-15,2 1-37 16,1 5-25-16,4 4-97 16,3 0-116-16,1 3-485 0</inkml:trace>
  <inkml:trace contextRef="#ctx0" brushRef="#br0" timeOffset="63869.63">14351 4844 1868 0,'0'0'368'15,"0"0"-98"-15,0 0-54 16,0 0-13-16,0 0 11 16,13 41-58-16,1-10-31 15,2 10-33-15,0 9-5 16,-1 1-6-16,-4-9-32 15,-4-10-13-15,-3-11-9 16,0-3-12-16,1 3-7 16,1-1-7-16,0 1 1 15,-2-7 5-15,1-6-7 16,1-4-6-16,1-4-8 16,2-7-32-16,2-9-47 15,1-3-54-15,0-4-81 0,-3-7-245 16,-2 6-199-16,-5 3-675 0</inkml:trace>
  <inkml:trace contextRef="#ctx0" brushRef="#br0" timeOffset="64030.02">14334 5125 2036 0,'0'0'212'0,"0"0"-107"0,56-22-28 15,-13 4-28 1,16-4-49-16,-8 3-49 0,-8 4-506 0</inkml:trace>
  <inkml:trace contextRef="#ctx0" brushRef="#br0" timeOffset="64934.89">15083 4627 1267 0,'0'0'231'0,"0"0"-36"16,-44-14 47-16,21 14-91 15,1 0-37-15,1 6-27 16,3 5-9-16,5-1-24 16,5 1-14-16,5-1-18 15,3 0-19-15,3-4-3 16,10-1 0-16,3-5 2 16,4 0 7-16,4-7-9 0,2-7-13 15,-1-2 13 1,-1-3 1-16,-1-2 7 0,-3 2 2 15,-4 2 24-15,-3 5 47 16,-4 6 45-16,-2 6 9 16,-2 4-38-16,0 18 15 15,0 19 0-15,1 15-20 16,-1 8-13-16,1 3 3 16,0-3-10-16,1-6-22 15,2-4-23-15,1-6-15 16,0-11-11-16,-1-12 7 15,-2-9-8-15,-1-4 1 16,1-3-1-16,-1-2-13 0,-1-4-27 16,-1-3 2-16,-2-12 16 15,-2-6-28-15,0-5-8 16,-10-2 1-16,-4 2 23 16,-6 2-1-16,-2 4-7 15,-1 5 9-15,4 2 26 16,4 2 7-16,8-1 9 15,7 0 7-15,15-6-7 16,27-7-8-16,20-3-1 16,11 0 0-16,-3 8-71 15,-14 6-173-15,-21 9 6 16,-16 2-713-16</inkml:trace>
  <inkml:trace contextRef="#ctx0" brushRef="#br0" timeOffset="65498.74">13766 5890 1607 0,'0'0'205'0,"0"0"-114"0,0 0 101 16,-45-25 89-16,31 25-115 15,0 9-54-15,-4 15-15 16,-1 14 21-16,2 12-42 16,5-4-4-16,6-9-19 15,6-13-21-15,1-9-16 16,9-1-2-16,3 0-13 16,4-4 7-16,3-7-8 0,0-3-49 15,-2-13-36 1,-1-11-2-16,-3-13 8 0,-6-9 10 15,-3 3 32-15,-5 9 20 16,0 12 17-16,0 10 8 16,0 1-7-16,2 3 0 15,2 3-1-15,3 5-2 16,6 3 2-16,4 11 18 16,6 3-17-16,2 4 7 15,3 0-8-15,7 1-60 16,12 1-205-16,-7-6-311 15,-6-7-582-15</inkml:trace>
  <inkml:trace contextRef="#ctx0" brushRef="#br0" timeOffset="66003.66">14096 5827 879 0,'0'0'1105'15,"0"0"-942"-15,0 0 65 16,0 0-148-16,0 0-6 15,0 0 27-15,10 41 5 16,0-24-37-16,0 2-30 16,-3-1-18-16,-2-2-12 15,-1-4-3-15,-3-2-6 16,0-5 0-16,-1-5-18 16,0-2 16-16,-5-12-5 15,-3-6-17-15,2-6 11 16,0-4 13-16,3 2 6 15,2 4-1-15,1 5-5 16,2 7-11-16,7 7 11 0,1 5 0 16,3 2 17-16,4 9 12 15,0 3 0-15,0 1 0 16,-2 0-20-16,-3-1-3 16,-2 0 4-16,-5-4-9 15,-2-3 7-15,-3-3-1 16,0-4 7-16,0-3 46 15,-3-11-11-15,-1-6-31 16,1-4-8-16,3 0-1 16,0 0 3-16,7 5 0 15,1 6 14-15,3 5 1 0,3 5-9 16,2 3-3 0,1 4-3-16,2 8 0 0,-2 2-6 15,-1 2-6-15,-2 1-11 16,-1 5-127-16,-3-6-207 15,-3-3-490-15</inkml:trace>
  <inkml:trace contextRef="#ctx0" brushRef="#br0" timeOffset="66327.43">14408 5714 1618 0,'0'0'216'0,"0"0"-104"0,15 38 89 16,-3-22-39-16,2-2-73 16,0-2-30-16,-1-4-18 15,-3-5-12-15,-2-3 2 16,-3-2 16-16,-2-9 0 16,-1-5-15-16,-2-3-18 15,0-2-3-15,-3 1-10 16,-6 0-1-16,-1 4-14 15,-1 3-15-15,0 6 0 16,2 4-9-16,4 3-14 16,2 6-44-16,3 7-12 15,1 2-7-15,11 2-59 16,15 4-141-16,-3-4-38 0,0-5-19 16</inkml:trace>
  <inkml:trace contextRef="#ctx0" brushRef="#br0" timeOffset="66710.73">14647 5696 702 0,'0'0'377'16,"0"0"-27"-16,0 0 20 16,-2-38-67-16,-2 34-43 15,-1 3-61-15,0 1-56 16,0 8-84-16,0 5-1 16,1 4 33-16,2 4-15 15,2 2-23-15,0 0-19 16,3 0-15-16,3-3-10 15,2-3 0-15,1-6-8 0,-2-5-1 16,-1-6-27 0,1-3 13-16,-3-11-5 0,-2-13-17 15,-2-12 0-15,-9-14 12 16,-8-9-7-16,-3-1-1 16,2 6 15-16,4 18 5 15,6 13 7-15,3 16 5 16,3 9 18-16,1 1 31 15,1 5-45-15,0 16 2 16,11 13 0-16,9 11 8 16,5 2-4-16,-1-3-4 15,-4-11-5-15,-8-9-1 0,-3-6-123 16,3-1-84-16,-2-3-326 16,-1-5-260-16</inkml:trace>
  <inkml:trace contextRef="#ctx0" brushRef="#br0" timeOffset="67271.9">14822 5625 856 0,'0'0'731'0,"0"0"-667"15,0 0-22-15,0 0 2 16,0 0 4-16,0 0-5 15,0 0-11-15,36 30-12 16,-28-31-7-16,1-5 4 0,-2-4 0 16,-1 0-8-16,-2-2-8 15,-1 0 5-15,0 0 3 16,-3 4 41-16,0 1 63 16,0 5 42-16,-5 2 11 15,-3 1-58-15,1 8-56 16,-3 5 5-16,3 3 19 15,2 4 3-15,3-2-7 16,2 2-20-16,3-4-12 16,6-1-14-16,4-3-7 15,2-5-7-15,0-4-10 16,2-4 8-16,-2-6 0 16,0-7-1-16,-1-5-7 15,-4-5-2-15,-3-9-12 16,-4-10 11-16,-3-12-8 0,-6-4 9 15,-5 8 0-15,2 13 8 16,2 17-7-16,2 9 5 16,1 3 17-16,1 4 53 15,1 2-13-15,2 4-40 16,0 13-22-16,5 7 17 16,10 10-6-16,7 11-3 15,6 5-3-15,-2 2-5 16,-3-2-1-16,-6-2 0 15,-7-3-51-15,-3 2-112 16,-4-13-297-16,-3-6-462 0</inkml:trace>
  <inkml:trace contextRef="#ctx0" brushRef="#br0" timeOffset="67503.85">14685 6089 2297 0,'0'0'170'16,"0"0"-156"-16,0 0-1 15,0 0 17-15,58-36-18 16,-35 29-12-16,4 2-140 15,-5 3-409-15,-6-1-476 0</inkml:trace>
  <inkml:trace contextRef="#ctx0" brushRef="#br0" timeOffset="67694.77">14691 6188 1790 0,'0'0'149'0,"0"0"-135"16,0 0 43-16,56-36-22 15,-31 20-19-15,6-4-16 16,-6 2-53-16,-7 4-542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6-01-24T04:28:43.495"/>
    </inkml:context>
    <inkml:brush xml:id="br0">
      <inkml:brushProperty name="width" value="0.05292" units="cm"/>
      <inkml:brushProperty name="height" value="0.05292" units="cm"/>
      <inkml:brushProperty name="color" value="#FF0000"/>
    </inkml:brush>
  </inkml:definitions>
  <inkml:trace contextRef="#ctx0" brushRef="#br0">4055 2183 1510 0,'0'0'361'15,"-7"-56"-207"-15,7 39 57 0,7 5-13 16,8 3-69-16,14 4-88 15,20 7-32-15,14 23 5 16,3 13 45-16,-9 13 3 16,-20 5 46-16,-23 1-26 15,-14 4 3-15,-11 0-13 16,-20 0-6-16,-8-7-3 16,0-11-14-16,8-14-2 15,10-12-16-15,8-10-4 16,4-3-18-16,5-4 9 15,4-13-5-15,23-20-13 16,19-21-13-16,12-9-38 16,3-2 6-16,-4 4-3 15,-11 8 6-15,-7 4-7 16,-8 5 4-16,-9 10 1 0,-6 8-21 16,-6 9 29-16,-4 6-12 15,-2 2 22-15,0 1 17 16,0 3-1-16,0 5 10 15,-5 5-9-15,-5 15-10 16,-4 14 19-16,2 13 49 16,7 5-18-16,5-4 1 15,9-10 22-15,5-13-7 16,2-8-14-16,3-5-9 16,5-1-12-16,4-3-1 15,2-3-10-15,-3-5 6 16,-4-4-1-16,-6-10 0 0,-4-4-5 15,-5-5 5-15,-5 0 0 16,-1 2-4-16,-2 5 4 16,0 6 7-16,0 7 1 15,0 3-10-15,0 6-3 16,0 10-1-16,-1 5 7 16,1 4 16-16,0 3 13 15,0 1-9-15,2 0-27 16,6 13-12-16,-2-7-219 15,-1-6-737-15</inkml:trace>
  <inkml:trace contextRef="#ctx0" brushRef="#br0" timeOffset="1961.07">5736 1967 1639 0,'0'0'318'15,"0"0"-97"-15,14-36-41 16,-1 30-75-16,6 6-33 0,2 5-10 16,5 19 16-16,2 14 14 15,-5 14 14-15,-9 4-24 16,-14-3-26-16,-1-14-12 16,-10-12 3-16,0-7-23 15,0-4-11-15,2-2-13 16,0-2 1-16,4-5 10 15,5-7-2-15,2-11-3 16,16-19-6-16,12-14-18 16,4-6-4-16,-1 0 2 0,-8 12-10 15,-11 13 14-15,-7 6 4 16,-1 6 12-16,-3 0 1 16,-1 4 0-16,-2 1 14 15,0 5 27-15,0 3 4 16,-7 6-20-16,-1 16-16 15,1 13 1-15,3 11 7 16,4-1-6-16,1-10-6 16,7-10-6-16,2-9 6 15,5 2-6-15,4 1-45 16,2 0-131-16,7-8-157 16,-4-5-286-16,-5-6-301 0</inkml:trace>
  <inkml:trace contextRef="#ctx0" brushRef="#br0" timeOffset="2269.08">6175 2101 1283 0,'0'0'549'0,"0"0"-247"16,0 0-82-16,0 0-69 15,0 0-70-15,0 0-5 16,39-14 9-16,-32 33 21 16,-2 3-15-16,-3 4-12 15,-2 2-7-15,-6 0-27 16,-3-1-14-16,-3-2-14 15,1-4-17-15,2-6 1 16,2-6 0-16,4-5 10 16,3-4 8-16,0 0 4 15,0-3 11-15,0-2-19 16,0-1-9-16,2 3-4 0,3 1 5 16,4 2-6-16,3 0-1 15,3 0 0-15,4 0 1 16,1 1-1-16,0 1-27 15,7-2-134-15,-4-1-209 16,-5-5-561-16</inkml:trace>
  <inkml:trace contextRef="#ctx0" brushRef="#br0" timeOffset="2435.2">6395 2046 1633 0,'0'0'303'0,"0"0"-37"16,0 0-186-16,0 0-54 0,0 0-14 16,57-15-12-16,-30 13-51 15,-5 1-431-15,-6 1-618 16</inkml:trace>
  <inkml:trace contextRef="#ctx0" brushRef="#br0" timeOffset="2582.61">6437 2159 1661 0,'0'0'311'0,"0"0"-86"15,0 0-128-15,48-3-33 0,0-10-46 16,11-8-18 0,-6 3-201-16,-12 2-610 0</inkml:trace>
  <inkml:trace contextRef="#ctx0" brushRef="#br0" timeOffset="2945.79">6791 1817 1840 0,'0'0'392'16,"0"0"-230"-16,0 0-81 15,0 0 53-15,57 51 32 16,-38-24-13-16,-5 2-51 15,-6 1-32-15,-7-2-25 16,-2-1-3-16,-11-2-16 0,-4-2-14 16,-4-3-5-16,2-5-7 15,1-5 1-15,4-6-1 16,4-4-1-16,3-7-29 16,3-6 9-16,3-2 6 15,0 1 6-15,3 2 9 16,6 6-1-16,3 3-5 15,4 3 6-15,6 1 0 16,3 6 0-16,4 1 11 16,1 2-10-16,0 0-2 15,0 0-33-15,8 0-181 16,-8-2-133-16,-5-4-590 0</inkml:trace>
  <inkml:trace contextRef="#ctx0" brushRef="#br0" timeOffset="3552.84">7117 1828 1164 0,'0'0'916'15,"0"0"-634"-15,0 0-128 16,0 0-93-16,0 0 11 16,52 10 29-16,-31 11-1 15,-1 4-22-15,-4 3-8 16,-7 1-7-16,-8-2-17 15,-1 1-19-15,-12-3-10 16,-4-2-4-16,-1-5-11 0,2-4 3 16,4-6-5-16,6-7-14 15,5-4-10-15,8-17-61 16,14-15-15-16,11-15 27 16,2-11-10-16,-2 0 6 15,-7 3 28-15,-8 12 38 16,-5 10 11-16,-5 12 0 15,-5 9 23-15,-2 6 30 16,-1 2 64-16,0 3 46 16,-6 4-36-16,-3 6-70 15,-3 17-30-15,-1 13 22 16,5 11 5-16,7 5-12 16,1-10-17-16,11-11-7 15,3-14-6-15,4-3-4 0,12 0-7 16,0-3 10-1,6-2 1-15,-3-7-12 0,-8-2-25 16,-1-7-10 0,-5-7 8-16,-5-3 12 0,-7-4 14 15,-2 0 1-15,-4 3 1 16,-1 4 14-16,0 6 25 16,0 8 13-16,0 2-20 15,-2 11-23-15,0 7 20 16,0 3 9-16,2 3-4 15,0 1-8-15,0 0-15 16,3 0-5-16,1 1-7 16,-1-2-64-16,-3 7-128 0,-5-7-432 15,-3-7-1319-15</inkml:trace>
  <inkml:trace contextRef="#ctx0" brushRef="#br0" timeOffset="4632.85">6332 1185 1947 0,'0'0'271'0,"0"0"-59"16,-26-35 2-16,19 26-9 16,2 5-119-16,1 4-48 15,1 6-17-15,1 19-14 16,0 19-5-16,2 14 23 15,0 4 20-15,3-6-15 16,0-15-11-16,-1-15-10 16,-1-6-9-16,-1-4-66 15,0 1-140-15,-3-2-23 16,-5-2-111-16,-2-9 14 0,-1-4 109 16,-4-9 130-16,2-8 87 15,1-5 16-15,0-1 103 16,5 1 76-16,3 4-16 15,4 6-3-15,0 7-54 16,8 5-70-16,7 5-3 16,5 7 27-16,7 4-8 15,8 4-30-15,9 0-4 16,-3-3-4-16,-3-5-18 16,-8-5-3-16,-7-6-8 15,-1-1-1-15,-1 0-36 0,-5-9-7 16,-5-3 5-16,-5-6 25 15,-4-2 2-15,-2-2 3 16,-1-2 7-16,-6 2 1 16,1 3 1-16,1 6 27 15,-1 9 17-15,2 4-23 16,1 15-21-16,-2 7-1 16,2 6 6-16,0 1-4 15,1 2 5-15,2-1-7 16,0-2-30-16,13-1-163 15,0-5-338-15,0-8-698 0</inkml:trace>
  <inkml:trace contextRef="#ctx0" brushRef="#br0" timeOffset="4738.06">6728 1468 1395 0,'0'0'189'15,"0"0"-189"-15,0 0-13 16,-43 24-491-16</inkml:trace>
  <inkml:trace contextRef="#ctx0" brushRef="#br0" timeOffset="5385.8">4559 2864 1644 0,'0'0'280'0,"0"0"11"16,0 0 8-16,0 0-51 15,0 0-65-15,0 0-85 16,0 0-25-16,8 70 9 16,2-19-25-16,0-8 8 15,-4-12-31-15,-1-13-18 16,1 0-16-16,12 7-21 15,-2-3-188-15,2-4-453 0</inkml:trace>
  <inkml:trace contextRef="#ctx0" brushRef="#br0" timeOffset="6037.17">6698 2463 1393 0,'0'0'517'15,"0"0"-219"-15,0 0-15 16,-9-40-75-16,9 31-53 15,8 0-58-15,4 3-40 16,4 6-17-16,4 1 1 16,-1 11 4-16,-1 5-8 15,-5 5-2-15,-5 2 8 16,-7 1-5-16,-1 2-10 0,-12-1 2 16,-4 0-11-1,-3-3-5-15,0-3-7 0,1-5-1 16,4-4-5-16,4-6 0 15,3-5 8 1,0-6 6-16,4-7-7 0,1-3-8 16,2 0 0-16,0 2 2 15,0 6 7-15,5 6-2 16,3 2-5-16,3 5 13 16,6 7 10-16,3 1 5 15,10 3 6-15,13-1-4 16,15-3-11-16,6-5-8 15,1-7-6-15,-6-3-7 16,-17-2-8-16,-8-1-89 16,-12 2-183-16,-14 1-539 0</inkml:trace>
  <inkml:trace contextRef="#ctx0" brushRef="#br0" timeOffset="7388.56">4626 3645 1160 0,'0'0'366'0,"0"0"0"15,0 0-49-15,-10-46-44 16,10 30-95-16,0-1-17 15,9 0-47-15,5 4-32 16,7 3-19-16,3 6-12 16,2 4-5-16,1 10-2 15,-4 8 1-15,-5 7 7 16,-8 8-3-16,-10 9-17 16,-14 6-8-16,-13 1 4 0,-3-9-8 15,5-11-8-15,8-12-11 16,5-4-1-16,1-2 0 15,2-3 0-15,0-5 1 16,4-3 10-16,1-8-2 16,3-8-9-16,1-3 0 15,3-1 6-15,9 3-5 16,4 5 0-16,5 6 0 16,8 5 5-16,11 1-5 15,9 11 5-15,3 1-6 16,2-1-1-16,-1-4-11 15,2-7-93-15,-12 0-253 16,-7-6-754-16</inkml:trace>
  <inkml:trace contextRef="#ctx0" brushRef="#br0" timeOffset="7997.28">7093 2773 1866 0,'0'0'513'16,"0"0"-256"-16,0 0-99 16,-1 34-4-16,-1 6 14 15,-1 12-39-15,-1 3-14 16,-1-8-39-16,-1-14-11 15,2-13-16-15,1-2-8 16,-1 3-17-16,1 1-8 16,-1 1-10-16,4-4-5 0,0-7-1 15,4-4 0 1,5-5-15-16,5-3-7 0,4-5-2 16,2-8-11-16,1-3 7 15,-1-4-8-15,-3-2 1 16,-4-1 8-16,-2 2 11 15,-5 2 15-15,-2 5-4 16,-2 5 5-16,-2 7 18 16,0 2 6-16,3 16-5 15,1 16 8-15,5 14 38 16,3 6-13-16,0 1-14 16,0-3-20-16,-5-4-9 0,-5 4-9 15,-2 1-37-15,-12 0-101 16,-1-13-213-16,-3-6-696 0</inkml:trace>
  <inkml:trace contextRef="#ctx0" brushRef="#br0" timeOffset="9011.18">4850 4189 1292 0,'0'0'230'16,"0"-34"43"-16,2 14-27 16,6-2-33-16,5 5-48 15,4 3-45-15,3 6-31 0,3 6-23 16,2 2-17-16,-4 11-4 15,-3 7-6-15,-7 6 10 16,-7 4 2-16,-4 3 4 16,-7 0-16-16,-6-1-15 15,-1-4-8-15,1-6-14 16,3-6 7-16,5-5-8 16,4-5 14-16,1-4 24 15,0 0 4-15,10 0-17 16,6-4-8-16,7 0 13 15,7 1-5-15,4 3 13 16,1 0-8-16,-2 5-4 16,-3 5-8-16,-5 4 2 15,-7 2-4-15,-6 4 1 16,-9 3-2-16,-6 6 11 0,-22 9-6 16,-15 7-4-16,-10 1-8 15,-3-3-9-15,11-11-15 16,16-11-66-16,13-9-139 15,11-7-367-15,2-5-902 0</inkml:trace>
  <inkml:trace contextRef="#ctx0" brushRef="#br0" timeOffset="9858.27">7315 3671 823 0,'0'0'704'0,"0"0"-402"16,0 0-12-16,0 0-51 16,-50 21-86-16,30 17 2 15,-1 20 16-15,3 7-18 16,6 0-28-16,8-15-36 16,4-18-19-16,4-11-23 15,6-3-21-15,5 0-11 0,4-2-6 16,4-1-7-16,1-7 7 15,-2-8-8-15,-3 0 5 16,-5-8-5-16,-4-6 8 16,-6-1-9-16,-4 0 0 15,-1 0-1-15,-10 3-8 16,-5 4-4-16,-2 4-17 16,-3 4-31-16,1 4-55 15,1 14-108-15,6-2-91 16,6-3-542-16</inkml:trace>
  <inkml:trace contextRef="#ctx0" brushRef="#br0" timeOffset="10175.1">7657 4949 2208 0,'0'0'270'0,"0"0"-193"0,0 0-77 16,0 0 0-16,0 0-82 16,-39 68-153-16,24-30-75 15,-1-2-608-15</inkml:trace>
  <inkml:trace contextRef="#ctx0" brushRef="#br0" timeOffset="10333.75">7743 5635 1906 0,'0'0'229'15,"0"0"-229"-15,-13 39-55 16,13-19-88-16,2-6-126 16,4-4-736-16</inkml:trace>
  <inkml:trace contextRef="#ctx0" brushRef="#br0" timeOffset="10499.26">7889 5895 1119 0,'0'0'1050'0,"0"0"-944"15,0 0-106-15,0 0-63 0,0 0-42 16,0 0-233-1,0 0-421-15</inkml:trace>
  <inkml:trace contextRef="#ctx0" brushRef="#br0" timeOffset="11556.51">9190 1274 1573 0,'0'0'250'16,"0"0"-120"-16,0 0 8 15,9 48 71-15,-1-27-32 0,4 3-90 16,3-3-27-1,4-3-12-15,3-4-10 16,1-2-8-16,2-6-1 0,1-3-16 16,-2-3-3-16,-3-2-4 15,-5-7-5-15,-6-2 0 16,-6-4 5-16,-4-1-5 16,0-2 5-16,-6 0 0 15,0 3 0-15,0 4 9 16,2 6 7-16,3 5-7 15,1 2 0-15,0 12-15 16,0 7 18-16,4 11 27 16,8 10 1-16,6 9-5 15,5 3 14-15,0-1 24 16,-1-6-20-16,-3-5-2 0,-2-1-1 16,-3-8-15-1,-5-6-23-15,-4-7 3 0,-3-2-8 16,-2 1-1-16,0 0 3 15,-8 1-3-15,-7-5 0 16,-15-1-3-16,-19-3-7 16,-27 3-2-16,-16 2-86 15,15-3-188-15,11 1-414 0</inkml:trace>
  <inkml:trace contextRef="#ctx0" brushRef="#br0" timeOffset="14409.1">3973 1573 205 0,'0'0'1195'16,"0"0"-961"-16,-26-50 20 0,16 32-11 16,1 3-18-1,3 4-56-15,2 4-56 16,2 4-68-16,2 3-20 0,0 6-13 15,6 13-12-15,12 15 2 16,6 12 16-16,2 4 23 16,-5-7 13-16,-5-12-15 15,-8-12-17-15,-2-2-21 16,-1 3-1-16,-2 0 0 16,-3 2-43-16,0-4-55 15,-10-4-26-15,-6-3-37 16,-4-6-2-16,-3-4 66 15,-2-1 43-15,-2-11 47 16,2-4 7-16,2-4 21 16,4 1 2-16,6 3 31 0,6 3 54 15,7 4-3-15,0 5-52 16,14 3-32-16,8 0 6 16,9 2 6-16,11 3-4 15,9-2-11-15,-4-1-7 16,-10-2-10-16,-11 0 5 15,-8-4-5-15,0-3-1 16,-1-1 1-16,0-3-1 16,-7 0 1-16,-4-3 0 15,-5-3 0-15,-1 0 7 16,0-2-8-16,-5 0 0 16,-1 3 0-16,1 3 1 15,3 6 14-15,1 7 41 0,1 5-33 16,2 18-10-16,5 16 3 15,2 20 8-15,-4 12-24 16,-5 6 0-16,-1-18-52 16,-10-13-444-16</inkml:trace>
  <inkml:trace contextRef="#ctx0" brushRef="#br0" timeOffset="27472.09">5733 1715 309 0,'0'0'43'15,"0"0"51"-15,0 0 328 16,0 0-191-16,0 0-57 16,0 0-23-16,-32 2-28 15,21 1 10-15,-2 3-8 16,0 1-3-16,-1 5 5 15,-2 3-23-15,-2 6-6 0,-3 10 4 16,-3 10-12-16,-1 13-6 16,1 3-10-16,8-1 8 15,4-6 10 1,9-8-15-16,3-7 8 0,0-8-31 16,5-5-14-16,5-3-10 15,2 2-9-15,5 4-6 16,4 3-3-16,4-2-3 15,1-1-2-15,4 0-6 16,0 0 5-16,-1-1-5 16,-4-1 1-16,-3 2-1 15,-3-1 0-15,-8 1 0 0,-5 3 1 16,-6 0-1-16,0 2-1 16,-9 0-5-16,-5 0 3 15,-1-3-5-15,-3-3 6 16,1-4-20-16,1-6 5 15,1-6 5-15,4-6 6 16,4-2 5-16,2-5 0 16,5-5-11-16,1 0 2 15,10 1 8-15,3 2 1 16,4 4 0-16,2 3 8 16,0 3 2-16,0 10-4 15,3 11 9-15,0 15-3 16,2 13 6-16,-2 7 5 0,-4 1 17 15,-3-2-1-15,-2-2-4 16,-2 6 1-16,1 3-11 16,1 1 0-16,2 0-1 15,2-1-10-15,2-2-5 16,0 0 1-16,1-1-1 16,2-2-3-16,0-1 11 15,0 1-8-15,0-1-8 16,2 2 8-16,-1-1-3 15,1 2 0-15,1 1 0 16,-2 2 0-16,1 1 2 16,0 0 2-16,0 3-2 15,0 0-3-15,1 0-5 16,1 2 0-16,1 2-1 16,0-2 1-16,2 2 1 0,-2-1 12 15,-1 0-8-15,-2 1-5 16,-1 2-1-16,-2-1 0 15,-2 1 1-15,0-2 11 16,-2-2-5-16,-1 0-1 16,0-2-5-16,-2-2 0 15,1-4 1-15,-2-3 0 16,0-4 6-16,0-3-6 16,0-3 13-16,0-5-8 15,0-3-5-15,-1-8 0 16,-3-7 1-16,-1-6-1 15,-2-3 0-15,1 0 0 16,3 0-1-16,-1-1 1 0,0-4 0 16,-1-5-1-16,-1-3-9 15,0-5-10-15,-2 0-28 16,0-6-31-16,0-5-62 16,-1-15-158-16,-1 4-266 15,-2 0-305-15</inkml:trace>
  <inkml:trace contextRef="#ctx0" brushRef="#br0" timeOffset="27605.91">7061 5855 2462 0,'0'0'295'16,"0"0"-234"-16,0 0-61 0,0 0-27 15,0 0-203-15,-22-37-656 0</inkml:trace>
  <inkml:trace contextRef="#ctx0" brushRef="#br0" timeOffset="28997.02">7705 1376 1166 0,'0'0'226'16,"0"0"-87"-16,0 0-37 15,15-37 26-15,-2 26 13 16,3 2-25-16,3 4-15 15,2 5-29-15,2 2 3 16,0 11-13-16,-3 7-2 16,-1 10-7-16,-4 11-13 15,-5 10 24-15,-6 6-1 16,-4-3 10-16,-5-5 4 16,-2-7 4-16,3-3-26 15,3-6-16-15,1-8-18 0,2-6-9 16,8-2-7-16,3 1-4 15,7-2-1-15,4 0 6 16,3-8-4-16,3-7-2 16,-1-3 0-16,-2-12-33 15,-4-4-4-15,-4-5 9 16,-7-3 4-16,-4 3 13 16,-6 1 11-16,-2 3 0 15,0 7 9-15,0 6 14 16,-2 4 32-16,-1 2-3 15,0 17-25-15,-2 17-10 16,2 19 41-16,3 10 15 0,0 2-5 16,12-2-8-16,3-2-7 15,6 3-15-15,5 3-1 16,6 5 2-16,4 3-3 16,2 2-19-16,1 4 8 15,-1 2-1-15,-1 2 0 16,-2 4-4-16,0 3 7 15,-1 4-12-15,-3 5-5 16,-1 3 4-16,-2 2 7 16,0 5-3-16,-1-1 13 15,-2 3-30-15,3-3-1 16,0 0 11-16,1 0 8 16,1-3-18-16,-1-3 0 15,1-3 1-15,-2-1 10 16,-2 0-5-16,-2-3-6 0,-1-3 0 15,-1-6-1-15,-1-3 1 16,-2-3 5-16,-2-5 2 16,-2-2-8-16,-2-6-2 15,-6-5 2-15,-2-6 0 16,-4-8 8-16,-1-10-7 16,0-10 5-16,0-9-5 15,-4-4-1-15,-1 0-8 16,-1-2 7-16,-1-1 1 15,-1-5 1-15,-1-5 0 16,-3-4 1-16,-2 0 4 16,-2 0-6-16,-2-1 0 0,-4-1 0 15,-1 0-1 1,-2 1-19-16,-1 1-5 0,0-2-11 16,3 2-17-16,5-1-34 15,3-2-31-15,11-4-99 16,4 1-270-16,0-2-398 0</inkml:trace>
  <inkml:trace contextRef="#ctx0" brushRef="#br0" timeOffset="29178.58">9066 5327 2583 0,'0'0'303'15,"0"0"-211"-15,-51 6-59 0,38-6-22 16,4 0-11-16,5-1-35 16,4-10-84-16,2 0-166 15,4 0-512-15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9037511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oogle.com/search?sca_esv=e095f87150e1c090&amp;sxsrf=AE3TifOibo4dGfUvLRxtGOCtCdR_wB7ahA:1763266442726&amp;q=partial+derivatives&amp;sa=X&amp;ved=2ahUKEwii6tmv5_WQAxV_yTgGHfxxKUgQxccNegQIEh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www.google.com/search?sca_esv=e095f87150e1c090&amp;sxsrf=AE3TifOibo4dGfUvLRxtGOCtCdR_wB7ahA:1763266442726&amp;q=gradient+descent&amp;sa=X&amp;ved=2ahUKEwii6tmv5_WQAxV_yTgGHfxxKUgQxccNegQIERAB&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5" Type="http://schemas.openxmlformats.org/officeDocument/2006/relationships/hyperlink" Target="https://www.google.com/search?sca_esv=e095f87150e1c090&amp;sxsrf=AE3TifOibo4dGfUvLRxtGOCtCdR_wB7ahA:1763266442726&amp;q=biases&amp;sa=X&amp;ved=2ahUKEwii6tmv5_WQAxV_yTgGHfxxKUgQxccNegQIEhAD&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 Id="rId4" Type="http://schemas.openxmlformats.org/officeDocument/2006/relationships/hyperlink" Target="https://www.google.com/search?sca_esv=e095f87150e1c090&amp;sxsrf=AE3TifOibo4dGfUvLRxtGOCtCdR_wB7ahA:1763266442726&amp;q=weights&amp;sa=X&amp;ved=2ahUKEwii6tmv5_WQAxV_yTgGHfxxKUgQxccNegQIEhAC&amp;mstk=AUtExfC5yNFzovkJs4t2q29WHUvQIqynEf0K9qke9GC1C0V05E8URGm8fQ0uRcxMQIHmGf3rd0gVDWAvu61WT7FYtcS_48CrgV0lwOPUFluU_IcfdoObEzD7vyBC5KLPa9qx9IuQUBsDKuqJyn2DFXsagqjI_6lh3vPsdrqd4brSKuxTZsZoCU4frPtnWmNjhFpdoc5yCOtriapyp7Qt55g83JE0HLv7YuL32CJC-ltOB0jKJPoeqZJBAvXGlD4-cP93ZHqnXuoNYp_BcfsX7Lxq3H-t&amp;csui=3"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7402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933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4893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5327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2850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641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9541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850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9124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1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450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4241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1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1214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1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37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1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8556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8575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4006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1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4718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b>
                        <m:r>
                          <a:rPr lang="ar-AE" sz="1100" b="0" i="1" u="none" strike="noStrike" cap="none">
                            <a:solidFill>
                              <a:srgbClr val="000000"/>
                            </a:solidFill>
                            <a:latin typeface="Cambria Math" panose="02040503050406030204" pitchFamily="18" charset="0"/>
                            <a:ea typeface="Arial"/>
                            <a:cs typeface="Arial"/>
                            <a:sym typeface="Arial"/>
                          </a:rPr>
                          <m:t>𝑖</m:t>
                        </m:r>
                      </m:sub>
                    </m:sSub>
                  </m:oMath>
                </a14:m>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Choice>
        <mc:Fallback xmlns="">
          <p:sp>
            <p:nvSpPr>
              <p:cNvPr id="426" name="Google Shape;426;p1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 squared error loss, commonly known as Mean Squared Error (MSE), is a widely used objective function in neural networks, particularly for regression tasks where the goal is to predict continuous numerical values.</a:t>
                </a:r>
              </a:p>
              <a:p>
                <a:r>
                  <a:rPr lang="en-US" sz="1100" b="1" i="0" u="none" strike="noStrike" cap="none" dirty="0">
                    <a:solidFill>
                      <a:srgbClr val="000000"/>
                    </a:solidFill>
                    <a:effectLst/>
                    <a:latin typeface="Arial"/>
                    <a:ea typeface="Arial"/>
                    <a:cs typeface="Arial"/>
                    <a:sym typeface="Arial"/>
                  </a:rPr>
                  <a:t>Definition and Calculation:</a:t>
                </a:r>
              </a:p>
              <a:p>
                <a:r>
                  <a:rPr lang="en-US" sz="1100" b="0" i="0" u="none" strike="noStrike" cap="none" dirty="0">
                    <a:solidFill>
                      <a:srgbClr val="000000"/>
                    </a:solidFill>
                    <a:effectLst/>
                    <a:latin typeface="Arial"/>
                    <a:ea typeface="Arial"/>
                    <a:cs typeface="Arial"/>
                    <a:sym typeface="Arial"/>
                  </a:rPr>
                  <a:t>The MSE loss quantifies the average of the squared differences between the predicted output of the neural network and the true, or actual, target values. </a:t>
                </a:r>
                <a:endParaRPr lang="en-US" sz="1100" b="1" i="0" u="none" strike="noStrike" cap="none" dirty="0">
                  <a:solidFill>
                    <a:srgbClr val="000000"/>
                  </a:solidFill>
                  <a:effectLst/>
                  <a:latin typeface="Arial"/>
                  <a:ea typeface="Arial"/>
                  <a:cs typeface="Arial"/>
                  <a:sym typeface="Arial"/>
                </a:endParaRPr>
              </a:p>
              <a:p>
                <a:r>
                  <a:rPr lang="en-US" sz="1100" b="1" i="0" u="none" strike="noStrike" cap="none" dirty="0">
                    <a:solidFill>
                      <a:srgbClr val="000000"/>
                    </a:solidFill>
                    <a:effectLst/>
                    <a:latin typeface="Arial"/>
                    <a:ea typeface="Arial"/>
                    <a:cs typeface="Arial"/>
                    <a:sym typeface="Arial"/>
                  </a:rPr>
                  <a:t>Differentiable: </a:t>
                </a:r>
                <a:r>
                  <a:rPr lang="en-US" sz="1100" b="0" i="0" u="none" strike="noStrike" cap="none" dirty="0">
                    <a:solidFill>
                      <a:srgbClr val="000000"/>
                    </a:solidFill>
                    <a:effectLst/>
                    <a:latin typeface="Arial"/>
                    <a:ea typeface="Arial"/>
                    <a:cs typeface="Arial"/>
                    <a:sym typeface="Arial"/>
                  </a:rPr>
                  <a:t>This allows for the efficient calculation of gradients needed to update the network's parameters.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Convexity:</a:t>
                </a:r>
                <a:r>
                  <a:rPr lang="en-US" sz="1100" b="0" i="0" u="none" strike="noStrike" cap="none" dirty="0">
                    <a:solidFill>
                      <a:srgbClr val="000000"/>
                    </a:solidFill>
                    <a:effectLst/>
                    <a:latin typeface="Arial"/>
                    <a:ea typeface="Arial"/>
                    <a:cs typeface="Arial"/>
                    <a:sym typeface="Arial"/>
                  </a:rPr>
                  <a:t> F</a:t>
                </a:r>
                <a:r>
                  <a:rPr lang="en-US" dirty="0"/>
                  <a:t>For a given set of </a:t>
                </a:r>
                <a:r>
                  <a:rPr lang="en-US" dirty="0">
                    <a:effectLst/>
                  </a:rPr>
                  <a:t>𝑁 </a:t>
                </a:r>
                <a:r>
                  <a:rPr lang="en-US" dirty="0"/>
                  <a:t>data points, where </a:t>
                </a:r>
                <a:r>
                  <a:rPr lang="en-US" dirty="0" err="1"/>
                  <a:t>y</a:t>
                </a:r>
                <a:r>
                  <a:rPr lang="en-US" sz="1100" b="0" i="0" u="none" strike="noStrike" cap="none" dirty="0" err="1">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 </a:t>
                </a:r>
                <a:r>
                  <a:rPr lang="en-IN" dirty="0"/>
                  <a:t>represents the true value and </a:t>
                </a:r>
                <a:r>
                  <a:rPr lang="ar-AE" sz="1100" b="0" i="0" u="none" strike="noStrike" cap="none">
                    <a:solidFill>
                      <a:srgbClr val="000000"/>
                    </a:solidFill>
                    <a:latin typeface="Cambria Math" panose="02040503050406030204" pitchFamily="18" charset="0"/>
                    <a:ea typeface="Arial"/>
                    <a:cs typeface="Arial"/>
                    <a:sym typeface="Arial"/>
                  </a:rPr>
                  <a:t>𝑦 ̂_𝑖</a:t>
                </a:r>
                <a:r>
                  <a:rPr lang="en-US" dirty="0">
                    <a:effectLst/>
                  </a:rPr>
                  <a:t> </a:t>
                </a:r>
                <a:r>
                  <a:rPr lang="en-IN" dirty="0"/>
                  <a:t>represents the predicted value for the </a:t>
                </a:r>
                <a:r>
                  <a:rPr lang="en-IN" dirty="0">
                    <a:effectLst/>
                  </a:rPr>
                  <a:t>𝑖</a:t>
                </a:r>
                <a:r>
                  <a:rPr lang="en-IN" dirty="0"/>
                  <a:t>-</a:t>
                </a:r>
                <a:r>
                  <a:rPr lang="en-IN" dirty="0" err="1"/>
                  <a:t>th</a:t>
                </a:r>
                <a:r>
                  <a:rPr lang="en-IN" dirty="0"/>
                  <a:t> data point</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or many simpler models, MSE can be a convex function, meaning there is a single global minimum that optimization algorithms can reliably find.</a:t>
                </a:r>
              </a:p>
              <a:p>
                <a:r>
                  <a:rPr lang="en-US" sz="1100" b="1" i="0" u="none" strike="noStrike" cap="none" dirty="0">
                    <a:solidFill>
                      <a:srgbClr val="000000"/>
                    </a:solidFill>
                    <a:effectLst/>
                    <a:latin typeface="Arial"/>
                    <a:ea typeface="Arial"/>
                    <a:cs typeface="Arial"/>
                    <a:sym typeface="Arial"/>
                  </a:rPr>
                  <a:t>Smoothness:</a:t>
                </a:r>
                <a:r>
                  <a:rPr lang="en-US" sz="1100" b="0" i="0" u="none" strike="noStrike" cap="none" dirty="0">
                    <a:solidFill>
                      <a:srgbClr val="000000"/>
                    </a:solidFill>
                    <a:effectLst/>
                    <a:latin typeface="Arial"/>
                    <a:ea typeface="Arial"/>
                    <a:cs typeface="Arial"/>
                    <a:sym typeface="Arial"/>
                  </a:rPr>
                  <a:t> Its smooth nature facilitates the optimization process.</a:t>
                </a:r>
              </a:p>
              <a:p>
                <a:pPr marL="0" lvl="0" indent="0" algn="l" rtl="0">
                  <a:spcBef>
                    <a:spcPts val="0"/>
                  </a:spcBef>
                  <a:spcAft>
                    <a:spcPts val="0"/>
                  </a:spcAft>
                  <a:buNone/>
                </a:pPr>
                <a:endParaRPr dirty="0"/>
              </a:p>
            </p:txBody>
          </p:sp>
        </mc:Fallback>
      </mc:AlternateContent>
      <p:sp>
        <p:nvSpPr>
          <p:cNvPr id="427" name="Google Shape;427;p1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43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𝑤</m:t>
                    </m:r>
                  </m:oMath>
                </a14:m>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𝑤</m:t>
                    </m:r>
                  </m:oMath>
                </a14:m>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Choice>
        <mc:Fallback xmlns="">
          <p:sp>
            <p:nvSpPr>
              <p:cNvPr id="447" name="Google Shape;447;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b="1" dirty="0"/>
                  <a:t>Part (a) Linear Regression with Prediction Errors:</a:t>
                </a:r>
                <a:r>
                  <a:rPr lang="en-US" dirty="0"/>
                  <a:t> This graph displays training data points and a fitted line representing a linear model. </a:t>
                </a:r>
              </a:p>
              <a:p>
                <a:r>
                  <a:rPr lang="en-US" dirty="0"/>
                  <a:t>The vertical lines represent the </a:t>
                </a:r>
                <a:r>
                  <a:rPr lang="en-US" i="1" dirty="0"/>
                  <a:t>error</a:t>
                </a:r>
                <a:r>
                  <a:rPr lang="en-US" dirty="0"/>
                  <a:t> (or residual) for each data point, which is the difference between the actual target value and the value predicted by the model. </a:t>
                </a:r>
              </a:p>
              <a:p>
                <a:r>
                  <a:rPr lang="en-US" dirty="0"/>
                  <a:t>The goal of linear regression is to minimize these errors. </a:t>
                </a:r>
              </a:p>
              <a:p>
                <a:r>
                  <a:rPr lang="en-US" b="1" dirty="0"/>
                  <a:t>Part (b) 1D Error Surface:</a:t>
                </a:r>
                <a:r>
                  <a:rPr lang="en-US" dirty="0"/>
                  <a:t> This graph shows how the Mean Squared Error (MSE) changes as a single model parameter (the slope, </a:t>
                </a:r>
                <a:r>
                  <a:rPr lang="en-US" sz="1100" b="0" i="0" u="none" strike="noStrike" cap="none">
                    <a:solidFill>
                      <a:srgbClr val="000000"/>
                    </a:solidFill>
                    <a:latin typeface="Arial"/>
                    <a:ea typeface="Arial"/>
                    <a:cs typeface="Arial"/>
                    <a:sym typeface="Arial"/>
                  </a:rPr>
                  <a:t>𝑤</a:t>
                </a:r>
                <a:r>
                  <a:rPr lang="en-US" dirty="0"/>
                  <a:t>) is adjusted. </a:t>
                </a:r>
              </a:p>
              <a:p>
                <a:r>
                  <a:rPr lang="en-US" dirty="0"/>
                  <a:t>The MSE is calculated by summing the squares of all the individual errors from the left graph. </a:t>
                </a:r>
              </a:p>
              <a:p>
                <a:r>
                  <a:rPr lang="en-US" dirty="0"/>
                  <a:t>The resulting curve is parabolic, known as the error or cost surface. </a:t>
                </a:r>
              </a:p>
              <a:p>
                <a:r>
                  <a:rPr lang="en-US" dirty="0"/>
                  <a:t>The lowest point of this curve (the minimum MSE) corresponds to the optimal parameter value (optimal </a:t>
                </a:r>
                <a:r>
                  <a:rPr lang="en-US" sz="1100" b="0" i="0" u="none" strike="noStrike" cap="none">
                    <a:solidFill>
                      <a:srgbClr val="000000"/>
                    </a:solidFill>
                    <a:latin typeface="Arial"/>
                    <a:ea typeface="Arial"/>
                    <a:cs typeface="Arial"/>
                    <a:sym typeface="Arial"/>
                  </a:rPr>
                  <a:t>𝑤</a:t>
                </a:r>
                <a:r>
                  <a:rPr lang="en-US" dirty="0"/>
                  <a:t>) that provides the best fit line for the data. </a:t>
                </a:r>
              </a:p>
              <a:p>
                <a:r>
                  <a:rPr lang="en-US" dirty="0"/>
                  <a:t>Finding this minimum is the objective of optimization algorithms like gradient descent.</a:t>
                </a:r>
              </a:p>
              <a:p>
                <a:pPr marL="0" lvl="0" indent="0" algn="l" rtl="0">
                  <a:spcBef>
                    <a:spcPts val="0"/>
                  </a:spcBef>
                  <a:spcAft>
                    <a:spcPts val="0"/>
                  </a:spcAft>
                  <a:buNone/>
                </a:pPr>
                <a:endParaRPr dirty="0"/>
              </a:p>
            </p:txBody>
          </p:sp>
        </mc:Fallback>
      </mc:AlternateContent>
      <p:sp>
        <p:nvSpPr>
          <p:cNvPr id="448" name="Google Shape;448;p1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6809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smtClean="0">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𝐽</m:t>
                        </m:r>
                      </m:e>
                      <m:sub>
                        <m:r>
                          <a:rPr lang="ar-AE" sz="1100" b="0" i="1" u="none" strike="noStrike" cap="none">
                            <a:solidFill>
                              <a:srgbClr val="000000"/>
                            </a:solidFill>
                            <a:latin typeface="Cambria Math" panose="02040503050406030204" pitchFamily="18" charset="0"/>
                            <a:ea typeface="Arial"/>
                            <a:cs typeface="Arial"/>
                            <a:sym typeface="Arial"/>
                          </a:rPr>
                          <m:t>𝑚𝑖𝑛</m:t>
                        </m:r>
                      </m:sub>
                    </m:sSub>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𝑤</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𝜂</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ar-AE" dirty="0"/>
                  <a:t>, </a:t>
                </a:r>
                <a:r>
                  <a:rPr lang="en-IN" dirty="0"/>
                  <a:t>where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learning rate and </a:t>
                </a:r>
                <a14:m>
                  <m:oMath xmlns:m="http://schemas.openxmlformats.org/officeDocument/2006/math">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US" dirty="0">
                    <a:effectLst/>
                  </a:rPr>
                  <a:t> </a:t>
                </a:r>
                <a:r>
                  <a:rPr lang="en-IN" dirty="0"/>
                  <a:t>is the gradient. </a:t>
                </a:r>
                <a:endParaRPr dirty="0"/>
              </a:p>
            </p:txBody>
          </p:sp>
        </mc:Choice>
        <mc:Fallback xmlns="">
          <p:sp>
            <p:nvSpPr>
              <p:cNvPr id="461" name="Google Shape;461;p2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Cost Function:</a:t>
                </a:r>
                <a:r>
                  <a:rPr lang="en-IN" dirty="0"/>
                  <a:t> The curve represents the cost function, </a:t>
                </a:r>
                <a:r>
                  <a:rPr lang="en-IN" dirty="0" err="1"/>
                  <a:t>labeled</a:t>
                </a:r>
                <a:r>
                  <a:rPr lang="en-IN" dirty="0"/>
                  <a:t>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on the vertical axis. This function measures the "cost" or error of the model's predictions based on a given weight parameter 'w' on the horizontal axis. </a:t>
                </a:r>
              </a:p>
              <a:p>
                <a:r>
                  <a:rPr lang="en-IN" b="1" dirty="0"/>
                  <a:t>Objective:</a:t>
                </a:r>
                <a:r>
                  <a:rPr lang="en-IN" dirty="0"/>
                  <a:t> The goal of the algorithm is to find the parameter 'w' that minimizes the cost function, reaching the "Global cost minimum",  </a:t>
                </a:r>
                <a:r>
                  <a:rPr lang="ar-AE" sz="1100" b="0" i="0" u="none" strike="noStrike" cap="none">
                    <a:solidFill>
                      <a:srgbClr val="000000"/>
                    </a:solidFill>
                    <a:latin typeface="Arial"/>
                    <a:ea typeface="Arial"/>
                    <a:cs typeface="Arial"/>
                    <a:sym typeface="Arial"/>
                  </a:rPr>
                  <a:t>𝐽_𝑚𝑖𝑛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ar-AE" dirty="0"/>
                  <a:t>. </a:t>
                </a:r>
              </a:p>
              <a:p>
                <a:r>
                  <a:rPr lang="en-IN" b="1" dirty="0"/>
                  <a:t>Initial Point:</a:t>
                </a:r>
                <a:r>
                  <a:rPr lang="en-IN" dirty="0"/>
                  <a:t> The process begins at an "Initial weight" (the black dot), a randomly chosen starting point on the cost function curve. </a:t>
                </a:r>
              </a:p>
              <a:p>
                <a:r>
                  <a:rPr lang="en-IN" b="1" dirty="0"/>
                  <a:t>Gradient and Iteration:</a:t>
                </a:r>
                <a:r>
                  <a:rPr lang="en-IN" dirty="0"/>
                  <a:t> The "Gradient" (dashed line) represents the slope of the tangent at the current point. The algorithm iteratively updates the weight by moving in the direction opposite to the gradient (down the slope), as indicated by the arrows. This process is repeated until the minimum is reached, effectively minimizing the model's error. The update rule is typically </a:t>
                </a:r>
                <a:r>
                  <a:rPr lang="en-IN" sz="1100" b="0" i="0" u="none" strike="noStrike" cap="none">
                    <a:solidFill>
                      <a:srgbClr val="000000"/>
                    </a:solidFill>
                    <a:latin typeface="Arial"/>
                    <a:ea typeface="Arial"/>
                    <a:cs typeface="Arial"/>
                    <a:sym typeface="Arial"/>
                  </a:rPr>
                  <a:t>𝑤=𝑤−𝜂⋅∇𝐽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ar-AE" dirty="0"/>
                  <a:t>, </a:t>
                </a:r>
                <a:r>
                  <a:rPr lang="en-IN" dirty="0"/>
                  <a:t>where </a:t>
                </a:r>
                <a:r>
                  <a:rPr lang="en-IN"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learning rate and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US" dirty="0">
                    <a:effectLst/>
                  </a:rPr>
                  <a:t> </a:t>
                </a:r>
                <a:r>
                  <a:rPr lang="en-IN" dirty="0"/>
                  <a:t>is the gradient. </a:t>
                </a:r>
                <a:endParaRPr dirty="0"/>
              </a:p>
            </p:txBody>
          </p:sp>
        </mc:Fallback>
      </mc:AlternateContent>
      <p:sp>
        <p:nvSpPr>
          <p:cNvPr id="462" name="Google Shape;462;p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5230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6753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 a neural network, the gradient is a vector that represents the direction and magnitude of the steepest ascent of the loss function. It is calculated using the </a:t>
            </a:r>
            <a:r>
              <a:rPr lang="en-US" sz="1100" b="0" i="0" u="none" strike="noStrike" cap="none" dirty="0">
                <a:solidFill>
                  <a:srgbClr val="000000"/>
                </a:solidFill>
                <a:effectLst/>
                <a:latin typeface="Arial"/>
                <a:ea typeface="Arial"/>
                <a:cs typeface="Arial"/>
                <a:sym typeface="Arial"/>
                <a:hlinkClick r:id="rId3"/>
              </a:rPr>
              <a:t>partial derivatives</a:t>
            </a:r>
            <a:r>
              <a:rPr lang="en-US" sz="1100" b="0" i="0" u="none" strike="noStrike" cap="none" dirty="0">
                <a:solidFill>
                  <a:srgbClr val="000000"/>
                </a:solidFill>
                <a:effectLst/>
                <a:latin typeface="Arial"/>
                <a:ea typeface="Arial"/>
                <a:cs typeface="Arial"/>
                <a:sym typeface="Arial"/>
              </a:rPr>
              <a:t> of the loss function with respect to each of the network's parameters (</a:t>
            </a:r>
            <a:r>
              <a:rPr lang="en-US" sz="1100" b="0" i="0" u="sng" strike="noStrike" cap="none" dirty="0">
                <a:solidFill>
                  <a:srgbClr val="000000"/>
                </a:solidFill>
                <a:effectLst/>
                <a:latin typeface="Arial"/>
                <a:ea typeface="Arial"/>
                <a:cs typeface="Arial"/>
                <a:sym typeface="Arial"/>
                <a:hlinkClick r:id="rId4"/>
              </a:rPr>
              <a:t>weights</a:t>
            </a:r>
            <a:r>
              <a:rPr lang="en-US" sz="1100" b="0" i="0" u="none" strike="noStrike" cap="none" dirty="0">
                <a:solidFill>
                  <a:srgbClr val="000000"/>
                </a:solidFill>
                <a:effectLst/>
                <a:latin typeface="Arial"/>
                <a:ea typeface="Arial"/>
                <a:cs typeface="Arial"/>
                <a:sym typeface="Arial"/>
              </a:rPr>
              <a:t> and </a:t>
            </a:r>
            <a:r>
              <a:rPr lang="en-US" sz="1100" b="0" i="0" u="none" strike="noStrike" cap="none" dirty="0">
                <a:solidFill>
                  <a:srgbClr val="000000"/>
                </a:solidFill>
                <a:effectLst/>
                <a:latin typeface="Arial"/>
                <a:ea typeface="Arial"/>
                <a:cs typeface="Arial"/>
                <a:sym typeface="Arial"/>
                <a:hlinkClick r:id="rId5"/>
              </a:rPr>
              <a:t>biases</a:t>
            </a:r>
            <a:r>
              <a:rPr lang="en-US" sz="1100" b="0" i="0" u="none" strike="noStrike" cap="none" dirty="0">
                <a:solidFill>
                  <a:srgbClr val="000000"/>
                </a:solidFill>
                <a:effectLst/>
                <a:latin typeface="Arial"/>
                <a:ea typeface="Arial"/>
                <a:cs typeface="Arial"/>
                <a:sym typeface="Arial"/>
              </a:rPr>
              <a:t>). During training, this information is used to guide the process of </a:t>
            </a:r>
            <a:r>
              <a:rPr lang="en-US" sz="1100" b="0" i="0" u="none" strike="noStrike" cap="none" dirty="0">
                <a:solidFill>
                  <a:srgbClr val="000000"/>
                </a:solidFill>
                <a:effectLst/>
                <a:latin typeface="Arial"/>
                <a:ea typeface="Arial"/>
                <a:cs typeface="Arial"/>
                <a:sym typeface="Arial"/>
                <a:hlinkClick r:id="rId6"/>
              </a:rPr>
              <a:t>gradient descent</a:t>
            </a:r>
            <a:r>
              <a:rPr lang="en-US" sz="1100" b="0" i="0" u="none" strike="noStrike" cap="none" dirty="0">
                <a:solidFill>
                  <a:srgbClr val="000000"/>
                </a:solidFill>
                <a:effectLst/>
                <a:latin typeface="Arial"/>
                <a:ea typeface="Arial"/>
                <a:cs typeface="Arial"/>
                <a:sym typeface="Arial"/>
              </a:rPr>
              <a:t>, which adjusts the parameters in the opposite direction of the gradient to minimize the loss and improve the model's predictions</a:t>
            </a:r>
            <a:endParaRPr lang="en-IN" b="1" dirty="0"/>
          </a:p>
          <a:p>
            <a:pPr marL="0" lvl="0" indent="0" algn="l" rtl="0">
              <a:spcBef>
                <a:spcPts val="0"/>
              </a:spcBef>
              <a:spcAft>
                <a:spcPts val="0"/>
              </a:spcAft>
              <a:buNone/>
            </a:pPr>
            <a:endParaRPr dirty="0"/>
          </a:p>
        </p:txBody>
      </p:sp>
      <p:sp>
        <p:nvSpPr>
          <p:cNvPr id="486" name="Google Shape;486;p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513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14:m>
                  <m:oMath xmlns:m="http://schemas.openxmlformats.org/officeDocument/2006/math">
                    <m:r>
                      <a:rPr lang="en-US" sz="1100" b="0" i="1" u="none" strike="noStrike" cap="none">
                        <a:solidFill>
                          <a:srgbClr val="000000"/>
                        </a:solidFill>
                        <a:latin typeface="Cambria Math" panose="02040503050406030204" pitchFamily="18" charset="0"/>
                        <a:ea typeface="Arial"/>
                        <a:cs typeface="Arial"/>
                        <a:sym typeface="Arial"/>
                      </a:rPr>
                      <m:t>𝜂</m:t>
                    </m:r>
                    <m:r>
                      <a:rPr lang="en-US" sz="1100" b="0" i="1" u="none" strike="noStrike" cap="none" smtClean="0">
                        <a:solidFill>
                          <a:srgbClr val="000000"/>
                        </a:solidFill>
                        <a:latin typeface="Cambria Math" panose="02040503050406030204" pitchFamily="18" charset="0"/>
                        <a:ea typeface="Arial"/>
                        <a:cs typeface="Arial"/>
                        <a:sym typeface="Arial"/>
                      </a:rPr>
                      <m:t> </m:t>
                    </m:r>
                  </m:oMath>
                </a14:m>
                <a:endParaRPr lang="en-US" dirty="0">
                  <a:effectLst/>
                </a:endParaRPr>
              </a:p>
              <a:p>
                <a:r>
                  <a:rPr lang="en-IN" dirty="0"/>
                  <a:t>Learning rate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𝜂</m:t>
                    </m:r>
                  </m:oMath>
                </a14:m>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𝜖</m:t>
                    </m:r>
                  </m:oMath>
                </a14:m>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Choice>
        <mc:Fallback xmlns="">
          <p:sp>
            <p:nvSpPr>
              <p:cNvPr id="498" name="Google Shape;498;p2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US" dirty="0"/>
                  <a:t>This formula represents a step in the direction opposite to the gradient of a cost function, scaled by a learning rate </a:t>
                </a:r>
                <a:r>
                  <a:rPr lang="en-US" sz="1100" b="0" i="0" u="none" strike="noStrike" cap="none">
                    <a:solidFill>
                      <a:srgbClr val="000000"/>
                    </a:solidFill>
                    <a:latin typeface="Arial"/>
                    <a:ea typeface="Arial"/>
                    <a:cs typeface="Arial"/>
                    <a:sym typeface="Arial"/>
                  </a:rPr>
                  <a:t>𝜂</a:t>
                </a:r>
                <a:r>
                  <a:rPr lang="en-US" sz="1100" b="0" i="0" u="none" strike="noStrike" cap="none">
                    <a:solidFill>
                      <a:srgbClr val="000000"/>
                    </a:solidFill>
                    <a:latin typeface="Cambria Math" panose="02040503050406030204" pitchFamily="18" charset="0"/>
                    <a:ea typeface="Arial"/>
                    <a:cs typeface="Arial"/>
                    <a:sym typeface="Arial"/>
                  </a:rPr>
                  <a:t> </a:t>
                </a:r>
                <a:endParaRPr lang="en-US" dirty="0">
                  <a:effectLst/>
                </a:endParaRPr>
              </a:p>
              <a:p>
                <a:r>
                  <a:rPr lang="en-IN" dirty="0"/>
                  <a:t>Learning rate (</a:t>
                </a:r>
                <a:r>
                  <a:rPr lang="en-IN" sz="1100" b="0" i="0" u="none" strike="noStrike" cap="none">
                    <a:solidFill>
                      <a:srgbClr val="000000"/>
                    </a:solidFill>
                    <a:latin typeface="Arial"/>
                    <a:ea typeface="Arial"/>
                    <a:cs typeface="Arial"/>
                    <a:sym typeface="Arial"/>
                  </a:rPr>
                  <a:t>𝜂</a:t>
                </a:r>
                <a:r>
                  <a:rPr lang="en-IN" dirty="0"/>
                  <a:t>): This parameter controls the step size taken during each update. If too large, the algorithm may overshoot the minimum of the cost function. </a:t>
                </a:r>
              </a:p>
              <a:p>
                <a:r>
                  <a:rPr lang="en-IN" dirty="0"/>
                  <a:t>If too small, the convergence to the minimum will be slow. </a:t>
                </a:r>
              </a:p>
              <a:p>
                <a:r>
                  <a:rPr lang="en-IN" b="1" dirty="0"/>
                  <a:t>Stopping criterion</a:t>
                </a:r>
                <a:r>
                  <a:rPr lang="en-IN" dirty="0"/>
                  <a:t>: This condition determines when the optimization process should stop. The process terminates when: The norm of the gradient of the cost function,</a:t>
                </a:r>
                <a:r>
                  <a:rPr lang="ar-AE" dirty="0"/>
                  <a:t> </a:t>
                </a:r>
                <a:r>
                  <a:rPr lang="en-IN" dirty="0"/>
                  <a:t>is less than a small value </a:t>
                </a:r>
                <a:r>
                  <a:rPr lang="en-IN" sz="1100" b="0" i="0" u="none" strike="noStrike" cap="none">
                    <a:solidFill>
                      <a:srgbClr val="000000"/>
                    </a:solidFill>
                    <a:latin typeface="Arial"/>
                    <a:ea typeface="Arial"/>
                    <a:cs typeface="Arial"/>
                    <a:sym typeface="Arial"/>
                  </a:rPr>
                  <a:t>𝜖</a:t>
                </a:r>
                <a:r>
                  <a:rPr lang="en-IN" dirty="0"/>
                  <a:t>. </a:t>
                </a:r>
              </a:p>
              <a:p>
                <a:r>
                  <a:rPr lang="en-IN" dirty="0"/>
                  <a:t>A maximum number of iterations has been reached.</a:t>
                </a:r>
              </a:p>
              <a:p>
                <a:endParaRPr lang="en-US" dirty="0">
                  <a:effectLst/>
                </a:endParaRPr>
              </a:p>
              <a:p>
                <a:pPr marL="0" lvl="0" indent="0" algn="l" rtl="0">
                  <a:spcBef>
                    <a:spcPts val="0"/>
                  </a:spcBef>
                  <a:spcAft>
                    <a:spcPts val="0"/>
                  </a:spcAft>
                  <a:buNone/>
                </a:pPr>
                <a:endParaRPr dirty="0"/>
              </a:p>
            </p:txBody>
          </p:sp>
        </mc:Fallback>
      </mc:AlternateContent>
      <p:sp>
        <p:nvSpPr>
          <p:cNvPr id="499" name="Google Shape;499;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22305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1" name="Google Shape;511;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1D: Single Parameter (a):</a:t>
                </a:r>
                <a:r>
                  <a:rPr lang="en-IN" dirty="0"/>
                  <a:t> This graph shows a simple, one-dimensional loss function (Loss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 versus Weight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oMath>
                </a14:m>
                <a:r>
                  <a:rPr lang="en-IN" dirty="0"/>
                  <a:t>). </a:t>
                </a:r>
              </a:p>
              <a:p>
                <a:r>
                  <a:rPr lang="en-IN" dirty="0"/>
                  <a:t>The red line and points illustrate the steps taken by the gradient descent algorithm from a starting point (Start) towards the minimum point. The straight lines in the first graph appear to indicate a consistent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oMath>
                </a14:m>
                <a:r>
                  <a:rPr lang="en-IN" dirty="0"/>
                  <a:t> value for points along them. </a:t>
                </a:r>
              </a:p>
              <a:p>
                <a:r>
                  <a:rPr lang="en-IN" b="1" dirty="0"/>
                  <a:t>2D: Two Parameters (b):</a:t>
                </a:r>
                <a:r>
                  <a:rPr lang="en-IN" dirty="0"/>
                  <a:t> This plot generalizes the concept to two parameters (Weight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𝑤</m:t>
                        </m:r>
                      </m:e>
                      <m:sub>
                        <m:r>
                          <a:rPr lang="ar-AE" sz="1100" b="0" i="0" u="none" strike="noStrike" cap="none">
                            <a:solidFill>
                              <a:srgbClr val="000000"/>
                            </a:solidFill>
                            <a:latin typeface="Cambria Math" panose="02040503050406030204" pitchFamily="18" charset="0"/>
                            <a:ea typeface="Arial"/>
                            <a:cs typeface="Arial"/>
                            <a:sym typeface="Arial"/>
                          </a:rPr>
                          <m:t>1</m:t>
                        </m:r>
                      </m:sub>
                    </m:sSub>
                  </m:oMath>
                </a14:m>
                <a:r>
                  <a:rPr lang="en-IN" dirty="0"/>
                  <a:t>and Weight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𝑤</m:t>
                        </m:r>
                      </m:e>
                      <m:sub>
                        <m:r>
                          <a:rPr lang="ar-AE" sz="1100" b="0" i="0" u="none" strike="noStrike" cap="none">
                            <a:solidFill>
                              <a:srgbClr val="000000"/>
                            </a:solidFill>
                            <a:latin typeface="Cambria Math" panose="02040503050406030204" pitchFamily="18" charset="0"/>
                            <a:ea typeface="Arial"/>
                            <a:cs typeface="Arial"/>
                            <a:sym typeface="Arial"/>
                          </a:rPr>
                          <m:t>2</m:t>
                        </m:r>
                      </m:sub>
                    </m:sSub>
                  </m:oMath>
                </a14:m>
                <a:r>
                  <a:rPr lang="en-US" dirty="0"/>
                  <a:t>).</a:t>
                </a:r>
                <a:r>
                  <a:rPr lang="ar-AE" dirty="0"/>
                  <a:t> </a:t>
                </a:r>
                <a:r>
                  <a:rPr lang="en-IN" dirty="0"/>
                  <a:t>It uses a contour map to show the loss function landscape. The path from the start point (red diamond) shows the algorithm navigating the contours to reach the optimal point (purple diamond). </a:t>
                </a:r>
              </a:p>
              <a:p>
                <a:r>
                  <a:rPr lang="en-IN" b="1" dirty="0"/>
                  <a:t>3D: Complete Surface (c):</a:t>
                </a:r>
                <a:r>
                  <a:rPr lang="en-IN" dirty="0"/>
                  <a:t> This three-dimensional surface plot provides a full view of the optimization landscape for the two-parameter function. It visually demonstrates the "descent" down the surface of the loss function towards the lowest point, which represents the optimal set of parameters.</a:t>
                </a:r>
                <a:endParaRPr dirty="0"/>
              </a:p>
            </p:txBody>
          </p:sp>
        </mc:Choice>
        <mc:Fallback xmlns="">
          <p:sp>
            <p:nvSpPr>
              <p:cNvPr id="511" name="Google Shape;511;p2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1D: Single Parameter (a):</a:t>
                </a:r>
                <a:r>
                  <a:rPr lang="en-IN" dirty="0"/>
                  <a:t> This graph shows a simple, one-dimensional loss function (Loss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versus Weight </a:t>
                </a:r>
                <a:r>
                  <a:rPr lang="en-IN" sz="1100" b="0" i="0" u="none" strike="noStrike" cap="none">
                    <a:solidFill>
                      <a:srgbClr val="000000"/>
                    </a:solidFill>
                    <a:latin typeface="Arial"/>
                    <a:ea typeface="Arial"/>
                    <a:cs typeface="Arial"/>
                    <a:sym typeface="Arial"/>
                  </a:rPr>
                  <a:t>𝑤</a:t>
                </a:r>
                <a:r>
                  <a:rPr lang="en-IN" dirty="0"/>
                  <a:t>). </a:t>
                </a:r>
              </a:p>
              <a:p>
                <a:r>
                  <a:rPr lang="en-IN" dirty="0"/>
                  <a:t>The red line and points illustrate the steps taken by the gradient descent algorithm from a starting point (Start) towards the minimum point. The straight lines in the first graph appear to indicate a consistent </a:t>
                </a:r>
                <a:r>
                  <a:rPr lang="en-IN" sz="1100" b="0" i="0" u="none" strike="noStrike" cap="none">
                    <a:solidFill>
                      <a:srgbClr val="000000"/>
                    </a:solidFill>
                    <a:latin typeface="Arial"/>
                    <a:ea typeface="Arial"/>
                    <a:cs typeface="Arial"/>
                    <a:sym typeface="Arial"/>
                  </a:rPr>
                  <a:t>𝐽</a:t>
                </a:r>
                <a:r>
                  <a:rPr lang="en-IN" dirty="0"/>
                  <a:t> value for points along them. </a:t>
                </a:r>
              </a:p>
              <a:p>
                <a:r>
                  <a:rPr lang="en-IN" b="1" dirty="0"/>
                  <a:t>2D: Two Parameters (b):</a:t>
                </a:r>
                <a:r>
                  <a:rPr lang="en-IN" dirty="0"/>
                  <a:t> This plot generalizes the concept to two parameters (Weight </a:t>
                </a:r>
                <a:r>
                  <a:rPr lang="ar-AE" sz="1100" b="0" i="0" u="none" strike="noStrike" cap="none">
                    <a:solidFill>
                      <a:srgbClr val="000000"/>
                    </a:solidFill>
                    <a:latin typeface="Arial"/>
                    <a:ea typeface="Arial"/>
                    <a:cs typeface="Arial"/>
                    <a:sym typeface="Arial"/>
                  </a:rPr>
                  <a:t>𝑤_1</a:t>
                </a:r>
                <a:r>
                  <a:rPr lang="en-IN" dirty="0"/>
                  <a:t>and Weight </a:t>
                </a:r>
                <a:r>
                  <a:rPr lang="ar-AE" sz="1100" b="0" i="0" u="none" strike="noStrike" cap="none">
                    <a:solidFill>
                      <a:srgbClr val="000000"/>
                    </a:solidFill>
                    <a:latin typeface="Arial"/>
                    <a:ea typeface="Arial"/>
                    <a:cs typeface="Arial"/>
                    <a:sym typeface="Arial"/>
                  </a:rPr>
                  <a:t>𝑤_2</a:t>
                </a:r>
                <a:r>
                  <a:rPr lang="en-US" dirty="0"/>
                  <a:t>).</a:t>
                </a:r>
                <a:r>
                  <a:rPr lang="ar-AE" dirty="0"/>
                  <a:t> </a:t>
                </a:r>
                <a:r>
                  <a:rPr lang="en-IN" dirty="0"/>
                  <a:t>It uses a contour map to show the loss function landscape. The path from the start point (red diamond) shows the algorithm navigating the contours to reach the optimal point (purple diamond). </a:t>
                </a:r>
              </a:p>
              <a:p>
                <a:r>
                  <a:rPr lang="en-IN" b="1" dirty="0"/>
                  <a:t>3D: Complete Surface (c):</a:t>
                </a:r>
                <a:r>
                  <a:rPr lang="en-IN" dirty="0"/>
                  <a:t> This three-dimensional surface plot provides a full view of the optimization landscape for the two-parameter function. It visually demonstrates the "descent" down the surface of the loss function towards the lowest point, which represents the optimal set of parameters.</a:t>
                </a:r>
                <a:endParaRPr dirty="0"/>
              </a:p>
            </p:txBody>
          </p:sp>
        </mc:Fallback>
      </mc:AlternateContent>
      <p:sp>
        <p:nvSpPr>
          <p:cNvPr id="512" name="Google Shape;512;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4009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1831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5" name="Google Shape;555;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3508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01537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02276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4" name="Google Shape;594;p2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7623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3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09937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3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0" name="Google Shape;620;p3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16444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4" name="Google Shape;694;p3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704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23" name="Google Shape;723;p3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0920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Root Mean Absolute Error (RMSE) is a metric used to measure the difference between predicted and actual values in a dataset, calculated by taking the square root of the average of the squared differences between the predicted and actual values. </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Mean Absolute Error (MAE) is a metric that measures the average magnitude of the errors between paired observations, such as predicted versus actual values. It is calculated by taking the average of the absolute differences between the predicted and actual values, making it robust to outliers.</a:t>
            </a:r>
          </a:p>
          <a:p>
            <a:pPr marL="0" lvl="0" indent="0" algn="l" rtl="0">
              <a:spcBef>
                <a:spcPts val="0"/>
              </a:spcBef>
              <a:spcAft>
                <a:spcPts val="0"/>
              </a:spcAft>
              <a:buNone/>
            </a:pPr>
            <a:endParaRPr dirty="0"/>
          </a:p>
        </p:txBody>
      </p:sp>
      <p:sp>
        <p:nvSpPr>
          <p:cNvPr id="736" name="Google Shape;736;p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1683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14:m>
                  <m:oMath xmlns:m="http://schemas.openxmlformats.org/officeDocument/2006/math">
                    <m:r>
                      <a:rPr lang="ar-AE" sz="1100" b="0" i="1" u="none" strike="noStrike" cap="none" smtClean="0">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𝑟𝑒𝑠</m:t>
                        </m:r>
                      </m:sub>
                    </m:sSub>
                  </m:oMath>
                </a14:m>
                <a:r>
                  <a:rPr lang="en-US" dirty="0">
                    <a:effectLst/>
                  </a:rPr>
                  <a:t> </a:t>
                </a:r>
                <a:r>
                  <a:rPr lang="en-IN" dirty="0"/>
                  <a:t>is the "residual sum of squares," which measures the variance around the regression line (the sum of the squared differences between the actual and predicted values).</a:t>
                </a:r>
              </a:p>
              <a:p>
                <a:pPr rtl="0"/>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𝑆</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𝑆</m:t>
                        </m:r>
                      </m:e>
                      <m:sub>
                        <m:r>
                          <a:rPr lang="ar-AE" sz="1100" b="0" i="1" u="none" strike="noStrike" cap="none">
                            <a:solidFill>
                              <a:srgbClr val="000000"/>
                            </a:solidFill>
                            <a:latin typeface="Cambria Math" panose="02040503050406030204" pitchFamily="18" charset="0"/>
                            <a:ea typeface="Arial"/>
                            <a:cs typeface="Arial"/>
                            <a:sym typeface="Arial"/>
                          </a:rPr>
                          <m:t>𝑡𝑜𝑡</m:t>
                        </m:r>
                      </m:sub>
                    </m:sSub>
                    <m:r>
                      <a:rPr lang="en-US" sz="1100" b="0" i="1" u="none" strike="noStrike" cap="none" smtClean="0">
                        <a:solidFill>
                          <a:srgbClr val="000000"/>
                        </a:solidFill>
                        <a:latin typeface="Cambria Math" panose="02040503050406030204" pitchFamily="18" charset="0"/>
                        <a:ea typeface="Arial"/>
                        <a:cs typeface="Arial"/>
                        <a:sym typeface="Arial"/>
                      </a:rPr>
                      <m:t> </m:t>
                    </m:r>
                  </m:oMath>
                </a14:m>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Choice>
        <mc:Fallback xmlns="">
          <p:sp>
            <p:nvSpPr>
              <p:cNvPr id="748" name="Google Shape;748;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R² (R-squared) score in linear regression is </a:t>
                </a:r>
                <a:r>
                  <a:rPr lang="en-US" dirty="0"/>
                  <a:t>a statistical measure that represents the </a:t>
                </a:r>
                <a:r>
                  <a:rPr lang="en-US" b="1" dirty="0">
                    <a:effectLst/>
                  </a:rPr>
                  <a:t>proportion of the variance in the dependent variable that is predictable from the independent variable(s)</a:t>
                </a:r>
                <a:r>
                  <a:rPr lang="en-US" sz="1100" b="0" i="0" u="none" strike="noStrike" cap="none" dirty="0">
                    <a:solidFill>
                      <a:srgbClr val="000000"/>
                    </a:solidFill>
                    <a:effectLst/>
                    <a:latin typeface="Arial"/>
                    <a:ea typeface="Arial"/>
                    <a:cs typeface="Arial"/>
                    <a:sym typeface="Arial"/>
                  </a:rPr>
                  <a:t>. It's often called the </a:t>
                </a:r>
                <a:r>
                  <a:rPr lang="en-US" sz="1100" b="1" i="0" u="none" strike="noStrike" cap="none" dirty="0">
                    <a:solidFill>
                      <a:srgbClr val="000000"/>
                    </a:solidFill>
                    <a:effectLst/>
                    <a:latin typeface="Arial"/>
                    <a:ea typeface="Arial"/>
                    <a:cs typeface="Arial"/>
                    <a:sym typeface="Arial"/>
                  </a:rPr>
                  <a:t>coefficient of determination</a:t>
                </a:r>
                <a:r>
                  <a:rPr lang="en-US" sz="1100" b="0" i="0" u="none" strike="noStrike" cap="none" dirty="0">
                    <a:solidFill>
                      <a:srgbClr val="000000"/>
                    </a:solidFill>
                    <a:effectLst/>
                    <a:latin typeface="Arial"/>
                    <a:ea typeface="Arial"/>
                    <a:cs typeface="Arial"/>
                    <a:sym typeface="Arial"/>
                  </a:rPr>
                  <a:t> and indicates how well the regression model's predictions fit the actual data. A score of 1 (or 100%) means the model perfectly predicts the data, while a score of 0 means the model is no better than simply predicting the average value. </a:t>
                </a:r>
              </a:p>
              <a:p>
                <a:pPr rtl="0"/>
                <a:r>
                  <a:rPr lang="ar-AE" sz="1100" b="0" i="0" u="none" strike="noStrike" cap="none">
                    <a:solidFill>
                      <a:srgbClr val="000000"/>
                    </a:solidFill>
                    <a:latin typeface="Arial"/>
                    <a:ea typeface="Arial"/>
                    <a:cs typeface="Arial"/>
                    <a:sym typeface="Arial"/>
                  </a:rPr>
                  <a:t>𝑆𝑆_𝑟𝑒𝑠</a:t>
                </a:r>
                <a:r>
                  <a:rPr lang="en-US" dirty="0">
                    <a:effectLst/>
                  </a:rPr>
                  <a:t> </a:t>
                </a:r>
                <a:r>
                  <a:rPr lang="en-IN" dirty="0"/>
                  <a:t>is the "residual sum of squares," which measures the variance around the regression line (the sum of the squared differences between the actual and predicted values).</a:t>
                </a:r>
              </a:p>
              <a:p>
                <a:pPr rtl="0"/>
                <a:r>
                  <a:rPr lang="en-IN" sz="1100" b="0" i="0" u="none" strike="noStrike" cap="none">
                    <a:solidFill>
                      <a:srgbClr val="000000"/>
                    </a:solidFill>
                    <a:latin typeface="Arial"/>
                    <a:ea typeface="Arial"/>
                    <a:cs typeface="Arial"/>
                    <a:sym typeface="Arial"/>
                  </a:rPr>
                  <a:t>𝑆</a:t>
                </a:r>
                <a:r>
                  <a:rPr lang="ar-AE" sz="1100" b="0" i="0" u="none" strike="noStrike" cap="none">
                    <a:solidFill>
                      <a:srgbClr val="000000"/>
                    </a:solidFill>
                    <a:latin typeface="Arial"/>
                    <a:ea typeface="Arial"/>
                    <a:cs typeface="Arial"/>
                    <a:sym typeface="Arial"/>
                  </a:rPr>
                  <a:t>𝑆_𝑡𝑜𝑡</a:t>
                </a:r>
                <a:r>
                  <a:rPr lang="en-US" sz="1100" b="0" i="0" u="none" strike="noStrike" cap="none">
                    <a:solidFill>
                      <a:srgbClr val="000000"/>
                    </a:solidFill>
                    <a:latin typeface="Cambria Math" panose="02040503050406030204" pitchFamily="18" charset="0"/>
                    <a:ea typeface="Arial"/>
                    <a:cs typeface="Arial"/>
                    <a:sym typeface="Arial"/>
                  </a:rPr>
                  <a:t>  </a:t>
                </a:r>
                <a:r>
                  <a:rPr lang="en-IN" dirty="0"/>
                  <a:t>is the "total sum of squares," which measures the total variance in the data (the sum of the squared differences between the actual values and the mean of the dependent variable). </a:t>
                </a:r>
              </a:p>
              <a:p>
                <a:r>
                  <a:rPr lang="en-US" sz="1100" b="1" i="0" u="none" strike="noStrike" cap="none" dirty="0">
                    <a:solidFill>
                      <a:srgbClr val="000000"/>
                    </a:solidFill>
                    <a:effectLst/>
                    <a:latin typeface="Arial"/>
                    <a:ea typeface="Arial"/>
                    <a:cs typeface="Arial"/>
                    <a:sym typeface="Arial"/>
                  </a:rPr>
                  <a:t>High R²:</a:t>
                </a:r>
                <a:r>
                  <a:rPr lang="en-US" sz="1100" b="0" i="0" u="none" strike="noStrike" cap="none" dirty="0">
                    <a:solidFill>
                      <a:srgbClr val="000000"/>
                    </a:solidFill>
                    <a:effectLst/>
                    <a:latin typeface="Arial"/>
                    <a:ea typeface="Arial"/>
                    <a:cs typeface="Arial"/>
                    <a:sym typeface="Arial"/>
                  </a:rPr>
                  <a:t> A high R² value, closer to 1, indicates that a large portion of the variance in the dependent variable can be explained by the independent variables in the model.</a:t>
                </a:r>
              </a:p>
              <a:p>
                <a:r>
                  <a:rPr lang="en-US" sz="1100" b="1" i="0" u="none" strike="noStrike" cap="none" dirty="0">
                    <a:solidFill>
                      <a:srgbClr val="000000"/>
                    </a:solidFill>
                    <a:effectLst/>
                    <a:latin typeface="Arial"/>
                    <a:ea typeface="Arial"/>
                    <a:cs typeface="Arial"/>
                    <a:sym typeface="Arial"/>
                  </a:rPr>
                  <a:t>Low R²:</a:t>
                </a:r>
                <a:r>
                  <a:rPr lang="en-US" sz="1100" b="0" i="0" u="none" strike="noStrike" cap="none" dirty="0">
                    <a:solidFill>
                      <a:srgbClr val="000000"/>
                    </a:solidFill>
                    <a:effectLst/>
                    <a:latin typeface="Arial"/>
                    <a:ea typeface="Arial"/>
                    <a:cs typeface="Arial"/>
                    <a:sym typeface="Arial"/>
                  </a:rPr>
                  <a:t> A low R² value, closer to 0, suggests that the model's predictions don't fit the data well and much of the variance is due to other factors not included in the model.</a:t>
                </a:r>
              </a:p>
              <a:p>
                <a:r>
                  <a:rPr lang="en-US" sz="1100" b="1" i="0" u="none" strike="noStrike" cap="none" dirty="0">
                    <a:solidFill>
                      <a:srgbClr val="000000"/>
                    </a:solidFill>
                    <a:effectLst/>
                    <a:latin typeface="Arial"/>
                    <a:ea typeface="Arial"/>
                    <a:cs typeface="Arial"/>
                    <a:sym typeface="Arial"/>
                  </a:rPr>
                  <a:t>Context is key:</a:t>
                </a:r>
                <a:r>
                  <a:rPr lang="en-US" sz="1100" b="0" i="0" u="none" strike="noStrike" cap="none" dirty="0">
                    <a:solidFill>
                      <a:srgbClr val="000000"/>
                    </a:solidFill>
                    <a:effectLst/>
                    <a:latin typeface="Arial"/>
                    <a:ea typeface="Arial"/>
                    <a:cs typeface="Arial"/>
                    <a:sym typeface="Arial"/>
                  </a:rPr>
                  <a:t> While a higher R² is often better, the interpretation of a "good" score depends on the field of study. For example, a high R² in physics might be 0.99, but in social sciences, an R² of 0.5 might be considered strong</a:t>
                </a:r>
              </a:p>
              <a:p>
                <a:endParaRPr dirty="0"/>
              </a:p>
            </p:txBody>
          </p:sp>
        </mc:Fallback>
      </mc:AlternateContent>
      <p:sp>
        <p:nvSpPr>
          <p:cNvPr id="749" name="Google Shape;749;p3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81823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p3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2" name="Google Shape;762;p3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81664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1" name="Google Shape;791;p3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5053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5" name="Google Shape;805;p3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62009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4" name="Google Shape;834;p3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76861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7" name="Google Shape;847;p4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92887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6" name="Google Shape;856;p4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41392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76620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𝐷</m:t>
                    </m:r>
                    <m:r>
                      <a:rPr lang="en-IN" sz="1100" b="0" i="0" u="none" strike="noStrike" cap="none">
                        <a:solidFill>
                          <a:srgbClr val="000000"/>
                        </a:solidFill>
                        <a:latin typeface="Cambria Math" panose="02040503050406030204" pitchFamily="18" charset="0"/>
                        <a:ea typeface="Arial"/>
                        <a:cs typeface="Arial"/>
                        <a:sym typeface="Arial"/>
                      </a:rPr>
                      <m:t>=</m:t>
                    </m:r>
                    <m:d>
                      <m:dPr>
                        <m:begChr m:val="{"/>
                        <m:endChr m:val="}"/>
                        <m:ctrlPr>
                          <a:rPr lang="ar-AE" sz="1100" b="0" i="1" u="none" strike="noStrike" cap="none">
                            <a:solidFill>
                              <a:srgbClr val="000000"/>
                            </a:solidFill>
                            <a:latin typeface="Cambria Math" panose="02040503050406030204" pitchFamily="18" charset="0"/>
                            <a:ea typeface="Arial"/>
                            <a:cs typeface="Arial"/>
                            <a:sym typeface="Arial"/>
                          </a:rPr>
                        </m:ctrlPr>
                      </m:dPr>
                      <m:e>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e>
                    </m:d>
                  </m:oMath>
                </a14:m>
                <a:r>
                  <a:rPr lang="en-US" dirty="0">
                    <a:effectLst/>
                  </a:rPr>
                  <a:t> </a:t>
                </a:r>
                <a:r>
                  <a:rPr lang="en-IN" dirty="0"/>
                  <a:t>consisting of input-output pairs. The model's weight vector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𝑤</m:t>
                    </m:r>
                  </m:oMath>
                </a14:m>
                <a:r>
                  <a:rPr lang="en-IN" dirty="0"/>
                  <a:t> is initialized, often to zero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0" u="none" strike="noStrike" cap="none">
                                <a:solidFill>
                                  <a:srgbClr val="000000"/>
                                </a:solidFill>
                                <a:latin typeface="Cambria Math" panose="02040503050406030204" pitchFamily="18" charset="0"/>
                                <a:ea typeface="Arial"/>
                                <a:cs typeface="Arial"/>
                                <a:sym typeface="Arial"/>
                              </a:rPr>
                              <m:t>0</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0</m:t>
                    </m:r>
                    <m:r>
                      <a:rPr lang="en-US" sz="1100" b="0" i="0" u="none" strike="noStrike" cap="none" smtClean="0">
                        <a:solidFill>
                          <a:srgbClr val="000000"/>
                        </a:solidFill>
                        <a:latin typeface="Cambria Math" panose="02040503050406030204" pitchFamily="18" charset="0"/>
                        <a:ea typeface="Arial"/>
                        <a:cs typeface="Arial"/>
                        <a:sym typeface="Arial"/>
                      </a:rPr>
                      <m:t> </m:t>
                    </m:r>
                  </m:oMath>
                </a14:m>
                <a:endParaRPr lang="en-US" b="1" dirty="0"/>
              </a:p>
              <a:p>
                <a:r>
                  <a:rPr lang="en-US" b="1" dirty="0"/>
                  <a:t>2. </a:t>
                </a:r>
                <a:r>
                  <a:rPr lang="ar-AE" b="1" dirty="0"/>
                  <a:t> </a:t>
                </a:r>
                <a:r>
                  <a:rPr lang="en-IN" b="1" dirty="0"/>
                  <a:t>Model:</a:t>
                </a:r>
                <a:r>
                  <a:rPr lang="en-IN" dirty="0"/>
                  <a:t> The initialized weights are used in a linear activation function to make a prediction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𝑦</m:t>
                    </m:r>
                  </m:oMath>
                </a14:m>
                <a:r>
                  <a:rPr lang="en-IN" dirty="0"/>
                  <a:t> based on the input features </a:t>
                </a:r>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1</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2</m:t>
                        </m:r>
                      </m:sub>
                    </m:sSub>
                    <m:r>
                      <a:rPr lang="ar-AE" sz="1100" b="0" i="0" u="none" strike="noStrike" cap="none">
                        <a:solidFill>
                          <a:srgbClr val="000000"/>
                        </a:solidFill>
                        <a:latin typeface="Cambria Math" panose="02040503050406030204" pitchFamily="18" charset="0"/>
                        <a:ea typeface="Arial"/>
                        <a:cs typeface="Arial"/>
                        <a:sym typeface="Arial"/>
                      </a:rPr>
                      <m:t>,…,</m:t>
                    </m:r>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1" u="none" strike="noStrike" cap="none">
                            <a:solidFill>
                              <a:srgbClr val="000000"/>
                            </a:solidFill>
                            <a:latin typeface="Cambria Math" panose="02040503050406030204" pitchFamily="18" charset="0"/>
                            <a:ea typeface="Arial"/>
                            <a:cs typeface="Arial"/>
                            <a:sym typeface="Arial"/>
                          </a:rPr>
                          <m:t>𝑑</m:t>
                        </m:r>
                      </m:sub>
                    </m:sSub>
                    <m:r>
                      <a:rPr lang="en-US" sz="1100" b="0" i="0" u="none" strike="noStrike" cap="none" smtClean="0">
                        <a:solidFill>
                          <a:srgbClr val="000000"/>
                        </a:solidFill>
                        <a:latin typeface="Cambria Math" panose="02040503050406030204" pitchFamily="18" charset="0"/>
                        <a:ea typeface="Arial"/>
                        <a:cs typeface="Arial"/>
                        <a:sym typeface="Arial"/>
                      </a:rPr>
                      <m:t> </m:t>
                    </m:r>
                  </m:oMath>
                </a14:m>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14:m>
                  <m:oMath xmlns:m="http://schemas.openxmlformats.org/officeDocument/2006/math">
                    <m:r>
                      <a:rPr lang="en-IN" sz="1100" b="0" i="1" u="none" strike="noStrike" cap="none">
                        <a:solidFill>
                          <a:srgbClr val="000000"/>
                        </a:solidFill>
                        <a:latin typeface="Cambria Math" panose="02040503050406030204" pitchFamily="18" charset="0"/>
                        <a:ea typeface="Arial"/>
                        <a:cs typeface="Arial"/>
                        <a:sym typeface="Arial"/>
                      </a:rPr>
                      <m:t>𝐽</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d>
                  </m:oMath>
                </a14:m>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14:m>
                  <m:oMath xmlns:m="http://schemas.openxmlformats.org/officeDocument/2006/math">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𝜂</m:t>
                    </m:r>
                    <m:r>
                      <a:rPr lang="en-IN" sz="1100" b="0" i="0" u="none" strike="noStrike" cap="none">
                        <a:solidFill>
                          <a:srgbClr val="000000"/>
                        </a:solidFill>
                        <a:latin typeface="Cambria Math" panose="02040503050406030204" pitchFamily="18" charset="0"/>
                        <a:ea typeface="Arial"/>
                        <a:cs typeface="Arial"/>
                        <a:sym typeface="Arial"/>
                      </a:rPr>
                      <m:t>𝛻</m:t>
                    </m:r>
                    <m:r>
                      <a:rPr lang="en-IN" sz="1100" b="0" i="1" u="none" strike="noStrike" cap="none">
                        <a:solidFill>
                          <a:srgbClr val="000000"/>
                        </a:solidFill>
                        <a:latin typeface="Cambria Math" panose="02040503050406030204" pitchFamily="18" charset="0"/>
                        <a:ea typeface="Arial"/>
                        <a:cs typeface="Arial"/>
                        <a:sym typeface="Arial"/>
                      </a:rPr>
                      <m:t>𝐽</m:t>
                    </m:r>
                  </m:oMath>
                </a14:m>
                <a:r>
                  <a:rPr lang="en-IN" dirty="0">
                    <a:effectLst/>
                  </a:rPr>
                  <a:t>)</a:t>
                </a:r>
                <a:r>
                  <a:rPr lang="en-IN" dirty="0"/>
                  <a:t> which indicates the direction of the steepest descent towards the minimum loss, is used to update the current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oMath>
                </a14:m>
                <a:r>
                  <a:rPr lang="en-US" dirty="0">
                    <a:effectLst/>
                  </a:rPr>
                  <a:t> </a:t>
                </a:r>
                <a:r>
                  <a:rPr lang="en-IN" dirty="0"/>
                  <a:t>to new weights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e>
                        </m:d>
                      </m:sup>
                    </m:sSup>
                  </m:oMath>
                </a14:m>
                <a:r>
                  <a:rPr lang="ar-AE" dirty="0"/>
                  <a:t>. </a:t>
                </a:r>
                <a:r>
                  <a:rPr lang="en-IN" dirty="0"/>
                  <a:t>This "iterate" step repeats until the model converges to a minimum loss.</a:t>
                </a:r>
              </a:p>
              <a:p>
                <a:pPr marL="158750" indent="0">
                  <a:buNone/>
                </a:pPr>
                <a:endParaRPr dirty="0"/>
              </a:p>
            </p:txBody>
          </p:sp>
        </mc:Choice>
        <mc:Fallback xmlns="">
          <p:sp>
            <p:nvSpPr>
              <p:cNvPr id="897" name="Google Shape;89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r>
                  <a:rPr lang="en-IN" b="1" dirty="0"/>
                  <a:t>1. Data &amp; Initialization:</a:t>
                </a:r>
                <a:r>
                  <a:rPr lang="en-IN" dirty="0"/>
                  <a:t> The process begins with a dataset </a:t>
                </a:r>
                <a:r>
                  <a:rPr lang="en-IN" sz="1100" b="0" i="0" u="none" strike="noStrike" cap="none">
                    <a:solidFill>
                      <a:srgbClr val="000000"/>
                    </a:solidFill>
                    <a:latin typeface="Arial"/>
                    <a:ea typeface="Arial"/>
                    <a:cs typeface="Arial"/>
                    <a:sym typeface="Arial"/>
                  </a:rPr>
                  <a:t>𝐷=</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en-US" dirty="0">
                    <a:effectLst/>
                  </a:rPr>
                  <a:t> </a:t>
                </a:r>
                <a:r>
                  <a:rPr lang="en-IN" dirty="0"/>
                  <a:t>consisting of input-output pairs. The model's weight vector </a:t>
                </a:r>
                <a:r>
                  <a:rPr lang="en-IN" sz="1100" b="0" i="0" u="none" strike="noStrike" cap="none">
                    <a:solidFill>
                      <a:srgbClr val="000000"/>
                    </a:solidFill>
                    <a:latin typeface="Arial"/>
                    <a:ea typeface="Arial"/>
                    <a:cs typeface="Arial"/>
                    <a:sym typeface="Arial"/>
                  </a:rPr>
                  <a:t>𝑤</a:t>
                </a:r>
                <a:r>
                  <a:rPr lang="en-IN" dirty="0"/>
                  <a:t> is initialized, often to zero (</a:t>
                </a:r>
                <a:r>
                  <a:rPr lang="ar-AE" sz="1100" b="0" i="0" u="none" strike="noStrike" cap="none">
                    <a:solidFill>
                      <a:srgbClr val="000000"/>
                    </a:solidFill>
                    <a:latin typeface="Arial"/>
                    <a:ea typeface="Arial"/>
                    <a:cs typeface="Arial"/>
                    <a:sym typeface="Arial"/>
                  </a:rPr>
                  <a:t>𝑤^((0) )=0</a:t>
                </a:r>
                <a:r>
                  <a:rPr lang="en-US" sz="1100" b="0" i="0" u="none" strike="noStrike" cap="none">
                    <a:solidFill>
                      <a:srgbClr val="000000"/>
                    </a:solidFill>
                    <a:latin typeface="Cambria Math" panose="02040503050406030204" pitchFamily="18" charset="0"/>
                    <a:ea typeface="Arial"/>
                    <a:cs typeface="Arial"/>
                    <a:sym typeface="Arial"/>
                  </a:rPr>
                  <a:t> </a:t>
                </a:r>
                <a:endParaRPr lang="en-US" b="1" dirty="0"/>
              </a:p>
              <a:p>
                <a:r>
                  <a:rPr lang="en-US" b="1" dirty="0"/>
                  <a:t>2. </a:t>
                </a:r>
                <a:r>
                  <a:rPr lang="ar-AE" b="1" dirty="0"/>
                  <a:t> </a:t>
                </a:r>
                <a:r>
                  <a:rPr lang="en-IN" b="1" dirty="0"/>
                  <a:t>Model:</a:t>
                </a:r>
                <a:r>
                  <a:rPr lang="en-IN" dirty="0"/>
                  <a:t> The initialized weights are used in a linear activation function to make a prediction </a:t>
                </a:r>
                <a:r>
                  <a:rPr lang="en-IN" sz="1100" b="0" i="0" u="none" strike="noStrike" cap="none">
                    <a:solidFill>
                      <a:srgbClr val="000000"/>
                    </a:solidFill>
                    <a:latin typeface="Arial"/>
                    <a:ea typeface="Arial"/>
                    <a:cs typeface="Arial"/>
                    <a:sym typeface="Arial"/>
                  </a:rPr>
                  <a:t>𝑦</a:t>
                </a:r>
                <a:r>
                  <a:rPr lang="en-IN" dirty="0"/>
                  <a:t> based on the input features </a:t>
                </a:r>
                <a:r>
                  <a:rPr lang="ar-AE" sz="1100" b="0" i="0" u="none" strike="noStrike" cap="none">
                    <a:solidFill>
                      <a:srgbClr val="000000"/>
                    </a:solidFill>
                    <a:latin typeface="Arial"/>
                    <a:ea typeface="Arial"/>
                    <a:cs typeface="Arial"/>
                    <a:sym typeface="Arial"/>
                  </a:rPr>
                  <a:t>𝑥_1,𝑥_2,…,𝑥_𝑑</a:t>
                </a:r>
                <a:r>
                  <a:rPr lang="en-US" sz="1100" b="0" i="0" u="none" strike="noStrike" cap="none">
                    <a:solidFill>
                      <a:srgbClr val="000000"/>
                    </a:solidFill>
                    <a:latin typeface="Cambria Math" panose="02040503050406030204" pitchFamily="18" charset="0"/>
                    <a:ea typeface="Arial"/>
                    <a:cs typeface="Arial"/>
                    <a:sym typeface="Arial"/>
                  </a:rPr>
                  <a:t>  </a:t>
                </a:r>
                <a:r>
                  <a:rPr lang="en-IN" dirty="0"/>
                  <a:t>.This is the "forward" pass. </a:t>
                </a:r>
              </a:p>
              <a:p>
                <a:r>
                  <a:rPr lang="en-IN" b="1" dirty="0"/>
                  <a:t>3. Objective:</a:t>
                </a:r>
                <a:r>
                  <a:rPr lang="en-IN" dirty="0"/>
                  <a:t> The predicted output from the model is compared to the actual data using an objective function, specifically the Mean Squared Error (MSE) Loss Function </a:t>
                </a:r>
                <a:r>
                  <a:rPr lang="en-IN" sz="1100" b="0" i="0" u="none" strike="noStrike" cap="none">
                    <a:solidFill>
                      <a:srgbClr val="000000"/>
                    </a:solidFill>
                    <a:latin typeface="Arial"/>
                    <a:ea typeface="Arial"/>
                    <a:cs typeface="Arial"/>
                    <a:sym typeface="Arial"/>
                  </a:rPr>
                  <a:t>𝐽</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a:t>
                </a:r>
                <a:r>
                  <a:rPr lang="en-IN" dirty="0"/>
                  <a:t>. </a:t>
                </a:r>
              </a:p>
              <a:p>
                <a:pPr marL="158750" indent="0">
                  <a:buNone/>
                </a:pPr>
                <a:r>
                  <a:rPr lang="en-IN" dirty="0"/>
                  <a:t>The goal is to find the minimum point of this function, which corresponds to the best-fitting model weights. </a:t>
                </a:r>
              </a:p>
              <a:p>
                <a:pPr marL="158750" indent="0">
                  <a:buNone/>
                </a:pPr>
                <a:r>
                  <a:rPr lang="en-IN" b="1" dirty="0"/>
                  <a:t>4. Learning:</a:t>
                </a:r>
                <a:r>
                  <a:rPr lang="en-IN" dirty="0"/>
                  <a:t> The model iteratively updates the weights using a gradient-based optimization method. The negative gradient ( </a:t>
                </a:r>
                <a:r>
                  <a:rPr lang="en-IN" sz="1100" b="0" i="0" u="none" strike="noStrike" cap="none">
                    <a:solidFill>
                      <a:srgbClr val="000000"/>
                    </a:solidFill>
                    <a:latin typeface="Arial"/>
                    <a:ea typeface="Arial"/>
                    <a:cs typeface="Arial"/>
                    <a:sym typeface="Arial"/>
                  </a:rPr>
                  <a:t>−𝜂∇𝐽</a:t>
                </a:r>
                <a:r>
                  <a:rPr lang="en-IN" dirty="0">
                    <a:effectLst/>
                  </a:rPr>
                  <a:t>)</a:t>
                </a:r>
                <a:r>
                  <a:rPr lang="en-IN" dirty="0"/>
                  <a:t> which indicates the direction of the steepest descent towards the minimum loss, is used to update the current weights </a:t>
                </a:r>
                <a:r>
                  <a:rPr lang="ar-AE" sz="1100" b="0" i="0" u="none" strike="noStrike" cap="none">
                    <a:solidFill>
                      <a:srgbClr val="000000"/>
                    </a:solidFill>
                    <a:latin typeface="Arial"/>
                    <a:ea typeface="Arial"/>
                    <a:cs typeface="Arial"/>
                    <a:sym typeface="Arial"/>
                  </a:rPr>
                  <a:t>𝑤^((𝑡) )</a:t>
                </a:r>
                <a:r>
                  <a:rPr lang="en-US" dirty="0">
                    <a:effectLst/>
                  </a:rPr>
                  <a:t> </a:t>
                </a:r>
                <a:r>
                  <a:rPr lang="en-IN" dirty="0"/>
                  <a:t>to new weights </a:t>
                </a:r>
                <a:r>
                  <a:rPr lang="ar-AE" sz="1100" b="0" i="0" u="none" strike="noStrike" cap="none">
                    <a:solidFill>
                      <a:srgbClr val="000000"/>
                    </a:solidFill>
                    <a:latin typeface="Arial"/>
                    <a:ea typeface="Arial"/>
                    <a:cs typeface="Arial"/>
                    <a:sym typeface="Arial"/>
                  </a:rPr>
                  <a:t>𝑤^((𝑡+1) )</a:t>
                </a:r>
                <a:r>
                  <a:rPr lang="ar-AE" dirty="0"/>
                  <a:t>. </a:t>
                </a:r>
                <a:r>
                  <a:rPr lang="en-IN" dirty="0"/>
                  <a:t>This "iterate" step repeats until the model converges to a minimum loss.</a:t>
                </a:r>
              </a:p>
              <a:p>
                <a:pPr marL="158750" indent="0">
                  <a:buNone/>
                </a:pPr>
                <a:endParaRPr dirty="0"/>
              </a:p>
            </p:txBody>
          </p:sp>
        </mc:Fallback>
      </mc:AlternateContent>
      <p:sp>
        <p:nvSpPr>
          <p:cNvPr id="898" name="Google Shape;898;p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05934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85008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7" name="Google Shape;977;p4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9907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0" name="Google Shape;990;p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249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rgbClr val="1B1472"/>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95300" y="109545"/>
            <a:ext cx="3342004"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rgbClr val="1B147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82600" y="109545"/>
            <a:ext cx="494347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21894" y="1497985"/>
            <a:ext cx="3812540" cy="14478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rgbClr val="1B1472"/>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lvl1pPr marL="59055" lvl="0" indent="0">
              <a:lnSpc>
                <a:spcPct val="111666"/>
              </a:lnSpc>
              <a:spcBef>
                <a:spcPts val="0"/>
              </a:spcBef>
              <a:buNone/>
              <a:defRPr sz="600" b="0" i="0">
                <a:solidFill>
                  <a:schemeClr val="dk1"/>
                </a:solidFill>
                <a:latin typeface="Calibri"/>
                <a:ea typeface="Calibri"/>
                <a:cs typeface="Calibri"/>
                <a:sym typeface="Calibri"/>
              </a:defRPr>
            </a:lvl1pPr>
            <a:lvl2pPr marL="59055" lvl="1" indent="0">
              <a:lnSpc>
                <a:spcPct val="111666"/>
              </a:lnSpc>
              <a:spcBef>
                <a:spcPts val="0"/>
              </a:spcBef>
              <a:buNone/>
              <a:defRPr sz="600" b="0" i="0">
                <a:solidFill>
                  <a:schemeClr val="dk1"/>
                </a:solidFill>
                <a:latin typeface="Calibri"/>
                <a:ea typeface="Calibri"/>
                <a:cs typeface="Calibri"/>
                <a:sym typeface="Calibri"/>
              </a:defRPr>
            </a:lvl2pPr>
            <a:lvl3pPr marL="59055" lvl="2" indent="0">
              <a:lnSpc>
                <a:spcPct val="111666"/>
              </a:lnSpc>
              <a:spcBef>
                <a:spcPts val="0"/>
              </a:spcBef>
              <a:buNone/>
              <a:defRPr sz="600" b="0" i="0">
                <a:solidFill>
                  <a:schemeClr val="dk1"/>
                </a:solidFill>
                <a:latin typeface="Calibri"/>
                <a:ea typeface="Calibri"/>
                <a:cs typeface="Calibri"/>
                <a:sym typeface="Calibri"/>
              </a:defRPr>
            </a:lvl3pPr>
            <a:lvl4pPr marL="59055" lvl="3" indent="0">
              <a:lnSpc>
                <a:spcPct val="111666"/>
              </a:lnSpc>
              <a:spcBef>
                <a:spcPts val="0"/>
              </a:spcBef>
              <a:buNone/>
              <a:defRPr sz="600" b="0" i="0">
                <a:solidFill>
                  <a:schemeClr val="dk1"/>
                </a:solidFill>
                <a:latin typeface="Calibri"/>
                <a:ea typeface="Calibri"/>
                <a:cs typeface="Calibri"/>
                <a:sym typeface="Calibri"/>
              </a:defRPr>
            </a:lvl4pPr>
            <a:lvl5pPr marL="59055" lvl="4" indent="0">
              <a:lnSpc>
                <a:spcPct val="111666"/>
              </a:lnSpc>
              <a:spcBef>
                <a:spcPts val="0"/>
              </a:spcBef>
              <a:buNone/>
              <a:defRPr sz="600" b="0" i="0">
                <a:solidFill>
                  <a:schemeClr val="dk1"/>
                </a:solidFill>
                <a:latin typeface="Calibri"/>
                <a:ea typeface="Calibri"/>
                <a:cs typeface="Calibri"/>
                <a:sym typeface="Calibri"/>
              </a:defRPr>
            </a:lvl5pPr>
            <a:lvl6pPr marL="59055" lvl="5" indent="0">
              <a:lnSpc>
                <a:spcPct val="111666"/>
              </a:lnSpc>
              <a:spcBef>
                <a:spcPts val="0"/>
              </a:spcBef>
              <a:buNone/>
              <a:defRPr sz="600" b="0" i="0">
                <a:solidFill>
                  <a:schemeClr val="dk1"/>
                </a:solidFill>
                <a:latin typeface="Calibri"/>
                <a:ea typeface="Calibri"/>
                <a:cs typeface="Calibri"/>
                <a:sym typeface="Calibri"/>
              </a:defRPr>
            </a:lvl6pPr>
            <a:lvl7pPr marL="59055" lvl="6" indent="0">
              <a:lnSpc>
                <a:spcPct val="111666"/>
              </a:lnSpc>
              <a:spcBef>
                <a:spcPts val="0"/>
              </a:spcBef>
              <a:buNone/>
              <a:defRPr sz="600" b="0" i="0">
                <a:solidFill>
                  <a:schemeClr val="dk1"/>
                </a:solidFill>
                <a:latin typeface="Calibri"/>
                <a:ea typeface="Calibri"/>
                <a:cs typeface="Calibri"/>
                <a:sym typeface="Calibri"/>
              </a:defRPr>
            </a:lvl7pPr>
            <a:lvl8pPr marL="59055" lvl="7" indent="0">
              <a:lnSpc>
                <a:spcPct val="111666"/>
              </a:lnSpc>
              <a:spcBef>
                <a:spcPts val="0"/>
              </a:spcBef>
              <a:buNone/>
              <a:defRPr sz="600" b="0" i="0">
                <a:solidFill>
                  <a:schemeClr val="dk1"/>
                </a:solidFill>
                <a:latin typeface="Calibri"/>
                <a:ea typeface="Calibri"/>
                <a:cs typeface="Calibri"/>
                <a:sym typeface="Calibri"/>
              </a:defRPr>
            </a:lvl8pPr>
            <a:lvl9pPr marL="59055" lvl="8" indent="0">
              <a:lnSpc>
                <a:spcPct val="111666"/>
              </a:lnSpc>
              <a:spcBef>
                <a:spcPts val="0"/>
              </a:spcBef>
              <a:buNone/>
              <a:defRPr sz="600" b="0" i="0">
                <a:solidFill>
                  <a:schemeClr val="dk1"/>
                </a:solidFill>
                <a:latin typeface="Calibri"/>
                <a:ea typeface="Calibri"/>
                <a:cs typeface="Calibri"/>
                <a:sym typeface="Calibri"/>
              </a:defRPr>
            </a:lvl9pPr>
          </a:lstStyle>
          <a:p>
            <a:pPr marL="59055" lvl="0" indent="0" algn="l" rtl="0">
              <a:spcBef>
                <a:spcPts val="0"/>
              </a:spcBef>
              <a:spcAft>
                <a:spcPts val="0"/>
              </a:spcAft>
              <a:buNone/>
            </a:pPr>
            <a:fld id="{00000000-1234-1234-1234-123412341234}" type="slidenum">
              <a:rPr lang="en-US"/>
              <a:t>‹#›</a:t>
            </a:fld>
            <a:r>
              <a:rPr lang="en-US"/>
              <a:t> / 46</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3.png"/><Relationship Id="rId21"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xml"/><Relationship Id="rId16" Type="http://schemas.openxmlformats.org/officeDocument/2006/relationships/hyperlink" Target="http://ppt/slides/ppt/slides/slide36.xml" TargetMode="External"/><Relationship Id="rId20"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hyperlink" Target="http://ppt/slides/ppt/slides/slide1.xml" TargetMode="External"/><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23.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2.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hyperlink" Target="http://ppt/slides/ppt/slides/slide1.xml" TargetMode="External"/><Relationship Id="rId4" Type="http://schemas.openxmlformats.org/officeDocument/2006/relationships/image" Target="../media/image24.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0.png"/><Relationship Id="rId7"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32.png"/><Relationship Id="rId10" Type="http://schemas.openxmlformats.org/officeDocument/2006/relationships/image" Target="../media/image37.emf"/><Relationship Id="rId4" Type="http://schemas.openxmlformats.org/officeDocument/2006/relationships/image" Target="../media/image31.png"/><Relationship Id="rId9" Type="http://schemas.openxmlformats.org/officeDocument/2006/relationships/customXml" Target="../ink/ink3.xml"/></Relationships>
</file>

<file path=ppt/slides/_rels/slide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10.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34.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1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5.png"/><Relationship Id="rId7"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4.emf"/></Relationships>
</file>

<file path=ppt/slides/_rels/slide12.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hyperlink" Target="http://ppt/slides/ppt/slides/slide1.xml" TargetMode="External"/><Relationship Id="rId7" Type="http://schemas.openxmlformats.org/officeDocument/2006/relationships/customXml" Target="../ink/ink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6.emf"/><Relationship Id="rId5" Type="http://schemas.openxmlformats.org/officeDocument/2006/relationships/customXml" Target="../ink/ink5.xml"/><Relationship Id="rId10" Type="http://schemas.openxmlformats.org/officeDocument/2006/relationships/image" Target="../media/image48.emf"/><Relationship Id="rId4" Type="http://schemas.openxmlformats.org/officeDocument/2006/relationships/image" Target="../media/image39.png"/><Relationship Id="rId9" Type="http://schemas.openxmlformats.org/officeDocument/2006/relationships/customXml" Target="../ink/ink7.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51.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41.png"/><Relationship Id="rId4" Type="http://schemas.openxmlformats.org/officeDocument/2006/relationships/hyperlink" Target="http://ppt/slides/ppt/slides/slide1.x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43.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5.emf"/><Relationship Id="rId5" Type="http://schemas.openxmlformats.org/officeDocument/2006/relationships/customXml" Target="../ink/ink9.xml"/><Relationship Id="rId4" Type="http://schemas.openxmlformats.org/officeDocument/2006/relationships/hyperlink" Target="http://ppt/slides/ppt/slides/slide1.x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10.xml"/><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hyperlink" Target="http://ppt/slides/ppt/slides/slide1.x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65.emf"/></Relationships>
</file>

<file path=ppt/slides/_rels/slide1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png"/><Relationship Id="rId7"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ppt/slides/ppt/slides/slide1.x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ppt/slides/ppt/slides/slide1.x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ppt/slides/ppt/slides/slide1.xml"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25.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1.emf"/><Relationship Id="rId5" Type="http://schemas.openxmlformats.org/officeDocument/2006/relationships/customXml" Target="../ink/ink11.xml"/><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3.emf"/><Relationship Id="rId5" Type="http://schemas.openxmlformats.org/officeDocument/2006/relationships/customXml" Target="../ink/ink12.xml"/><Relationship Id="rId4" Type="http://schemas.openxmlformats.org/officeDocument/2006/relationships/image" Target="../media/image68.png"/></Relationships>
</file>

<file path=ppt/slides/_rels/slide2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7" Type="http://schemas.openxmlformats.org/officeDocument/2006/relationships/image" Target="../media/image86.em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customXml" Target="../ink/ink13.xml"/><Relationship Id="rId5" Type="http://schemas.openxmlformats.org/officeDocument/2006/relationships/image" Target="../media/image70.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88.emf"/><Relationship Id="rId5" Type="http://schemas.openxmlformats.org/officeDocument/2006/relationships/customXml" Target="../ink/ink14.xml"/><Relationship Id="rId4" Type="http://schemas.openxmlformats.org/officeDocument/2006/relationships/image" Target="../media/image71.png"/></Relationships>
</file>

<file path=ppt/slides/_rels/slide3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7" Type="http://schemas.openxmlformats.org/officeDocument/2006/relationships/image" Target="../media/image91.e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customXml" Target="../ink/ink15.xml"/><Relationship Id="rId5" Type="http://schemas.openxmlformats.org/officeDocument/2006/relationships/image" Target="../media/image73.png"/><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ppt/slides/ppt/slides/slide1.xml"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5.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2.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33.xml.rels><?xml version="1.0" encoding="UTF-8" standalone="yes"?>
<Relationships xmlns="http://schemas.openxmlformats.org/package/2006/relationships"><Relationship Id="rId8" Type="http://schemas.openxmlformats.org/officeDocument/2006/relationships/image" Target="../media/image96.emf"/><Relationship Id="rId13" Type="http://schemas.openxmlformats.org/officeDocument/2006/relationships/customXml" Target="../ink/ink20.xml"/><Relationship Id="rId3" Type="http://schemas.openxmlformats.org/officeDocument/2006/relationships/hyperlink" Target="http://ppt/slides/ppt/slides/slide1.xml" TargetMode="External"/><Relationship Id="rId7" Type="http://schemas.openxmlformats.org/officeDocument/2006/relationships/customXml" Target="../ink/ink17.xml"/><Relationship Id="rId12" Type="http://schemas.openxmlformats.org/officeDocument/2006/relationships/image" Target="../media/image98.e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95.emf"/><Relationship Id="rId11" Type="http://schemas.openxmlformats.org/officeDocument/2006/relationships/customXml" Target="../ink/ink19.xml"/><Relationship Id="rId5" Type="http://schemas.openxmlformats.org/officeDocument/2006/relationships/customXml" Target="../ink/ink16.xml"/><Relationship Id="rId10" Type="http://schemas.openxmlformats.org/officeDocument/2006/relationships/image" Target="../media/image97.emf"/><Relationship Id="rId4" Type="http://schemas.openxmlformats.org/officeDocument/2006/relationships/image" Target="../media/image76.png"/><Relationship Id="rId9" Type="http://schemas.openxmlformats.org/officeDocument/2006/relationships/customXml" Target="../ink/ink18.xml"/><Relationship Id="rId14" Type="http://schemas.openxmlformats.org/officeDocument/2006/relationships/image" Target="../media/image99.emf"/></Relationships>
</file>

<file path=ppt/slides/_rels/slide34.xml.rels><?xml version="1.0" encoding="UTF-8" standalone="yes"?>
<Relationships xmlns="http://schemas.openxmlformats.org/package/2006/relationships"><Relationship Id="rId8" Type="http://schemas.openxmlformats.org/officeDocument/2006/relationships/image" Target="../media/image102.emf"/><Relationship Id="rId3" Type="http://schemas.openxmlformats.org/officeDocument/2006/relationships/hyperlink" Target="http://ppt/slides/ppt/slides/slide1.xml" TargetMode="External"/><Relationship Id="rId7" Type="http://schemas.openxmlformats.org/officeDocument/2006/relationships/customXml" Target="../ink/ink2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1.emf"/><Relationship Id="rId5" Type="http://schemas.openxmlformats.org/officeDocument/2006/relationships/customXml" Target="../ink/ink21.xml"/><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4.emf"/><Relationship Id="rId5" Type="http://schemas.openxmlformats.org/officeDocument/2006/relationships/customXml" Target="../ink/ink23.xml"/><Relationship Id="rId4" Type="http://schemas.openxmlformats.org/officeDocument/2006/relationships/image" Target="../media/image78.png"/></Relationships>
</file>

<file path=ppt/slides/_rels/slide36.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6.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hyperlink" Target="https://colab.research.google.com/drive/10whoZYodz1H02mbVwsmTudwxaU18ukaI?usp=sharing" TargetMode="External"/><Relationship Id="rId4" Type="http://schemas.openxmlformats.org/officeDocument/2006/relationships/hyperlink" Target="https://colab.research.google.com/drive/" TargetMode="External"/></Relationships>
</file>

<file path=ppt/slides/_rels/slide3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38.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10.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81.png"/><Relationship Id="rId14" Type="http://schemas.openxmlformats.org/officeDocument/2006/relationships/hyperlink" Target="http://ppt/slides/ppt/slides/slide25.xml"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4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ppt/slides/ppt/slides/slide10.xml" TargetMode="External"/><Relationship Id="rId18" Type="http://schemas.openxmlformats.org/officeDocument/2006/relationships/hyperlink" Target="http://ppt/slides/ppt/slides/slide42.xml" TargetMode="External"/><Relationship Id="rId3" Type="http://schemas.openxmlformats.org/officeDocument/2006/relationships/image" Target="../media/image22.png"/><Relationship Id="rId7" Type="http://schemas.openxmlformats.org/officeDocument/2006/relationships/image" Target="../media/image7.png"/><Relationship Id="rId12" Type="http://schemas.openxmlformats.org/officeDocument/2006/relationships/hyperlink" Target="http://ppt/slides/ppt/slides/slide6.xml" TargetMode="External"/><Relationship Id="rId17" Type="http://schemas.openxmlformats.org/officeDocument/2006/relationships/hyperlink" Target="http://ppt/slides/ppt/slides/slide38.xml" TargetMode="External"/><Relationship Id="rId2" Type="http://schemas.openxmlformats.org/officeDocument/2006/relationships/notesSlide" Target="../notesSlides/notesSlide42.xml"/><Relationship Id="rId16" Type="http://schemas.openxmlformats.org/officeDocument/2006/relationships/hyperlink" Target="http://ppt/slides/ppt/slides/slide36.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hyperlink" Target="http://ppt/slides/ppt/slides/slide3.xml" TargetMode="External"/><Relationship Id="rId5" Type="http://schemas.openxmlformats.org/officeDocument/2006/relationships/image" Target="../media/image5.png"/><Relationship Id="rId15" Type="http://schemas.openxmlformats.org/officeDocument/2006/relationships/hyperlink" Target="http://ppt/slides/ppt/slides/slide32.xml" TargetMode="External"/><Relationship Id="rId10" Type="http://schemas.openxmlformats.org/officeDocument/2006/relationships/image" Target="../media/image85.png"/><Relationship Id="rId19"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hyperlink" Target="http://ppt/slides/ppt/slides/slide25.xml"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hyperlink" Target="http://ppt/slides/ppt/slides/slide1.xml"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47.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hyperlink" Target="http://ppt/slides/ppt/slides/slide1.xml"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429894" marR="422275"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3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R</a:t>
            </a:r>
            <a:r>
              <a:rPr lang="en-US" sz="1150">
                <a:latin typeface="Cambria"/>
                <a:ea typeface="Cambria"/>
                <a:cs typeface="Cambria"/>
                <a:sym typeface="Cambria"/>
              </a:rPr>
              <a:t>EGRESSION</a:t>
            </a:r>
            <a:endParaRPr sz="1150">
              <a:latin typeface="Cambria"/>
              <a:ea typeface="Cambria"/>
              <a:cs typeface="Cambria"/>
              <a:sym typeface="Cambria"/>
            </a:endParaRPr>
          </a:p>
        </p:txBody>
      </p:sp>
      <p:sp>
        <p:nvSpPr>
          <p:cNvPr id="48" name="Google Shape;48;p7"/>
          <p:cNvSpPr txBox="1"/>
          <p:nvPr/>
        </p:nvSpPr>
        <p:spPr>
          <a:xfrm>
            <a:off x="4132173" y="2325276"/>
            <a:ext cx="1280795" cy="39243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DNN Team</a:t>
            </a:r>
            <a:endParaRPr sz="950">
              <a:latin typeface="Arial"/>
              <a:ea typeface="Arial"/>
              <a:cs typeface="Arial"/>
              <a:sym typeface="Arial"/>
            </a:endParaRPr>
          </a:p>
          <a:p>
            <a:pPr marL="311150" marR="5080" lvl="0" indent="-299085" algn="l" rtl="0">
              <a:lnSpc>
                <a:spcPct val="126699"/>
              </a:lnSpc>
              <a:spcBef>
                <a:spcPts val="90"/>
              </a:spcBef>
              <a:spcAft>
                <a:spcPts val="0"/>
              </a:spcAft>
              <a:buNone/>
            </a:pPr>
            <a:r>
              <a:rPr lang="en-US" sz="950">
                <a:solidFill>
                  <a:srgbClr val="1B1472"/>
                </a:solidFill>
                <a:latin typeface="Arial"/>
                <a:ea typeface="Arial"/>
                <a:cs typeface="Arial"/>
                <a:sym typeface="Arial"/>
              </a:rPr>
              <a:t>BITS Pilani WILP</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4" name="Google Shape;54;p8"/>
          <p:cNvGrpSpPr/>
          <p:nvPr/>
        </p:nvGrpSpPr>
        <p:grpSpPr>
          <a:xfrm>
            <a:off x="0" y="3141936"/>
            <a:ext cx="5760261" cy="92075"/>
            <a:chOff x="0" y="3141936"/>
            <a:chExt cx="5760261" cy="92075"/>
          </a:xfrm>
        </p:grpSpPr>
        <p:sp>
          <p:nvSpPr>
            <p:cNvPr id="55" name="Google Shape;55;p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 name="Google Shape;56;p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 name="Google Shape;59;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 name="Google Shape;60;p8"/>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2/ 46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6" name="Google Shape;66;p9"/>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7" name="Google Shape;67;p9"/>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1</a:t>
            </a:r>
            <a:endParaRPr sz="800">
              <a:latin typeface="Calibri"/>
              <a:ea typeface="Calibri"/>
              <a:cs typeface="Calibri"/>
              <a:sym typeface="Calibri"/>
            </a:endParaRPr>
          </a:p>
        </p:txBody>
      </p:sp>
      <p:pic>
        <p:nvPicPr>
          <p:cNvPr id="68" name="Google Shape;68;p9"/>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69" name="Google Shape;69;p9"/>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 name="Google Shape;70;p9"/>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1" name="Google Shape;71;p9"/>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2" name="Google Shape;72;p9"/>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3" name="Google Shape;73;p9"/>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4" name="Google Shape;74;p9"/>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5" name="Google Shape;75;p9"/>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6" name="Google Shape;76;p9"/>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 name="Google Shape;77;p9"/>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8" name="Google Shape;78;p9"/>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9" name="Google Shape;79;p9"/>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0" name="Google Shape;80;p9"/>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1" name="Google Shape;81;p9"/>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 name="Google Shape;82;p9"/>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dirty="0">
                <a:solidFill>
                  <a:schemeClr val="hlink"/>
                </a:solidFill>
                <a:latin typeface="Calibri"/>
                <a:ea typeface="Calibri"/>
                <a:cs typeface="Calibri"/>
                <a:sym typeface="Calibri"/>
                <a:hlinkClick r:id="rId11"/>
              </a:rPr>
              <a:t>R</a:t>
            </a:r>
            <a:r>
              <a:rPr lang="en-US" sz="1400" u="sng" cap="small" dirty="0">
                <a:solidFill>
                  <a:schemeClr val="hlink"/>
                </a:solidFill>
                <a:latin typeface="Calibri"/>
                <a:ea typeface="Calibri"/>
                <a:cs typeface="Calibri"/>
                <a:sym typeface="Calibri"/>
                <a:hlinkClick r:id="rId11"/>
              </a:rPr>
              <a:t>egression</a:t>
            </a:r>
            <a:endParaRPr sz="1400" dirty="0">
              <a:latin typeface="Calibri"/>
              <a:ea typeface="Calibri"/>
              <a:cs typeface="Calibri"/>
              <a:sym typeface="Calibri"/>
            </a:endParaRPr>
          </a:p>
          <a:p>
            <a:pPr marL="12700" lvl="0" indent="0" algn="l" rtl="0">
              <a:lnSpc>
                <a:spcPct val="100000"/>
              </a:lnSpc>
              <a:spcBef>
                <a:spcPts val="620"/>
              </a:spcBef>
              <a:spcAft>
                <a:spcPts val="0"/>
              </a:spcAft>
              <a:buNone/>
            </a:pPr>
            <a:r>
              <a:rPr lang="en-US" sz="1400" u="sng" dirty="0">
                <a:solidFill>
                  <a:schemeClr val="hlink"/>
                </a:solidFill>
                <a:latin typeface="Calibri"/>
                <a:ea typeface="Calibri"/>
                <a:cs typeface="Calibri"/>
                <a:sym typeface="Calibri"/>
                <a:hlinkClick r:id="rId12"/>
              </a:rPr>
              <a:t>L</a:t>
            </a:r>
            <a:r>
              <a:rPr lang="en-US" sz="1400" u="sng" cap="small" dirty="0">
                <a:solidFill>
                  <a:schemeClr val="hlink"/>
                </a:solidFill>
                <a:latin typeface="Calibri"/>
                <a:ea typeface="Calibri"/>
                <a:cs typeface="Calibri"/>
                <a:sym typeface="Calibri"/>
                <a:hlinkClick r:id="rId12"/>
              </a:rPr>
              <a:t>inear</a:t>
            </a:r>
            <a:r>
              <a:rPr lang="en-US" sz="1400" u="sng" dirty="0">
                <a:solidFill>
                  <a:schemeClr val="hlink"/>
                </a:solidFill>
                <a:latin typeface="Calibri"/>
                <a:ea typeface="Calibri"/>
                <a:cs typeface="Calibri"/>
                <a:sym typeface="Calibri"/>
                <a:hlinkClick r:id="rId12"/>
              </a:rPr>
              <a:t> R</a:t>
            </a:r>
            <a:r>
              <a:rPr lang="en-US" sz="1400" u="sng" cap="small" dirty="0">
                <a:solidFill>
                  <a:schemeClr val="hlink"/>
                </a:solidFill>
                <a:latin typeface="Calibri"/>
                <a:ea typeface="Calibri"/>
                <a:cs typeface="Calibri"/>
                <a:sym typeface="Calibri"/>
                <a:hlinkClick r:id="rId12"/>
              </a:rPr>
              <a:t>egression</a:t>
            </a:r>
            <a:endParaRPr sz="1400" dirty="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dirty="0">
                <a:solidFill>
                  <a:schemeClr val="hlink"/>
                </a:solidFill>
                <a:latin typeface="Calibri"/>
                <a:ea typeface="Calibri"/>
                <a:cs typeface="Calibri"/>
                <a:sym typeface="Calibri"/>
                <a:hlinkClick r:id="rId13"/>
              </a:rPr>
              <a:t>T</a:t>
            </a:r>
            <a:r>
              <a:rPr lang="en-US" sz="1400" u="sng" cap="small" dirty="0">
                <a:solidFill>
                  <a:schemeClr val="hlink"/>
                </a:solidFill>
                <a:latin typeface="Calibri"/>
                <a:ea typeface="Calibri"/>
                <a:cs typeface="Calibri"/>
                <a:sym typeface="Calibri"/>
                <a:hlinkClick r:id="rId13"/>
              </a:rPr>
              <a:t>he</a:t>
            </a:r>
            <a:r>
              <a:rPr lang="en-US" sz="1400" u="sng" dirty="0">
                <a:solidFill>
                  <a:schemeClr val="hlink"/>
                </a:solidFill>
                <a:latin typeface="Calibri"/>
                <a:ea typeface="Calibri"/>
                <a:cs typeface="Calibri"/>
                <a:sym typeface="Calibri"/>
                <a:hlinkClick r:id="rId13"/>
              </a:rPr>
              <a:t> L</a:t>
            </a:r>
            <a:r>
              <a:rPr lang="en-US" sz="1400" u="sng" cap="small" dirty="0">
                <a:solidFill>
                  <a:schemeClr val="hlink"/>
                </a:solidFill>
                <a:latin typeface="Calibri"/>
                <a:ea typeface="Calibri"/>
                <a:cs typeface="Calibri"/>
                <a:sym typeface="Calibri"/>
                <a:hlinkClick r:id="rId13"/>
              </a:rPr>
              <a:t>inear</a:t>
            </a:r>
            <a:r>
              <a:rPr lang="en-US" sz="1400" u="sng" dirty="0">
                <a:solidFill>
                  <a:schemeClr val="hlink"/>
                </a:solidFill>
                <a:latin typeface="Calibri"/>
                <a:ea typeface="Calibri"/>
                <a:cs typeface="Calibri"/>
                <a:sym typeface="Calibri"/>
                <a:hlinkClick r:id="rId13"/>
              </a:rPr>
              <a:t> M</a:t>
            </a:r>
            <a:r>
              <a:rPr lang="en-US" sz="1400" u="sng" cap="small" dirty="0">
                <a:solidFill>
                  <a:schemeClr val="hlink"/>
                </a:solidFill>
                <a:latin typeface="Calibri"/>
                <a:ea typeface="Calibri"/>
                <a:cs typeface="Calibri"/>
                <a:sym typeface="Calibri"/>
                <a:hlinkClick r:id="rId13"/>
              </a:rPr>
              <a:t>odel</a:t>
            </a:r>
            <a:r>
              <a:rPr lang="en-US" sz="1400" u="sng" dirty="0">
                <a:solidFill>
                  <a:schemeClr val="hlink"/>
                </a:solidFill>
                <a:latin typeface="Calibri"/>
                <a:ea typeface="Calibri"/>
                <a:cs typeface="Calibri"/>
                <a:sym typeface="Calibri"/>
                <a:hlinkClick r:id="rId13"/>
              </a:rPr>
              <a:t>: S</a:t>
            </a:r>
            <a:r>
              <a:rPr lang="en-US" sz="1400" u="sng" cap="small" dirty="0">
                <a:solidFill>
                  <a:schemeClr val="hlink"/>
                </a:solidFill>
                <a:latin typeface="Calibri"/>
                <a:ea typeface="Calibri"/>
                <a:cs typeface="Calibri"/>
                <a:sym typeface="Calibri"/>
                <a:hlinkClick r:id="rId13"/>
              </a:rPr>
              <a:t>ingle</a:t>
            </a:r>
            <a:r>
              <a:rPr lang="en-US" sz="1400" u="sng" dirty="0">
                <a:solidFill>
                  <a:schemeClr val="hlink"/>
                </a:solidFill>
                <a:latin typeface="Calibri"/>
                <a:ea typeface="Calibri"/>
                <a:cs typeface="Calibri"/>
                <a:sym typeface="Calibri"/>
                <a:hlinkClick r:id="rId13"/>
              </a:rPr>
              <a:t> N</a:t>
            </a:r>
            <a:r>
              <a:rPr lang="en-US" sz="1400" u="sng" cap="small" dirty="0">
                <a:solidFill>
                  <a:schemeClr val="hlink"/>
                </a:solidFill>
                <a:latin typeface="Calibri"/>
                <a:ea typeface="Calibri"/>
                <a:cs typeface="Calibri"/>
                <a:sym typeface="Calibri"/>
                <a:hlinkClick r:id="rId13"/>
              </a:rPr>
              <a:t>euron</a:t>
            </a:r>
            <a:r>
              <a:rPr lang="en-US" sz="1400" dirty="0">
                <a:solidFill>
                  <a:srgbClr val="D6D6EF"/>
                </a:solidFill>
                <a:latin typeface="Calibri"/>
                <a:ea typeface="Calibri"/>
                <a:cs typeface="Calibri"/>
                <a:sym typeface="Calibri"/>
              </a:rPr>
              <a:t> </a:t>
            </a:r>
            <a:endParaRPr sz="1400" dirty="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dirty="0">
                <a:solidFill>
                  <a:schemeClr val="hlink"/>
                </a:solidFill>
                <a:latin typeface="Calibri"/>
                <a:ea typeface="Calibri"/>
                <a:cs typeface="Calibri"/>
                <a:sym typeface="Calibri"/>
                <a:hlinkClick r:id="rId14"/>
              </a:rPr>
              <a:t>W</a:t>
            </a:r>
            <a:r>
              <a:rPr lang="en-US" sz="1400" u="sng" cap="small" dirty="0">
                <a:solidFill>
                  <a:schemeClr val="hlink"/>
                </a:solidFill>
                <a:latin typeface="Calibri"/>
                <a:ea typeface="Calibri"/>
                <a:cs typeface="Calibri"/>
                <a:sym typeface="Calibri"/>
                <a:hlinkClick r:id="rId14"/>
              </a:rPr>
              <a:t>orked</a:t>
            </a:r>
            <a:r>
              <a:rPr lang="en-US" sz="1400" u="sng" dirty="0">
                <a:solidFill>
                  <a:schemeClr val="hlink"/>
                </a:solidFill>
                <a:latin typeface="Calibri"/>
                <a:ea typeface="Calibri"/>
                <a:cs typeface="Calibri"/>
                <a:sym typeface="Calibri"/>
                <a:hlinkClick r:id="rId14"/>
              </a:rPr>
              <a:t> E</a:t>
            </a:r>
            <a:r>
              <a:rPr lang="en-US" sz="1400" u="sng" cap="small" dirty="0">
                <a:solidFill>
                  <a:schemeClr val="hlink"/>
                </a:solidFill>
                <a:latin typeface="Calibri"/>
                <a:ea typeface="Calibri"/>
                <a:cs typeface="Calibri"/>
                <a:sym typeface="Calibri"/>
                <a:hlinkClick r:id="rId14"/>
              </a:rPr>
              <a:t>xample</a:t>
            </a:r>
            <a:endParaRPr sz="1400" dirty="0">
              <a:latin typeface="Calibri"/>
              <a:ea typeface="Calibri"/>
              <a:cs typeface="Calibri"/>
              <a:sym typeface="Calibri"/>
            </a:endParaRPr>
          </a:p>
          <a:p>
            <a:pPr marL="12700" lvl="0" indent="0" algn="l" rtl="0">
              <a:lnSpc>
                <a:spcPct val="100000"/>
              </a:lnSpc>
              <a:spcBef>
                <a:spcPts val="620"/>
              </a:spcBef>
              <a:spcAft>
                <a:spcPts val="0"/>
              </a:spcAft>
              <a:buNone/>
            </a:pPr>
            <a:r>
              <a:rPr lang="en-US" sz="1400" u="sng" dirty="0">
                <a:solidFill>
                  <a:schemeClr val="hlink"/>
                </a:solidFill>
                <a:latin typeface="Calibri"/>
                <a:ea typeface="Calibri"/>
                <a:cs typeface="Calibri"/>
                <a:sym typeface="Calibri"/>
                <a:hlinkClick r:id="rId15"/>
              </a:rPr>
              <a:t>E</a:t>
            </a:r>
            <a:r>
              <a:rPr lang="en-US" sz="1400" u="sng" cap="small" dirty="0">
                <a:solidFill>
                  <a:schemeClr val="hlink"/>
                </a:solidFill>
                <a:latin typeface="Calibri"/>
                <a:ea typeface="Calibri"/>
                <a:cs typeface="Calibri"/>
                <a:sym typeface="Calibri"/>
                <a:hlinkClick r:id="rId15"/>
              </a:rPr>
              <a:t>valuation</a:t>
            </a:r>
            <a:endParaRPr sz="1400" dirty="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dirty="0">
                <a:solidFill>
                  <a:schemeClr val="hlink"/>
                </a:solidFill>
                <a:latin typeface="Calibri"/>
                <a:ea typeface="Calibri"/>
                <a:cs typeface="Calibri"/>
                <a:sym typeface="Calibri"/>
                <a:hlinkClick r:id="rId16"/>
              </a:rPr>
              <a:t>P</a:t>
            </a:r>
            <a:r>
              <a:rPr lang="en-US" sz="1400" u="sng" cap="small" dirty="0">
                <a:solidFill>
                  <a:schemeClr val="hlink"/>
                </a:solidFill>
                <a:latin typeface="Calibri"/>
                <a:ea typeface="Calibri"/>
                <a:cs typeface="Calibri"/>
                <a:sym typeface="Calibri"/>
                <a:hlinkClick r:id="rId16"/>
              </a:rPr>
              <a:t>ython</a:t>
            </a:r>
            <a:r>
              <a:rPr lang="en-US" sz="1400" u="sng" dirty="0">
                <a:solidFill>
                  <a:schemeClr val="hlink"/>
                </a:solidFill>
                <a:latin typeface="Calibri"/>
                <a:ea typeface="Calibri"/>
                <a:cs typeface="Calibri"/>
                <a:sym typeface="Calibri"/>
                <a:hlinkClick r:id="rId16"/>
              </a:rPr>
              <a:t> I</a:t>
            </a:r>
            <a:r>
              <a:rPr lang="en-US" sz="1400" u="sng" cap="small" dirty="0">
                <a:solidFill>
                  <a:schemeClr val="hlink"/>
                </a:solidFill>
                <a:latin typeface="Calibri"/>
                <a:ea typeface="Calibri"/>
                <a:cs typeface="Calibri"/>
                <a:sym typeface="Calibri"/>
                <a:hlinkClick r:id="rId16"/>
              </a:rPr>
              <a:t>mplementation</a:t>
            </a:r>
            <a:r>
              <a:rPr lang="en-US" sz="1400" dirty="0">
                <a:solidFill>
                  <a:srgbClr val="D6D6EF"/>
                </a:solidFill>
                <a:latin typeface="Calibri"/>
                <a:ea typeface="Calibri"/>
                <a:cs typeface="Calibri"/>
                <a:sym typeface="Calibri"/>
              </a:rPr>
              <a:t> </a:t>
            </a:r>
            <a:r>
              <a:rPr lang="en-US" sz="1400" u="sng" dirty="0" err="1">
                <a:solidFill>
                  <a:schemeClr val="hlink"/>
                </a:solidFill>
                <a:latin typeface="Calibri"/>
                <a:ea typeface="Calibri"/>
                <a:cs typeface="Calibri"/>
                <a:sym typeface="Calibri"/>
                <a:hlinkClick r:id="rId17"/>
              </a:rPr>
              <a:t>I</a:t>
            </a:r>
            <a:r>
              <a:rPr lang="en-US" sz="1400" u="sng" cap="small" dirty="0" err="1">
                <a:solidFill>
                  <a:schemeClr val="hlink"/>
                </a:solidFill>
                <a:latin typeface="Calibri"/>
                <a:ea typeface="Calibri"/>
                <a:cs typeface="Calibri"/>
                <a:sym typeface="Calibri"/>
                <a:hlinkClick r:id="rId17"/>
              </a:rPr>
              <a:t>mplementation</a:t>
            </a:r>
            <a:r>
              <a:rPr lang="en-US" sz="1400" u="sng" dirty="0">
                <a:solidFill>
                  <a:schemeClr val="hlink"/>
                </a:solidFill>
                <a:latin typeface="Calibri"/>
                <a:ea typeface="Calibri"/>
                <a:cs typeface="Calibri"/>
                <a:sym typeface="Calibri"/>
                <a:hlinkClick r:id="rId17"/>
              </a:rPr>
              <a:t> T</a:t>
            </a:r>
            <a:r>
              <a:rPr lang="en-US" sz="1400" u="sng" cap="small" dirty="0">
                <a:solidFill>
                  <a:schemeClr val="hlink"/>
                </a:solidFill>
                <a:latin typeface="Calibri"/>
                <a:ea typeface="Calibri"/>
                <a:cs typeface="Calibri"/>
                <a:sym typeface="Calibri"/>
                <a:hlinkClick r:id="rId17"/>
              </a:rPr>
              <a:t>ips</a:t>
            </a:r>
            <a:r>
              <a:rPr lang="en-US" sz="1400" dirty="0">
                <a:solidFill>
                  <a:srgbClr val="D6D6EF"/>
                </a:solidFill>
                <a:latin typeface="Calibri"/>
                <a:ea typeface="Calibri"/>
                <a:cs typeface="Calibri"/>
                <a:sym typeface="Calibri"/>
              </a:rPr>
              <a:t> </a:t>
            </a:r>
            <a:endParaRPr sz="1400" dirty="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dirty="0">
                <a:solidFill>
                  <a:schemeClr val="hlink"/>
                </a:solidFill>
                <a:latin typeface="Calibri"/>
                <a:ea typeface="Calibri"/>
                <a:cs typeface="Calibri"/>
                <a:sym typeface="Calibri"/>
                <a:hlinkClick r:id="rId18"/>
              </a:rPr>
              <a:t>S</a:t>
            </a:r>
            <a:r>
              <a:rPr lang="en-US" sz="1400" u="sng" cap="small" dirty="0">
                <a:solidFill>
                  <a:schemeClr val="hlink"/>
                </a:solidFill>
                <a:latin typeface="Calibri"/>
                <a:ea typeface="Calibri"/>
                <a:cs typeface="Calibri"/>
                <a:sym typeface="Calibri"/>
                <a:hlinkClick r:id="rId18"/>
              </a:rPr>
              <a:t>ummary</a:t>
            </a:r>
            <a:endParaRPr sz="1400" dirty="0">
              <a:latin typeface="Calibri"/>
              <a:ea typeface="Calibri"/>
              <a:cs typeface="Calibri"/>
              <a:sym typeface="Calibri"/>
            </a:endParaRPr>
          </a:p>
        </p:txBody>
      </p:sp>
      <p:grpSp>
        <p:nvGrpSpPr>
          <p:cNvPr id="83" name="Google Shape;83;p9"/>
          <p:cNvGrpSpPr/>
          <p:nvPr/>
        </p:nvGrpSpPr>
        <p:grpSpPr>
          <a:xfrm>
            <a:off x="0" y="3109250"/>
            <a:ext cx="5760261" cy="92075"/>
            <a:chOff x="0" y="3109250"/>
            <a:chExt cx="5760261" cy="92075"/>
          </a:xfrm>
        </p:grpSpPr>
        <p:sp>
          <p:nvSpPr>
            <p:cNvPr id="84" name="Google Shape;84;p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5" name="Google Shape;85;p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 name="Google Shape;86;p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7" name="Google Shape;87;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 name="Google Shape;88;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 name="Google Shape;89;p9"/>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fld id="{00000000-1234-1234-1234-123412341234}" type="slidenum">
              <a:rPr lang="en-US"/>
              <a:t>3</a:t>
            </a:fld>
            <a:r>
              <a:rPr lang="en-US"/>
              <a:t>/ 46</a:t>
            </a:r>
            <a:endParaRPr/>
          </a:p>
        </p:txBody>
      </p:sp>
      <mc:AlternateContent xmlns:mc="http://schemas.openxmlformats.org/markup-compatibility/2006">
        <mc:Choice xmlns:p14="http://schemas.microsoft.com/office/powerpoint/2010/main" Requires="p14">
          <p:contentPart p14:bwMode="auto" r:id="rId20">
            <p14:nvContentPartPr>
              <p14:cNvPr id="2" name="Ink 1"/>
              <p14:cNvContentPartPr/>
              <p14:nvPr/>
            </p14:nvContentPartPr>
            <p14:xfrm>
              <a:off x="1485275" y="572942"/>
              <a:ext cx="2939760" cy="1933200"/>
            </p14:xfrm>
          </p:contentPart>
        </mc:Choice>
        <mc:Fallback>
          <p:pic>
            <p:nvPicPr>
              <p:cNvPr id="2" name="Ink 1"/>
              <p:cNvPicPr/>
              <p:nvPr/>
            </p:nvPicPr>
            <p:blipFill>
              <a:blip r:embed="rId21"/>
              <a:stretch>
                <a:fillRect/>
              </a:stretch>
            </p:blipFill>
            <p:spPr>
              <a:xfrm>
                <a:off x="1475915" y="563582"/>
                <a:ext cx="2958480" cy="1951920"/>
              </a:xfrm>
              <a:prstGeom prst="rect">
                <a:avLst/>
              </a:prstGeom>
            </p:spPr>
          </p:pic>
        </mc:Fallback>
      </mc:AlternateContent>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95" name="Google Shape;95;p10"/>
          <p:cNvGrpSpPr/>
          <p:nvPr/>
        </p:nvGrpSpPr>
        <p:grpSpPr>
          <a:xfrm>
            <a:off x="309193" y="889786"/>
            <a:ext cx="5192466" cy="1586764"/>
            <a:chOff x="309193" y="889786"/>
            <a:chExt cx="5192466" cy="1586764"/>
          </a:xfrm>
        </p:grpSpPr>
        <p:sp>
          <p:nvSpPr>
            <p:cNvPr id="96" name="Google Shape;96;p10"/>
            <p:cNvSpPr/>
            <p:nvPr/>
          </p:nvSpPr>
          <p:spPr>
            <a:xfrm>
              <a:off x="309193" y="889786"/>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7" name="Google Shape;97;p10"/>
            <p:cNvPicPr preferRelativeResize="0"/>
            <p:nvPr/>
          </p:nvPicPr>
          <p:blipFill rotWithShape="1">
            <a:blip r:embed="rId3">
              <a:alphaModFix/>
            </a:blip>
            <a:srcRect/>
            <a:stretch/>
          </p:blipFill>
          <p:spPr>
            <a:xfrm>
              <a:off x="309193" y="1084021"/>
              <a:ext cx="5141666" cy="50609"/>
            </a:xfrm>
            <a:prstGeom prst="rect">
              <a:avLst/>
            </a:prstGeom>
            <a:noFill/>
            <a:ln>
              <a:noFill/>
            </a:ln>
          </p:spPr>
        </p:pic>
        <p:pic>
          <p:nvPicPr>
            <p:cNvPr id="98" name="Google Shape;98;p10"/>
            <p:cNvPicPr preferRelativeResize="0"/>
            <p:nvPr/>
          </p:nvPicPr>
          <p:blipFill rotWithShape="1">
            <a:blip r:embed="rId4">
              <a:alphaModFix/>
            </a:blip>
            <a:srcRect/>
            <a:stretch/>
          </p:blipFill>
          <p:spPr>
            <a:xfrm>
              <a:off x="359994" y="1457909"/>
              <a:ext cx="101600" cy="101600"/>
            </a:xfrm>
            <a:prstGeom prst="rect">
              <a:avLst/>
            </a:prstGeom>
            <a:noFill/>
            <a:ln>
              <a:noFill/>
            </a:ln>
          </p:spPr>
        </p:pic>
        <p:pic>
          <p:nvPicPr>
            <p:cNvPr id="99" name="Google Shape;99;p10"/>
            <p:cNvPicPr preferRelativeResize="0"/>
            <p:nvPr/>
          </p:nvPicPr>
          <p:blipFill rotWithShape="1">
            <a:blip r:embed="rId5">
              <a:alphaModFix/>
            </a:blip>
            <a:srcRect/>
            <a:stretch/>
          </p:blipFill>
          <p:spPr>
            <a:xfrm>
              <a:off x="410794" y="1445209"/>
              <a:ext cx="5090865" cy="114301"/>
            </a:xfrm>
            <a:prstGeom prst="rect">
              <a:avLst/>
            </a:prstGeom>
            <a:noFill/>
            <a:ln>
              <a:noFill/>
            </a:ln>
          </p:spPr>
        </p:pic>
        <p:pic>
          <p:nvPicPr>
            <p:cNvPr id="100" name="Google Shape;100;p10"/>
            <p:cNvPicPr preferRelativeResize="0"/>
            <p:nvPr/>
          </p:nvPicPr>
          <p:blipFill rotWithShape="1">
            <a:blip r:embed="rId6">
              <a:alphaModFix/>
            </a:blip>
            <a:srcRect/>
            <a:stretch/>
          </p:blipFill>
          <p:spPr>
            <a:xfrm>
              <a:off x="5450859" y="934021"/>
              <a:ext cx="50800" cy="523887"/>
            </a:xfrm>
            <a:prstGeom prst="rect">
              <a:avLst/>
            </a:prstGeom>
            <a:noFill/>
            <a:ln>
              <a:noFill/>
            </a:ln>
          </p:spPr>
        </p:pic>
        <p:sp>
          <p:nvSpPr>
            <p:cNvPr id="101" name="Google Shape;101;p10"/>
            <p:cNvSpPr/>
            <p:nvPr/>
          </p:nvSpPr>
          <p:spPr>
            <a:xfrm>
              <a:off x="309193" y="1128295"/>
              <a:ext cx="5142230" cy="381000"/>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 name="Google Shape;102;p10"/>
            <p:cNvSpPr/>
            <p:nvPr/>
          </p:nvSpPr>
          <p:spPr>
            <a:xfrm>
              <a:off x="5450859" y="972113"/>
              <a:ext cx="0" cy="505459"/>
            </a:xfrm>
            <a:custGeom>
              <a:avLst/>
              <a:gdLst/>
              <a:ahLst/>
              <a:cxnLst/>
              <a:rect l="l" t="t" r="r" b="b"/>
              <a:pathLst>
                <a:path w="120000" h="505459" extrusionOk="0">
                  <a:moveTo>
                    <a:pt x="0" y="504845"/>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3" name="Google Shape;103;p10"/>
            <p:cNvSpPr/>
            <p:nvPr/>
          </p:nvSpPr>
          <p:spPr>
            <a:xfrm>
              <a:off x="5450859" y="959413"/>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4" name="Google Shape;104;p10"/>
            <p:cNvSpPr/>
            <p:nvPr/>
          </p:nvSpPr>
          <p:spPr>
            <a:xfrm>
              <a:off x="5450859" y="946713"/>
              <a:ext cx="0" cy="12700"/>
            </a:xfrm>
            <a:custGeom>
              <a:avLst/>
              <a:gdLst/>
              <a:ahLst/>
              <a:cxnLst/>
              <a:rect l="l" t="t" r="r" b="b"/>
              <a:pathLst>
                <a:path w="120000" h="12700" extrusionOk="0">
                  <a:moveTo>
                    <a:pt x="0" y="12699"/>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 name="Google Shape;105;p10"/>
            <p:cNvSpPr/>
            <p:nvPr/>
          </p:nvSpPr>
          <p:spPr>
            <a:xfrm>
              <a:off x="5450859" y="934013"/>
              <a:ext cx="0" cy="12700"/>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 name="Google Shape;106;p10"/>
            <p:cNvSpPr/>
            <p:nvPr/>
          </p:nvSpPr>
          <p:spPr>
            <a:xfrm>
              <a:off x="5450859" y="914963"/>
              <a:ext cx="0" cy="19050"/>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7" name="Google Shape;107;p10"/>
            <p:cNvPicPr preferRelativeResize="0"/>
            <p:nvPr/>
          </p:nvPicPr>
          <p:blipFill rotWithShape="1">
            <a:blip r:embed="rId7">
              <a:alphaModFix/>
            </a:blip>
            <a:srcRect/>
            <a:stretch/>
          </p:blipFill>
          <p:spPr>
            <a:xfrm>
              <a:off x="513702" y="1964423"/>
              <a:ext cx="69291" cy="69291"/>
            </a:xfrm>
            <a:prstGeom prst="rect">
              <a:avLst/>
            </a:prstGeom>
            <a:noFill/>
            <a:ln>
              <a:noFill/>
            </a:ln>
          </p:spPr>
        </p:pic>
        <p:pic>
          <p:nvPicPr>
            <p:cNvPr id="108" name="Google Shape;108;p10"/>
            <p:cNvPicPr preferRelativeResize="0"/>
            <p:nvPr/>
          </p:nvPicPr>
          <p:blipFill rotWithShape="1">
            <a:blip r:embed="rId8">
              <a:alphaModFix/>
            </a:blip>
            <a:srcRect/>
            <a:stretch/>
          </p:blipFill>
          <p:spPr>
            <a:xfrm>
              <a:off x="513702" y="2185847"/>
              <a:ext cx="69291" cy="69291"/>
            </a:xfrm>
            <a:prstGeom prst="rect">
              <a:avLst/>
            </a:prstGeom>
            <a:noFill/>
            <a:ln>
              <a:noFill/>
            </a:ln>
          </p:spPr>
        </p:pic>
        <p:pic>
          <p:nvPicPr>
            <p:cNvPr id="109" name="Google Shape;109;p10"/>
            <p:cNvPicPr preferRelativeResize="0"/>
            <p:nvPr/>
          </p:nvPicPr>
          <p:blipFill rotWithShape="1">
            <a:blip r:embed="rId9">
              <a:alphaModFix/>
            </a:blip>
            <a:srcRect/>
            <a:stretch/>
          </p:blipFill>
          <p:spPr>
            <a:xfrm>
              <a:off x="513702" y="2407259"/>
              <a:ext cx="69291" cy="69291"/>
            </a:xfrm>
            <a:prstGeom prst="rect">
              <a:avLst/>
            </a:prstGeom>
            <a:noFill/>
            <a:ln>
              <a:noFill/>
            </a:ln>
          </p:spPr>
        </p:pic>
      </p:grpSp>
      <p:sp>
        <p:nvSpPr>
          <p:cNvPr id="110" name="Google Shape;110;p10"/>
          <p:cNvSpPr txBox="1"/>
          <p:nvPr/>
        </p:nvSpPr>
        <p:spPr>
          <a:xfrm>
            <a:off x="309194" y="821671"/>
            <a:ext cx="4991735" cy="1700530"/>
          </a:xfrm>
          <a:prstGeom prst="rect">
            <a:avLst/>
          </a:prstGeom>
          <a:noFill/>
          <a:ln>
            <a:noFill/>
          </a:ln>
        </p:spPr>
        <p:txBody>
          <a:bodyPr spcFirstLastPara="1" wrap="square" lIns="0" tIns="52700" rIns="0" bIns="0" anchor="t" anchorCtr="0">
            <a:spAutoFit/>
          </a:bodyPr>
          <a:lstStyle/>
          <a:p>
            <a:pPr marL="508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50800" marR="17780" lvl="0" indent="0" algn="l" rtl="0">
              <a:lnSpc>
                <a:spcPct val="114700"/>
              </a:lnSpc>
              <a:spcBef>
                <a:spcPts val="60"/>
              </a:spcBef>
              <a:spcAft>
                <a:spcPts val="0"/>
              </a:spcAft>
              <a:buNone/>
            </a:pPr>
            <a:r>
              <a:rPr lang="en-US" sz="1050">
                <a:latin typeface="Arial"/>
                <a:ea typeface="Arial"/>
                <a:cs typeface="Arial"/>
                <a:sym typeface="Arial"/>
              </a:rPr>
              <a:t>Regression is a supervised learning task that predicts a continuous-valued output based on input features.</a:t>
            </a:r>
            <a:endParaRPr sz="1050">
              <a:latin typeface="Arial"/>
              <a:ea typeface="Arial"/>
              <a:cs typeface="Arial"/>
              <a:sym typeface="Arial"/>
            </a:endParaRPr>
          </a:p>
          <a:p>
            <a:pPr marL="0" lvl="0" indent="0" algn="l" rtl="0">
              <a:lnSpc>
                <a:spcPct val="100000"/>
              </a:lnSpc>
              <a:spcBef>
                <a:spcPts val="515"/>
              </a:spcBef>
              <a:spcAft>
                <a:spcPts val="0"/>
              </a:spcAft>
              <a:buNone/>
            </a:pPr>
            <a:endParaRPr sz="1050">
              <a:latin typeface="Arial"/>
              <a:ea typeface="Arial"/>
              <a:cs typeface="Arial"/>
              <a:sym typeface="Arial"/>
            </a:endParaRPr>
          </a:p>
          <a:p>
            <a:pPr marL="508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Characteristics:</a:t>
            </a:r>
            <a:endParaRPr sz="1050">
              <a:latin typeface="Arial"/>
              <a:ea typeface="Arial"/>
              <a:cs typeface="Arial"/>
              <a:sym typeface="Arial"/>
            </a:endParaRPr>
          </a:p>
          <a:p>
            <a:pPr marL="347980" lvl="0" indent="0" algn="l" rtl="0">
              <a:lnSpc>
                <a:spcPct val="100000"/>
              </a:lnSpc>
              <a:spcBef>
                <a:spcPts val="335"/>
              </a:spcBef>
              <a:spcAft>
                <a:spcPts val="0"/>
              </a:spcAft>
              <a:buNone/>
            </a:pPr>
            <a:r>
              <a:rPr lang="en-US" sz="1050">
                <a:latin typeface="Arial"/>
                <a:ea typeface="Arial"/>
                <a:cs typeface="Arial"/>
                <a:sym typeface="Arial"/>
              </a:rPr>
              <a:t>Input: Feature vector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d</a:t>
            </a:r>
            <a:endParaRPr sz="1050" baseline="30000">
              <a:latin typeface="Arial"/>
              <a:ea typeface="Arial"/>
              <a:cs typeface="Arial"/>
              <a:sym typeface="Arial"/>
            </a:endParaRPr>
          </a:p>
          <a:p>
            <a:pPr marL="347980" lvl="0" indent="0" algn="l" rtl="0">
              <a:lnSpc>
                <a:spcPct val="100000"/>
              </a:lnSpc>
              <a:spcBef>
                <a:spcPts val="305"/>
              </a:spcBef>
              <a:spcAft>
                <a:spcPts val="0"/>
              </a:spcAft>
              <a:buNone/>
            </a:pPr>
            <a:r>
              <a:rPr lang="en-US" sz="1050">
                <a:latin typeface="Arial"/>
                <a:ea typeface="Arial"/>
                <a:cs typeface="Arial"/>
                <a:sym typeface="Arial"/>
              </a:rPr>
              <a:t>Output: Real-valued target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endParaRPr sz="1200">
              <a:latin typeface="Arial"/>
              <a:ea typeface="Arial"/>
              <a:cs typeface="Arial"/>
              <a:sym typeface="Arial"/>
            </a:endParaRPr>
          </a:p>
          <a:p>
            <a:pPr marL="347980" lvl="0" indent="0" algn="l" rtl="0">
              <a:lnSpc>
                <a:spcPct val="100000"/>
              </a:lnSpc>
              <a:spcBef>
                <a:spcPts val="300"/>
              </a:spcBef>
              <a:spcAft>
                <a:spcPts val="0"/>
              </a:spcAft>
              <a:buNone/>
            </a:pPr>
            <a:r>
              <a:rPr lang="en-US" sz="1050">
                <a:latin typeface="Arial"/>
                <a:ea typeface="Arial"/>
                <a:cs typeface="Arial"/>
                <a:sym typeface="Arial"/>
              </a:rPr>
              <a:t>Goal: Learn a function </a:t>
            </a:r>
            <a:r>
              <a:rPr lang="en-US" sz="1050" i="1">
                <a:latin typeface="Arial"/>
                <a:ea typeface="Arial"/>
                <a:cs typeface="Arial"/>
                <a:sym typeface="Arial"/>
              </a:rPr>
              <a:t>f </a:t>
            </a:r>
            <a:r>
              <a:rPr lang="en-US" sz="1200">
                <a:latin typeface="Tahoma"/>
                <a:ea typeface="Tahoma"/>
                <a:cs typeface="Tahoma"/>
                <a:sym typeface="Tahoma"/>
              </a:rPr>
              <a:t>: </a:t>
            </a:r>
            <a:r>
              <a:rPr lang="en-US" sz="1200">
                <a:latin typeface="Arial"/>
                <a:ea typeface="Arial"/>
                <a:cs typeface="Arial"/>
                <a:sym typeface="Arial"/>
              </a:rPr>
              <a:t>R</a:t>
            </a:r>
            <a:r>
              <a:rPr lang="en-US" sz="1050" i="1" baseline="30000">
                <a:latin typeface="Arial"/>
                <a:ea typeface="Arial"/>
                <a:cs typeface="Arial"/>
                <a:sym typeface="Arial"/>
              </a:rPr>
              <a:t>d </a:t>
            </a:r>
            <a:r>
              <a:rPr lang="en-US" sz="1200">
                <a:latin typeface="Lucida Sans"/>
                <a:ea typeface="Lucida Sans"/>
                <a:cs typeface="Lucida Sans"/>
                <a:sym typeface="Lucida Sans"/>
              </a:rPr>
              <a:t>→ </a:t>
            </a:r>
            <a:r>
              <a:rPr lang="en-US" sz="1200">
                <a:latin typeface="Arial"/>
                <a:ea typeface="Arial"/>
                <a:cs typeface="Arial"/>
                <a:sym typeface="Arial"/>
              </a:rPr>
              <a:t>R </a:t>
            </a:r>
            <a:r>
              <a:rPr lang="en-US" sz="1050">
                <a:latin typeface="Arial"/>
                <a:ea typeface="Arial"/>
                <a:cs typeface="Arial"/>
                <a:sym typeface="Arial"/>
              </a:rPr>
              <a:t>such that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x</a:t>
            </a:r>
            <a:r>
              <a:rPr lang="en-US" sz="1200">
                <a:latin typeface="Tahoma"/>
                <a:ea typeface="Tahoma"/>
                <a:cs typeface="Tahoma"/>
                <a:sym typeface="Tahoma"/>
              </a:rPr>
              <a:t>)</a:t>
            </a:r>
            <a:endParaRPr sz="1200">
              <a:latin typeface="Tahoma"/>
              <a:ea typeface="Tahoma"/>
              <a:cs typeface="Tahoma"/>
              <a:sym typeface="Tahoma"/>
            </a:endParaRPr>
          </a:p>
        </p:txBody>
      </p:sp>
      <p:grpSp>
        <p:nvGrpSpPr>
          <p:cNvPr id="111" name="Google Shape;111;p10"/>
          <p:cNvGrpSpPr/>
          <p:nvPr/>
        </p:nvGrpSpPr>
        <p:grpSpPr>
          <a:xfrm>
            <a:off x="0" y="3109250"/>
            <a:ext cx="5760261" cy="92075"/>
            <a:chOff x="0" y="3109250"/>
            <a:chExt cx="5760261" cy="92075"/>
          </a:xfrm>
        </p:grpSpPr>
        <p:sp>
          <p:nvSpPr>
            <p:cNvPr id="112" name="Google Shape;112;p1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 name="Google Shape;113;p1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4" name="Google Shape;114;p1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5" name="Google Shape;115;p1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6" name="Google Shape;116;p1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17" name="Google Shape;117;p10"/>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59055" lvl="0" indent="0" algn="l" rtl="0">
              <a:lnSpc>
                <a:spcPct val="111666"/>
              </a:lnSpc>
              <a:spcBef>
                <a:spcPts val="0"/>
              </a:spcBef>
              <a:spcAft>
                <a:spcPts val="0"/>
              </a:spcAft>
              <a:buNone/>
            </a:pPr>
            <a:r>
              <a:rPr lang="en-US"/>
              <a:t>4/ 46</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R</a:t>
            </a:r>
            <a:r>
              <a:rPr lang="en-US" cap="small">
                <a:solidFill>
                  <a:srgbClr val="FFFFFF"/>
                </a:solidFill>
              </a:rPr>
              <a:t>egression</a:t>
            </a:r>
            <a:r>
              <a:rPr lang="en-US">
                <a:solidFill>
                  <a:srgbClr val="FFFFFF"/>
                </a:solidFill>
              </a:rPr>
              <a:t> P</a:t>
            </a:r>
            <a:r>
              <a:rPr lang="en-US" cap="small">
                <a:solidFill>
                  <a:srgbClr val="FFFFFF"/>
                </a:solidFill>
              </a:rPr>
              <a:t>roblems</a:t>
            </a:r>
            <a:endParaRPr/>
          </a:p>
        </p:txBody>
      </p:sp>
      <p:pic>
        <p:nvPicPr>
          <p:cNvPr id="123" name="Google Shape;123;p11"/>
          <p:cNvPicPr preferRelativeResize="0"/>
          <p:nvPr/>
        </p:nvPicPr>
        <p:blipFill rotWithShape="1">
          <a:blip r:embed="rId3">
            <a:alphaModFix/>
          </a:blip>
          <a:srcRect/>
          <a:stretch/>
        </p:blipFill>
        <p:spPr>
          <a:xfrm>
            <a:off x="456996" y="881049"/>
            <a:ext cx="121259" cy="121259"/>
          </a:xfrm>
          <a:prstGeom prst="rect">
            <a:avLst/>
          </a:prstGeom>
          <a:noFill/>
          <a:ln>
            <a:noFill/>
          </a:ln>
        </p:spPr>
      </p:pic>
      <p:sp>
        <p:nvSpPr>
          <p:cNvPr id="124" name="Google Shape;124;p11"/>
          <p:cNvSpPr txBox="1"/>
          <p:nvPr/>
        </p:nvSpPr>
        <p:spPr>
          <a:xfrm>
            <a:off x="483946" y="87119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125" name="Google Shape;125;p11"/>
          <p:cNvPicPr preferRelativeResize="0"/>
          <p:nvPr/>
        </p:nvPicPr>
        <p:blipFill rotWithShape="1">
          <a:blip r:embed="rId4">
            <a:alphaModFix/>
          </a:blip>
          <a:srcRect/>
          <a:stretch/>
        </p:blipFill>
        <p:spPr>
          <a:xfrm>
            <a:off x="456996" y="1460537"/>
            <a:ext cx="121259" cy="121259"/>
          </a:xfrm>
          <a:prstGeom prst="rect">
            <a:avLst/>
          </a:prstGeom>
          <a:noFill/>
          <a:ln>
            <a:noFill/>
          </a:ln>
        </p:spPr>
      </p:pic>
      <p:sp>
        <p:nvSpPr>
          <p:cNvPr id="126" name="Google Shape;126;p11"/>
          <p:cNvSpPr txBox="1"/>
          <p:nvPr/>
        </p:nvSpPr>
        <p:spPr>
          <a:xfrm>
            <a:off x="483946" y="145068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127" name="Google Shape;127;p11"/>
          <p:cNvPicPr preferRelativeResize="0"/>
          <p:nvPr/>
        </p:nvPicPr>
        <p:blipFill rotWithShape="1">
          <a:blip r:embed="rId5">
            <a:alphaModFix/>
          </a:blip>
          <a:srcRect/>
          <a:stretch/>
        </p:blipFill>
        <p:spPr>
          <a:xfrm>
            <a:off x="456996" y="2040026"/>
            <a:ext cx="121259" cy="121259"/>
          </a:xfrm>
          <a:prstGeom prst="rect">
            <a:avLst/>
          </a:prstGeom>
          <a:noFill/>
          <a:ln>
            <a:noFill/>
          </a:ln>
        </p:spPr>
      </p:pic>
      <p:sp>
        <p:nvSpPr>
          <p:cNvPr id="128" name="Google Shape;128;p11"/>
          <p:cNvSpPr txBox="1"/>
          <p:nvPr/>
        </p:nvSpPr>
        <p:spPr>
          <a:xfrm>
            <a:off x="483946" y="203017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129" name="Google Shape;129;p11"/>
          <p:cNvSpPr txBox="1"/>
          <p:nvPr/>
        </p:nvSpPr>
        <p:spPr>
          <a:xfrm>
            <a:off x="619226" y="785112"/>
            <a:ext cx="3509010" cy="1765300"/>
          </a:xfrm>
          <a:prstGeom prst="rect">
            <a:avLst/>
          </a:prstGeom>
          <a:noFill/>
          <a:ln>
            <a:noFill/>
          </a:ln>
        </p:spPr>
        <p:txBody>
          <a:bodyPr spcFirstLastPara="1" wrap="square" lIns="0" tIns="65400"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House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Size, location, number of rooms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Price in dollars</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Temperature Forecasting</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weather data, season, humidity</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Temperature in degrees</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Stock Price Prediction</a:t>
            </a:r>
            <a:endParaRPr sz="1050">
              <a:latin typeface="Arial"/>
              <a:ea typeface="Arial"/>
              <a:cs typeface="Arial"/>
              <a:sym typeface="Arial"/>
            </a:endParaRPr>
          </a:p>
          <a:p>
            <a:pPr marL="193040" lvl="0" indent="-60325" algn="l" rtl="0">
              <a:lnSpc>
                <a:spcPct val="100000"/>
              </a:lnSpc>
              <a:spcBef>
                <a:spcPts val="395"/>
              </a:spcBef>
              <a:spcAft>
                <a:spcPts val="0"/>
              </a:spcAft>
              <a:buSzPts val="950"/>
              <a:buFont typeface="Arial"/>
              <a:buChar char="•"/>
            </a:pPr>
            <a:r>
              <a:rPr lang="en-US" sz="950">
                <a:latin typeface="Arial"/>
                <a:ea typeface="Arial"/>
                <a:cs typeface="Arial"/>
                <a:sym typeface="Arial"/>
              </a:rPr>
              <a:t>Input: Historical prices, trading volume, market indicators</a:t>
            </a:r>
            <a:endParaRPr sz="950">
              <a:latin typeface="Arial"/>
              <a:ea typeface="Arial"/>
              <a:cs typeface="Arial"/>
              <a:sym typeface="Arial"/>
            </a:endParaRPr>
          </a:p>
          <a:p>
            <a:pPr marL="193040" lvl="0" indent="-60325" algn="l" rtl="0">
              <a:lnSpc>
                <a:spcPct val="100000"/>
              </a:lnSpc>
              <a:spcBef>
                <a:spcPts val="215"/>
              </a:spcBef>
              <a:spcAft>
                <a:spcPts val="0"/>
              </a:spcAft>
              <a:buSzPts val="950"/>
              <a:buFont typeface="Arial"/>
              <a:buChar char="•"/>
            </a:pPr>
            <a:r>
              <a:rPr lang="en-US" sz="950">
                <a:latin typeface="Arial"/>
                <a:ea typeface="Arial"/>
                <a:cs typeface="Arial"/>
                <a:sym typeface="Arial"/>
              </a:rPr>
              <a:t>Output: Future stock price</a:t>
            </a:r>
            <a:endParaRPr sz="950">
              <a:latin typeface="Arial"/>
              <a:ea typeface="Arial"/>
              <a:cs typeface="Arial"/>
              <a:sym typeface="Arial"/>
            </a:endParaRPr>
          </a:p>
        </p:txBody>
      </p:sp>
      <p:grpSp>
        <p:nvGrpSpPr>
          <p:cNvPr id="130" name="Google Shape;130;p11"/>
          <p:cNvGrpSpPr/>
          <p:nvPr/>
        </p:nvGrpSpPr>
        <p:grpSpPr>
          <a:xfrm>
            <a:off x="0" y="3109250"/>
            <a:ext cx="5760261" cy="92075"/>
            <a:chOff x="0" y="3109250"/>
            <a:chExt cx="5760261" cy="92075"/>
          </a:xfrm>
        </p:grpSpPr>
        <p:sp>
          <p:nvSpPr>
            <p:cNvPr id="131" name="Google Shape;131;p1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 name="Google Shape;132;p1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3" name="Google Shape;133;p1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4" name="Google Shape;134;p1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5" name="Google Shape;135;p1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136" name="Google Shape;136;p11"/>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5/ 46</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42" name="Google Shape;142;p1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143" name="Google Shape;143;p1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144" name="Google Shape;144;p1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145" name="Google Shape;145;p1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2</a:t>
            </a:r>
            <a:endParaRPr sz="800">
              <a:latin typeface="Calibri"/>
              <a:ea typeface="Calibri"/>
              <a:cs typeface="Calibri"/>
              <a:sym typeface="Calibri"/>
            </a:endParaRPr>
          </a:p>
        </p:txBody>
      </p:sp>
      <p:pic>
        <p:nvPicPr>
          <p:cNvPr id="146" name="Google Shape;146;p1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147" name="Google Shape;147;p1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148" name="Google Shape;148;p1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149" name="Google Shape;149;p1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150" name="Google Shape;150;p1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151" name="Google Shape;151;p1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152" name="Google Shape;152;p1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153" name="Google Shape;153;p1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154" name="Google Shape;154;p1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155" name="Google Shape;155;p1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156" name="Google Shape;156;p1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157" name="Google Shape;157;p1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158" name="Google Shape;158;p12"/>
          <p:cNvSpPr txBox="1"/>
          <p:nvPr/>
        </p:nvSpPr>
        <p:spPr>
          <a:xfrm>
            <a:off x="563029" y="537830"/>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1" u="sng">
                <a:solidFill>
                  <a:schemeClr val="hlink"/>
                </a:solidFill>
                <a:latin typeface="Calibri"/>
                <a:ea typeface="Calibri"/>
                <a:cs typeface="Calibri"/>
                <a:sym typeface="Calibri"/>
                <a:hlinkClick r:id="rId12"/>
              </a:rPr>
              <a:t>L</a:t>
            </a:r>
            <a:r>
              <a:rPr lang="en-US" sz="1400" b="1" u="sng" cap="small">
                <a:solidFill>
                  <a:schemeClr val="hlink"/>
                </a:solidFill>
                <a:latin typeface="Calibri"/>
                <a:ea typeface="Calibri"/>
                <a:cs typeface="Calibri"/>
                <a:sym typeface="Calibri"/>
                <a:hlinkClick r:id="rId12"/>
              </a:rPr>
              <a:t>inear</a:t>
            </a:r>
            <a:r>
              <a:rPr lang="en-US" sz="1400" b="1" u="sng">
                <a:solidFill>
                  <a:schemeClr val="hlink"/>
                </a:solidFill>
                <a:latin typeface="Calibri"/>
                <a:ea typeface="Calibri"/>
                <a:cs typeface="Calibri"/>
                <a:sym typeface="Calibri"/>
                <a:hlinkClick r:id="rId12"/>
              </a:rPr>
              <a:t> R</a:t>
            </a:r>
            <a:r>
              <a:rPr lang="en-US" sz="1400" b="1"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3"/>
              </a:rPr>
              <a:t>T</a:t>
            </a:r>
            <a:r>
              <a:rPr lang="en-US" sz="1400" b="0" u="sng" cap="small">
                <a:solidFill>
                  <a:schemeClr val="hlink"/>
                </a:solidFill>
                <a:latin typeface="Calibri"/>
                <a:ea typeface="Calibri"/>
                <a:cs typeface="Calibri"/>
                <a:sym typeface="Calibri"/>
                <a:hlinkClick r:id="rId13"/>
              </a:rPr>
              <a:t>he</a:t>
            </a:r>
            <a:r>
              <a:rPr lang="en-US" sz="1400" b="0" u="sng">
                <a:solidFill>
                  <a:schemeClr val="hlink"/>
                </a:solidFill>
                <a:latin typeface="Calibri"/>
                <a:ea typeface="Calibri"/>
                <a:cs typeface="Calibri"/>
                <a:sym typeface="Calibri"/>
                <a:hlinkClick r:id="rId13"/>
              </a:rPr>
              <a:t> L</a:t>
            </a:r>
            <a:r>
              <a:rPr lang="en-US" sz="1400" b="0" u="sng" cap="small">
                <a:solidFill>
                  <a:schemeClr val="hlink"/>
                </a:solidFill>
                <a:latin typeface="Calibri"/>
                <a:ea typeface="Calibri"/>
                <a:cs typeface="Calibri"/>
                <a:sym typeface="Calibri"/>
                <a:hlinkClick r:id="rId13"/>
              </a:rPr>
              <a:t>inear</a:t>
            </a:r>
            <a:r>
              <a:rPr lang="en-US" sz="1400" b="0" u="sng">
                <a:solidFill>
                  <a:schemeClr val="hlink"/>
                </a:solidFill>
                <a:latin typeface="Calibri"/>
                <a:ea typeface="Calibri"/>
                <a:cs typeface="Calibri"/>
                <a:sym typeface="Calibri"/>
                <a:hlinkClick r:id="rId13"/>
              </a:rPr>
              <a:t> M</a:t>
            </a:r>
            <a:r>
              <a:rPr lang="en-US" sz="1400" b="0" u="sng" cap="small">
                <a:solidFill>
                  <a:schemeClr val="hlink"/>
                </a:solidFill>
                <a:latin typeface="Calibri"/>
                <a:ea typeface="Calibri"/>
                <a:cs typeface="Calibri"/>
                <a:sym typeface="Calibri"/>
                <a:hlinkClick r:id="rId13"/>
              </a:rPr>
              <a:t>odel</a:t>
            </a:r>
            <a:r>
              <a:rPr lang="en-US" sz="1400" b="0" u="sng">
                <a:solidFill>
                  <a:schemeClr val="hlink"/>
                </a:solidFill>
                <a:latin typeface="Calibri"/>
                <a:ea typeface="Calibri"/>
                <a:cs typeface="Calibri"/>
                <a:sym typeface="Calibri"/>
                <a:hlinkClick r:id="rId13"/>
              </a:rPr>
              <a:t>: S</a:t>
            </a:r>
            <a:r>
              <a:rPr lang="en-US" sz="1400" b="0" u="sng" cap="small">
                <a:solidFill>
                  <a:schemeClr val="hlink"/>
                </a:solidFill>
                <a:latin typeface="Calibri"/>
                <a:ea typeface="Calibri"/>
                <a:cs typeface="Calibri"/>
                <a:sym typeface="Calibri"/>
                <a:hlinkClick r:id="rId13"/>
              </a:rPr>
              <a:t>ingle</a:t>
            </a:r>
            <a:r>
              <a:rPr lang="en-US" sz="1400" b="0" u="sng">
                <a:solidFill>
                  <a:schemeClr val="hlink"/>
                </a:solidFill>
                <a:latin typeface="Calibri"/>
                <a:ea typeface="Calibri"/>
                <a:cs typeface="Calibri"/>
                <a:sym typeface="Calibri"/>
                <a:hlinkClick r:id="rId13"/>
              </a:rPr>
              <a:t> N</a:t>
            </a:r>
            <a:r>
              <a:rPr lang="en-US" sz="1400" b="0" u="sng" cap="small">
                <a:solidFill>
                  <a:schemeClr val="hlink"/>
                </a:solidFill>
                <a:latin typeface="Calibri"/>
                <a:ea typeface="Calibri"/>
                <a:cs typeface="Calibri"/>
                <a:sym typeface="Calibri"/>
                <a:hlinkClick r:id="rId13"/>
              </a:rPr>
              <a:t>euron</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4"/>
              </a:rPr>
              <a:t>W</a:t>
            </a:r>
            <a:r>
              <a:rPr lang="en-US" sz="1400" b="0" u="sng" cap="small">
                <a:solidFill>
                  <a:schemeClr val="hlink"/>
                </a:solidFill>
                <a:latin typeface="Calibri"/>
                <a:ea typeface="Calibri"/>
                <a:cs typeface="Calibri"/>
                <a:sym typeface="Calibri"/>
                <a:hlinkClick r:id="rId14"/>
              </a:rPr>
              <a:t>orked</a:t>
            </a:r>
            <a:r>
              <a:rPr lang="en-US" sz="1400" b="0" u="sng">
                <a:solidFill>
                  <a:schemeClr val="hlink"/>
                </a:solidFill>
                <a:latin typeface="Calibri"/>
                <a:ea typeface="Calibri"/>
                <a:cs typeface="Calibri"/>
                <a:sym typeface="Calibri"/>
                <a:hlinkClick r:id="rId14"/>
              </a:rPr>
              <a:t> E</a:t>
            </a:r>
            <a:r>
              <a:rPr lang="en-US" sz="1400" b="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b="0" u="sng">
                <a:solidFill>
                  <a:schemeClr val="hlink"/>
                </a:solidFill>
                <a:latin typeface="Calibri"/>
                <a:ea typeface="Calibri"/>
                <a:cs typeface="Calibri"/>
                <a:sym typeface="Calibri"/>
                <a:hlinkClick r:id="rId15"/>
              </a:rPr>
              <a:t>E</a:t>
            </a:r>
            <a:r>
              <a:rPr lang="en-US" sz="1400" b="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6"/>
              </a:rPr>
              <a:t>P</a:t>
            </a:r>
            <a:r>
              <a:rPr lang="en-US" sz="1400" b="0" u="sng" cap="small">
                <a:solidFill>
                  <a:schemeClr val="hlink"/>
                </a:solidFill>
                <a:latin typeface="Calibri"/>
                <a:ea typeface="Calibri"/>
                <a:cs typeface="Calibri"/>
                <a:sym typeface="Calibri"/>
                <a:hlinkClick r:id="rId16"/>
              </a:rPr>
              <a:t>ython</a:t>
            </a:r>
            <a:r>
              <a:rPr lang="en-US" sz="1400" b="0" u="sng">
                <a:solidFill>
                  <a:schemeClr val="hlink"/>
                </a:solidFill>
                <a:latin typeface="Calibri"/>
                <a:ea typeface="Calibri"/>
                <a:cs typeface="Calibri"/>
                <a:sym typeface="Calibri"/>
                <a:hlinkClick r:id="rId16"/>
              </a:rPr>
              <a:t> I</a:t>
            </a:r>
            <a:r>
              <a:rPr lang="en-US" sz="1400" b="0" u="sng" cap="small">
                <a:solidFill>
                  <a:schemeClr val="hlink"/>
                </a:solidFill>
                <a:latin typeface="Calibri"/>
                <a:ea typeface="Calibri"/>
                <a:cs typeface="Calibri"/>
                <a:sym typeface="Calibri"/>
                <a:hlinkClick r:id="rId16"/>
              </a:rPr>
              <a:t>mplementation</a:t>
            </a:r>
            <a:r>
              <a:rPr lang="en-US" sz="1400" b="0">
                <a:solidFill>
                  <a:srgbClr val="D6D6EF"/>
                </a:solidFill>
                <a:latin typeface="Calibri"/>
                <a:ea typeface="Calibri"/>
                <a:cs typeface="Calibri"/>
                <a:sym typeface="Calibri"/>
              </a:rPr>
              <a:t> </a:t>
            </a:r>
            <a:r>
              <a:rPr lang="en-US" sz="1400" b="0" u="sng">
                <a:solidFill>
                  <a:schemeClr val="hlink"/>
                </a:solidFill>
                <a:latin typeface="Calibri"/>
                <a:ea typeface="Calibri"/>
                <a:cs typeface="Calibri"/>
                <a:sym typeface="Calibri"/>
                <a:hlinkClick r:id="rId17"/>
              </a:rPr>
              <a:t>I</a:t>
            </a:r>
            <a:r>
              <a:rPr lang="en-US" sz="1400" b="0" u="sng" cap="small">
                <a:solidFill>
                  <a:schemeClr val="hlink"/>
                </a:solidFill>
                <a:latin typeface="Calibri"/>
                <a:ea typeface="Calibri"/>
                <a:cs typeface="Calibri"/>
                <a:sym typeface="Calibri"/>
                <a:hlinkClick r:id="rId17"/>
              </a:rPr>
              <a:t>mplementation</a:t>
            </a:r>
            <a:r>
              <a:rPr lang="en-US" sz="1400" b="0" u="sng">
                <a:solidFill>
                  <a:schemeClr val="hlink"/>
                </a:solidFill>
                <a:latin typeface="Calibri"/>
                <a:ea typeface="Calibri"/>
                <a:cs typeface="Calibri"/>
                <a:sym typeface="Calibri"/>
                <a:hlinkClick r:id="rId17"/>
              </a:rPr>
              <a:t> T</a:t>
            </a:r>
            <a:r>
              <a:rPr lang="en-US" sz="1400" b="0" u="sng" cap="small">
                <a:solidFill>
                  <a:schemeClr val="hlink"/>
                </a:solidFill>
                <a:latin typeface="Calibri"/>
                <a:ea typeface="Calibri"/>
                <a:cs typeface="Calibri"/>
                <a:sym typeface="Calibri"/>
                <a:hlinkClick r:id="rId17"/>
              </a:rPr>
              <a:t>ips</a:t>
            </a:r>
            <a:r>
              <a:rPr lang="en-US" sz="1400" b="0">
                <a:solidFill>
                  <a:srgbClr val="D6D6EF"/>
                </a:solidFill>
                <a:latin typeface="Calibri"/>
                <a:ea typeface="Calibri"/>
                <a:cs typeface="Calibri"/>
                <a:sym typeface="Calibri"/>
              </a:rPr>
              <a:t> </a:t>
            </a:r>
            <a:endParaRPr sz="1400" b="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b="0" u="sng">
                <a:solidFill>
                  <a:schemeClr val="hlink"/>
                </a:solidFill>
                <a:latin typeface="Calibri"/>
                <a:ea typeface="Calibri"/>
                <a:cs typeface="Calibri"/>
                <a:sym typeface="Calibri"/>
                <a:hlinkClick r:id="rId18"/>
              </a:rPr>
              <a:t>S</a:t>
            </a:r>
            <a:r>
              <a:rPr lang="en-US" sz="1400" b="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159" name="Google Shape;159;p12"/>
          <p:cNvGrpSpPr/>
          <p:nvPr/>
        </p:nvGrpSpPr>
        <p:grpSpPr>
          <a:xfrm>
            <a:off x="0" y="3109250"/>
            <a:ext cx="5760261" cy="92075"/>
            <a:chOff x="0" y="3109250"/>
            <a:chExt cx="5760261" cy="92075"/>
          </a:xfrm>
        </p:grpSpPr>
        <p:sp>
          <p:nvSpPr>
            <p:cNvPr id="160" name="Google Shape;160;p1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1" name="Google Shape;161;p1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2" name="Google Shape;162;p1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3" name="Google Shape;163;p1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4" name="Google Shape;164;p1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165" name="Google Shape;165;p12"/>
          <p:cNvSpPr txBox="1">
            <a:spLocks noGrp="1"/>
          </p:cNvSpPr>
          <p:nvPr>
            <p:ph type="sldNum" idx="12"/>
          </p:nvPr>
        </p:nvSpPr>
        <p:spPr>
          <a:xfrm>
            <a:off x="4661184" y="3109097"/>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6 / 46</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r>
              <a:rPr lang="en-US">
                <a:solidFill>
                  <a:srgbClr val="FFFFFF"/>
                </a:solidFill>
              </a:rPr>
              <a:t>?</a:t>
            </a:r>
            <a:endParaRPr/>
          </a:p>
        </p:txBody>
      </p:sp>
      <p:grpSp>
        <p:nvGrpSpPr>
          <p:cNvPr id="171" name="Google Shape;171;p13"/>
          <p:cNvGrpSpPr/>
          <p:nvPr/>
        </p:nvGrpSpPr>
        <p:grpSpPr>
          <a:xfrm>
            <a:off x="309193" y="699198"/>
            <a:ext cx="5192466" cy="489281"/>
            <a:chOff x="309193" y="699198"/>
            <a:chExt cx="5192466" cy="489281"/>
          </a:xfrm>
        </p:grpSpPr>
        <p:sp>
          <p:nvSpPr>
            <p:cNvPr id="172" name="Google Shape;172;p13"/>
            <p:cNvSpPr/>
            <p:nvPr/>
          </p:nvSpPr>
          <p:spPr>
            <a:xfrm>
              <a:off x="309193" y="699198"/>
              <a:ext cx="5142230" cy="207010"/>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6D6E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73" name="Google Shape;173;p13"/>
            <p:cNvPicPr preferRelativeResize="0"/>
            <p:nvPr/>
          </p:nvPicPr>
          <p:blipFill rotWithShape="1">
            <a:blip r:embed="rId3">
              <a:alphaModFix/>
            </a:blip>
            <a:srcRect/>
            <a:stretch/>
          </p:blipFill>
          <p:spPr>
            <a:xfrm>
              <a:off x="309193" y="893432"/>
              <a:ext cx="5141666" cy="50609"/>
            </a:xfrm>
            <a:prstGeom prst="rect">
              <a:avLst/>
            </a:prstGeom>
            <a:noFill/>
            <a:ln>
              <a:noFill/>
            </a:ln>
          </p:spPr>
        </p:pic>
        <p:pic>
          <p:nvPicPr>
            <p:cNvPr id="174" name="Google Shape;174;p13"/>
            <p:cNvPicPr preferRelativeResize="0"/>
            <p:nvPr/>
          </p:nvPicPr>
          <p:blipFill rotWithShape="1">
            <a:blip r:embed="rId4">
              <a:alphaModFix/>
            </a:blip>
            <a:srcRect/>
            <a:stretch/>
          </p:blipFill>
          <p:spPr>
            <a:xfrm>
              <a:off x="359994" y="1086878"/>
              <a:ext cx="101600" cy="101600"/>
            </a:xfrm>
            <a:prstGeom prst="rect">
              <a:avLst/>
            </a:prstGeom>
            <a:noFill/>
            <a:ln>
              <a:noFill/>
            </a:ln>
          </p:spPr>
        </p:pic>
        <p:pic>
          <p:nvPicPr>
            <p:cNvPr id="175" name="Google Shape;175;p13"/>
            <p:cNvPicPr preferRelativeResize="0"/>
            <p:nvPr/>
          </p:nvPicPr>
          <p:blipFill rotWithShape="1">
            <a:blip r:embed="rId5">
              <a:alphaModFix/>
            </a:blip>
            <a:srcRect/>
            <a:stretch/>
          </p:blipFill>
          <p:spPr>
            <a:xfrm>
              <a:off x="410794" y="1074178"/>
              <a:ext cx="5090865" cy="114301"/>
            </a:xfrm>
            <a:prstGeom prst="rect">
              <a:avLst/>
            </a:prstGeom>
            <a:noFill/>
            <a:ln>
              <a:noFill/>
            </a:ln>
          </p:spPr>
        </p:pic>
        <p:pic>
          <p:nvPicPr>
            <p:cNvPr id="176" name="Google Shape;176;p13"/>
            <p:cNvPicPr preferRelativeResize="0"/>
            <p:nvPr/>
          </p:nvPicPr>
          <p:blipFill rotWithShape="1">
            <a:blip r:embed="rId6">
              <a:alphaModFix/>
            </a:blip>
            <a:srcRect/>
            <a:stretch/>
          </p:blipFill>
          <p:spPr>
            <a:xfrm>
              <a:off x="5450859" y="743445"/>
              <a:ext cx="50800" cy="343433"/>
            </a:xfrm>
            <a:prstGeom prst="rect">
              <a:avLst/>
            </a:prstGeom>
            <a:noFill/>
            <a:ln>
              <a:noFill/>
            </a:ln>
          </p:spPr>
        </p:pic>
        <p:sp>
          <p:nvSpPr>
            <p:cNvPr id="177" name="Google Shape;177;p13"/>
            <p:cNvSpPr/>
            <p:nvPr/>
          </p:nvSpPr>
          <p:spPr>
            <a:xfrm>
              <a:off x="309193" y="937722"/>
              <a:ext cx="5142230" cy="200025"/>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AEAF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8" name="Google Shape;178;p13"/>
            <p:cNvSpPr/>
            <p:nvPr/>
          </p:nvSpPr>
          <p:spPr>
            <a:xfrm>
              <a:off x="5450859" y="781541"/>
              <a:ext cx="0" cy="324485"/>
            </a:xfrm>
            <a:custGeom>
              <a:avLst/>
              <a:gdLst/>
              <a:ahLst/>
              <a:cxnLst/>
              <a:rect l="l" t="t" r="r" b="b"/>
              <a:pathLst>
                <a:path w="120000" h="324484" extrusionOk="0">
                  <a:moveTo>
                    <a:pt x="0" y="324387"/>
                  </a:moveTo>
                  <a:lnTo>
                    <a:pt x="0"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 name="Google Shape;179;p13"/>
            <p:cNvSpPr/>
            <p:nvPr/>
          </p:nvSpPr>
          <p:spPr>
            <a:xfrm>
              <a:off x="5450859" y="768841"/>
              <a:ext cx="0" cy="12700"/>
            </a:xfrm>
            <a:custGeom>
              <a:avLst/>
              <a:gdLst/>
              <a:ahLst/>
              <a:cxnLst/>
              <a:rect l="l" t="t" r="r" b="b"/>
              <a:pathLst>
                <a:path w="120000" h="12700" extrusionOk="0">
                  <a:moveTo>
                    <a:pt x="0" y="12699"/>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 name="Google Shape;180;p13"/>
            <p:cNvSpPr/>
            <p:nvPr/>
          </p:nvSpPr>
          <p:spPr>
            <a:xfrm>
              <a:off x="5450859" y="756140"/>
              <a:ext cx="0" cy="12700"/>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1" name="Google Shape;181;p13"/>
            <p:cNvSpPr/>
            <p:nvPr/>
          </p:nvSpPr>
          <p:spPr>
            <a:xfrm>
              <a:off x="5450859" y="743440"/>
              <a:ext cx="0" cy="12700"/>
            </a:xfrm>
            <a:custGeom>
              <a:avLst/>
              <a:gdLst/>
              <a:ahLst/>
              <a:cxnLst/>
              <a:rect l="l" t="t" r="r" b="b"/>
              <a:pathLst>
                <a:path w="120000" h="12700" extrusionOk="0">
                  <a:moveTo>
                    <a:pt x="0" y="12699"/>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2" name="Google Shape;182;p13"/>
            <p:cNvSpPr/>
            <p:nvPr/>
          </p:nvSpPr>
          <p:spPr>
            <a:xfrm>
              <a:off x="5450859" y="724390"/>
              <a:ext cx="0" cy="1905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3" name="Google Shape;183;p13"/>
          <p:cNvSpPr txBox="1"/>
          <p:nvPr/>
        </p:nvSpPr>
        <p:spPr>
          <a:xfrm>
            <a:off x="347294" y="629639"/>
            <a:ext cx="4985385" cy="854710"/>
          </a:xfrm>
          <a:prstGeom prst="rect">
            <a:avLst/>
          </a:prstGeom>
          <a:noFill/>
          <a:ln>
            <a:noFill/>
          </a:ln>
        </p:spPr>
        <p:txBody>
          <a:bodyPr spcFirstLastPara="1" wrap="square" lIns="0" tIns="53975" rIns="0" bIns="0" anchor="t" anchorCtr="0">
            <a:spAutoFit/>
          </a:bodyPr>
          <a:lstStyle/>
          <a:p>
            <a:pPr marL="12700" lvl="0" indent="0" algn="l" rtl="0">
              <a:lnSpc>
                <a:spcPct val="100000"/>
              </a:lnSpc>
              <a:spcBef>
                <a:spcPts val="0"/>
              </a:spcBef>
              <a:spcAft>
                <a:spcPts val="0"/>
              </a:spcAft>
              <a:buNone/>
            </a:pPr>
            <a:r>
              <a:rPr lang="en-US" sz="1400">
                <a:solidFill>
                  <a:srgbClr val="3333B2"/>
                </a:solidFill>
                <a:latin typeface="Calibri"/>
                <a:ea typeface="Calibri"/>
                <a:cs typeface="Calibri"/>
                <a:sym typeface="Calibri"/>
              </a:rPr>
              <a:t>D</a:t>
            </a:r>
            <a:r>
              <a:rPr lang="en-US" sz="1400" cap="small">
                <a:solidFill>
                  <a:srgbClr val="3333B2"/>
                </a:solidFill>
                <a:latin typeface="Calibri"/>
                <a:ea typeface="Calibri"/>
                <a:cs typeface="Calibri"/>
                <a:sym typeface="Calibri"/>
              </a:rPr>
              <a:t>efinition</a:t>
            </a:r>
            <a:endParaRPr sz="1400">
              <a:latin typeface="Calibri"/>
              <a:ea typeface="Calibri"/>
              <a:cs typeface="Calibri"/>
              <a:sym typeface="Calibri"/>
            </a:endParaRPr>
          </a:p>
          <a:p>
            <a:pPr marL="12700" lvl="0" indent="0" algn="l" rtl="0">
              <a:lnSpc>
                <a:spcPct val="100000"/>
              </a:lnSpc>
              <a:spcBef>
                <a:spcPts val="254"/>
              </a:spcBef>
              <a:spcAft>
                <a:spcPts val="0"/>
              </a:spcAft>
              <a:buNone/>
            </a:pPr>
            <a:r>
              <a:rPr lang="en-US" sz="1050">
                <a:latin typeface="Arial"/>
                <a:ea typeface="Arial"/>
                <a:cs typeface="Arial"/>
                <a:sym typeface="Arial"/>
              </a:rPr>
              <a:t>Linear regression assumes the output is a linear combination of the input features.</a:t>
            </a:r>
            <a:endParaRPr sz="1050">
              <a:latin typeface="Arial"/>
              <a:ea typeface="Arial"/>
              <a:cs typeface="Arial"/>
              <a:sym typeface="Arial"/>
            </a:endParaRPr>
          </a:p>
          <a:p>
            <a:pPr marL="0" lvl="0" indent="0" algn="l" rtl="0">
              <a:lnSpc>
                <a:spcPct val="100000"/>
              </a:lnSpc>
              <a:spcBef>
                <a:spcPts val="530"/>
              </a:spcBef>
              <a:spcAft>
                <a:spcPts val="0"/>
              </a:spcAft>
              <a:buNone/>
            </a:pPr>
            <a:endParaRPr sz="1050">
              <a:latin typeface="Arial"/>
              <a:ea typeface="Arial"/>
              <a:cs typeface="Arial"/>
              <a:sym typeface="Arial"/>
            </a:endParaRPr>
          </a:p>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Mathematical Form:</a:t>
            </a:r>
            <a:endParaRPr sz="1050">
              <a:latin typeface="Arial"/>
              <a:ea typeface="Arial"/>
              <a:cs typeface="Arial"/>
              <a:sym typeface="Arial"/>
            </a:endParaRPr>
          </a:p>
        </p:txBody>
      </p:sp>
      <p:sp>
        <p:nvSpPr>
          <p:cNvPr id="184" name="Google Shape;184;p13"/>
          <p:cNvSpPr txBox="1"/>
          <p:nvPr/>
        </p:nvSpPr>
        <p:spPr>
          <a:xfrm>
            <a:off x="1738176" y="1614550"/>
            <a:ext cx="2736300" cy="1968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a:t>
            </a: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sp>
        <p:nvSpPr>
          <p:cNvPr id="185" name="Google Shape;185;p13"/>
          <p:cNvSpPr txBox="1"/>
          <p:nvPr/>
        </p:nvSpPr>
        <p:spPr>
          <a:xfrm>
            <a:off x="5220322" y="1629732"/>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p:txBody>
      </p:sp>
      <p:grpSp>
        <p:nvGrpSpPr>
          <p:cNvPr id="186" name="Google Shape;186;p13"/>
          <p:cNvGrpSpPr/>
          <p:nvPr/>
        </p:nvGrpSpPr>
        <p:grpSpPr>
          <a:xfrm>
            <a:off x="513702" y="2263978"/>
            <a:ext cx="69291" cy="512127"/>
            <a:chOff x="513702" y="2263978"/>
            <a:chExt cx="69291" cy="512127"/>
          </a:xfrm>
        </p:grpSpPr>
        <p:pic>
          <p:nvPicPr>
            <p:cNvPr id="187" name="Google Shape;187;p13"/>
            <p:cNvPicPr preferRelativeResize="0"/>
            <p:nvPr/>
          </p:nvPicPr>
          <p:blipFill rotWithShape="1">
            <a:blip r:embed="rId7">
              <a:alphaModFix/>
            </a:blip>
            <a:srcRect/>
            <a:stretch/>
          </p:blipFill>
          <p:spPr>
            <a:xfrm>
              <a:off x="513702" y="2263978"/>
              <a:ext cx="69291" cy="69291"/>
            </a:xfrm>
            <a:prstGeom prst="rect">
              <a:avLst/>
            </a:prstGeom>
            <a:noFill/>
            <a:ln>
              <a:noFill/>
            </a:ln>
          </p:spPr>
        </p:pic>
        <p:pic>
          <p:nvPicPr>
            <p:cNvPr id="188" name="Google Shape;188;p13"/>
            <p:cNvPicPr preferRelativeResize="0"/>
            <p:nvPr/>
          </p:nvPicPr>
          <p:blipFill rotWithShape="1">
            <a:blip r:embed="rId8">
              <a:alphaModFix/>
            </a:blip>
            <a:srcRect/>
            <a:stretch/>
          </p:blipFill>
          <p:spPr>
            <a:xfrm>
              <a:off x="513702" y="2485390"/>
              <a:ext cx="69291" cy="69291"/>
            </a:xfrm>
            <a:prstGeom prst="rect">
              <a:avLst/>
            </a:prstGeom>
            <a:noFill/>
            <a:ln>
              <a:noFill/>
            </a:ln>
          </p:spPr>
        </p:pic>
        <p:pic>
          <p:nvPicPr>
            <p:cNvPr id="189" name="Google Shape;189;p13"/>
            <p:cNvPicPr preferRelativeResize="0"/>
            <p:nvPr/>
          </p:nvPicPr>
          <p:blipFill rotWithShape="1">
            <a:blip r:embed="rId9">
              <a:alphaModFix/>
            </a:blip>
            <a:srcRect/>
            <a:stretch/>
          </p:blipFill>
          <p:spPr>
            <a:xfrm>
              <a:off x="513702" y="2706814"/>
              <a:ext cx="69291" cy="69291"/>
            </a:xfrm>
            <a:prstGeom prst="rect">
              <a:avLst/>
            </a:prstGeom>
            <a:noFill/>
            <a:ln>
              <a:noFill/>
            </a:ln>
          </p:spPr>
        </p:pic>
      </p:grpSp>
      <p:sp>
        <p:nvSpPr>
          <p:cNvPr id="190" name="Google Shape;190;p13"/>
          <p:cNvSpPr txBox="1"/>
          <p:nvPr/>
        </p:nvSpPr>
        <p:spPr>
          <a:xfrm>
            <a:off x="321894" y="1926987"/>
            <a:ext cx="2919730" cy="892175"/>
          </a:xfrm>
          <a:prstGeom prst="rect">
            <a:avLst/>
          </a:prstGeom>
          <a:noFill/>
          <a:ln>
            <a:noFill/>
          </a:ln>
        </p:spPr>
        <p:txBody>
          <a:bodyPr spcFirstLastPara="1" wrap="square" lIns="0" tIns="5397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a:t>
            </a:r>
            <a:endParaRPr sz="1050">
              <a:latin typeface="Arial"/>
              <a:ea typeface="Arial"/>
              <a:cs typeface="Arial"/>
              <a:sym typeface="Arial"/>
            </a:endParaRPr>
          </a:p>
          <a:p>
            <a:pPr marL="335280" lvl="0" indent="0" algn="l" rtl="0">
              <a:lnSpc>
                <a:spcPct val="100000"/>
              </a:lnSpc>
              <a:spcBef>
                <a:spcPts val="330"/>
              </a:spcBef>
              <a:spcAft>
                <a:spcPts val="0"/>
              </a:spcAft>
              <a:buNone/>
            </a:pPr>
            <a:r>
              <a:rPr lang="en-US" sz="1050" b="1">
                <a:latin typeface="Arial"/>
                <a:ea typeface="Arial"/>
                <a:cs typeface="Arial"/>
                <a:sym typeface="Arial"/>
              </a:rPr>
              <a:t>x </a:t>
            </a:r>
            <a:r>
              <a:rPr lang="en-US" sz="1200">
                <a:latin typeface="Tahoma"/>
                <a:ea typeface="Tahoma"/>
                <a:cs typeface="Tahoma"/>
                <a:sym typeface="Tahoma"/>
              </a:rPr>
              <a:t>= [</a:t>
            </a:r>
            <a:r>
              <a:rPr lang="en-US" sz="1050" i="1">
                <a:latin typeface="Arial"/>
                <a:ea typeface="Arial"/>
                <a:cs typeface="Arial"/>
                <a:sym typeface="Arial"/>
              </a:rPr>
              <a:t>x</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x</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input features</a:t>
            </a:r>
            <a:endParaRPr sz="1050">
              <a:latin typeface="Arial"/>
              <a:ea typeface="Arial"/>
              <a:cs typeface="Arial"/>
              <a:sym typeface="Arial"/>
            </a:endParaRPr>
          </a:p>
          <a:p>
            <a:pPr marL="335280" lvl="0" indent="0" algn="l" rtl="0">
              <a:lnSpc>
                <a:spcPct val="100000"/>
              </a:lnSpc>
              <a:spcBef>
                <a:spcPts val="305"/>
              </a:spcBef>
              <a:spcAft>
                <a:spcPts val="0"/>
              </a:spcAft>
              <a:buNone/>
            </a:pPr>
            <a:r>
              <a:rPr lang="en-US" sz="1050" b="1">
                <a:latin typeface="Arial"/>
                <a:ea typeface="Arial"/>
                <a:cs typeface="Arial"/>
                <a:sym typeface="Arial"/>
              </a:rPr>
              <a:t>w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200" i="1">
                <a:latin typeface="Calibri"/>
                <a:ea typeface="Calibri"/>
                <a:cs typeface="Calibri"/>
                <a:sym typeface="Calibri"/>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200" i="1">
                <a:latin typeface="Calibri"/>
                <a:ea typeface="Calibri"/>
                <a:cs typeface="Calibri"/>
                <a:sym typeface="Calibri"/>
              </a:rPr>
              <a:t>, . . . , </a:t>
            </a:r>
            <a:r>
              <a:rPr lang="en-US" sz="1050" i="1">
                <a:latin typeface="Arial"/>
                <a:ea typeface="Arial"/>
                <a:cs typeface="Arial"/>
                <a:sym typeface="Arial"/>
              </a:rPr>
              <a:t>w</a:t>
            </a:r>
            <a:r>
              <a:rPr lang="en-US" sz="1050" i="1" baseline="-25000">
                <a:latin typeface="Arial"/>
                <a:ea typeface="Arial"/>
                <a:cs typeface="Arial"/>
                <a:sym typeface="Arial"/>
              </a:rPr>
              <a:t>d </a:t>
            </a:r>
            <a:r>
              <a:rPr lang="en-US" sz="1200">
                <a:latin typeface="Tahoma"/>
                <a:ea typeface="Tahoma"/>
                <a:cs typeface="Tahoma"/>
                <a:sym typeface="Tahoma"/>
              </a:rPr>
              <a:t>]</a:t>
            </a:r>
            <a:r>
              <a:rPr lang="en-US" sz="1050" i="1" baseline="30000">
                <a:latin typeface="Arial"/>
                <a:ea typeface="Arial"/>
                <a:cs typeface="Arial"/>
                <a:sym typeface="Arial"/>
              </a:rPr>
              <a:t>T </a:t>
            </a:r>
            <a:r>
              <a:rPr lang="en-US" sz="1050">
                <a:latin typeface="Arial"/>
                <a:ea typeface="Arial"/>
                <a:cs typeface="Arial"/>
                <a:sym typeface="Arial"/>
              </a:rPr>
              <a:t>are the weights</a:t>
            </a:r>
            <a:endParaRPr sz="1050">
              <a:latin typeface="Arial"/>
              <a:ea typeface="Arial"/>
              <a:cs typeface="Arial"/>
              <a:sym typeface="Arial"/>
            </a:endParaRPr>
          </a:p>
          <a:p>
            <a:pPr marL="335280" lvl="0" indent="0" algn="l" rtl="0">
              <a:lnSpc>
                <a:spcPct val="100000"/>
              </a:lnSpc>
              <a:spcBef>
                <a:spcPts val="455"/>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a:latin typeface="Arial"/>
                <a:ea typeface="Arial"/>
                <a:cs typeface="Arial"/>
                <a:sym typeface="Arial"/>
              </a:rPr>
              <a:t>is the bias term</a:t>
            </a:r>
            <a:endParaRPr sz="1050">
              <a:latin typeface="Arial"/>
              <a:ea typeface="Arial"/>
              <a:cs typeface="Arial"/>
              <a:sym typeface="Arial"/>
            </a:endParaRPr>
          </a:p>
        </p:txBody>
      </p:sp>
      <p:grpSp>
        <p:nvGrpSpPr>
          <p:cNvPr id="191" name="Google Shape;191;p13"/>
          <p:cNvGrpSpPr/>
          <p:nvPr/>
        </p:nvGrpSpPr>
        <p:grpSpPr>
          <a:xfrm>
            <a:off x="0" y="3109250"/>
            <a:ext cx="5760261" cy="92075"/>
            <a:chOff x="0" y="3109250"/>
            <a:chExt cx="5760261" cy="92075"/>
          </a:xfrm>
        </p:grpSpPr>
        <p:sp>
          <p:nvSpPr>
            <p:cNvPr id="192" name="Google Shape;192;p1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3" name="Google Shape;193;p1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 name="Google Shape;194;p1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 name="Google Shape;195;p1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6" name="Google Shape;196;p1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0"/>
              </a:rPr>
              <a:t>D</a:t>
            </a:r>
            <a:r>
              <a:rPr lang="en-US" sz="600" u="sng" cap="small">
                <a:solidFill>
                  <a:schemeClr val="hlink"/>
                </a:solidFill>
                <a:latin typeface="Calibri"/>
                <a:ea typeface="Calibri"/>
                <a:cs typeface="Calibri"/>
                <a:sym typeface="Calibri"/>
                <a:hlinkClick r:id="rId10"/>
              </a:rPr>
              <a:t>eep</a:t>
            </a:r>
            <a:r>
              <a:rPr lang="en-US" sz="600" u="sng">
                <a:solidFill>
                  <a:schemeClr val="hlink"/>
                </a:solidFill>
                <a:latin typeface="Calibri"/>
                <a:ea typeface="Calibri"/>
                <a:cs typeface="Calibri"/>
                <a:sym typeface="Calibri"/>
                <a:hlinkClick r:id="rId10"/>
              </a:rPr>
              <a:t> L</a:t>
            </a:r>
            <a:r>
              <a:rPr lang="en-US" sz="600" u="sng" cap="small">
                <a:solidFill>
                  <a:schemeClr val="hlink"/>
                </a:solidFill>
                <a:latin typeface="Calibri"/>
                <a:ea typeface="Calibri"/>
                <a:cs typeface="Calibri"/>
                <a:sym typeface="Calibri"/>
                <a:hlinkClick r:id="rId10"/>
              </a:rPr>
              <a:t>earning</a:t>
            </a:r>
            <a:endParaRPr sz="600">
              <a:latin typeface="Calibri"/>
              <a:ea typeface="Calibri"/>
              <a:cs typeface="Calibri"/>
              <a:sym typeface="Calibri"/>
            </a:endParaRPr>
          </a:p>
        </p:txBody>
      </p:sp>
      <p:sp>
        <p:nvSpPr>
          <p:cNvPr id="197" name="Google Shape;197;p13"/>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 7/ 46</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L</a:t>
            </a:r>
            <a:r>
              <a:rPr lang="en-US" cap="small">
                <a:solidFill>
                  <a:srgbClr val="FFFFFF"/>
                </a:solidFill>
              </a:rPr>
              <a:t>inear</a:t>
            </a:r>
            <a:r>
              <a:rPr lang="en-US">
                <a:solidFill>
                  <a:srgbClr val="FFFFFF"/>
                </a:solidFill>
              </a:rPr>
              <a:t> R</a:t>
            </a:r>
            <a:r>
              <a:rPr lang="en-US" cap="small">
                <a:solidFill>
                  <a:srgbClr val="FFFFFF"/>
                </a:solidFill>
              </a:rPr>
              <a:t>egression</a:t>
            </a:r>
            <a:endParaRPr/>
          </a:p>
        </p:txBody>
      </p:sp>
      <p:pic>
        <p:nvPicPr>
          <p:cNvPr id="203" name="Google Shape;203;p14"/>
          <p:cNvPicPr preferRelativeResize="0"/>
          <p:nvPr/>
        </p:nvPicPr>
        <p:blipFill rotWithShape="1">
          <a:blip r:embed="rId3">
            <a:alphaModFix/>
          </a:blip>
          <a:srcRect/>
          <a:stretch/>
        </p:blipFill>
        <p:spPr>
          <a:xfrm>
            <a:off x="456996" y="984364"/>
            <a:ext cx="121259" cy="121259"/>
          </a:xfrm>
          <a:prstGeom prst="rect">
            <a:avLst/>
          </a:prstGeom>
          <a:noFill/>
          <a:ln>
            <a:noFill/>
          </a:ln>
        </p:spPr>
      </p:pic>
      <p:sp>
        <p:nvSpPr>
          <p:cNvPr id="204" name="Google Shape;204;p14"/>
          <p:cNvSpPr txBox="1"/>
          <p:nvPr/>
        </p:nvSpPr>
        <p:spPr>
          <a:xfrm>
            <a:off x="483946" y="97451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sp>
        <p:nvSpPr>
          <p:cNvPr id="205" name="Google Shape;205;p14"/>
          <p:cNvSpPr txBox="1"/>
          <p:nvPr/>
        </p:nvSpPr>
        <p:spPr>
          <a:xfrm>
            <a:off x="644626" y="938141"/>
            <a:ext cx="106235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Salary Prediction</a:t>
            </a:r>
            <a:endParaRPr sz="1050">
              <a:latin typeface="Arial"/>
              <a:ea typeface="Arial"/>
              <a:cs typeface="Arial"/>
              <a:sym typeface="Arial"/>
            </a:endParaRPr>
          </a:p>
        </p:txBody>
      </p:sp>
      <p:sp>
        <p:nvSpPr>
          <p:cNvPr id="206" name="Google Shape;206;p14"/>
          <p:cNvSpPr txBox="1"/>
          <p:nvPr/>
        </p:nvSpPr>
        <p:spPr>
          <a:xfrm>
            <a:off x="774445" y="1133613"/>
            <a:ext cx="249618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Salary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Years of Experience</a:t>
            </a:r>
            <a:endParaRPr sz="950">
              <a:latin typeface="Arial"/>
              <a:ea typeface="Arial"/>
              <a:cs typeface="Arial"/>
              <a:sym typeface="Arial"/>
            </a:endParaRPr>
          </a:p>
        </p:txBody>
      </p:sp>
      <p:grpSp>
        <p:nvGrpSpPr>
          <p:cNvPr id="207" name="Google Shape;207;p14"/>
          <p:cNvGrpSpPr/>
          <p:nvPr/>
        </p:nvGrpSpPr>
        <p:grpSpPr>
          <a:xfrm>
            <a:off x="456996" y="1391780"/>
            <a:ext cx="121259" cy="528662"/>
            <a:chOff x="456996" y="1391780"/>
            <a:chExt cx="121259" cy="528662"/>
          </a:xfrm>
        </p:grpSpPr>
        <p:pic>
          <p:nvPicPr>
            <p:cNvPr id="208" name="Google Shape;208;p14"/>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209" name="Google Shape;209;p14"/>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210" name="Google Shape;210;p14"/>
          <p:cNvSpPr txBox="1"/>
          <p:nvPr/>
        </p:nvSpPr>
        <p:spPr>
          <a:xfrm>
            <a:off x="483946" y="138193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sp>
        <p:nvSpPr>
          <p:cNvPr id="211" name="Google Shape;211;p14"/>
          <p:cNvSpPr txBox="1"/>
          <p:nvPr/>
        </p:nvSpPr>
        <p:spPr>
          <a:xfrm>
            <a:off x="644626" y="1345544"/>
            <a:ext cx="13061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Crop Yield Prediction</a:t>
            </a:r>
            <a:endParaRPr sz="1050">
              <a:latin typeface="Arial"/>
              <a:ea typeface="Arial"/>
              <a:cs typeface="Arial"/>
              <a:sym typeface="Arial"/>
            </a:endParaRPr>
          </a:p>
        </p:txBody>
      </p:sp>
      <p:sp>
        <p:nvSpPr>
          <p:cNvPr id="212" name="Google Shape;212;p14"/>
          <p:cNvSpPr txBox="1"/>
          <p:nvPr/>
        </p:nvSpPr>
        <p:spPr>
          <a:xfrm>
            <a:off x="774445" y="1541029"/>
            <a:ext cx="2681605" cy="191770"/>
          </a:xfrm>
          <a:prstGeom prst="rect">
            <a:avLst/>
          </a:prstGeom>
          <a:noFill/>
          <a:ln>
            <a:noFill/>
          </a:ln>
        </p:spPr>
        <p:txBody>
          <a:bodyPr spcFirstLastPara="1" wrap="square" lIns="0" tIns="11425" rIns="0" bIns="0" anchor="t" anchorCtr="0">
            <a:spAutoFit/>
          </a:bodyPr>
          <a:lstStyle/>
          <a:p>
            <a:pPr marL="38100"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Yield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Rainfall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Fertilizer</a:t>
            </a:r>
            <a:endParaRPr sz="950">
              <a:latin typeface="Arial"/>
              <a:ea typeface="Arial"/>
              <a:cs typeface="Arial"/>
              <a:sym typeface="Arial"/>
            </a:endParaRPr>
          </a:p>
        </p:txBody>
      </p:sp>
      <p:sp>
        <p:nvSpPr>
          <p:cNvPr id="213" name="Google Shape;213;p14"/>
          <p:cNvSpPr txBox="1"/>
          <p:nvPr/>
        </p:nvSpPr>
        <p:spPr>
          <a:xfrm>
            <a:off x="483946" y="178933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sp>
        <p:nvSpPr>
          <p:cNvPr id="214" name="Google Shape;214;p14"/>
          <p:cNvSpPr txBox="1"/>
          <p:nvPr/>
        </p:nvSpPr>
        <p:spPr>
          <a:xfrm>
            <a:off x="644626" y="1752960"/>
            <a:ext cx="13017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Energy Consumption</a:t>
            </a:r>
            <a:endParaRPr sz="1050">
              <a:latin typeface="Arial"/>
              <a:ea typeface="Arial"/>
              <a:cs typeface="Arial"/>
              <a:sym typeface="Arial"/>
            </a:endParaRPr>
          </a:p>
        </p:txBody>
      </p:sp>
      <p:sp>
        <p:nvSpPr>
          <p:cNvPr id="215" name="Google Shape;215;p14"/>
          <p:cNvSpPr txBox="1"/>
          <p:nvPr/>
        </p:nvSpPr>
        <p:spPr>
          <a:xfrm>
            <a:off x="321894" y="1948445"/>
            <a:ext cx="4168775" cy="485140"/>
          </a:xfrm>
          <a:prstGeom prst="rect">
            <a:avLst/>
          </a:prstGeom>
          <a:noFill/>
          <a:ln>
            <a:noFill/>
          </a:ln>
        </p:spPr>
        <p:txBody>
          <a:bodyPr spcFirstLastPara="1" wrap="square" lIns="0" tIns="11425" rIns="0" bIns="0" anchor="t" anchorCtr="0">
            <a:spAutoFit/>
          </a:bodyPr>
          <a:lstStyle/>
          <a:p>
            <a:pPr marL="490219" lvl="0" indent="-60325" algn="l" rtl="0">
              <a:lnSpc>
                <a:spcPct val="100000"/>
              </a:lnSpc>
              <a:spcBef>
                <a:spcPts val="0"/>
              </a:spcBef>
              <a:spcAft>
                <a:spcPts val="0"/>
              </a:spcAft>
              <a:buSzPts val="950"/>
              <a:buFont typeface="Arial"/>
              <a:buChar char="•"/>
            </a:pPr>
            <a:r>
              <a:rPr lang="en-US" sz="950">
                <a:latin typeface="Arial"/>
                <a:ea typeface="Arial"/>
                <a:cs typeface="Arial"/>
                <a:sym typeface="Arial"/>
              </a:rPr>
              <a:t>Energy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0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1 </a:t>
            </a:r>
            <a:r>
              <a:rPr lang="en-US" sz="1100">
                <a:latin typeface="Lucida Sans"/>
                <a:ea typeface="Lucida Sans"/>
                <a:cs typeface="Lucida Sans"/>
                <a:sym typeface="Lucida Sans"/>
              </a:rPr>
              <a:t>× </a:t>
            </a:r>
            <a:r>
              <a:rPr lang="en-US" sz="950">
                <a:latin typeface="Arial"/>
                <a:ea typeface="Arial"/>
                <a:cs typeface="Arial"/>
                <a:sym typeface="Arial"/>
              </a:rPr>
              <a:t>Temperature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2 </a:t>
            </a:r>
            <a:r>
              <a:rPr lang="en-US" sz="1100">
                <a:latin typeface="Lucida Sans"/>
                <a:ea typeface="Lucida Sans"/>
                <a:cs typeface="Lucida Sans"/>
                <a:sym typeface="Lucida Sans"/>
              </a:rPr>
              <a:t>× </a:t>
            </a:r>
            <a:r>
              <a:rPr lang="en-US" sz="950">
                <a:latin typeface="Arial"/>
                <a:ea typeface="Arial"/>
                <a:cs typeface="Arial"/>
                <a:sym typeface="Arial"/>
              </a:rPr>
              <a:t>Hour </a:t>
            </a:r>
            <a:r>
              <a:rPr lang="en-US" sz="1100">
                <a:latin typeface="Tahoma"/>
                <a:ea typeface="Tahoma"/>
                <a:cs typeface="Tahoma"/>
                <a:sym typeface="Tahoma"/>
              </a:rPr>
              <a:t>+ </a:t>
            </a:r>
            <a:r>
              <a:rPr lang="en-US" sz="950" i="1">
                <a:latin typeface="Arial"/>
                <a:ea typeface="Arial"/>
                <a:cs typeface="Arial"/>
                <a:sym typeface="Arial"/>
              </a:rPr>
              <a:t>w</a:t>
            </a:r>
            <a:r>
              <a:rPr lang="en-US" sz="1050" baseline="-25000">
                <a:latin typeface="Arial"/>
                <a:ea typeface="Arial"/>
                <a:cs typeface="Arial"/>
                <a:sym typeface="Arial"/>
              </a:rPr>
              <a:t>3 </a:t>
            </a:r>
            <a:r>
              <a:rPr lang="en-US" sz="1100">
                <a:latin typeface="Lucida Sans"/>
                <a:ea typeface="Lucida Sans"/>
                <a:cs typeface="Lucida Sans"/>
                <a:sym typeface="Lucida Sans"/>
              </a:rPr>
              <a:t>× </a:t>
            </a:r>
            <a:r>
              <a:rPr lang="en-US" sz="950">
                <a:latin typeface="Arial"/>
                <a:ea typeface="Arial"/>
                <a:cs typeface="Arial"/>
                <a:sym typeface="Arial"/>
              </a:rPr>
              <a:t>Day</a:t>
            </a:r>
            <a:endParaRPr sz="950">
              <a:latin typeface="Arial"/>
              <a:ea typeface="Arial"/>
              <a:cs typeface="Arial"/>
              <a:sym typeface="Arial"/>
            </a:endParaRPr>
          </a:p>
          <a:p>
            <a:pPr marL="38100" lvl="0" indent="0" algn="l" rtl="0">
              <a:lnSpc>
                <a:spcPct val="100000"/>
              </a:lnSpc>
              <a:spcBef>
                <a:spcPts val="1040"/>
              </a:spcBef>
              <a:spcAft>
                <a:spcPts val="0"/>
              </a:spcAft>
              <a:buNone/>
            </a:pPr>
            <a:r>
              <a:rPr lang="en-US" sz="1050">
                <a:latin typeface="Arial"/>
                <a:ea typeface="Arial"/>
                <a:cs typeface="Arial"/>
                <a:sym typeface="Arial"/>
              </a:rPr>
              <a:t>The relationship between inputs and output is assumed to be </a:t>
            </a:r>
            <a:r>
              <a:rPr lang="en-US" sz="1050">
                <a:solidFill>
                  <a:srgbClr val="EC2027"/>
                </a:solidFill>
                <a:latin typeface="Arial"/>
                <a:ea typeface="Arial"/>
                <a:cs typeface="Arial"/>
                <a:sym typeface="Arial"/>
              </a:rPr>
              <a:t>linear</a:t>
            </a:r>
            <a:r>
              <a:rPr lang="en-US" sz="1050">
                <a:latin typeface="Arial"/>
                <a:ea typeface="Arial"/>
                <a:cs typeface="Arial"/>
                <a:sym typeface="Arial"/>
              </a:rPr>
              <a:t>.</a:t>
            </a:r>
            <a:endParaRPr sz="1050">
              <a:latin typeface="Arial"/>
              <a:ea typeface="Arial"/>
              <a:cs typeface="Arial"/>
              <a:sym typeface="Arial"/>
            </a:endParaRPr>
          </a:p>
        </p:txBody>
      </p:sp>
      <p:grpSp>
        <p:nvGrpSpPr>
          <p:cNvPr id="216" name="Google Shape;216;p14"/>
          <p:cNvGrpSpPr/>
          <p:nvPr/>
        </p:nvGrpSpPr>
        <p:grpSpPr>
          <a:xfrm>
            <a:off x="0" y="3109250"/>
            <a:ext cx="5760261" cy="92075"/>
            <a:chOff x="0" y="3109250"/>
            <a:chExt cx="5760261" cy="92075"/>
          </a:xfrm>
        </p:grpSpPr>
        <p:sp>
          <p:nvSpPr>
            <p:cNvPr id="217" name="Google Shape;217;p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8" name="Google Shape;218;p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19" name="Google Shape;219;p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20" name="Google Shape;220;p1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21" name="Google Shape;221;p1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222" name="Google Shape;222;p14"/>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8 / 46</a:t>
            </a:r>
            <a:endParaRPr/>
          </a:p>
        </p:txBody>
      </p:sp>
      <mc:AlternateContent xmlns:mc="http://schemas.openxmlformats.org/markup-compatibility/2006" xmlns:p14="http://schemas.microsoft.com/office/powerpoint/2010/main">
        <mc:Choice Requires="p14">
          <p:contentPart p14:bwMode="auto" r:id="rId7">
            <p14:nvContentPartPr>
              <p14:cNvPr id="2" name="Ink 1"/>
              <p14:cNvContentPartPr/>
              <p14:nvPr/>
            </p14:nvContentPartPr>
            <p14:xfrm>
              <a:off x="528840" y="343800"/>
              <a:ext cx="4842000" cy="2135880"/>
            </p14:xfrm>
          </p:contentPart>
        </mc:Choice>
        <mc:Fallback xmlns="">
          <p:pic>
            <p:nvPicPr>
              <p:cNvPr id="2" name="Ink 1"/>
              <p:cNvPicPr/>
              <p:nvPr/>
            </p:nvPicPr>
            <p:blipFill>
              <a:blip r:embed="rId8"/>
              <a:stretch>
                <a:fillRect/>
              </a:stretch>
            </p:blipFill>
            <p:spPr>
              <a:xfrm>
                <a:off x="518760" y="330840"/>
                <a:ext cx="4862160" cy="2161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p14:cNvContentPartPr/>
              <p14:nvPr/>
            </p14:nvContentPartPr>
            <p14:xfrm>
              <a:off x="4707000" y="302760"/>
              <a:ext cx="982080" cy="2416320"/>
            </p14:xfrm>
          </p:contentPart>
        </mc:Choice>
        <mc:Fallback xmlns="">
          <p:pic>
            <p:nvPicPr>
              <p:cNvPr id="3" name="Ink 2"/>
              <p:cNvPicPr/>
              <p:nvPr/>
            </p:nvPicPr>
            <p:blipFill>
              <a:blip r:embed="rId10"/>
              <a:stretch>
                <a:fillRect/>
              </a:stretch>
            </p:blipFill>
            <p:spPr>
              <a:xfrm>
                <a:off x="4695480" y="290520"/>
                <a:ext cx="1005840" cy="2443320"/>
              </a:xfrm>
              <a:prstGeom prst="rect">
                <a:avLst/>
              </a:prstGeom>
            </p:spPr>
          </p:pic>
        </mc:Fallback>
      </mc:AlternateContent>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5"/>
          <p:cNvSpPr txBox="1"/>
          <p:nvPr/>
        </p:nvSpPr>
        <p:spPr>
          <a:xfrm>
            <a:off x="95300" y="109545"/>
            <a:ext cx="439420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xample</a:t>
            </a:r>
            <a:r>
              <a:rPr lang="en-US" sz="1700">
                <a:solidFill>
                  <a:srgbClr val="FFFFFF"/>
                </a:solidFill>
                <a:latin typeface="Calibri"/>
                <a:ea typeface="Calibri"/>
                <a:cs typeface="Calibri"/>
                <a:sym typeface="Calibri"/>
              </a:rPr>
              <a:t>: 2D L</a:t>
            </a:r>
            <a:r>
              <a:rPr lang="en-US" sz="1700" cap="small">
                <a:solidFill>
                  <a:srgbClr val="FFFFFF"/>
                </a:solidFill>
                <a:latin typeface="Calibri"/>
                <a:ea typeface="Calibri"/>
                <a:cs typeface="Calibri"/>
                <a:sym typeface="Calibri"/>
              </a:rPr>
              <a:t>inear</a:t>
            </a:r>
            <a:r>
              <a:rPr lang="en-US" sz="1700">
                <a:solidFill>
                  <a:srgbClr val="FFFFFF"/>
                </a:solidFill>
                <a:latin typeface="Calibri"/>
                <a:ea typeface="Calibri"/>
                <a:cs typeface="Calibri"/>
                <a:sym typeface="Calibri"/>
              </a:rPr>
              <a:t> R</a:t>
            </a:r>
            <a:r>
              <a:rPr lang="en-US" sz="1700" cap="small">
                <a:solidFill>
                  <a:srgbClr val="FFFFFF"/>
                </a:solidFill>
                <a:latin typeface="Calibri"/>
                <a:ea typeface="Calibri"/>
                <a:cs typeface="Calibri"/>
                <a:sym typeface="Calibri"/>
              </a:rPr>
              <a:t>egression</a:t>
            </a:r>
            <a:endParaRPr sz="1700">
              <a:latin typeface="Calibri"/>
              <a:ea typeface="Calibri"/>
              <a:cs typeface="Calibri"/>
              <a:sym typeface="Calibri"/>
            </a:endParaRPr>
          </a:p>
        </p:txBody>
      </p:sp>
      <p:grpSp>
        <p:nvGrpSpPr>
          <p:cNvPr id="228" name="Google Shape;228;p15"/>
          <p:cNvGrpSpPr/>
          <p:nvPr/>
        </p:nvGrpSpPr>
        <p:grpSpPr>
          <a:xfrm>
            <a:off x="0" y="449040"/>
            <a:ext cx="5760261" cy="2752285"/>
            <a:chOff x="0" y="449040"/>
            <a:chExt cx="5760261" cy="2752285"/>
          </a:xfrm>
        </p:grpSpPr>
        <p:pic>
          <p:nvPicPr>
            <p:cNvPr id="229" name="Google Shape;229;p15"/>
            <p:cNvPicPr preferRelativeResize="0"/>
            <p:nvPr/>
          </p:nvPicPr>
          <p:blipFill rotWithShape="1">
            <a:blip r:embed="rId3">
              <a:alphaModFix/>
            </a:blip>
            <a:srcRect/>
            <a:stretch/>
          </p:blipFill>
          <p:spPr>
            <a:xfrm>
              <a:off x="612012" y="449040"/>
              <a:ext cx="4536172" cy="2684798"/>
            </a:xfrm>
            <a:prstGeom prst="rect">
              <a:avLst/>
            </a:prstGeom>
            <a:noFill/>
            <a:ln>
              <a:noFill/>
            </a:ln>
          </p:spPr>
        </p:pic>
        <p:sp>
          <p:nvSpPr>
            <p:cNvPr id="230" name="Google Shape;230;p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1" name="Google Shape;231;p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32" name="Google Shape;232;p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33" name="Google Shape;233;p1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34" name="Google Shape;234;p1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235" name="Google Shape;235;p15"/>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9 / 46</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241" name="Google Shape;241;p16"/>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242" name="Google Shape;242;p16"/>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243" name="Google Shape;243;p16"/>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244" name="Google Shape;244;p16"/>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245" name="Google Shape;245;p16"/>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246" name="Google Shape;246;p16"/>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3</a:t>
            </a:r>
            <a:endParaRPr sz="800">
              <a:latin typeface="Calibri"/>
              <a:ea typeface="Calibri"/>
              <a:cs typeface="Calibri"/>
              <a:sym typeface="Calibri"/>
            </a:endParaRPr>
          </a:p>
        </p:txBody>
      </p:sp>
      <p:pic>
        <p:nvPicPr>
          <p:cNvPr id="247" name="Google Shape;247;p16"/>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248" name="Google Shape;248;p16"/>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249" name="Google Shape;249;p16"/>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250" name="Google Shape;250;p16"/>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251" name="Google Shape;251;p16"/>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252" name="Google Shape;252;p16"/>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253" name="Google Shape;253;p16"/>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254" name="Google Shape;254;p16"/>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255" name="Google Shape;255;p16"/>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256" name="Google Shape;256;p16"/>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257" name="Google Shape;257;p16"/>
          <p:cNvSpPr txBox="1"/>
          <p:nvPr/>
        </p:nvSpPr>
        <p:spPr>
          <a:xfrm>
            <a:off x="563029" y="556604"/>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258" name="Google Shape;258;p16"/>
          <p:cNvGrpSpPr/>
          <p:nvPr/>
        </p:nvGrpSpPr>
        <p:grpSpPr>
          <a:xfrm>
            <a:off x="0" y="3109250"/>
            <a:ext cx="5760261" cy="92075"/>
            <a:chOff x="0" y="3109250"/>
            <a:chExt cx="5760261" cy="92075"/>
          </a:xfrm>
        </p:grpSpPr>
        <p:sp>
          <p:nvSpPr>
            <p:cNvPr id="259" name="Google Shape;259;p1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0" name="Google Shape;260;p1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61" name="Google Shape;261;p1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62" name="Google Shape;262;p1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63" name="Google Shape;263;p1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264" name="Google Shape;264;p16"/>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10 / 46</a:t>
            </a:r>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1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endParaRPr/>
          </a:p>
        </p:txBody>
      </p:sp>
      <p:sp>
        <p:nvSpPr>
          <p:cNvPr id="270" name="Google Shape;270;p17"/>
          <p:cNvSpPr txBox="1"/>
          <p:nvPr/>
        </p:nvSpPr>
        <p:spPr>
          <a:xfrm>
            <a:off x="347294" y="1045418"/>
            <a:ext cx="29832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machine learning system consists of:</a:t>
            </a:r>
            <a:endParaRPr sz="1050">
              <a:latin typeface="Arial"/>
              <a:ea typeface="Arial"/>
              <a:cs typeface="Arial"/>
              <a:sym typeface="Arial"/>
            </a:endParaRPr>
          </a:p>
        </p:txBody>
      </p:sp>
      <p:pic>
        <p:nvPicPr>
          <p:cNvPr id="271" name="Google Shape;271;p17"/>
          <p:cNvPicPr preferRelativeResize="0"/>
          <p:nvPr/>
        </p:nvPicPr>
        <p:blipFill rotWithShape="1">
          <a:blip r:embed="rId3">
            <a:alphaModFix/>
          </a:blip>
          <a:srcRect/>
          <a:stretch/>
        </p:blipFill>
        <p:spPr>
          <a:xfrm>
            <a:off x="456996" y="1385074"/>
            <a:ext cx="121259" cy="121259"/>
          </a:xfrm>
          <a:prstGeom prst="rect">
            <a:avLst/>
          </a:prstGeom>
          <a:noFill/>
          <a:ln>
            <a:noFill/>
          </a:ln>
        </p:spPr>
      </p:pic>
      <p:sp>
        <p:nvSpPr>
          <p:cNvPr id="272" name="Google Shape;272;p17"/>
          <p:cNvSpPr txBox="1"/>
          <p:nvPr/>
        </p:nvSpPr>
        <p:spPr>
          <a:xfrm>
            <a:off x="483946" y="1375224"/>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1</a:t>
            </a:r>
            <a:endParaRPr sz="600">
              <a:latin typeface="Calibri"/>
              <a:ea typeface="Calibri"/>
              <a:cs typeface="Calibri"/>
              <a:sym typeface="Calibri"/>
            </a:endParaRPr>
          </a:p>
        </p:txBody>
      </p:sp>
      <p:pic>
        <p:nvPicPr>
          <p:cNvPr id="273" name="Google Shape;273;p17"/>
          <p:cNvPicPr preferRelativeResize="0"/>
          <p:nvPr/>
        </p:nvPicPr>
        <p:blipFill rotWithShape="1">
          <a:blip r:embed="rId4">
            <a:alphaModFix/>
          </a:blip>
          <a:srcRect/>
          <a:stretch/>
        </p:blipFill>
        <p:spPr>
          <a:xfrm>
            <a:off x="456996" y="1606486"/>
            <a:ext cx="121259" cy="121259"/>
          </a:xfrm>
          <a:prstGeom prst="rect">
            <a:avLst/>
          </a:prstGeom>
          <a:noFill/>
          <a:ln>
            <a:noFill/>
          </a:ln>
        </p:spPr>
      </p:pic>
      <p:sp>
        <p:nvSpPr>
          <p:cNvPr id="274" name="Google Shape;274;p17"/>
          <p:cNvSpPr txBox="1"/>
          <p:nvPr/>
        </p:nvSpPr>
        <p:spPr>
          <a:xfrm>
            <a:off x="483946" y="159663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2</a:t>
            </a:r>
            <a:endParaRPr sz="600">
              <a:latin typeface="Calibri"/>
              <a:ea typeface="Calibri"/>
              <a:cs typeface="Calibri"/>
              <a:sym typeface="Calibri"/>
            </a:endParaRPr>
          </a:p>
        </p:txBody>
      </p:sp>
      <p:pic>
        <p:nvPicPr>
          <p:cNvPr id="275" name="Google Shape;275;p17"/>
          <p:cNvPicPr preferRelativeResize="0"/>
          <p:nvPr/>
        </p:nvPicPr>
        <p:blipFill rotWithShape="1">
          <a:blip r:embed="rId5">
            <a:alphaModFix/>
          </a:blip>
          <a:srcRect/>
          <a:stretch/>
        </p:blipFill>
        <p:spPr>
          <a:xfrm>
            <a:off x="456996" y="1827910"/>
            <a:ext cx="121259" cy="121259"/>
          </a:xfrm>
          <a:prstGeom prst="rect">
            <a:avLst/>
          </a:prstGeom>
          <a:noFill/>
          <a:ln>
            <a:noFill/>
          </a:ln>
        </p:spPr>
      </p:pic>
      <p:sp>
        <p:nvSpPr>
          <p:cNvPr id="276" name="Google Shape;276;p17"/>
          <p:cNvSpPr txBox="1"/>
          <p:nvPr/>
        </p:nvSpPr>
        <p:spPr>
          <a:xfrm>
            <a:off x="483946" y="181806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3</a:t>
            </a:r>
            <a:endParaRPr sz="600">
              <a:latin typeface="Calibri"/>
              <a:ea typeface="Calibri"/>
              <a:cs typeface="Calibri"/>
              <a:sym typeface="Calibri"/>
            </a:endParaRPr>
          </a:p>
        </p:txBody>
      </p:sp>
      <p:pic>
        <p:nvPicPr>
          <p:cNvPr id="277" name="Google Shape;277;p17"/>
          <p:cNvPicPr preferRelativeResize="0"/>
          <p:nvPr/>
        </p:nvPicPr>
        <p:blipFill rotWithShape="1">
          <a:blip r:embed="rId6">
            <a:alphaModFix/>
          </a:blip>
          <a:srcRect/>
          <a:stretch/>
        </p:blipFill>
        <p:spPr>
          <a:xfrm>
            <a:off x="456996" y="2049335"/>
            <a:ext cx="121259" cy="121259"/>
          </a:xfrm>
          <a:prstGeom prst="rect">
            <a:avLst/>
          </a:prstGeom>
          <a:noFill/>
          <a:ln>
            <a:noFill/>
          </a:ln>
        </p:spPr>
      </p:pic>
      <p:sp>
        <p:nvSpPr>
          <p:cNvPr id="278" name="Google Shape;278;p17"/>
          <p:cNvSpPr txBox="1"/>
          <p:nvPr/>
        </p:nvSpPr>
        <p:spPr>
          <a:xfrm>
            <a:off x="483946" y="203947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Calibri"/>
                <a:ea typeface="Calibri"/>
                <a:cs typeface="Calibri"/>
                <a:sym typeface="Calibri"/>
              </a:rPr>
              <a:t>4</a:t>
            </a:r>
            <a:endParaRPr sz="600">
              <a:latin typeface="Calibri"/>
              <a:ea typeface="Calibri"/>
              <a:cs typeface="Calibri"/>
              <a:sym typeface="Calibri"/>
            </a:endParaRPr>
          </a:p>
        </p:txBody>
      </p:sp>
      <p:sp>
        <p:nvSpPr>
          <p:cNvPr id="279" name="Google Shape;279;p17"/>
          <p:cNvSpPr txBox="1"/>
          <p:nvPr/>
        </p:nvSpPr>
        <p:spPr>
          <a:xfrm>
            <a:off x="644626" y="1337713"/>
            <a:ext cx="3498900" cy="906300"/>
          </a:xfrm>
          <a:prstGeom prst="rect">
            <a:avLst/>
          </a:prstGeom>
          <a:noFill/>
          <a:ln>
            <a:noFill/>
          </a:ln>
        </p:spPr>
        <p:txBody>
          <a:bodyPr spcFirstLastPara="1" wrap="square" lIns="0" tIns="12050" rIns="0" bIns="0" anchor="t" anchorCtr="0">
            <a:spAutoFit/>
          </a:bodyPr>
          <a:lstStyle/>
          <a:p>
            <a:pPr marL="12700" marR="291465" lvl="0" indent="0" algn="l" rtl="0">
              <a:lnSpc>
                <a:spcPct val="138400"/>
              </a:lnSpc>
              <a:spcBef>
                <a:spcPts val="0"/>
              </a:spcBef>
              <a:spcAft>
                <a:spcPts val="0"/>
              </a:spcAft>
              <a:buNone/>
            </a:pPr>
            <a:r>
              <a:rPr lang="en-US" sz="1050">
                <a:solidFill>
                  <a:srgbClr val="1B1472"/>
                </a:solidFill>
                <a:latin typeface="Arial"/>
                <a:ea typeface="Arial"/>
                <a:cs typeface="Arial"/>
                <a:sym typeface="Arial"/>
              </a:rPr>
              <a:t>Data: </a:t>
            </a:r>
            <a:r>
              <a:rPr lang="en-US" sz="1050" i="1">
                <a:latin typeface="Arial"/>
                <a:ea typeface="Arial"/>
                <a:cs typeface="Arial"/>
                <a:sym typeface="Arial"/>
              </a:rPr>
              <a:t>d </a:t>
            </a:r>
            <a:r>
              <a:rPr lang="en-US" sz="1050">
                <a:latin typeface="Arial"/>
                <a:ea typeface="Arial"/>
                <a:cs typeface="Arial"/>
                <a:sym typeface="Arial"/>
              </a:rPr>
              <a:t>-dimensional input vectors and target outputs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implementing linear function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Measures prediction error</a:t>
            </a:r>
            <a:endParaRPr sz="1050">
              <a:latin typeface="Arial"/>
              <a:ea typeface="Arial"/>
              <a:cs typeface="Arial"/>
              <a:sym typeface="Arial"/>
            </a:endParaRPr>
          </a:p>
          <a:p>
            <a:pPr marL="12700" lvl="0" indent="0" algn="l" rtl="0">
              <a:lnSpc>
                <a:spcPct val="100000"/>
              </a:lnSpc>
              <a:spcBef>
                <a:spcPts val="480"/>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Gradient descent to optimize weights</a:t>
            </a:r>
            <a:endParaRPr sz="1050">
              <a:latin typeface="Arial"/>
              <a:ea typeface="Arial"/>
              <a:cs typeface="Arial"/>
              <a:sym typeface="Arial"/>
            </a:endParaRPr>
          </a:p>
        </p:txBody>
      </p:sp>
      <p:grpSp>
        <p:nvGrpSpPr>
          <p:cNvPr id="280" name="Google Shape;280;p17"/>
          <p:cNvGrpSpPr/>
          <p:nvPr/>
        </p:nvGrpSpPr>
        <p:grpSpPr>
          <a:xfrm>
            <a:off x="0" y="3141936"/>
            <a:ext cx="5760261" cy="92075"/>
            <a:chOff x="0" y="3141936"/>
            <a:chExt cx="5760261" cy="92075"/>
          </a:xfrm>
        </p:grpSpPr>
        <p:sp>
          <p:nvSpPr>
            <p:cNvPr id="281" name="Google Shape;281;p17"/>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2" name="Google Shape;282;p17"/>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83" name="Google Shape;283;p17"/>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84" name="Google Shape;284;p1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85" name="Google Shape;285;p1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286" name="Google Shape;286;p17"/>
          <p:cNvSpPr txBox="1">
            <a:spLocks noGrp="1"/>
          </p:cNvSpPr>
          <p:nvPr>
            <p:ph type="sldNum" idx="12"/>
          </p:nvPr>
        </p:nvSpPr>
        <p:spPr>
          <a:xfrm>
            <a:off x="4648848" y="3137672"/>
            <a:ext cx="318300" cy="924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r>
              <a:rPr lang="en-US"/>
              <a:t>11 / 46</a:t>
            </a:r>
            <a:endParaRPr/>
          </a:p>
        </p:txBody>
      </p:sp>
      <mc:AlternateContent xmlns:mc="http://schemas.openxmlformats.org/markup-compatibility/2006" xmlns:p14="http://schemas.microsoft.com/office/powerpoint/2010/main">
        <mc:Choice Requires="p14">
          <p:contentPart p14:bwMode="auto" r:id="rId8">
            <p14:nvContentPartPr>
              <p14:cNvPr id="2" name="Ink 1"/>
              <p14:cNvContentPartPr/>
              <p14:nvPr/>
            </p14:nvContentPartPr>
            <p14:xfrm>
              <a:off x="724680" y="1532880"/>
              <a:ext cx="2158200" cy="875520"/>
            </p14:xfrm>
          </p:contentPart>
        </mc:Choice>
        <mc:Fallback xmlns="">
          <p:pic>
            <p:nvPicPr>
              <p:cNvPr id="2" name="Ink 1"/>
              <p:cNvPicPr/>
              <p:nvPr/>
            </p:nvPicPr>
            <p:blipFill>
              <a:blip r:embed="rId9"/>
              <a:stretch>
                <a:fillRect/>
              </a:stretch>
            </p:blipFill>
            <p:spPr>
              <a:xfrm>
                <a:off x="712440" y="1518480"/>
                <a:ext cx="2184840" cy="901080"/>
              </a:xfrm>
              <a:prstGeom prst="rect">
                <a:avLst/>
              </a:prstGeom>
            </p:spPr>
          </p:pic>
        </mc:Fallback>
      </mc:AlternateContent>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atrix</a:t>
            </a:r>
            <a:r>
              <a:rPr lang="en-US">
                <a:solidFill>
                  <a:srgbClr val="FFFFFF"/>
                </a:solidFill>
              </a:rPr>
              <a:t> F</a:t>
            </a:r>
            <a:r>
              <a:rPr lang="en-US" cap="small">
                <a:solidFill>
                  <a:srgbClr val="FFFFFF"/>
                </a:solidFill>
              </a:rPr>
              <a:t>orm</a:t>
            </a:r>
            <a:r>
              <a:rPr lang="en-US">
                <a:solidFill>
                  <a:srgbClr val="FFFFFF"/>
                </a:solidFill>
              </a:rPr>
              <a:t> </a:t>
            </a:r>
            <a:r>
              <a:rPr lang="en-US" cap="small">
                <a:solidFill>
                  <a:srgbClr val="FFFFFF"/>
                </a:solidFill>
              </a:rPr>
              <a:t>of</a:t>
            </a:r>
            <a:r>
              <a:rPr lang="en-US">
                <a:solidFill>
                  <a:srgbClr val="FFFFFF"/>
                </a:solidFill>
              </a:rPr>
              <a:t> D</a:t>
            </a:r>
            <a:r>
              <a:rPr lang="en-US" cap="small">
                <a:solidFill>
                  <a:srgbClr val="FFFFFF"/>
                </a:solidFill>
              </a:rPr>
              <a:t>ata</a:t>
            </a:r>
            <a:endParaRPr/>
          </a:p>
        </p:txBody>
      </p:sp>
      <p:grpSp>
        <p:nvGrpSpPr>
          <p:cNvPr id="292" name="Google Shape;292;p18"/>
          <p:cNvGrpSpPr/>
          <p:nvPr/>
        </p:nvGrpSpPr>
        <p:grpSpPr>
          <a:xfrm>
            <a:off x="0" y="3141936"/>
            <a:ext cx="5760261" cy="92075"/>
            <a:chOff x="0" y="3141936"/>
            <a:chExt cx="5760261" cy="92075"/>
          </a:xfrm>
        </p:grpSpPr>
        <p:sp>
          <p:nvSpPr>
            <p:cNvPr id="293" name="Google Shape;293;p18"/>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4" name="Google Shape;294;p18"/>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5" name="Google Shape;295;p18"/>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96" name="Google Shape;296;p1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97" name="Google Shape;297;p1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298" name="Google Shape;298;p1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12</a:t>
            </a:fld>
            <a:r>
              <a:rPr lang="en-US"/>
              <a:t> / 46</a:t>
            </a:r>
            <a:endParaRPr/>
          </a:p>
        </p:txBody>
      </p:sp>
      <p:pic>
        <p:nvPicPr>
          <p:cNvPr id="299" name="Google Shape;299;p18"/>
          <p:cNvPicPr preferRelativeResize="0"/>
          <p:nvPr/>
        </p:nvPicPr>
        <p:blipFill>
          <a:blip r:embed="rId4">
            <a:alphaModFix/>
          </a:blip>
          <a:stretch>
            <a:fillRect/>
          </a:stretch>
        </p:blipFill>
        <p:spPr>
          <a:xfrm>
            <a:off x="152400" y="550235"/>
            <a:ext cx="5146496" cy="243503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80080" y="410400"/>
              <a:ext cx="5315040" cy="1153080"/>
            </p14:xfrm>
          </p:contentPart>
        </mc:Choice>
        <mc:Fallback xmlns="">
          <p:pic>
            <p:nvPicPr>
              <p:cNvPr id="2" name="Ink 1"/>
              <p:cNvPicPr/>
              <p:nvPr/>
            </p:nvPicPr>
            <p:blipFill>
              <a:blip r:embed="rId6"/>
              <a:stretch>
                <a:fillRect/>
              </a:stretch>
            </p:blipFill>
            <p:spPr>
              <a:xfrm>
                <a:off x="267840" y="396360"/>
                <a:ext cx="5341680" cy="1180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p14:cNvContentPartPr/>
              <p14:nvPr/>
            </p14:nvContentPartPr>
            <p14:xfrm>
              <a:off x="1665720" y="706320"/>
              <a:ext cx="4057920" cy="2046600"/>
            </p14:xfrm>
          </p:contentPart>
        </mc:Choice>
        <mc:Fallback xmlns="">
          <p:pic>
            <p:nvPicPr>
              <p:cNvPr id="3" name="Ink 2"/>
              <p:cNvPicPr/>
              <p:nvPr/>
            </p:nvPicPr>
            <p:blipFill>
              <a:blip r:embed="rId8"/>
              <a:stretch>
                <a:fillRect/>
              </a:stretch>
            </p:blipFill>
            <p:spPr>
              <a:xfrm>
                <a:off x="1654560" y="694440"/>
                <a:ext cx="4082400" cy="2072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p14:cNvContentPartPr/>
              <p14:nvPr/>
            </p14:nvContentPartPr>
            <p14:xfrm>
              <a:off x="2171880" y="362520"/>
              <a:ext cx="3590640" cy="2454120"/>
            </p14:xfrm>
          </p:contentPart>
        </mc:Choice>
        <mc:Fallback xmlns="">
          <p:pic>
            <p:nvPicPr>
              <p:cNvPr id="4" name="Ink 3"/>
              <p:cNvPicPr/>
              <p:nvPr/>
            </p:nvPicPr>
            <p:blipFill>
              <a:blip r:embed="rId10"/>
              <a:stretch>
                <a:fillRect/>
              </a:stretch>
            </p:blipFill>
            <p:spPr>
              <a:xfrm>
                <a:off x="2159640" y="351720"/>
                <a:ext cx="3614400" cy="2476800"/>
              </a:xfrm>
              <a:prstGeom prst="rect">
                <a:avLst/>
              </a:prstGeom>
            </p:spPr>
          </p:pic>
        </mc:Fallback>
      </mc:AlternateContent>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a:t>
            </a:r>
            <a:r>
              <a:rPr lang="en-US" cap="small">
                <a:solidFill>
                  <a:srgbClr val="FFFFFF"/>
                </a:solidFill>
              </a:rPr>
              <a:t>as</a:t>
            </a:r>
            <a:r>
              <a:rPr lang="en-US">
                <a:solidFill>
                  <a:srgbClr val="FFFFFF"/>
                </a:solidFill>
              </a:rPr>
              <a:t> </a:t>
            </a:r>
            <a:r>
              <a:rPr lang="en-US" cap="small">
                <a:solidFill>
                  <a:srgbClr val="FFFFFF"/>
                </a:solidFill>
              </a:rPr>
              <a:t>a</a:t>
            </a:r>
            <a:r>
              <a:rPr lang="en-US">
                <a:solidFill>
                  <a:srgbClr val="FFFFFF"/>
                </a:solidFill>
              </a:rPr>
              <a:t> S</a:t>
            </a:r>
            <a:r>
              <a:rPr lang="en-US" cap="small">
                <a:solidFill>
                  <a:srgbClr val="FFFFFF"/>
                </a:solidFill>
              </a:rPr>
              <a:t>ingle</a:t>
            </a:r>
            <a:r>
              <a:rPr lang="en-US">
                <a:solidFill>
                  <a:srgbClr val="FFFFFF"/>
                </a:solidFill>
              </a:rPr>
              <a:t> N</a:t>
            </a:r>
            <a:r>
              <a:rPr lang="en-US" cap="small">
                <a:solidFill>
                  <a:srgbClr val="FFFFFF"/>
                </a:solidFill>
              </a:rPr>
              <a:t>euron</a:t>
            </a:r>
            <a:endParaRPr/>
          </a:p>
        </p:txBody>
      </p:sp>
      <p:sp>
        <p:nvSpPr>
          <p:cNvPr id="305" name="Google Shape;305;p19"/>
          <p:cNvSpPr txBox="1"/>
          <p:nvPr/>
        </p:nvSpPr>
        <p:spPr>
          <a:xfrm>
            <a:off x="347294" y="561357"/>
            <a:ext cx="31432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Model linear regression as a </a:t>
            </a:r>
            <a:r>
              <a:rPr lang="en-US" sz="1050">
                <a:solidFill>
                  <a:srgbClr val="1B1472"/>
                </a:solidFill>
                <a:latin typeface="Arial"/>
                <a:ea typeface="Arial"/>
                <a:cs typeface="Arial"/>
                <a:sym typeface="Arial"/>
              </a:rPr>
              <a:t>single artificial neuron</a:t>
            </a:r>
            <a:r>
              <a:rPr lang="en-US" sz="1050">
                <a:latin typeface="Arial"/>
                <a:ea typeface="Arial"/>
                <a:cs typeface="Arial"/>
                <a:sym typeface="Arial"/>
              </a:rPr>
              <a:t>:</a:t>
            </a:r>
            <a:endParaRPr sz="1050">
              <a:latin typeface="Arial"/>
              <a:ea typeface="Arial"/>
              <a:cs typeface="Arial"/>
              <a:sym typeface="Arial"/>
            </a:endParaRPr>
          </a:p>
        </p:txBody>
      </p:sp>
      <p:grpSp>
        <p:nvGrpSpPr>
          <p:cNvPr id="306" name="Google Shape;306;p19"/>
          <p:cNvGrpSpPr/>
          <p:nvPr/>
        </p:nvGrpSpPr>
        <p:grpSpPr>
          <a:xfrm>
            <a:off x="1875469" y="1226320"/>
            <a:ext cx="284480" cy="572485"/>
            <a:chOff x="1875469" y="1226320"/>
            <a:chExt cx="284480" cy="572485"/>
          </a:xfrm>
        </p:grpSpPr>
        <p:sp>
          <p:nvSpPr>
            <p:cNvPr id="307" name="Google Shape;307;p19"/>
            <p:cNvSpPr/>
            <p:nvPr/>
          </p:nvSpPr>
          <p:spPr>
            <a:xfrm>
              <a:off x="1875469" y="1226320"/>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8" name="Google Shape;308;p19"/>
            <p:cNvSpPr/>
            <p:nvPr/>
          </p:nvSpPr>
          <p:spPr>
            <a:xfrm>
              <a:off x="1875469" y="1226320"/>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9" name="Google Shape;309;p19"/>
            <p:cNvSpPr/>
            <p:nvPr/>
          </p:nvSpPr>
          <p:spPr>
            <a:xfrm>
              <a:off x="1875469" y="1514325"/>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lnTo>
                    <a:pt x="276839" y="97144"/>
                  </a:lnTo>
                  <a:lnTo>
                    <a:pt x="256675" y="58152"/>
                  </a:lnTo>
                  <a:lnTo>
                    <a:pt x="225927"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0" name="Google Shape;310;p19"/>
            <p:cNvSpPr/>
            <p:nvPr/>
          </p:nvSpPr>
          <p:spPr>
            <a:xfrm>
              <a:off x="1875469" y="1514325"/>
              <a:ext cx="284480" cy="284480"/>
            </a:xfrm>
            <a:custGeom>
              <a:avLst/>
              <a:gdLst/>
              <a:ahLst/>
              <a:cxnLst/>
              <a:rect l="l" t="t" r="r" b="b"/>
              <a:pathLst>
                <a:path w="284480" h="284480" extrusionOk="0">
                  <a:moveTo>
                    <a:pt x="284080" y="142040"/>
                  </a:moveTo>
                  <a:lnTo>
                    <a:pt x="276839" y="97144"/>
                  </a:lnTo>
                  <a:lnTo>
                    <a:pt x="256675" y="58152"/>
                  </a:lnTo>
                  <a:lnTo>
                    <a:pt x="225927" y="27405"/>
                  </a:lnTo>
                  <a:lnTo>
                    <a:pt x="186936" y="7241"/>
                  </a:lnTo>
                  <a:lnTo>
                    <a:pt x="142040" y="0"/>
                  </a:lnTo>
                  <a:lnTo>
                    <a:pt x="97144" y="7241"/>
                  </a:lnTo>
                  <a:lnTo>
                    <a:pt x="58152" y="27405"/>
                  </a:lnTo>
                  <a:lnTo>
                    <a:pt x="27405" y="58152"/>
                  </a:lnTo>
                  <a:lnTo>
                    <a:pt x="7241" y="97144"/>
                  </a:lnTo>
                  <a:lnTo>
                    <a:pt x="0" y="142040"/>
                  </a:lnTo>
                  <a:lnTo>
                    <a:pt x="7241" y="186936"/>
                  </a:lnTo>
                  <a:lnTo>
                    <a:pt x="27405" y="225927"/>
                  </a:lnTo>
                  <a:lnTo>
                    <a:pt x="58152" y="256675"/>
                  </a:lnTo>
                  <a:lnTo>
                    <a:pt x="97144" y="276839"/>
                  </a:lnTo>
                  <a:lnTo>
                    <a:pt x="142040" y="284080"/>
                  </a:lnTo>
                  <a:lnTo>
                    <a:pt x="186936" y="276839"/>
                  </a:lnTo>
                  <a:lnTo>
                    <a:pt x="225927" y="256675"/>
                  </a:lnTo>
                  <a:lnTo>
                    <a:pt x="256675" y="225927"/>
                  </a:lnTo>
                  <a:lnTo>
                    <a:pt x="276839" y="186936"/>
                  </a:lnTo>
                  <a:lnTo>
                    <a:pt x="284080"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1" name="Google Shape;311;p19"/>
          <p:cNvSpPr txBox="1"/>
          <p:nvPr/>
        </p:nvSpPr>
        <p:spPr>
          <a:xfrm>
            <a:off x="1942160" y="1531205"/>
            <a:ext cx="9398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x</a:t>
            </a:r>
            <a:endParaRPr sz="1050">
              <a:latin typeface="Arial"/>
              <a:ea typeface="Arial"/>
              <a:cs typeface="Arial"/>
              <a:sym typeface="Arial"/>
            </a:endParaRPr>
          </a:p>
        </p:txBody>
      </p:sp>
      <p:sp>
        <p:nvSpPr>
          <p:cNvPr id="312" name="Google Shape;312;p19"/>
          <p:cNvSpPr txBox="1"/>
          <p:nvPr/>
        </p:nvSpPr>
        <p:spPr>
          <a:xfrm>
            <a:off x="2010486" y="1599525"/>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2</a:t>
            </a:r>
            <a:endParaRPr sz="700">
              <a:latin typeface="Arial"/>
              <a:ea typeface="Arial"/>
              <a:cs typeface="Arial"/>
              <a:sym typeface="Arial"/>
            </a:endParaRPr>
          </a:p>
        </p:txBody>
      </p:sp>
      <p:sp>
        <p:nvSpPr>
          <p:cNvPr id="313" name="Google Shape;313;p19"/>
          <p:cNvSpPr txBox="1"/>
          <p:nvPr/>
        </p:nvSpPr>
        <p:spPr>
          <a:xfrm>
            <a:off x="1985822" y="1753824"/>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p:txBody>
      </p:sp>
      <p:grpSp>
        <p:nvGrpSpPr>
          <p:cNvPr id="314" name="Google Shape;314;p19"/>
          <p:cNvGrpSpPr/>
          <p:nvPr/>
        </p:nvGrpSpPr>
        <p:grpSpPr>
          <a:xfrm>
            <a:off x="1871230" y="1942093"/>
            <a:ext cx="292735" cy="292735"/>
            <a:chOff x="1871230" y="1942093"/>
            <a:chExt cx="292735" cy="292735"/>
          </a:xfrm>
        </p:grpSpPr>
        <p:sp>
          <p:nvSpPr>
            <p:cNvPr id="315" name="Google Shape;315;p19"/>
            <p:cNvSpPr/>
            <p:nvPr/>
          </p:nvSpPr>
          <p:spPr>
            <a:xfrm>
              <a:off x="1871230" y="1942093"/>
              <a:ext cx="292735" cy="292735"/>
            </a:xfrm>
            <a:custGeom>
              <a:avLst/>
              <a:gdLst/>
              <a:ahLst/>
              <a:cxnLst/>
              <a:rect l="l" t="t" r="r" b="b"/>
              <a:pathLst>
                <a:path w="292735" h="292735" extrusionOk="0">
                  <a:moveTo>
                    <a:pt x="146278" y="0"/>
                  </a:move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lnTo>
                    <a:pt x="285099" y="100042"/>
                  </a:lnTo>
                  <a:lnTo>
                    <a:pt x="264333" y="59887"/>
                  </a:lnTo>
                  <a:lnTo>
                    <a:pt x="232669" y="28222"/>
                  </a:lnTo>
                  <a:lnTo>
                    <a:pt x="192514" y="7457"/>
                  </a:lnTo>
                  <a:lnTo>
                    <a:pt x="146278"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 name="Google Shape;316;p19"/>
            <p:cNvSpPr/>
            <p:nvPr/>
          </p:nvSpPr>
          <p:spPr>
            <a:xfrm>
              <a:off x="1871230" y="1942093"/>
              <a:ext cx="292735" cy="292735"/>
            </a:xfrm>
            <a:custGeom>
              <a:avLst/>
              <a:gdLst/>
              <a:ahLst/>
              <a:cxnLst/>
              <a:rect l="l" t="t" r="r" b="b"/>
              <a:pathLst>
                <a:path w="292735" h="292735" extrusionOk="0">
                  <a:moveTo>
                    <a:pt x="292556" y="146278"/>
                  </a:moveTo>
                  <a:lnTo>
                    <a:pt x="285099" y="100042"/>
                  </a:lnTo>
                  <a:lnTo>
                    <a:pt x="264333" y="59887"/>
                  </a:lnTo>
                  <a:lnTo>
                    <a:pt x="232669" y="28222"/>
                  </a:lnTo>
                  <a:lnTo>
                    <a:pt x="192514" y="7457"/>
                  </a:lnTo>
                  <a:lnTo>
                    <a:pt x="146278" y="0"/>
                  </a:lnTo>
                  <a:lnTo>
                    <a:pt x="100042" y="7457"/>
                  </a:lnTo>
                  <a:lnTo>
                    <a:pt x="59887" y="28222"/>
                  </a:lnTo>
                  <a:lnTo>
                    <a:pt x="28223" y="59887"/>
                  </a:lnTo>
                  <a:lnTo>
                    <a:pt x="7457" y="100042"/>
                  </a:lnTo>
                  <a:lnTo>
                    <a:pt x="0" y="146278"/>
                  </a:lnTo>
                  <a:lnTo>
                    <a:pt x="7457" y="192514"/>
                  </a:lnTo>
                  <a:lnTo>
                    <a:pt x="28223" y="232669"/>
                  </a:lnTo>
                  <a:lnTo>
                    <a:pt x="59887" y="264333"/>
                  </a:lnTo>
                  <a:lnTo>
                    <a:pt x="100042" y="285099"/>
                  </a:lnTo>
                  <a:lnTo>
                    <a:pt x="146278" y="292556"/>
                  </a:lnTo>
                  <a:lnTo>
                    <a:pt x="192514" y="285099"/>
                  </a:lnTo>
                  <a:lnTo>
                    <a:pt x="232669" y="264333"/>
                  </a:lnTo>
                  <a:lnTo>
                    <a:pt x="264333" y="232669"/>
                  </a:lnTo>
                  <a:lnTo>
                    <a:pt x="285099" y="192514"/>
                  </a:lnTo>
                  <a:lnTo>
                    <a:pt x="292556" y="14627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17" name="Google Shape;317;p19"/>
          <p:cNvSpPr txBox="1"/>
          <p:nvPr/>
        </p:nvSpPr>
        <p:spPr>
          <a:xfrm>
            <a:off x="1906133" y="1710561"/>
            <a:ext cx="195600" cy="370200"/>
          </a:xfrm>
          <a:prstGeom prst="rect">
            <a:avLst/>
          </a:prstGeom>
          <a:noFill/>
          <a:ln>
            <a:noFill/>
          </a:ln>
        </p:spPr>
        <p:txBody>
          <a:bodyPr spcFirstLastPara="1" wrap="square" lIns="0" tIns="15875" rIns="0" bIns="0" anchor="t" anchorCtr="0">
            <a:spAutoFit/>
          </a:bodyPr>
          <a:lstStyle/>
          <a:p>
            <a:pPr marL="14604" lvl="0" indent="0" algn="ctr" rtl="0">
              <a:lnSpc>
                <a:spcPct val="119047"/>
              </a:lnSpc>
              <a:spcBef>
                <a:spcPts val="0"/>
              </a:spcBef>
              <a:spcAft>
                <a:spcPts val="0"/>
              </a:spcAft>
              <a:buNone/>
            </a:pPr>
            <a:r>
              <a:rPr lang="en-US" sz="1050">
                <a:latin typeface="Arial"/>
                <a:ea typeface="Arial"/>
                <a:cs typeface="Arial"/>
                <a:sym typeface="Arial"/>
              </a:rPr>
              <a:t>.</a:t>
            </a:r>
            <a:endParaRPr sz="1050">
              <a:latin typeface="Arial"/>
              <a:ea typeface="Arial"/>
              <a:cs typeface="Arial"/>
              <a:sym typeface="Arial"/>
            </a:endParaRPr>
          </a:p>
          <a:p>
            <a:pPr marL="0" lvl="0" indent="0" algn="ctr" rtl="0">
              <a:lnSpc>
                <a:spcPct val="119047"/>
              </a:lnSpc>
              <a:spcBef>
                <a:spcPts val="0"/>
              </a:spcBef>
              <a:spcAft>
                <a:spcPts val="0"/>
              </a:spcAft>
              <a:buNone/>
            </a:pPr>
            <a:r>
              <a:rPr lang="en-US" sz="1050" i="1">
                <a:latin typeface="Arial"/>
                <a:ea typeface="Arial"/>
                <a:cs typeface="Arial"/>
                <a:sym typeface="Arial"/>
              </a:rPr>
              <a:t>x</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18" name="Google Shape;318;p19"/>
          <p:cNvGrpSpPr/>
          <p:nvPr/>
        </p:nvGrpSpPr>
        <p:grpSpPr>
          <a:xfrm>
            <a:off x="1891952" y="954798"/>
            <a:ext cx="251460" cy="251460"/>
            <a:chOff x="1891952" y="954798"/>
            <a:chExt cx="251460" cy="251460"/>
          </a:xfrm>
        </p:grpSpPr>
        <p:pic>
          <p:nvPicPr>
            <p:cNvPr id="319" name="Google Shape;319;p19"/>
            <p:cNvPicPr preferRelativeResize="0"/>
            <p:nvPr/>
          </p:nvPicPr>
          <p:blipFill rotWithShape="1">
            <a:blip r:embed="rId3">
              <a:alphaModFix/>
            </a:blip>
            <a:srcRect/>
            <a:stretch/>
          </p:blipFill>
          <p:spPr>
            <a:xfrm>
              <a:off x="1891952" y="954798"/>
              <a:ext cx="251114" cy="251114"/>
            </a:xfrm>
            <a:prstGeom prst="rect">
              <a:avLst/>
            </a:prstGeom>
            <a:noFill/>
            <a:ln>
              <a:noFill/>
            </a:ln>
          </p:spPr>
        </p:pic>
        <p:sp>
          <p:nvSpPr>
            <p:cNvPr id="320" name="Google Shape;320;p19"/>
            <p:cNvSpPr/>
            <p:nvPr/>
          </p:nvSpPr>
          <p:spPr>
            <a:xfrm>
              <a:off x="1891952" y="954798"/>
              <a:ext cx="251460" cy="251460"/>
            </a:xfrm>
            <a:custGeom>
              <a:avLst/>
              <a:gdLst/>
              <a:ahLst/>
              <a:cxnLst/>
              <a:rect l="l" t="t" r="r" b="b"/>
              <a:pathLst>
                <a:path w="251460" h="251459" extrusionOk="0">
                  <a:moveTo>
                    <a:pt x="251114" y="125557"/>
                  </a:moveTo>
                  <a:lnTo>
                    <a:pt x="241247" y="76684"/>
                  </a:lnTo>
                  <a:lnTo>
                    <a:pt x="214339" y="36774"/>
                  </a:lnTo>
                  <a:lnTo>
                    <a:pt x="174429" y="9866"/>
                  </a:lnTo>
                  <a:lnTo>
                    <a:pt x="125557" y="0"/>
                  </a:lnTo>
                  <a:lnTo>
                    <a:pt x="76684" y="9866"/>
                  </a:lnTo>
                  <a:lnTo>
                    <a:pt x="36774" y="36774"/>
                  </a:lnTo>
                  <a:lnTo>
                    <a:pt x="9866" y="76684"/>
                  </a:lnTo>
                  <a:lnTo>
                    <a:pt x="0" y="125557"/>
                  </a:lnTo>
                  <a:lnTo>
                    <a:pt x="9866" y="174429"/>
                  </a:lnTo>
                  <a:lnTo>
                    <a:pt x="36774" y="214339"/>
                  </a:lnTo>
                  <a:lnTo>
                    <a:pt x="76684" y="241247"/>
                  </a:lnTo>
                  <a:lnTo>
                    <a:pt x="125557" y="251114"/>
                  </a:lnTo>
                  <a:lnTo>
                    <a:pt x="174429" y="241247"/>
                  </a:lnTo>
                  <a:lnTo>
                    <a:pt x="214339" y="214339"/>
                  </a:lnTo>
                  <a:lnTo>
                    <a:pt x="241247" y="174429"/>
                  </a:lnTo>
                  <a:lnTo>
                    <a:pt x="251114" y="12555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1" name="Google Shape;321;p19"/>
          <p:cNvSpPr txBox="1"/>
          <p:nvPr/>
        </p:nvSpPr>
        <p:spPr>
          <a:xfrm>
            <a:off x="1916760" y="979162"/>
            <a:ext cx="195580" cy="454025"/>
          </a:xfrm>
          <a:prstGeom prst="rect">
            <a:avLst/>
          </a:prstGeom>
          <a:noFill/>
          <a:ln>
            <a:noFill/>
          </a:ln>
        </p:spPr>
        <p:txBody>
          <a:bodyPr spcFirstLastPara="1" wrap="square" lIns="0" tIns="15875" rIns="0" bIns="0" anchor="t" anchorCtr="0">
            <a:spAutoFit/>
          </a:bodyPr>
          <a:lstStyle/>
          <a:p>
            <a:pPr marL="62230" lvl="0" indent="0" algn="l" rtl="0">
              <a:lnSpc>
                <a:spcPct val="100000"/>
              </a:lnSpc>
              <a:spcBef>
                <a:spcPts val="0"/>
              </a:spcBef>
              <a:spcAft>
                <a:spcPts val="0"/>
              </a:spcAft>
              <a:buNone/>
            </a:pPr>
            <a:r>
              <a:rPr lang="en-US" sz="1050">
                <a:latin typeface="Arial"/>
                <a:ea typeface="Arial"/>
                <a:cs typeface="Arial"/>
                <a:sym typeface="Arial"/>
              </a:rPr>
              <a:t>1</a:t>
            </a:r>
            <a:endParaRPr sz="1050">
              <a:latin typeface="Arial"/>
              <a:ea typeface="Arial"/>
              <a:cs typeface="Arial"/>
              <a:sym typeface="Arial"/>
            </a:endParaRPr>
          </a:p>
          <a:p>
            <a:pPr marL="38100" lvl="0" indent="0" algn="l" rtl="0">
              <a:lnSpc>
                <a:spcPct val="100000"/>
              </a:lnSpc>
              <a:spcBef>
                <a:spcPts val="82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322" name="Google Shape;322;p19"/>
          <p:cNvGrpSpPr/>
          <p:nvPr/>
        </p:nvGrpSpPr>
        <p:grpSpPr>
          <a:xfrm>
            <a:off x="2701520" y="1404362"/>
            <a:ext cx="360045" cy="360045"/>
            <a:chOff x="2701520" y="1404362"/>
            <a:chExt cx="360045" cy="360045"/>
          </a:xfrm>
        </p:grpSpPr>
        <p:sp>
          <p:nvSpPr>
            <p:cNvPr id="323" name="Google Shape;323;p19"/>
            <p:cNvSpPr/>
            <p:nvPr/>
          </p:nvSpPr>
          <p:spPr>
            <a:xfrm>
              <a:off x="2701520" y="1404362"/>
              <a:ext cx="360045" cy="360045"/>
            </a:xfrm>
            <a:custGeom>
              <a:avLst/>
              <a:gdLst/>
              <a:ahLst/>
              <a:cxnLst/>
              <a:rect l="l" t="t" r="r" b="b"/>
              <a:pathLst>
                <a:path w="360044" h="360044" extrusionOk="0">
                  <a:moveTo>
                    <a:pt x="180002" y="0"/>
                  </a:move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lnTo>
                    <a:pt x="353574" y="132150"/>
                  </a:lnTo>
                  <a:lnTo>
                    <a:pt x="335428" y="89151"/>
                  </a:lnTo>
                  <a:lnTo>
                    <a:pt x="307283" y="52721"/>
                  </a:lnTo>
                  <a:lnTo>
                    <a:pt x="270853" y="24575"/>
                  </a:lnTo>
                  <a:lnTo>
                    <a:pt x="227854" y="6429"/>
                  </a:lnTo>
                  <a:lnTo>
                    <a:pt x="180002" y="0"/>
                  </a:lnTo>
                  <a:close/>
                </a:path>
              </a:pathLst>
            </a:custGeom>
            <a:solidFill>
              <a:srgbClr val="4681B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4" name="Google Shape;324;p19"/>
            <p:cNvSpPr/>
            <p:nvPr/>
          </p:nvSpPr>
          <p:spPr>
            <a:xfrm>
              <a:off x="2701520" y="1404362"/>
              <a:ext cx="360045" cy="360045"/>
            </a:xfrm>
            <a:custGeom>
              <a:avLst/>
              <a:gdLst/>
              <a:ahLst/>
              <a:cxnLst/>
              <a:rect l="l" t="t" r="r" b="b"/>
              <a:pathLst>
                <a:path w="360044" h="360044" extrusionOk="0">
                  <a:moveTo>
                    <a:pt x="360004" y="180002"/>
                  </a:moveTo>
                  <a:lnTo>
                    <a:pt x="353574" y="132150"/>
                  </a:lnTo>
                  <a:lnTo>
                    <a:pt x="335428" y="89151"/>
                  </a:lnTo>
                  <a:lnTo>
                    <a:pt x="307283" y="52721"/>
                  </a:lnTo>
                  <a:lnTo>
                    <a:pt x="270853" y="24575"/>
                  </a:lnTo>
                  <a:lnTo>
                    <a:pt x="227854" y="6429"/>
                  </a:lnTo>
                  <a:lnTo>
                    <a:pt x="180002" y="0"/>
                  </a:lnTo>
                  <a:lnTo>
                    <a:pt x="132150" y="6429"/>
                  </a:lnTo>
                  <a:lnTo>
                    <a:pt x="89151" y="24575"/>
                  </a:lnTo>
                  <a:lnTo>
                    <a:pt x="52720" y="52721"/>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5" name="Google Shape;325;p19"/>
          <p:cNvSpPr txBox="1"/>
          <p:nvPr/>
        </p:nvSpPr>
        <p:spPr>
          <a:xfrm>
            <a:off x="2815132" y="1472562"/>
            <a:ext cx="13335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latin typeface="Tahoma"/>
                <a:ea typeface="Tahoma"/>
                <a:cs typeface="Tahoma"/>
                <a:sym typeface="Tahoma"/>
              </a:rPr>
              <a:t>Σ</a:t>
            </a:r>
            <a:endParaRPr sz="1200">
              <a:latin typeface="Tahoma"/>
              <a:ea typeface="Tahoma"/>
              <a:cs typeface="Tahoma"/>
              <a:sym typeface="Tahoma"/>
            </a:endParaRPr>
          </a:p>
        </p:txBody>
      </p:sp>
      <p:grpSp>
        <p:nvGrpSpPr>
          <p:cNvPr id="326" name="Google Shape;326;p19"/>
          <p:cNvGrpSpPr/>
          <p:nvPr/>
        </p:nvGrpSpPr>
        <p:grpSpPr>
          <a:xfrm>
            <a:off x="3602295" y="1441122"/>
            <a:ext cx="287020" cy="287020"/>
            <a:chOff x="3602295" y="1441122"/>
            <a:chExt cx="287020" cy="287020"/>
          </a:xfrm>
        </p:grpSpPr>
        <p:sp>
          <p:nvSpPr>
            <p:cNvPr id="327" name="Google Shape;327;p19"/>
            <p:cNvSpPr/>
            <p:nvPr/>
          </p:nvSpPr>
          <p:spPr>
            <a:xfrm>
              <a:off x="3602295" y="1441122"/>
              <a:ext cx="287020" cy="287020"/>
            </a:xfrm>
            <a:custGeom>
              <a:avLst/>
              <a:gdLst/>
              <a:ahLst/>
              <a:cxnLst/>
              <a:rect l="l" t="t" r="r" b="b"/>
              <a:pathLst>
                <a:path w="287020" h="287019" extrusionOk="0">
                  <a:moveTo>
                    <a:pt x="143242" y="0"/>
                  </a:move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lnTo>
                    <a:pt x="279181" y="97966"/>
                  </a:lnTo>
                  <a:lnTo>
                    <a:pt x="258846" y="58644"/>
                  </a:lnTo>
                  <a:lnTo>
                    <a:pt x="227839" y="27637"/>
                  </a:lnTo>
                  <a:lnTo>
                    <a:pt x="188517" y="7302"/>
                  </a:lnTo>
                  <a:lnTo>
                    <a:pt x="143242"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8" name="Google Shape;328;p19"/>
            <p:cNvSpPr/>
            <p:nvPr/>
          </p:nvSpPr>
          <p:spPr>
            <a:xfrm>
              <a:off x="3602295" y="1441122"/>
              <a:ext cx="287020" cy="287020"/>
            </a:xfrm>
            <a:custGeom>
              <a:avLst/>
              <a:gdLst/>
              <a:ahLst/>
              <a:cxnLst/>
              <a:rect l="l" t="t" r="r" b="b"/>
              <a:pathLst>
                <a:path w="287020" h="287019" extrusionOk="0">
                  <a:moveTo>
                    <a:pt x="286483" y="143242"/>
                  </a:moveTo>
                  <a:lnTo>
                    <a:pt x="279181" y="97966"/>
                  </a:lnTo>
                  <a:lnTo>
                    <a:pt x="258846" y="58644"/>
                  </a:lnTo>
                  <a:lnTo>
                    <a:pt x="227839" y="27637"/>
                  </a:lnTo>
                  <a:lnTo>
                    <a:pt x="188517" y="7302"/>
                  </a:lnTo>
                  <a:lnTo>
                    <a:pt x="143242" y="0"/>
                  </a:lnTo>
                  <a:lnTo>
                    <a:pt x="97966" y="7302"/>
                  </a:lnTo>
                  <a:lnTo>
                    <a:pt x="58644" y="27637"/>
                  </a:lnTo>
                  <a:lnTo>
                    <a:pt x="27637" y="58644"/>
                  </a:lnTo>
                  <a:lnTo>
                    <a:pt x="7302" y="97966"/>
                  </a:lnTo>
                  <a:lnTo>
                    <a:pt x="0" y="143242"/>
                  </a:lnTo>
                  <a:lnTo>
                    <a:pt x="7302" y="188517"/>
                  </a:lnTo>
                  <a:lnTo>
                    <a:pt x="27637" y="227839"/>
                  </a:lnTo>
                  <a:lnTo>
                    <a:pt x="58644" y="258846"/>
                  </a:lnTo>
                  <a:lnTo>
                    <a:pt x="97966" y="279181"/>
                  </a:lnTo>
                  <a:lnTo>
                    <a:pt x="143242" y="286484"/>
                  </a:lnTo>
                  <a:lnTo>
                    <a:pt x="188517" y="279181"/>
                  </a:lnTo>
                  <a:lnTo>
                    <a:pt x="227839" y="258846"/>
                  </a:lnTo>
                  <a:lnTo>
                    <a:pt x="258846" y="227839"/>
                  </a:lnTo>
                  <a:lnTo>
                    <a:pt x="279181" y="188517"/>
                  </a:lnTo>
                  <a:lnTo>
                    <a:pt x="286483" y="14324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29" name="Google Shape;329;p19"/>
          <p:cNvSpPr txBox="1"/>
          <p:nvPr/>
        </p:nvSpPr>
        <p:spPr>
          <a:xfrm>
            <a:off x="3691826" y="1459760"/>
            <a:ext cx="10350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a:t>
            </a:r>
            <a:endParaRPr sz="1800" baseline="30000">
              <a:latin typeface="Tahoma"/>
              <a:ea typeface="Tahoma"/>
              <a:cs typeface="Tahoma"/>
              <a:sym typeface="Tahoma"/>
            </a:endParaRPr>
          </a:p>
        </p:txBody>
      </p:sp>
      <p:grpSp>
        <p:nvGrpSpPr>
          <p:cNvPr id="330" name="Google Shape;330;p19"/>
          <p:cNvGrpSpPr/>
          <p:nvPr/>
        </p:nvGrpSpPr>
        <p:grpSpPr>
          <a:xfrm>
            <a:off x="2128152" y="1144844"/>
            <a:ext cx="593636" cy="499524"/>
            <a:chOff x="2128152" y="1144844"/>
            <a:chExt cx="593636" cy="499524"/>
          </a:xfrm>
        </p:grpSpPr>
        <p:sp>
          <p:nvSpPr>
            <p:cNvPr id="331" name="Google Shape;331;p19"/>
            <p:cNvSpPr/>
            <p:nvPr/>
          </p:nvSpPr>
          <p:spPr>
            <a:xfrm>
              <a:off x="2128152" y="1144844"/>
              <a:ext cx="591820" cy="345440"/>
            </a:xfrm>
            <a:custGeom>
              <a:avLst/>
              <a:gdLst/>
              <a:ahLst/>
              <a:cxnLst/>
              <a:rect l="l" t="t" r="r" b="b"/>
              <a:pathLst>
                <a:path w="591819" h="345440" extrusionOk="0">
                  <a:moveTo>
                    <a:pt x="0" y="0"/>
                  </a:moveTo>
                  <a:lnTo>
                    <a:pt x="591380" y="34496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2" name="Google Shape;332;p19"/>
            <p:cNvSpPr/>
            <p:nvPr/>
          </p:nvSpPr>
          <p:spPr>
            <a:xfrm>
              <a:off x="2683688" y="1451601"/>
              <a:ext cx="38100" cy="52705"/>
            </a:xfrm>
            <a:custGeom>
              <a:avLst/>
              <a:gdLst/>
              <a:ahLst/>
              <a:cxnLst/>
              <a:rect l="l" t="t" r="r" b="b"/>
              <a:pathLst>
                <a:path w="38100" h="52705" extrusionOk="0">
                  <a:moveTo>
                    <a:pt x="30600" y="0"/>
                  </a:moveTo>
                  <a:lnTo>
                    <a:pt x="28580" y="12636"/>
                  </a:lnTo>
                  <a:lnTo>
                    <a:pt x="29603" y="23367"/>
                  </a:lnTo>
                  <a:lnTo>
                    <a:pt x="32982" y="32286"/>
                  </a:lnTo>
                  <a:lnTo>
                    <a:pt x="38031" y="39488"/>
                  </a:lnTo>
                  <a:lnTo>
                    <a:pt x="29277" y="38638"/>
                  </a:lnTo>
                  <a:lnTo>
                    <a:pt x="19849" y="40087"/>
                  </a:lnTo>
                  <a:lnTo>
                    <a:pt x="10005" y="44478"/>
                  </a:lnTo>
                  <a:lnTo>
                    <a:pt x="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3" name="Google Shape;333;p19"/>
            <p:cNvSpPr/>
            <p:nvPr/>
          </p:nvSpPr>
          <p:spPr>
            <a:xfrm>
              <a:off x="2157772" y="1403385"/>
              <a:ext cx="542290" cy="135890"/>
            </a:xfrm>
            <a:custGeom>
              <a:avLst/>
              <a:gdLst/>
              <a:ahLst/>
              <a:cxnLst/>
              <a:rect l="l" t="t" r="r" b="b"/>
              <a:pathLst>
                <a:path w="542289" h="135890" extrusionOk="0">
                  <a:moveTo>
                    <a:pt x="0" y="0"/>
                  </a:moveTo>
                  <a:lnTo>
                    <a:pt x="541797" y="13545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4" name="Google Shape;334;p19"/>
            <p:cNvSpPr/>
            <p:nvPr/>
          </p:nvSpPr>
          <p:spPr>
            <a:xfrm>
              <a:off x="2669129" y="1503617"/>
              <a:ext cx="33020" cy="59055"/>
            </a:xfrm>
            <a:custGeom>
              <a:avLst/>
              <a:gdLst/>
              <a:ahLst/>
              <a:cxnLst/>
              <a:rect l="l" t="t" r="r" b="b"/>
              <a:pathLst>
                <a:path w="33019" h="59055" extrusionOk="0">
                  <a:moveTo>
                    <a:pt x="14728" y="0"/>
                  </a:moveTo>
                  <a:lnTo>
                    <a:pt x="16319" y="12697"/>
                  </a:lnTo>
                  <a:lnTo>
                    <a:pt x="20299" y="22715"/>
                  </a:lnTo>
                  <a:lnTo>
                    <a:pt x="26035" y="30336"/>
                  </a:lnTo>
                  <a:lnTo>
                    <a:pt x="32895" y="35841"/>
                  </a:lnTo>
                  <a:lnTo>
                    <a:pt x="24252" y="37470"/>
                  </a:lnTo>
                  <a:lnTo>
                    <a:pt x="15604" y="41495"/>
                  </a:lnTo>
                  <a:lnTo>
                    <a:pt x="7378" y="48462"/>
                  </a:lnTo>
                  <a:lnTo>
                    <a:pt x="0" y="589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5" name="Google Shape;335;p19"/>
            <p:cNvSpPr/>
            <p:nvPr/>
          </p:nvSpPr>
          <p:spPr>
            <a:xfrm>
              <a:off x="2161580" y="1599918"/>
              <a:ext cx="533400" cy="44450"/>
            </a:xfrm>
            <a:custGeom>
              <a:avLst/>
              <a:gdLst/>
              <a:ahLst/>
              <a:cxnLst/>
              <a:rect l="l" t="t" r="r" b="b"/>
              <a:pathLst>
                <a:path w="533400" h="44450" extrusionOk="0">
                  <a:moveTo>
                    <a:pt x="0" y="44424"/>
                  </a:moveTo>
                  <a:lnTo>
                    <a:pt x="533043"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6" name="Google Shape;336;p19"/>
            <p:cNvSpPr/>
            <p:nvPr/>
          </p:nvSpPr>
          <p:spPr>
            <a:xfrm>
              <a:off x="2668398" y="1571634"/>
              <a:ext cx="29209" cy="60960"/>
            </a:xfrm>
            <a:custGeom>
              <a:avLst/>
              <a:gdLst/>
              <a:ahLst/>
              <a:cxnLst/>
              <a:rect l="l" t="t" r="r" b="b"/>
              <a:pathLst>
                <a:path w="29210" h="60960" extrusionOk="0">
                  <a:moveTo>
                    <a:pt x="0" y="0"/>
                  </a:moveTo>
                  <a:lnTo>
                    <a:pt x="5597" y="11507"/>
                  </a:lnTo>
                  <a:lnTo>
                    <a:pt x="12593" y="19708"/>
                  </a:lnTo>
                  <a:lnTo>
                    <a:pt x="20479" y="25073"/>
                  </a:lnTo>
                  <a:lnTo>
                    <a:pt x="28746" y="28074"/>
                  </a:lnTo>
                  <a:lnTo>
                    <a:pt x="21090" y="32401"/>
                  </a:lnTo>
                  <a:lnTo>
                    <a:pt x="14200" y="38998"/>
                  </a:lnTo>
                  <a:lnTo>
                    <a:pt x="8658" y="48244"/>
                  </a:lnTo>
                  <a:lnTo>
                    <a:pt x="5043" y="6051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37" name="Google Shape;337;p19"/>
          <p:cNvSpPr txBox="1"/>
          <p:nvPr/>
        </p:nvSpPr>
        <p:spPr>
          <a:xfrm>
            <a:off x="2310117" y="1096916"/>
            <a:ext cx="231140" cy="494665"/>
          </a:xfrm>
          <a:prstGeom prst="rect">
            <a:avLst/>
          </a:prstGeom>
          <a:noFill/>
          <a:ln>
            <a:noFill/>
          </a:ln>
        </p:spPr>
        <p:txBody>
          <a:bodyPr spcFirstLastPara="1" wrap="square" lIns="0" tIns="23475" rIns="0" bIns="0" anchor="t" anchorCtr="0">
            <a:spAutoFit/>
          </a:bodyPr>
          <a:lstStyle/>
          <a:p>
            <a:pPr marL="42545" marR="30480" lvl="0" indent="-5079" algn="just" rtl="0">
              <a:lnSpc>
                <a:spcPct val="952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0 </a:t>
            </a:r>
            <a:r>
              <a:rPr lang="en-US" sz="1050" i="1">
                <a:latin typeface="Arial"/>
                <a:ea typeface="Arial"/>
                <a:cs typeface="Arial"/>
                <a:sym typeface="Arial"/>
              </a:rPr>
              <a:t>w</a:t>
            </a:r>
            <a:r>
              <a:rPr lang="en-US" sz="1050" baseline="-25000">
                <a:latin typeface="Arial"/>
                <a:ea typeface="Arial"/>
                <a:cs typeface="Arial"/>
                <a:sym typeface="Arial"/>
              </a:rPr>
              <a:t>1 </a:t>
            </a:r>
            <a:r>
              <a:rPr lang="en-US" sz="1050" i="1">
                <a:latin typeface="Arial"/>
                <a:ea typeface="Arial"/>
                <a:cs typeface="Arial"/>
                <a:sym typeface="Arial"/>
              </a:rPr>
              <a:t>w</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338" name="Google Shape;338;p19"/>
          <p:cNvGrpSpPr/>
          <p:nvPr/>
        </p:nvGrpSpPr>
        <p:grpSpPr>
          <a:xfrm>
            <a:off x="2146047" y="1664627"/>
            <a:ext cx="575738" cy="348888"/>
            <a:chOff x="2146047" y="1664627"/>
            <a:chExt cx="575738" cy="348888"/>
          </a:xfrm>
        </p:grpSpPr>
        <p:sp>
          <p:nvSpPr>
            <p:cNvPr id="339" name="Google Shape;339;p19"/>
            <p:cNvSpPr/>
            <p:nvPr/>
          </p:nvSpPr>
          <p:spPr>
            <a:xfrm>
              <a:off x="2146047" y="1678870"/>
              <a:ext cx="574040" cy="334645"/>
            </a:xfrm>
            <a:custGeom>
              <a:avLst/>
              <a:gdLst/>
              <a:ahLst/>
              <a:cxnLst/>
              <a:rect l="l" t="t" r="r" b="b"/>
              <a:pathLst>
                <a:path w="574039" h="334644" extrusionOk="0">
                  <a:moveTo>
                    <a:pt x="0" y="334530"/>
                  </a:moveTo>
                  <a:lnTo>
                    <a:pt x="573482"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0" name="Google Shape;340;p19"/>
            <p:cNvSpPr/>
            <p:nvPr/>
          </p:nvSpPr>
          <p:spPr>
            <a:xfrm>
              <a:off x="2683685" y="1664627"/>
              <a:ext cx="38100" cy="52705"/>
            </a:xfrm>
            <a:custGeom>
              <a:avLst/>
              <a:gdLst/>
              <a:ahLst/>
              <a:cxnLst/>
              <a:rect l="l" t="t" r="r" b="b"/>
              <a:pathLst>
                <a:path w="38100" h="52705" extrusionOk="0">
                  <a:moveTo>
                    <a:pt x="0" y="0"/>
                  </a:moveTo>
                  <a:lnTo>
                    <a:pt x="10005" y="7978"/>
                  </a:lnTo>
                  <a:lnTo>
                    <a:pt x="19849" y="12369"/>
                  </a:lnTo>
                  <a:lnTo>
                    <a:pt x="29277" y="13818"/>
                  </a:lnTo>
                  <a:lnTo>
                    <a:pt x="38031" y="12968"/>
                  </a:lnTo>
                  <a:lnTo>
                    <a:pt x="32982" y="20170"/>
                  </a:lnTo>
                  <a:lnTo>
                    <a:pt x="29603" y="29089"/>
                  </a:lnTo>
                  <a:lnTo>
                    <a:pt x="28580" y="39820"/>
                  </a:lnTo>
                  <a:lnTo>
                    <a:pt x="30600" y="5245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1" name="Google Shape;341;p19"/>
          <p:cNvSpPr txBox="1"/>
          <p:nvPr/>
        </p:nvSpPr>
        <p:spPr>
          <a:xfrm>
            <a:off x="2314689" y="1814720"/>
            <a:ext cx="22606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w</a:t>
            </a:r>
            <a:r>
              <a:rPr lang="en-US" sz="1050" i="1" baseline="-25000">
                <a:latin typeface="Arial"/>
                <a:ea typeface="Arial"/>
                <a:cs typeface="Arial"/>
                <a:sym typeface="Arial"/>
              </a:rPr>
              <a:t>d</a:t>
            </a:r>
            <a:endParaRPr sz="1050" baseline="-25000">
              <a:latin typeface="Arial"/>
              <a:ea typeface="Arial"/>
              <a:cs typeface="Arial"/>
              <a:sym typeface="Arial"/>
            </a:endParaRPr>
          </a:p>
        </p:txBody>
      </p:sp>
      <p:grpSp>
        <p:nvGrpSpPr>
          <p:cNvPr id="342" name="Google Shape;342;p19"/>
          <p:cNvGrpSpPr/>
          <p:nvPr/>
        </p:nvGrpSpPr>
        <p:grpSpPr>
          <a:xfrm>
            <a:off x="3064107" y="1553977"/>
            <a:ext cx="533565" cy="60960"/>
            <a:chOff x="3064107" y="1553977"/>
            <a:chExt cx="533565" cy="60960"/>
          </a:xfrm>
        </p:grpSpPr>
        <p:sp>
          <p:nvSpPr>
            <p:cNvPr id="343" name="Google Shape;343;p19"/>
            <p:cNvSpPr/>
            <p:nvPr/>
          </p:nvSpPr>
          <p:spPr>
            <a:xfrm>
              <a:off x="3064107" y="1584342"/>
              <a:ext cx="530860" cy="0"/>
            </a:xfrm>
            <a:custGeom>
              <a:avLst/>
              <a:gdLst/>
              <a:ahLst/>
              <a:cxnLst/>
              <a:rect l="l" t="t" r="r" b="b"/>
              <a:pathLst>
                <a:path w="530860" h="120000" extrusionOk="0">
                  <a:moveTo>
                    <a:pt x="0" y="0"/>
                  </a:moveTo>
                  <a:lnTo>
                    <a:pt x="5306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4" name="Google Shape;344;p19"/>
            <p:cNvSpPr/>
            <p:nvPr/>
          </p:nvSpPr>
          <p:spPr>
            <a:xfrm>
              <a:off x="3571002" y="1553977"/>
              <a:ext cx="26670" cy="60960"/>
            </a:xfrm>
            <a:custGeom>
              <a:avLst/>
              <a:gdLst/>
              <a:ahLst/>
              <a:cxnLst/>
              <a:rect l="l" t="t" r="r" b="b"/>
              <a:pathLst>
                <a:path w="26670" h="60959"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45" name="Google Shape;345;p19"/>
          <p:cNvSpPr txBox="1"/>
          <p:nvPr/>
        </p:nvSpPr>
        <p:spPr>
          <a:xfrm>
            <a:off x="3290849" y="1386933"/>
            <a:ext cx="635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f</a:t>
            </a:r>
            <a:endParaRPr sz="1050">
              <a:latin typeface="Arial"/>
              <a:ea typeface="Arial"/>
              <a:cs typeface="Arial"/>
              <a:sym typeface="Arial"/>
            </a:endParaRPr>
          </a:p>
        </p:txBody>
      </p:sp>
      <p:grpSp>
        <p:nvGrpSpPr>
          <p:cNvPr id="346" name="Google Shape;346;p19"/>
          <p:cNvGrpSpPr/>
          <p:nvPr/>
        </p:nvGrpSpPr>
        <p:grpSpPr>
          <a:xfrm>
            <a:off x="0" y="3141936"/>
            <a:ext cx="5760261" cy="92075"/>
            <a:chOff x="0" y="3141936"/>
            <a:chExt cx="5760261" cy="92075"/>
          </a:xfrm>
        </p:grpSpPr>
        <p:sp>
          <p:nvSpPr>
            <p:cNvPr id="347" name="Google Shape;347;p19"/>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8" name="Google Shape;348;p19"/>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9" name="Google Shape;349;p19"/>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50" name="Google Shape;350;p1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51" name="Google Shape;351;p1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52" name="Google Shape;352;p1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13</a:t>
            </a:fld>
            <a:r>
              <a:rPr lang="en-US"/>
              <a:t> / 46</a:t>
            </a:r>
            <a:endParaRPr/>
          </a:p>
        </p:txBody>
      </p:sp>
      <p:pic>
        <p:nvPicPr>
          <p:cNvPr id="353" name="Google Shape;353;p19"/>
          <p:cNvPicPr preferRelativeResize="0"/>
          <p:nvPr/>
        </p:nvPicPr>
        <p:blipFill>
          <a:blip r:embed="rId5">
            <a:alphaModFix/>
          </a:blip>
          <a:stretch>
            <a:fillRect/>
          </a:stretch>
        </p:blipFill>
        <p:spPr>
          <a:xfrm>
            <a:off x="519425" y="2568580"/>
            <a:ext cx="2222953" cy="478225"/>
          </a:xfrm>
          <a:prstGeom prst="rect">
            <a:avLst/>
          </a:prstGeom>
          <a:noFill/>
          <a:ln>
            <a:noFill/>
          </a:ln>
        </p:spPr>
      </p:pic>
      <mc:AlternateContent xmlns:mc="http://schemas.openxmlformats.org/markup-compatibility/2006" xmlns:p14="http://schemas.microsoft.com/office/powerpoint/2010/main">
        <mc:Choice Requires="p14">
          <p:contentPart p14:bwMode="auto" r:id="rId6">
            <p14:nvContentPartPr>
              <p14:cNvPr id="2" name="Ink 1"/>
              <p14:cNvContentPartPr/>
              <p14:nvPr/>
            </p14:nvContentPartPr>
            <p14:xfrm>
              <a:off x="2903760" y="1168200"/>
              <a:ext cx="402120" cy="650880"/>
            </p14:xfrm>
          </p:contentPart>
        </mc:Choice>
        <mc:Fallback xmlns="">
          <p:pic>
            <p:nvPicPr>
              <p:cNvPr id="2" name="Ink 1"/>
              <p:cNvPicPr/>
              <p:nvPr/>
            </p:nvPicPr>
            <p:blipFill>
              <a:blip r:embed="rId7"/>
              <a:stretch>
                <a:fillRect/>
              </a:stretch>
            </p:blipFill>
            <p:spPr>
              <a:xfrm>
                <a:off x="2891520" y="1156680"/>
                <a:ext cx="424080" cy="675360"/>
              </a:xfrm>
              <a:prstGeom prst="rect">
                <a:avLst/>
              </a:prstGeom>
            </p:spPr>
          </p:pic>
        </mc:Fallback>
      </mc:AlternateContent>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P</a:t>
            </a:r>
            <a:r>
              <a:rPr lang="en-US" cap="small">
                <a:solidFill>
                  <a:srgbClr val="FFFFFF"/>
                </a:solidFill>
              </a:rPr>
              <a:t>rediction</a:t>
            </a:r>
            <a:endParaRPr/>
          </a:p>
        </p:txBody>
      </p:sp>
      <p:sp>
        <p:nvSpPr>
          <p:cNvPr id="359" name="Google Shape;359;p20"/>
          <p:cNvSpPr txBox="1"/>
          <p:nvPr/>
        </p:nvSpPr>
        <p:spPr>
          <a:xfrm>
            <a:off x="347294" y="451039"/>
            <a:ext cx="5065395" cy="648335"/>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1B1472"/>
                </a:solidFill>
                <a:latin typeface="Arial"/>
                <a:ea typeface="Arial"/>
                <a:cs typeface="Arial"/>
                <a:sym typeface="Arial"/>
              </a:rPr>
              <a:t>Model: </a:t>
            </a:r>
            <a:r>
              <a:rPr lang="en-US" sz="1050">
                <a:latin typeface="Arial"/>
                <a:ea typeface="Arial"/>
                <a:cs typeface="Arial"/>
                <a:sym typeface="Arial"/>
              </a:rPr>
              <a:t>A single neuron computes a weighted sum and applied identity activation function.</a:t>
            </a:r>
            <a:endParaRPr sz="1050">
              <a:latin typeface="Arial"/>
              <a:ea typeface="Arial"/>
              <a:cs typeface="Arial"/>
              <a:sym typeface="Arial"/>
            </a:endParaRPr>
          </a:p>
          <a:p>
            <a:pPr marL="12700" lvl="0" indent="0" algn="l" rtl="0">
              <a:lnSpc>
                <a:spcPct val="100000"/>
              </a:lnSpc>
              <a:spcBef>
                <a:spcPts val="750"/>
              </a:spcBef>
              <a:spcAft>
                <a:spcPts val="0"/>
              </a:spcAft>
              <a:buNone/>
            </a:pPr>
            <a:r>
              <a:rPr lang="en-US" sz="1050">
                <a:solidFill>
                  <a:srgbClr val="1B1472"/>
                </a:solidFill>
                <a:latin typeface="Arial"/>
                <a:ea typeface="Arial"/>
                <a:cs typeface="Arial"/>
                <a:sym typeface="Arial"/>
              </a:rPr>
              <a:t>Prediction for input </a:t>
            </a:r>
            <a:r>
              <a:rPr lang="en-US" sz="1050" b="1">
                <a:solidFill>
                  <a:srgbClr val="1B1472"/>
                </a:solidFill>
                <a:latin typeface="Arial"/>
                <a:ea typeface="Arial"/>
                <a:cs typeface="Arial"/>
                <a:sym typeface="Arial"/>
              </a:rPr>
              <a:t>x</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360" name="Google Shape;360;p20"/>
          <p:cNvSpPr txBox="1"/>
          <p:nvPr/>
        </p:nvSpPr>
        <p:spPr>
          <a:xfrm>
            <a:off x="1337250" y="1203325"/>
            <a:ext cx="3450300" cy="289200"/>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050" i="1">
                <a:latin typeface="Arial"/>
                <a:ea typeface="Arial"/>
                <a:cs typeface="Arial"/>
                <a:sym typeface="Arial"/>
              </a:rPr>
              <a:t>f </a:t>
            </a:r>
            <a:r>
              <a:rPr lang="en-US" sz="1200">
                <a:latin typeface="Tahoma"/>
                <a:ea typeface="Tahoma"/>
                <a:cs typeface="Tahoma"/>
                <a:sym typeface="Tahoma"/>
              </a:rPr>
              <a:t>(</a:t>
            </a:r>
            <a:r>
              <a:rPr lang="en-US" sz="1050" b="1">
                <a:latin typeface="Arial"/>
                <a:ea typeface="Arial"/>
                <a:cs typeface="Arial"/>
                <a:sym typeface="Arial"/>
              </a:rPr>
              <a:t>w</a:t>
            </a:r>
            <a:r>
              <a:rPr lang="en-US" sz="1050" i="1" baseline="30000">
                <a:latin typeface="Arial"/>
                <a:ea typeface="Arial"/>
                <a:cs typeface="Arial"/>
                <a:sym typeface="Arial"/>
              </a:rPr>
              <a:t>T </a:t>
            </a:r>
            <a:r>
              <a:rPr lang="en-US" sz="1050" b="1">
                <a:latin typeface="Arial"/>
                <a:ea typeface="Arial"/>
                <a:cs typeface="Arial"/>
                <a:sym typeface="Arial"/>
              </a:rPr>
              <a:t>x</a:t>
            </a:r>
            <a:r>
              <a:rPr lang="en-US" sz="1200">
                <a:latin typeface="Tahoma"/>
                <a:ea typeface="Tahoma"/>
                <a:cs typeface="Tahoma"/>
                <a:sym typeface="Tahoma"/>
              </a:rPr>
              <a:t>) = </a:t>
            </a: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w</a:t>
            </a:r>
            <a:r>
              <a:rPr lang="en-US" sz="1050" baseline="-25000">
                <a:latin typeface="Arial"/>
                <a:ea typeface="Arial"/>
                <a:cs typeface="Arial"/>
                <a:sym typeface="Arial"/>
              </a:rPr>
              <a:t>0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1</a:t>
            </a:r>
            <a:r>
              <a:rPr lang="en-US" sz="1050" i="1">
                <a:latin typeface="Arial"/>
                <a:ea typeface="Arial"/>
                <a:cs typeface="Arial"/>
                <a:sym typeface="Arial"/>
              </a:rPr>
              <a:t>x</a:t>
            </a:r>
            <a:r>
              <a:rPr lang="en-US" sz="1050" baseline="-25000">
                <a:latin typeface="Arial"/>
                <a:ea typeface="Arial"/>
                <a:cs typeface="Arial"/>
                <a:sym typeface="Arial"/>
              </a:rPr>
              <a:t>1 </a:t>
            </a:r>
            <a:r>
              <a:rPr lang="en-US" sz="1200">
                <a:latin typeface="Tahoma"/>
                <a:ea typeface="Tahoma"/>
                <a:cs typeface="Tahoma"/>
                <a:sym typeface="Tahoma"/>
              </a:rPr>
              <a:t>+ </a:t>
            </a:r>
            <a:r>
              <a:rPr lang="en-US" sz="1050" i="1">
                <a:latin typeface="Arial"/>
                <a:ea typeface="Arial"/>
                <a:cs typeface="Arial"/>
                <a:sym typeface="Arial"/>
              </a:rPr>
              <a:t>w</a:t>
            </a:r>
            <a:r>
              <a:rPr lang="en-US" sz="1050" baseline="-25000">
                <a:latin typeface="Arial"/>
                <a:ea typeface="Arial"/>
                <a:cs typeface="Arial"/>
                <a:sym typeface="Arial"/>
              </a:rPr>
              <a:t>2</a:t>
            </a:r>
            <a:r>
              <a:rPr lang="en-US" sz="1050" i="1">
                <a:latin typeface="Arial"/>
                <a:ea typeface="Arial"/>
                <a:cs typeface="Arial"/>
                <a:sym typeface="Arial"/>
              </a:rPr>
              <a:t>x</a:t>
            </a:r>
            <a:r>
              <a:rPr lang="en-US" sz="1050" baseline="-25000">
                <a:latin typeface="Arial"/>
                <a:ea typeface="Arial"/>
                <a:cs typeface="Arial"/>
                <a:sym typeface="Arial"/>
              </a:rPr>
              <a:t>2 </a:t>
            </a:r>
            <a:r>
              <a:rPr lang="en-US" sz="1200">
                <a:latin typeface="Tahoma"/>
                <a:ea typeface="Tahoma"/>
                <a:cs typeface="Tahoma"/>
                <a:sym typeface="Tahoma"/>
              </a:rPr>
              <a:t>+ </a:t>
            </a:r>
            <a:r>
              <a:rPr lang="en-US" sz="1200">
                <a:latin typeface="Lucida Sans"/>
                <a:ea typeface="Lucida Sans"/>
                <a:cs typeface="Lucida Sans"/>
                <a:sym typeface="Lucida Sans"/>
              </a:rPr>
              <a:t>· · · </a:t>
            </a:r>
            <a:r>
              <a:rPr lang="en-US" sz="1200">
                <a:latin typeface="Tahoma"/>
                <a:ea typeface="Tahoma"/>
                <a:cs typeface="Tahoma"/>
                <a:sym typeface="Tahoma"/>
              </a:rPr>
              <a:t>+ </a:t>
            </a:r>
            <a:r>
              <a:rPr lang="en-US" sz="1050" i="1">
                <a:latin typeface="Arial"/>
                <a:ea typeface="Arial"/>
                <a:cs typeface="Arial"/>
                <a:sym typeface="Arial"/>
              </a:rPr>
              <a:t>w</a:t>
            </a:r>
            <a:r>
              <a:rPr lang="en-US" sz="1050" i="1" baseline="-25000">
                <a:latin typeface="Arial"/>
                <a:ea typeface="Arial"/>
                <a:cs typeface="Arial"/>
                <a:sym typeface="Arial"/>
              </a:rPr>
              <a:t>d </a:t>
            </a:r>
            <a:r>
              <a:rPr lang="en-US" sz="1050" i="1">
                <a:latin typeface="Arial"/>
                <a:ea typeface="Arial"/>
                <a:cs typeface="Arial"/>
                <a:sym typeface="Arial"/>
              </a:rPr>
              <a:t>x</a:t>
            </a:r>
            <a:r>
              <a:rPr lang="en-US" sz="1050" i="1" baseline="-25000">
                <a:latin typeface="Arial"/>
                <a:ea typeface="Arial"/>
                <a:cs typeface="Arial"/>
                <a:sym typeface="Arial"/>
              </a:rPr>
              <a:t>d </a:t>
            </a:r>
            <a:r>
              <a:rPr lang="en-US" sz="1200">
                <a:latin typeface="Tahoma"/>
                <a:ea typeface="Tahoma"/>
                <a:cs typeface="Tahoma"/>
                <a:sym typeface="Tahoma"/>
              </a:rPr>
              <a:t>)</a:t>
            </a:r>
            <a:endParaRPr sz="1200">
              <a:latin typeface="Tahoma"/>
              <a:ea typeface="Tahoma"/>
              <a:cs typeface="Tahoma"/>
              <a:sym typeface="Tahoma"/>
            </a:endParaRPr>
          </a:p>
        </p:txBody>
      </p:sp>
      <p:sp>
        <p:nvSpPr>
          <p:cNvPr id="361" name="Google Shape;361;p20"/>
          <p:cNvSpPr txBox="1"/>
          <p:nvPr/>
        </p:nvSpPr>
        <p:spPr>
          <a:xfrm>
            <a:off x="5220322" y="1218519"/>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(2)</a:t>
            </a:r>
            <a:endParaRPr sz="1050">
              <a:latin typeface="Arial"/>
              <a:ea typeface="Arial"/>
              <a:cs typeface="Arial"/>
              <a:sym typeface="Arial"/>
            </a:endParaRPr>
          </a:p>
        </p:txBody>
      </p:sp>
      <p:grpSp>
        <p:nvGrpSpPr>
          <p:cNvPr id="362" name="Google Shape;362;p20"/>
          <p:cNvGrpSpPr/>
          <p:nvPr/>
        </p:nvGrpSpPr>
        <p:grpSpPr>
          <a:xfrm>
            <a:off x="513702" y="1817179"/>
            <a:ext cx="69291" cy="489661"/>
            <a:chOff x="513702" y="1817179"/>
            <a:chExt cx="69291" cy="489661"/>
          </a:xfrm>
        </p:grpSpPr>
        <p:pic>
          <p:nvPicPr>
            <p:cNvPr id="363" name="Google Shape;363;p20"/>
            <p:cNvPicPr preferRelativeResize="0"/>
            <p:nvPr/>
          </p:nvPicPr>
          <p:blipFill rotWithShape="1">
            <a:blip r:embed="rId3">
              <a:alphaModFix/>
            </a:blip>
            <a:srcRect/>
            <a:stretch/>
          </p:blipFill>
          <p:spPr>
            <a:xfrm>
              <a:off x="513702" y="1817179"/>
              <a:ext cx="69291" cy="69291"/>
            </a:xfrm>
            <a:prstGeom prst="rect">
              <a:avLst/>
            </a:prstGeom>
            <a:noFill/>
            <a:ln>
              <a:noFill/>
            </a:ln>
          </p:spPr>
        </p:pic>
        <p:pic>
          <p:nvPicPr>
            <p:cNvPr id="364" name="Google Shape;364;p20"/>
            <p:cNvPicPr preferRelativeResize="0"/>
            <p:nvPr/>
          </p:nvPicPr>
          <p:blipFill rotWithShape="1">
            <a:blip r:embed="rId4">
              <a:alphaModFix/>
            </a:blip>
            <a:srcRect/>
            <a:stretch/>
          </p:blipFill>
          <p:spPr>
            <a:xfrm>
              <a:off x="513702" y="2027364"/>
              <a:ext cx="69291" cy="69291"/>
            </a:xfrm>
            <a:prstGeom prst="rect">
              <a:avLst/>
            </a:prstGeom>
            <a:noFill/>
            <a:ln>
              <a:noFill/>
            </a:ln>
          </p:spPr>
        </p:pic>
        <p:pic>
          <p:nvPicPr>
            <p:cNvPr id="365" name="Google Shape;365;p20"/>
            <p:cNvPicPr preferRelativeResize="0"/>
            <p:nvPr/>
          </p:nvPicPr>
          <p:blipFill rotWithShape="1">
            <a:blip r:embed="rId5">
              <a:alphaModFix/>
            </a:blip>
            <a:srcRect/>
            <a:stretch/>
          </p:blipFill>
          <p:spPr>
            <a:xfrm>
              <a:off x="513702" y="2237549"/>
              <a:ext cx="69291" cy="69291"/>
            </a:xfrm>
            <a:prstGeom prst="rect">
              <a:avLst/>
            </a:prstGeom>
            <a:noFill/>
            <a:ln>
              <a:noFill/>
            </a:ln>
          </p:spPr>
        </p:pic>
      </p:grpSp>
      <p:sp>
        <p:nvSpPr>
          <p:cNvPr id="366" name="Google Shape;366;p20"/>
          <p:cNvSpPr txBox="1">
            <a:spLocks noGrp="1"/>
          </p:cNvSpPr>
          <p:nvPr>
            <p:ph type="body" idx="1"/>
          </p:nvPr>
        </p:nvSpPr>
        <p:spPr>
          <a:xfrm>
            <a:off x="321894" y="1497985"/>
            <a:ext cx="3812540" cy="1447800"/>
          </a:xfrm>
          <a:prstGeom prst="rect">
            <a:avLst/>
          </a:prstGeom>
          <a:noFill/>
          <a:ln>
            <a:noFill/>
          </a:ln>
        </p:spPr>
        <p:txBody>
          <a:bodyPr spcFirstLastPara="1" wrap="square" lIns="0" tIns="45700" rIns="0" bIns="0" anchor="t" anchorCtr="0">
            <a:spAutoFit/>
          </a:bodyPr>
          <a:lstStyle/>
          <a:p>
            <a:pPr marL="38100" lvl="0" indent="0" algn="l" rtl="0">
              <a:lnSpc>
                <a:spcPct val="100000"/>
              </a:lnSpc>
              <a:spcBef>
                <a:spcPts val="0"/>
              </a:spcBef>
              <a:spcAft>
                <a:spcPts val="0"/>
              </a:spcAft>
              <a:buNone/>
            </a:pPr>
            <a:r>
              <a:rPr lang="en-US">
                <a:solidFill>
                  <a:srgbClr val="000000"/>
                </a:solidFill>
              </a:rPr>
              <a:t>where:</a:t>
            </a:r>
            <a:endParaRPr/>
          </a:p>
          <a:p>
            <a:pPr marL="335280" lvl="0" indent="0" algn="l" rtl="0">
              <a:lnSpc>
                <a:spcPct val="100000"/>
              </a:lnSpc>
              <a:spcBef>
                <a:spcPts val="254"/>
              </a:spcBef>
              <a:spcAft>
                <a:spcPts val="0"/>
              </a:spcAft>
              <a:buNone/>
            </a:pPr>
            <a:r>
              <a:rPr lang="en-US" b="1">
                <a:solidFill>
                  <a:srgbClr val="000000"/>
                </a:solidFill>
                <a:latin typeface="Arial"/>
                <a:ea typeface="Arial"/>
                <a:cs typeface="Arial"/>
                <a:sym typeface="Arial"/>
              </a:rPr>
              <a:t>w </a:t>
            </a:r>
            <a:r>
              <a:rPr lang="en-US" sz="1200">
                <a:solidFill>
                  <a:srgbClr val="000000"/>
                </a:solidFill>
                <a:latin typeface="Tahoma"/>
                <a:ea typeface="Tahoma"/>
                <a:cs typeface="Tahoma"/>
                <a:sym typeface="Tahoma"/>
              </a:rPr>
              <a:t>= [</a:t>
            </a:r>
            <a:r>
              <a:rPr lang="en-US" i="1">
                <a:solidFill>
                  <a:srgbClr val="000000"/>
                </a:solidFill>
                <a:latin typeface="Arial"/>
                <a:ea typeface="Arial"/>
                <a:cs typeface="Arial"/>
                <a:sym typeface="Arial"/>
              </a:rPr>
              <a:t>w</a:t>
            </a:r>
            <a:r>
              <a:rPr lang="en-US" sz="1050" baseline="-25000">
                <a:solidFill>
                  <a:srgbClr val="000000"/>
                </a:solidFill>
              </a:rPr>
              <a:t>0</a:t>
            </a:r>
            <a:r>
              <a:rPr lang="en-US" sz="1200" i="1">
                <a:solidFill>
                  <a:srgbClr val="000000"/>
                </a:solidFill>
                <a:latin typeface="Calibri"/>
                <a:ea typeface="Calibri"/>
                <a:cs typeface="Calibri"/>
                <a:sym typeface="Calibri"/>
              </a:rPr>
              <a:t>, </a:t>
            </a:r>
            <a:r>
              <a:rPr lang="en-US" sz="1050" i="1">
                <a:solidFill>
                  <a:srgbClr val="000000"/>
                </a:solidFill>
                <a:latin typeface="Arial"/>
                <a:ea typeface="Arial"/>
                <a:cs typeface="Arial"/>
                <a:sym typeface="Arial"/>
              </a:rPr>
              <a:t>w</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w</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are the model parameters</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b="1">
                <a:solidFill>
                  <a:srgbClr val="000000"/>
                </a:solidFill>
                <a:latin typeface="Arial"/>
                <a:ea typeface="Arial"/>
                <a:cs typeface="Arial"/>
                <a:sym typeface="Arial"/>
              </a:rPr>
              <a:t>x </a:t>
            </a:r>
            <a:r>
              <a:rPr lang="en-US" sz="1200">
                <a:solidFill>
                  <a:srgbClr val="000000"/>
                </a:solidFill>
                <a:latin typeface="Tahoma"/>
                <a:ea typeface="Tahoma"/>
                <a:cs typeface="Tahoma"/>
                <a:sym typeface="Tahoma"/>
              </a:rPr>
              <a:t>= [</a:t>
            </a:r>
            <a:r>
              <a:rPr lang="en-US">
                <a:solidFill>
                  <a:srgbClr val="000000"/>
                </a:solidFill>
              </a:rPr>
              <a:t>1</a:t>
            </a:r>
            <a:r>
              <a:rPr lang="en-US" sz="1200" i="1">
                <a:solidFill>
                  <a:srgbClr val="000000"/>
                </a:solidFill>
                <a:latin typeface="Calibri"/>
                <a:ea typeface="Calibri"/>
                <a:cs typeface="Calibri"/>
                <a:sym typeface="Calibri"/>
              </a:rPr>
              <a:t>, </a:t>
            </a:r>
            <a:r>
              <a:rPr lang="en-US" i="1">
                <a:solidFill>
                  <a:srgbClr val="000000"/>
                </a:solidFill>
                <a:latin typeface="Arial"/>
                <a:ea typeface="Arial"/>
                <a:cs typeface="Arial"/>
                <a:sym typeface="Arial"/>
              </a:rPr>
              <a:t>x</a:t>
            </a:r>
            <a:r>
              <a:rPr lang="en-US" sz="1050" baseline="-25000">
                <a:solidFill>
                  <a:srgbClr val="000000"/>
                </a:solidFill>
              </a:rPr>
              <a:t>1</a:t>
            </a:r>
            <a:r>
              <a:rPr lang="en-US" sz="1200" i="1">
                <a:solidFill>
                  <a:srgbClr val="000000"/>
                </a:solidFill>
                <a:latin typeface="Calibri"/>
                <a:ea typeface="Calibri"/>
                <a:cs typeface="Calibri"/>
                <a:sym typeface="Calibri"/>
              </a:rPr>
              <a:t>, . . . , </a:t>
            </a:r>
            <a:r>
              <a:rPr lang="en-US" sz="1050" i="1">
                <a:solidFill>
                  <a:srgbClr val="000000"/>
                </a:solidFill>
                <a:latin typeface="Arial"/>
                <a:ea typeface="Arial"/>
                <a:cs typeface="Arial"/>
                <a:sym typeface="Arial"/>
              </a:rPr>
              <a:t>x</a:t>
            </a:r>
            <a:r>
              <a:rPr lang="en-US" sz="1050" i="1" baseline="-25000">
                <a:solidFill>
                  <a:srgbClr val="000000"/>
                </a:solidFill>
                <a:latin typeface="Arial"/>
                <a:ea typeface="Arial"/>
                <a:cs typeface="Arial"/>
                <a:sym typeface="Arial"/>
              </a:rPr>
              <a:t>d </a:t>
            </a:r>
            <a:r>
              <a:rPr lang="en-US" sz="1200">
                <a:solidFill>
                  <a:srgbClr val="000000"/>
                </a:solidFill>
                <a:latin typeface="Tahoma"/>
                <a:ea typeface="Tahoma"/>
                <a:cs typeface="Tahoma"/>
                <a:sym typeface="Tahoma"/>
              </a:rPr>
              <a:t>]</a:t>
            </a:r>
            <a:r>
              <a:rPr lang="en-US" sz="1050" i="1" baseline="30000">
                <a:solidFill>
                  <a:srgbClr val="000000"/>
                </a:solidFill>
                <a:latin typeface="Arial"/>
                <a:ea typeface="Arial"/>
                <a:cs typeface="Arial"/>
                <a:sym typeface="Arial"/>
              </a:rPr>
              <a:t>T </a:t>
            </a:r>
            <a:r>
              <a:rPr lang="en-US" sz="1200">
                <a:solidFill>
                  <a:srgbClr val="000000"/>
                </a:solidFill>
                <a:latin typeface="Lucida Sans"/>
                <a:ea typeface="Lucida Sans"/>
                <a:cs typeface="Lucida Sans"/>
                <a:sym typeface="Lucida Sans"/>
              </a:rPr>
              <a:t>∈ </a:t>
            </a:r>
            <a:r>
              <a:rPr lang="en-US" sz="1200">
                <a:solidFill>
                  <a:srgbClr val="000000"/>
                </a:solidFill>
              </a:rPr>
              <a:t>R</a:t>
            </a:r>
            <a:r>
              <a:rPr lang="en-US" sz="1050" i="1" baseline="30000">
                <a:solidFill>
                  <a:srgbClr val="000000"/>
                </a:solidFill>
                <a:latin typeface="Arial"/>
                <a:ea typeface="Arial"/>
                <a:cs typeface="Arial"/>
                <a:sym typeface="Arial"/>
              </a:rPr>
              <a:t>d </a:t>
            </a:r>
            <a:r>
              <a:rPr lang="en-US" sz="1200" baseline="30000">
                <a:solidFill>
                  <a:srgbClr val="000000"/>
                </a:solidFill>
                <a:latin typeface="Tahoma"/>
                <a:ea typeface="Tahoma"/>
                <a:cs typeface="Tahoma"/>
                <a:sym typeface="Tahoma"/>
              </a:rPr>
              <a:t>+</a:t>
            </a:r>
            <a:r>
              <a:rPr lang="en-US" sz="1050" baseline="30000">
                <a:solidFill>
                  <a:srgbClr val="000000"/>
                </a:solidFill>
              </a:rPr>
              <a:t>1 </a:t>
            </a:r>
            <a:r>
              <a:rPr lang="en-US" sz="1050">
                <a:solidFill>
                  <a:srgbClr val="000000"/>
                </a:solidFill>
              </a:rPr>
              <a:t>is the input</a:t>
            </a:r>
            <a:endParaRPr sz="1050">
              <a:latin typeface="Tahoma"/>
              <a:ea typeface="Tahoma"/>
              <a:cs typeface="Tahoma"/>
              <a:sym typeface="Tahoma"/>
            </a:endParaRPr>
          </a:p>
          <a:p>
            <a:pPr marL="335280" lvl="0" indent="0" algn="l" rtl="0">
              <a:lnSpc>
                <a:spcPct val="100000"/>
              </a:lnSpc>
              <a:spcBef>
                <a:spcPts val="215"/>
              </a:spcBef>
              <a:spcAft>
                <a:spcPts val="0"/>
              </a:spcAft>
              <a:buNone/>
            </a:pP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sz="1200">
                <a:solidFill>
                  <a:srgbClr val="000000"/>
                </a:solidFill>
                <a:latin typeface="Lucida Sans"/>
                <a:ea typeface="Lucida Sans"/>
                <a:cs typeface="Lucida Sans"/>
                <a:sym typeface="Lucida Sans"/>
              </a:rPr>
              <a:t>·</a:t>
            </a:r>
            <a:r>
              <a:rPr lang="en-US" sz="1200">
                <a:solidFill>
                  <a:srgbClr val="000000"/>
                </a:solidFill>
                <a:latin typeface="Tahoma"/>
                <a:ea typeface="Tahoma"/>
                <a:cs typeface="Tahoma"/>
                <a:sym typeface="Tahoma"/>
              </a:rPr>
              <a:t>) </a:t>
            </a:r>
            <a:r>
              <a:rPr lang="en-US">
                <a:solidFill>
                  <a:srgbClr val="000000"/>
                </a:solidFill>
              </a:rPr>
              <a:t>is the </a:t>
            </a:r>
            <a:r>
              <a:rPr lang="en-US"/>
              <a:t>identity activation </a:t>
            </a:r>
            <a:r>
              <a:rPr lang="en-US" i="1">
                <a:solidFill>
                  <a:srgbClr val="000000"/>
                </a:solidFill>
                <a:latin typeface="Arial"/>
                <a:ea typeface="Arial"/>
                <a:cs typeface="Arial"/>
                <a:sym typeface="Arial"/>
              </a:rPr>
              <a:t>f </a:t>
            </a:r>
            <a:r>
              <a:rPr lang="en-US" sz="1200">
                <a:solidFill>
                  <a:srgbClr val="000000"/>
                </a:solidFill>
                <a:latin typeface="Tahoma"/>
                <a:ea typeface="Tahoma"/>
                <a:cs typeface="Tahoma"/>
                <a:sym typeface="Tahoma"/>
              </a:rPr>
              <a:t>(</a:t>
            </a:r>
            <a:r>
              <a:rPr lang="en-US" i="1">
                <a:solidFill>
                  <a:srgbClr val="000000"/>
                </a:solidFill>
                <a:latin typeface="Arial"/>
                <a:ea typeface="Arial"/>
                <a:cs typeface="Arial"/>
                <a:sym typeface="Arial"/>
              </a:rPr>
              <a:t>z</a:t>
            </a:r>
            <a:r>
              <a:rPr lang="en-US" sz="1200">
                <a:solidFill>
                  <a:srgbClr val="000000"/>
                </a:solidFill>
                <a:latin typeface="Tahoma"/>
                <a:ea typeface="Tahoma"/>
                <a:cs typeface="Tahoma"/>
                <a:sym typeface="Tahoma"/>
              </a:rPr>
              <a:t>) = </a:t>
            </a:r>
            <a:r>
              <a:rPr lang="en-US" i="1">
                <a:solidFill>
                  <a:srgbClr val="000000"/>
                </a:solidFill>
                <a:latin typeface="Arial"/>
                <a:ea typeface="Arial"/>
                <a:cs typeface="Arial"/>
                <a:sym typeface="Arial"/>
              </a:rPr>
              <a:t>z</a:t>
            </a:r>
            <a:endParaRPr sz="1200">
              <a:latin typeface="Arial"/>
              <a:ea typeface="Arial"/>
              <a:cs typeface="Arial"/>
              <a:sym typeface="Arial"/>
            </a:endParaRPr>
          </a:p>
          <a:p>
            <a:pPr marL="38100" lvl="0" indent="0" algn="l" rtl="0">
              <a:lnSpc>
                <a:spcPct val="100000"/>
              </a:lnSpc>
              <a:spcBef>
                <a:spcPts val="950"/>
              </a:spcBef>
              <a:spcAft>
                <a:spcPts val="0"/>
              </a:spcAft>
              <a:buNone/>
            </a:pPr>
            <a:r>
              <a:rPr lang="en-US"/>
              <a:t>Vectorized form: </a:t>
            </a:r>
            <a:r>
              <a:rPr lang="en-US">
                <a:solidFill>
                  <a:srgbClr val="000000"/>
                </a:solidFill>
              </a:rPr>
              <a:t>for all predictions</a:t>
            </a:r>
            <a:endParaRPr/>
          </a:p>
          <a:p>
            <a:pPr marL="2320925" lvl="0" indent="0" algn="l" rtl="0">
              <a:lnSpc>
                <a:spcPct val="100000"/>
              </a:lnSpc>
              <a:spcBef>
                <a:spcPts val="1025"/>
              </a:spcBef>
              <a:spcAft>
                <a:spcPts val="0"/>
              </a:spcAft>
              <a:buNone/>
            </a:pPr>
            <a:r>
              <a:rPr lang="en-US" b="1">
                <a:solidFill>
                  <a:srgbClr val="000000"/>
                </a:solidFill>
                <a:latin typeface="Arial"/>
                <a:ea typeface="Arial"/>
                <a:cs typeface="Arial"/>
                <a:sym typeface="Arial"/>
              </a:rPr>
              <a:t>y</a:t>
            </a:r>
            <a:r>
              <a:rPr lang="en-US" sz="1800" baseline="30000">
                <a:solidFill>
                  <a:srgbClr val="000000"/>
                </a:solidFill>
                <a:latin typeface="Tahoma"/>
                <a:ea typeface="Tahoma"/>
                <a:cs typeface="Tahoma"/>
                <a:sym typeface="Tahoma"/>
              </a:rPr>
              <a:t>ˆ </a:t>
            </a:r>
            <a:r>
              <a:rPr lang="en-US" sz="1200">
                <a:solidFill>
                  <a:srgbClr val="000000"/>
                </a:solidFill>
                <a:latin typeface="Tahoma"/>
                <a:ea typeface="Tahoma"/>
                <a:cs typeface="Tahoma"/>
                <a:sym typeface="Tahoma"/>
              </a:rPr>
              <a:t>= </a:t>
            </a:r>
            <a:r>
              <a:rPr lang="en-US" sz="1050" b="1">
                <a:solidFill>
                  <a:srgbClr val="000000"/>
                </a:solidFill>
                <a:latin typeface="Arial"/>
                <a:ea typeface="Arial"/>
                <a:cs typeface="Arial"/>
                <a:sym typeface="Arial"/>
              </a:rPr>
              <a:t>Xw</a:t>
            </a:r>
            <a:endParaRPr sz="1050">
              <a:latin typeface="Arial"/>
              <a:ea typeface="Arial"/>
              <a:cs typeface="Arial"/>
              <a:sym typeface="Arial"/>
            </a:endParaRPr>
          </a:p>
        </p:txBody>
      </p:sp>
      <p:sp>
        <p:nvSpPr>
          <p:cNvPr id="367" name="Google Shape;367;p20"/>
          <p:cNvSpPr txBox="1"/>
          <p:nvPr/>
        </p:nvSpPr>
        <p:spPr>
          <a:xfrm>
            <a:off x="5220322" y="2753161"/>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a:t>
            </a:r>
            <a:endParaRPr sz="1050">
              <a:latin typeface="Arial"/>
              <a:ea typeface="Arial"/>
              <a:cs typeface="Arial"/>
              <a:sym typeface="Arial"/>
            </a:endParaRPr>
          </a:p>
        </p:txBody>
      </p:sp>
      <p:grpSp>
        <p:nvGrpSpPr>
          <p:cNvPr id="368" name="Google Shape;368;p20"/>
          <p:cNvGrpSpPr/>
          <p:nvPr/>
        </p:nvGrpSpPr>
        <p:grpSpPr>
          <a:xfrm>
            <a:off x="0" y="3141936"/>
            <a:ext cx="5760261" cy="92075"/>
            <a:chOff x="0" y="3141936"/>
            <a:chExt cx="5760261" cy="92075"/>
          </a:xfrm>
        </p:grpSpPr>
        <p:sp>
          <p:nvSpPr>
            <p:cNvPr id="369" name="Google Shape;369;p20"/>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0" name="Google Shape;370;p20"/>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1" name="Google Shape;371;p20"/>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72" name="Google Shape;372;p2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73" name="Google Shape;373;p2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374" name="Google Shape;374;p2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14</a:t>
            </a:fld>
            <a:r>
              <a:rPr lang="en-US"/>
              <a:t> / 46</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1"/>
          <p:cNvSpPr txBox="1"/>
          <p:nvPr/>
        </p:nvSpPr>
        <p:spPr>
          <a:xfrm>
            <a:off x="95300" y="109545"/>
            <a:ext cx="3350895" cy="800735"/>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I</a:t>
            </a:r>
            <a:r>
              <a:rPr lang="en-US" sz="1700" cap="small">
                <a:solidFill>
                  <a:srgbClr val="FFFFFF"/>
                </a:solidFill>
                <a:latin typeface="Calibri"/>
                <a:ea typeface="Calibri"/>
                <a:cs typeface="Calibri"/>
                <a:sym typeface="Calibri"/>
              </a:rPr>
              <a:t>dentity</a:t>
            </a:r>
            <a:r>
              <a:rPr lang="en-US" sz="1700">
                <a:solidFill>
                  <a:srgbClr val="FFFFFF"/>
                </a:solidFill>
                <a:latin typeface="Calibri"/>
                <a:ea typeface="Calibri"/>
                <a:cs typeface="Calibri"/>
                <a:sym typeface="Calibri"/>
              </a:rPr>
              <a:t> A</a:t>
            </a:r>
            <a:r>
              <a:rPr lang="en-US" sz="1700" cap="small">
                <a:solidFill>
                  <a:srgbClr val="FFFFFF"/>
                </a:solidFill>
                <a:latin typeface="Calibri"/>
                <a:ea typeface="Calibri"/>
                <a:cs typeface="Calibri"/>
                <a:sym typeface="Calibri"/>
              </a:rPr>
              <a:t>ctivation</a:t>
            </a:r>
            <a:r>
              <a:rPr lang="en-US" sz="1700">
                <a:solidFill>
                  <a:srgbClr val="FFFFFF"/>
                </a:solidFill>
                <a:latin typeface="Calibri"/>
                <a:ea typeface="Calibri"/>
                <a:cs typeface="Calibri"/>
                <a:sym typeface="Calibri"/>
              </a:rPr>
              <a:t> F</a:t>
            </a:r>
            <a:r>
              <a:rPr lang="en-US" sz="1700" cap="small">
                <a:solidFill>
                  <a:srgbClr val="FFFFFF"/>
                </a:solidFill>
                <a:latin typeface="Calibri"/>
                <a:ea typeface="Calibri"/>
                <a:cs typeface="Calibri"/>
                <a:sym typeface="Calibri"/>
              </a:rPr>
              <a:t>unction</a:t>
            </a:r>
            <a:endParaRPr sz="1700">
              <a:latin typeface="Calibri"/>
              <a:ea typeface="Calibri"/>
              <a:cs typeface="Calibri"/>
              <a:sym typeface="Calibri"/>
            </a:endParaRPr>
          </a:p>
          <a:p>
            <a:pPr marL="264160" lvl="0" indent="0" algn="l" rtl="0">
              <a:lnSpc>
                <a:spcPct val="100000"/>
              </a:lnSpc>
              <a:spcBef>
                <a:spcPts val="805"/>
              </a:spcBef>
              <a:spcAft>
                <a:spcPts val="0"/>
              </a:spcAft>
              <a:buNone/>
            </a:pPr>
            <a:r>
              <a:rPr lang="en-US" sz="1050">
                <a:solidFill>
                  <a:srgbClr val="1B1472"/>
                </a:solidFill>
                <a:latin typeface="Arial"/>
                <a:ea typeface="Arial"/>
                <a:cs typeface="Arial"/>
                <a:sym typeface="Arial"/>
              </a:rPr>
              <a:t>Identity Activation Function</a:t>
            </a:r>
            <a:endParaRPr sz="1050">
              <a:latin typeface="Arial"/>
              <a:ea typeface="Arial"/>
              <a:cs typeface="Arial"/>
              <a:sym typeface="Arial"/>
            </a:endParaRPr>
          </a:p>
          <a:p>
            <a:pPr marL="0" marR="303530" lvl="0" indent="0" algn="r" rtl="0">
              <a:lnSpc>
                <a:spcPct val="100000"/>
              </a:lnSpc>
              <a:spcBef>
                <a:spcPts val="535"/>
              </a:spcBef>
              <a:spcAft>
                <a:spcPts val="0"/>
              </a:spcAft>
              <a:buNone/>
            </a:pPr>
            <a:r>
              <a:rPr lang="en-US" sz="1050" i="1">
                <a:latin typeface="Arial"/>
                <a:ea typeface="Arial"/>
                <a:cs typeface="Arial"/>
                <a:sym typeface="Arial"/>
              </a:rPr>
              <a:t>f </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i="1">
                <a:latin typeface="Arial"/>
                <a:ea typeface="Arial"/>
                <a:cs typeface="Arial"/>
                <a:sym typeface="Arial"/>
              </a:rPr>
              <a:t>z</a:t>
            </a:r>
            <a:endParaRPr sz="1050">
              <a:latin typeface="Arial"/>
              <a:ea typeface="Arial"/>
              <a:cs typeface="Arial"/>
              <a:sym typeface="Arial"/>
            </a:endParaRPr>
          </a:p>
        </p:txBody>
      </p:sp>
      <p:sp>
        <p:nvSpPr>
          <p:cNvPr id="380" name="Google Shape;380;p21"/>
          <p:cNvSpPr txBox="1"/>
          <p:nvPr/>
        </p:nvSpPr>
        <p:spPr>
          <a:xfrm>
            <a:off x="5220322" y="717250"/>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(4)</a:t>
            </a:r>
            <a:endParaRPr sz="1050">
              <a:latin typeface="Arial"/>
              <a:ea typeface="Arial"/>
              <a:cs typeface="Arial"/>
              <a:sym typeface="Arial"/>
            </a:endParaRPr>
          </a:p>
        </p:txBody>
      </p:sp>
      <p:grpSp>
        <p:nvGrpSpPr>
          <p:cNvPr id="381" name="Google Shape;381;p21"/>
          <p:cNvGrpSpPr/>
          <p:nvPr/>
        </p:nvGrpSpPr>
        <p:grpSpPr>
          <a:xfrm>
            <a:off x="0" y="1120133"/>
            <a:ext cx="5760261" cy="2113878"/>
            <a:chOff x="0" y="1120133"/>
            <a:chExt cx="5760261" cy="2113878"/>
          </a:xfrm>
        </p:grpSpPr>
        <p:pic>
          <p:nvPicPr>
            <p:cNvPr id="382" name="Google Shape;382;p21"/>
            <p:cNvPicPr preferRelativeResize="0"/>
            <p:nvPr/>
          </p:nvPicPr>
          <p:blipFill rotWithShape="1">
            <a:blip r:embed="rId3">
              <a:alphaModFix/>
            </a:blip>
            <a:srcRect/>
            <a:stretch/>
          </p:blipFill>
          <p:spPr>
            <a:xfrm>
              <a:off x="612012" y="1120133"/>
              <a:ext cx="4535958" cy="1955019"/>
            </a:xfrm>
            <a:prstGeom prst="rect">
              <a:avLst/>
            </a:prstGeom>
            <a:noFill/>
            <a:ln>
              <a:noFill/>
            </a:ln>
          </p:spPr>
        </p:pic>
        <p:sp>
          <p:nvSpPr>
            <p:cNvPr id="383" name="Google Shape;383;p2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4" name="Google Shape;384;p2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5" name="Google Shape;385;p2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86" name="Google Shape;386;p2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387" name="Google Shape;387;p2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388" name="Google Shape;388;p2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15</a:t>
            </a:fld>
            <a:r>
              <a:rPr lang="en-US"/>
              <a:t> / 46</a:t>
            </a:r>
            <a:endParaRPr/>
          </a:p>
        </p:txBody>
      </p:sp>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570600" y="893520"/>
              <a:ext cx="4364280" cy="1375920"/>
            </p14:xfrm>
          </p:contentPart>
        </mc:Choice>
        <mc:Fallback xmlns="">
          <p:pic>
            <p:nvPicPr>
              <p:cNvPr id="2" name="Ink 1"/>
              <p:cNvPicPr/>
              <p:nvPr/>
            </p:nvPicPr>
            <p:blipFill>
              <a:blip r:embed="rId6"/>
              <a:stretch>
                <a:fillRect/>
              </a:stretch>
            </p:blipFill>
            <p:spPr>
              <a:xfrm>
                <a:off x="561600" y="879120"/>
                <a:ext cx="4387320" cy="1402560"/>
              </a:xfrm>
              <a:prstGeom prst="rect">
                <a:avLst/>
              </a:prstGeom>
            </p:spPr>
          </p:pic>
        </mc:Fallback>
      </mc:AlternateContent>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2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I</a:t>
            </a:r>
            <a:r>
              <a:rPr lang="en-US" cap="small">
                <a:solidFill>
                  <a:srgbClr val="FFFFFF"/>
                </a:solidFill>
              </a:rPr>
              <a:t>dentity</a:t>
            </a:r>
            <a:r>
              <a:rPr lang="en-US">
                <a:solidFill>
                  <a:srgbClr val="FFFFFF"/>
                </a:solidFill>
              </a:rPr>
              <a:t> A</a:t>
            </a:r>
            <a:r>
              <a:rPr lang="en-US" cap="small">
                <a:solidFill>
                  <a:srgbClr val="FFFFFF"/>
                </a:solidFill>
              </a:rPr>
              <a:t>ctivation</a:t>
            </a:r>
            <a:r>
              <a:rPr lang="en-US">
                <a:solidFill>
                  <a:srgbClr val="FFFFFF"/>
                </a:solidFill>
              </a:rPr>
              <a:t> F</a:t>
            </a:r>
            <a:r>
              <a:rPr lang="en-US" cap="small">
                <a:solidFill>
                  <a:srgbClr val="FFFFFF"/>
                </a:solidFill>
              </a:rPr>
              <a:t>unction</a:t>
            </a:r>
            <a:endParaRPr/>
          </a:p>
        </p:txBody>
      </p:sp>
      <p:grpSp>
        <p:nvGrpSpPr>
          <p:cNvPr id="394" name="Google Shape;394;p22"/>
          <p:cNvGrpSpPr/>
          <p:nvPr/>
        </p:nvGrpSpPr>
        <p:grpSpPr>
          <a:xfrm>
            <a:off x="513702" y="856932"/>
            <a:ext cx="69291" cy="2134057"/>
            <a:chOff x="513702" y="856932"/>
            <a:chExt cx="69291" cy="2134057"/>
          </a:xfrm>
        </p:grpSpPr>
        <p:pic>
          <p:nvPicPr>
            <p:cNvPr id="395" name="Google Shape;395;p22"/>
            <p:cNvPicPr preferRelativeResize="0"/>
            <p:nvPr/>
          </p:nvPicPr>
          <p:blipFill rotWithShape="1">
            <a:blip r:embed="rId3">
              <a:alphaModFix/>
            </a:blip>
            <a:srcRect/>
            <a:stretch/>
          </p:blipFill>
          <p:spPr>
            <a:xfrm>
              <a:off x="513702" y="856932"/>
              <a:ext cx="69291" cy="69291"/>
            </a:xfrm>
            <a:prstGeom prst="rect">
              <a:avLst/>
            </a:prstGeom>
            <a:noFill/>
            <a:ln>
              <a:noFill/>
            </a:ln>
          </p:spPr>
        </p:pic>
        <p:pic>
          <p:nvPicPr>
            <p:cNvPr id="396" name="Google Shape;396;p22"/>
            <p:cNvPicPr preferRelativeResize="0"/>
            <p:nvPr/>
          </p:nvPicPr>
          <p:blipFill rotWithShape="1">
            <a:blip r:embed="rId4">
              <a:alphaModFix/>
            </a:blip>
            <a:srcRect/>
            <a:stretch/>
          </p:blipFill>
          <p:spPr>
            <a:xfrm>
              <a:off x="513702" y="1078344"/>
              <a:ext cx="69291" cy="69291"/>
            </a:xfrm>
            <a:prstGeom prst="rect">
              <a:avLst/>
            </a:prstGeom>
            <a:noFill/>
            <a:ln>
              <a:noFill/>
            </a:ln>
          </p:spPr>
        </p:pic>
        <p:pic>
          <p:nvPicPr>
            <p:cNvPr id="397" name="Google Shape;397;p22"/>
            <p:cNvPicPr preferRelativeResize="0"/>
            <p:nvPr/>
          </p:nvPicPr>
          <p:blipFill rotWithShape="1">
            <a:blip r:embed="rId5">
              <a:alphaModFix/>
            </a:blip>
            <a:srcRect/>
            <a:stretch/>
          </p:blipFill>
          <p:spPr>
            <a:xfrm>
              <a:off x="513702" y="1299768"/>
              <a:ext cx="69291" cy="69291"/>
            </a:xfrm>
            <a:prstGeom prst="rect">
              <a:avLst/>
            </a:prstGeom>
            <a:noFill/>
            <a:ln>
              <a:noFill/>
            </a:ln>
          </p:spPr>
        </p:pic>
        <p:pic>
          <p:nvPicPr>
            <p:cNvPr id="398" name="Google Shape;398;p22"/>
            <p:cNvPicPr preferRelativeResize="0"/>
            <p:nvPr/>
          </p:nvPicPr>
          <p:blipFill rotWithShape="1">
            <a:blip r:embed="rId6">
              <a:alphaModFix/>
            </a:blip>
            <a:srcRect/>
            <a:stretch/>
          </p:blipFill>
          <p:spPr>
            <a:xfrm>
              <a:off x="513702" y="1521180"/>
              <a:ext cx="69291" cy="69291"/>
            </a:xfrm>
            <a:prstGeom prst="rect">
              <a:avLst/>
            </a:prstGeom>
            <a:noFill/>
            <a:ln>
              <a:noFill/>
            </a:ln>
          </p:spPr>
        </p:pic>
        <p:pic>
          <p:nvPicPr>
            <p:cNvPr id="399" name="Google Shape;399;p22"/>
            <p:cNvPicPr preferRelativeResize="0"/>
            <p:nvPr/>
          </p:nvPicPr>
          <p:blipFill rotWithShape="1">
            <a:blip r:embed="rId7">
              <a:alphaModFix/>
            </a:blip>
            <a:srcRect/>
            <a:stretch/>
          </p:blipFill>
          <p:spPr>
            <a:xfrm>
              <a:off x="513702" y="1742604"/>
              <a:ext cx="69291" cy="69291"/>
            </a:xfrm>
            <a:prstGeom prst="rect">
              <a:avLst/>
            </a:prstGeom>
            <a:noFill/>
            <a:ln>
              <a:noFill/>
            </a:ln>
          </p:spPr>
        </p:pic>
        <p:pic>
          <p:nvPicPr>
            <p:cNvPr id="400" name="Google Shape;400;p22"/>
            <p:cNvPicPr preferRelativeResize="0"/>
            <p:nvPr/>
          </p:nvPicPr>
          <p:blipFill rotWithShape="1">
            <a:blip r:embed="rId8">
              <a:alphaModFix/>
            </a:blip>
            <a:srcRect/>
            <a:stretch/>
          </p:blipFill>
          <p:spPr>
            <a:xfrm>
              <a:off x="513702" y="2257437"/>
              <a:ext cx="69291" cy="69291"/>
            </a:xfrm>
            <a:prstGeom prst="rect">
              <a:avLst/>
            </a:prstGeom>
            <a:noFill/>
            <a:ln>
              <a:noFill/>
            </a:ln>
          </p:spPr>
        </p:pic>
        <p:pic>
          <p:nvPicPr>
            <p:cNvPr id="401" name="Google Shape;401;p22"/>
            <p:cNvPicPr preferRelativeResize="0"/>
            <p:nvPr/>
          </p:nvPicPr>
          <p:blipFill rotWithShape="1">
            <a:blip r:embed="rId9">
              <a:alphaModFix/>
            </a:blip>
            <a:srcRect/>
            <a:stretch/>
          </p:blipFill>
          <p:spPr>
            <a:xfrm>
              <a:off x="513702" y="2478862"/>
              <a:ext cx="69291" cy="69291"/>
            </a:xfrm>
            <a:prstGeom prst="rect">
              <a:avLst/>
            </a:prstGeom>
            <a:noFill/>
            <a:ln>
              <a:noFill/>
            </a:ln>
          </p:spPr>
        </p:pic>
        <p:pic>
          <p:nvPicPr>
            <p:cNvPr id="402" name="Google Shape;402;p22"/>
            <p:cNvPicPr preferRelativeResize="0"/>
            <p:nvPr/>
          </p:nvPicPr>
          <p:blipFill rotWithShape="1">
            <a:blip r:embed="rId10">
              <a:alphaModFix/>
            </a:blip>
            <a:srcRect/>
            <a:stretch/>
          </p:blipFill>
          <p:spPr>
            <a:xfrm>
              <a:off x="513702" y="2700286"/>
              <a:ext cx="69291" cy="69291"/>
            </a:xfrm>
            <a:prstGeom prst="rect">
              <a:avLst/>
            </a:prstGeom>
            <a:noFill/>
            <a:ln>
              <a:noFill/>
            </a:ln>
          </p:spPr>
        </p:pic>
        <p:pic>
          <p:nvPicPr>
            <p:cNvPr id="403" name="Google Shape;403;p22"/>
            <p:cNvPicPr preferRelativeResize="0"/>
            <p:nvPr/>
          </p:nvPicPr>
          <p:blipFill rotWithShape="1">
            <a:blip r:embed="rId11">
              <a:alphaModFix/>
            </a:blip>
            <a:srcRect/>
            <a:stretch/>
          </p:blipFill>
          <p:spPr>
            <a:xfrm>
              <a:off x="513702" y="2921698"/>
              <a:ext cx="69291" cy="69291"/>
            </a:xfrm>
            <a:prstGeom prst="rect">
              <a:avLst/>
            </a:prstGeom>
            <a:noFill/>
            <a:ln>
              <a:noFill/>
            </a:ln>
          </p:spPr>
        </p:pic>
      </p:grpSp>
      <p:sp>
        <p:nvSpPr>
          <p:cNvPr id="404" name="Google Shape;404;p22"/>
          <p:cNvSpPr txBox="1"/>
          <p:nvPr/>
        </p:nvSpPr>
        <p:spPr>
          <a:xfrm>
            <a:off x="296494" y="519942"/>
            <a:ext cx="3820200" cy="2674800"/>
          </a:xfrm>
          <a:prstGeom prst="rect">
            <a:avLst/>
          </a:prstGeom>
          <a:noFill/>
          <a:ln>
            <a:noFill/>
          </a:ln>
        </p:spPr>
        <p:txBody>
          <a:bodyPr spcFirstLastPara="1" wrap="square" lIns="0" tIns="11425" rIns="0" bIns="0" anchor="t" anchorCtr="0">
            <a:spAutoFit/>
          </a:bodyPr>
          <a:lstStyle/>
          <a:p>
            <a:pPr marL="360680" marR="1588135" lvl="0" indent="-297815" algn="l" rtl="0">
              <a:lnSpc>
                <a:spcPct val="126499"/>
              </a:lnSpc>
              <a:spcBef>
                <a:spcPts val="0"/>
              </a:spcBef>
              <a:spcAft>
                <a:spcPts val="0"/>
              </a:spcAft>
              <a:buNone/>
            </a:pPr>
            <a:r>
              <a:rPr lang="en-US" sz="1050">
                <a:solidFill>
                  <a:srgbClr val="1B1472"/>
                </a:solidFill>
                <a:latin typeface="Arial"/>
                <a:ea typeface="Arial"/>
                <a:cs typeface="Arial"/>
                <a:sym typeface="Arial"/>
              </a:rPr>
              <a:t>Properties of Identity Function </a:t>
            </a:r>
            <a:r>
              <a:rPr lang="en-US" sz="1050">
                <a:latin typeface="Arial"/>
                <a:ea typeface="Arial"/>
                <a:cs typeface="Arial"/>
                <a:sym typeface="Arial"/>
              </a:rPr>
              <a:t>Output: Continuous, </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200" i="1">
                <a:latin typeface="Calibri"/>
                <a:ea typeface="Calibri"/>
                <a:cs typeface="Calibri"/>
                <a:sym typeface="Calibri"/>
              </a:rPr>
              <a:t>, </a:t>
            </a:r>
            <a:r>
              <a:rPr lang="en-US" sz="12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60680" marR="1264920" lvl="0" indent="0" algn="l" rtl="0">
              <a:lnSpc>
                <a:spcPct val="144916"/>
              </a:lnSpc>
              <a:spcBef>
                <a:spcPts val="110"/>
              </a:spcBef>
              <a:spcAft>
                <a:spcPts val="0"/>
              </a:spcAft>
              <a:buNone/>
            </a:pPr>
            <a:r>
              <a:rPr lang="en-US" sz="1050">
                <a:latin typeface="Arial"/>
                <a:ea typeface="Arial"/>
                <a:cs typeface="Arial"/>
                <a:sym typeface="Arial"/>
              </a:rPr>
              <a:t>Differentiable everywhere: </a:t>
            </a:r>
            <a:r>
              <a:rPr lang="en-US" sz="1050" i="1">
                <a:latin typeface="Arial"/>
                <a:ea typeface="Arial"/>
                <a:cs typeface="Arial"/>
                <a:sym typeface="Arial"/>
              </a:rPr>
              <a:t>f </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 </a:t>
            </a:r>
            <a:r>
              <a:rPr lang="en-US" sz="1050">
                <a:latin typeface="Arial"/>
                <a:ea typeface="Arial"/>
                <a:cs typeface="Arial"/>
                <a:sym typeface="Arial"/>
              </a:rPr>
              <a:t>1 Allows output to take any real value</a:t>
            </a:r>
            <a:endParaRPr sz="1050">
              <a:latin typeface="Arial"/>
              <a:ea typeface="Arial"/>
              <a:cs typeface="Arial"/>
              <a:sym typeface="Arial"/>
            </a:endParaRPr>
          </a:p>
          <a:p>
            <a:pPr marL="360680" marR="674370" lvl="0" indent="0" algn="l" rtl="0">
              <a:lnSpc>
                <a:spcPct val="165619"/>
              </a:lnSpc>
              <a:spcBef>
                <a:spcPts val="10"/>
              </a:spcBef>
              <a:spcAft>
                <a:spcPts val="0"/>
              </a:spcAft>
              <a:buNone/>
            </a:pPr>
            <a:r>
              <a:rPr lang="en-US" sz="1050">
                <a:latin typeface="Arial"/>
                <a:ea typeface="Arial"/>
                <a:cs typeface="Arial"/>
                <a:sym typeface="Arial"/>
              </a:rPr>
              <a:t>Gradient flows unchanged through the neuron Perfect for predicting continuous targets</a:t>
            </a:r>
            <a:endParaRPr sz="1050">
              <a:latin typeface="Arial"/>
              <a:ea typeface="Arial"/>
              <a:cs typeface="Arial"/>
              <a:sym typeface="Arial"/>
            </a:endParaRPr>
          </a:p>
          <a:p>
            <a:pPr marL="63500" lvl="0" indent="0" algn="l" rtl="0">
              <a:lnSpc>
                <a:spcPct val="100000"/>
              </a:lnSpc>
              <a:spcBef>
                <a:spcPts val="915"/>
              </a:spcBef>
              <a:spcAft>
                <a:spcPts val="0"/>
              </a:spcAft>
              <a:buNone/>
            </a:pPr>
            <a:r>
              <a:rPr lang="en-US" sz="1050">
                <a:solidFill>
                  <a:srgbClr val="1B1472"/>
                </a:solidFill>
                <a:latin typeface="Arial"/>
                <a:ea typeface="Arial"/>
                <a:cs typeface="Arial"/>
                <a:sym typeface="Arial"/>
              </a:rPr>
              <a:t>Why identity for regression?</a:t>
            </a:r>
            <a:endParaRPr sz="1050">
              <a:latin typeface="Arial"/>
              <a:ea typeface="Arial"/>
              <a:cs typeface="Arial"/>
              <a:sym typeface="Arial"/>
            </a:endParaRPr>
          </a:p>
          <a:p>
            <a:pPr marL="360680" marR="43180" lvl="0" indent="0" algn="l" rtl="0">
              <a:lnSpc>
                <a:spcPct val="129000"/>
              </a:lnSpc>
              <a:spcBef>
                <a:spcPts val="114"/>
              </a:spcBef>
              <a:spcAft>
                <a:spcPts val="0"/>
              </a:spcAft>
              <a:buNone/>
            </a:pPr>
            <a:r>
              <a:rPr lang="en-US" sz="1050">
                <a:latin typeface="Arial"/>
                <a:ea typeface="Arial"/>
                <a:cs typeface="Arial"/>
                <a:sym typeface="Arial"/>
              </a:rPr>
              <a:t>Target values are continuous (prices, temperatures, etc.) Need to predict any real number, not just binary </a:t>
            </a:r>
            <a:r>
              <a:rPr lang="en-US" sz="1200">
                <a:latin typeface="Lucida Sans"/>
                <a:ea typeface="Lucida Sans"/>
                <a:cs typeface="Lucida Sans"/>
                <a:sym typeface="Lucida Sans"/>
              </a:rPr>
              <a:t>{ </a:t>
            </a:r>
            <a:r>
              <a:rPr lang="en-US" sz="1050">
                <a:latin typeface="Arial"/>
                <a:ea typeface="Arial"/>
                <a:cs typeface="Arial"/>
                <a:sym typeface="Arial"/>
              </a:rPr>
              <a:t>0,1 </a:t>
            </a:r>
            <a:r>
              <a:rPr lang="en-US" sz="1200">
                <a:latin typeface="Lucida Sans"/>
                <a:ea typeface="Lucida Sans"/>
                <a:cs typeface="Lucida Sans"/>
                <a:sym typeface="Lucida Sans"/>
              </a:rPr>
              <a:t>} </a:t>
            </a:r>
            <a:r>
              <a:rPr lang="en-US" sz="1050">
                <a:latin typeface="Arial"/>
                <a:ea typeface="Arial"/>
                <a:cs typeface="Arial"/>
                <a:sym typeface="Arial"/>
              </a:rPr>
              <a:t>Differentiability enables gradient-based optimization</a:t>
            </a:r>
            <a:endParaRPr sz="1050">
              <a:latin typeface="Arial"/>
              <a:ea typeface="Arial"/>
              <a:cs typeface="Arial"/>
              <a:sym typeface="Arial"/>
            </a:endParaRPr>
          </a:p>
          <a:p>
            <a:pPr marL="360680" lvl="0" indent="0" algn="l" rtl="0">
              <a:lnSpc>
                <a:spcPct val="100000"/>
              </a:lnSpc>
              <a:spcBef>
                <a:spcPts val="484"/>
              </a:spcBef>
              <a:spcAft>
                <a:spcPts val="0"/>
              </a:spcAft>
              <a:buNone/>
            </a:pPr>
            <a:r>
              <a:rPr lang="en-US" sz="1050">
                <a:latin typeface="Arial"/>
                <a:ea typeface="Arial"/>
                <a:cs typeface="Arial"/>
                <a:sym typeface="Arial"/>
              </a:rPr>
              <a:t>No information loss from input to output</a:t>
            </a:r>
            <a:endParaRPr sz="1050">
              <a:latin typeface="Arial"/>
              <a:ea typeface="Arial"/>
              <a:cs typeface="Arial"/>
              <a:sym typeface="Arial"/>
            </a:endParaRPr>
          </a:p>
        </p:txBody>
      </p:sp>
      <p:grpSp>
        <p:nvGrpSpPr>
          <p:cNvPr id="405" name="Google Shape;405;p22"/>
          <p:cNvGrpSpPr/>
          <p:nvPr/>
        </p:nvGrpSpPr>
        <p:grpSpPr>
          <a:xfrm>
            <a:off x="0" y="3141936"/>
            <a:ext cx="5760261" cy="92075"/>
            <a:chOff x="0" y="3141936"/>
            <a:chExt cx="5760261" cy="92075"/>
          </a:xfrm>
        </p:grpSpPr>
        <p:sp>
          <p:nvSpPr>
            <p:cNvPr id="406" name="Google Shape;406;p2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7" name="Google Shape;407;p2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8" name="Google Shape;408;p2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09" name="Google Shape;409;p2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10" name="Google Shape;410;p2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2"/>
              </a:rPr>
              <a:t>D</a:t>
            </a:r>
            <a:r>
              <a:rPr lang="en-US" sz="600" u="sng" cap="small">
                <a:solidFill>
                  <a:schemeClr val="hlink"/>
                </a:solidFill>
                <a:latin typeface="Calibri"/>
                <a:ea typeface="Calibri"/>
                <a:cs typeface="Calibri"/>
                <a:sym typeface="Calibri"/>
                <a:hlinkClick r:id="rId12"/>
              </a:rPr>
              <a:t>eep</a:t>
            </a:r>
            <a:r>
              <a:rPr lang="en-US" sz="600" u="sng">
                <a:solidFill>
                  <a:schemeClr val="hlink"/>
                </a:solidFill>
                <a:latin typeface="Calibri"/>
                <a:ea typeface="Calibri"/>
                <a:cs typeface="Calibri"/>
                <a:sym typeface="Calibri"/>
                <a:hlinkClick r:id="rId12"/>
              </a:rPr>
              <a:t> L</a:t>
            </a:r>
            <a:r>
              <a:rPr lang="en-US" sz="600" u="sng" cap="small">
                <a:solidFill>
                  <a:schemeClr val="hlink"/>
                </a:solidFill>
                <a:latin typeface="Calibri"/>
                <a:ea typeface="Calibri"/>
                <a:cs typeface="Calibri"/>
                <a:sym typeface="Calibri"/>
                <a:hlinkClick r:id="rId12"/>
              </a:rPr>
              <a:t>earning</a:t>
            </a:r>
            <a:endParaRPr sz="600">
              <a:latin typeface="Calibri"/>
              <a:ea typeface="Calibri"/>
              <a:cs typeface="Calibri"/>
              <a:sym typeface="Calibri"/>
            </a:endParaRPr>
          </a:p>
        </p:txBody>
      </p:sp>
      <p:sp>
        <p:nvSpPr>
          <p:cNvPr id="411" name="Google Shape;411;p2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7465" lvl="0" indent="0" algn="l" rtl="0">
              <a:lnSpc>
                <a:spcPct val="111666"/>
              </a:lnSpc>
              <a:spcBef>
                <a:spcPts val="0"/>
              </a:spcBef>
              <a:spcAft>
                <a:spcPts val="0"/>
              </a:spcAft>
              <a:buNone/>
            </a:pPr>
            <a:fld id="{00000000-1234-1234-1234-123412341234}" type="slidenum">
              <a:rPr lang="en-US"/>
              <a:t>16</a:t>
            </a:fld>
            <a:r>
              <a:rPr lang="en-US"/>
              <a:t> / 46</a:t>
            </a:r>
            <a:endParaRPr/>
          </a:p>
        </p:txBody>
      </p:sp>
      <mc:AlternateContent xmlns:mc="http://schemas.openxmlformats.org/markup-compatibility/2006" xmlns:p14="http://schemas.microsoft.com/office/powerpoint/2010/main">
        <mc:Choice Requires="p14">
          <p:contentPart p14:bwMode="auto" r:id="rId13">
            <p14:nvContentPartPr>
              <p14:cNvPr id="2" name="Ink 1"/>
              <p14:cNvContentPartPr/>
              <p14:nvPr/>
            </p14:nvContentPartPr>
            <p14:xfrm>
              <a:off x="1280880" y="434520"/>
              <a:ext cx="2820240" cy="856800"/>
            </p14:xfrm>
          </p:contentPart>
        </mc:Choice>
        <mc:Fallback xmlns="">
          <p:pic>
            <p:nvPicPr>
              <p:cNvPr id="2" name="Ink 1"/>
              <p:cNvPicPr/>
              <p:nvPr/>
            </p:nvPicPr>
            <p:blipFill>
              <a:blip r:embed="rId14"/>
              <a:stretch>
                <a:fillRect/>
              </a:stretch>
            </p:blipFill>
            <p:spPr>
              <a:xfrm>
                <a:off x="1269720" y="422280"/>
                <a:ext cx="2843280" cy="877680"/>
              </a:xfrm>
              <a:prstGeom prst="rect">
                <a:avLst/>
              </a:prstGeom>
            </p:spPr>
          </p:pic>
        </mc:Fallback>
      </mc:AlternateContent>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3"/>
          <p:cNvSpPr txBox="1">
            <a:spLocks noGrp="1"/>
          </p:cNvSpPr>
          <p:nvPr>
            <p:ph type="title"/>
          </p:nvPr>
        </p:nvSpPr>
        <p:spPr>
          <a:xfrm>
            <a:off x="95300" y="109545"/>
            <a:ext cx="469138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O</a:t>
            </a:r>
            <a:r>
              <a:rPr lang="en-US" cap="small" dirty="0">
                <a:solidFill>
                  <a:srgbClr val="FFFFFF"/>
                </a:solidFill>
              </a:rPr>
              <a:t>bjective</a:t>
            </a:r>
            <a:r>
              <a:rPr lang="en-US" dirty="0">
                <a:solidFill>
                  <a:srgbClr val="FFFFFF"/>
                </a:solidFill>
              </a:rPr>
              <a:t> F</a:t>
            </a:r>
            <a:r>
              <a:rPr lang="en-US" cap="small" dirty="0">
                <a:solidFill>
                  <a:srgbClr val="FFFFFF"/>
                </a:solidFill>
              </a:rPr>
              <a:t>unction</a:t>
            </a:r>
            <a:r>
              <a:rPr lang="en-US" dirty="0">
                <a:solidFill>
                  <a:srgbClr val="FFFFFF"/>
                </a:solidFill>
              </a:rPr>
              <a:t>: S</a:t>
            </a:r>
            <a:r>
              <a:rPr lang="en-US" cap="small" dirty="0">
                <a:solidFill>
                  <a:srgbClr val="FFFFFF"/>
                </a:solidFill>
              </a:rPr>
              <a:t>quared</a:t>
            </a:r>
            <a:r>
              <a:rPr lang="en-US" dirty="0">
                <a:solidFill>
                  <a:srgbClr val="FFFFFF"/>
                </a:solidFill>
              </a:rPr>
              <a:t> E</a:t>
            </a:r>
            <a:r>
              <a:rPr lang="en-US" cap="small" dirty="0">
                <a:solidFill>
                  <a:srgbClr val="FFFFFF"/>
                </a:solidFill>
              </a:rPr>
              <a:t>rror</a:t>
            </a:r>
            <a:r>
              <a:rPr lang="en-US" dirty="0">
                <a:solidFill>
                  <a:srgbClr val="FFFFFF"/>
                </a:solidFill>
              </a:rPr>
              <a:t> L</a:t>
            </a:r>
            <a:r>
              <a:rPr lang="en-US" cap="small" dirty="0">
                <a:solidFill>
                  <a:srgbClr val="FFFFFF"/>
                </a:solidFill>
              </a:rPr>
              <a:t>oss</a:t>
            </a:r>
            <a:endParaRPr dirty="0"/>
          </a:p>
        </p:txBody>
      </p:sp>
      <p:grpSp>
        <p:nvGrpSpPr>
          <p:cNvPr id="417" name="Google Shape;417;p23"/>
          <p:cNvGrpSpPr/>
          <p:nvPr/>
        </p:nvGrpSpPr>
        <p:grpSpPr>
          <a:xfrm>
            <a:off x="0" y="3141936"/>
            <a:ext cx="5760261" cy="92075"/>
            <a:chOff x="0" y="3141936"/>
            <a:chExt cx="5760261" cy="92075"/>
          </a:xfrm>
        </p:grpSpPr>
        <p:sp>
          <p:nvSpPr>
            <p:cNvPr id="418" name="Google Shape;418;p23"/>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19" name="Google Shape;419;p23"/>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0" name="Google Shape;420;p23"/>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21" name="Google Shape;421;p2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22" name="Google Shape;422;p2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23" name="Google Shape;423;p2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46</a:t>
            </a:r>
            <a:endParaRPr/>
          </a:p>
        </p:txBody>
      </p:sp>
      <p:pic>
        <p:nvPicPr>
          <p:cNvPr id="424" name="Google Shape;424;p23"/>
          <p:cNvPicPr preferRelativeResize="0"/>
          <p:nvPr/>
        </p:nvPicPr>
        <p:blipFill>
          <a:blip r:embed="rId4">
            <a:alphaModFix/>
          </a:blip>
          <a:stretch>
            <a:fillRect/>
          </a:stretch>
        </p:blipFill>
        <p:spPr>
          <a:xfrm>
            <a:off x="152400" y="550235"/>
            <a:ext cx="5345075" cy="2435037"/>
          </a:xfrm>
          <a:prstGeom prst="rect">
            <a:avLst/>
          </a:prstGeom>
          <a:noFill/>
          <a:ln>
            <a:noFill/>
          </a:ln>
        </p:spPr>
      </p:pic>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S</a:t>
            </a:r>
            <a:r>
              <a:rPr lang="en-US" cap="small">
                <a:solidFill>
                  <a:srgbClr val="FFFFFF"/>
                </a:solidFill>
              </a:rPr>
              <a:t>quared</a:t>
            </a:r>
            <a:r>
              <a:rPr lang="en-US">
                <a:solidFill>
                  <a:srgbClr val="FFFFFF"/>
                </a:solidFill>
              </a:rPr>
              <a:t> E</a:t>
            </a:r>
            <a:r>
              <a:rPr lang="en-US" cap="small">
                <a:solidFill>
                  <a:srgbClr val="FFFFFF"/>
                </a:solidFill>
              </a:rPr>
              <a:t>rror</a:t>
            </a:r>
            <a:r>
              <a:rPr lang="en-US">
                <a:solidFill>
                  <a:srgbClr val="FFFFFF"/>
                </a:solidFill>
              </a:rPr>
              <a:t>?</a:t>
            </a:r>
            <a:endParaRPr/>
          </a:p>
        </p:txBody>
      </p:sp>
      <p:grpSp>
        <p:nvGrpSpPr>
          <p:cNvPr id="430" name="Google Shape;430;p24"/>
          <p:cNvGrpSpPr/>
          <p:nvPr/>
        </p:nvGrpSpPr>
        <p:grpSpPr>
          <a:xfrm>
            <a:off x="513702" y="964844"/>
            <a:ext cx="69291" cy="733539"/>
            <a:chOff x="513702" y="964844"/>
            <a:chExt cx="69291" cy="733539"/>
          </a:xfrm>
        </p:grpSpPr>
        <p:pic>
          <p:nvPicPr>
            <p:cNvPr id="431" name="Google Shape;431;p24"/>
            <p:cNvPicPr preferRelativeResize="0"/>
            <p:nvPr/>
          </p:nvPicPr>
          <p:blipFill rotWithShape="1">
            <a:blip r:embed="rId3">
              <a:alphaModFix/>
            </a:blip>
            <a:srcRect/>
            <a:stretch/>
          </p:blipFill>
          <p:spPr>
            <a:xfrm>
              <a:off x="513702" y="964844"/>
              <a:ext cx="69291" cy="69291"/>
            </a:xfrm>
            <a:prstGeom prst="rect">
              <a:avLst/>
            </a:prstGeom>
            <a:noFill/>
            <a:ln>
              <a:noFill/>
            </a:ln>
          </p:spPr>
        </p:pic>
        <p:pic>
          <p:nvPicPr>
            <p:cNvPr id="432" name="Google Shape;432;p24"/>
            <p:cNvPicPr preferRelativeResize="0"/>
            <p:nvPr/>
          </p:nvPicPr>
          <p:blipFill rotWithShape="1">
            <a:blip r:embed="rId4">
              <a:alphaModFix/>
            </a:blip>
            <a:srcRect/>
            <a:stretch/>
          </p:blipFill>
          <p:spPr>
            <a:xfrm>
              <a:off x="513702" y="1186256"/>
              <a:ext cx="69291" cy="69291"/>
            </a:xfrm>
            <a:prstGeom prst="rect">
              <a:avLst/>
            </a:prstGeom>
            <a:noFill/>
            <a:ln>
              <a:noFill/>
            </a:ln>
          </p:spPr>
        </p:pic>
        <p:pic>
          <p:nvPicPr>
            <p:cNvPr id="433" name="Google Shape;433;p24"/>
            <p:cNvPicPr preferRelativeResize="0"/>
            <p:nvPr/>
          </p:nvPicPr>
          <p:blipFill rotWithShape="1">
            <a:blip r:embed="rId5">
              <a:alphaModFix/>
            </a:blip>
            <a:srcRect/>
            <a:stretch/>
          </p:blipFill>
          <p:spPr>
            <a:xfrm>
              <a:off x="513702" y="1407680"/>
              <a:ext cx="69291" cy="69291"/>
            </a:xfrm>
            <a:prstGeom prst="rect">
              <a:avLst/>
            </a:prstGeom>
            <a:noFill/>
            <a:ln>
              <a:noFill/>
            </a:ln>
          </p:spPr>
        </p:pic>
        <p:pic>
          <p:nvPicPr>
            <p:cNvPr id="434" name="Google Shape;434;p24"/>
            <p:cNvPicPr preferRelativeResize="0"/>
            <p:nvPr/>
          </p:nvPicPr>
          <p:blipFill rotWithShape="1">
            <a:blip r:embed="rId6">
              <a:alphaModFix/>
            </a:blip>
            <a:srcRect/>
            <a:stretch/>
          </p:blipFill>
          <p:spPr>
            <a:xfrm>
              <a:off x="513702" y="1629092"/>
              <a:ext cx="69291" cy="69291"/>
            </a:xfrm>
            <a:prstGeom prst="rect">
              <a:avLst/>
            </a:prstGeom>
            <a:noFill/>
            <a:ln>
              <a:noFill/>
            </a:ln>
          </p:spPr>
        </p:pic>
      </p:grpSp>
      <p:sp>
        <p:nvSpPr>
          <p:cNvPr id="435" name="Google Shape;435;p24"/>
          <p:cNvSpPr txBox="1"/>
          <p:nvPr/>
        </p:nvSpPr>
        <p:spPr>
          <a:xfrm>
            <a:off x="347294" y="608443"/>
            <a:ext cx="4394835" cy="142621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Advantages of squared error loss:</a:t>
            </a:r>
            <a:endParaRPr sz="1050">
              <a:latin typeface="Arial"/>
              <a:ea typeface="Arial"/>
              <a:cs typeface="Arial"/>
              <a:sym typeface="Arial"/>
            </a:endParaRPr>
          </a:p>
          <a:p>
            <a:pPr marL="309880" marR="922655" lvl="0" indent="0" algn="l" rtl="0">
              <a:lnSpc>
                <a:spcPct val="138400"/>
              </a:lnSpc>
              <a:spcBef>
                <a:spcPts val="0"/>
              </a:spcBef>
              <a:spcAft>
                <a:spcPts val="0"/>
              </a:spcAft>
              <a:buNone/>
            </a:pPr>
            <a:r>
              <a:rPr lang="en-US" sz="1050">
                <a:solidFill>
                  <a:srgbClr val="1B1472"/>
                </a:solidFill>
                <a:latin typeface="Arial"/>
                <a:ea typeface="Arial"/>
                <a:cs typeface="Arial"/>
                <a:sym typeface="Arial"/>
              </a:rPr>
              <a:t>Differentiable: </a:t>
            </a:r>
            <a:r>
              <a:rPr lang="en-US" sz="1050">
                <a:latin typeface="Arial"/>
                <a:ea typeface="Arial"/>
                <a:cs typeface="Arial"/>
                <a:sym typeface="Arial"/>
              </a:rPr>
              <a:t>Smooth everywhere, easy to optimize </a:t>
            </a:r>
            <a:r>
              <a:rPr lang="en-US" sz="1050">
                <a:solidFill>
                  <a:srgbClr val="1B1472"/>
                </a:solidFill>
                <a:latin typeface="Arial"/>
                <a:ea typeface="Arial"/>
                <a:cs typeface="Arial"/>
                <a:sym typeface="Arial"/>
              </a:rPr>
              <a:t>Convex: </a:t>
            </a:r>
            <a:r>
              <a:rPr lang="en-US" sz="1050">
                <a:latin typeface="Arial"/>
                <a:ea typeface="Arial"/>
                <a:cs typeface="Arial"/>
                <a:sym typeface="Arial"/>
              </a:rPr>
              <a:t>Single global minimum (for linear models) </a:t>
            </a:r>
            <a:r>
              <a:rPr lang="en-US" sz="1050">
                <a:solidFill>
                  <a:srgbClr val="1B1472"/>
                </a:solidFill>
                <a:latin typeface="Arial"/>
                <a:ea typeface="Arial"/>
                <a:cs typeface="Arial"/>
                <a:sym typeface="Arial"/>
              </a:rPr>
              <a:t>Penalizes large errors: </a:t>
            </a:r>
            <a:r>
              <a:rPr lang="en-US" sz="1050">
                <a:latin typeface="Arial"/>
                <a:ea typeface="Arial"/>
                <a:cs typeface="Arial"/>
                <a:sym typeface="Arial"/>
              </a:rPr>
              <a:t>Quadratic growth</a:t>
            </a:r>
            <a:endParaRPr sz="1050">
              <a:latin typeface="Arial"/>
              <a:ea typeface="Arial"/>
              <a:cs typeface="Arial"/>
              <a:sym typeface="Arial"/>
            </a:endParaRPr>
          </a:p>
          <a:p>
            <a:pPr marL="309880" lvl="0" indent="0" algn="l" rtl="0">
              <a:lnSpc>
                <a:spcPct val="100000"/>
              </a:lnSpc>
              <a:spcBef>
                <a:spcPts val="484"/>
              </a:spcBef>
              <a:spcAft>
                <a:spcPts val="0"/>
              </a:spcAft>
              <a:buNone/>
            </a:pPr>
            <a:r>
              <a:rPr lang="en-US" sz="1050">
                <a:solidFill>
                  <a:srgbClr val="1B1472"/>
                </a:solidFill>
                <a:latin typeface="Arial"/>
                <a:ea typeface="Arial"/>
                <a:cs typeface="Arial"/>
                <a:sym typeface="Arial"/>
              </a:rPr>
              <a:t>Statistical interpretation: </a:t>
            </a:r>
            <a:r>
              <a:rPr lang="en-US" sz="1050">
                <a:latin typeface="Arial"/>
                <a:ea typeface="Arial"/>
                <a:cs typeface="Arial"/>
                <a:sym typeface="Arial"/>
              </a:rPr>
              <a:t>Maximum likelihood under Gaussian noise</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1B1472"/>
                </a:solidFill>
                <a:latin typeface="Arial"/>
                <a:ea typeface="Arial"/>
                <a:cs typeface="Arial"/>
                <a:sym typeface="Arial"/>
              </a:rPr>
              <a:t>Vector Form:</a:t>
            </a:r>
            <a:endParaRPr sz="1050">
              <a:latin typeface="Arial"/>
              <a:ea typeface="Arial"/>
              <a:cs typeface="Arial"/>
              <a:sym typeface="Arial"/>
            </a:endParaRPr>
          </a:p>
        </p:txBody>
      </p:sp>
      <p:sp>
        <p:nvSpPr>
          <p:cNvPr id="436" name="Google Shape;436;p24"/>
          <p:cNvSpPr txBox="1"/>
          <p:nvPr/>
        </p:nvSpPr>
        <p:spPr>
          <a:xfrm>
            <a:off x="5220322" y="2210706"/>
            <a:ext cx="1924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(8)</a:t>
            </a:r>
            <a:endParaRPr sz="1050">
              <a:latin typeface="Arial"/>
              <a:ea typeface="Arial"/>
              <a:cs typeface="Arial"/>
              <a:sym typeface="Arial"/>
            </a:endParaRPr>
          </a:p>
        </p:txBody>
      </p:sp>
      <p:sp>
        <p:nvSpPr>
          <p:cNvPr id="437" name="Google Shape;437;p24"/>
          <p:cNvSpPr txBox="1"/>
          <p:nvPr/>
        </p:nvSpPr>
        <p:spPr>
          <a:xfrm>
            <a:off x="321894" y="2595166"/>
            <a:ext cx="447421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where </a:t>
            </a:r>
            <a:r>
              <a:rPr lang="en-US" sz="1050" b="1">
                <a:latin typeface="Arial"/>
                <a:ea typeface="Arial"/>
                <a:cs typeface="Arial"/>
                <a:sym typeface="Arial"/>
              </a:rPr>
              <a:t>X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a:t>
            </a:r>
            <a:r>
              <a:rPr lang="en-US" sz="1200" baseline="30000">
                <a:latin typeface="Lucida Sans"/>
                <a:ea typeface="Lucida Sans"/>
                <a:cs typeface="Lucida Sans"/>
                <a:sym typeface="Lucida Sans"/>
              </a:rPr>
              <a:t>×</a:t>
            </a:r>
            <a:r>
              <a:rPr lang="en-US" sz="1200" baseline="30000">
                <a:latin typeface="Tahoma"/>
                <a:ea typeface="Tahoma"/>
                <a:cs typeface="Tahoma"/>
                <a:sym typeface="Tahoma"/>
              </a:rPr>
              <a:t>(</a:t>
            </a:r>
            <a:r>
              <a:rPr lang="en-US" sz="1050" i="1" baseline="30000">
                <a:latin typeface="Arial"/>
                <a:ea typeface="Arial"/>
                <a:cs typeface="Arial"/>
                <a:sym typeface="Arial"/>
              </a:rPr>
              <a:t>d </a:t>
            </a:r>
            <a:r>
              <a:rPr lang="en-US" sz="1200" baseline="30000">
                <a:latin typeface="Tahoma"/>
                <a:ea typeface="Tahoma"/>
                <a:cs typeface="Tahoma"/>
                <a:sym typeface="Tahoma"/>
              </a:rPr>
              <a:t>+</a:t>
            </a:r>
            <a:r>
              <a:rPr lang="en-US" sz="1050" baseline="30000">
                <a:latin typeface="Arial"/>
                <a:ea typeface="Arial"/>
                <a:cs typeface="Arial"/>
                <a:sym typeface="Arial"/>
              </a:rPr>
              <a:t>1</a:t>
            </a:r>
            <a:r>
              <a:rPr lang="en-US" sz="1200" baseline="30000">
                <a:latin typeface="Tahoma"/>
                <a:ea typeface="Tahoma"/>
                <a:cs typeface="Tahoma"/>
                <a:sym typeface="Tahoma"/>
              </a:rPr>
              <a:t>) </a:t>
            </a:r>
            <a:r>
              <a:rPr lang="en-US" sz="1050">
                <a:latin typeface="Arial"/>
                <a:ea typeface="Arial"/>
                <a:cs typeface="Arial"/>
                <a:sym typeface="Arial"/>
              </a:rPr>
              <a:t>is the design matrix and </a:t>
            </a:r>
            <a:r>
              <a:rPr lang="en-US" sz="1050" b="1">
                <a:latin typeface="Arial"/>
                <a:ea typeface="Arial"/>
                <a:cs typeface="Arial"/>
                <a:sym typeface="Arial"/>
              </a:rPr>
              <a:t>y </a:t>
            </a:r>
            <a:r>
              <a:rPr lang="en-US" sz="1200">
                <a:latin typeface="Lucida Sans"/>
                <a:ea typeface="Lucida Sans"/>
                <a:cs typeface="Lucida Sans"/>
                <a:sym typeface="Lucida Sans"/>
              </a:rPr>
              <a:t>∈ </a:t>
            </a:r>
            <a:r>
              <a:rPr lang="en-US" sz="1200">
                <a:latin typeface="Arial"/>
                <a:ea typeface="Arial"/>
                <a:cs typeface="Arial"/>
                <a:sym typeface="Arial"/>
              </a:rPr>
              <a:t>R</a:t>
            </a:r>
            <a:r>
              <a:rPr lang="en-US" sz="1050" i="1" baseline="30000">
                <a:latin typeface="Arial"/>
                <a:ea typeface="Arial"/>
                <a:cs typeface="Arial"/>
                <a:sym typeface="Arial"/>
              </a:rPr>
              <a:t>N </a:t>
            </a:r>
            <a:r>
              <a:rPr lang="en-US" sz="1050">
                <a:latin typeface="Arial"/>
                <a:ea typeface="Arial"/>
                <a:cs typeface="Arial"/>
                <a:sym typeface="Arial"/>
              </a:rPr>
              <a:t>is the target vector.</a:t>
            </a:r>
            <a:endParaRPr sz="1050">
              <a:latin typeface="Arial"/>
              <a:ea typeface="Arial"/>
              <a:cs typeface="Arial"/>
              <a:sym typeface="Arial"/>
            </a:endParaRPr>
          </a:p>
        </p:txBody>
      </p:sp>
      <p:grpSp>
        <p:nvGrpSpPr>
          <p:cNvPr id="438" name="Google Shape;438;p24"/>
          <p:cNvGrpSpPr/>
          <p:nvPr/>
        </p:nvGrpSpPr>
        <p:grpSpPr>
          <a:xfrm>
            <a:off x="0" y="3141936"/>
            <a:ext cx="5760261" cy="92075"/>
            <a:chOff x="0" y="3141936"/>
            <a:chExt cx="5760261" cy="92075"/>
          </a:xfrm>
        </p:grpSpPr>
        <p:sp>
          <p:nvSpPr>
            <p:cNvPr id="439" name="Google Shape;439;p2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0" name="Google Shape;440;p2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1" name="Google Shape;441;p2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42" name="Google Shape;442;p2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43" name="Google Shape;443;p2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444" name="Google Shape;444;p2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46</a:t>
            </a:r>
            <a:endParaRPr/>
          </a:p>
        </p:txBody>
      </p:sp>
      <p:pic>
        <p:nvPicPr>
          <p:cNvPr id="445" name="Google Shape;445;p24"/>
          <p:cNvPicPr preferRelativeResize="0"/>
          <p:nvPr/>
        </p:nvPicPr>
        <p:blipFill>
          <a:blip r:embed="rId8">
            <a:alphaModFix/>
          </a:blip>
          <a:stretch>
            <a:fillRect/>
          </a:stretch>
        </p:blipFill>
        <p:spPr>
          <a:xfrm>
            <a:off x="1302475" y="2119155"/>
            <a:ext cx="3200573" cy="512271"/>
          </a:xfrm>
          <a:prstGeom prst="rect">
            <a:avLst/>
          </a:prstGeom>
          <a:noFill/>
          <a:ln>
            <a:noFill/>
          </a:ln>
        </p:spPr>
      </p:pic>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25"/>
          <p:cNvSpPr txBox="1"/>
          <p:nvPr/>
        </p:nvSpPr>
        <p:spPr>
          <a:xfrm>
            <a:off x="95300" y="109545"/>
            <a:ext cx="346837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Calibri"/>
                <a:ea typeface="Calibri"/>
                <a:cs typeface="Calibri"/>
                <a:sym typeface="Calibri"/>
              </a:rPr>
              <a:t>V</a:t>
            </a:r>
            <a:r>
              <a:rPr lang="en-US" sz="1700" cap="small">
                <a:solidFill>
                  <a:srgbClr val="FFFFFF"/>
                </a:solidFill>
                <a:latin typeface="Calibri"/>
                <a:ea typeface="Calibri"/>
                <a:cs typeface="Calibri"/>
                <a:sym typeface="Calibri"/>
              </a:rPr>
              <a:t>isualizing</a:t>
            </a:r>
            <a:r>
              <a:rPr lang="en-US" sz="1700">
                <a:solidFill>
                  <a:srgbClr val="FFFFFF"/>
                </a:solidFill>
                <a:latin typeface="Calibri"/>
                <a:ea typeface="Calibri"/>
                <a:cs typeface="Calibri"/>
                <a:sym typeface="Calibri"/>
              </a:rPr>
              <a:t> </a:t>
            </a:r>
            <a:r>
              <a:rPr lang="en-US" sz="1700" cap="small">
                <a:solidFill>
                  <a:srgbClr val="FFFFFF"/>
                </a:solidFill>
                <a:latin typeface="Calibri"/>
                <a:ea typeface="Calibri"/>
                <a:cs typeface="Calibri"/>
                <a:sym typeface="Calibri"/>
              </a:rPr>
              <a:t>the</a:t>
            </a:r>
            <a:r>
              <a:rPr lang="en-US" sz="1700">
                <a:solidFill>
                  <a:srgbClr val="FFFFFF"/>
                </a:solidFill>
                <a:latin typeface="Calibri"/>
                <a:ea typeface="Calibri"/>
                <a:cs typeface="Calibri"/>
                <a:sym typeface="Calibri"/>
              </a:rPr>
              <a:t> E</a:t>
            </a:r>
            <a:r>
              <a:rPr lang="en-US" sz="1700" cap="small">
                <a:solidFill>
                  <a:srgbClr val="FFFFFF"/>
                </a:solidFill>
                <a:latin typeface="Calibri"/>
                <a:ea typeface="Calibri"/>
                <a:cs typeface="Calibri"/>
                <a:sym typeface="Calibri"/>
              </a:rPr>
              <a:t>rror</a:t>
            </a:r>
            <a:r>
              <a:rPr lang="en-US" sz="1700">
                <a:solidFill>
                  <a:srgbClr val="FFFFFF"/>
                </a:solidFill>
                <a:latin typeface="Calibri"/>
                <a:ea typeface="Calibri"/>
                <a:cs typeface="Calibri"/>
                <a:sym typeface="Calibri"/>
              </a:rPr>
              <a:t> S</a:t>
            </a:r>
            <a:r>
              <a:rPr lang="en-US" sz="1700" cap="small">
                <a:solidFill>
                  <a:srgbClr val="FFFFFF"/>
                </a:solidFill>
                <a:latin typeface="Calibri"/>
                <a:ea typeface="Calibri"/>
                <a:cs typeface="Calibri"/>
                <a:sym typeface="Calibri"/>
              </a:rPr>
              <a:t>urface</a:t>
            </a:r>
            <a:endParaRPr sz="1700">
              <a:latin typeface="Calibri"/>
              <a:ea typeface="Calibri"/>
              <a:cs typeface="Calibri"/>
              <a:sym typeface="Calibri"/>
            </a:endParaRPr>
          </a:p>
        </p:txBody>
      </p:sp>
      <p:grpSp>
        <p:nvGrpSpPr>
          <p:cNvPr id="451" name="Google Shape;451;p25"/>
          <p:cNvGrpSpPr/>
          <p:nvPr/>
        </p:nvGrpSpPr>
        <p:grpSpPr>
          <a:xfrm>
            <a:off x="0" y="635571"/>
            <a:ext cx="5760261" cy="2598440"/>
            <a:chOff x="0" y="635571"/>
            <a:chExt cx="5760261" cy="2598440"/>
          </a:xfrm>
        </p:grpSpPr>
        <p:pic>
          <p:nvPicPr>
            <p:cNvPr id="452" name="Google Shape;452;p25"/>
            <p:cNvPicPr preferRelativeResize="0"/>
            <p:nvPr/>
          </p:nvPicPr>
          <p:blipFill rotWithShape="1">
            <a:blip r:embed="rId3">
              <a:alphaModFix/>
            </a:blip>
            <a:srcRect/>
            <a:stretch/>
          </p:blipFill>
          <p:spPr>
            <a:xfrm>
              <a:off x="385190" y="635571"/>
              <a:ext cx="4989538" cy="1881936"/>
            </a:xfrm>
            <a:prstGeom prst="rect">
              <a:avLst/>
            </a:prstGeom>
            <a:noFill/>
            <a:ln>
              <a:noFill/>
            </a:ln>
          </p:spPr>
        </p:pic>
        <p:sp>
          <p:nvSpPr>
            <p:cNvPr id="453" name="Google Shape;453;p25"/>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4" name="Google Shape;454;p25"/>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5" name="Google Shape;455;p25"/>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56" name="Google Shape;456;p25"/>
          <p:cNvSpPr txBox="1"/>
          <p:nvPr/>
        </p:nvSpPr>
        <p:spPr>
          <a:xfrm>
            <a:off x="1136218" y="2623621"/>
            <a:ext cx="3488054"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The error surface is </a:t>
            </a:r>
            <a:r>
              <a:rPr lang="en-US" sz="1050">
                <a:solidFill>
                  <a:srgbClr val="1B1472"/>
                </a:solidFill>
                <a:latin typeface="Arial"/>
                <a:ea typeface="Arial"/>
                <a:cs typeface="Arial"/>
                <a:sym typeface="Arial"/>
              </a:rPr>
              <a:t>convex </a:t>
            </a:r>
            <a:r>
              <a:rPr lang="en-US" sz="1050">
                <a:latin typeface="Arial"/>
                <a:ea typeface="Arial"/>
                <a:cs typeface="Arial"/>
                <a:sym typeface="Arial"/>
              </a:rPr>
              <a:t>with a single global minimum.</a:t>
            </a:r>
            <a:endParaRPr sz="1050">
              <a:latin typeface="Arial"/>
              <a:ea typeface="Arial"/>
              <a:cs typeface="Arial"/>
              <a:sym typeface="Arial"/>
            </a:endParaRPr>
          </a:p>
        </p:txBody>
      </p:sp>
      <p:sp>
        <p:nvSpPr>
          <p:cNvPr id="457" name="Google Shape;457;p2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58" name="Google Shape;458;p2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59" name="Google Shape;459;p2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46</a:t>
            </a: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ctrTitle"/>
          </p:nvPr>
        </p:nvSpPr>
        <p:spPr>
          <a:xfrm>
            <a:off x="95300" y="109545"/>
            <a:ext cx="3342004"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65" name="Google Shape;465;p26"/>
          <p:cNvSpPr txBox="1"/>
          <p:nvPr/>
        </p:nvSpPr>
        <p:spPr>
          <a:xfrm>
            <a:off x="347294" y="470527"/>
            <a:ext cx="40620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Idea: </a:t>
            </a:r>
            <a:r>
              <a:rPr lang="en-US" sz="1050">
                <a:latin typeface="Arial"/>
                <a:ea typeface="Arial"/>
                <a:cs typeface="Arial"/>
                <a:sym typeface="Arial"/>
              </a:rPr>
              <a:t>Iteratively update weights in the direction of steepest descent</a:t>
            </a:r>
            <a:endParaRPr sz="1050">
              <a:latin typeface="Arial"/>
              <a:ea typeface="Arial"/>
              <a:cs typeface="Arial"/>
              <a:sym typeface="Arial"/>
            </a:endParaRPr>
          </a:p>
        </p:txBody>
      </p:sp>
      <p:pic>
        <p:nvPicPr>
          <p:cNvPr id="466" name="Google Shape;466;p26"/>
          <p:cNvPicPr preferRelativeResize="0"/>
          <p:nvPr/>
        </p:nvPicPr>
        <p:blipFill rotWithShape="1">
          <a:blip r:embed="rId3">
            <a:alphaModFix/>
          </a:blip>
          <a:srcRect/>
          <a:stretch/>
        </p:blipFill>
        <p:spPr>
          <a:xfrm>
            <a:off x="1340129" y="833323"/>
            <a:ext cx="3079750" cy="1746250"/>
          </a:xfrm>
          <a:prstGeom prst="rect">
            <a:avLst/>
          </a:prstGeom>
          <a:noFill/>
          <a:ln>
            <a:noFill/>
          </a:ln>
        </p:spPr>
      </p:pic>
      <p:sp>
        <p:nvSpPr>
          <p:cNvPr id="467" name="Google Shape;467;p26"/>
          <p:cNvSpPr txBox="1"/>
          <p:nvPr/>
        </p:nvSpPr>
        <p:spPr>
          <a:xfrm>
            <a:off x="347294" y="2638621"/>
            <a:ext cx="3940810" cy="482600"/>
          </a:xfrm>
          <a:prstGeom prst="rect">
            <a:avLst/>
          </a:prstGeom>
          <a:noFill/>
          <a:ln>
            <a:noFill/>
          </a:ln>
        </p:spPr>
        <p:txBody>
          <a:bodyPr spcFirstLastPara="1" wrap="square" lIns="0" tIns="704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where </a:t>
            </a:r>
            <a:r>
              <a:rPr lang="en-US" sz="1200" i="1">
                <a:latin typeface="Calibri"/>
                <a:ea typeface="Calibri"/>
                <a:cs typeface="Calibri"/>
                <a:sym typeface="Calibri"/>
              </a:rPr>
              <a:t>η &gt; </a:t>
            </a:r>
            <a:r>
              <a:rPr lang="en-US" sz="1050">
                <a:latin typeface="Arial"/>
                <a:ea typeface="Arial"/>
                <a:cs typeface="Arial"/>
                <a:sym typeface="Arial"/>
              </a:rPr>
              <a:t>0 is the </a:t>
            </a:r>
            <a:r>
              <a:rPr lang="en-US" sz="1050">
                <a:solidFill>
                  <a:srgbClr val="1B1472"/>
                </a:solidFill>
                <a:latin typeface="Arial"/>
                <a:ea typeface="Arial"/>
                <a:cs typeface="Arial"/>
                <a:sym typeface="Arial"/>
              </a:rPr>
              <a:t>learning rate </a:t>
            </a:r>
            <a:r>
              <a:rPr lang="en-US" sz="1050">
                <a:latin typeface="Arial"/>
                <a:ea typeface="Arial"/>
                <a:cs typeface="Arial"/>
                <a:sym typeface="Arial"/>
              </a:rPr>
              <a:t>(step size).</a:t>
            </a:r>
            <a:endParaRPr sz="1050">
              <a:latin typeface="Arial"/>
              <a:ea typeface="Arial"/>
              <a:cs typeface="Arial"/>
              <a:sym typeface="Arial"/>
            </a:endParaRPr>
          </a:p>
          <a:p>
            <a:pPr marL="12700" lvl="0" indent="0" algn="l" rtl="0">
              <a:lnSpc>
                <a:spcPct val="100000"/>
              </a:lnSpc>
              <a:spcBef>
                <a:spcPts val="434"/>
              </a:spcBef>
              <a:spcAft>
                <a:spcPts val="0"/>
              </a:spcAft>
              <a:buNone/>
            </a:pPr>
            <a:r>
              <a:rPr lang="en-US" sz="1050">
                <a:solidFill>
                  <a:srgbClr val="EC2027"/>
                </a:solidFill>
                <a:latin typeface="Arial"/>
                <a:ea typeface="Arial"/>
                <a:cs typeface="Arial"/>
                <a:sym typeface="Arial"/>
              </a:rPr>
              <a:t>Intuition: Move downhill on the error surface to find the minimum.</a:t>
            </a:r>
            <a:endParaRPr sz="1050">
              <a:latin typeface="Arial"/>
              <a:ea typeface="Arial"/>
              <a:cs typeface="Arial"/>
              <a:sym typeface="Arial"/>
            </a:endParaRPr>
          </a:p>
        </p:txBody>
      </p:sp>
      <p:grpSp>
        <p:nvGrpSpPr>
          <p:cNvPr id="468" name="Google Shape;468;p26"/>
          <p:cNvGrpSpPr/>
          <p:nvPr/>
        </p:nvGrpSpPr>
        <p:grpSpPr>
          <a:xfrm>
            <a:off x="0" y="3141936"/>
            <a:ext cx="5760261" cy="92075"/>
            <a:chOff x="0" y="3141936"/>
            <a:chExt cx="5760261" cy="92075"/>
          </a:xfrm>
        </p:grpSpPr>
        <p:sp>
          <p:nvSpPr>
            <p:cNvPr id="469" name="Google Shape;469;p26"/>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0" name="Google Shape;470;p26"/>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1" name="Google Shape;471;p26"/>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2" name="Google Shape;472;p2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73" name="Google Shape;473;p2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474" name="Google Shape;474;p2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46</a:t>
            </a:r>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2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B</a:t>
            </a:r>
            <a:r>
              <a:rPr lang="en-US" cap="small">
                <a:solidFill>
                  <a:srgbClr val="FFFFFF"/>
                </a:solidFill>
              </a:rPr>
              <a:t>atch</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480" name="Google Shape;480;p2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81" name="Google Shape;481;p2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82" name="Google Shape;482;p2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21</a:t>
            </a:fld>
            <a:r>
              <a:rPr lang="en-US"/>
              <a:t> / 46</a:t>
            </a:r>
            <a:endParaRPr/>
          </a:p>
        </p:txBody>
      </p:sp>
      <p:pic>
        <p:nvPicPr>
          <p:cNvPr id="483" name="Google Shape;483;p27"/>
          <p:cNvPicPr preferRelativeResize="0"/>
          <p:nvPr/>
        </p:nvPicPr>
        <p:blipFill>
          <a:blip r:embed="rId4">
            <a:alphaModFix/>
          </a:blip>
          <a:stretch>
            <a:fillRect/>
          </a:stretch>
        </p:blipFill>
        <p:spPr>
          <a:xfrm>
            <a:off x="152400" y="550235"/>
            <a:ext cx="5249428" cy="2435038"/>
          </a:xfrm>
          <a:prstGeom prst="rect">
            <a:avLst/>
          </a:prstGeom>
          <a:noFill/>
          <a:ln>
            <a:noFill/>
          </a:ln>
        </p:spPr>
      </p:pic>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endParaRPr/>
          </a:p>
        </p:txBody>
      </p:sp>
      <p:grpSp>
        <p:nvGrpSpPr>
          <p:cNvPr id="489" name="Google Shape;489;p28"/>
          <p:cNvGrpSpPr/>
          <p:nvPr/>
        </p:nvGrpSpPr>
        <p:grpSpPr>
          <a:xfrm>
            <a:off x="0" y="3109250"/>
            <a:ext cx="5760261" cy="92075"/>
            <a:chOff x="0" y="3109250"/>
            <a:chExt cx="5760261" cy="92075"/>
          </a:xfrm>
        </p:grpSpPr>
        <p:sp>
          <p:nvSpPr>
            <p:cNvPr id="490" name="Google Shape;490;p2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1" name="Google Shape;491;p2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93" name="Google Shape;493;p2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494" name="Google Shape;494;p2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495" name="Google Shape;495;p2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46</a:t>
            </a:r>
            <a:endParaRPr/>
          </a:p>
        </p:txBody>
      </p:sp>
      <p:pic>
        <p:nvPicPr>
          <p:cNvPr id="496" name="Google Shape;496;p28"/>
          <p:cNvPicPr preferRelativeResize="0"/>
          <p:nvPr/>
        </p:nvPicPr>
        <p:blipFill>
          <a:blip r:embed="rId4">
            <a:alphaModFix/>
          </a:blip>
          <a:stretch>
            <a:fillRect/>
          </a:stretch>
        </p:blipFill>
        <p:spPr>
          <a:xfrm>
            <a:off x="152400" y="550235"/>
            <a:ext cx="5410263" cy="2406616"/>
          </a:xfrm>
          <a:prstGeom prst="rect">
            <a:avLst/>
          </a:prstGeom>
          <a:noFill/>
          <a:ln>
            <a:noFill/>
          </a:ln>
        </p:spPr>
      </p:pic>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2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U</a:t>
            </a:r>
            <a:r>
              <a:rPr lang="en-US" cap="small">
                <a:solidFill>
                  <a:srgbClr val="FFFFFF"/>
                </a:solidFill>
              </a:rPr>
              <a:t>pdate</a:t>
            </a:r>
            <a:r>
              <a:rPr lang="en-US">
                <a:solidFill>
                  <a:srgbClr val="FFFFFF"/>
                </a:solidFill>
              </a:rPr>
              <a:t> R</a:t>
            </a:r>
            <a:r>
              <a:rPr lang="en-US" cap="small">
                <a:solidFill>
                  <a:srgbClr val="FFFFFF"/>
                </a:solidFill>
              </a:rPr>
              <a:t>ule</a:t>
            </a:r>
            <a:endParaRPr/>
          </a:p>
        </p:txBody>
      </p:sp>
      <p:grpSp>
        <p:nvGrpSpPr>
          <p:cNvPr id="502" name="Google Shape;502;p29"/>
          <p:cNvGrpSpPr/>
          <p:nvPr/>
        </p:nvGrpSpPr>
        <p:grpSpPr>
          <a:xfrm>
            <a:off x="0" y="3109250"/>
            <a:ext cx="5760261" cy="92075"/>
            <a:chOff x="0" y="3109250"/>
            <a:chExt cx="5760261" cy="92075"/>
          </a:xfrm>
        </p:grpSpPr>
        <p:sp>
          <p:nvSpPr>
            <p:cNvPr id="503" name="Google Shape;503;p2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4" name="Google Shape;504;p2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5" name="Google Shape;505;p2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06" name="Google Shape;506;p2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07" name="Google Shape;507;p2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08" name="Google Shape;508;p2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46</a:t>
            </a:r>
            <a:endParaRPr/>
          </a:p>
        </p:txBody>
      </p:sp>
      <p:pic>
        <p:nvPicPr>
          <p:cNvPr id="509" name="Google Shape;509;p29"/>
          <p:cNvPicPr preferRelativeResize="0"/>
          <p:nvPr/>
        </p:nvPicPr>
        <p:blipFill>
          <a:blip r:embed="rId4">
            <a:alphaModFix/>
          </a:blip>
          <a:stretch>
            <a:fillRect/>
          </a:stretch>
        </p:blipFill>
        <p:spPr>
          <a:xfrm>
            <a:off x="152400" y="550235"/>
            <a:ext cx="5334144" cy="2406616"/>
          </a:xfrm>
          <a:prstGeom prst="rect">
            <a:avLst/>
          </a:prstGeom>
          <a:noFill/>
          <a:ln>
            <a:noFill/>
          </a:ln>
        </p:spPr>
      </p:pic>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V</a:t>
            </a:r>
            <a:r>
              <a:rPr lang="en-US" cap="small">
                <a:solidFill>
                  <a:srgbClr val="FFFFFF"/>
                </a:solidFill>
              </a:rPr>
              <a:t>isualizing</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endParaRPr/>
          </a:p>
        </p:txBody>
      </p:sp>
      <p:grpSp>
        <p:nvGrpSpPr>
          <p:cNvPr id="515" name="Google Shape;515;p30"/>
          <p:cNvGrpSpPr/>
          <p:nvPr/>
        </p:nvGrpSpPr>
        <p:grpSpPr>
          <a:xfrm>
            <a:off x="0" y="744120"/>
            <a:ext cx="5760261" cy="2457205"/>
            <a:chOff x="0" y="744120"/>
            <a:chExt cx="5760261" cy="2457205"/>
          </a:xfrm>
        </p:grpSpPr>
        <p:pic>
          <p:nvPicPr>
            <p:cNvPr id="516" name="Google Shape;516;p30"/>
            <p:cNvPicPr preferRelativeResize="0"/>
            <p:nvPr/>
          </p:nvPicPr>
          <p:blipFill rotWithShape="1">
            <a:blip r:embed="rId3">
              <a:alphaModFix/>
            </a:blip>
            <a:srcRect/>
            <a:stretch/>
          </p:blipFill>
          <p:spPr>
            <a:xfrm>
              <a:off x="385190" y="744120"/>
              <a:ext cx="4989456" cy="1504528"/>
            </a:xfrm>
            <a:prstGeom prst="rect">
              <a:avLst/>
            </a:prstGeom>
            <a:noFill/>
            <a:ln>
              <a:noFill/>
            </a:ln>
          </p:spPr>
        </p:pic>
        <p:sp>
          <p:nvSpPr>
            <p:cNvPr id="517" name="Google Shape;517;p3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8" name="Google Shape;518;p3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9" name="Google Shape;519;p3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20" name="Google Shape;520;p30"/>
          <p:cNvSpPr txBox="1"/>
          <p:nvPr/>
        </p:nvSpPr>
        <p:spPr>
          <a:xfrm>
            <a:off x="778471" y="2462763"/>
            <a:ext cx="42037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Each step moves perpendicular to contour lines toward the minimum.</a:t>
            </a:r>
            <a:endParaRPr sz="1050">
              <a:latin typeface="Arial"/>
              <a:ea typeface="Arial"/>
              <a:cs typeface="Arial"/>
              <a:sym typeface="Arial"/>
            </a:endParaRPr>
          </a:p>
        </p:txBody>
      </p:sp>
      <p:sp>
        <p:nvSpPr>
          <p:cNvPr id="521" name="Google Shape;521;p3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22" name="Google Shape;522;p3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523" name="Google Shape;523;p3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46</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3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529" name="Google Shape;529;p31"/>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530" name="Google Shape;530;p31"/>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531" name="Google Shape;531;p31"/>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532" name="Google Shape;532;p31"/>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533" name="Google Shape;533;p31"/>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534" name="Google Shape;534;p31"/>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535" name="Google Shape;535;p31"/>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536" name="Google Shape;536;p31"/>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4</a:t>
            </a:r>
            <a:endParaRPr sz="800">
              <a:latin typeface="Calibri"/>
              <a:ea typeface="Calibri"/>
              <a:cs typeface="Calibri"/>
              <a:sym typeface="Calibri"/>
            </a:endParaRPr>
          </a:p>
        </p:txBody>
      </p:sp>
      <p:pic>
        <p:nvPicPr>
          <p:cNvPr id="537" name="Google Shape;537;p31"/>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538" name="Google Shape;538;p31"/>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539" name="Google Shape;539;p31"/>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540" name="Google Shape;540;p31"/>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541" name="Google Shape;541;p31"/>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542" name="Google Shape;542;p31"/>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543" name="Google Shape;543;p31"/>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544" name="Google Shape;544;p31"/>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545" name="Google Shape;545;p31"/>
          <p:cNvSpPr txBox="1"/>
          <p:nvPr/>
        </p:nvSpPr>
        <p:spPr>
          <a:xfrm>
            <a:off x="563029" y="58789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546" name="Google Shape;546;p31"/>
          <p:cNvGrpSpPr/>
          <p:nvPr/>
        </p:nvGrpSpPr>
        <p:grpSpPr>
          <a:xfrm>
            <a:off x="0" y="3141936"/>
            <a:ext cx="5760261" cy="92075"/>
            <a:chOff x="0" y="3141936"/>
            <a:chExt cx="5760261" cy="92075"/>
          </a:xfrm>
        </p:grpSpPr>
        <p:sp>
          <p:nvSpPr>
            <p:cNvPr id="547" name="Google Shape;547;p31"/>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8" name="Google Shape;548;p31"/>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9" name="Google Shape;549;p31"/>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50" name="Google Shape;550;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51" name="Google Shape;551;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552" name="Google Shape;552;p3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46</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3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558" name="Google Shape;558;p32"/>
          <p:cNvGrpSpPr/>
          <p:nvPr/>
        </p:nvGrpSpPr>
        <p:grpSpPr>
          <a:xfrm>
            <a:off x="0" y="3141936"/>
            <a:ext cx="5760261" cy="92075"/>
            <a:chOff x="0" y="3141936"/>
            <a:chExt cx="5760261" cy="92075"/>
          </a:xfrm>
        </p:grpSpPr>
        <p:sp>
          <p:nvSpPr>
            <p:cNvPr id="559" name="Google Shape;559;p32"/>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0" name="Google Shape;560;p32"/>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1" name="Google Shape;561;p32"/>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62" name="Google Shape;562;p3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63" name="Google Shape;563;p3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64" name="Google Shape;564;p3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46</a:t>
            </a:r>
            <a:endParaRPr/>
          </a:p>
        </p:txBody>
      </p:sp>
      <p:pic>
        <p:nvPicPr>
          <p:cNvPr id="565" name="Google Shape;565;p32"/>
          <p:cNvPicPr preferRelativeResize="0"/>
          <p:nvPr/>
        </p:nvPicPr>
        <p:blipFill>
          <a:blip r:embed="rId4">
            <a:alphaModFix/>
          </a:blip>
          <a:stretch>
            <a:fillRect/>
          </a:stretch>
        </p:blipFill>
        <p:spPr>
          <a:xfrm>
            <a:off x="152400" y="559200"/>
            <a:ext cx="5461002" cy="242918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674640" y="892440"/>
              <a:ext cx="3564720" cy="2102400"/>
            </p14:xfrm>
          </p:contentPart>
        </mc:Choice>
        <mc:Fallback xmlns="">
          <p:pic>
            <p:nvPicPr>
              <p:cNvPr id="2" name="Ink 1"/>
              <p:cNvPicPr/>
              <p:nvPr/>
            </p:nvPicPr>
            <p:blipFill>
              <a:blip r:embed="rId6"/>
              <a:stretch>
                <a:fillRect/>
              </a:stretch>
            </p:blipFill>
            <p:spPr>
              <a:xfrm>
                <a:off x="666720" y="883800"/>
                <a:ext cx="3585240" cy="2125440"/>
              </a:xfrm>
              <a:prstGeom prst="rect">
                <a:avLst/>
              </a:prstGeom>
            </p:spPr>
          </p:pic>
        </mc:Fallback>
      </mc:AlternateContent>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571" name="Google Shape;571;p33"/>
          <p:cNvGrpSpPr/>
          <p:nvPr/>
        </p:nvGrpSpPr>
        <p:grpSpPr>
          <a:xfrm>
            <a:off x="0" y="3109250"/>
            <a:ext cx="5760261" cy="92075"/>
            <a:chOff x="0" y="3109250"/>
            <a:chExt cx="5760261" cy="92075"/>
          </a:xfrm>
        </p:grpSpPr>
        <p:sp>
          <p:nvSpPr>
            <p:cNvPr id="572" name="Google Shape;572;p3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3" name="Google Shape;573;p3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4" name="Google Shape;574;p3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75" name="Google Shape;575;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76" name="Google Shape;576;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77" name="Google Shape;577;p3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46</a:t>
            </a:r>
            <a:endParaRPr/>
          </a:p>
        </p:txBody>
      </p:sp>
      <p:pic>
        <p:nvPicPr>
          <p:cNvPr id="578" name="Google Shape;578;p33"/>
          <p:cNvPicPr preferRelativeResize="0"/>
          <p:nvPr/>
        </p:nvPicPr>
        <p:blipFill>
          <a:blip r:embed="rId4">
            <a:alphaModFix/>
          </a:blip>
          <a:stretch>
            <a:fillRect/>
          </a:stretch>
        </p:blipFill>
        <p:spPr>
          <a:xfrm>
            <a:off x="152400" y="556541"/>
            <a:ext cx="5150208" cy="240661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021400" y="374760"/>
              <a:ext cx="3251160" cy="2668320"/>
            </p14:xfrm>
          </p:contentPart>
        </mc:Choice>
        <mc:Fallback xmlns="">
          <p:pic>
            <p:nvPicPr>
              <p:cNvPr id="2" name="Ink 1"/>
              <p:cNvPicPr/>
              <p:nvPr/>
            </p:nvPicPr>
            <p:blipFill>
              <a:blip r:embed="rId6"/>
              <a:stretch>
                <a:fillRect/>
              </a:stretch>
            </p:blipFill>
            <p:spPr>
              <a:xfrm>
                <a:off x="2010600" y="364680"/>
                <a:ext cx="3272040" cy="2690640"/>
              </a:xfrm>
              <a:prstGeom prst="rect">
                <a:avLst/>
              </a:prstGeom>
            </p:spPr>
          </p:pic>
        </mc:Fallback>
      </mc:AlternateContent>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3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G</a:t>
            </a:r>
            <a:r>
              <a:rPr lang="en-US" cap="small">
                <a:solidFill>
                  <a:srgbClr val="FFFFFF"/>
                </a:solidFill>
              </a:rPr>
              <a:t>radient</a:t>
            </a:r>
            <a:endParaRPr/>
          </a:p>
        </p:txBody>
      </p:sp>
      <p:grpSp>
        <p:nvGrpSpPr>
          <p:cNvPr id="584" name="Google Shape;584;p34"/>
          <p:cNvGrpSpPr/>
          <p:nvPr/>
        </p:nvGrpSpPr>
        <p:grpSpPr>
          <a:xfrm>
            <a:off x="0" y="3141936"/>
            <a:ext cx="5760261" cy="92075"/>
            <a:chOff x="0" y="3141936"/>
            <a:chExt cx="5760261" cy="92075"/>
          </a:xfrm>
        </p:grpSpPr>
        <p:sp>
          <p:nvSpPr>
            <p:cNvPr id="585" name="Google Shape;585;p34"/>
            <p:cNvSpPr/>
            <p:nvPr/>
          </p:nvSpPr>
          <p:spPr>
            <a:xfrm>
              <a:off x="0"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6" name="Google Shape;586;p34"/>
            <p:cNvSpPr/>
            <p:nvPr/>
          </p:nvSpPr>
          <p:spPr>
            <a:xfrm>
              <a:off x="1923862" y="3141936"/>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7" name="Google Shape;587;p34"/>
            <p:cNvSpPr/>
            <p:nvPr/>
          </p:nvSpPr>
          <p:spPr>
            <a:xfrm>
              <a:off x="3836211" y="3141936"/>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88" name="Google Shape;58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89" name="Google Shape;58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590" name="Google Shape;590;p3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28</a:t>
            </a:fld>
            <a:r>
              <a:rPr lang="en-US"/>
              <a:t> / 46</a:t>
            </a:r>
            <a:endParaRPr/>
          </a:p>
        </p:txBody>
      </p:sp>
      <p:pic>
        <p:nvPicPr>
          <p:cNvPr id="591" name="Google Shape;591;p34"/>
          <p:cNvPicPr preferRelativeResize="0"/>
          <p:nvPr/>
        </p:nvPicPr>
        <p:blipFill>
          <a:blip r:embed="rId4">
            <a:alphaModFix/>
          </a:blip>
          <a:stretch>
            <a:fillRect/>
          </a:stretch>
        </p:blipFill>
        <p:spPr>
          <a:xfrm>
            <a:off x="152400" y="550235"/>
            <a:ext cx="5305272" cy="2435037"/>
          </a:xfrm>
          <a:prstGeom prst="rect">
            <a:avLst/>
          </a:prstGeom>
          <a:noFill/>
          <a:ln>
            <a:noFill/>
          </a:ln>
        </p:spPr>
      </p:pic>
      <p:pic>
        <p:nvPicPr>
          <p:cNvPr id="2" name="Picture 1"/>
          <p:cNvPicPr>
            <a:picLocks noChangeAspect="1"/>
          </p:cNvPicPr>
          <p:nvPr/>
        </p:nvPicPr>
        <p:blipFill>
          <a:blip r:embed="rId5"/>
          <a:stretch>
            <a:fillRect/>
          </a:stretch>
        </p:blipFill>
        <p:spPr>
          <a:xfrm>
            <a:off x="4086422" y="411087"/>
            <a:ext cx="1319387" cy="286823"/>
          </a:xfrm>
          <a:prstGeom prst="rect">
            <a:avLst/>
          </a:prstGeom>
          <a:ln>
            <a:solidFill>
              <a:srgbClr val="FF0000"/>
            </a:solidFill>
          </a:ln>
        </p:spPr>
      </p:pic>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2185920" y="81360"/>
              <a:ext cx="3584520" cy="2712240"/>
            </p14:xfrm>
          </p:contentPart>
        </mc:Choice>
        <mc:Fallback xmlns="">
          <p:pic>
            <p:nvPicPr>
              <p:cNvPr id="3" name="Ink 2"/>
              <p:cNvPicPr/>
              <p:nvPr/>
            </p:nvPicPr>
            <p:blipFill>
              <a:blip r:embed="rId7"/>
              <a:stretch>
                <a:fillRect/>
              </a:stretch>
            </p:blipFill>
            <p:spPr>
              <a:xfrm>
                <a:off x="2172600" y="70200"/>
                <a:ext cx="3609000" cy="2739240"/>
              </a:xfrm>
              <a:prstGeom prst="rect">
                <a:avLst/>
              </a:prstGeom>
            </p:spPr>
          </p:pic>
        </mc:Fallback>
      </mc:AlternateContent>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3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597" name="Google Shape;597;p35"/>
          <p:cNvGrpSpPr/>
          <p:nvPr/>
        </p:nvGrpSpPr>
        <p:grpSpPr>
          <a:xfrm>
            <a:off x="0" y="3109250"/>
            <a:ext cx="5760261" cy="92075"/>
            <a:chOff x="0" y="3109250"/>
            <a:chExt cx="5760261" cy="92075"/>
          </a:xfrm>
        </p:grpSpPr>
        <p:sp>
          <p:nvSpPr>
            <p:cNvPr id="598" name="Google Shape;598;p3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9" name="Google Shape;599;p3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00" name="Google Shape;600;p3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01" name="Google Shape;60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2" name="Google Shape;60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03" name="Google Shape;603;p3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29</a:t>
            </a:fld>
            <a:r>
              <a:rPr lang="en-US"/>
              <a:t> / 46</a:t>
            </a:r>
            <a:endParaRPr/>
          </a:p>
        </p:txBody>
      </p:sp>
      <p:pic>
        <p:nvPicPr>
          <p:cNvPr id="604" name="Google Shape;604;p35"/>
          <p:cNvPicPr preferRelativeResize="0"/>
          <p:nvPr/>
        </p:nvPicPr>
        <p:blipFill>
          <a:blip r:embed="rId4">
            <a:alphaModFix/>
          </a:blip>
          <a:stretch>
            <a:fillRect/>
          </a:stretch>
        </p:blipFill>
        <p:spPr>
          <a:xfrm>
            <a:off x="152400" y="550235"/>
            <a:ext cx="5446129" cy="2406614"/>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438640" y="448560"/>
              <a:ext cx="2996640" cy="2305800"/>
            </p14:xfrm>
          </p:contentPart>
        </mc:Choice>
        <mc:Fallback xmlns="">
          <p:pic>
            <p:nvPicPr>
              <p:cNvPr id="2" name="Ink 1"/>
              <p:cNvPicPr/>
              <p:nvPr/>
            </p:nvPicPr>
            <p:blipFill>
              <a:blip r:embed="rId6"/>
              <a:stretch>
                <a:fillRect/>
              </a:stretch>
            </p:blipFill>
            <p:spPr>
              <a:xfrm>
                <a:off x="2428920" y="436680"/>
                <a:ext cx="3021120" cy="2332080"/>
              </a:xfrm>
              <a:prstGeom prst="rect">
                <a:avLst/>
              </a:prstGeom>
            </p:spPr>
          </p:pic>
        </mc:Fallback>
      </mc:AlternateContent>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3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ew</a:t>
            </a:r>
            <a:r>
              <a:rPr lang="en-US">
                <a:solidFill>
                  <a:srgbClr val="FFFFFF"/>
                </a:solidFill>
              </a:rPr>
              <a:t> L</a:t>
            </a:r>
            <a:r>
              <a:rPr lang="en-US" cap="small">
                <a:solidFill>
                  <a:srgbClr val="FFFFFF"/>
                </a:solidFill>
              </a:rPr>
              <a:t>oss</a:t>
            </a:r>
            <a:endParaRPr/>
          </a:p>
        </p:txBody>
      </p:sp>
      <p:grpSp>
        <p:nvGrpSpPr>
          <p:cNvPr id="610" name="Google Shape;610;p36"/>
          <p:cNvGrpSpPr/>
          <p:nvPr/>
        </p:nvGrpSpPr>
        <p:grpSpPr>
          <a:xfrm>
            <a:off x="0" y="3109250"/>
            <a:ext cx="5760261" cy="92075"/>
            <a:chOff x="0" y="3109250"/>
            <a:chExt cx="5760261" cy="92075"/>
          </a:xfrm>
        </p:grpSpPr>
        <p:sp>
          <p:nvSpPr>
            <p:cNvPr id="611" name="Google Shape;611;p3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3" name="Google Shape;613;p3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14" name="Google Shape;614;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15" name="Google Shape;615;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616" name="Google Shape;616;p3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30</a:t>
            </a:fld>
            <a:r>
              <a:rPr lang="en-US"/>
              <a:t> / 46</a:t>
            </a:r>
            <a:endParaRPr/>
          </a:p>
        </p:txBody>
      </p:sp>
      <p:pic>
        <p:nvPicPr>
          <p:cNvPr id="617" name="Google Shape;617;p36"/>
          <p:cNvPicPr preferRelativeResize="0"/>
          <p:nvPr/>
        </p:nvPicPr>
        <p:blipFill>
          <a:blip r:embed="rId4">
            <a:alphaModFix/>
          </a:blip>
          <a:stretch>
            <a:fillRect/>
          </a:stretch>
        </p:blipFill>
        <p:spPr>
          <a:xfrm>
            <a:off x="152400" y="550235"/>
            <a:ext cx="5265756" cy="2406615"/>
          </a:xfrm>
          <a:prstGeom prst="rect">
            <a:avLst/>
          </a:prstGeom>
          <a:noFill/>
          <a:ln>
            <a:noFill/>
          </a:ln>
        </p:spPr>
      </p:pic>
      <p:pic>
        <p:nvPicPr>
          <p:cNvPr id="2" name="Picture 1"/>
          <p:cNvPicPr>
            <a:picLocks noChangeAspect="1"/>
          </p:cNvPicPr>
          <p:nvPr/>
        </p:nvPicPr>
        <p:blipFill>
          <a:blip r:embed="rId5"/>
          <a:stretch>
            <a:fillRect/>
          </a:stretch>
        </p:blipFill>
        <p:spPr>
          <a:xfrm>
            <a:off x="4648848" y="350325"/>
            <a:ext cx="958751" cy="247420"/>
          </a:xfrm>
          <a:prstGeom prst="rect">
            <a:avLst/>
          </a:prstGeom>
          <a:ln>
            <a:solidFill>
              <a:srgbClr val="C00000"/>
            </a:solidFill>
          </a:ln>
        </p:spPr>
      </p:pic>
      <mc:AlternateContent xmlns:mc="http://schemas.openxmlformats.org/markup-compatibility/2006" xmlns:p14="http://schemas.microsoft.com/office/powerpoint/2010/main">
        <mc:Choice Requires="p14">
          <p:contentPart p14:bwMode="auto" r:id="rId6">
            <p14:nvContentPartPr>
              <p14:cNvPr id="3" name="Ink 2"/>
              <p14:cNvContentPartPr/>
              <p14:nvPr/>
            </p14:nvContentPartPr>
            <p14:xfrm>
              <a:off x="797040" y="461520"/>
              <a:ext cx="4340520" cy="2588040"/>
            </p14:xfrm>
          </p:contentPart>
        </mc:Choice>
        <mc:Fallback xmlns="">
          <p:pic>
            <p:nvPicPr>
              <p:cNvPr id="3" name="Ink 2"/>
              <p:cNvPicPr/>
              <p:nvPr/>
            </p:nvPicPr>
            <p:blipFill>
              <a:blip r:embed="rId7"/>
              <a:stretch>
                <a:fillRect/>
              </a:stretch>
            </p:blipFill>
            <p:spPr>
              <a:xfrm>
                <a:off x="785520" y="452880"/>
                <a:ext cx="4367520" cy="2610000"/>
              </a:xfrm>
              <a:prstGeom prst="rect">
                <a:avLst/>
              </a:prstGeom>
            </p:spPr>
          </p:pic>
        </mc:Fallback>
      </mc:AlternateContent>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621"/>
        <p:cNvGrpSpPr/>
        <p:nvPr/>
      </p:nvGrpSpPr>
      <p:grpSpPr>
        <a:xfrm>
          <a:off x="0" y="0"/>
          <a:ext cx="0" cy="0"/>
          <a:chOff x="0" y="0"/>
          <a:chExt cx="0" cy="0"/>
        </a:xfrm>
      </p:grpSpPr>
      <p:sp>
        <p:nvSpPr>
          <p:cNvPr id="622" name="Google Shape;622;p3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omputational</a:t>
            </a:r>
            <a:r>
              <a:rPr lang="en-US">
                <a:solidFill>
                  <a:srgbClr val="FFFFFF"/>
                </a:solidFill>
              </a:rPr>
              <a:t> G</a:t>
            </a:r>
            <a:r>
              <a:rPr lang="en-US" cap="small">
                <a:solidFill>
                  <a:srgbClr val="FFFFFF"/>
                </a:solidFill>
              </a:rPr>
              <a:t>raph</a:t>
            </a:r>
            <a:r>
              <a:rPr lang="en-US">
                <a:solidFill>
                  <a:srgbClr val="FFFFFF"/>
                </a:solidFill>
              </a:rPr>
              <a:t> </a:t>
            </a:r>
            <a:r>
              <a:rPr lang="en-US" cap="small">
                <a:solidFill>
                  <a:srgbClr val="FFFFFF"/>
                </a:solidFill>
              </a:rPr>
              <a:t>for</a:t>
            </a:r>
            <a:r>
              <a:rPr lang="en-US">
                <a:solidFill>
                  <a:srgbClr val="FFFFFF"/>
                </a:solidFill>
              </a:rPr>
              <a:t> O</a:t>
            </a:r>
            <a:r>
              <a:rPr lang="en-US" cap="small">
                <a:solidFill>
                  <a:srgbClr val="FFFFFF"/>
                </a:solidFill>
              </a:rPr>
              <a:t>ne</a:t>
            </a:r>
            <a:r>
              <a:rPr lang="en-US">
                <a:solidFill>
                  <a:srgbClr val="FFFFFF"/>
                </a:solidFill>
              </a:rPr>
              <a:t> G</a:t>
            </a:r>
            <a:r>
              <a:rPr lang="en-US" cap="small">
                <a:solidFill>
                  <a:srgbClr val="FFFFFF"/>
                </a:solidFill>
              </a:rPr>
              <a:t>radient</a:t>
            </a:r>
            <a:endParaRPr/>
          </a:p>
        </p:txBody>
      </p:sp>
      <p:grpSp>
        <p:nvGrpSpPr>
          <p:cNvPr id="623" name="Google Shape;623;p37"/>
          <p:cNvGrpSpPr/>
          <p:nvPr/>
        </p:nvGrpSpPr>
        <p:grpSpPr>
          <a:xfrm>
            <a:off x="2367784" y="848642"/>
            <a:ext cx="432434" cy="288290"/>
            <a:chOff x="2367784" y="848642"/>
            <a:chExt cx="432434" cy="288290"/>
          </a:xfrm>
        </p:grpSpPr>
        <p:sp>
          <p:nvSpPr>
            <p:cNvPr id="624" name="Google Shape;624;p37"/>
            <p:cNvSpPr/>
            <p:nvPr/>
          </p:nvSpPr>
          <p:spPr>
            <a:xfrm>
              <a:off x="2367784" y="848642"/>
              <a:ext cx="432434" cy="288290"/>
            </a:xfrm>
            <a:custGeom>
              <a:avLst/>
              <a:gdLst/>
              <a:ahLst/>
              <a:cxnLst/>
              <a:rect l="l" t="t" r="r" b="b"/>
              <a:pathLst>
                <a:path w="432435" h="288290" extrusionOk="0">
                  <a:moveTo>
                    <a:pt x="432004" y="0"/>
                  </a:moveTo>
                  <a:lnTo>
                    <a:pt x="0" y="0"/>
                  </a:lnTo>
                  <a:lnTo>
                    <a:pt x="0" y="288004"/>
                  </a:lnTo>
                  <a:lnTo>
                    <a:pt x="432004" y="288004"/>
                  </a:lnTo>
                  <a:lnTo>
                    <a:pt x="432004" y="0"/>
                  </a:lnTo>
                  <a:close/>
                </a:path>
              </a:pathLst>
            </a:custGeom>
            <a:solidFill>
              <a:srgbClr val="99CCC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5" name="Google Shape;625;p37"/>
            <p:cNvSpPr/>
            <p:nvPr/>
          </p:nvSpPr>
          <p:spPr>
            <a:xfrm>
              <a:off x="2367784" y="848642"/>
              <a:ext cx="432434" cy="288290"/>
            </a:xfrm>
            <a:custGeom>
              <a:avLst/>
              <a:gdLst/>
              <a:ahLst/>
              <a:cxnLst/>
              <a:rect l="l" t="t" r="r" b="b"/>
              <a:pathLst>
                <a:path w="432435" h="288290" extrusionOk="0">
                  <a:moveTo>
                    <a:pt x="0" y="288004"/>
                  </a:moveTo>
                  <a:lnTo>
                    <a:pt x="432004" y="288004"/>
                  </a:lnTo>
                  <a:lnTo>
                    <a:pt x="432004" y="0"/>
                  </a:lnTo>
                  <a:lnTo>
                    <a:pt x="0" y="0"/>
                  </a:lnTo>
                  <a:lnTo>
                    <a:pt x="0" y="288004"/>
                  </a:lnTo>
                  <a:close/>
                </a:path>
              </a:pathLst>
            </a:custGeom>
            <a:noFill/>
            <a:ln w="10100" cap="flat" cmpd="sng">
              <a:solidFill>
                <a:srgbClr val="66B2B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26" name="Google Shape;626;p37"/>
          <p:cNvSpPr txBox="1"/>
          <p:nvPr/>
        </p:nvSpPr>
        <p:spPr>
          <a:xfrm>
            <a:off x="2372845" y="899895"/>
            <a:ext cx="422275" cy="175260"/>
          </a:xfrm>
          <a:prstGeom prst="rect">
            <a:avLst/>
          </a:prstGeom>
          <a:noFill/>
          <a:ln>
            <a:noFill/>
          </a:ln>
        </p:spPr>
        <p:txBody>
          <a:bodyPr spcFirstLastPara="1" wrap="square" lIns="0" tIns="16500"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X</a:t>
            </a:r>
            <a:endParaRPr sz="950">
              <a:latin typeface="Arial"/>
              <a:ea typeface="Arial"/>
              <a:cs typeface="Arial"/>
              <a:sym typeface="Arial"/>
            </a:endParaRPr>
          </a:p>
        </p:txBody>
      </p:sp>
      <p:sp>
        <p:nvSpPr>
          <p:cNvPr id="627" name="Google Shape;627;p37"/>
          <p:cNvSpPr txBox="1"/>
          <p:nvPr/>
        </p:nvSpPr>
        <p:spPr>
          <a:xfrm>
            <a:off x="3529919" y="848642"/>
            <a:ext cx="432434" cy="288290"/>
          </a:xfrm>
          <a:prstGeom prst="rect">
            <a:avLst/>
          </a:prstGeom>
          <a:solidFill>
            <a:srgbClr val="99CCCC"/>
          </a:solidFill>
          <a:ln w="10100" cap="flat" cmpd="sng">
            <a:solidFill>
              <a:srgbClr val="66B2B2"/>
            </a:solidFill>
            <a:prstDash val="solid"/>
            <a:round/>
            <a:headEnd type="none" w="sm" len="sm"/>
            <a:tailEnd type="none" w="sm" len="sm"/>
          </a:ln>
        </p:spPr>
        <p:txBody>
          <a:bodyPr spcFirstLastPara="1" wrap="square" lIns="0" tIns="43175"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y</a:t>
            </a:r>
            <a:endParaRPr sz="950">
              <a:latin typeface="Arial"/>
              <a:ea typeface="Arial"/>
              <a:cs typeface="Arial"/>
              <a:sym typeface="Arial"/>
            </a:endParaRPr>
          </a:p>
        </p:txBody>
      </p:sp>
      <p:grpSp>
        <p:nvGrpSpPr>
          <p:cNvPr id="628" name="Google Shape;628;p37"/>
          <p:cNvGrpSpPr/>
          <p:nvPr/>
        </p:nvGrpSpPr>
        <p:grpSpPr>
          <a:xfrm>
            <a:off x="2403784" y="1470770"/>
            <a:ext cx="360045" cy="360045"/>
            <a:chOff x="2403784" y="1470770"/>
            <a:chExt cx="360045" cy="360045"/>
          </a:xfrm>
        </p:grpSpPr>
        <p:sp>
          <p:nvSpPr>
            <p:cNvPr id="629" name="Google Shape;629;p37"/>
            <p:cNvSpPr/>
            <p:nvPr/>
          </p:nvSpPr>
          <p:spPr>
            <a:xfrm>
              <a:off x="2403784" y="1470770"/>
              <a:ext cx="360045" cy="360045"/>
            </a:xfrm>
            <a:custGeom>
              <a:avLst/>
              <a:gdLst/>
              <a:ahLst/>
              <a:cxnLst/>
              <a:rect l="l" t="t" r="r" b="b"/>
              <a:pathLst>
                <a:path w="360044" h="360044" extrusionOk="0">
                  <a:moveTo>
                    <a:pt x="180002" y="0"/>
                  </a:moveTo>
                  <a:lnTo>
                    <a:pt x="132150" y="6429"/>
                  </a:lnTo>
                  <a:lnTo>
                    <a:pt x="89151" y="24575"/>
                  </a:lnTo>
                  <a:lnTo>
                    <a:pt x="52720" y="52720"/>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lnTo>
                    <a:pt x="353574" y="132150"/>
                  </a:lnTo>
                  <a:lnTo>
                    <a:pt x="335428" y="89151"/>
                  </a:lnTo>
                  <a:lnTo>
                    <a:pt x="307283" y="52720"/>
                  </a:lnTo>
                  <a:lnTo>
                    <a:pt x="270853" y="24575"/>
                  </a:lnTo>
                  <a:lnTo>
                    <a:pt x="227854" y="6429"/>
                  </a:lnTo>
                  <a:lnTo>
                    <a:pt x="180002"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0" name="Google Shape;630;p37"/>
            <p:cNvSpPr/>
            <p:nvPr/>
          </p:nvSpPr>
          <p:spPr>
            <a:xfrm>
              <a:off x="2403784" y="1470770"/>
              <a:ext cx="360045" cy="360045"/>
            </a:xfrm>
            <a:custGeom>
              <a:avLst/>
              <a:gdLst/>
              <a:ahLst/>
              <a:cxnLst/>
              <a:rect l="l" t="t" r="r" b="b"/>
              <a:pathLst>
                <a:path w="360044" h="360044" extrusionOk="0">
                  <a:moveTo>
                    <a:pt x="360004" y="180002"/>
                  </a:moveTo>
                  <a:lnTo>
                    <a:pt x="353574" y="132150"/>
                  </a:lnTo>
                  <a:lnTo>
                    <a:pt x="335428" y="89151"/>
                  </a:lnTo>
                  <a:lnTo>
                    <a:pt x="307283" y="52720"/>
                  </a:lnTo>
                  <a:lnTo>
                    <a:pt x="270853" y="24575"/>
                  </a:lnTo>
                  <a:lnTo>
                    <a:pt x="227854" y="6429"/>
                  </a:lnTo>
                  <a:lnTo>
                    <a:pt x="180002" y="0"/>
                  </a:lnTo>
                  <a:lnTo>
                    <a:pt x="132150" y="6429"/>
                  </a:lnTo>
                  <a:lnTo>
                    <a:pt x="89151" y="24575"/>
                  </a:lnTo>
                  <a:lnTo>
                    <a:pt x="52720" y="52720"/>
                  </a:lnTo>
                  <a:lnTo>
                    <a:pt x="24575" y="89151"/>
                  </a:lnTo>
                  <a:lnTo>
                    <a:pt x="6429" y="132150"/>
                  </a:lnTo>
                  <a:lnTo>
                    <a:pt x="0" y="180002"/>
                  </a:lnTo>
                  <a:lnTo>
                    <a:pt x="6429" y="227854"/>
                  </a:lnTo>
                  <a:lnTo>
                    <a:pt x="24575" y="270853"/>
                  </a:lnTo>
                  <a:lnTo>
                    <a:pt x="52720" y="307283"/>
                  </a:lnTo>
                  <a:lnTo>
                    <a:pt x="89151" y="335429"/>
                  </a:lnTo>
                  <a:lnTo>
                    <a:pt x="132150" y="353574"/>
                  </a:lnTo>
                  <a:lnTo>
                    <a:pt x="180002" y="360004"/>
                  </a:lnTo>
                  <a:lnTo>
                    <a:pt x="227854" y="353574"/>
                  </a:lnTo>
                  <a:lnTo>
                    <a:pt x="270853" y="335429"/>
                  </a:lnTo>
                  <a:lnTo>
                    <a:pt x="307283" y="307283"/>
                  </a:lnTo>
                  <a:lnTo>
                    <a:pt x="335428" y="270853"/>
                  </a:lnTo>
                  <a:lnTo>
                    <a:pt x="353574" y="227854"/>
                  </a:lnTo>
                  <a:lnTo>
                    <a:pt x="360004" y="180002"/>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31" name="Google Shape;631;p37"/>
          <p:cNvSpPr txBox="1"/>
          <p:nvPr/>
        </p:nvSpPr>
        <p:spPr>
          <a:xfrm>
            <a:off x="2517190" y="1534158"/>
            <a:ext cx="133350"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sp>
        <p:nvSpPr>
          <p:cNvPr id="632" name="Google Shape;632;p37"/>
          <p:cNvSpPr txBox="1"/>
          <p:nvPr/>
        </p:nvSpPr>
        <p:spPr>
          <a:xfrm>
            <a:off x="2367784" y="2164898"/>
            <a:ext cx="432434" cy="288290"/>
          </a:xfrm>
          <a:prstGeom prst="rect">
            <a:avLst/>
          </a:prstGeom>
          <a:solidFill>
            <a:srgbClr val="9999FF"/>
          </a:solidFill>
          <a:ln w="10100" cap="flat" cmpd="sng">
            <a:solidFill>
              <a:srgbClr val="6666FF"/>
            </a:solidFill>
            <a:prstDash val="solid"/>
            <a:round/>
            <a:headEnd type="none" w="sm" len="sm"/>
            <a:tailEnd type="none" w="sm" len="sm"/>
          </a:ln>
        </p:spPr>
        <p:txBody>
          <a:bodyPr spcFirstLastPara="1" wrap="square" lIns="0" tIns="41275"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p:txBody>
      </p:sp>
      <p:grpSp>
        <p:nvGrpSpPr>
          <p:cNvPr id="633" name="Google Shape;633;p37"/>
          <p:cNvGrpSpPr/>
          <p:nvPr/>
        </p:nvGrpSpPr>
        <p:grpSpPr>
          <a:xfrm>
            <a:off x="3241914" y="2128899"/>
            <a:ext cx="360045" cy="360045"/>
            <a:chOff x="3241914" y="2128899"/>
            <a:chExt cx="360045" cy="360045"/>
          </a:xfrm>
        </p:grpSpPr>
        <p:sp>
          <p:nvSpPr>
            <p:cNvPr id="634" name="Google Shape;634;p37"/>
            <p:cNvSpPr/>
            <p:nvPr/>
          </p:nvSpPr>
          <p:spPr>
            <a:xfrm>
              <a:off x="3241914" y="2128899"/>
              <a:ext cx="360045" cy="360045"/>
            </a:xfrm>
            <a:custGeom>
              <a:avLst/>
              <a:gdLst/>
              <a:ahLst/>
              <a:cxnLst/>
              <a:rect l="l" t="t" r="r" b="b"/>
              <a:pathLst>
                <a:path w="360045" h="360044" extrusionOk="0">
                  <a:moveTo>
                    <a:pt x="180002" y="0"/>
                  </a:moveTo>
                  <a:lnTo>
                    <a:pt x="132150" y="6429"/>
                  </a:lnTo>
                  <a:lnTo>
                    <a:pt x="89151" y="24575"/>
                  </a:lnTo>
                  <a:lnTo>
                    <a:pt x="52720" y="52720"/>
                  </a:lnTo>
                  <a:lnTo>
                    <a:pt x="24575" y="89150"/>
                  </a:lnTo>
                  <a:lnTo>
                    <a:pt x="6429" y="132149"/>
                  </a:lnTo>
                  <a:lnTo>
                    <a:pt x="0" y="180001"/>
                  </a:lnTo>
                  <a:lnTo>
                    <a:pt x="6429" y="227854"/>
                  </a:lnTo>
                  <a:lnTo>
                    <a:pt x="24575" y="270853"/>
                  </a:lnTo>
                  <a:lnTo>
                    <a:pt x="52720" y="307283"/>
                  </a:lnTo>
                  <a:lnTo>
                    <a:pt x="89151" y="335428"/>
                  </a:lnTo>
                  <a:lnTo>
                    <a:pt x="132150" y="353574"/>
                  </a:lnTo>
                  <a:lnTo>
                    <a:pt x="180002" y="360004"/>
                  </a:lnTo>
                  <a:lnTo>
                    <a:pt x="227854" y="353574"/>
                  </a:lnTo>
                  <a:lnTo>
                    <a:pt x="270853" y="335428"/>
                  </a:lnTo>
                  <a:lnTo>
                    <a:pt x="307283" y="307283"/>
                  </a:lnTo>
                  <a:lnTo>
                    <a:pt x="335428" y="270853"/>
                  </a:lnTo>
                  <a:lnTo>
                    <a:pt x="353574" y="227854"/>
                  </a:lnTo>
                  <a:lnTo>
                    <a:pt x="360004" y="180001"/>
                  </a:lnTo>
                  <a:lnTo>
                    <a:pt x="353574" y="132149"/>
                  </a:lnTo>
                  <a:lnTo>
                    <a:pt x="335428" y="89150"/>
                  </a:lnTo>
                  <a:lnTo>
                    <a:pt x="307283" y="52720"/>
                  </a:lnTo>
                  <a:lnTo>
                    <a:pt x="270853" y="24575"/>
                  </a:lnTo>
                  <a:lnTo>
                    <a:pt x="227854" y="6429"/>
                  </a:lnTo>
                  <a:lnTo>
                    <a:pt x="180002"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35" name="Google Shape;635;p37"/>
            <p:cNvSpPr/>
            <p:nvPr/>
          </p:nvSpPr>
          <p:spPr>
            <a:xfrm>
              <a:off x="3241914" y="2128899"/>
              <a:ext cx="360045" cy="360045"/>
            </a:xfrm>
            <a:custGeom>
              <a:avLst/>
              <a:gdLst/>
              <a:ahLst/>
              <a:cxnLst/>
              <a:rect l="l" t="t" r="r" b="b"/>
              <a:pathLst>
                <a:path w="360045" h="360044" extrusionOk="0">
                  <a:moveTo>
                    <a:pt x="360004" y="180001"/>
                  </a:moveTo>
                  <a:lnTo>
                    <a:pt x="353574" y="132149"/>
                  </a:lnTo>
                  <a:lnTo>
                    <a:pt x="335428" y="89150"/>
                  </a:lnTo>
                  <a:lnTo>
                    <a:pt x="307283" y="52720"/>
                  </a:lnTo>
                  <a:lnTo>
                    <a:pt x="270853" y="24575"/>
                  </a:lnTo>
                  <a:lnTo>
                    <a:pt x="227854" y="6429"/>
                  </a:lnTo>
                  <a:lnTo>
                    <a:pt x="180002" y="0"/>
                  </a:lnTo>
                  <a:lnTo>
                    <a:pt x="132150" y="6429"/>
                  </a:lnTo>
                  <a:lnTo>
                    <a:pt x="89151" y="24575"/>
                  </a:lnTo>
                  <a:lnTo>
                    <a:pt x="52720" y="52720"/>
                  </a:lnTo>
                  <a:lnTo>
                    <a:pt x="24575" y="89150"/>
                  </a:lnTo>
                  <a:lnTo>
                    <a:pt x="6429" y="132149"/>
                  </a:lnTo>
                  <a:lnTo>
                    <a:pt x="0" y="180001"/>
                  </a:lnTo>
                  <a:lnTo>
                    <a:pt x="6429" y="227854"/>
                  </a:lnTo>
                  <a:lnTo>
                    <a:pt x="24575" y="270853"/>
                  </a:lnTo>
                  <a:lnTo>
                    <a:pt x="52720" y="307283"/>
                  </a:lnTo>
                  <a:lnTo>
                    <a:pt x="89151" y="335428"/>
                  </a:lnTo>
                  <a:lnTo>
                    <a:pt x="132150" y="353574"/>
                  </a:lnTo>
                  <a:lnTo>
                    <a:pt x="180002" y="360004"/>
                  </a:lnTo>
                  <a:lnTo>
                    <a:pt x="227854" y="353574"/>
                  </a:lnTo>
                  <a:lnTo>
                    <a:pt x="270853" y="335428"/>
                  </a:lnTo>
                  <a:lnTo>
                    <a:pt x="307283" y="307283"/>
                  </a:lnTo>
                  <a:lnTo>
                    <a:pt x="335428" y="270853"/>
                  </a:lnTo>
                  <a:lnTo>
                    <a:pt x="353574" y="227854"/>
                  </a:lnTo>
                  <a:lnTo>
                    <a:pt x="360004" y="180001"/>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36" name="Google Shape;636;p37"/>
          <p:cNvSpPr txBox="1"/>
          <p:nvPr/>
        </p:nvSpPr>
        <p:spPr>
          <a:xfrm>
            <a:off x="3355314" y="2192272"/>
            <a:ext cx="133350"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sp>
        <p:nvSpPr>
          <p:cNvPr id="637" name="Google Shape;637;p37"/>
          <p:cNvSpPr txBox="1"/>
          <p:nvPr/>
        </p:nvSpPr>
        <p:spPr>
          <a:xfrm>
            <a:off x="3205914" y="2751027"/>
            <a:ext cx="432434" cy="288290"/>
          </a:xfrm>
          <a:prstGeom prst="rect">
            <a:avLst/>
          </a:prstGeom>
          <a:solidFill>
            <a:srgbClr val="9999FF"/>
          </a:solidFill>
          <a:ln w="10100" cap="flat" cmpd="sng">
            <a:solidFill>
              <a:srgbClr val="6666FF"/>
            </a:solidFill>
            <a:prstDash val="solid"/>
            <a:round/>
            <a:headEnd type="none" w="sm" len="sm"/>
            <a:tailEnd type="none" w="sm" len="sm"/>
          </a:ln>
        </p:spPr>
        <p:txBody>
          <a:bodyPr spcFirstLastPara="1" wrap="square" lIns="0" tIns="56500" rIns="0" bIns="0" anchor="t" anchorCtr="0">
            <a:spAutoFit/>
          </a:bodyPr>
          <a:lstStyle/>
          <a:p>
            <a:pPr marL="0" lvl="0" indent="0" algn="ctr" rtl="0">
              <a:lnSpc>
                <a:spcPct val="100000"/>
              </a:lnSpc>
              <a:spcBef>
                <a:spcPts val="0"/>
              </a:spcBef>
              <a:spcAft>
                <a:spcPts val="0"/>
              </a:spcAft>
              <a:buNone/>
            </a:pPr>
            <a:r>
              <a:rPr lang="en-US" sz="950" b="1">
                <a:latin typeface="Arial"/>
                <a:ea typeface="Arial"/>
                <a:cs typeface="Arial"/>
                <a:sym typeface="Arial"/>
              </a:rPr>
              <a:t>e</a:t>
            </a:r>
            <a:endParaRPr sz="950">
              <a:latin typeface="Arial"/>
              <a:ea typeface="Arial"/>
              <a:cs typeface="Arial"/>
              <a:sym typeface="Arial"/>
            </a:endParaRPr>
          </a:p>
        </p:txBody>
      </p:sp>
      <p:grpSp>
        <p:nvGrpSpPr>
          <p:cNvPr id="638" name="Google Shape;638;p37"/>
          <p:cNvGrpSpPr/>
          <p:nvPr/>
        </p:nvGrpSpPr>
        <p:grpSpPr>
          <a:xfrm>
            <a:off x="4008045" y="2667994"/>
            <a:ext cx="454659" cy="454659"/>
            <a:chOff x="4008045" y="2667994"/>
            <a:chExt cx="454659" cy="454659"/>
          </a:xfrm>
        </p:grpSpPr>
        <p:sp>
          <p:nvSpPr>
            <p:cNvPr id="639" name="Google Shape;639;p37"/>
            <p:cNvSpPr/>
            <p:nvPr/>
          </p:nvSpPr>
          <p:spPr>
            <a:xfrm>
              <a:off x="4008045" y="2667994"/>
              <a:ext cx="454659" cy="454659"/>
            </a:xfrm>
            <a:custGeom>
              <a:avLst/>
              <a:gdLst/>
              <a:ahLst/>
              <a:cxnLst/>
              <a:rect l="l" t="t" r="r" b="b"/>
              <a:pathLst>
                <a:path w="454660" h="454660" extrusionOk="0">
                  <a:moveTo>
                    <a:pt x="227035" y="0"/>
                  </a:moveTo>
                  <a:lnTo>
                    <a:pt x="181279" y="4612"/>
                  </a:lnTo>
                  <a:lnTo>
                    <a:pt x="138662" y="17841"/>
                  </a:lnTo>
                  <a:lnTo>
                    <a:pt x="100097" y="38773"/>
                  </a:lnTo>
                  <a:lnTo>
                    <a:pt x="66496" y="66496"/>
                  </a:lnTo>
                  <a:lnTo>
                    <a:pt x="38773" y="100097"/>
                  </a:lnTo>
                  <a:lnTo>
                    <a:pt x="17841" y="138662"/>
                  </a:lnTo>
                  <a:lnTo>
                    <a:pt x="4612" y="181279"/>
                  </a:lnTo>
                  <a:lnTo>
                    <a:pt x="0" y="227035"/>
                  </a:lnTo>
                  <a:lnTo>
                    <a:pt x="4612" y="272791"/>
                  </a:lnTo>
                  <a:lnTo>
                    <a:pt x="17841" y="315408"/>
                  </a:lnTo>
                  <a:lnTo>
                    <a:pt x="38773" y="353973"/>
                  </a:lnTo>
                  <a:lnTo>
                    <a:pt x="66496" y="387574"/>
                  </a:lnTo>
                  <a:lnTo>
                    <a:pt x="100097" y="415297"/>
                  </a:lnTo>
                  <a:lnTo>
                    <a:pt x="138662" y="436229"/>
                  </a:lnTo>
                  <a:lnTo>
                    <a:pt x="181279" y="449458"/>
                  </a:lnTo>
                  <a:lnTo>
                    <a:pt x="227035" y="454070"/>
                  </a:lnTo>
                  <a:lnTo>
                    <a:pt x="272791" y="449458"/>
                  </a:lnTo>
                  <a:lnTo>
                    <a:pt x="315408" y="436229"/>
                  </a:lnTo>
                  <a:lnTo>
                    <a:pt x="353973" y="415297"/>
                  </a:lnTo>
                  <a:lnTo>
                    <a:pt x="387574" y="387574"/>
                  </a:lnTo>
                  <a:lnTo>
                    <a:pt x="415297" y="353973"/>
                  </a:lnTo>
                  <a:lnTo>
                    <a:pt x="436229" y="315408"/>
                  </a:lnTo>
                  <a:lnTo>
                    <a:pt x="449458" y="272791"/>
                  </a:lnTo>
                  <a:lnTo>
                    <a:pt x="454070" y="227035"/>
                  </a:lnTo>
                  <a:lnTo>
                    <a:pt x="449458" y="181279"/>
                  </a:lnTo>
                  <a:lnTo>
                    <a:pt x="436229" y="138662"/>
                  </a:lnTo>
                  <a:lnTo>
                    <a:pt x="415297" y="100097"/>
                  </a:lnTo>
                  <a:lnTo>
                    <a:pt x="387574" y="66496"/>
                  </a:lnTo>
                  <a:lnTo>
                    <a:pt x="353973" y="38773"/>
                  </a:lnTo>
                  <a:lnTo>
                    <a:pt x="315408" y="17841"/>
                  </a:lnTo>
                  <a:lnTo>
                    <a:pt x="272791" y="4612"/>
                  </a:lnTo>
                  <a:lnTo>
                    <a:pt x="227035" y="0"/>
                  </a:lnTo>
                  <a:close/>
                </a:path>
              </a:pathLst>
            </a:custGeom>
            <a:solidFill>
              <a:srgbClr val="F2F2F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0" name="Google Shape;640;p37"/>
            <p:cNvSpPr/>
            <p:nvPr/>
          </p:nvSpPr>
          <p:spPr>
            <a:xfrm>
              <a:off x="4008045" y="2667994"/>
              <a:ext cx="454659" cy="454659"/>
            </a:xfrm>
            <a:custGeom>
              <a:avLst/>
              <a:gdLst/>
              <a:ahLst/>
              <a:cxnLst/>
              <a:rect l="l" t="t" r="r" b="b"/>
              <a:pathLst>
                <a:path w="454660" h="454660" extrusionOk="0">
                  <a:moveTo>
                    <a:pt x="454070" y="227035"/>
                  </a:moveTo>
                  <a:lnTo>
                    <a:pt x="449458" y="181279"/>
                  </a:lnTo>
                  <a:lnTo>
                    <a:pt x="436229" y="138662"/>
                  </a:lnTo>
                  <a:lnTo>
                    <a:pt x="415297" y="100097"/>
                  </a:lnTo>
                  <a:lnTo>
                    <a:pt x="387574" y="66496"/>
                  </a:lnTo>
                  <a:lnTo>
                    <a:pt x="353973" y="38773"/>
                  </a:lnTo>
                  <a:lnTo>
                    <a:pt x="315408" y="17841"/>
                  </a:lnTo>
                  <a:lnTo>
                    <a:pt x="272791" y="4612"/>
                  </a:lnTo>
                  <a:lnTo>
                    <a:pt x="227035" y="0"/>
                  </a:lnTo>
                  <a:lnTo>
                    <a:pt x="181279" y="4612"/>
                  </a:lnTo>
                  <a:lnTo>
                    <a:pt x="138662" y="17841"/>
                  </a:lnTo>
                  <a:lnTo>
                    <a:pt x="100097" y="38773"/>
                  </a:lnTo>
                  <a:lnTo>
                    <a:pt x="66496" y="66496"/>
                  </a:lnTo>
                  <a:lnTo>
                    <a:pt x="38773" y="100097"/>
                  </a:lnTo>
                  <a:lnTo>
                    <a:pt x="17841" y="138662"/>
                  </a:lnTo>
                  <a:lnTo>
                    <a:pt x="4612" y="181279"/>
                  </a:lnTo>
                  <a:lnTo>
                    <a:pt x="0" y="227035"/>
                  </a:lnTo>
                  <a:lnTo>
                    <a:pt x="4612" y="272791"/>
                  </a:lnTo>
                  <a:lnTo>
                    <a:pt x="17841" y="315408"/>
                  </a:lnTo>
                  <a:lnTo>
                    <a:pt x="38773" y="353973"/>
                  </a:lnTo>
                  <a:lnTo>
                    <a:pt x="66496" y="387574"/>
                  </a:lnTo>
                  <a:lnTo>
                    <a:pt x="100097" y="415297"/>
                  </a:lnTo>
                  <a:lnTo>
                    <a:pt x="138662" y="436229"/>
                  </a:lnTo>
                  <a:lnTo>
                    <a:pt x="181279" y="449458"/>
                  </a:lnTo>
                  <a:lnTo>
                    <a:pt x="227035" y="454070"/>
                  </a:lnTo>
                  <a:lnTo>
                    <a:pt x="272791" y="449458"/>
                  </a:lnTo>
                  <a:lnTo>
                    <a:pt x="315408" y="436229"/>
                  </a:lnTo>
                  <a:lnTo>
                    <a:pt x="353973" y="415297"/>
                  </a:lnTo>
                  <a:lnTo>
                    <a:pt x="387574" y="387574"/>
                  </a:lnTo>
                  <a:lnTo>
                    <a:pt x="415297" y="353973"/>
                  </a:lnTo>
                  <a:lnTo>
                    <a:pt x="436229" y="315408"/>
                  </a:lnTo>
                  <a:lnTo>
                    <a:pt x="449458" y="272791"/>
                  </a:lnTo>
                  <a:lnTo>
                    <a:pt x="454070" y="227035"/>
                  </a:lnTo>
                  <a:close/>
                </a:path>
              </a:pathLst>
            </a:custGeom>
            <a:noFill/>
            <a:ln w="10100"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1" name="Google Shape;641;p37"/>
            <p:cNvPicPr preferRelativeResize="0"/>
            <p:nvPr/>
          </p:nvPicPr>
          <p:blipFill rotWithShape="1">
            <a:blip r:embed="rId3">
              <a:alphaModFix/>
            </a:blip>
            <a:srcRect/>
            <a:stretch/>
          </p:blipFill>
          <p:spPr>
            <a:xfrm>
              <a:off x="4103128" y="2830144"/>
              <a:ext cx="34925" cy="139700"/>
            </a:xfrm>
            <a:prstGeom prst="rect">
              <a:avLst/>
            </a:prstGeom>
            <a:noFill/>
            <a:ln>
              <a:noFill/>
            </a:ln>
          </p:spPr>
        </p:pic>
      </p:grpSp>
      <p:sp>
        <p:nvSpPr>
          <p:cNvPr id="642" name="Google Shape;642;p37"/>
          <p:cNvSpPr txBox="1"/>
          <p:nvPr/>
        </p:nvSpPr>
        <p:spPr>
          <a:xfrm>
            <a:off x="4174583" y="2783673"/>
            <a:ext cx="64135" cy="191770"/>
          </a:xfrm>
          <a:prstGeom prst="rect">
            <a:avLst/>
          </a:prstGeom>
          <a:noFill/>
          <a:ln>
            <a:noFill/>
          </a:ln>
        </p:spPr>
        <p:txBody>
          <a:bodyPr spcFirstLastPara="1" wrap="square" lIns="0" tIns="11425" rIns="0" bIns="0" anchor="t" anchorCtr="0">
            <a:spAutoFit/>
          </a:bodyPr>
          <a:lstStyle/>
          <a:p>
            <a:pPr marL="12700" lvl="0" indent="0" algn="l" rtl="0">
              <a:lnSpc>
                <a:spcPct val="100000"/>
              </a:lnSpc>
              <a:spcBef>
                <a:spcPts val="0"/>
              </a:spcBef>
              <a:spcAft>
                <a:spcPts val="0"/>
              </a:spcAft>
              <a:buNone/>
            </a:pPr>
            <a:r>
              <a:rPr lang="en-US" sz="1100">
                <a:latin typeface="Lucida Sans"/>
                <a:ea typeface="Lucida Sans"/>
                <a:cs typeface="Lucida Sans"/>
                <a:sym typeface="Lucida Sans"/>
              </a:rPr>
              <a:t>·</a:t>
            </a:r>
            <a:endParaRPr sz="1100">
              <a:latin typeface="Lucida Sans"/>
              <a:ea typeface="Lucida Sans"/>
              <a:cs typeface="Lucida Sans"/>
              <a:sym typeface="Lucida Sans"/>
            </a:endParaRPr>
          </a:p>
        </p:txBody>
      </p:sp>
      <p:pic>
        <p:nvPicPr>
          <p:cNvPr id="643" name="Google Shape;643;p37"/>
          <p:cNvPicPr preferRelativeResize="0"/>
          <p:nvPr/>
        </p:nvPicPr>
        <p:blipFill rotWithShape="1">
          <a:blip r:embed="rId3">
            <a:alphaModFix/>
          </a:blip>
          <a:srcRect/>
          <a:stretch/>
        </p:blipFill>
        <p:spPr>
          <a:xfrm>
            <a:off x="4272403" y="2830144"/>
            <a:ext cx="34925" cy="139700"/>
          </a:xfrm>
          <a:prstGeom prst="rect">
            <a:avLst/>
          </a:prstGeom>
          <a:noFill/>
          <a:ln>
            <a:noFill/>
          </a:ln>
        </p:spPr>
      </p:pic>
      <p:sp>
        <p:nvSpPr>
          <p:cNvPr id="644" name="Google Shape;644;p37"/>
          <p:cNvSpPr txBox="1"/>
          <p:nvPr/>
        </p:nvSpPr>
        <p:spPr>
          <a:xfrm>
            <a:off x="4313161" y="2780841"/>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2</a:t>
            </a:r>
            <a:endParaRPr sz="700">
              <a:latin typeface="Arial"/>
              <a:ea typeface="Arial"/>
              <a:cs typeface="Arial"/>
              <a:sym typeface="Arial"/>
            </a:endParaRPr>
          </a:p>
        </p:txBody>
      </p:sp>
      <p:sp>
        <p:nvSpPr>
          <p:cNvPr id="645" name="Google Shape;645;p37"/>
          <p:cNvSpPr txBox="1"/>
          <p:nvPr/>
        </p:nvSpPr>
        <p:spPr>
          <a:xfrm>
            <a:off x="4832243" y="2751027"/>
            <a:ext cx="432434" cy="288290"/>
          </a:xfrm>
          <a:prstGeom prst="rect">
            <a:avLst/>
          </a:prstGeom>
          <a:solidFill>
            <a:srgbClr val="E599B2"/>
          </a:solidFill>
          <a:ln w="10100" cap="flat" cmpd="sng">
            <a:solidFill>
              <a:srgbClr val="D8668C"/>
            </a:solidFill>
            <a:prstDash val="solid"/>
            <a:round/>
            <a:headEnd type="none" w="sm" len="sm"/>
            <a:tailEnd type="none" w="sm" len="sm"/>
          </a:ln>
        </p:spPr>
        <p:txBody>
          <a:bodyPr spcFirstLastPara="1" wrap="square" lIns="0" tIns="38725" rIns="0" bIns="0" anchor="t" anchorCtr="0">
            <a:spAutoFit/>
          </a:bodyPr>
          <a:lstStyle/>
          <a:p>
            <a:pPr marL="76835" lvl="0" indent="0" algn="l" rtl="0">
              <a:lnSpc>
                <a:spcPct val="100000"/>
              </a:lnSpc>
              <a:spcBef>
                <a:spcPts val="0"/>
              </a:spcBef>
              <a:spcAft>
                <a:spcPts val="0"/>
              </a:spcAft>
              <a:buNone/>
            </a:pPr>
            <a:r>
              <a:rPr lang="en-US" sz="950" i="1">
                <a:latin typeface="Arial"/>
                <a:ea typeface="Arial"/>
                <a:cs typeface="Arial"/>
                <a:sym typeface="Arial"/>
              </a:rPr>
              <a:t>J</a:t>
            </a:r>
            <a:r>
              <a:rPr lang="en-US" sz="1100">
                <a:latin typeface="Tahoma"/>
                <a:ea typeface="Tahoma"/>
                <a:cs typeface="Tahoma"/>
                <a:sym typeface="Tahoma"/>
              </a:rPr>
              <a:t>(</a:t>
            </a:r>
            <a:r>
              <a:rPr lang="en-US" sz="950" b="1">
                <a:latin typeface="Arial"/>
                <a:ea typeface="Arial"/>
                <a:cs typeface="Arial"/>
                <a:sym typeface="Arial"/>
              </a:rPr>
              <a:t>w</a:t>
            </a:r>
            <a:r>
              <a:rPr lang="en-US" sz="1100">
                <a:latin typeface="Tahoma"/>
                <a:ea typeface="Tahoma"/>
                <a:cs typeface="Tahoma"/>
                <a:sym typeface="Tahoma"/>
              </a:rPr>
              <a:t>)</a:t>
            </a:r>
            <a:endParaRPr sz="1100">
              <a:latin typeface="Tahoma"/>
              <a:ea typeface="Tahoma"/>
              <a:cs typeface="Tahoma"/>
              <a:sym typeface="Tahoma"/>
            </a:endParaRPr>
          </a:p>
        </p:txBody>
      </p:sp>
      <p:grpSp>
        <p:nvGrpSpPr>
          <p:cNvPr id="646" name="Google Shape;646;p37"/>
          <p:cNvGrpSpPr/>
          <p:nvPr/>
        </p:nvGrpSpPr>
        <p:grpSpPr>
          <a:xfrm>
            <a:off x="1642713" y="1105658"/>
            <a:ext cx="3184539" cy="1815759"/>
            <a:chOff x="1642713" y="1105658"/>
            <a:chExt cx="3184539" cy="1815759"/>
          </a:xfrm>
        </p:grpSpPr>
        <p:sp>
          <p:nvSpPr>
            <p:cNvPr id="647" name="Google Shape;647;p37"/>
            <p:cNvSpPr/>
            <p:nvPr/>
          </p:nvSpPr>
          <p:spPr>
            <a:xfrm>
              <a:off x="2583786" y="1141707"/>
              <a:ext cx="0" cy="291465"/>
            </a:xfrm>
            <a:custGeom>
              <a:avLst/>
              <a:gdLst/>
              <a:ahLst/>
              <a:cxnLst/>
              <a:rect l="l" t="t" r="r" b="b"/>
              <a:pathLst>
                <a:path w="120000" h="291465" extrusionOk="0">
                  <a:moveTo>
                    <a:pt x="0" y="0"/>
                  </a:moveTo>
                  <a:lnTo>
                    <a:pt x="0" y="291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8" name="Google Shape;648;p37"/>
            <p:cNvSpPr/>
            <p:nvPr/>
          </p:nvSpPr>
          <p:spPr>
            <a:xfrm>
              <a:off x="2557469" y="1413075"/>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9" name="Google Shape;649;p37"/>
            <p:cNvSpPr/>
            <p:nvPr/>
          </p:nvSpPr>
          <p:spPr>
            <a:xfrm>
              <a:off x="1642713" y="1105658"/>
              <a:ext cx="781050" cy="399415"/>
            </a:xfrm>
            <a:custGeom>
              <a:avLst/>
              <a:gdLst/>
              <a:ahLst/>
              <a:cxnLst/>
              <a:rect l="l" t="t" r="r" b="b"/>
              <a:pathLst>
                <a:path w="781050" h="399415" extrusionOk="0">
                  <a:moveTo>
                    <a:pt x="0" y="0"/>
                  </a:moveTo>
                  <a:lnTo>
                    <a:pt x="780924" y="399279"/>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0" name="Google Shape;650;p37"/>
            <p:cNvSpPr/>
            <p:nvPr/>
          </p:nvSpPr>
          <p:spPr>
            <a:xfrm>
              <a:off x="2394084" y="1472522"/>
              <a:ext cx="59055" cy="47625"/>
            </a:xfrm>
            <a:custGeom>
              <a:avLst/>
              <a:gdLst/>
              <a:ahLst/>
              <a:cxnLst/>
              <a:rect l="l" t="t" r="r" b="b"/>
              <a:pathLst>
                <a:path w="59055" h="47625" extrusionOk="0">
                  <a:moveTo>
                    <a:pt x="23959" y="0"/>
                  </a:moveTo>
                  <a:lnTo>
                    <a:pt x="29553" y="32416"/>
                  </a:lnTo>
                  <a:lnTo>
                    <a:pt x="0" y="46862"/>
                  </a:lnTo>
                  <a:lnTo>
                    <a:pt x="58842" y="47391"/>
                  </a:lnTo>
                  <a:lnTo>
                    <a:pt x="23959"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1" name="Google Shape;651;p37"/>
            <p:cNvSpPr/>
            <p:nvPr/>
          </p:nvSpPr>
          <p:spPr>
            <a:xfrm>
              <a:off x="2583786" y="1835836"/>
              <a:ext cx="0" cy="291465"/>
            </a:xfrm>
            <a:custGeom>
              <a:avLst/>
              <a:gdLst/>
              <a:ahLst/>
              <a:cxnLst/>
              <a:rect l="l" t="t" r="r" b="b"/>
              <a:pathLst>
                <a:path w="120000" h="291464" extrusionOk="0">
                  <a:moveTo>
                    <a:pt x="0" y="0"/>
                  </a:moveTo>
                  <a:lnTo>
                    <a:pt x="0" y="291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2" name="Google Shape;652;p37"/>
            <p:cNvSpPr/>
            <p:nvPr/>
          </p:nvSpPr>
          <p:spPr>
            <a:xfrm>
              <a:off x="2557469" y="2107203"/>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3" name="Google Shape;653;p37"/>
            <p:cNvSpPr/>
            <p:nvPr/>
          </p:nvSpPr>
          <p:spPr>
            <a:xfrm>
              <a:off x="2804849" y="2308901"/>
              <a:ext cx="399415" cy="0"/>
            </a:xfrm>
            <a:custGeom>
              <a:avLst/>
              <a:gdLst/>
              <a:ahLst/>
              <a:cxnLst/>
              <a:rect l="l" t="t" r="r" b="b"/>
              <a:pathLst>
                <a:path w="399414" h="120000" extrusionOk="0">
                  <a:moveTo>
                    <a:pt x="0" y="0"/>
                  </a:moveTo>
                  <a:lnTo>
                    <a:pt x="399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4" name="Google Shape;654;p37"/>
            <p:cNvSpPr/>
            <p:nvPr/>
          </p:nvSpPr>
          <p:spPr>
            <a:xfrm>
              <a:off x="3184219" y="2282584"/>
              <a:ext cx="52705" cy="52705"/>
            </a:xfrm>
            <a:custGeom>
              <a:avLst/>
              <a:gdLst/>
              <a:ahLst/>
              <a:cxnLst/>
              <a:rect l="l" t="t" r="r" b="b"/>
              <a:pathLst>
                <a:path w="52705"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5" name="Google Shape;655;p37"/>
            <p:cNvSpPr/>
            <p:nvPr/>
          </p:nvSpPr>
          <p:spPr>
            <a:xfrm>
              <a:off x="3474007" y="1141707"/>
              <a:ext cx="235585" cy="955675"/>
            </a:xfrm>
            <a:custGeom>
              <a:avLst/>
              <a:gdLst/>
              <a:ahLst/>
              <a:cxnLst/>
              <a:rect l="l" t="t" r="r" b="b"/>
              <a:pathLst>
                <a:path w="235585" h="955675" extrusionOk="0">
                  <a:moveTo>
                    <a:pt x="235251" y="0"/>
                  </a:moveTo>
                  <a:lnTo>
                    <a:pt x="0" y="955559"/>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6" name="Google Shape;656;p37"/>
            <p:cNvSpPr/>
            <p:nvPr/>
          </p:nvSpPr>
          <p:spPr>
            <a:xfrm>
              <a:off x="3453172" y="2071812"/>
              <a:ext cx="51435" cy="57785"/>
            </a:xfrm>
            <a:custGeom>
              <a:avLst/>
              <a:gdLst/>
              <a:ahLst/>
              <a:cxnLst/>
              <a:rect l="l" t="t" r="r" b="b"/>
              <a:pathLst>
                <a:path w="51435" h="57785" extrusionOk="0">
                  <a:moveTo>
                    <a:pt x="51106" y="12581"/>
                  </a:moveTo>
                  <a:lnTo>
                    <a:pt x="20835" y="25455"/>
                  </a:lnTo>
                  <a:lnTo>
                    <a:pt x="0" y="0"/>
                  </a:lnTo>
                  <a:lnTo>
                    <a:pt x="12972" y="57397"/>
                  </a:lnTo>
                  <a:lnTo>
                    <a:pt x="51106" y="12581"/>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7" name="Google Shape;657;p37"/>
            <p:cNvSpPr/>
            <p:nvPr/>
          </p:nvSpPr>
          <p:spPr>
            <a:xfrm>
              <a:off x="3421917" y="2493964"/>
              <a:ext cx="0" cy="219710"/>
            </a:xfrm>
            <a:custGeom>
              <a:avLst/>
              <a:gdLst/>
              <a:ahLst/>
              <a:cxnLst/>
              <a:rect l="l" t="t" r="r" b="b"/>
              <a:pathLst>
                <a:path w="120000" h="219710" extrusionOk="0">
                  <a:moveTo>
                    <a:pt x="0" y="0"/>
                  </a:moveTo>
                  <a:lnTo>
                    <a:pt x="0" y="219105"/>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8" name="Google Shape;658;p37"/>
            <p:cNvSpPr/>
            <p:nvPr/>
          </p:nvSpPr>
          <p:spPr>
            <a:xfrm>
              <a:off x="3395600" y="2693332"/>
              <a:ext cx="52705" cy="52705"/>
            </a:xfrm>
            <a:custGeom>
              <a:avLst/>
              <a:gdLst/>
              <a:ahLst/>
              <a:cxnLst/>
              <a:rect l="l" t="t" r="r" b="b"/>
              <a:pathLst>
                <a:path w="52704" h="52705" extrusionOk="0">
                  <a:moveTo>
                    <a:pt x="52633" y="0"/>
                  </a:moveTo>
                  <a:lnTo>
                    <a:pt x="26316" y="19737"/>
                  </a:lnTo>
                  <a:lnTo>
                    <a:pt x="0" y="0"/>
                  </a:lnTo>
                  <a:lnTo>
                    <a:pt x="26316" y="52634"/>
                  </a:lnTo>
                  <a:lnTo>
                    <a:pt x="52633"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9" name="Google Shape;659;p37"/>
            <p:cNvSpPr/>
            <p:nvPr/>
          </p:nvSpPr>
          <p:spPr>
            <a:xfrm>
              <a:off x="3642980" y="2895029"/>
              <a:ext cx="327660" cy="0"/>
            </a:xfrm>
            <a:custGeom>
              <a:avLst/>
              <a:gdLst/>
              <a:ahLst/>
              <a:cxnLst/>
              <a:rect l="l" t="t" r="r" b="b"/>
              <a:pathLst>
                <a:path w="327660" h="120000" extrusionOk="0">
                  <a:moveTo>
                    <a:pt x="0" y="0"/>
                  </a:moveTo>
                  <a:lnTo>
                    <a:pt x="327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0" name="Google Shape;660;p37"/>
            <p:cNvSpPr/>
            <p:nvPr/>
          </p:nvSpPr>
          <p:spPr>
            <a:xfrm>
              <a:off x="3950350" y="2868712"/>
              <a:ext cx="52705" cy="52705"/>
            </a:xfrm>
            <a:custGeom>
              <a:avLst/>
              <a:gdLst/>
              <a:ahLst/>
              <a:cxnLst/>
              <a:rect l="l" t="t" r="r" b="b"/>
              <a:pathLst>
                <a:path w="52704"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1" name="Google Shape;661;p37"/>
            <p:cNvSpPr/>
            <p:nvPr/>
          </p:nvSpPr>
          <p:spPr>
            <a:xfrm>
              <a:off x="4467177" y="2895029"/>
              <a:ext cx="327660" cy="0"/>
            </a:xfrm>
            <a:custGeom>
              <a:avLst/>
              <a:gdLst/>
              <a:ahLst/>
              <a:cxnLst/>
              <a:rect l="l" t="t" r="r" b="b"/>
              <a:pathLst>
                <a:path w="327660" h="120000" extrusionOk="0">
                  <a:moveTo>
                    <a:pt x="0" y="0"/>
                  </a:moveTo>
                  <a:lnTo>
                    <a:pt x="327108" y="0"/>
                  </a:lnTo>
                </a:path>
              </a:pathLst>
            </a:custGeom>
            <a:noFill/>
            <a:ln w="10100" cap="flat" cmpd="sng">
              <a:solidFill>
                <a:srgbClr val="4C4C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2" name="Google Shape;662;p37"/>
            <p:cNvSpPr/>
            <p:nvPr/>
          </p:nvSpPr>
          <p:spPr>
            <a:xfrm>
              <a:off x="4774547" y="2868712"/>
              <a:ext cx="52705" cy="52705"/>
            </a:xfrm>
            <a:custGeom>
              <a:avLst/>
              <a:gdLst/>
              <a:ahLst/>
              <a:cxnLst/>
              <a:rect l="l" t="t" r="r" b="b"/>
              <a:pathLst>
                <a:path w="52704" h="52705" extrusionOk="0">
                  <a:moveTo>
                    <a:pt x="0" y="0"/>
                  </a:moveTo>
                  <a:lnTo>
                    <a:pt x="19737" y="26316"/>
                  </a:lnTo>
                  <a:lnTo>
                    <a:pt x="0" y="52633"/>
                  </a:lnTo>
                  <a:lnTo>
                    <a:pt x="52634" y="26316"/>
                  </a:lnTo>
                  <a:lnTo>
                    <a:pt x="0" y="0"/>
                  </a:lnTo>
                  <a:close/>
                </a:path>
              </a:pathLst>
            </a:custGeom>
            <a:solidFill>
              <a:srgbClr val="4C4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3" name="Google Shape;663;p37"/>
          <p:cNvSpPr txBox="1"/>
          <p:nvPr/>
        </p:nvSpPr>
        <p:spPr>
          <a:xfrm>
            <a:off x="1198702" y="1470770"/>
            <a:ext cx="446405" cy="288290"/>
          </a:xfrm>
          <a:prstGeom prst="rect">
            <a:avLst/>
          </a:prstGeom>
          <a:solidFill>
            <a:srgbClr val="99FF99"/>
          </a:solidFill>
          <a:ln w="10100" cap="flat" cmpd="sng">
            <a:solidFill>
              <a:srgbClr val="66FF66"/>
            </a:solidFill>
            <a:prstDash val="solid"/>
            <a:round/>
            <a:headEnd type="none" w="sm" len="sm"/>
            <a:tailEnd type="none" w="sm" len="sm"/>
          </a:ln>
        </p:spPr>
        <p:txBody>
          <a:bodyPr spcFirstLastPara="1" wrap="square" lIns="0" tIns="36175" rIns="0" bIns="0" anchor="t" anchorCtr="0">
            <a:spAutoFit/>
          </a:bodyPr>
          <a:lstStyle/>
          <a:p>
            <a:pPr marL="45085" lvl="0" indent="0" algn="l" rtl="0">
              <a:lnSpc>
                <a:spcPct val="100000"/>
              </a:lnSpc>
              <a:spcBef>
                <a:spcPts val="0"/>
              </a:spcBef>
              <a:spcAft>
                <a:spcPts val="0"/>
              </a:spcAft>
              <a:buNone/>
            </a:pPr>
            <a:r>
              <a:rPr lang="en-US" sz="1425" b="1" baseline="-25000">
                <a:latin typeface="Arial"/>
                <a:ea typeface="Arial"/>
                <a:cs typeface="Arial"/>
                <a:sym typeface="Arial"/>
              </a:rPr>
              <a:t>w</a:t>
            </a:r>
            <a:r>
              <a:rPr lang="en-US" sz="800">
                <a:latin typeface="Tahoma"/>
                <a:ea typeface="Tahoma"/>
                <a:cs typeface="Tahoma"/>
                <a:sym typeface="Tahoma"/>
              </a:rPr>
              <a:t>(</a:t>
            </a:r>
            <a:r>
              <a:rPr lang="en-US" sz="700" i="1">
                <a:latin typeface="Arial"/>
                <a:ea typeface="Arial"/>
                <a:cs typeface="Arial"/>
                <a:sym typeface="Arial"/>
              </a:rPr>
              <a:t>t </a:t>
            </a:r>
            <a:r>
              <a:rPr lang="en-US" sz="800">
                <a:latin typeface="Tahoma"/>
                <a:ea typeface="Tahoma"/>
                <a:cs typeface="Tahoma"/>
                <a:sym typeface="Tahoma"/>
              </a:rPr>
              <a:t>+</a:t>
            </a:r>
            <a:r>
              <a:rPr lang="en-US" sz="700">
                <a:latin typeface="Arial"/>
                <a:ea typeface="Arial"/>
                <a:cs typeface="Arial"/>
                <a:sym typeface="Arial"/>
              </a:rPr>
              <a:t>1</a:t>
            </a:r>
            <a:r>
              <a:rPr lang="en-US" sz="800">
                <a:latin typeface="Tahoma"/>
                <a:ea typeface="Tahoma"/>
                <a:cs typeface="Tahoma"/>
                <a:sym typeface="Tahoma"/>
              </a:rPr>
              <a:t>)</a:t>
            </a:r>
            <a:endParaRPr sz="800">
              <a:latin typeface="Tahoma"/>
              <a:ea typeface="Tahoma"/>
              <a:cs typeface="Tahoma"/>
              <a:sym typeface="Tahoma"/>
            </a:endParaRPr>
          </a:p>
        </p:txBody>
      </p:sp>
      <p:grpSp>
        <p:nvGrpSpPr>
          <p:cNvPr id="664" name="Google Shape;664;p37"/>
          <p:cNvGrpSpPr/>
          <p:nvPr/>
        </p:nvGrpSpPr>
        <p:grpSpPr>
          <a:xfrm>
            <a:off x="1241648" y="2092899"/>
            <a:ext cx="360045" cy="360045"/>
            <a:chOff x="1241648" y="2092899"/>
            <a:chExt cx="360045" cy="360045"/>
          </a:xfrm>
        </p:grpSpPr>
        <p:sp>
          <p:nvSpPr>
            <p:cNvPr id="665" name="Google Shape;665;p37"/>
            <p:cNvSpPr/>
            <p:nvPr/>
          </p:nvSpPr>
          <p:spPr>
            <a:xfrm>
              <a:off x="1241648" y="2092899"/>
              <a:ext cx="360045" cy="360045"/>
            </a:xfrm>
            <a:custGeom>
              <a:avLst/>
              <a:gdLst/>
              <a:ahLst/>
              <a:cxnLst/>
              <a:rect l="l" t="t" r="r" b="b"/>
              <a:pathLst>
                <a:path w="360044" h="360044" extrusionOk="0">
                  <a:moveTo>
                    <a:pt x="180002" y="0"/>
                  </a:moveTo>
                  <a:lnTo>
                    <a:pt x="132149" y="6429"/>
                  </a:lnTo>
                  <a:lnTo>
                    <a:pt x="89151" y="24575"/>
                  </a:lnTo>
                  <a:lnTo>
                    <a:pt x="52720" y="52720"/>
                  </a:lnTo>
                  <a:lnTo>
                    <a:pt x="24575" y="89151"/>
                  </a:lnTo>
                  <a:lnTo>
                    <a:pt x="6429" y="132150"/>
                  </a:lnTo>
                  <a:lnTo>
                    <a:pt x="0" y="180002"/>
                  </a:lnTo>
                  <a:lnTo>
                    <a:pt x="6429" y="227854"/>
                  </a:lnTo>
                  <a:lnTo>
                    <a:pt x="24575" y="270853"/>
                  </a:lnTo>
                  <a:lnTo>
                    <a:pt x="52720" y="307283"/>
                  </a:lnTo>
                  <a:lnTo>
                    <a:pt x="89151" y="335428"/>
                  </a:lnTo>
                  <a:lnTo>
                    <a:pt x="132149" y="353574"/>
                  </a:lnTo>
                  <a:lnTo>
                    <a:pt x="180002" y="360004"/>
                  </a:lnTo>
                  <a:lnTo>
                    <a:pt x="227854" y="353574"/>
                  </a:lnTo>
                  <a:lnTo>
                    <a:pt x="270853" y="335428"/>
                  </a:lnTo>
                  <a:lnTo>
                    <a:pt x="307283" y="307283"/>
                  </a:lnTo>
                  <a:lnTo>
                    <a:pt x="335428" y="270853"/>
                  </a:lnTo>
                  <a:lnTo>
                    <a:pt x="353574" y="227854"/>
                  </a:lnTo>
                  <a:lnTo>
                    <a:pt x="360004" y="180002"/>
                  </a:lnTo>
                  <a:lnTo>
                    <a:pt x="353574" y="132150"/>
                  </a:lnTo>
                  <a:lnTo>
                    <a:pt x="335428" y="89151"/>
                  </a:lnTo>
                  <a:lnTo>
                    <a:pt x="307283" y="52720"/>
                  </a:lnTo>
                  <a:lnTo>
                    <a:pt x="270853" y="24575"/>
                  </a:lnTo>
                  <a:lnTo>
                    <a:pt x="227854" y="6429"/>
                  </a:lnTo>
                  <a:lnTo>
                    <a:pt x="180002" y="0"/>
                  </a:lnTo>
                  <a:close/>
                </a:path>
              </a:pathLst>
            </a:custGeom>
            <a:solidFill>
              <a:srgbClr val="FFCC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6" name="Google Shape;666;p37"/>
            <p:cNvSpPr/>
            <p:nvPr/>
          </p:nvSpPr>
          <p:spPr>
            <a:xfrm>
              <a:off x="1241648" y="2092899"/>
              <a:ext cx="360045" cy="360045"/>
            </a:xfrm>
            <a:custGeom>
              <a:avLst/>
              <a:gdLst/>
              <a:ahLst/>
              <a:cxnLst/>
              <a:rect l="l" t="t" r="r" b="b"/>
              <a:pathLst>
                <a:path w="360044" h="360044" extrusionOk="0">
                  <a:moveTo>
                    <a:pt x="360004" y="180002"/>
                  </a:moveTo>
                  <a:lnTo>
                    <a:pt x="353574" y="132150"/>
                  </a:lnTo>
                  <a:lnTo>
                    <a:pt x="335428" y="89151"/>
                  </a:lnTo>
                  <a:lnTo>
                    <a:pt x="307283" y="52720"/>
                  </a:lnTo>
                  <a:lnTo>
                    <a:pt x="270853" y="24575"/>
                  </a:lnTo>
                  <a:lnTo>
                    <a:pt x="227854" y="6429"/>
                  </a:lnTo>
                  <a:lnTo>
                    <a:pt x="180002" y="0"/>
                  </a:lnTo>
                  <a:lnTo>
                    <a:pt x="132149" y="6429"/>
                  </a:lnTo>
                  <a:lnTo>
                    <a:pt x="89151" y="24575"/>
                  </a:lnTo>
                  <a:lnTo>
                    <a:pt x="52720" y="52720"/>
                  </a:lnTo>
                  <a:lnTo>
                    <a:pt x="24575" y="89151"/>
                  </a:lnTo>
                  <a:lnTo>
                    <a:pt x="6429" y="132150"/>
                  </a:lnTo>
                  <a:lnTo>
                    <a:pt x="0" y="180002"/>
                  </a:lnTo>
                  <a:lnTo>
                    <a:pt x="6429" y="227854"/>
                  </a:lnTo>
                  <a:lnTo>
                    <a:pt x="24575" y="270853"/>
                  </a:lnTo>
                  <a:lnTo>
                    <a:pt x="52720" y="307283"/>
                  </a:lnTo>
                  <a:lnTo>
                    <a:pt x="89151" y="335428"/>
                  </a:lnTo>
                  <a:lnTo>
                    <a:pt x="132149" y="353574"/>
                  </a:lnTo>
                  <a:lnTo>
                    <a:pt x="180002" y="360004"/>
                  </a:lnTo>
                  <a:lnTo>
                    <a:pt x="227854" y="353574"/>
                  </a:lnTo>
                  <a:lnTo>
                    <a:pt x="270853" y="335428"/>
                  </a:lnTo>
                  <a:lnTo>
                    <a:pt x="307283" y="307283"/>
                  </a:lnTo>
                  <a:lnTo>
                    <a:pt x="335428" y="270853"/>
                  </a:lnTo>
                  <a:lnTo>
                    <a:pt x="353574" y="227854"/>
                  </a:lnTo>
                  <a:lnTo>
                    <a:pt x="360004" y="180002"/>
                  </a:lnTo>
                  <a:close/>
                </a:path>
              </a:pathLst>
            </a:custGeom>
            <a:noFill/>
            <a:ln w="10100" cap="flat" cmpd="sng">
              <a:solidFill>
                <a:srgbClr val="FFB26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67" name="Google Shape;667;p37"/>
          <p:cNvSpPr txBox="1"/>
          <p:nvPr/>
        </p:nvSpPr>
        <p:spPr>
          <a:xfrm>
            <a:off x="1296974" y="2145498"/>
            <a:ext cx="243204" cy="175260"/>
          </a:xfrm>
          <a:prstGeom prst="rect">
            <a:avLst/>
          </a:prstGeom>
          <a:noFill/>
          <a:ln>
            <a:noFill/>
          </a:ln>
        </p:spPr>
        <p:txBody>
          <a:bodyPr spcFirstLastPara="1" wrap="square" lIns="0" tIns="16500" rIns="0" bIns="0" anchor="t" anchorCtr="0">
            <a:spAutoFit/>
          </a:bodyPr>
          <a:lstStyle/>
          <a:p>
            <a:pPr marL="38100" lvl="0" indent="0" algn="l" rtl="0">
              <a:lnSpc>
                <a:spcPct val="100000"/>
              </a:lnSpc>
              <a:spcBef>
                <a:spcPts val="0"/>
              </a:spcBef>
              <a:spcAft>
                <a:spcPts val="0"/>
              </a:spcAft>
              <a:buNone/>
            </a:pPr>
            <a:r>
              <a:rPr lang="en-US" sz="1425" b="1" baseline="-25000">
                <a:latin typeface="Arial"/>
                <a:ea typeface="Arial"/>
                <a:cs typeface="Arial"/>
                <a:sym typeface="Arial"/>
              </a:rPr>
              <a:t>X</a:t>
            </a:r>
            <a:r>
              <a:rPr lang="en-US" sz="800">
                <a:latin typeface="Lucida Sans"/>
                <a:ea typeface="Lucida Sans"/>
                <a:cs typeface="Lucida Sans"/>
                <a:sym typeface="Lucida Sans"/>
              </a:rPr>
              <a:t>T</a:t>
            </a:r>
            <a:endParaRPr sz="800">
              <a:latin typeface="Lucida Sans"/>
              <a:ea typeface="Lucida Sans"/>
              <a:cs typeface="Lucida Sans"/>
              <a:sym typeface="Lucida Sans"/>
            </a:endParaRPr>
          </a:p>
        </p:txBody>
      </p:sp>
      <p:sp>
        <p:nvSpPr>
          <p:cNvPr id="668" name="Google Shape;668;p37"/>
          <p:cNvSpPr txBox="1"/>
          <p:nvPr/>
        </p:nvSpPr>
        <p:spPr>
          <a:xfrm>
            <a:off x="1205648" y="2751030"/>
            <a:ext cx="432434" cy="288290"/>
          </a:xfrm>
          <a:prstGeom prst="rect">
            <a:avLst/>
          </a:prstGeom>
          <a:solidFill>
            <a:srgbClr val="FFCC99"/>
          </a:solidFill>
          <a:ln w="10100" cap="flat" cmpd="sng">
            <a:solidFill>
              <a:srgbClr val="FFB266"/>
            </a:solidFill>
            <a:prstDash val="solid"/>
            <a:round/>
            <a:headEnd type="none" w="sm" len="sm"/>
            <a:tailEnd type="none" w="sm" len="sm"/>
          </a:ln>
        </p:spPr>
        <p:txBody>
          <a:bodyPr spcFirstLastPara="1" wrap="square" lIns="0" tIns="50150" rIns="0" bIns="0" anchor="t" anchorCtr="0">
            <a:spAutoFit/>
          </a:bodyPr>
          <a:lstStyle/>
          <a:p>
            <a:pPr marL="121920" lvl="0" indent="0" algn="l" rtl="0">
              <a:lnSpc>
                <a:spcPct val="100000"/>
              </a:lnSpc>
              <a:spcBef>
                <a:spcPts val="0"/>
              </a:spcBef>
              <a:spcAft>
                <a:spcPts val="0"/>
              </a:spcAft>
              <a:buNone/>
            </a:pPr>
            <a:r>
              <a:rPr lang="en-US" sz="1100">
                <a:latin typeface="Lucida Sans"/>
                <a:ea typeface="Lucida Sans"/>
                <a:cs typeface="Lucida Sans"/>
                <a:sym typeface="Lucida Sans"/>
              </a:rPr>
              <a:t>∇</a:t>
            </a:r>
            <a:r>
              <a:rPr lang="en-US" sz="950" i="1">
                <a:latin typeface="Arial"/>
                <a:ea typeface="Arial"/>
                <a:cs typeface="Arial"/>
                <a:sym typeface="Arial"/>
              </a:rPr>
              <a:t>J</a:t>
            </a:r>
            <a:endParaRPr sz="950">
              <a:latin typeface="Arial"/>
              <a:ea typeface="Arial"/>
              <a:cs typeface="Arial"/>
              <a:sym typeface="Arial"/>
            </a:endParaRPr>
          </a:p>
        </p:txBody>
      </p:sp>
      <p:grpSp>
        <p:nvGrpSpPr>
          <p:cNvPr id="669" name="Google Shape;669;p37"/>
          <p:cNvGrpSpPr/>
          <p:nvPr/>
        </p:nvGrpSpPr>
        <p:grpSpPr>
          <a:xfrm>
            <a:off x="1642713" y="2868715"/>
            <a:ext cx="1558167" cy="52705"/>
            <a:chOff x="1642713" y="2868715"/>
            <a:chExt cx="1558167" cy="52705"/>
          </a:xfrm>
        </p:grpSpPr>
        <p:sp>
          <p:nvSpPr>
            <p:cNvPr id="670" name="Google Shape;670;p37"/>
            <p:cNvSpPr/>
            <p:nvPr/>
          </p:nvSpPr>
          <p:spPr>
            <a:xfrm>
              <a:off x="1675610" y="2895029"/>
              <a:ext cx="1525270" cy="0"/>
            </a:xfrm>
            <a:custGeom>
              <a:avLst/>
              <a:gdLst/>
              <a:ahLst/>
              <a:cxnLst/>
              <a:rect l="l" t="t" r="r" b="b"/>
              <a:pathLst>
                <a:path w="1525270" h="120000" extrusionOk="0">
                  <a:moveTo>
                    <a:pt x="1525243" y="0"/>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1" name="Google Shape;671;p37"/>
            <p:cNvSpPr/>
            <p:nvPr/>
          </p:nvSpPr>
          <p:spPr>
            <a:xfrm>
              <a:off x="1642713" y="2868715"/>
              <a:ext cx="52705" cy="52705"/>
            </a:xfrm>
            <a:custGeom>
              <a:avLst/>
              <a:gdLst/>
              <a:ahLst/>
              <a:cxnLst/>
              <a:rect l="l" t="t" r="r" b="b"/>
              <a:pathLst>
                <a:path w="52705" h="52705" extrusionOk="0">
                  <a:moveTo>
                    <a:pt x="52634" y="52633"/>
                  </a:moveTo>
                  <a:lnTo>
                    <a:pt x="32896" y="26316"/>
                  </a:lnTo>
                  <a:lnTo>
                    <a:pt x="52634" y="0"/>
                  </a:lnTo>
                  <a:lnTo>
                    <a:pt x="0" y="26316"/>
                  </a:lnTo>
                  <a:lnTo>
                    <a:pt x="52634" y="52633"/>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72" name="Google Shape;672;p37"/>
          <p:cNvSpPr txBox="1"/>
          <p:nvPr/>
        </p:nvSpPr>
        <p:spPr>
          <a:xfrm>
            <a:off x="2356446" y="2763382"/>
            <a:ext cx="7493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i="1">
                <a:solidFill>
                  <a:srgbClr val="FF4C4C"/>
                </a:solidFill>
                <a:latin typeface="Arial"/>
                <a:ea typeface="Arial"/>
                <a:cs typeface="Arial"/>
                <a:sym typeface="Arial"/>
              </a:rPr>
              <a:t>N</a:t>
            </a:r>
            <a:endParaRPr sz="500">
              <a:latin typeface="Arial"/>
              <a:ea typeface="Arial"/>
              <a:cs typeface="Arial"/>
              <a:sym typeface="Arial"/>
            </a:endParaRPr>
          </a:p>
        </p:txBody>
      </p:sp>
      <p:sp>
        <p:nvSpPr>
          <p:cNvPr id="673" name="Google Shape;673;p37"/>
          <p:cNvSpPr txBox="1"/>
          <p:nvPr/>
        </p:nvSpPr>
        <p:spPr>
          <a:xfrm>
            <a:off x="2342345" y="2633394"/>
            <a:ext cx="196800" cy="176400"/>
          </a:xfrm>
          <a:prstGeom prst="rect">
            <a:avLst/>
          </a:prstGeom>
          <a:noFill/>
          <a:ln>
            <a:noFill/>
          </a:ln>
        </p:spPr>
        <p:txBody>
          <a:bodyPr spcFirstLastPara="1" wrap="square" lIns="0" tIns="14600" rIns="0" bIns="0" anchor="t" anchorCtr="0">
            <a:spAutoFit/>
          </a:bodyPr>
          <a:lstStyle/>
          <a:p>
            <a:pPr marL="38100" lvl="0" indent="0" algn="l" rtl="0">
              <a:lnSpc>
                <a:spcPct val="100000"/>
              </a:lnSpc>
              <a:spcBef>
                <a:spcPts val="0"/>
              </a:spcBef>
              <a:spcAft>
                <a:spcPts val="0"/>
              </a:spcAft>
              <a:buNone/>
            </a:pPr>
            <a:r>
              <a:rPr lang="en-US" sz="500" u="sng">
                <a:solidFill>
                  <a:srgbClr val="FF4C4C"/>
                </a:solidFill>
                <a:latin typeface="Arial"/>
                <a:ea typeface="Arial"/>
                <a:cs typeface="Arial"/>
                <a:sym typeface="Arial"/>
              </a:rPr>
              <a:t>1</a:t>
            </a:r>
            <a:r>
              <a:rPr lang="en-US" sz="500">
                <a:solidFill>
                  <a:srgbClr val="FF4C4C"/>
                </a:solidFill>
                <a:latin typeface="Arial"/>
                <a:ea typeface="Arial"/>
                <a:cs typeface="Arial"/>
                <a:sym typeface="Arial"/>
              </a:rPr>
              <a:t> </a:t>
            </a:r>
            <a:r>
              <a:rPr lang="en-US" sz="1050" b="1" baseline="-25000">
                <a:solidFill>
                  <a:srgbClr val="FF4C4C"/>
                </a:solidFill>
                <a:latin typeface="Arial"/>
                <a:ea typeface="Arial"/>
                <a:cs typeface="Arial"/>
                <a:sym typeface="Arial"/>
              </a:rPr>
              <a:t>e</a:t>
            </a:r>
            <a:endParaRPr sz="1050" baseline="-25000">
              <a:latin typeface="Arial"/>
              <a:ea typeface="Arial"/>
              <a:cs typeface="Arial"/>
              <a:sym typeface="Arial"/>
            </a:endParaRPr>
          </a:p>
        </p:txBody>
      </p:sp>
      <p:grpSp>
        <p:nvGrpSpPr>
          <p:cNvPr id="674" name="Google Shape;674;p37"/>
          <p:cNvGrpSpPr/>
          <p:nvPr/>
        </p:nvGrpSpPr>
        <p:grpSpPr>
          <a:xfrm>
            <a:off x="1395333" y="1763836"/>
            <a:ext cx="52705" cy="982294"/>
            <a:chOff x="1395333" y="1763836"/>
            <a:chExt cx="52705" cy="982294"/>
          </a:xfrm>
        </p:grpSpPr>
        <p:sp>
          <p:nvSpPr>
            <p:cNvPr id="675" name="Google Shape;675;p37"/>
            <p:cNvSpPr/>
            <p:nvPr/>
          </p:nvSpPr>
          <p:spPr>
            <a:xfrm>
              <a:off x="1421650" y="2490860"/>
              <a:ext cx="0" cy="255270"/>
            </a:xfrm>
            <a:custGeom>
              <a:avLst/>
              <a:gdLst/>
              <a:ahLst/>
              <a:cxnLst/>
              <a:rect l="l" t="t" r="r" b="b"/>
              <a:pathLst>
                <a:path w="120000" h="255269" extrusionOk="0">
                  <a:moveTo>
                    <a:pt x="0" y="255108"/>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6" name="Google Shape;676;p37"/>
            <p:cNvSpPr/>
            <p:nvPr/>
          </p:nvSpPr>
          <p:spPr>
            <a:xfrm>
              <a:off x="1395333" y="2457964"/>
              <a:ext cx="52705" cy="52705"/>
            </a:xfrm>
            <a:custGeom>
              <a:avLst/>
              <a:gdLst/>
              <a:ahLst/>
              <a:cxnLst/>
              <a:rect l="l" t="t" r="r" b="b"/>
              <a:pathLst>
                <a:path w="52705" h="52705" extrusionOk="0">
                  <a:moveTo>
                    <a:pt x="0" y="52634"/>
                  </a:moveTo>
                  <a:lnTo>
                    <a:pt x="26316" y="32896"/>
                  </a:lnTo>
                  <a:lnTo>
                    <a:pt x="52633" y="52634"/>
                  </a:lnTo>
                  <a:lnTo>
                    <a:pt x="26316" y="0"/>
                  </a:lnTo>
                  <a:lnTo>
                    <a:pt x="0" y="52634"/>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7" name="Google Shape;677;p37"/>
            <p:cNvSpPr/>
            <p:nvPr/>
          </p:nvSpPr>
          <p:spPr>
            <a:xfrm>
              <a:off x="1421650" y="1796732"/>
              <a:ext cx="0" cy="291465"/>
            </a:xfrm>
            <a:custGeom>
              <a:avLst/>
              <a:gdLst/>
              <a:ahLst/>
              <a:cxnLst/>
              <a:rect l="l" t="t" r="r" b="b"/>
              <a:pathLst>
                <a:path w="120000" h="291464" extrusionOk="0">
                  <a:moveTo>
                    <a:pt x="0" y="291105"/>
                  </a:moveTo>
                  <a:lnTo>
                    <a:pt x="0" y="0"/>
                  </a:lnTo>
                </a:path>
              </a:pathLst>
            </a:custGeom>
            <a:noFill/>
            <a:ln w="10100" cap="flat" cmpd="sng">
              <a:solidFill>
                <a:srgbClr val="FF4C4C"/>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8" name="Google Shape;678;p37"/>
            <p:cNvSpPr/>
            <p:nvPr/>
          </p:nvSpPr>
          <p:spPr>
            <a:xfrm>
              <a:off x="1395333" y="1763836"/>
              <a:ext cx="52705" cy="52705"/>
            </a:xfrm>
            <a:custGeom>
              <a:avLst/>
              <a:gdLst/>
              <a:ahLst/>
              <a:cxnLst/>
              <a:rect l="l" t="t" r="r" b="b"/>
              <a:pathLst>
                <a:path w="52705" h="52705" extrusionOk="0">
                  <a:moveTo>
                    <a:pt x="0" y="52634"/>
                  </a:moveTo>
                  <a:lnTo>
                    <a:pt x="26316" y="32896"/>
                  </a:lnTo>
                  <a:lnTo>
                    <a:pt x="52633" y="52634"/>
                  </a:lnTo>
                  <a:lnTo>
                    <a:pt x="26316" y="0"/>
                  </a:lnTo>
                  <a:lnTo>
                    <a:pt x="0" y="52634"/>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79" name="Google Shape;679;p37"/>
          <p:cNvSpPr txBox="1"/>
          <p:nvPr/>
        </p:nvSpPr>
        <p:spPr>
          <a:xfrm>
            <a:off x="1459560" y="1845740"/>
            <a:ext cx="160655"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p:txBody>
      </p:sp>
      <p:graphicFrame>
        <p:nvGraphicFramePr>
          <p:cNvPr id="680" name="Google Shape;680;p37"/>
          <p:cNvGraphicFramePr/>
          <p:nvPr/>
        </p:nvGraphicFramePr>
        <p:xfrm>
          <a:off x="1200587" y="843581"/>
          <a:ext cx="431800" cy="617215"/>
        </p:xfrm>
        <a:graphic>
          <a:graphicData uri="http://schemas.openxmlformats.org/drawingml/2006/table">
            <a:tbl>
              <a:tblPr firstRow="1" bandRow="1">
                <a:noFill/>
                <a:tableStyleId>{B25CBA27-72C7-434D-87B0-B6F36C1D0E5A}</a:tableStyleId>
              </a:tblPr>
              <a:tblGrid>
                <a:gridCol w="215900">
                  <a:extLst>
                    <a:ext uri="{9D8B030D-6E8A-4147-A177-3AD203B41FA5}">
                      <a16:colId xmlns:a16="http://schemas.microsoft.com/office/drawing/2014/main" val="20000"/>
                    </a:ext>
                  </a:extLst>
                </a:gridCol>
                <a:gridCol w="215900">
                  <a:extLst>
                    <a:ext uri="{9D8B030D-6E8A-4147-A177-3AD203B41FA5}">
                      <a16:colId xmlns:a16="http://schemas.microsoft.com/office/drawing/2014/main" val="20001"/>
                    </a:ext>
                  </a:extLst>
                </a:gridCol>
              </a:tblGrid>
              <a:tr h="287650">
                <a:tc gridSpan="2">
                  <a:txBody>
                    <a:bodyPr/>
                    <a:lstStyle/>
                    <a:p>
                      <a:pPr marL="105410" marR="0" lvl="0" indent="0" algn="l" rtl="0">
                        <a:lnSpc>
                          <a:spcPct val="100000"/>
                        </a:lnSpc>
                        <a:spcBef>
                          <a:spcPts val="0"/>
                        </a:spcBef>
                        <a:spcAft>
                          <a:spcPts val="0"/>
                        </a:spcAft>
                        <a:buNone/>
                      </a:pPr>
                      <a:r>
                        <a:rPr lang="en-US" sz="1425" b="1" u="none" strike="noStrike" cap="none" baseline="-25000">
                          <a:latin typeface="Arial"/>
                          <a:ea typeface="Arial"/>
                          <a:cs typeface="Arial"/>
                          <a:sym typeface="Arial"/>
                        </a:rPr>
                        <a:t>w</a:t>
                      </a:r>
                      <a:r>
                        <a:rPr lang="en-US" sz="800" u="none" strike="noStrike" cap="none">
                          <a:latin typeface="Tahoma"/>
                          <a:ea typeface="Tahoma"/>
                          <a:cs typeface="Tahoma"/>
                          <a:sym typeface="Tahoma"/>
                        </a:rPr>
                        <a:t>(</a:t>
                      </a:r>
                      <a:r>
                        <a:rPr lang="en-US" sz="700" i="1" u="none" strike="noStrike" cap="none">
                          <a:latin typeface="Arial"/>
                          <a:ea typeface="Arial"/>
                          <a:cs typeface="Arial"/>
                          <a:sym typeface="Arial"/>
                        </a:rPr>
                        <a:t>t </a:t>
                      </a:r>
                      <a:r>
                        <a:rPr lang="en-US" sz="800" u="none" strike="noStrike" cap="none">
                          <a:latin typeface="Tahoma"/>
                          <a:ea typeface="Tahoma"/>
                          <a:cs typeface="Tahoma"/>
                          <a:sym typeface="Tahoma"/>
                        </a:rPr>
                        <a:t>)</a:t>
                      </a:r>
                      <a:endParaRPr sz="800" u="none" strike="noStrike" cap="none">
                        <a:latin typeface="Tahoma"/>
                        <a:ea typeface="Tahoma"/>
                        <a:cs typeface="Tahoma"/>
                        <a:sym typeface="Tahoma"/>
                      </a:endParaRPr>
                    </a:p>
                  </a:txBody>
                  <a:tcPr marL="0" marR="0" marT="36200" marB="0">
                    <a:lnL w="12700" cap="flat" cmpd="sng">
                      <a:solidFill>
                        <a:srgbClr val="66B2B2"/>
                      </a:solidFill>
                      <a:prstDash val="solid"/>
                      <a:round/>
                      <a:headEnd type="none" w="sm" len="sm"/>
                      <a:tailEnd type="none" w="sm" len="sm"/>
                    </a:lnL>
                    <a:lnR w="12700" cap="flat" cmpd="sng">
                      <a:solidFill>
                        <a:srgbClr val="66B2B2"/>
                      </a:solidFill>
                      <a:prstDash val="solid"/>
                      <a:round/>
                      <a:headEnd type="none" w="sm" len="sm"/>
                      <a:tailEnd type="none" w="sm" len="sm"/>
                    </a:lnR>
                    <a:lnT w="12700" cap="flat" cmpd="sng">
                      <a:solidFill>
                        <a:srgbClr val="66B2B2"/>
                      </a:solidFill>
                      <a:prstDash val="solid"/>
                      <a:round/>
                      <a:headEnd type="none" w="sm" len="sm"/>
                      <a:tailEnd type="none" w="sm" len="sm"/>
                    </a:lnT>
                    <a:lnB w="12700" cap="flat" cmpd="sng">
                      <a:solidFill>
                        <a:srgbClr val="66B2B2"/>
                      </a:solidFill>
                      <a:prstDash val="solid"/>
                      <a:round/>
                      <a:headEnd type="none" w="sm" len="sm"/>
                      <a:tailEnd type="none" w="sm" len="sm"/>
                    </a:lnB>
                    <a:solidFill>
                      <a:srgbClr val="99CCCC"/>
                    </a:solidFill>
                  </a:tcPr>
                </a:tc>
                <a:tc hMerge="1">
                  <a:txBody>
                    <a:bodyPr/>
                    <a:lstStyle/>
                    <a:p>
                      <a:endParaRPr lang="en-US"/>
                    </a:p>
                  </a:txBody>
                  <a:tcPr/>
                </a:tc>
                <a:extLst>
                  <a:ext uri="{0D108BD9-81ED-4DB2-BD59-A6C34878D82A}">
                    <a16:rowId xmlns:a16="http://schemas.microsoft.com/office/drawing/2014/main" val="10000"/>
                  </a:ext>
                </a:extLst>
              </a:tr>
              <a:tr h="295900">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12700" cap="flat" cmpd="sng">
                      <a:solidFill>
                        <a:srgbClr val="FF4C4C"/>
                      </a:solidFill>
                      <a:prstDash val="dash"/>
                      <a:round/>
                      <a:headEnd type="none" w="sm" len="sm"/>
                      <a:tailEnd type="none" w="sm" len="sm"/>
                    </a:lnR>
                    <a:lnT w="12700" cap="flat" cmpd="sng">
                      <a:solidFill>
                        <a:srgbClr val="66B2B2"/>
                      </a:solidFill>
                      <a:prstDash val="solid"/>
                      <a:round/>
                      <a:headEnd type="none" w="sm" len="sm"/>
                      <a:tailEnd type="none" w="sm" len="sm"/>
                    </a:lnT>
                  </a:tcPr>
                </a:tc>
                <a:tc>
                  <a:txBody>
                    <a:bodyPr/>
                    <a:lstStyle/>
                    <a:p>
                      <a:pPr marL="50165" marR="0" lvl="0" indent="0" algn="l" rtl="0">
                        <a:lnSpc>
                          <a:spcPct val="100000"/>
                        </a:lnSpc>
                        <a:spcBef>
                          <a:spcPts val="0"/>
                        </a:spcBef>
                        <a:spcAft>
                          <a:spcPts val="0"/>
                        </a:spcAft>
                        <a:buNone/>
                      </a:pPr>
                      <a:r>
                        <a:rPr lang="en-US" sz="800" u="none" strike="noStrike" cap="none">
                          <a:solidFill>
                            <a:srgbClr val="FF4C4C"/>
                          </a:solidFill>
                          <a:latin typeface="Lucida Sans"/>
                          <a:ea typeface="Lucida Sans"/>
                          <a:cs typeface="Lucida Sans"/>
                          <a:sym typeface="Lucida Sans"/>
                        </a:rPr>
                        <a:t>—</a:t>
                      </a:r>
                      <a:r>
                        <a:rPr lang="en-US" sz="800" i="1" u="none" strike="noStrike" cap="none">
                          <a:solidFill>
                            <a:srgbClr val="FF4C4C"/>
                          </a:solidFill>
                          <a:latin typeface="Verdana"/>
                          <a:ea typeface="Verdana"/>
                          <a:cs typeface="Verdana"/>
                          <a:sym typeface="Verdana"/>
                        </a:rPr>
                        <a:t>η</a:t>
                      </a:r>
                      <a:endParaRPr sz="800" u="none" strike="noStrike" cap="none">
                        <a:latin typeface="Verdana"/>
                        <a:ea typeface="Verdana"/>
                        <a:cs typeface="Verdana"/>
                        <a:sym typeface="Verdana"/>
                      </a:endParaRPr>
                    </a:p>
                  </a:txBody>
                  <a:tcPr marL="0" marR="0" marT="85725" marB="0">
                    <a:lnL w="12700" cap="flat" cmpd="sng">
                      <a:solidFill>
                        <a:srgbClr val="FF4C4C"/>
                      </a:solidFill>
                      <a:prstDash val="dash"/>
                      <a:round/>
                      <a:headEnd type="none" w="sm" len="sm"/>
                      <a:tailEnd type="none" w="sm" len="sm"/>
                    </a:lnL>
                    <a:lnT w="12700" cap="flat" cmpd="sng">
                      <a:solidFill>
                        <a:srgbClr val="66B2B2"/>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
        <p:nvSpPr>
          <p:cNvPr id="681" name="Google Shape;681;p37"/>
          <p:cNvSpPr/>
          <p:nvPr/>
        </p:nvSpPr>
        <p:spPr>
          <a:xfrm>
            <a:off x="1395333" y="1413075"/>
            <a:ext cx="52705" cy="52705"/>
          </a:xfrm>
          <a:custGeom>
            <a:avLst/>
            <a:gdLst/>
            <a:ahLst/>
            <a:cxnLst/>
            <a:rect l="l" t="t" r="r" b="b"/>
            <a:pathLst>
              <a:path w="52705" h="52705" extrusionOk="0">
                <a:moveTo>
                  <a:pt x="52633" y="0"/>
                </a:moveTo>
                <a:lnTo>
                  <a:pt x="26316" y="19737"/>
                </a:lnTo>
                <a:lnTo>
                  <a:pt x="0" y="0"/>
                </a:lnTo>
                <a:lnTo>
                  <a:pt x="26316" y="52634"/>
                </a:lnTo>
                <a:lnTo>
                  <a:pt x="52633" y="0"/>
                </a:lnTo>
                <a:close/>
              </a:path>
            </a:pathLst>
          </a:custGeom>
          <a:solidFill>
            <a:srgbClr val="FF4C4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2" name="Google Shape;682;p37"/>
          <p:cNvSpPr txBox="1"/>
          <p:nvPr/>
        </p:nvSpPr>
        <p:spPr>
          <a:xfrm>
            <a:off x="1059475" y="565150"/>
            <a:ext cx="3213000" cy="236100"/>
          </a:xfrm>
          <a:prstGeom prst="rect">
            <a:avLst/>
          </a:prstGeom>
          <a:noFill/>
          <a:ln>
            <a:noFill/>
          </a:ln>
        </p:spPr>
        <p:txBody>
          <a:bodyPr spcFirstLastPara="1" wrap="square" lIns="0" tIns="16500" rIns="0" bIns="0" anchor="t" anchorCtr="0">
            <a:spAutoFit/>
          </a:bodyPr>
          <a:lstStyle/>
          <a:p>
            <a:pPr marL="25400" lvl="0" indent="0" algn="l" rtl="0">
              <a:lnSpc>
                <a:spcPct val="100000"/>
              </a:lnSpc>
              <a:spcBef>
                <a:spcPts val="0"/>
              </a:spcBef>
              <a:spcAft>
                <a:spcPts val="0"/>
              </a:spcAft>
              <a:buNone/>
            </a:pPr>
            <a:r>
              <a:rPr lang="en-US" sz="950" b="1">
                <a:solidFill>
                  <a:srgbClr val="4CA5A5"/>
                </a:solidFill>
                <a:latin typeface="Arial"/>
                <a:ea typeface="Arial"/>
                <a:cs typeface="Arial"/>
                <a:sym typeface="Arial"/>
              </a:rPr>
              <a:t>Parameters	        </a:t>
            </a:r>
            <a:r>
              <a:rPr lang="en-US" sz="1425" b="1" baseline="30000">
                <a:solidFill>
                  <a:srgbClr val="4CA5A5"/>
                </a:solidFill>
                <a:latin typeface="Arial"/>
                <a:ea typeface="Arial"/>
                <a:cs typeface="Arial"/>
                <a:sym typeface="Arial"/>
              </a:rPr>
              <a:t>Input Data	                      Targets </a:t>
            </a:r>
            <a:endParaRPr sz="1425" baseline="30000">
              <a:latin typeface="Arial"/>
              <a:ea typeface="Arial"/>
              <a:cs typeface="Arial"/>
              <a:sym typeface="Arial"/>
            </a:endParaRPr>
          </a:p>
        </p:txBody>
      </p:sp>
      <p:sp>
        <p:nvSpPr>
          <p:cNvPr id="683" name="Google Shape;683;p37"/>
          <p:cNvSpPr txBox="1"/>
          <p:nvPr/>
        </p:nvSpPr>
        <p:spPr>
          <a:xfrm>
            <a:off x="4889982" y="2467507"/>
            <a:ext cx="316865"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b="1">
                <a:solidFill>
                  <a:srgbClr val="D24C79"/>
                </a:solidFill>
                <a:latin typeface="Arial"/>
                <a:ea typeface="Arial"/>
                <a:cs typeface="Arial"/>
                <a:sym typeface="Arial"/>
              </a:rPr>
              <a:t>Loss</a:t>
            </a:r>
            <a:endParaRPr sz="950">
              <a:latin typeface="Arial"/>
              <a:ea typeface="Arial"/>
              <a:cs typeface="Arial"/>
              <a:sym typeface="Arial"/>
            </a:endParaRPr>
          </a:p>
        </p:txBody>
      </p:sp>
      <p:sp>
        <p:nvSpPr>
          <p:cNvPr id="684" name="Google Shape;684;p37"/>
          <p:cNvSpPr txBox="1"/>
          <p:nvPr/>
        </p:nvSpPr>
        <p:spPr>
          <a:xfrm>
            <a:off x="523582" y="1508885"/>
            <a:ext cx="52451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b="1">
                <a:solidFill>
                  <a:srgbClr val="4CFF4C"/>
                </a:solidFill>
                <a:latin typeface="Arial"/>
                <a:ea typeface="Arial"/>
                <a:cs typeface="Arial"/>
                <a:sym typeface="Arial"/>
              </a:rPr>
              <a:t>Updated</a:t>
            </a:r>
            <a:endParaRPr sz="950">
              <a:latin typeface="Arial"/>
              <a:ea typeface="Arial"/>
              <a:cs typeface="Arial"/>
              <a:sym typeface="Arial"/>
            </a:endParaRPr>
          </a:p>
        </p:txBody>
      </p:sp>
      <p:grpSp>
        <p:nvGrpSpPr>
          <p:cNvPr id="685" name="Google Shape;685;p37"/>
          <p:cNvGrpSpPr/>
          <p:nvPr/>
        </p:nvGrpSpPr>
        <p:grpSpPr>
          <a:xfrm>
            <a:off x="0" y="3109250"/>
            <a:ext cx="5760261" cy="92075"/>
            <a:chOff x="0" y="3109250"/>
            <a:chExt cx="5760261" cy="92075"/>
          </a:xfrm>
        </p:grpSpPr>
        <p:sp>
          <p:nvSpPr>
            <p:cNvPr id="686" name="Google Shape;686;p3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7" name="Google Shape;687;p3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8" name="Google Shape;688;p3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89" name="Google Shape;689;p3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90" name="Google Shape;690;p3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691" name="Google Shape;691;p3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31</a:t>
            </a:fld>
            <a:r>
              <a:rPr lang="en-US"/>
              <a:t> / 46</a:t>
            </a:r>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97" name="Google Shape;697;p3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698" name="Google Shape;698;p3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699" name="Google Shape;699;p3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00" name="Google Shape;700;p3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01" name="Google Shape;701;p3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02" name="Google Shape;702;p3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03" name="Google Shape;703;p3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04" name="Google Shape;704;p3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05" name="Google Shape;705;p3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06" name="Google Shape;706;p3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5</a:t>
            </a:r>
            <a:endParaRPr sz="800">
              <a:latin typeface="Calibri"/>
              <a:ea typeface="Calibri"/>
              <a:cs typeface="Calibri"/>
              <a:sym typeface="Calibri"/>
            </a:endParaRPr>
          </a:p>
        </p:txBody>
      </p:sp>
      <p:pic>
        <p:nvPicPr>
          <p:cNvPr id="707" name="Google Shape;707;p3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08" name="Google Shape;708;p3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709" name="Google Shape;709;p3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10" name="Google Shape;710;p3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11" name="Google Shape;711;p3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12" name="Google Shape;712;p3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13" name="Google Shape;713;p38"/>
          <p:cNvSpPr txBox="1"/>
          <p:nvPr/>
        </p:nvSpPr>
        <p:spPr>
          <a:xfrm>
            <a:off x="563029" y="500281"/>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14" name="Google Shape;714;p38"/>
          <p:cNvGrpSpPr/>
          <p:nvPr/>
        </p:nvGrpSpPr>
        <p:grpSpPr>
          <a:xfrm>
            <a:off x="0" y="3109250"/>
            <a:ext cx="5760261" cy="92075"/>
            <a:chOff x="0" y="3109250"/>
            <a:chExt cx="5760261" cy="92075"/>
          </a:xfrm>
        </p:grpSpPr>
        <p:sp>
          <p:nvSpPr>
            <p:cNvPr id="715" name="Google Shape;715;p3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6" name="Google Shape;716;p3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7" name="Google Shape;717;p3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8" name="Google Shape;718;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9" name="Google Shape;719;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20" name="Google Shape;720;p3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32</a:t>
            </a:fld>
            <a:r>
              <a:rPr lang="en-US"/>
              <a:t> / 46</a:t>
            </a:r>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3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odel</a:t>
            </a:r>
            <a:r>
              <a:rPr lang="en-US">
                <a:solidFill>
                  <a:srgbClr val="FFFFFF"/>
                </a:solidFill>
              </a:rPr>
              <a:t> E</a:t>
            </a:r>
            <a:r>
              <a:rPr lang="en-US" cap="small">
                <a:solidFill>
                  <a:srgbClr val="FFFFFF"/>
                </a:solidFill>
              </a:rPr>
              <a:t>valuation</a:t>
            </a:r>
            <a:r>
              <a:rPr lang="en-US">
                <a:solidFill>
                  <a:srgbClr val="FFFFFF"/>
                </a:solidFill>
              </a:rPr>
              <a:t>: T</a:t>
            </a:r>
            <a:r>
              <a:rPr lang="en-US" cap="small">
                <a:solidFill>
                  <a:srgbClr val="FFFFFF"/>
                </a:solidFill>
              </a:rPr>
              <a:t>raining</a:t>
            </a:r>
            <a:r>
              <a:rPr lang="en-US">
                <a:solidFill>
                  <a:srgbClr val="FFFFFF"/>
                </a:solidFill>
              </a:rPr>
              <a:t> </a:t>
            </a:r>
            <a:r>
              <a:rPr lang="en-US" cap="small">
                <a:solidFill>
                  <a:srgbClr val="FFFFFF"/>
                </a:solidFill>
              </a:rPr>
              <a:t>vs</a:t>
            </a:r>
            <a:r>
              <a:rPr lang="en-US">
                <a:solidFill>
                  <a:srgbClr val="FFFFFF"/>
                </a:solidFill>
              </a:rPr>
              <a:t> T</a:t>
            </a:r>
            <a:r>
              <a:rPr lang="en-US" cap="small">
                <a:solidFill>
                  <a:srgbClr val="FFFFFF"/>
                </a:solidFill>
              </a:rPr>
              <a:t>est</a:t>
            </a:r>
            <a:r>
              <a:rPr lang="en-US">
                <a:solidFill>
                  <a:srgbClr val="FFFFFF"/>
                </a:solidFill>
              </a:rPr>
              <a:t> E</a:t>
            </a:r>
            <a:r>
              <a:rPr lang="en-US" cap="small">
                <a:solidFill>
                  <a:srgbClr val="FFFFFF"/>
                </a:solidFill>
              </a:rPr>
              <a:t>rror</a:t>
            </a:r>
            <a:endParaRPr/>
          </a:p>
        </p:txBody>
      </p:sp>
      <p:grpSp>
        <p:nvGrpSpPr>
          <p:cNvPr id="726" name="Google Shape;726;p39"/>
          <p:cNvGrpSpPr/>
          <p:nvPr/>
        </p:nvGrpSpPr>
        <p:grpSpPr>
          <a:xfrm>
            <a:off x="0" y="3109250"/>
            <a:ext cx="5760261" cy="92075"/>
            <a:chOff x="0" y="3109250"/>
            <a:chExt cx="5760261" cy="92075"/>
          </a:xfrm>
        </p:grpSpPr>
        <p:sp>
          <p:nvSpPr>
            <p:cNvPr id="727" name="Google Shape;727;p3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8" name="Google Shape;728;p3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9" name="Google Shape;729;p3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0" name="Google Shape;730;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1" name="Google Shape;731;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32" name="Google Shape;732;p3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33</a:t>
            </a:fld>
            <a:r>
              <a:rPr lang="en-US"/>
              <a:t> / 46</a:t>
            </a:r>
            <a:endParaRPr/>
          </a:p>
        </p:txBody>
      </p:sp>
      <p:pic>
        <p:nvPicPr>
          <p:cNvPr id="733" name="Google Shape;733;p39"/>
          <p:cNvPicPr preferRelativeResize="0"/>
          <p:nvPr/>
        </p:nvPicPr>
        <p:blipFill>
          <a:blip r:embed="rId4">
            <a:alphaModFix/>
          </a:blip>
          <a:stretch>
            <a:fillRect/>
          </a:stretch>
        </p:blipFill>
        <p:spPr>
          <a:xfrm>
            <a:off x="152400" y="550235"/>
            <a:ext cx="5150208" cy="240661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3345480" y="409320"/>
              <a:ext cx="1510200" cy="563040"/>
            </p14:xfrm>
          </p:contentPart>
        </mc:Choice>
        <mc:Fallback xmlns="">
          <p:pic>
            <p:nvPicPr>
              <p:cNvPr id="2" name="Ink 1"/>
              <p:cNvPicPr/>
              <p:nvPr/>
            </p:nvPicPr>
            <p:blipFill>
              <a:blip r:embed="rId6"/>
              <a:stretch>
                <a:fillRect/>
              </a:stretch>
            </p:blipFill>
            <p:spPr>
              <a:xfrm>
                <a:off x="3337920" y="396000"/>
                <a:ext cx="1532160" cy="584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p14:cNvContentPartPr/>
              <p14:nvPr/>
            </p14:nvContentPartPr>
            <p14:xfrm>
              <a:off x="4281120" y="445680"/>
              <a:ext cx="43200" cy="368640"/>
            </p14:xfrm>
          </p:contentPart>
        </mc:Choice>
        <mc:Fallback xmlns="">
          <p:pic>
            <p:nvPicPr>
              <p:cNvPr id="3" name="Ink 2"/>
              <p:cNvPicPr/>
              <p:nvPr/>
            </p:nvPicPr>
            <p:blipFill>
              <a:blip r:embed="rId8"/>
              <a:stretch>
                <a:fillRect/>
              </a:stretch>
            </p:blipFill>
            <p:spPr>
              <a:xfrm>
                <a:off x="4271400" y="437760"/>
                <a:ext cx="6696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p14:cNvContentPartPr/>
              <p14:nvPr/>
            </p14:nvContentPartPr>
            <p14:xfrm>
              <a:off x="4430880" y="462240"/>
              <a:ext cx="623160" cy="431280"/>
            </p14:xfrm>
          </p:contentPart>
        </mc:Choice>
        <mc:Fallback xmlns="">
          <p:pic>
            <p:nvPicPr>
              <p:cNvPr id="4" name="Ink 3"/>
              <p:cNvPicPr/>
              <p:nvPr/>
            </p:nvPicPr>
            <p:blipFill>
              <a:blip r:embed="rId10"/>
              <a:stretch>
                <a:fillRect/>
              </a:stretch>
            </p:blipFill>
            <p:spPr>
              <a:xfrm>
                <a:off x="4417560" y="448920"/>
                <a:ext cx="649800" cy="453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Ink 4"/>
              <p14:cNvContentPartPr/>
              <p14:nvPr/>
            </p14:nvContentPartPr>
            <p14:xfrm>
              <a:off x="2872440" y="550440"/>
              <a:ext cx="2271960" cy="794520"/>
            </p14:xfrm>
          </p:contentPart>
        </mc:Choice>
        <mc:Fallback xmlns="">
          <p:pic>
            <p:nvPicPr>
              <p:cNvPr id="5" name="Ink 4"/>
              <p:cNvPicPr/>
              <p:nvPr/>
            </p:nvPicPr>
            <p:blipFill>
              <a:blip r:embed="rId12"/>
              <a:stretch>
                <a:fillRect/>
              </a:stretch>
            </p:blipFill>
            <p:spPr>
              <a:xfrm>
                <a:off x="2860560" y="543240"/>
                <a:ext cx="2300040" cy="816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k 5"/>
              <p14:cNvContentPartPr/>
              <p14:nvPr/>
            </p14:nvContentPartPr>
            <p14:xfrm>
              <a:off x="4157640" y="1377720"/>
              <a:ext cx="1535760" cy="1451520"/>
            </p14:xfrm>
          </p:contentPart>
        </mc:Choice>
        <mc:Fallback xmlns="">
          <p:pic>
            <p:nvPicPr>
              <p:cNvPr id="6" name="Ink 5"/>
              <p:cNvPicPr/>
              <p:nvPr/>
            </p:nvPicPr>
            <p:blipFill>
              <a:blip r:embed="rId14"/>
              <a:stretch>
                <a:fillRect/>
              </a:stretch>
            </p:blipFill>
            <p:spPr>
              <a:xfrm>
                <a:off x="4145400" y="1365840"/>
                <a:ext cx="1561320" cy="1476720"/>
              </a:xfrm>
              <a:prstGeom prst="rect">
                <a:avLst/>
              </a:prstGeom>
            </p:spPr>
          </p:pic>
        </mc:Fallback>
      </mc:AlternateContent>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endParaRPr/>
          </a:p>
        </p:txBody>
      </p:sp>
      <p:grpSp>
        <p:nvGrpSpPr>
          <p:cNvPr id="739" name="Google Shape;739;p40"/>
          <p:cNvGrpSpPr/>
          <p:nvPr/>
        </p:nvGrpSpPr>
        <p:grpSpPr>
          <a:xfrm>
            <a:off x="0" y="3109250"/>
            <a:ext cx="5760261" cy="92075"/>
            <a:chOff x="0" y="3109250"/>
            <a:chExt cx="5760261" cy="92075"/>
          </a:xfrm>
        </p:grpSpPr>
        <p:sp>
          <p:nvSpPr>
            <p:cNvPr id="740" name="Google Shape;740;p4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1" name="Google Shape;741;p4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2" name="Google Shape;742;p4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3" name="Google Shape;743;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44" name="Google Shape;744;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45" name="Google Shape;745;p4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34</a:t>
            </a:fld>
            <a:r>
              <a:rPr lang="en-US"/>
              <a:t> / 46</a:t>
            </a:r>
            <a:endParaRPr/>
          </a:p>
        </p:txBody>
      </p:sp>
      <p:pic>
        <p:nvPicPr>
          <p:cNvPr id="746" name="Google Shape;746;p40"/>
          <p:cNvPicPr preferRelativeResize="0"/>
          <p:nvPr/>
        </p:nvPicPr>
        <p:blipFill>
          <a:blip r:embed="rId4">
            <a:alphaModFix/>
          </a:blip>
          <a:stretch>
            <a:fillRect/>
          </a:stretch>
        </p:blipFill>
        <p:spPr>
          <a:xfrm>
            <a:off x="152400" y="550235"/>
            <a:ext cx="5096950" cy="240661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520" y="140040"/>
              <a:ext cx="4454280" cy="680400"/>
            </p14:xfrm>
          </p:contentPart>
        </mc:Choice>
        <mc:Fallback xmlns="">
          <p:pic>
            <p:nvPicPr>
              <p:cNvPr id="2" name="Ink 1"/>
              <p:cNvPicPr/>
              <p:nvPr/>
            </p:nvPicPr>
            <p:blipFill>
              <a:blip r:embed="rId6"/>
              <a:stretch>
                <a:fillRect/>
              </a:stretch>
            </p:blipFill>
            <p:spPr>
              <a:xfrm>
                <a:off x="-11520" y="125640"/>
                <a:ext cx="448128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p14:cNvContentPartPr/>
              <p14:nvPr/>
            </p14:nvContentPartPr>
            <p14:xfrm>
              <a:off x="3822480" y="336600"/>
              <a:ext cx="1902960" cy="1106640"/>
            </p14:xfrm>
          </p:contentPart>
        </mc:Choice>
        <mc:Fallback xmlns="">
          <p:pic>
            <p:nvPicPr>
              <p:cNvPr id="3" name="Ink 2"/>
              <p:cNvPicPr/>
              <p:nvPr/>
            </p:nvPicPr>
            <p:blipFill>
              <a:blip r:embed="rId8"/>
              <a:stretch>
                <a:fillRect/>
              </a:stretch>
            </p:blipFill>
            <p:spPr>
              <a:xfrm>
                <a:off x="3808440" y="323640"/>
                <a:ext cx="1928880" cy="1130040"/>
              </a:xfrm>
              <a:prstGeom prst="rect">
                <a:avLst/>
              </a:prstGeom>
            </p:spPr>
          </p:pic>
        </mc:Fallback>
      </mc:AlternateContent>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sz="1550" i="1">
                <a:solidFill>
                  <a:srgbClr val="FFFFFF"/>
                </a:solidFill>
                <a:latin typeface="Arial"/>
                <a:ea typeface="Arial"/>
                <a:cs typeface="Arial"/>
                <a:sym typeface="Arial"/>
              </a:rPr>
              <a:t>R</a:t>
            </a:r>
            <a:r>
              <a:rPr lang="en-US" sz="1575" baseline="30000">
                <a:solidFill>
                  <a:srgbClr val="FFFFFF"/>
                </a:solidFill>
                <a:latin typeface="Arial"/>
                <a:ea typeface="Arial"/>
                <a:cs typeface="Arial"/>
                <a:sym typeface="Arial"/>
              </a:rPr>
              <a:t>2 </a:t>
            </a:r>
            <a:r>
              <a:rPr lang="en-US" sz="1700">
                <a:solidFill>
                  <a:srgbClr val="FFFFFF"/>
                </a:solidFill>
              </a:rPr>
              <a:t>S</a:t>
            </a:r>
            <a:r>
              <a:rPr lang="en-US" sz="1700" cap="small">
                <a:solidFill>
                  <a:srgbClr val="FFFFFF"/>
                </a:solidFill>
              </a:rPr>
              <a:t>core</a:t>
            </a:r>
            <a:r>
              <a:rPr lang="en-US" sz="1700">
                <a:solidFill>
                  <a:srgbClr val="FFFFFF"/>
                </a:solidFill>
              </a:rPr>
              <a:t> (C</a:t>
            </a:r>
            <a:r>
              <a:rPr lang="en-US" sz="1700" cap="small">
                <a:solidFill>
                  <a:srgbClr val="FFFFFF"/>
                </a:solidFill>
              </a:rPr>
              <a:t>oefficient</a:t>
            </a:r>
            <a:r>
              <a:rPr lang="en-US" sz="1700">
                <a:solidFill>
                  <a:srgbClr val="FFFFFF"/>
                </a:solidFill>
              </a:rPr>
              <a:t> </a:t>
            </a:r>
            <a:r>
              <a:rPr lang="en-US" sz="1700" cap="small">
                <a:solidFill>
                  <a:srgbClr val="FFFFFF"/>
                </a:solidFill>
              </a:rPr>
              <a:t>of</a:t>
            </a:r>
            <a:r>
              <a:rPr lang="en-US" sz="1700">
                <a:solidFill>
                  <a:srgbClr val="FFFFFF"/>
                </a:solidFill>
              </a:rPr>
              <a:t> D</a:t>
            </a:r>
            <a:r>
              <a:rPr lang="en-US" sz="1700" cap="small">
                <a:solidFill>
                  <a:srgbClr val="FFFFFF"/>
                </a:solidFill>
              </a:rPr>
              <a:t>etermination</a:t>
            </a:r>
            <a:r>
              <a:rPr lang="en-US" sz="1700">
                <a:solidFill>
                  <a:srgbClr val="FFFFFF"/>
                </a:solidFill>
              </a:rPr>
              <a:t>)</a:t>
            </a:r>
            <a:endParaRPr sz="1700">
              <a:latin typeface="Arial"/>
              <a:ea typeface="Arial"/>
              <a:cs typeface="Arial"/>
              <a:sym typeface="Arial"/>
            </a:endParaRPr>
          </a:p>
        </p:txBody>
      </p:sp>
      <p:grpSp>
        <p:nvGrpSpPr>
          <p:cNvPr id="752" name="Google Shape;752;p41"/>
          <p:cNvGrpSpPr/>
          <p:nvPr/>
        </p:nvGrpSpPr>
        <p:grpSpPr>
          <a:xfrm>
            <a:off x="0" y="3109250"/>
            <a:ext cx="5760261" cy="92075"/>
            <a:chOff x="0" y="3109250"/>
            <a:chExt cx="5760261" cy="92075"/>
          </a:xfrm>
        </p:grpSpPr>
        <p:sp>
          <p:nvSpPr>
            <p:cNvPr id="753" name="Google Shape;753;p4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4" name="Google Shape;754;p4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4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56" name="Google Shape;756;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7" name="Google Shape;757;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758" name="Google Shape;758;p4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35</a:t>
            </a:fld>
            <a:r>
              <a:rPr lang="en-US"/>
              <a:t> / 46</a:t>
            </a:r>
            <a:endParaRPr/>
          </a:p>
        </p:txBody>
      </p:sp>
      <p:pic>
        <p:nvPicPr>
          <p:cNvPr id="759" name="Google Shape;759;p41"/>
          <p:cNvPicPr preferRelativeResize="0"/>
          <p:nvPr/>
        </p:nvPicPr>
        <p:blipFill>
          <a:blip r:embed="rId4">
            <a:alphaModFix/>
          </a:blip>
          <a:stretch>
            <a:fillRect/>
          </a:stretch>
        </p:blipFill>
        <p:spPr>
          <a:xfrm>
            <a:off x="152400" y="550235"/>
            <a:ext cx="5311150" cy="2406615"/>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661320" y="845640"/>
              <a:ext cx="4930560" cy="1843560"/>
            </p14:xfrm>
          </p:contentPart>
        </mc:Choice>
        <mc:Fallback xmlns="">
          <p:pic>
            <p:nvPicPr>
              <p:cNvPr id="2" name="Ink 1"/>
              <p:cNvPicPr/>
              <p:nvPr/>
            </p:nvPicPr>
            <p:blipFill>
              <a:blip r:embed="rId6"/>
              <a:stretch>
                <a:fillRect/>
              </a:stretch>
            </p:blipFill>
            <p:spPr>
              <a:xfrm>
                <a:off x="646920" y="832680"/>
                <a:ext cx="4953240" cy="1870920"/>
              </a:xfrm>
              <a:prstGeom prst="rect">
                <a:avLst/>
              </a:prstGeom>
            </p:spPr>
          </p:pic>
        </mc:Fallback>
      </mc:AlternateContent>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382760" y="409320"/>
              <a:ext cx="2062440" cy="1787040"/>
            </p14:xfrm>
          </p:contentPart>
        </mc:Choice>
        <mc:Fallback xmlns="">
          <p:pic>
            <p:nvPicPr>
              <p:cNvPr id="4" name="Ink 3"/>
              <p:cNvPicPr/>
              <p:nvPr/>
            </p:nvPicPr>
            <p:blipFill>
              <a:blip r:embed="rId3"/>
              <a:stretch>
                <a:fillRect/>
              </a:stretch>
            </p:blipFill>
            <p:spPr>
              <a:xfrm>
                <a:off x="1371600" y="396720"/>
                <a:ext cx="2088000" cy="1814400"/>
              </a:xfrm>
              <a:prstGeom prst="rect">
                <a:avLst/>
              </a:prstGeom>
            </p:spPr>
          </p:pic>
        </mc:Fallback>
      </mc:AlternateContent>
    </p:spTree>
    <p:extLst>
      <p:ext uri="{BB962C8B-B14F-4D97-AF65-F5344CB8AC3E}">
        <p14:creationId xmlns:p14="http://schemas.microsoft.com/office/powerpoint/2010/main" val="1910846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42"/>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65" name="Google Shape;765;p42"/>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766" name="Google Shape;766;p42"/>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767" name="Google Shape;767;p42"/>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768" name="Google Shape;768;p42"/>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769" name="Google Shape;769;p42"/>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770" name="Google Shape;770;p42"/>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771" name="Google Shape;771;p42"/>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772" name="Google Shape;772;p42"/>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773" name="Google Shape;773;p42"/>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774" name="Google Shape;774;p42"/>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775" name="Google Shape;775;p42"/>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776" name="Google Shape;776;p42"/>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6</a:t>
            </a:r>
            <a:endParaRPr sz="800">
              <a:latin typeface="Calibri"/>
              <a:ea typeface="Calibri"/>
              <a:cs typeface="Calibri"/>
              <a:sym typeface="Calibri"/>
            </a:endParaRPr>
          </a:p>
        </p:txBody>
      </p:sp>
      <p:pic>
        <p:nvPicPr>
          <p:cNvPr id="777" name="Google Shape;777;p42"/>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778" name="Google Shape;778;p42"/>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779" name="Google Shape;779;p42"/>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780" name="Google Shape;780;p42"/>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781" name="Google Shape;781;p42"/>
          <p:cNvSpPr txBox="1"/>
          <p:nvPr/>
        </p:nvSpPr>
        <p:spPr>
          <a:xfrm>
            <a:off x="563025" y="565985"/>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3333B2"/>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782" name="Google Shape;782;p42"/>
          <p:cNvGrpSpPr/>
          <p:nvPr/>
        </p:nvGrpSpPr>
        <p:grpSpPr>
          <a:xfrm>
            <a:off x="0" y="3109250"/>
            <a:ext cx="5760261" cy="92075"/>
            <a:chOff x="0" y="3109250"/>
            <a:chExt cx="5760261" cy="92075"/>
          </a:xfrm>
        </p:grpSpPr>
        <p:sp>
          <p:nvSpPr>
            <p:cNvPr id="783" name="Google Shape;783;p4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4" name="Google Shape;784;p4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5" name="Google Shape;785;p4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86" name="Google Shape;786;p4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87" name="Google Shape;787;p4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788" name="Google Shape;788;p4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37</a:t>
            </a:fld>
            <a:r>
              <a:rPr lang="en-US"/>
              <a:t> / 46</a:t>
            </a:r>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43"/>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P</a:t>
            </a:r>
            <a:r>
              <a:rPr lang="en-US" cap="small">
                <a:solidFill>
                  <a:srgbClr val="FFFFFF"/>
                </a:solidFill>
              </a:rPr>
              <a:t>erceptron</a:t>
            </a:r>
            <a:r>
              <a:rPr lang="en-US">
                <a:solidFill>
                  <a:srgbClr val="FFFFFF"/>
                </a:solidFill>
              </a:rPr>
              <a:t> D</a:t>
            </a:r>
            <a:r>
              <a:rPr lang="en-US" cap="small">
                <a:solidFill>
                  <a:srgbClr val="FFFFFF"/>
                </a:solidFill>
              </a:rPr>
              <a:t>emo</a:t>
            </a:r>
            <a:r>
              <a:rPr lang="en-US">
                <a:solidFill>
                  <a:srgbClr val="FFFFFF"/>
                </a:solidFill>
              </a:rPr>
              <a:t> P</a:t>
            </a:r>
            <a:r>
              <a:rPr lang="en-US" cap="small">
                <a:solidFill>
                  <a:srgbClr val="FFFFFF"/>
                </a:solidFill>
              </a:rPr>
              <a:t>ython</a:t>
            </a:r>
            <a:r>
              <a:rPr lang="en-US">
                <a:solidFill>
                  <a:srgbClr val="FFFFFF"/>
                </a:solidFill>
              </a:rPr>
              <a:t> C</a:t>
            </a:r>
            <a:r>
              <a:rPr lang="en-US" cap="small">
                <a:solidFill>
                  <a:srgbClr val="FFFFFF"/>
                </a:solidFill>
              </a:rPr>
              <a:t>ode</a:t>
            </a:r>
            <a:endParaRPr/>
          </a:p>
        </p:txBody>
      </p:sp>
      <p:pic>
        <p:nvPicPr>
          <p:cNvPr id="794" name="Google Shape;794;p43"/>
          <p:cNvPicPr preferRelativeResize="0"/>
          <p:nvPr/>
        </p:nvPicPr>
        <p:blipFill rotWithShape="1">
          <a:blip r:embed="rId3">
            <a:alphaModFix/>
          </a:blip>
          <a:srcRect/>
          <a:stretch/>
        </p:blipFill>
        <p:spPr>
          <a:xfrm>
            <a:off x="513702" y="1017866"/>
            <a:ext cx="69291" cy="69291"/>
          </a:xfrm>
          <a:prstGeom prst="rect">
            <a:avLst/>
          </a:prstGeom>
          <a:noFill/>
          <a:ln>
            <a:noFill/>
          </a:ln>
        </p:spPr>
      </p:pic>
      <p:sp>
        <p:nvSpPr>
          <p:cNvPr id="795" name="Google Shape;795;p43"/>
          <p:cNvSpPr txBox="1"/>
          <p:nvPr/>
        </p:nvSpPr>
        <p:spPr>
          <a:xfrm>
            <a:off x="347294" y="925166"/>
            <a:ext cx="5065395" cy="1706991"/>
          </a:xfrm>
          <a:prstGeom prst="rect">
            <a:avLst/>
          </a:prstGeom>
          <a:noFill/>
          <a:ln>
            <a:noFill/>
          </a:ln>
        </p:spPr>
        <p:txBody>
          <a:bodyPr spcFirstLastPara="1" wrap="square" lIns="0" tIns="12050" rIns="0" bIns="0" anchor="t" anchorCtr="0">
            <a:spAutoFit/>
          </a:bodyPr>
          <a:lstStyle/>
          <a:p>
            <a:pPr marL="309880" marR="1232535" lvl="0" indent="0" algn="l" rtl="0">
              <a:lnSpc>
                <a:spcPct val="100000"/>
              </a:lnSpc>
              <a:spcBef>
                <a:spcPts val="0"/>
              </a:spcBef>
              <a:spcAft>
                <a:spcPts val="0"/>
              </a:spcAft>
              <a:buNone/>
            </a:pPr>
            <a:r>
              <a:rPr lang="en-US" sz="1200" u="sng" dirty="0">
                <a:solidFill>
                  <a:schemeClr val="hlink"/>
                </a:solidFill>
                <a:latin typeface="Calibri"/>
                <a:ea typeface="Calibri"/>
                <a:cs typeface="Calibri"/>
                <a:sym typeface="Calibri"/>
                <a:hlinkClick r:id="rId4"/>
              </a:rPr>
              <a:t>https://colab.research.google.com/drive/</a:t>
            </a:r>
            <a:r>
              <a:rPr lang="en-US" sz="1200" dirty="0">
                <a:latin typeface="Calibri"/>
                <a:ea typeface="Calibri"/>
                <a:cs typeface="Calibri"/>
                <a:sym typeface="Calibri"/>
              </a:rPr>
              <a:t> </a:t>
            </a:r>
            <a:r>
              <a:rPr lang="en-US" sz="1200" u="sng" dirty="0">
                <a:solidFill>
                  <a:schemeClr val="hlink"/>
                </a:solidFill>
                <a:latin typeface="Calibri"/>
                <a:ea typeface="Calibri"/>
                <a:cs typeface="Calibri"/>
                <a:sym typeface="Calibri"/>
                <a:hlinkClick r:id="rId5"/>
              </a:rPr>
              <a:t>10whoZYodz1H02mbVwsmTudwxaU18ukaI?usp=sharing</a:t>
            </a:r>
            <a:endParaRPr sz="1200" dirty="0">
              <a:latin typeface="Calibri"/>
              <a:ea typeface="Calibri"/>
              <a:cs typeface="Calibri"/>
              <a:sym typeface="Calibri"/>
            </a:endParaRPr>
          </a:p>
          <a:p>
            <a:pPr marL="0" lvl="0" indent="0" algn="l" rtl="0">
              <a:lnSpc>
                <a:spcPct val="100000"/>
              </a:lnSpc>
              <a:spcBef>
                <a:spcPts val="0"/>
              </a:spcBef>
              <a:spcAft>
                <a:spcPts val="0"/>
              </a:spcAft>
              <a:buNone/>
            </a:pPr>
            <a:endParaRPr sz="1200" dirty="0">
              <a:latin typeface="Calibri"/>
              <a:ea typeface="Calibri"/>
              <a:cs typeface="Calibri"/>
              <a:sym typeface="Calibri"/>
            </a:endParaRPr>
          </a:p>
          <a:p>
            <a:pPr marL="0" lvl="0" indent="0" algn="l" rtl="0">
              <a:lnSpc>
                <a:spcPct val="100000"/>
              </a:lnSpc>
              <a:spcBef>
                <a:spcPts val="360"/>
              </a:spcBef>
              <a:spcAft>
                <a:spcPts val="0"/>
              </a:spcAft>
              <a:buNone/>
            </a:pPr>
            <a:endParaRPr sz="1200" dirty="0">
              <a:latin typeface="Calibri"/>
              <a:ea typeface="Calibri"/>
              <a:cs typeface="Calibri"/>
              <a:sym typeface="Calibri"/>
            </a:endParaRPr>
          </a:p>
          <a:p>
            <a:pPr marL="12700" lvl="0" indent="0" algn="just" rtl="0">
              <a:lnSpc>
                <a:spcPct val="100000"/>
              </a:lnSpc>
              <a:spcBef>
                <a:spcPts val="0"/>
              </a:spcBef>
              <a:spcAft>
                <a:spcPts val="0"/>
              </a:spcAft>
              <a:buNone/>
            </a:pPr>
            <a:r>
              <a:rPr lang="en-US" sz="1050" dirty="0">
                <a:latin typeface="Arial"/>
                <a:ea typeface="Arial"/>
                <a:cs typeface="Arial"/>
                <a:sym typeface="Arial"/>
              </a:rPr>
              <a:t>Student </a:t>
            </a:r>
            <a:r>
              <a:rPr lang="en-US" sz="1050" dirty="0" err="1">
                <a:latin typeface="Arial"/>
                <a:ea typeface="Arial"/>
                <a:cs typeface="Arial"/>
                <a:sym typeface="Arial"/>
              </a:rPr>
              <a:t>pl</a:t>
            </a:r>
            <a:r>
              <a:rPr lang="en-US" sz="1050" dirty="0">
                <a:latin typeface="Arial"/>
                <a:ea typeface="Arial"/>
                <a:cs typeface="Arial"/>
                <a:sym typeface="Arial"/>
              </a:rPr>
              <a:t> note:</a:t>
            </a:r>
            <a:endParaRPr sz="1050" dirty="0">
              <a:latin typeface="Arial"/>
              <a:ea typeface="Arial"/>
              <a:cs typeface="Arial"/>
              <a:sym typeface="Arial"/>
            </a:endParaRPr>
          </a:p>
          <a:p>
            <a:pPr marL="12700" marR="5080" lvl="0" indent="0" algn="just" rtl="0">
              <a:lnSpc>
                <a:spcPct val="114700"/>
              </a:lnSpc>
              <a:spcBef>
                <a:spcPts val="0"/>
              </a:spcBef>
              <a:spcAft>
                <a:spcPts val="0"/>
              </a:spcAft>
              <a:buNone/>
            </a:pPr>
            <a:r>
              <a:rPr lang="en-US" sz="1050" dirty="0">
                <a:latin typeface="Arial"/>
                <a:ea typeface="Arial"/>
                <a:cs typeface="Arial"/>
                <a:sym typeface="Arial"/>
              </a:rPr>
              <a:t>The Python notebook is shared for anyone who has access to the link and the access is restricted to </a:t>
            </a:r>
            <a:r>
              <a:rPr lang="en-US" sz="1050" dirty="0">
                <a:solidFill>
                  <a:srgbClr val="FF0000"/>
                </a:solidFill>
                <a:latin typeface="Arial"/>
                <a:ea typeface="Arial"/>
                <a:cs typeface="Arial"/>
                <a:sym typeface="Arial"/>
              </a:rPr>
              <a:t>use BITS email id</a:t>
            </a:r>
            <a:r>
              <a:rPr lang="en-US" sz="1050" dirty="0">
                <a:latin typeface="Arial"/>
                <a:ea typeface="Arial"/>
                <a:cs typeface="Arial"/>
                <a:sym typeface="Arial"/>
              </a:rPr>
              <a:t>. So please do not access from non-BITS email id and send requests for access. Access for non-BITS email id will NOT be granted.</a:t>
            </a:r>
            <a:endParaRPr sz="1050" dirty="0">
              <a:latin typeface="Arial"/>
              <a:ea typeface="Arial"/>
              <a:cs typeface="Arial"/>
              <a:sym typeface="Arial"/>
            </a:endParaRPr>
          </a:p>
        </p:txBody>
      </p:sp>
      <p:grpSp>
        <p:nvGrpSpPr>
          <p:cNvPr id="796" name="Google Shape;796;p43"/>
          <p:cNvGrpSpPr/>
          <p:nvPr/>
        </p:nvGrpSpPr>
        <p:grpSpPr>
          <a:xfrm>
            <a:off x="0" y="3109250"/>
            <a:ext cx="5760261" cy="92075"/>
            <a:chOff x="0" y="3109250"/>
            <a:chExt cx="5760261" cy="92075"/>
          </a:xfrm>
        </p:grpSpPr>
        <p:sp>
          <p:nvSpPr>
            <p:cNvPr id="797" name="Google Shape;797;p4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8" name="Google Shape;798;p4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99" name="Google Shape;799;p4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00" name="Google Shape;800;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01" name="Google Shape;801;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6"/>
              </a:rPr>
              <a:t>D</a:t>
            </a:r>
            <a:r>
              <a:rPr lang="en-US" sz="600" u="sng" cap="small">
                <a:solidFill>
                  <a:schemeClr val="hlink"/>
                </a:solidFill>
                <a:latin typeface="Calibri"/>
                <a:ea typeface="Calibri"/>
                <a:cs typeface="Calibri"/>
                <a:sym typeface="Calibri"/>
                <a:hlinkClick r:id="rId6"/>
              </a:rPr>
              <a:t>eep</a:t>
            </a:r>
            <a:r>
              <a:rPr lang="en-US" sz="600" u="sng">
                <a:solidFill>
                  <a:schemeClr val="hlink"/>
                </a:solidFill>
                <a:latin typeface="Calibri"/>
                <a:ea typeface="Calibri"/>
                <a:cs typeface="Calibri"/>
                <a:sym typeface="Calibri"/>
                <a:hlinkClick r:id="rId6"/>
              </a:rPr>
              <a:t> L</a:t>
            </a:r>
            <a:r>
              <a:rPr lang="en-US" sz="600" u="sng" cap="small">
                <a:solidFill>
                  <a:schemeClr val="hlink"/>
                </a:solidFill>
                <a:latin typeface="Calibri"/>
                <a:ea typeface="Calibri"/>
                <a:cs typeface="Calibri"/>
                <a:sym typeface="Calibri"/>
                <a:hlinkClick r:id="rId6"/>
              </a:rPr>
              <a:t>earning</a:t>
            </a:r>
            <a:endParaRPr sz="600">
              <a:latin typeface="Calibri"/>
              <a:ea typeface="Calibri"/>
              <a:cs typeface="Calibri"/>
              <a:sym typeface="Calibri"/>
            </a:endParaRPr>
          </a:p>
        </p:txBody>
      </p:sp>
      <p:sp>
        <p:nvSpPr>
          <p:cNvPr id="802" name="Google Shape;802;p4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38</a:t>
            </a:fld>
            <a:r>
              <a:rPr lang="en-US"/>
              <a:t> / 46</a:t>
            </a:r>
            <a:endParaRPr/>
          </a:p>
        </p:txBody>
      </p:sp>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44"/>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08" name="Google Shape;808;p44"/>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09" name="Google Shape;809;p44"/>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10" name="Google Shape;810;p44"/>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11" name="Google Shape;811;p44"/>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12" name="Google Shape;812;p44"/>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13" name="Google Shape;813;p44"/>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14" name="Google Shape;814;p44"/>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15" name="Google Shape;815;p44"/>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16" name="Google Shape;816;p44"/>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17" name="Google Shape;817;p44"/>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18" name="Google Shape;818;p44"/>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19" name="Google Shape;819;p44"/>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20" name="Google Shape;820;p44"/>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21" name="Google Shape;821;p44"/>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7</a:t>
            </a:r>
            <a:endParaRPr sz="800">
              <a:latin typeface="Calibri"/>
              <a:ea typeface="Calibri"/>
              <a:cs typeface="Calibri"/>
              <a:sym typeface="Calibri"/>
            </a:endParaRPr>
          </a:p>
        </p:txBody>
      </p:sp>
      <p:pic>
        <p:nvPicPr>
          <p:cNvPr id="822" name="Google Shape;822;p44"/>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23" name="Google Shape;823;p44"/>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8</a:t>
            </a:r>
            <a:endParaRPr sz="800">
              <a:latin typeface="Calibri"/>
              <a:ea typeface="Calibri"/>
              <a:cs typeface="Calibri"/>
              <a:sym typeface="Calibri"/>
            </a:endParaRPr>
          </a:p>
        </p:txBody>
      </p:sp>
      <p:sp>
        <p:nvSpPr>
          <p:cNvPr id="824" name="Google Shape;824;p44"/>
          <p:cNvSpPr txBox="1"/>
          <p:nvPr/>
        </p:nvSpPr>
        <p:spPr>
          <a:xfrm>
            <a:off x="563029" y="562863"/>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3333B2"/>
                </a:solidFill>
                <a:latin typeface="Calibri"/>
                <a:ea typeface="Calibri"/>
                <a:cs typeface="Calibri"/>
                <a:sym typeface="Calibri"/>
              </a:rPr>
              <a:t> </a:t>
            </a:r>
            <a:endParaRPr sz="1400">
              <a:solidFill>
                <a:srgbClr val="3333B2"/>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25" name="Google Shape;825;p44"/>
          <p:cNvGrpSpPr/>
          <p:nvPr/>
        </p:nvGrpSpPr>
        <p:grpSpPr>
          <a:xfrm>
            <a:off x="0" y="3109250"/>
            <a:ext cx="5760261" cy="92075"/>
            <a:chOff x="0" y="3109250"/>
            <a:chExt cx="5760261" cy="92075"/>
          </a:xfrm>
        </p:grpSpPr>
        <p:sp>
          <p:nvSpPr>
            <p:cNvPr id="826" name="Google Shape;826;p4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7" name="Google Shape;827;p4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8" name="Google Shape;828;p4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9" name="Google Shape;829;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30" name="Google Shape;830;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31" name="Google Shape;831;p4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39</a:t>
            </a:fld>
            <a:r>
              <a:rPr lang="en-US"/>
              <a:t> / 46</a:t>
            </a:r>
            <a:endParaRPr/>
          </a:p>
        </p:txBody>
      </p:sp>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5"/>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ips</a:t>
            </a:r>
            <a:r>
              <a:rPr lang="en-US">
                <a:solidFill>
                  <a:srgbClr val="FFFFFF"/>
                </a:solidFill>
              </a:rPr>
              <a:t> </a:t>
            </a:r>
            <a:r>
              <a:rPr lang="en-US" cap="small">
                <a:solidFill>
                  <a:srgbClr val="FFFFFF"/>
                </a:solidFill>
              </a:rPr>
              <a:t>for</a:t>
            </a:r>
            <a:r>
              <a:rPr lang="en-US">
                <a:solidFill>
                  <a:srgbClr val="FFFFFF"/>
                </a:solidFill>
              </a:rPr>
              <a:t> I</a:t>
            </a:r>
            <a:r>
              <a:rPr lang="en-US" cap="small">
                <a:solidFill>
                  <a:srgbClr val="FFFFFF"/>
                </a:solidFill>
              </a:rPr>
              <a:t>mplementation</a:t>
            </a:r>
            <a:endParaRPr/>
          </a:p>
        </p:txBody>
      </p:sp>
      <p:grpSp>
        <p:nvGrpSpPr>
          <p:cNvPr id="837" name="Google Shape;837;p45"/>
          <p:cNvGrpSpPr/>
          <p:nvPr/>
        </p:nvGrpSpPr>
        <p:grpSpPr>
          <a:xfrm>
            <a:off x="0" y="3109250"/>
            <a:ext cx="5760261" cy="92075"/>
            <a:chOff x="0" y="3109250"/>
            <a:chExt cx="5760261" cy="92075"/>
          </a:xfrm>
        </p:grpSpPr>
        <p:sp>
          <p:nvSpPr>
            <p:cNvPr id="838" name="Google Shape;838;p4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39" name="Google Shape;839;p4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0" name="Google Shape;840;p4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1" name="Google Shape;841;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2" name="Google Shape;842;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43" name="Google Shape;843;p4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40</a:t>
            </a:fld>
            <a:r>
              <a:rPr lang="en-US"/>
              <a:t> / 46</a:t>
            </a:r>
            <a:endParaRPr/>
          </a:p>
        </p:txBody>
      </p:sp>
      <p:pic>
        <p:nvPicPr>
          <p:cNvPr id="844" name="Google Shape;844;p45"/>
          <p:cNvPicPr preferRelativeResize="0"/>
          <p:nvPr/>
        </p:nvPicPr>
        <p:blipFill>
          <a:blip r:embed="rId4">
            <a:alphaModFix/>
          </a:blip>
          <a:stretch>
            <a:fillRect/>
          </a:stretch>
        </p:blipFill>
        <p:spPr>
          <a:xfrm>
            <a:off x="152400" y="550235"/>
            <a:ext cx="4998733" cy="2406616"/>
          </a:xfrm>
          <a:prstGeom prst="rect">
            <a:avLst/>
          </a:prstGeom>
          <a:noFill/>
          <a:ln>
            <a:noFill/>
          </a:ln>
        </p:spPr>
      </p:pic>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46"/>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M</a:t>
            </a:r>
            <a:r>
              <a:rPr lang="en-US" cap="small">
                <a:solidFill>
                  <a:srgbClr val="FFFFFF"/>
                </a:solidFill>
              </a:rPr>
              <a:t>ore</a:t>
            </a:r>
            <a:r>
              <a:rPr lang="en-US">
                <a:solidFill>
                  <a:srgbClr val="FFFFFF"/>
                </a:solidFill>
              </a:rPr>
              <a:t> P</a:t>
            </a:r>
            <a:r>
              <a:rPr lang="en-US" cap="small">
                <a:solidFill>
                  <a:srgbClr val="FFFFFF"/>
                </a:solidFill>
              </a:rPr>
              <a:t>ractical</a:t>
            </a:r>
            <a:r>
              <a:rPr lang="en-US">
                <a:solidFill>
                  <a:srgbClr val="FFFFFF"/>
                </a:solidFill>
              </a:rPr>
              <a:t> T</a:t>
            </a:r>
            <a:r>
              <a:rPr lang="en-US" cap="small">
                <a:solidFill>
                  <a:srgbClr val="FFFFFF"/>
                </a:solidFill>
              </a:rPr>
              <a:t>ips</a:t>
            </a:r>
            <a:endParaRPr/>
          </a:p>
        </p:txBody>
      </p:sp>
      <p:sp>
        <p:nvSpPr>
          <p:cNvPr id="850" name="Google Shape;850;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51" name="Google Shape;851;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52" name="Google Shape;852;p46"/>
          <p:cNvSpPr txBox="1"/>
          <p:nvPr/>
        </p:nvSpPr>
        <p:spPr>
          <a:xfrm>
            <a:off x="4674248" y="3137672"/>
            <a:ext cx="29273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Calibri"/>
                <a:ea typeface="Calibri"/>
                <a:cs typeface="Calibri"/>
                <a:sym typeface="Calibri"/>
              </a:rPr>
              <a:t>40 / 46</a:t>
            </a:r>
            <a:endParaRPr sz="600">
              <a:latin typeface="Calibri"/>
              <a:ea typeface="Calibri"/>
              <a:cs typeface="Calibri"/>
              <a:sym typeface="Calibri"/>
            </a:endParaRPr>
          </a:p>
        </p:txBody>
      </p:sp>
      <p:pic>
        <p:nvPicPr>
          <p:cNvPr id="853" name="Google Shape;853;p46"/>
          <p:cNvPicPr preferRelativeResize="0"/>
          <p:nvPr/>
        </p:nvPicPr>
        <p:blipFill>
          <a:blip r:embed="rId4">
            <a:alphaModFix/>
          </a:blip>
          <a:stretch>
            <a:fillRect/>
          </a:stretch>
        </p:blipFill>
        <p:spPr>
          <a:xfrm>
            <a:off x="152400" y="550235"/>
            <a:ext cx="5397140" cy="2435038"/>
          </a:xfrm>
          <a:prstGeom prst="rect">
            <a:avLst/>
          </a:prstGeom>
          <a:noFill/>
          <a:ln>
            <a:noFill/>
          </a:ln>
        </p:spPr>
      </p:pic>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47"/>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859" name="Google Shape;859;p47"/>
          <p:cNvGrpSpPr/>
          <p:nvPr/>
        </p:nvGrpSpPr>
        <p:grpSpPr>
          <a:xfrm>
            <a:off x="0" y="3109250"/>
            <a:ext cx="5760261" cy="92075"/>
            <a:chOff x="0" y="3109250"/>
            <a:chExt cx="5760261" cy="92075"/>
          </a:xfrm>
        </p:grpSpPr>
        <p:sp>
          <p:nvSpPr>
            <p:cNvPr id="860" name="Google Shape;860;p4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1" name="Google Shape;861;p4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3" name="Google Shape;863;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4" name="Google Shape;864;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865" name="Google Shape;865;p4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42</a:t>
            </a:fld>
            <a:r>
              <a:rPr lang="en-US"/>
              <a:t> / 46</a:t>
            </a:r>
            <a:endParaRPr/>
          </a:p>
        </p:txBody>
      </p:sp>
      <p:pic>
        <p:nvPicPr>
          <p:cNvPr id="866" name="Google Shape;866;p47"/>
          <p:cNvPicPr preferRelativeResize="0"/>
          <p:nvPr/>
        </p:nvPicPr>
        <p:blipFill>
          <a:blip r:embed="rId4">
            <a:alphaModFix/>
          </a:blip>
          <a:stretch>
            <a:fillRect/>
          </a:stretch>
        </p:blipFill>
        <p:spPr>
          <a:xfrm>
            <a:off x="152400" y="550235"/>
            <a:ext cx="5322624" cy="2406616"/>
          </a:xfrm>
          <a:prstGeom prst="rect">
            <a:avLst/>
          </a:prstGeom>
          <a:noFill/>
          <a:ln>
            <a:noFill/>
          </a:ln>
        </p:spPr>
      </p:pic>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8"/>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872" name="Google Shape;872;p48"/>
          <p:cNvPicPr preferRelativeResize="0"/>
          <p:nvPr/>
        </p:nvPicPr>
        <p:blipFill rotWithShape="1">
          <a:blip r:embed="rId3">
            <a:alphaModFix/>
          </a:blip>
          <a:srcRect/>
          <a:stretch/>
        </p:blipFill>
        <p:spPr>
          <a:xfrm>
            <a:off x="343662" y="637743"/>
            <a:ext cx="169964" cy="169964"/>
          </a:xfrm>
          <a:prstGeom prst="rect">
            <a:avLst/>
          </a:prstGeom>
          <a:noFill/>
          <a:ln>
            <a:noFill/>
          </a:ln>
        </p:spPr>
      </p:pic>
      <p:sp>
        <p:nvSpPr>
          <p:cNvPr id="873" name="Google Shape;873;p48"/>
          <p:cNvSpPr txBox="1"/>
          <p:nvPr/>
        </p:nvSpPr>
        <p:spPr>
          <a:xfrm>
            <a:off x="387959" y="64141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1</a:t>
            </a:r>
            <a:endParaRPr sz="800">
              <a:latin typeface="Calibri"/>
              <a:ea typeface="Calibri"/>
              <a:cs typeface="Calibri"/>
              <a:sym typeface="Calibri"/>
            </a:endParaRPr>
          </a:p>
        </p:txBody>
      </p:sp>
      <p:pic>
        <p:nvPicPr>
          <p:cNvPr id="874" name="Google Shape;874;p48"/>
          <p:cNvPicPr preferRelativeResize="0"/>
          <p:nvPr/>
        </p:nvPicPr>
        <p:blipFill rotWithShape="1">
          <a:blip r:embed="rId4">
            <a:alphaModFix/>
          </a:blip>
          <a:srcRect/>
          <a:stretch/>
        </p:blipFill>
        <p:spPr>
          <a:xfrm>
            <a:off x="343662" y="929678"/>
            <a:ext cx="169964" cy="169964"/>
          </a:xfrm>
          <a:prstGeom prst="rect">
            <a:avLst/>
          </a:prstGeom>
          <a:noFill/>
          <a:ln>
            <a:noFill/>
          </a:ln>
        </p:spPr>
      </p:pic>
      <p:sp>
        <p:nvSpPr>
          <p:cNvPr id="875" name="Google Shape;875;p48"/>
          <p:cNvSpPr txBox="1"/>
          <p:nvPr/>
        </p:nvSpPr>
        <p:spPr>
          <a:xfrm>
            <a:off x="387959" y="93334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2</a:t>
            </a:r>
            <a:endParaRPr sz="800">
              <a:latin typeface="Calibri"/>
              <a:ea typeface="Calibri"/>
              <a:cs typeface="Calibri"/>
              <a:sym typeface="Calibri"/>
            </a:endParaRPr>
          </a:p>
        </p:txBody>
      </p:sp>
      <p:pic>
        <p:nvPicPr>
          <p:cNvPr id="876" name="Google Shape;876;p48"/>
          <p:cNvPicPr preferRelativeResize="0"/>
          <p:nvPr/>
        </p:nvPicPr>
        <p:blipFill rotWithShape="1">
          <a:blip r:embed="rId5">
            <a:alphaModFix/>
          </a:blip>
          <a:srcRect/>
          <a:stretch/>
        </p:blipFill>
        <p:spPr>
          <a:xfrm>
            <a:off x="343662" y="1221600"/>
            <a:ext cx="169964" cy="169964"/>
          </a:xfrm>
          <a:prstGeom prst="rect">
            <a:avLst/>
          </a:prstGeom>
          <a:noFill/>
          <a:ln>
            <a:noFill/>
          </a:ln>
        </p:spPr>
      </p:pic>
      <p:sp>
        <p:nvSpPr>
          <p:cNvPr id="877" name="Google Shape;877;p48"/>
          <p:cNvSpPr txBox="1"/>
          <p:nvPr/>
        </p:nvSpPr>
        <p:spPr>
          <a:xfrm>
            <a:off x="387959" y="122528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3</a:t>
            </a:r>
            <a:endParaRPr sz="800">
              <a:latin typeface="Calibri"/>
              <a:ea typeface="Calibri"/>
              <a:cs typeface="Calibri"/>
              <a:sym typeface="Calibri"/>
            </a:endParaRPr>
          </a:p>
        </p:txBody>
      </p:sp>
      <p:pic>
        <p:nvPicPr>
          <p:cNvPr id="878" name="Google Shape;878;p48"/>
          <p:cNvPicPr preferRelativeResize="0"/>
          <p:nvPr/>
        </p:nvPicPr>
        <p:blipFill rotWithShape="1">
          <a:blip r:embed="rId6">
            <a:alphaModFix/>
          </a:blip>
          <a:srcRect/>
          <a:stretch/>
        </p:blipFill>
        <p:spPr>
          <a:xfrm>
            <a:off x="343662" y="1513535"/>
            <a:ext cx="169964" cy="169964"/>
          </a:xfrm>
          <a:prstGeom prst="rect">
            <a:avLst/>
          </a:prstGeom>
          <a:noFill/>
          <a:ln>
            <a:noFill/>
          </a:ln>
        </p:spPr>
      </p:pic>
      <p:sp>
        <p:nvSpPr>
          <p:cNvPr id="879" name="Google Shape;879;p48"/>
          <p:cNvSpPr txBox="1"/>
          <p:nvPr/>
        </p:nvSpPr>
        <p:spPr>
          <a:xfrm>
            <a:off x="387959" y="1517204"/>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4</a:t>
            </a:r>
            <a:endParaRPr sz="800">
              <a:latin typeface="Calibri"/>
              <a:ea typeface="Calibri"/>
              <a:cs typeface="Calibri"/>
              <a:sym typeface="Calibri"/>
            </a:endParaRPr>
          </a:p>
        </p:txBody>
      </p:sp>
      <p:pic>
        <p:nvPicPr>
          <p:cNvPr id="880" name="Google Shape;880;p48"/>
          <p:cNvPicPr preferRelativeResize="0"/>
          <p:nvPr/>
        </p:nvPicPr>
        <p:blipFill rotWithShape="1">
          <a:blip r:embed="rId7">
            <a:alphaModFix/>
          </a:blip>
          <a:srcRect/>
          <a:stretch/>
        </p:blipFill>
        <p:spPr>
          <a:xfrm>
            <a:off x="343662" y="1805457"/>
            <a:ext cx="169964" cy="169964"/>
          </a:xfrm>
          <a:prstGeom prst="rect">
            <a:avLst/>
          </a:prstGeom>
          <a:noFill/>
          <a:ln>
            <a:noFill/>
          </a:ln>
        </p:spPr>
      </p:pic>
      <p:sp>
        <p:nvSpPr>
          <p:cNvPr id="881" name="Google Shape;881;p48"/>
          <p:cNvSpPr txBox="1"/>
          <p:nvPr/>
        </p:nvSpPr>
        <p:spPr>
          <a:xfrm>
            <a:off x="387959" y="1809139"/>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5</a:t>
            </a:r>
            <a:endParaRPr sz="800">
              <a:latin typeface="Calibri"/>
              <a:ea typeface="Calibri"/>
              <a:cs typeface="Calibri"/>
              <a:sym typeface="Calibri"/>
            </a:endParaRPr>
          </a:p>
        </p:txBody>
      </p:sp>
      <p:pic>
        <p:nvPicPr>
          <p:cNvPr id="882" name="Google Shape;882;p48"/>
          <p:cNvPicPr preferRelativeResize="0"/>
          <p:nvPr/>
        </p:nvPicPr>
        <p:blipFill rotWithShape="1">
          <a:blip r:embed="rId8">
            <a:alphaModFix/>
          </a:blip>
          <a:srcRect/>
          <a:stretch/>
        </p:blipFill>
        <p:spPr>
          <a:xfrm>
            <a:off x="343649" y="2097392"/>
            <a:ext cx="169964" cy="169964"/>
          </a:xfrm>
          <a:prstGeom prst="rect">
            <a:avLst/>
          </a:prstGeom>
          <a:noFill/>
          <a:ln>
            <a:noFill/>
          </a:ln>
        </p:spPr>
      </p:pic>
      <p:sp>
        <p:nvSpPr>
          <p:cNvPr id="883" name="Google Shape;883;p48"/>
          <p:cNvSpPr txBox="1"/>
          <p:nvPr/>
        </p:nvSpPr>
        <p:spPr>
          <a:xfrm>
            <a:off x="387959" y="21010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6</a:t>
            </a:r>
            <a:endParaRPr sz="800">
              <a:latin typeface="Calibri"/>
              <a:ea typeface="Calibri"/>
              <a:cs typeface="Calibri"/>
              <a:sym typeface="Calibri"/>
            </a:endParaRPr>
          </a:p>
        </p:txBody>
      </p:sp>
      <p:pic>
        <p:nvPicPr>
          <p:cNvPr id="884" name="Google Shape;884;p48"/>
          <p:cNvPicPr preferRelativeResize="0"/>
          <p:nvPr/>
        </p:nvPicPr>
        <p:blipFill rotWithShape="1">
          <a:blip r:embed="rId9">
            <a:alphaModFix/>
          </a:blip>
          <a:srcRect/>
          <a:stretch/>
        </p:blipFill>
        <p:spPr>
          <a:xfrm>
            <a:off x="343649" y="2389314"/>
            <a:ext cx="169964" cy="169964"/>
          </a:xfrm>
          <a:prstGeom prst="rect">
            <a:avLst/>
          </a:prstGeom>
          <a:noFill/>
          <a:ln>
            <a:noFill/>
          </a:ln>
        </p:spPr>
      </p:pic>
      <p:sp>
        <p:nvSpPr>
          <p:cNvPr id="885" name="Google Shape;885;p48"/>
          <p:cNvSpPr txBox="1"/>
          <p:nvPr/>
        </p:nvSpPr>
        <p:spPr>
          <a:xfrm>
            <a:off x="387959" y="239299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Calibri"/>
                <a:ea typeface="Calibri"/>
                <a:cs typeface="Calibri"/>
                <a:sym typeface="Calibri"/>
              </a:rPr>
              <a:t>7</a:t>
            </a:r>
            <a:endParaRPr sz="800">
              <a:latin typeface="Calibri"/>
              <a:ea typeface="Calibri"/>
              <a:cs typeface="Calibri"/>
              <a:sym typeface="Calibri"/>
            </a:endParaRPr>
          </a:p>
        </p:txBody>
      </p:sp>
      <p:pic>
        <p:nvPicPr>
          <p:cNvPr id="886" name="Google Shape;886;p48"/>
          <p:cNvPicPr preferRelativeResize="0"/>
          <p:nvPr/>
        </p:nvPicPr>
        <p:blipFill rotWithShape="1">
          <a:blip r:embed="rId10">
            <a:alphaModFix/>
          </a:blip>
          <a:srcRect/>
          <a:stretch/>
        </p:blipFill>
        <p:spPr>
          <a:xfrm>
            <a:off x="343649" y="2681249"/>
            <a:ext cx="169964" cy="169964"/>
          </a:xfrm>
          <a:prstGeom prst="rect">
            <a:avLst/>
          </a:prstGeom>
          <a:noFill/>
          <a:ln>
            <a:noFill/>
          </a:ln>
        </p:spPr>
      </p:pic>
      <p:sp>
        <p:nvSpPr>
          <p:cNvPr id="887" name="Google Shape;887;p48"/>
          <p:cNvSpPr txBox="1"/>
          <p:nvPr/>
        </p:nvSpPr>
        <p:spPr>
          <a:xfrm>
            <a:off x="387959" y="268493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Calibri"/>
                <a:ea typeface="Calibri"/>
                <a:cs typeface="Calibri"/>
                <a:sym typeface="Calibri"/>
              </a:rPr>
              <a:t>8</a:t>
            </a:r>
            <a:endParaRPr sz="800">
              <a:latin typeface="Calibri"/>
              <a:ea typeface="Calibri"/>
              <a:cs typeface="Calibri"/>
              <a:sym typeface="Calibri"/>
            </a:endParaRPr>
          </a:p>
        </p:txBody>
      </p:sp>
      <p:sp>
        <p:nvSpPr>
          <p:cNvPr id="888" name="Google Shape;888;p48"/>
          <p:cNvSpPr txBox="1"/>
          <p:nvPr/>
        </p:nvSpPr>
        <p:spPr>
          <a:xfrm>
            <a:off x="563025" y="544082"/>
            <a:ext cx="3241800" cy="2291400"/>
          </a:xfrm>
          <a:prstGeom prst="rect">
            <a:avLst/>
          </a:prstGeom>
          <a:noFill/>
          <a:ln>
            <a:noFill/>
          </a:ln>
        </p:spPr>
        <p:txBody>
          <a:bodyPr spcFirstLastPara="1" wrap="square" lIns="0" tIns="90150" rIns="0" bIns="0" anchor="t" anchorCtr="0">
            <a:spAutoFit/>
          </a:bodyPr>
          <a:lstStyle/>
          <a:p>
            <a:pPr marL="12700" lvl="0" indent="0" algn="l" rtl="0">
              <a:lnSpc>
                <a:spcPct val="100000"/>
              </a:lnSpc>
              <a:spcBef>
                <a:spcPts val="0"/>
              </a:spcBef>
              <a:spcAft>
                <a:spcPts val="0"/>
              </a:spcAft>
              <a:buNone/>
            </a:pPr>
            <a:r>
              <a:rPr lang="en-US" sz="1400" u="sng">
                <a:solidFill>
                  <a:schemeClr val="hlink"/>
                </a:solidFill>
                <a:latin typeface="Calibri"/>
                <a:ea typeface="Calibri"/>
                <a:cs typeface="Calibri"/>
                <a:sym typeface="Calibri"/>
                <a:hlinkClick r:id="rId11"/>
              </a:rPr>
              <a:t>R</a:t>
            </a:r>
            <a:r>
              <a:rPr lang="en-US" sz="1400" u="sng" cap="small">
                <a:solidFill>
                  <a:schemeClr val="hlink"/>
                </a:solidFill>
                <a:latin typeface="Calibri"/>
                <a:ea typeface="Calibri"/>
                <a:cs typeface="Calibri"/>
                <a:sym typeface="Calibri"/>
                <a:hlinkClick r:id="rId11"/>
              </a:rPr>
              <a:t>egression</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2"/>
              </a:rPr>
              <a:t>L</a:t>
            </a:r>
            <a:r>
              <a:rPr lang="en-US" sz="1400" u="sng" cap="small">
                <a:solidFill>
                  <a:schemeClr val="hlink"/>
                </a:solidFill>
                <a:latin typeface="Calibri"/>
                <a:ea typeface="Calibri"/>
                <a:cs typeface="Calibri"/>
                <a:sym typeface="Calibri"/>
                <a:hlinkClick r:id="rId12"/>
              </a:rPr>
              <a:t>inear</a:t>
            </a:r>
            <a:r>
              <a:rPr lang="en-US" sz="1400" u="sng">
                <a:solidFill>
                  <a:schemeClr val="hlink"/>
                </a:solidFill>
                <a:latin typeface="Calibri"/>
                <a:ea typeface="Calibri"/>
                <a:cs typeface="Calibri"/>
                <a:sym typeface="Calibri"/>
                <a:hlinkClick r:id="rId12"/>
              </a:rPr>
              <a:t> R</a:t>
            </a:r>
            <a:r>
              <a:rPr lang="en-US" sz="1400" u="sng" cap="small">
                <a:solidFill>
                  <a:schemeClr val="hlink"/>
                </a:solidFill>
                <a:latin typeface="Calibri"/>
                <a:ea typeface="Calibri"/>
                <a:cs typeface="Calibri"/>
                <a:sym typeface="Calibri"/>
                <a:hlinkClick r:id="rId12"/>
              </a:rPr>
              <a:t>egression</a:t>
            </a:r>
            <a:endParaRPr sz="1400">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3"/>
              </a:rPr>
              <a:t>T</a:t>
            </a:r>
            <a:r>
              <a:rPr lang="en-US" sz="1400" u="sng" cap="small">
                <a:solidFill>
                  <a:schemeClr val="hlink"/>
                </a:solidFill>
                <a:latin typeface="Calibri"/>
                <a:ea typeface="Calibri"/>
                <a:cs typeface="Calibri"/>
                <a:sym typeface="Calibri"/>
                <a:hlinkClick r:id="rId13"/>
              </a:rPr>
              <a:t>he</a:t>
            </a:r>
            <a:r>
              <a:rPr lang="en-US" sz="1400" u="sng">
                <a:solidFill>
                  <a:schemeClr val="hlink"/>
                </a:solidFill>
                <a:latin typeface="Calibri"/>
                <a:ea typeface="Calibri"/>
                <a:cs typeface="Calibri"/>
                <a:sym typeface="Calibri"/>
                <a:hlinkClick r:id="rId13"/>
              </a:rPr>
              <a:t> L</a:t>
            </a:r>
            <a:r>
              <a:rPr lang="en-US" sz="1400" u="sng" cap="small">
                <a:solidFill>
                  <a:schemeClr val="hlink"/>
                </a:solidFill>
                <a:latin typeface="Calibri"/>
                <a:ea typeface="Calibri"/>
                <a:cs typeface="Calibri"/>
                <a:sym typeface="Calibri"/>
                <a:hlinkClick r:id="rId13"/>
              </a:rPr>
              <a:t>inear</a:t>
            </a:r>
            <a:r>
              <a:rPr lang="en-US" sz="1400" u="sng">
                <a:solidFill>
                  <a:schemeClr val="hlink"/>
                </a:solidFill>
                <a:latin typeface="Calibri"/>
                <a:ea typeface="Calibri"/>
                <a:cs typeface="Calibri"/>
                <a:sym typeface="Calibri"/>
                <a:hlinkClick r:id="rId13"/>
              </a:rPr>
              <a:t> M</a:t>
            </a:r>
            <a:r>
              <a:rPr lang="en-US" sz="1400" u="sng" cap="small">
                <a:solidFill>
                  <a:schemeClr val="hlink"/>
                </a:solidFill>
                <a:latin typeface="Calibri"/>
                <a:ea typeface="Calibri"/>
                <a:cs typeface="Calibri"/>
                <a:sym typeface="Calibri"/>
                <a:hlinkClick r:id="rId13"/>
              </a:rPr>
              <a:t>odel</a:t>
            </a:r>
            <a:r>
              <a:rPr lang="en-US" sz="1400" u="sng">
                <a:solidFill>
                  <a:schemeClr val="hlink"/>
                </a:solidFill>
                <a:latin typeface="Calibri"/>
                <a:ea typeface="Calibri"/>
                <a:cs typeface="Calibri"/>
                <a:sym typeface="Calibri"/>
                <a:hlinkClick r:id="rId13"/>
              </a:rPr>
              <a:t>: S</a:t>
            </a:r>
            <a:r>
              <a:rPr lang="en-US" sz="1400" u="sng" cap="small">
                <a:solidFill>
                  <a:schemeClr val="hlink"/>
                </a:solidFill>
                <a:latin typeface="Calibri"/>
                <a:ea typeface="Calibri"/>
                <a:cs typeface="Calibri"/>
                <a:sym typeface="Calibri"/>
                <a:hlinkClick r:id="rId13"/>
              </a:rPr>
              <a:t>ingle</a:t>
            </a:r>
            <a:r>
              <a:rPr lang="en-US" sz="1400" u="sng">
                <a:solidFill>
                  <a:schemeClr val="hlink"/>
                </a:solidFill>
                <a:latin typeface="Calibri"/>
                <a:ea typeface="Calibri"/>
                <a:cs typeface="Calibri"/>
                <a:sym typeface="Calibri"/>
                <a:hlinkClick r:id="rId13"/>
              </a:rPr>
              <a:t> N</a:t>
            </a:r>
            <a:r>
              <a:rPr lang="en-US" sz="1400" u="sng" cap="small">
                <a:solidFill>
                  <a:schemeClr val="hlink"/>
                </a:solidFill>
                <a:latin typeface="Calibri"/>
                <a:ea typeface="Calibri"/>
                <a:cs typeface="Calibri"/>
                <a:sym typeface="Calibri"/>
                <a:hlinkClick r:id="rId13"/>
              </a:rPr>
              <a:t>euron</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5080"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4"/>
              </a:rPr>
              <a:t>W</a:t>
            </a:r>
            <a:r>
              <a:rPr lang="en-US" sz="1400" u="sng" cap="small">
                <a:solidFill>
                  <a:schemeClr val="hlink"/>
                </a:solidFill>
                <a:latin typeface="Calibri"/>
                <a:ea typeface="Calibri"/>
                <a:cs typeface="Calibri"/>
                <a:sym typeface="Calibri"/>
                <a:hlinkClick r:id="rId14"/>
              </a:rPr>
              <a:t>orked</a:t>
            </a:r>
            <a:r>
              <a:rPr lang="en-US" sz="1400" u="sng">
                <a:solidFill>
                  <a:schemeClr val="hlink"/>
                </a:solidFill>
                <a:latin typeface="Calibri"/>
                <a:ea typeface="Calibri"/>
                <a:cs typeface="Calibri"/>
                <a:sym typeface="Calibri"/>
                <a:hlinkClick r:id="rId14"/>
              </a:rPr>
              <a:t> E</a:t>
            </a:r>
            <a:r>
              <a:rPr lang="en-US" sz="1400" u="sng" cap="small">
                <a:solidFill>
                  <a:schemeClr val="hlink"/>
                </a:solidFill>
                <a:latin typeface="Calibri"/>
                <a:ea typeface="Calibri"/>
                <a:cs typeface="Calibri"/>
                <a:sym typeface="Calibri"/>
                <a:hlinkClick r:id="rId14"/>
              </a:rPr>
              <a:t>xample</a:t>
            </a:r>
            <a:endParaRPr sz="1400">
              <a:latin typeface="Calibri"/>
              <a:ea typeface="Calibri"/>
              <a:cs typeface="Calibri"/>
              <a:sym typeface="Calibri"/>
            </a:endParaRPr>
          </a:p>
          <a:p>
            <a:pPr marL="12700" lvl="0" indent="0" algn="l" rtl="0">
              <a:lnSpc>
                <a:spcPct val="100000"/>
              </a:lnSpc>
              <a:spcBef>
                <a:spcPts val="620"/>
              </a:spcBef>
              <a:spcAft>
                <a:spcPts val="0"/>
              </a:spcAft>
              <a:buNone/>
            </a:pPr>
            <a:r>
              <a:rPr lang="en-US" sz="1400" u="sng">
                <a:solidFill>
                  <a:schemeClr val="hlink"/>
                </a:solidFill>
                <a:latin typeface="Calibri"/>
                <a:ea typeface="Calibri"/>
                <a:cs typeface="Calibri"/>
                <a:sym typeface="Calibri"/>
                <a:hlinkClick r:id="rId15"/>
              </a:rPr>
              <a:t>E</a:t>
            </a:r>
            <a:r>
              <a:rPr lang="en-US" sz="1400" u="sng" cap="small">
                <a:solidFill>
                  <a:schemeClr val="hlink"/>
                </a:solidFill>
                <a:latin typeface="Calibri"/>
                <a:ea typeface="Calibri"/>
                <a:cs typeface="Calibri"/>
                <a:sym typeface="Calibri"/>
                <a:hlinkClick r:id="rId15"/>
              </a:rPr>
              <a:t>valuation</a:t>
            </a:r>
            <a:endParaRPr sz="1400">
              <a:latin typeface="Calibri"/>
              <a:ea typeface="Calibri"/>
              <a:cs typeface="Calibri"/>
              <a:sym typeface="Calibri"/>
            </a:endParaRPr>
          </a:p>
          <a:p>
            <a:pPr marL="12700" marR="1017268"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6"/>
              </a:rPr>
              <a:t>P</a:t>
            </a:r>
            <a:r>
              <a:rPr lang="en-US" sz="1400" u="sng" cap="small">
                <a:solidFill>
                  <a:schemeClr val="hlink"/>
                </a:solidFill>
                <a:latin typeface="Calibri"/>
                <a:ea typeface="Calibri"/>
                <a:cs typeface="Calibri"/>
                <a:sym typeface="Calibri"/>
                <a:hlinkClick r:id="rId16"/>
              </a:rPr>
              <a:t>ython</a:t>
            </a:r>
            <a:r>
              <a:rPr lang="en-US" sz="1400" u="sng">
                <a:solidFill>
                  <a:schemeClr val="hlink"/>
                </a:solidFill>
                <a:latin typeface="Calibri"/>
                <a:ea typeface="Calibri"/>
                <a:cs typeface="Calibri"/>
                <a:sym typeface="Calibri"/>
                <a:hlinkClick r:id="rId16"/>
              </a:rPr>
              <a:t> I</a:t>
            </a:r>
            <a:r>
              <a:rPr lang="en-US" sz="1400" u="sng" cap="small">
                <a:solidFill>
                  <a:schemeClr val="hlink"/>
                </a:solidFill>
                <a:latin typeface="Calibri"/>
                <a:ea typeface="Calibri"/>
                <a:cs typeface="Calibri"/>
                <a:sym typeface="Calibri"/>
                <a:hlinkClick r:id="rId16"/>
              </a:rPr>
              <a:t>mplementation</a:t>
            </a:r>
            <a:r>
              <a:rPr lang="en-US" sz="1400">
                <a:solidFill>
                  <a:srgbClr val="D6D6EF"/>
                </a:solidFill>
                <a:latin typeface="Calibri"/>
                <a:ea typeface="Calibri"/>
                <a:cs typeface="Calibri"/>
                <a:sym typeface="Calibri"/>
              </a:rPr>
              <a:t> </a:t>
            </a:r>
            <a:r>
              <a:rPr lang="en-US" sz="1400" u="sng">
                <a:solidFill>
                  <a:schemeClr val="hlink"/>
                </a:solidFill>
                <a:latin typeface="Calibri"/>
                <a:ea typeface="Calibri"/>
                <a:cs typeface="Calibri"/>
                <a:sym typeface="Calibri"/>
                <a:hlinkClick r:id="rId17"/>
              </a:rPr>
              <a:t>I</a:t>
            </a:r>
            <a:r>
              <a:rPr lang="en-US" sz="1400" u="sng" cap="small">
                <a:solidFill>
                  <a:schemeClr val="hlink"/>
                </a:solidFill>
                <a:latin typeface="Calibri"/>
                <a:ea typeface="Calibri"/>
                <a:cs typeface="Calibri"/>
                <a:sym typeface="Calibri"/>
                <a:hlinkClick r:id="rId17"/>
              </a:rPr>
              <a:t>mplementation</a:t>
            </a:r>
            <a:r>
              <a:rPr lang="en-US" sz="1400" u="sng">
                <a:solidFill>
                  <a:schemeClr val="hlink"/>
                </a:solidFill>
                <a:latin typeface="Calibri"/>
                <a:ea typeface="Calibri"/>
                <a:cs typeface="Calibri"/>
                <a:sym typeface="Calibri"/>
                <a:hlinkClick r:id="rId17"/>
              </a:rPr>
              <a:t> T</a:t>
            </a:r>
            <a:r>
              <a:rPr lang="en-US" sz="1400" u="sng" cap="small">
                <a:solidFill>
                  <a:schemeClr val="hlink"/>
                </a:solidFill>
                <a:latin typeface="Calibri"/>
                <a:ea typeface="Calibri"/>
                <a:cs typeface="Calibri"/>
                <a:sym typeface="Calibri"/>
                <a:hlinkClick r:id="rId17"/>
              </a:rPr>
              <a:t>ips</a:t>
            </a:r>
            <a:r>
              <a:rPr lang="en-US" sz="1400">
                <a:solidFill>
                  <a:srgbClr val="D6D6EF"/>
                </a:solidFill>
                <a:latin typeface="Calibri"/>
                <a:ea typeface="Calibri"/>
                <a:cs typeface="Calibri"/>
                <a:sym typeface="Calibri"/>
              </a:rPr>
              <a:t> </a:t>
            </a:r>
            <a:endParaRPr sz="1400">
              <a:solidFill>
                <a:srgbClr val="D6D6EF"/>
              </a:solidFill>
              <a:latin typeface="Calibri"/>
              <a:ea typeface="Calibri"/>
              <a:cs typeface="Calibri"/>
              <a:sym typeface="Calibri"/>
            </a:endParaRPr>
          </a:p>
          <a:p>
            <a:pPr marL="12700" marR="1017269" lvl="0" indent="0" algn="l" rtl="0">
              <a:lnSpc>
                <a:spcPct val="136800"/>
              </a:lnSpc>
              <a:spcBef>
                <a:spcPts val="0"/>
              </a:spcBef>
              <a:spcAft>
                <a:spcPts val="0"/>
              </a:spcAft>
              <a:buNone/>
            </a:pPr>
            <a:r>
              <a:rPr lang="en-US" sz="1400" u="sng">
                <a:solidFill>
                  <a:schemeClr val="hlink"/>
                </a:solidFill>
                <a:latin typeface="Calibri"/>
                <a:ea typeface="Calibri"/>
                <a:cs typeface="Calibri"/>
                <a:sym typeface="Calibri"/>
                <a:hlinkClick r:id="rId18"/>
              </a:rPr>
              <a:t>S</a:t>
            </a:r>
            <a:r>
              <a:rPr lang="en-US" sz="1400" u="sng" cap="small">
                <a:solidFill>
                  <a:schemeClr val="hlink"/>
                </a:solidFill>
                <a:latin typeface="Calibri"/>
                <a:ea typeface="Calibri"/>
                <a:cs typeface="Calibri"/>
                <a:sym typeface="Calibri"/>
                <a:hlinkClick r:id="rId18"/>
              </a:rPr>
              <a:t>ummary</a:t>
            </a:r>
            <a:endParaRPr sz="1400">
              <a:latin typeface="Calibri"/>
              <a:ea typeface="Calibri"/>
              <a:cs typeface="Calibri"/>
              <a:sym typeface="Calibri"/>
            </a:endParaRPr>
          </a:p>
        </p:txBody>
      </p:sp>
      <p:grpSp>
        <p:nvGrpSpPr>
          <p:cNvPr id="889" name="Google Shape;889;p48"/>
          <p:cNvGrpSpPr/>
          <p:nvPr/>
        </p:nvGrpSpPr>
        <p:grpSpPr>
          <a:xfrm>
            <a:off x="0" y="3109250"/>
            <a:ext cx="5760261" cy="92075"/>
            <a:chOff x="0" y="3109250"/>
            <a:chExt cx="5760261" cy="92075"/>
          </a:xfrm>
        </p:grpSpPr>
        <p:sp>
          <p:nvSpPr>
            <p:cNvPr id="890" name="Google Shape;890;p4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1" name="Google Shape;891;p4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92" name="Google Shape;892;p4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93" name="Google Shape;89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94" name="Google Shape;89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19"/>
              </a:rPr>
              <a:t>D</a:t>
            </a:r>
            <a:r>
              <a:rPr lang="en-US" sz="600" u="sng" cap="small">
                <a:solidFill>
                  <a:schemeClr val="hlink"/>
                </a:solidFill>
                <a:latin typeface="Calibri"/>
                <a:ea typeface="Calibri"/>
                <a:cs typeface="Calibri"/>
                <a:sym typeface="Calibri"/>
                <a:hlinkClick r:id="rId19"/>
              </a:rPr>
              <a:t>eep</a:t>
            </a:r>
            <a:r>
              <a:rPr lang="en-US" sz="600" u="sng">
                <a:solidFill>
                  <a:schemeClr val="hlink"/>
                </a:solidFill>
                <a:latin typeface="Calibri"/>
                <a:ea typeface="Calibri"/>
                <a:cs typeface="Calibri"/>
                <a:sym typeface="Calibri"/>
                <a:hlinkClick r:id="rId19"/>
              </a:rPr>
              <a:t> L</a:t>
            </a:r>
            <a:r>
              <a:rPr lang="en-US" sz="600" u="sng" cap="small">
                <a:solidFill>
                  <a:schemeClr val="hlink"/>
                </a:solidFill>
                <a:latin typeface="Calibri"/>
                <a:ea typeface="Calibri"/>
                <a:cs typeface="Calibri"/>
                <a:sym typeface="Calibri"/>
                <a:hlinkClick r:id="rId19"/>
              </a:rPr>
              <a:t>earning</a:t>
            </a:r>
            <a:endParaRPr sz="600">
              <a:latin typeface="Calibri"/>
              <a:ea typeface="Calibri"/>
              <a:cs typeface="Calibri"/>
              <a:sym typeface="Calibri"/>
            </a:endParaRPr>
          </a:p>
        </p:txBody>
      </p:sp>
      <p:sp>
        <p:nvSpPr>
          <p:cNvPr id="895" name="Google Shape;895;p4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43</a:t>
            </a:fld>
            <a:r>
              <a:rPr lang="en-US"/>
              <a:t> / 46</a:t>
            </a:r>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49"/>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P</a:t>
            </a:r>
            <a:r>
              <a:rPr lang="en-US" cap="small">
                <a:solidFill>
                  <a:srgbClr val="FFFFFF"/>
                </a:solidFill>
              </a:rPr>
              <a:t>utting</a:t>
            </a:r>
            <a:r>
              <a:rPr lang="en-US">
                <a:solidFill>
                  <a:srgbClr val="FFFFFF"/>
                </a:solidFill>
              </a:rPr>
              <a:t> I</a:t>
            </a:r>
            <a:r>
              <a:rPr lang="en-US" cap="small">
                <a:solidFill>
                  <a:srgbClr val="FFFFFF"/>
                </a:solidFill>
              </a:rPr>
              <a:t>t</a:t>
            </a:r>
            <a:r>
              <a:rPr lang="en-US">
                <a:solidFill>
                  <a:srgbClr val="FFFFFF"/>
                </a:solidFill>
              </a:rPr>
              <a:t> A</a:t>
            </a:r>
            <a:r>
              <a:rPr lang="en-US" cap="small">
                <a:solidFill>
                  <a:srgbClr val="FFFFFF"/>
                </a:solidFill>
              </a:rPr>
              <a:t>ll</a:t>
            </a:r>
            <a:r>
              <a:rPr lang="en-US">
                <a:solidFill>
                  <a:srgbClr val="FFFFFF"/>
                </a:solidFill>
              </a:rPr>
              <a:t> T</a:t>
            </a:r>
            <a:r>
              <a:rPr lang="en-US" cap="small">
                <a:solidFill>
                  <a:srgbClr val="FFFFFF"/>
                </a:solidFill>
              </a:rPr>
              <a:t>ogether</a:t>
            </a:r>
            <a:endParaRPr/>
          </a:p>
        </p:txBody>
      </p:sp>
      <p:grpSp>
        <p:nvGrpSpPr>
          <p:cNvPr id="901" name="Google Shape;901;p49"/>
          <p:cNvGrpSpPr/>
          <p:nvPr/>
        </p:nvGrpSpPr>
        <p:grpSpPr>
          <a:xfrm>
            <a:off x="1079987" y="504721"/>
            <a:ext cx="3600207" cy="2340448"/>
            <a:chOff x="1079987" y="504721"/>
            <a:chExt cx="3600207" cy="2340448"/>
          </a:xfrm>
        </p:grpSpPr>
        <p:sp>
          <p:nvSpPr>
            <p:cNvPr id="902" name="Google Shape;902;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3" name="Google Shape;903;p49"/>
            <p:cNvSpPr/>
            <p:nvPr/>
          </p:nvSpPr>
          <p:spPr>
            <a:xfrm>
              <a:off x="1079987" y="504721"/>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4" name="Google Shape;904;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9"/>
            <p:cNvSpPr/>
            <p:nvPr/>
          </p:nvSpPr>
          <p:spPr>
            <a:xfrm>
              <a:off x="3240014" y="504721"/>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6" name="Google Shape;906;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7" name="Google Shape;907;p49"/>
            <p:cNvSpPr/>
            <p:nvPr/>
          </p:nvSpPr>
          <p:spPr>
            <a:xfrm>
              <a:off x="3240014" y="1944739"/>
              <a:ext cx="1440180" cy="900430"/>
            </a:xfrm>
            <a:custGeom>
              <a:avLst/>
              <a:gdLst/>
              <a:ahLst/>
              <a:cxnLst/>
              <a:rect l="l" t="t" r="r" b="b"/>
              <a:pathLst>
                <a:path w="1440179"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8" name="Google Shape;908;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solidFill>
              <a:srgbClr val="F8FCFD"/>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9"/>
            <p:cNvSpPr/>
            <p:nvPr/>
          </p:nvSpPr>
          <p:spPr>
            <a:xfrm>
              <a:off x="1079987" y="1944739"/>
              <a:ext cx="1440180" cy="900430"/>
            </a:xfrm>
            <a:custGeom>
              <a:avLst/>
              <a:gdLst/>
              <a:ahLst/>
              <a:cxnLst/>
              <a:rect l="l" t="t" r="r" b="b"/>
              <a:pathLst>
                <a:path w="1440180" h="900430" extrusionOk="0">
                  <a:moveTo>
                    <a:pt x="1389407" y="0"/>
                  </a:moveTo>
                  <a:lnTo>
                    <a:pt x="50610" y="0"/>
                  </a:lnTo>
                  <a:lnTo>
                    <a:pt x="30910" y="3977"/>
                  </a:lnTo>
                  <a:lnTo>
                    <a:pt x="14823" y="14823"/>
                  </a:lnTo>
                  <a:lnTo>
                    <a:pt x="3977" y="30910"/>
                  </a:lnTo>
                  <a:lnTo>
                    <a:pt x="0" y="50610"/>
                  </a:lnTo>
                  <a:lnTo>
                    <a:pt x="0" y="849400"/>
                  </a:lnTo>
                  <a:lnTo>
                    <a:pt x="3977" y="869100"/>
                  </a:lnTo>
                  <a:lnTo>
                    <a:pt x="14823" y="885187"/>
                  </a:lnTo>
                  <a:lnTo>
                    <a:pt x="30910" y="896033"/>
                  </a:lnTo>
                  <a:lnTo>
                    <a:pt x="50610" y="900011"/>
                  </a:lnTo>
                  <a:lnTo>
                    <a:pt x="1389407" y="900011"/>
                  </a:lnTo>
                  <a:lnTo>
                    <a:pt x="1409107" y="896033"/>
                  </a:lnTo>
                  <a:lnTo>
                    <a:pt x="1425194" y="885187"/>
                  </a:lnTo>
                  <a:lnTo>
                    <a:pt x="1436041" y="869100"/>
                  </a:lnTo>
                  <a:lnTo>
                    <a:pt x="1440018" y="849400"/>
                  </a:lnTo>
                  <a:lnTo>
                    <a:pt x="1440018" y="50610"/>
                  </a:lnTo>
                  <a:lnTo>
                    <a:pt x="1436041" y="30910"/>
                  </a:lnTo>
                  <a:lnTo>
                    <a:pt x="1425194" y="14823"/>
                  </a:lnTo>
                  <a:lnTo>
                    <a:pt x="1409107" y="3977"/>
                  </a:lnTo>
                  <a:lnTo>
                    <a:pt x="1389407" y="0"/>
                  </a:lnTo>
                  <a:close/>
                </a:path>
              </a:pathLst>
            </a:custGeom>
            <a:noFill/>
            <a:ln w="10100" cap="flat" cmpd="sng">
              <a:solidFill>
                <a:srgbClr val="76C3E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0" name="Google Shape;910;p49"/>
          <p:cNvSpPr txBox="1"/>
          <p:nvPr/>
        </p:nvSpPr>
        <p:spPr>
          <a:xfrm>
            <a:off x="2054809" y="1560403"/>
            <a:ext cx="165100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solidFill>
                  <a:srgbClr val="EC2027"/>
                </a:solidFill>
                <a:latin typeface="Arial"/>
                <a:ea typeface="Arial"/>
                <a:cs typeface="Arial"/>
                <a:sym typeface="Arial"/>
              </a:rPr>
              <a:t>Linear Regression Model</a:t>
            </a:r>
            <a:endParaRPr sz="1050">
              <a:latin typeface="Arial"/>
              <a:ea typeface="Arial"/>
              <a:cs typeface="Arial"/>
              <a:sym typeface="Arial"/>
            </a:endParaRPr>
          </a:p>
        </p:txBody>
      </p:sp>
      <p:sp>
        <p:nvSpPr>
          <p:cNvPr id="911" name="Google Shape;911;p49"/>
          <p:cNvSpPr txBox="1"/>
          <p:nvPr/>
        </p:nvSpPr>
        <p:spPr>
          <a:xfrm>
            <a:off x="1061636" y="537323"/>
            <a:ext cx="1477010" cy="685800"/>
          </a:xfrm>
          <a:prstGeom prst="rect">
            <a:avLst/>
          </a:prstGeom>
          <a:noFill/>
          <a:ln>
            <a:noFill/>
          </a:ln>
        </p:spPr>
        <p:txBody>
          <a:bodyPr spcFirstLastPara="1" wrap="square" lIns="0" tIns="16500" rIns="0" bIns="0" anchor="t" anchorCtr="0">
            <a:spAutoFit/>
          </a:bodyPr>
          <a:lstStyle/>
          <a:p>
            <a:pPr marL="89535" lvl="0" indent="0" algn="l" rtl="0">
              <a:lnSpc>
                <a:spcPct val="100000"/>
              </a:lnSpc>
              <a:spcBef>
                <a:spcPts val="0"/>
              </a:spcBef>
              <a:spcAft>
                <a:spcPts val="0"/>
              </a:spcAft>
              <a:buNone/>
            </a:pPr>
            <a:r>
              <a:rPr lang="en-US" sz="950" b="1" dirty="0">
                <a:solidFill>
                  <a:srgbClr val="1B1472"/>
                </a:solidFill>
                <a:latin typeface="Arial"/>
                <a:ea typeface="Arial"/>
                <a:cs typeface="Arial"/>
                <a:sym typeface="Arial"/>
              </a:rPr>
              <a:t>1. Data &amp; Initialization</a:t>
            </a:r>
            <a:endParaRPr sz="950" dirty="0">
              <a:latin typeface="Arial"/>
              <a:ea typeface="Arial"/>
              <a:cs typeface="Arial"/>
              <a:sym typeface="Arial"/>
            </a:endParaRPr>
          </a:p>
          <a:p>
            <a:pPr marL="0" lvl="0" indent="0" algn="l" rtl="0">
              <a:lnSpc>
                <a:spcPct val="100000"/>
              </a:lnSpc>
              <a:spcBef>
                <a:spcPts val="180"/>
              </a:spcBef>
              <a:spcAft>
                <a:spcPts val="0"/>
              </a:spcAft>
              <a:buNone/>
            </a:pPr>
            <a:endParaRPr sz="950" dirty="0">
              <a:latin typeface="Arial"/>
              <a:ea typeface="Arial"/>
              <a:cs typeface="Arial"/>
              <a:sym typeface="Arial"/>
            </a:endParaRPr>
          </a:p>
          <a:p>
            <a:pPr marL="0" lvl="0" indent="0" algn="ctr" rtl="0">
              <a:lnSpc>
                <a:spcPct val="100000"/>
              </a:lnSpc>
              <a:spcBef>
                <a:spcPts val="5"/>
              </a:spcBef>
              <a:spcAft>
                <a:spcPts val="0"/>
              </a:spcAft>
              <a:buNone/>
            </a:pPr>
            <a:r>
              <a:rPr lang="en-US" sz="1100" dirty="0">
                <a:latin typeface="Lucida Sans"/>
                <a:ea typeface="Lucida Sans"/>
                <a:cs typeface="Lucida Sans"/>
                <a:sym typeface="Lucida Sans"/>
              </a:rPr>
              <a:t>D </a:t>
            </a:r>
            <a:r>
              <a:rPr lang="en-US" sz="1100" dirty="0">
                <a:latin typeface="Tahoma"/>
                <a:ea typeface="Tahoma"/>
                <a:cs typeface="Tahoma"/>
                <a:sym typeface="Tahoma"/>
              </a:rPr>
              <a:t>= </a:t>
            </a:r>
            <a:r>
              <a:rPr lang="en-US" sz="1100" dirty="0">
                <a:latin typeface="Lucida Sans"/>
                <a:ea typeface="Lucida Sans"/>
                <a:cs typeface="Lucida Sans"/>
                <a:sym typeface="Lucida Sans"/>
              </a:rPr>
              <a:t>{</a:t>
            </a:r>
            <a:r>
              <a:rPr lang="en-US" sz="1100" dirty="0">
                <a:latin typeface="Tahoma"/>
                <a:ea typeface="Tahoma"/>
                <a:cs typeface="Tahoma"/>
                <a:sym typeface="Tahoma"/>
              </a:rPr>
              <a:t>(</a:t>
            </a:r>
            <a:r>
              <a:rPr lang="en-US" sz="950" b="1" dirty="0">
                <a:latin typeface="Arial"/>
                <a:ea typeface="Arial"/>
                <a:cs typeface="Arial"/>
                <a:sym typeface="Arial"/>
              </a:rPr>
              <a:t>x</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i="1" dirty="0">
                <a:latin typeface="Georgia"/>
                <a:ea typeface="Georgia"/>
                <a:cs typeface="Georgia"/>
                <a:sym typeface="Georgia"/>
              </a:rPr>
              <a:t>, </a:t>
            </a:r>
            <a:r>
              <a:rPr lang="en-US" sz="950" i="1" dirty="0">
                <a:latin typeface="Arial"/>
                <a:ea typeface="Arial"/>
                <a:cs typeface="Arial"/>
                <a:sym typeface="Arial"/>
              </a:rPr>
              <a:t>y </a:t>
            </a:r>
            <a:r>
              <a:rPr lang="en-US" sz="1200" baseline="30000" dirty="0">
                <a:latin typeface="Tahoma"/>
                <a:ea typeface="Tahoma"/>
                <a:cs typeface="Tahoma"/>
                <a:sym typeface="Tahoma"/>
              </a:rPr>
              <a:t>(</a:t>
            </a:r>
            <a:r>
              <a:rPr lang="en-US" sz="1050" i="1" baseline="30000" dirty="0" err="1">
                <a:latin typeface="Arial"/>
                <a:ea typeface="Arial"/>
                <a:cs typeface="Arial"/>
                <a:sym typeface="Arial"/>
              </a:rPr>
              <a:t>i</a:t>
            </a:r>
            <a:r>
              <a:rPr lang="en-US" sz="1200" baseline="30000" dirty="0">
                <a:latin typeface="Tahoma"/>
                <a:ea typeface="Tahoma"/>
                <a:cs typeface="Tahoma"/>
                <a:sym typeface="Tahoma"/>
              </a:rPr>
              <a:t>)</a:t>
            </a:r>
            <a:r>
              <a:rPr lang="en-US" sz="1100" dirty="0">
                <a:latin typeface="Tahoma"/>
                <a:ea typeface="Tahoma"/>
                <a:cs typeface="Tahoma"/>
                <a:sym typeface="Tahoma"/>
              </a:rPr>
              <a:t>)</a:t>
            </a:r>
            <a:r>
              <a:rPr lang="en-US" sz="1100" dirty="0">
                <a:latin typeface="Lucida Sans"/>
                <a:ea typeface="Lucida Sans"/>
                <a:cs typeface="Lucida Sans"/>
                <a:sym typeface="Lucida Sans"/>
              </a:rPr>
              <a:t>}</a:t>
            </a:r>
            <a:endParaRPr sz="1100" dirty="0">
              <a:latin typeface="Lucida Sans"/>
              <a:ea typeface="Lucida Sans"/>
              <a:cs typeface="Lucida Sans"/>
              <a:sym typeface="Lucida Sans"/>
            </a:endParaRPr>
          </a:p>
          <a:p>
            <a:pPr marL="0" lvl="0" indent="0" algn="ctr" rtl="0">
              <a:lnSpc>
                <a:spcPct val="100000"/>
              </a:lnSpc>
              <a:spcBef>
                <a:spcPts val="110"/>
              </a:spcBef>
              <a:spcAft>
                <a:spcPts val="0"/>
              </a:spcAft>
              <a:buNone/>
            </a:pPr>
            <a:r>
              <a:rPr lang="en-US" sz="1425" b="1" baseline="-25000" dirty="0">
                <a:latin typeface="Arial"/>
                <a:ea typeface="Arial"/>
                <a:cs typeface="Arial"/>
                <a:sym typeface="Arial"/>
              </a:rPr>
              <a:t>w</a:t>
            </a:r>
            <a:r>
              <a:rPr lang="en-US" sz="800" dirty="0">
                <a:latin typeface="Tahoma"/>
                <a:ea typeface="Tahoma"/>
                <a:cs typeface="Tahoma"/>
                <a:sym typeface="Tahoma"/>
              </a:rPr>
              <a:t>(</a:t>
            </a:r>
            <a:r>
              <a:rPr lang="en-US" sz="700" dirty="0">
                <a:latin typeface="Arial"/>
                <a:ea typeface="Arial"/>
                <a:cs typeface="Arial"/>
                <a:sym typeface="Arial"/>
              </a:rPr>
              <a:t>0</a:t>
            </a:r>
            <a:r>
              <a:rPr lang="en-US" sz="800" dirty="0">
                <a:latin typeface="Tahoma"/>
                <a:ea typeface="Tahoma"/>
                <a:cs typeface="Tahoma"/>
                <a:sym typeface="Tahoma"/>
              </a:rPr>
              <a:t>) </a:t>
            </a:r>
            <a:r>
              <a:rPr lang="en-US" sz="1650" baseline="-25000" dirty="0">
                <a:latin typeface="Tahoma"/>
                <a:ea typeface="Tahoma"/>
                <a:cs typeface="Tahoma"/>
                <a:sym typeface="Tahoma"/>
              </a:rPr>
              <a:t>= </a:t>
            </a:r>
            <a:r>
              <a:rPr lang="en-US" sz="1425" b="1" baseline="-25000" dirty="0">
                <a:latin typeface="Arial"/>
                <a:ea typeface="Arial"/>
                <a:cs typeface="Arial"/>
                <a:sym typeface="Arial"/>
              </a:rPr>
              <a:t>0</a:t>
            </a:r>
            <a:endParaRPr sz="1425" baseline="-25000" dirty="0">
              <a:latin typeface="Arial"/>
              <a:ea typeface="Arial"/>
              <a:cs typeface="Arial"/>
              <a:sym typeface="Arial"/>
            </a:endParaRPr>
          </a:p>
        </p:txBody>
      </p:sp>
      <p:grpSp>
        <p:nvGrpSpPr>
          <p:cNvPr id="912" name="Google Shape;912;p49"/>
          <p:cNvGrpSpPr/>
          <p:nvPr/>
        </p:nvGrpSpPr>
        <p:grpSpPr>
          <a:xfrm>
            <a:off x="3533072" y="671776"/>
            <a:ext cx="804407" cy="565901"/>
            <a:chOff x="3533072" y="671776"/>
            <a:chExt cx="804407" cy="565901"/>
          </a:xfrm>
        </p:grpSpPr>
        <p:pic>
          <p:nvPicPr>
            <p:cNvPr id="913" name="Google Shape;913;p49"/>
            <p:cNvPicPr preferRelativeResize="0"/>
            <p:nvPr/>
          </p:nvPicPr>
          <p:blipFill rotWithShape="1">
            <a:blip r:embed="rId3">
              <a:alphaModFix/>
            </a:blip>
            <a:srcRect/>
            <a:stretch/>
          </p:blipFill>
          <p:spPr>
            <a:xfrm>
              <a:off x="3533072" y="671776"/>
              <a:ext cx="133892" cy="133892"/>
            </a:xfrm>
            <a:prstGeom prst="rect">
              <a:avLst/>
            </a:prstGeom>
            <a:noFill/>
            <a:ln>
              <a:noFill/>
            </a:ln>
          </p:spPr>
        </p:pic>
        <p:pic>
          <p:nvPicPr>
            <p:cNvPr id="914" name="Google Shape;914;p49"/>
            <p:cNvPicPr preferRelativeResize="0"/>
            <p:nvPr/>
          </p:nvPicPr>
          <p:blipFill rotWithShape="1">
            <a:blip r:embed="rId3">
              <a:alphaModFix/>
            </a:blip>
            <a:srcRect/>
            <a:stretch/>
          </p:blipFill>
          <p:spPr>
            <a:xfrm>
              <a:off x="3533072" y="887781"/>
              <a:ext cx="133892" cy="133892"/>
            </a:xfrm>
            <a:prstGeom prst="rect">
              <a:avLst/>
            </a:prstGeom>
            <a:noFill/>
            <a:ln>
              <a:noFill/>
            </a:ln>
          </p:spPr>
        </p:pic>
        <p:pic>
          <p:nvPicPr>
            <p:cNvPr id="915" name="Google Shape;915;p49"/>
            <p:cNvPicPr preferRelativeResize="0"/>
            <p:nvPr/>
          </p:nvPicPr>
          <p:blipFill rotWithShape="1">
            <a:blip r:embed="rId4">
              <a:alphaModFix/>
            </a:blip>
            <a:srcRect/>
            <a:stretch/>
          </p:blipFill>
          <p:spPr>
            <a:xfrm>
              <a:off x="3533072" y="1103785"/>
              <a:ext cx="133892" cy="133892"/>
            </a:xfrm>
            <a:prstGeom prst="rect">
              <a:avLst/>
            </a:prstGeom>
            <a:noFill/>
            <a:ln>
              <a:noFill/>
            </a:ln>
          </p:spPr>
        </p:pic>
        <p:pic>
          <p:nvPicPr>
            <p:cNvPr id="916" name="Google Shape;916;p49"/>
            <p:cNvPicPr preferRelativeResize="0"/>
            <p:nvPr/>
          </p:nvPicPr>
          <p:blipFill rotWithShape="1">
            <a:blip r:embed="rId5">
              <a:alphaModFix/>
            </a:blip>
            <a:srcRect/>
            <a:stretch/>
          </p:blipFill>
          <p:spPr>
            <a:xfrm>
              <a:off x="3948729" y="835431"/>
              <a:ext cx="238592" cy="238592"/>
            </a:xfrm>
            <a:prstGeom prst="rect">
              <a:avLst/>
            </a:prstGeom>
            <a:noFill/>
            <a:ln>
              <a:noFill/>
            </a:ln>
          </p:spPr>
        </p:pic>
        <p:sp>
          <p:nvSpPr>
            <p:cNvPr id="917" name="Google Shape;917;p49"/>
            <p:cNvSpPr/>
            <p:nvPr/>
          </p:nvSpPr>
          <p:spPr>
            <a:xfrm>
              <a:off x="3660799" y="766775"/>
              <a:ext cx="290195" cy="133985"/>
            </a:xfrm>
            <a:custGeom>
              <a:avLst/>
              <a:gdLst/>
              <a:ahLst/>
              <a:cxnLst/>
              <a:rect l="l" t="t" r="r" b="b"/>
              <a:pathLst>
                <a:path w="290195" h="133984" extrusionOk="0">
                  <a:moveTo>
                    <a:pt x="0" y="0"/>
                  </a:moveTo>
                  <a:lnTo>
                    <a:pt x="289725" y="13372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8" name="Google Shape;918;p49"/>
            <p:cNvSpPr/>
            <p:nvPr/>
          </p:nvSpPr>
          <p:spPr>
            <a:xfrm>
              <a:off x="3909155" y="853172"/>
              <a:ext cx="46355" cy="71755"/>
            </a:xfrm>
            <a:custGeom>
              <a:avLst/>
              <a:gdLst/>
              <a:ahLst/>
              <a:cxnLst/>
              <a:rect l="l" t="t" r="r" b="b"/>
              <a:pathLst>
                <a:path w="46354" h="71755" extrusionOk="0">
                  <a:moveTo>
                    <a:pt x="33111" y="0"/>
                  </a:moveTo>
                  <a:lnTo>
                    <a:pt x="31771" y="16480"/>
                  </a:lnTo>
                  <a:lnTo>
                    <a:pt x="34028" y="30066"/>
                  </a:lnTo>
                  <a:lnTo>
                    <a:pt x="39040" y="40979"/>
                  </a:lnTo>
                  <a:lnTo>
                    <a:pt x="45964" y="49444"/>
                  </a:lnTo>
                  <a:lnTo>
                    <a:pt x="35031" y="49667"/>
                  </a:lnTo>
                  <a:lnTo>
                    <a:pt x="23474" y="52934"/>
                  </a:lnTo>
                  <a:lnTo>
                    <a:pt x="11671" y="60030"/>
                  </a:lnTo>
                  <a:lnTo>
                    <a:pt x="0"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9" name="Google Shape;919;p49"/>
            <p:cNvSpPr/>
            <p:nvPr/>
          </p:nvSpPr>
          <p:spPr>
            <a:xfrm>
              <a:off x="3666964" y="954727"/>
              <a:ext cx="271780" cy="0"/>
            </a:xfrm>
            <a:custGeom>
              <a:avLst/>
              <a:gdLst/>
              <a:ahLst/>
              <a:cxnLst/>
              <a:rect l="l" t="t" r="r" b="b"/>
              <a:pathLst>
                <a:path w="271779" h="120000" extrusionOk="0">
                  <a:moveTo>
                    <a:pt x="0" y="0"/>
                  </a:moveTo>
                  <a:lnTo>
                    <a:pt x="271642"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0" name="Google Shape;920;p49"/>
            <p:cNvSpPr/>
            <p:nvPr/>
          </p:nvSpPr>
          <p:spPr>
            <a:xfrm>
              <a:off x="3911277"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1" name="Google Shape;921;p49"/>
            <p:cNvSpPr/>
            <p:nvPr/>
          </p:nvSpPr>
          <p:spPr>
            <a:xfrm>
              <a:off x="3660799" y="1008958"/>
              <a:ext cx="290195" cy="133985"/>
            </a:xfrm>
            <a:custGeom>
              <a:avLst/>
              <a:gdLst/>
              <a:ahLst/>
              <a:cxnLst/>
              <a:rect l="l" t="t" r="r" b="b"/>
              <a:pathLst>
                <a:path w="290195" h="133984" extrusionOk="0">
                  <a:moveTo>
                    <a:pt x="0" y="133720"/>
                  </a:moveTo>
                  <a:lnTo>
                    <a:pt x="28972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2" name="Google Shape;922;p49"/>
            <p:cNvSpPr/>
            <p:nvPr/>
          </p:nvSpPr>
          <p:spPr>
            <a:xfrm>
              <a:off x="3909155" y="984539"/>
              <a:ext cx="46355" cy="71755"/>
            </a:xfrm>
            <a:custGeom>
              <a:avLst/>
              <a:gdLst/>
              <a:ahLst/>
              <a:cxnLst/>
              <a:rect l="l" t="t" r="r" b="b"/>
              <a:pathLst>
                <a:path w="46354" h="71755" extrusionOk="0">
                  <a:moveTo>
                    <a:pt x="0" y="0"/>
                  </a:moveTo>
                  <a:lnTo>
                    <a:pt x="11671" y="11712"/>
                  </a:lnTo>
                  <a:lnTo>
                    <a:pt x="23474" y="18808"/>
                  </a:lnTo>
                  <a:lnTo>
                    <a:pt x="35031" y="22075"/>
                  </a:lnTo>
                  <a:lnTo>
                    <a:pt x="45964" y="22298"/>
                  </a:lnTo>
                  <a:lnTo>
                    <a:pt x="39040" y="30763"/>
                  </a:lnTo>
                  <a:lnTo>
                    <a:pt x="34028" y="41676"/>
                  </a:lnTo>
                  <a:lnTo>
                    <a:pt x="31771" y="55262"/>
                  </a:lnTo>
                  <a:lnTo>
                    <a:pt x="33111" y="71742"/>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3" name="Google Shape;923;p49"/>
            <p:cNvSpPr/>
            <p:nvPr/>
          </p:nvSpPr>
          <p:spPr>
            <a:xfrm>
              <a:off x="4187321" y="954727"/>
              <a:ext cx="145415" cy="0"/>
            </a:xfrm>
            <a:custGeom>
              <a:avLst/>
              <a:gdLst/>
              <a:ahLst/>
              <a:cxnLst/>
              <a:rect l="l" t="t" r="r" b="b"/>
              <a:pathLst>
                <a:path w="145414" h="120000" extrusionOk="0">
                  <a:moveTo>
                    <a:pt x="0" y="0"/>
                  </a:moveTo>
                  <a:lnTo>
                    <a:pt x="145103"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4" name="Google Shape;924;p49"/>
            <p:cNvSpPr/>
            <p:nvPr/>
          </p:nvSpPr>
          <p:spPr>
            <a:xfrm>
              <a:off x="4305095" y="9152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25" name="Google Shape;925;p49"/>
          <p:cNvSpPr txBox="1"/>
          <p:nvPr/>
        </p:nvSpPr>
        <p:spPr>
          <a:xfrm>
            <a:off x="3221663" y="535633"/>
            <a:ext cx="1477010" cy="827405"/>
          </a:xfrm>
          <a:prstGeom prst="rect">
            <a:avLst/>
          </a:prstGeom>
          <a:noFill/>
          <a:ln>
            <a:noFill/>
          </a:ln>
        </p:spPr>
        <p:txBody>
          <a:bodyPr spcFirstLastPara="1" wrap="square" lIns="0" tIns="16500" rIns="0" bIns="0" anchor="t" anchorCtr="0">
            <a:spAutoFit/>
          </a:bodyPr>
          <a:lstStyle/>
          <a:p>
            <a:pPr marL="484505" lvl="0" indent="0" algn="l" rtl="0">
              <a:lnSpc>
                <a:spcPct val="107263"/>
              </a:lnSpc>
              <a:spcBef>
                <a:spcPts val="0"/>
              </a:spcBef>
              <a:spcAft>
                <a:spcPts val="0"/>
              </a:spcAft>
              <a:buNone/>
            </a:pPr>
            <a:r>
              <a:rPr lang="en-US" sz="950" b="1">
                <a:solidFill>
                  <a:srgbClr val="1B1472"/>
                </a:solidFill>
                <a:latin typeface="Arial"/>
                <a:ea typeface="Arial"/>
                <a:cs typeface="Arial"/>
                <a:sym typeface="Arial"/>
              </a:rPr>
              <a:t>2. Model</a:t>
            </a:r>
            <a:endParaRPr sz="950">
              <a:latin typeface="Arial"/>
              <a:ea typeface="Arial"/>
              <a:cs typeface="Arial"/>
              <a:sym typeface="Arial"/>
            </a:endParaRPr>
          </a:p>
          <a:p>
            <a:pPr marL="154940" lvl="0" indent="0" algn="l" rtl="0">
              <a:lnSpc>
                <a:spcPct val="96000"/>
              </a:lnSpc>
              <a:spcBef>
                <a:spcPts val="0"/>
              </a:spcBef>
              <a:spcAft>
                <a:spcPts val="0"/>
              </a:spcAft>
              <a:buNone/>
            </a:pPr>
            <a:r>
              <a:rPr lang="en-US" sz="700" i="1">
                <a:latin typeface="Arial"/>
                <a:ea typeface="Arial"/>
                <a:cs typeface="Arial"/>
                <a:sym typeface="Arial"/>
              </a:rPr>
              <a:t>x</a:t>
            </a:r>
            <a:r>
              <a:rPr lang="en-US" sz="750" baseline="-25000">
                <a:latin typeface="Arial"/>
                <a:ea typeface="Arial"/>
                <a:cs typeface="Arial"/>
                <a:sym typeface="Arial"/>
              </a:rPr>
              <a:t>1</a:t>
            </a:r>
            <a:endParaRPr sz="750" baseline="-25000">
              <a:latin typeface="Arial"/>
              <a:ea typeface="Arial"/>
              <a:cs typeface="Arial"/>
              <a:sym typeface="Arial"/>
            </a:endParaRPr>
          </a:p>
          <a:p>
            <a:pPr marL="0" lvl="0" indent="0" algn="l" rtl="0">
              <a:lnSpc>
                <a:spcPct val="100000"/>
              </a:lnSpc>
              <a:spcBef>
                <a:spcPts val="40"/>
              </a:spcBef>
              <a:spcAft>
                <a:spcPts val="0"/>
              </a:spcAft>
              <a:buNone/>
            </a:pPr>
            <a:endParaRPr sz="500">
              <a:latin typeface="Arial"/>
              <a:ea typeface="Arial"/>
              <a:cs typeface="Arial"/>
              <a:sym typeface="Arial"/>
            </a:endParaRPr>
          </a:p>
          <a:p>
            <a:pPr marL="154940" lvl="0" indent="0" algn="l" rtl="0">
              <a:lnSpc>
                <a:spcPct val="100000"/>
              </a:lnSpc>
              <a:spcBef>
                <a:spcPts val="0"/>
              </a:spcBef>
              <a:spcAft>
                <a:spcPts val="0"/>
              </a:spcAft>
              <a:buNone/>
            </a:pPr>
            <a:r>
              <a:rPr lang="en-US" sz="1050" i="1" baseline="30000">
                <a:latin typeface="Arial"/>
                <a:ea typeface="Arial"/>
                <a:cs typeface="Arial"/>
                <a:sym typeface="Arial"/>
              </a:rPr>
              <a:t>x</a:t>
            </a:r>
            <a:r>
              <a:rPr lang="en-US" sz="750" baseline="30000">
                <a:latin typeface="Arial"/>
                <a:ea typeface="Arial"/>
                <a:cs typeface="Arial"/>
                <a:sym typeface="Arial"/>
              </a:rPr>
              <a:t>2	</a:t>
            </a:r>
            <a:r>
              <a:rPr lang="en-US" sz="800">
                <a:latin typeface="Tahoma"/>
                <a:ea typeface="Tahoma"/>
                <a:cs typeface="Tahoma"/>
                <a:sym typeface="Tahoma"/>
              </a:rPr>
              <a:t>Σ	</a:t>
            </a:r>
            <a:r>
              <a:rPr lang="en-US" sz="950" i="1">
                <a:latin typeface="Arial"/>
                <a:ea typeface="Arial"/>
                <a:cs typeface="Arial"/>
                <a:sym typeface="Arial"/>
              </a:rPr>
              <a:t>y</a:t>
            </a:r>
            <a:r>
              <a:rPr lang="en-US" sz="1650" baseline="30000">
                <a:latin typeface="Tahoma"/>
                <a:ea typeface="Tahoma"/>
                <a:cs typeface="Tahoma"/>
                <a:sym typeface="Tahoma"/>
              </a:rPr>
              <a:t>ˆ</a:t>
            </a:r>
            <a:endParaRPr sz="1650" baseline="30000">
              <a:latin typeface="Tahoma"/>
              <a:ea typeface="Tahoma"/>
              <a:cs typeface="Tahoma"/>
              <a:sym typeface="Tahoma"/>
            </a:endParaRPr>
          </a:p>
          <a:p>
            <a:pPr marL="0" lvl="0" indent="0" algn="l" rtl="0">
              <a:lnSpc>
                <a:spcPct val="100000"/>
              </a:lnSpc>
              <a:spcBef>
                <a:spcPts val="15"/>
              </a:spcBef>
              <a:spcAft>
                <a:spcPts val="0"/>
              </a:spcAft>
              <a:buNone/>
            </a:pPr>
            <a:endParaRPr sz="500">
              <a:latin typeface="Tahoma"/>
              <a:ea typeface="Tahoma"/>
              <a:cs typeface="Tahoma"/>
              <a:sym typeface="Tahoma"/>
            </a:endParaRPr>
          </a:p>
          <a:p>
            <a:pPr marL="148590" lvl="0" indent="0" algn="l" rtl="0">
              <a:lnSpc>
                <a:spcPct val="100000"/>
              </a:lnSpc>
              <a:spcBef>
                <a:spcPts val="0"/>
              </a:spcBef>
              <a:spcAft>
                <a:spcPts val="0"/>
              </a:spcAft>
              <a:buNone/>
            </a:pPr>
            <a:r>
              <a:rPr lang="en-US" sz="700" i="1">
                <a:latin typeface="Arial"/>
                <a:ea typeface="Arial"/>
                <a:cs typeface="Arial"/>
                <a:sym typeface="Arial"/>
              </a:rPr>
              <a:t>x</a:t>
            </a:r>
            <a:r>
              <a:rPr lang="en-US" sz="750" i="1" baseline="-25000">
                <a:latin typeface="Arial"/>
                <a:ea typeface="Arial"/>
                <a:cs typeface="Arial"/>
                <a:sym typeface="Arial"/>
              </a:rPr>
              <a:t>d</a:t>
            </a:r>
            <a:endParaRPr sz="750" baseline="-25000">
              <a:latin typeface="Arial"/>
              <a:ea typeface="Arial"/>
              <a:cs typeface="Arial"/>
              <a:sym typeface="Arial"/>
            </a:endParaRPr>
          </a:p>
          <a:p>
            <a:pPr marL="323215" lvl="0" indent="0" algn="l" rtl="0">
              <a:lnSpc>
                <a:spcPct val="100000"/>
              </a:lnSpc>
              <a:spcBef>
                <a:spcPts val="305"/>
              </a:spcBef>
              <a:spcAft>
                <a:spcPts val="0"/>
              </a:spcAft>
              <a:buNone/>
            </a:pPr>
            <a:r>
              <a:rPr lang="en-US" sz="700">
                <a:latin typeface="Arial"/>
                <a:ea typeface="Arial"/>
                <a:cs typeface="Arial"/>
                <a:sym typeface="Arial"/>
              </a:rPr>
              <a:t>Linear Activation Function</a:t>
            </a:r>
            <a:endParaRPr sz="700">
              <a:latin typeface="Arial"/>
              <a:ea typeface="Arial"/>
              <a:cs typeface="Arial"/>
              <a:sym typeface="Arial"/>
            </a:endParaRPr>
          </a:p>
        </p:txBody>
      </p:sp>
      <p:grpSp>
        <p:nvGrpSpPr>
          <p:cNvPr id="926" name="Google Shape;926;p49"/>
          <p:cNvGrpSpPr/>
          <p:nvPr/>
        </p:nvGrpSpPr>
        <p:grpSpPr>
          <a:xfrm>
            <a:off x="3600018" y="2322745"/>
            <a:ext cx="720090" cy="205307"/>
            <a:chOff x="3600018" y="2322745"/>
            <a:chExt cx="720090" cy="205307"/>
          </a:xfrm>
        </p:grpSpPr>
        <p:sp>
          <p:nvSpPr>
            <p:cNvPr id="927" name="Google Shape;927;p49"/>
            <p:cNvSpPr/>
            <p:nvPr/>
          </p:nvSpPr>
          <p:spPr>
            <a:xfrm>
              <a:off x="3600018" y="2322745"/>
              <a:ext cx="720090" cy="180340"/>
            </a:xfrm>
            <a:custGeom>
              <a:avLst/>
              <a:gdLst/>
              <a:ahLst/>
              <a:cxnLst/>
              <a:rect l="l" t="t" r="r" b="b"/>
              <a:pathLst>
                <a:path w="720089" h="180339" extrusionOk="0">
                  <a:moveTo>
                    <a:pt x="0" y="0"/>
                  </a:moveTo>
                  <a:lnTo>
                    <a:pt x="10612" y="10482"/>
                  </a:lnTo>
                  <a:lnTo>
                    <a:pt x="14689" y="14392"/>
                  </a:lnTo>
                  <a:lnTo>
                    <a:pt x="44066" y="41374"/>
                  </a:lnTo>
                  <a:lnTo>
                    <a:pt x="58755" y="53965"/>
                  </a:lnTo>
                  <a:lnTo>
                    <a:pt x="62831" y="57376"/>
                  </a:lnTo>
                  <a:lnTo>
                    <a:pt x="69368" y="62712"/>
                  </a:lnTo>
                  <a:lnTo>
                    <a:pt x="73444" y="65957"/>
                  </a:lnTo>
                  <a:lnTo>
                    <a:pt x="77520" y="69201"/>
                  </a:lnTo>
                  <a:lnTo>
                    <a:pt x="84057" y="74272"/>
                  </a:lnTo>
                  <a:lnTo>
                    <a:pt x="88133" y="77349"/>
                  </a:lnTo>
                  <a:lnTo>
                    <a:pt x="92209" y="80427"/>
                  </a:lnTo>
                  <a:lnTo>
                    <a:pt x="128124" y="105351"/>
                  </a:lnTo>
                  <a:lnTo>
                    <a:pt x="146889" y="116923"/>
                  </a:lnTo>
                  <a:lnTo>
                    <a:pt x="150965" y="119336"/>
                  </a:lnTo>
                  <a:lnTo>
                    <a:pt x="157501" y="123075"/>
                  </a:lnTo>
                  <a:lnTo>
                    <a:pt x="161577" y="125322"/>
                  </a:lnTo>
                  <a:lnTo>
                    <a:pt x="165653" y="127569"/>
                  </a:lnTo>
                  <a:lnTo>
                    <a:pt x="190955" y="140313"/>
                  </a:lnTo>
                  <a:lnTo>
                    <a:pt x="195031" y="142227"/>
                  </a:lnTo>
                  <a:lnTo>
                    <a:pt x="201568" y="145163"/>
                  </a:lnTo>
                  <a:lnTo>
                    <a:pt x="205644" y="146910"/>
                  </a:lnTo>
                  <a:lnTo>
                    <a:pt x="209720" y="148658"/>
                  </a:lnTo>
                  <a:lnTo>
                    <a:pt x="216257" y="151328"/>
                  </a:lnTo>
                  <a:lnTo>
                    <a:pt x="220333" y="152909"/>
                  </a:lnTo>
                  <a:lnTo>
                    <a:pt x="224409" y="154490"/>
                  </a:lnTo>
                  <a:lnTo>
                    <a:pt x="230946" y="156893"/>
                  </a:lnTo>
                  <a:lnTo>
                    <a:pt x="235022" y="158309"/>
                  </a:lnTo>
                  <a:lnTo>
                    <a:pt x="239098" y="159724"/>
                  </a:lnTo>
                  <a:lnTo>
                    <a:pt x="279089" y="170910"/>
                  </a:lnTo>
                  <a:lnTo>
                    <a:pt x="293778" y="173915"/>
                  </a:lnTo>
                  <a:lnTo>
                    <a:pt x="297854" y="174665"/>
                  </a:lnTo>
                  <a:lnTo>
                    <a:pt x="304391" y="175733"/>
                  </a:lnTo>
                  <a:lnTo>
                    <a:pt x="308467" y="176316"/>
                  </a:lnTo>
                  <a:lnTo>
                    <a:pt x="312543" y="176899"/>
                  </a:lnTo>
                  <a:lnTo>
                    <a:pt x="337844" y="179320"/>
                  </a:lnTo>
                  <a:lnTo>
                    <a:pt x="341920" y="179571"/>
                  </a:lnTo>
                  <a:lnTo>
                    <a:pt x="348457" y="179840"/>
                  </a:lnTo>
                  <a:lnTo>
                    <a:pt x="352533" y="179925"/>
                  </a:lnTo>
                  <a:lnTo>
                    <a:pt x="356609" y="180009"/>
                  </a:lnTo>
                  <a:lnTo>
                    <a:pt x="363146" y="180012"/>
                  </a:lnTo>
                  <a:lnTo>
                    <a:pt x="367222" y="179930"/>
                  </a:lnTo>
                  <a:lnTo>
                    <a:pt x="371298" y="179849"/>
                  </a:lnTo>
                  <a:lnTo>
                    <a:pt x="396600" y="178145"/>
                  </a:lnTo>
                  <a:lnTo>
                    <a:pt x="400676" y="177731"/>
                  </a:lnTo>
                  <a:lnTo>
                    <a:pt x="425978" y="173959"/>
                  </a:lnTo>
                  <a:lnTo>
                    <a:pt x="430054" y="173212"/>
                  </a:lnTo>
                  <a:lnTo>
                    <a:pt x="436591" y="171878"/>
                  </a:lnTo>
                  <a:lnTo>
                    <a:pt x="440667" y="170965"/>
                  </a:lnTo>
                  <a:lnTo>
                    <a:pt x="444743" y="170052"/>
                  </a:lnTo>
                  <a:lnTo>
                    <a:pt x="470044" y="163187"/>
                  </a:lnTo>
                  <a:lnTo>
                    <a:pt x="474120" y="161941"/>
                  </a:lnTo>
                  <a:lnTo>
                    <a:pt x="480657" y="159809"/>
                  </a:lnTo>
                  <a:lnTo>
                    <a:pt x="484733" y="158397"/>
                  </a:lnTo>
                  <a:lnTo>
                    <a:pt x="488809" y="156984"/>
                  </a:lnTo>
                  <a:lnTo>
                    <a:pt x="495346" y="154586"/>
                  </a:lnTo>
                  <a:lnTo>
                    <a:pt x="499422" y="153008"/>
                  </a:lnTo>
                  <a:lnTo>
                    <a:pt x="503498" y="151430"/>
                  </a:lnTo>
                  <a:lnTo>
                    <a:pt x="539413" y="135321"/>
                  </a:lnTo>
                  <a:lnTo>
                    <a:pt x="572867" y="117071"/>
                  </a:lnTo>
                  <a:lnTo>
                    <a:pt x="576943" y="114661"/>
                  </a:lnTo>
                  <a:lnTo>
                    <a:pt x="602244" y="98504"/>
                  </a:lnTo>
                  <a:lnTo>
                    <a:pt x="606321" y="95761"/>
                  </a:lnTo>
                  <a:lnTo>
                    <a:pt x="612857" y="91229"/>
                  </a:lnTo>
                  <a:lnTo>
                    <a:pt x="616933" y="88320"/>
                  </a:lnTo>
                  <a:lnTo>
                    <a:pt x="621009" y="85411"/>
                  </a:lnTo>
                  <a:lnTo>
                    <a:pt x="646311" y="66155"/>
                  </a:lnTo>
                  <a:lnTo>
                    <a:pt x="650387" y="62913"/>
                  </a:lnTo>
                  <a:lnTo>
                    <a:pt x="656924" y="57581"/>
                  </a:lnTo>
                  <a:lnTo>
                    <a:pt x="661000" y="54174"/>
                  </a:lnTo>
                  <a:lnTo>
                    <a:pt x="665076" y="50766"/>
                  </a:lnTo>
                  <a:lnTo>
                    <a:pt x="694454" y="24675"/>
                  </a:lnTo>
                  <a:lnTo>
                    <a:pt x="705067" y="14633"/>
                  </a:lnTo>
                  <a:lnTo>
                    <a:pt x="709143" y="10726"/>
                  </a:lnTo>
                  <a:lnTo>
                    <a:pt x="719756" y="252"/>
                  </a:lnTo>
                </a:path>
              </a:pathLst>
            </a:custGeom>
            <a:noFill/>
            <a:ln w="10100"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928" name="Google Shape;928;p49"/>
            <p:cNvPicPr preferRelativeResize="0"/>
            <p:nvPr/>
          </p:nvPicPr>
          <p:blipFill rotWithShape="1">
            <a:blip r:embed="rId6">
              <a:alphaModFix/>
            </a:blip>
            <a:srcRect/>
            <a:stretch/>
          </p:blipFill>
          <p:spPr>
            <a:xfrm>
              <a:off x="3934717" y="2353681"/>
              <a:ext cx="210368" cy="174371"/>
            </a:xfrm>
            <a:prstGeom prst="rect">
              <a:avLst/>
            </a:prstGeom>
            <a:noFill/>
            <a:ln>
              <a:noFill/>
            </a:ln>
          </p:spPr>
        </p:pic>
      </p:grpSp>
      <p:sp>
        <p:nvSpPr>
          <p:cNvPr id="929" name="Google Shape;929;p49"/>
          <p:cNvSpPr txBox="1"/>
          <p:nvPr/>
        </p:nvSpPr>
        <p:spPr>
          <a:xfrm>
            <a:off x="3247063" y="1978747"/>
            <a:ext cx="1426210" cy="814705"/>
          </a:xfrm>
          <a:prstGeom prst="rect">
            <a:avLst/>
          </a:prstGeom>
          <a:noFill/>
          <a:ln>
            <a:noFill/>
          </a:ln>
        </p:spPr>
        <p:txBody>
          <a:bodyPr spcFirstLastPara="1" wrap="square" lIns="0" tIns="16500" rIns="0" bIns="0" anchor="t" anchorCtr="0">
            <a:spAutoFit/>
          </a:bodyPr>
          <a:lstStyle/>
          <a:p>
            <a:pPr marL="358775" lvl="0" indent="0" algn="l" rtl="0">
              <a:lnSpc>
                <a:spcPct val="100000"/>
              </a:lnSpc>
              <a:spcBef>
                <a:spcPts val="0"/>
              </a:spcBef>
              <a:spcAft>
                <a:spcPts val="0"/>
              </a:spcAft>
              <a:buNone/>
            </a:pPr>
            <a:r>
              <a:rPr lang="en-US" sz="950" b="1">
                <a:solidFill>
                  <a:srgbClr val="1B1472"/>
                </a:solidFill>
                <a:latin typeface="Arial"/>
                <a:ea typeface="Arial"/>
                <a:cs typeface="Arial"/>
                <a:sym typeface="Arial"/>
              </a:rPr>
              <a:t>3. Objective</a:t>
            </a:r>
            <a:endParaRPr sz="950">
              <a:latin typeface="Arial"/>
              <a:ea typeface="Arial"/>
              <a:cs typeface="Arial"/>
              <a:sym typeface="Arial"/>
            </a:endParaRPr>
          </a:p>
          <a:p>
            <a:pPr marL="826135" lvl="0" indent="0" algn="l" rtl="0">
              <a:lnSpc>
                <a:spcPct val="100000"/>
              </a:lnSpc>
              <a:spcBef>
                <a:spcPts val="844"/>
              </a:spcBef>
              <a:spcAft>
                <a:spcPts val="0"/>
              </a:spcAft>
              <a:buNone/>
            </a:pPr>
            <a:r>
              <a:rPr lang="en-US" sz="500">
                <a:solidFill>
                  <a:srgbClr val="FF0000"/>
                </a:solidFill>
                <a:latin typeface="Arial"/>
                <a:ea typeface="Arial"/>
                <a:cs typeface="Arial"/>
                <a:sym typeface="Arial"/>
              </a:rPr>
              <a:t>minimum</a:t>
            </a:r>
            <a:endParaRPr sz="500">
              <a:latin typeface="Arial"/>
              <a:ea typeface="Arial"/>
              <a:cs typeface="Arial"/>
              <a:sym typeface="Arial"/>
            </a:endParaRPr>
          </a:p>
          <a:p>
            <a:pPr marL="0" lvl="0" indent="0" algn="l" rtl="0">
              <a:lnSpc>
                <a:spcPct val="100000"/>
              </a:lnSpc>
              <a:spcBef>
                <a:spcPts val="0"/>
              </a:spcBef>
              <a:spcAft>
                <a:spcPts val="0"/>
              </a:spcAft>
              <a:buNone/>
            </a:pPr>
            <a:endParaRPr sz="500">
              <a:latin typeface="Arial"/>
              <a:ea typeface="Arial"/>
              <a:cs typeface="Arial"/>
              <a:sym typeface="Arial"/>
            </a:endParaRPr>
          </a:p>
          <a:p>
            <a:pPr marL="0" lvl="0" indent="0" algn="l" rtl="0">
              <a:lnSpc>
                <a:spcPct val="100000"/>
              </a:lnSpc>
              <a:spcBef>
                <a:spcPts val="270"/>
              </a:spcBef>
              <a:spcAft>
                <a:spcPts val="0"/>
              </a:spcAft>
              <a:buNone/>
            </a:pPr>
            <a:endParaRPr sz="500">
              <a:latin typeface="Arial"/>
              <a:ea typeface="Arial"/>
              <a:cs typeface="Arial"/>
              <a:sym typeface="Arial"/>
            </a:endParaRPr>
          </a:p>
          <a:p>
            <a:pPr marL="0" lvl="0" indent="0" algn="ctr" rtl="0">
              <a:lnSpc>
                <a:spcPct val="100000"/>
              </a:lnSpc>
              <a:spcBef>
                <a:spcPts val="0"/>
              </a:spcBef>
              <a:spcAft>
                <a:spcPts val="0"/>
              </a:spcAft>
              <a:buNone/>
            </a:pPr>
            <a:r>
              <a:rPr lang="en-US" sz="700" i="1">
                <a:latin typeface="Arial"/>
                <a:ea typeface="Arial"/>
                <a:cs typeface="Arial"/>
                <a:sym typeface="Arial"/>
              </a:rPr>
              <a:t>J</a:t>
            </a:r>
            <a:r>
              <a:rPr lang="en-US" sz="800">
                <a:latin typeface="Tahoma"/>
                <a:ea typeface="Tahoma"/>
                <a:cs typeface="Tahoma"/>
                <a:sym typeface="Tahoma"/>
              </a:rPr>
              <a:t>(</a:t>
            </a:r>
            <a:r>
              <a:rPr lang="en-US" sz="700" b="1">
                <a:latin typeface="Arial"/>
                <a:ea typeface="Arial"/>
                <a:cs typeface="Arial"/>
                <a:sym typeface="Arial"/>
              </a:rPr>
              <a:t>w</a:t>
            </a:r>
            <a:r>
              <a:rPr lang="en-US" sz="800">
                <a:latin typeface="Tahoma"/>
                <a:ea typeface="Tahoma"/>
                <a:cs typeface="Tahoma"/>
                <a:sym typeface="Tahoma"/>
              </a:rPr>
              <a:t>)</a:t>
            </a:r>
            <a:endParaRPr sz="800">
              <a:latin typeface="Tahoma"/>
              <a:ea typeface="Tahoma"/>
              <a:cs typeface="Tahoma"/>
              <a:sym typeface="Tahoma"/>
            </a:endParaRPr>
          </a:p>
          <a:p>
            <a:pPr marL="0" lvl="0" indent="0" algn="ctr" rtl="0">
              <a:lnSpc>
                <a:spcPct val="100000"/>
              </a:lnSpc>
              <a:spcBef>
                <a:spcPts val="370"/>
              </a:spcBef>
              <a:spcAft>
                <a:spcPts val="0"/>
              </a:spcAft>
              <a:buNone/>
            </a:pPr>
            <a:r>
              <a:rPr lang="en-US" sz="700">
                <a:latin typeface="Arial"/>
                <a:ea typeface="Arial"/>
                <a:cs typeface="Arial"/>
                <a:sym typeface="Arial"/>
              </a:rPr>
              <a:t>MSE Loss Function</a:t>
            </a:r>
            <a:endParaRPr sz="700">
              <a:latin typeface="Arial"/>
              <a:ea typeface="Arial"/>
              <a:cs typeface="Arial"/>
              <a:sym typeface="Arial"/>
            </a:endParaRPr>
          </a:p>
        </p:txBody>
      </p:sp>
      <p:grpSp>
        <p:nvGrpSpPr>
          <p:cNvPr id="930" name="Google Shape;930;p49"/>
          <p:cNvGrpSpPr/>
          <p:nvPr/>
        </p:nvGrpSpPr>
        <p:grpSpPr>
          <a:xfrm>
            <a:off x="1246349" y="2302389"/>
            <a:ext cx="1150616" cy="401320"/>
            <a:chOff x="1246349" y="2302389"/>
            <a:chExt cx="1150616" cy="401320"/>
          </a:xfrm>
        </p:grpSpPr>
        <p:sp>
          <p:nvSpPr>
            <p:cNvPr id="931" name="Google Shape;931;p49"/>
            <p:cNvSpPr/>
            <p:nvPr/>
          </p:nvSpPr>
          <p:spPr>
            <a:xfrm>
              <a:off x="1246349" y="2345107"/>
              <a:ext cx="315595" cy="315595"/>
            </a:xfrm>
            <a:custGeom>
              <a:avLst/>
              <a:gdLst/>
              <a:ahLst/>
              <a:cxnLst/>
              <a:rect l="l" t="t" r="r" b="b"/>
              <a:pathLst>
                <a:path w="315594" h="315594" extrusionOk="0">
                  <a:moveTo>
                    <a:pt x="157639" y="0"/>
                  </a:move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lnTo>
                    <a:pt x="307243" y="107813"/>
                  </a:lnTo>
                  <a:lnTo>
                    <a:pt x="284864" y="64539"/>
                  </a:lnTo>
                  <a:lnTo>
                    <a:pt x="250740" y="30415"/>
                  </a:lnTo>
                  <a:lnTo>
                    <a:pt x="207466" y="8036"/>
                  </a:lnTo>
                  <a:lnTo>
                    <a:pt x="157639" y="0"/>
                  </a:lnTo>
                  <a:close/>
                </a:path>
              </a:pathLst>
            </a:custGeom>
            <a:solidFill>
              <a:srgbClr val="CCCC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9"/>
            <p:cNvSpPr/>
            <p:nvPr/>
          </p:nvSpPr>
          <p:spPr>
            <a:xfrm>
              <a:off x="1246349" y="2345107"/>
              <a:ext cx="315595" cy="315595"/>
            </a:xfrm>
            <a:custGeom>
              <a:avLst/>
              <a:gdLst/>
              <a:ahLst/>
              <a:cxnLst/>
              <a:rect l="l" t="t" r="r" b="b"/>
              <a:pathLst>
                <a:path w="315594" h="315594" extrusionOk="0">
                  <a:moveTo>
                    <a:pt x="315279" y="157640"/>
                  </a:moveTo>
                  <a:lnTo>
                    <a:pt x="307243" y="107813"/>
                  </a:lnTo>
                  <a:lnTo>
                    <a:pt x="284864" y="64539"/>
                  </a:lnTo>
                  <a:lnTo>
                    <a:pt x="250740" y="30415"/>
                  </a:lnTo>
                  <a:lnTo>
                    <a:pt x="207466" y="8036"/>
                  </a:lnTo>
                  <a:lnTo>
                    <a:pt x="157639" y="0"/>
                  </a:lnTo>
                  <a:lnTo>
                    <a:pt x="107813" y="8036"/>
                  </a:lnTo>
                  <a:lnTo>
                    <a:pt x="64539" y="30415"/>
                  </a:lnTo>
                  <a:lnTo>
                    <a:pt x="30415" y="64539"/>
                  </a:lnTo>
                  <a:lnTo>
                    <a:pt x="8036" y="107813"/>
                  </a:lnTo>
                  <a:lnTo>
                    <a:pt x="0" y="157640"/>
                  </a:lnTo>
                  <a:lnTo>
                    <a:pt x="8036" y="207466"/>
                  </a:lnTo>
                  <a:lnTo>
                    <a:pt x="30415" y="250740"/>
                  </a:lnTo>
                  <a:lnTo>
                    <a:pt x="64539" y="284864"/>
                  </a:lnTo>
                  <a:lnTo>
                    <a:pt x="107813" y="307243"/>
                  </a:lnTo>
                  <a:lnTo>
                    <a:pt x="157639" y="315280"/>
                  </a:lnTo>
                  <a:lnTo>
                    <a:pt x="207466" y="307243"/>
                  </a:lnTo>
                  <a:lnTo>
                    <a:pt x="250740" y="284864"/>
                  </a:lnTo>
                  <a:lnTo>
                    <a:pt x="284864" y="250740"/>
                  </a:lnTo>
                  <a:lnTo>
                    <a:pt x="307243" y="207466"/>
                  </a:lnTo>
                  <a:lnTo>
                    <a:pt x="315279" y="157640"/>
                  </a:lnTo>
                  <a:close/>
                </a:path>
              </a:pathLst>
            </a:custGeom>
            <a:noFill/>
            <a:ln w="952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3" name="Google Shape;933;p49"/>
            <p:cNvSpPr/>
            <p:nvPr/>
          </p:nvSpPr>
          <p:spPr>
            <a:xfrm>
              <a:off x="1995645" y="2302389"/>
              <a:ext cx="401320" cy="401320"/>
            </a:xfrm>
            <a:custGeom>
              <a:avLst/>
              <a:gdLst/>
              <a:ahLst/>
              <a:cxnLst/>
              <a:rect l="l" t="t" r="r" b="b"/>
              <a:pathLst>
                <a:path w="401319" h="401319" extrusionOk="0">
                  <a:moveTo>
                    <a:pt x="200358" y="0"/>
                  </a:move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lnTo>
                    <a:pt x="395425" y="154417"/>
                  </a:lnTo>
                  <a:lnTo>
                    <a:pt x="380352" y="112245"/>
                  </a:lnTo>
                  <a:lnTo>
                    <a:pt x="356700" y="75043"/>
                  </a:lnTo>
                  <a:lnTo>
                    <a:pt x="325672" y="44016"/>
                  </a:lnTo>
                  <a:lnTo>
                    <a:pt x="288471" y="20364"/>
                  </a:lnTo>
                  <a:lnTo>
                    <a:pt x="246299" y="5291"/>
                  </a:lnTo>
                  <a:lnTo>
                    <a:pt x="200358" y="0"/>
                  </a:lnTo>
                  <a:close/>
                </a:path>
              </a:pathLst>
            </a:custGeom>
            <a:solidFill>
              <a:srgbClr val="99FF9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4" name="Google Shape;934;p49"/>
            <p:cNvSpPr/>
            <p:nvPr/>
          </p:nvSpPr>
          <p:spPr>
            <a:xfrm>
              <a:off x="1995645" y="2302389"/>
              <a:ext cx="401320" cy="401320"/>
            </a:xfrm>
            <a:custGeom>
              <a:avLst/>
              <a:gdLst/>
              <a:ahLst/>
              <a:cxnLst/>
              <a:rect l="l" t="t" r="r" b="b"/>
              <a:pathLst>
                <a:path w="401319" h="401319" extrusionOk="0">
                  <a:moveTo>
                    <a:pt x="400716" y="200358"/>
                  </a:moveTo>
                  <a:lnTo>
                    <a:pt x="395425" y="154417"/>
                  </a:lnTo>
                  <a:lnTo>
                    <a:pt x="380352" y="112245"/>
                  </a:lnTo>
                  <a:lnTo>
                    <a:pt x="356700" y="75043"/>
                  </a:lnTo>
                  <a:lnTo>
                    <a:pt x="325672" y="44016"/>
                  </a:lnTo>
                  <a:lnTo>
                    <a:pt x="288471" y="20364"/>
                  </a:lnTo>
                  <a:lnTo>
                    <a:pt x="246299" y="5291"/>
                  </a:lnTo>
                  <a:lnTo>
                    <a:pt x="200358" y="0"/>
                  </a:lnTo>
                  <a:lnTo>
                    <a:pt x="154417" y="5291"/>
                  </a:lnTo>
                  <a:lnTo>
                    <a:pt x="112245" y="20364"/>
                  </a:lnTo>
                  <a:lnTo>
                    <a:pt x="75043" y="44016"/>
                  </a:lnTo>
                  <a:lnTo>
                    <a:pt x="44016" y="75043"/>
                  </a:lnTo>
                  <a:lnTo>
                    <a:pt x="20364" y="112245"/>
                  </a:lnTo>
                  <a:lnTo>
                    <a:pt x="5291" y="154417"/>
                  </a:lnTo>
                  <a:lnTo>
                    <a:pt x="0" y="200358"/>
                  </a:lnTo>
                  <a:lnTo>
                    <a:pt x="5291" y="246299"/>
                  </a:lnTo>
                  <a:lnTo>
                    <a:pt x="20364" y="288471"/>
                  </a:lnTo>
                  <a:lnTo>
                    <a:pt x="44016" y="325672"/>
                  </a:lnTo>
                  <a:lnTo>
                    <a:pt x="75043" y="356700"/>
                  </a:lnTo>
                  <a:lnTo>
                    <a:pt x="112245" y="380352"/>
                  </a:lnTo>
                  <a:lnTo>
                    <a:pt x="154417" y="395424"/>
                  </a:lnTo>
                  <a:lnTo>
                    <a:pt x="200358" y="400716"/>
                  </a:lnTo>
                  <a:lnTo>
                    <a:pt x="246299" y="395424"/>
                  </a:lnTo>
                  <a:lnTo>
                    <a:pt x="288471" y="380352"/>
                  </a:lnTo>
                  <a:lnTo>
                    <a:pt x="325672" y="356700"/>
                  </a:lnTo>
                  <a:lnTo>
                    <a:pt x="356700" y="325672"/>
                  </a:lnTo>
                  <a:lnTo>
                    <a:pt x="380352" y="288471"/>
                  </a:lnTo>
                  <a:lnTo>
                    <a:pt x="395425" y="246299"/>
                  </a:lnTo>
                  <a:lnTo>
                    <a:pt x="400716" y="200358"/>
                  </a:lnTo>
                  <a:close/>
                </a:path>
              </a:pathLst>
            </a:custGeom>
            <a:noFill/>
            <a:ln w="9525" cap="flat" cmpd="sng">
              <a:solidFill>
                <a:srgbClr val="33FF33"/>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5" name="Google Shape;935;p49"/>
            <p:cNvSpPr/>
            <p:nvPr/>
          </p:nvSpPr>
          <p:spPr>
            <a:xfrm>
              <a:off x="1564159" y="2502747"/>
              <a:ext cx="414020" cy="0"/>
            </a:xfrm>
            <a:custGeom>
              <a:avLst/>
              <a:gdLst/>
              <a:ahLst/>
              <a:cxnLst/>
              <a:rect l="l" t="t" r="r" b="b"/>
              <a:pathLst>
                <a:path w="414019" h="120000" extrusionOk="0">
                  <a:moveTo>
                    <a:pt x="0" y="0"/>
                  </a:moveTo>
                  <a:lnTo>
                    <a:pt x="413771" y="0"/>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6" name="Google Shape;936;p49"/>
            <p:cNvSpPr/>
            <p:nvPr/>
          </p:nvSpPr>
          <p:spPr>
            <a:xfrm>
              <a:off x="1947059" y="2454096"/>
              <a:ext cx="38735" cy="97790"/>
            </a:xfrm>
            <a:custGeom>
              <a:avLst/>
              <a:gdLst/>
              <a:ahLst/>
              <a:cxnLst/>
              <a:rect l="l" t="t" r="r" b="b"/>
              <a:pathLst>
                <a:path w="38735" h="97789" extrusionOk="0">
                  <a:moveTo>
                    <a:pt x="0" y="0"/>
                  </a:moveTo>
                  <a:lnTo>
                    <a:pt x="6755" y="19118"/>
                  </a:lnTo>
                  <a:lnTo>
                    <a:pt x="15950" y="33143"/>
                  </a:lnTo>
                  <a:lnTo>
                    <a:pt x="26786" y="42760"/>
                  </a:lnTo>
                  <a:lnTo>
                    <a:pt x="38464" y="48651"/>
                  </a:lnTo>
                  <a:lnTo>
                    <a:pt x="26786" y="54542"/>
                  </a:lnTo>
                  <a:lnTo>
                    <a:pt x="15950" y="64158"/>
                  </a:lnTo>
                  <a:lnTo>
                    <a:pt x="6755" y="78183"/>
                  </a:lnTo>
                  <a:lnTo>
                    <a:pt x="0" y="97302"/>
                  </a:lnTo>
                </a:path>
              </a:pathLst>
            </a:custGeom>
            <a:noFill/>
            <a:ln w="15175" cap="flat" cmpd="sng">
              <a:solidFill>
                <a:srgbClr val="FF4C4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7" name="Google Shape;937;p49"/>
          <p:cNvSpPr txBox="1"/>
          <p:nvPr/>
        </p:nvSpPr>
        <p:spPr>
          <a:xfrm>
            <a:off x="1061636" y="1977325"/>
            <a:ext cx="1477010" cy="567055"/>
          </a:xfrm>
          <a:prstGeom prst="rect">
            <a:avLst/>
          </a:prstGeom>
          <a:noFill/>
          <a:ln>
            <a:noFill/>
          </a:ln>
        </p:spPr>
        <p:txBody>
          <a:bodyPr spcFirstLastPara="1" wrap="square" lIns="0" tIns="16500" rIns="0" bIns="0" anchor="t" anchorCtr="0">
            <a:spAutoFit/>
          </a:bodyPr>
          <a:lstStyle/>
          <a:p>
            <a:pPr marL="401320" lvl="0" indent="0" algn="l" rtl="0">
              <a:lnSpc>
                <a:spcPct val="100000"/>
              </a:lnSpc>
              <a:spcBef>
                <a:spcPts val="0"/>
              </a:spcBef>
              <a:spcAft>
                <a:spcPts val="0"/>
              </a:spcAft>
              <a:buNone/>
            </a:pPr>
            <a:r>
              <a:rPr lang="en-US" sz="950" b="1">
                <a:solidFill>
                  <a:srgbClr val="1B1472"/>
                </a:solidFill>
                <a:latin typeface="Arial"/>
                <a:ea typeface="Arial"/>
                <a:cs typeface="Arial"/>
                <a:sym typeface="Arial"/>
              </a:rPr>
              <a:t>4. Learning</a:t>
            </a:r>
            <a:endParaRPr sz="950">
              <a:latin typeface="Arial"/>
              <a:ea typeface="Arial"/>
              <a:cs typeface="Arial"/>
              <a:sym typeface="Arial"/>
            </a:endParaRPr>
          </a:p>
          <a:p>
            <a:pPr marL="0" lvl="0" indent="0" algn="l" rtl="0">
              <a:lnSpc>
                <a:spcPct val="100000"/>
              </a:lnSpc>
              <a:spcBef>
                <a:spcPts val="400"/>
              </a:spcBef>
              <a:spcAft>
                <a:spcPts val="0"/>
              </a:spcAft>
              <a:buNone/>
            </a:pPr>
            <a:endParaRPr sz="950">
              <a:latin typeface="Arial"/>
              <a:ea typeface="Arial"/>
              <a:cs typeface="Arial"/>
              <a:sym typeface="Arial"/>
            </a:endParaRPr>
          </a:p>
          <a:p>
            <a:pPr marL="0" marR="41910" lvl="0" indent="0" algn="ctr" rtl="0">
              <a:lnSpc>
                <a:spcPct val="107500"/>
              </a:lnSpc>
              <a:spcBef>
                <a:spcPts val="0"/>
              </a:spcBef>
              <a:spcAft>
                <a:spcPts val="0"/>
              </a:spcAft>
              <a:buNone/>
            </a:pPr>
            <a:r>
              <a:rPr lang="en-US" sz="800">
                <a:solidFill>
                  <a:srgbClr val="FF4C4C"/>
                </a:solidFill>
                <a:latin typeface="Lucida Sans"/>
                <a:ea typeface="Lucida Sans"/>
                <a:cs typeface="Lucida Sans"/>
                <a:sym typeface="Lucida Sans"/>
              </a:rPr>
              <a:t>—</a:t>
            </a:r>
            <a:r>
              <a:rPr lang="en-US" sz="800" i="1">
                <a:solidFill>
                  <a:srgbClr val="FF4C4C"/>
                </a:solidFill>
                <a:latin typeface="Verdana"/>
                <a:ea typeface="Verdana"/>
                <a:cs typeface="Verdana"/>
                <a:sym typeface="Verdana"/>
              </a:rPr>
              <a:t>η</a:t>
            </a:r>
            <a:r>
              <a:rPr lang="en-US" sz="800">
                <a:solidFill>
                  <a:srgbClr val="FF4C4C"/>
                </a:solidFill>
                <a:latin typeface="Lucida Sans"/>
                <a:ea typeface="Lucida Sans"/>
                <a:cs typeface="Lucida Sans"/>
                <a:sym typeface="Lucida Sans"/>
              </a:rPr>
              <a:t>∇</a:t>
            </a:r>
            <a:r>
              <a:rPr lang="en-US" sz="700" i="1">
                <a:solidFill>
                  <a:srgbClr val="FF4C4C"/>
                </a:solidFill>
                <a:latin typeface="Arial"/>
                <a:ea typeface="Arial"/>
                <a:cs typeface="Arial"/>
                <a:sym typeface="Arial"/>
              </a:rPr>
              <a:t>J</a:t>
            </a:r>
            <a:endParaRPr sz="700">
              <a:latin typeface="Arial"/>
              <a:ea typeface="Arial"/>
              <a:cs typeface="Arial"/>
              <a:sym typeface="Arial"/>
            </a:endParaRPr>
          </a:p>
          <a:p>
            <a:pPr marL="259715" lvl="0" indent="0" algn="l" rtl="0">
              <a:lnSpc>
                <a:spcPct val="70476"/>
              </a:lnSpc>
              <a:spcBef>
                <a:spcPts val="0"/>
              </a:spcBef>
              <a:spcAft>
                <a:spcPts val="0"/>
              </a:spcAft>
              <a:buNone/>
            </a:pP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	</a:t>
            </a:r>
            <a:r>
              <a:rPr lang="en-US" sz="1050" b="1" baseline="-25000">
                <a:latin typeface="Arial"/>
                <a:ea typeface="Arial"/>
                <a:cs typeface="Arial"/>
                <a:sym typeface="Arial"/>
              </a:rPr>
              <a:t>w</a:t>
            </a:r>
            <a:r>
              <a:rPr lang="en-US" sz="600">
                <a:latin typeface="Tahoma"/>
                <a:ea typeface="Tahoma"/>
                <a:cs typeface="Tahoma"/>
                <a:sym typeface="Tahoma"/>
              </a:rPr>
              <a:t>(</a:t>
            </a:r>
            <a:r>
              <a:rPr lang="en-US" sz="500" i="1">
                <a:latin typeface="Arial"/>
                <a:ea typeface="Arial"/>
                <a:cs typeface="Arial"/>
                <a:sym typeface="Arial"/>
              </a:rPr>
              <a:t>t </a:t>
            </a:r>
            <a:r>
              <a:rPr lang="en-US" sz="600">
                <a:latin typeface="Tahoma"/>
                <a:ea typeface="Tahoma"/>
                <a:cs typeface="Tahoma"/>
                <a:sym typeface="Tahoma"/>
              </a:rPr>
              <a:t>+</a:t>
            </a:r>
            <a:r>
              <a:rPr lang="en-US" sz="500">
                <a:latin typeface="Arial"/>
                <a:ea typeface="Arial"/>
                <a:cs typeface="Arial"/>
                <a:sym typeface="Arial"/>
              </a:rPr>
              <a:t>1</a:t>
            </a:r>
            <a:r>
              <a:rPr lang="en-US" sz="600">
                <a:latin typeface="Tahoma"/>
                <a:ea typeface="Tahoma"/>
                <a:cs typeface="Tahoma"/>
                <a:sym typeface="Tahoma"/>
              </a:rPr>
              <a:t>)</a:t>
            </a:r>
            <a:endParaRPr sz="600">
              <a:latin typeface="Tahoma"/>
              <a:ea typeface="Tahoma"/>
              <a:cs typeface="Tahoma"/>
              <a:sym typeface="Tahoma"/>
            </a:endParaRPr>
          </a:p>
        </p:txBody>
      </p:sp>
      <p:grpSp>
        <p:nvGrpSpPr>
          <p:cNvPr id="938" name="Google Shape;938;p49"/>
          <p:cNvGrpSpPr/>
          <p:nvPr/>
        </p:nvGrpSpPr>
        <p:grpSpPr>
          <a:xfrm>
            <a:off x="2525066" y="922336"/>
            <a:ext cx="710510" cy="65405"/>
            <a:chOff x="2525066" y="922336"/>
            <a:chExt cx="710510" cy="65405"/>
          </a:xfrm>
        </p:grpSpPr>
        <p:sp>
          <p:nvSpPr>
            <p:cNvPr id="939" name="Google Shape;939;p49"/>
            <p:cNvSpPr/>
            <p:nvPr/>
          </p:nvSpPr>
          <p:spPr>
            <a:xfrm>
              <a:off x="2525066" y="954727"/>
              <a:ext cx="669925" cy="0"/>
            </a:xfrm>
            <a:custGeom>
              <a:avLst/>
              <a:gdLst/>
              <a:ahLst/>
              <a:cxnLst/>
              <a:rect l="l" t="t" r="r" b="b"/>
              <a:pathLst>
                <a:path w="669925" h="120000" extrusionOk="0">
                  <a:moveTo>
                    <a:pt x="0" y="0"/>
                  </a:moveTo>
                  <a:lnTo>
                    <a:pt x="669397"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0" name="Google Shape;940;p49"/>
            <p:cNvSpPr/>
            <p:nvPr/>
          </p:nvSpPr>
          <p:spPr>
            <a:xfrm>
              <a:off x="3170171" y="922336"/>
              <a:ext cx="65405" cy="65405"/>
            </a:xfrm>
            <a:custGeom>
              <a:avLst/>
              <a:gdLst/>
              <a:ahLst/>
              <a:cxnLst/>
              <a:rect l="l" t="t" r="r" b="b"/>
              <a:pathLst>
                <a:path w="65405" h="65405" extrusionOk="0">
                  <a:moveTo>
                    <a:pt x="0" y="0"/>
                  </a:moveTo>
                  <a:lnTo>
                    <a:pt x="24293" y="32390"/>
                  </a:lnTo>
                  <a:lnTo>
                    <a:pt x="0" y="64781"/>
                  </a:lnTo>
                  <a:lnTo>
                    <a:pt x="64781" y="32390"/>
                  </a:lnTo>
                  <a:lnTo>
                    <a:pt x="0"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1" name="Google Shape;941;p49"/>
          <p:cNvSpPr txBox="1"/>
          <p:nvPr/>
        </p:nvSpPr>
        <p:spPr>
          <a:xfrm>
            <a:off x="2717495" y="796301"/>
            <a:ext cx="325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forward</a:t>
            </a:r>
            <a:endParaRPr sz="700">
              <a:latin typeface="Arial"/>
              <a:ea typeface="Arial"/>
              <a:cs typeface="Arial"/>
              <a:sym typeface="Arial"/>
            </a:endParaRPr>
          </a:p>
        </p:txBody>
      </p:sp>
      <p:grpSp>
        <p:nvGrpSpPr>
          <p:cNvPr id="942" name="Google Shape;942;p49"/>
          <p:cNvGrpSpPr/>
          <p:nvPr/>
        </p:nvGrpSpPr>
        <p:grpSpPr>
          <a:xfrm>
            <a:off x="3927632" y="1409794"/>
            <a:ext cx="65405" cy="530507"/>
            <a:chOff x="3927632" y="1409794"/>
            <a:chExt cx="65405" cy="530507"/>
          </a:xfrm>
        </p:grpSpPr>
        <p:sp>
          <p:nvSpPr>
            <p:cNvPr id="943" name="Google Shape;943;p49"/>
            <p:cNvSpPr/>
            <p:nvPr/>
          </p:nvSpPr>
          <p:spPr>
            <a:xfrm>
              <a:off x="3960023" y="1409794"/>
              <a:ext cx="0" cy="489584"/>
            </a:xfrm>
            <a:custGeom>
              <a:avLst/>
              <a:gdLst/>
              <a:ahLst/>
              <a:cxnLst/>
              <a:rect l="l" t="t" r="r" b="b"/>
              <a:pathLst>
                <a:path w="120000" h="489585" extrusionOk="0">
                  <a:moveTo>
                    <a:pt x="0" y="0"/>
                  </a:moveTo>
                  <a:lnTo>
                    <a:pt x="0" y="489395"/>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927632" y="1874896"/>
              <a:ext cx="65405" cy="65405"/>
            </a:xfrm>
            <a:custGeom>
              <a:avLst/>
              <a:gdLst/>
              <a:ahLst/>
              <a:cxnLst/>
              <a:rect l="l" t="t" r="r" b="b"/>
              <a:pathLst>
                <a:path w="65404" h="65405" extrusionOk="0">
                  <a:moveTo>
                    <a:pt x="64781" y="0"/>
                  </a:moveTo>
                  <a:lnTo>
                    <a:pt x="32390" y="24293"/>
                  </a:lnTo>
                  <a:lnTo>
                    <a:pt x="0" y="0"/>
                  </a:lnTo>
                  <a:lnTo>
                    <a:pt x="32390" y="64781"/>
                  </a:lnTo>
                  <a:lnTo>
                    <a:pt x="64781" y="0"/>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p:nvPr/>
        </p:nvSpPr>
        <p:spPr>
          <a:xfrm>
            <a:off x="4000436" y="1591905"/>
            <a:ext cx="375285"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compute</a:t>
            </a:r>
            <a:endParaRPr sz="700">
              <a:latin typeface="Arial"/>
              <a:ea typeface="Arial"/>
              <a:cs typeface="Arial"/>
              <a:sym typeface="Arial"/>
            </a:endParaRPr>
          </a:p>
        </p:txBody>
      </p:sp>
      <p:grpSp>
        <p:nvGrpSpPr>
          <p:cNvPr id="946" name="Google Shape;946;p49"/>
          <p:cNvGrpSpPr/>
          <p:nvPr/>
        </p:nvGrpSpPr>
        <p:grpSpPr>
          <a:xfrm>
            <a:off x="2525066" y="2362354"/>
            <a:ext cx="710414" cy="65405"/>
            <a:chOff x="2525066" y="2362354"/>
            <a:chExt cx="710414" cy="65405"/>
          </a:xfrm>
        </p:grpSpPr>
        <p:sp>
          <p:nvSpPr>
            <p:cNvPr id="947" name="Google Shape;947;p49"/>
            <p:cNvSpPr/>
            <p:nvPr/>
          </p:nvSpPr>
          <p:spPr>
            <a:xfrm>
              <a:off x="2565555" y="2394745"/>
              <a:ext cx="669925" cy="0"/>
            </a:xfrm>
            <a:custGeom>
              <a:avLst/>
              <a:gdLst/>
              <a:ahLst/>
              <a:cxnLst/>
              <a:rect l="l" t="t" r="r" b="b"/>
              <a:pathLst>
                <a:path w="669925" h="120000" extrusionOk="0">
                  <a:moveTo>
                    <a:pt x="669397" y="0"/>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8" name="Google Shape;948;p49"/>
            <p:cNvSpPr/>
            <p:nvPr/>
          </p:nvSpPr>
          <p:spPr>
            <a:xfrm>
              <a:off x="2525066" y="2362354"/>
              <a:ext cx="65405" cy="65405"/>
            </a:xfrm>
            <a:custGeom>
              <a:avLst/>
              <a:gdLst/>
              <a:ahLst/>
              <a:cxnLst/>
              <a:rect l="l" t="t" r="r" b="b"/>
              <a:pathLst>
                <a:path w="65405" h="65405" extrusionOk="0">
                  <a:moveTo>
                    <a:pt x="64781" y="64781"/>
                  </a:moveTo>
                  <a:lnTo>
                    <a:pt x="40488" y="32390"/>
                  </a:lnTo>
                  <a:lnTo>
                    <a:pt x="64781" y="0"/>
                  </a:lnTo>
                  <a:lnTo>
                    <a:pt x="0" y="32390"/>
                  </a:lnTo>
                  <a:lnTo>
                    <a:pt x="64781"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9" name="Google Shape;949;p49"/>
          <p:cNvSpPr txBox="1"/>
          <p:nvPr/>
        </p:nvSpPr>
        <p:spPr>
          <a:xfrm>
            <a:off x="2703639" y="2409887"/>
            <a:ext cx="35306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gradient</a:t>
            </a:r>
            <a:endParaRPr sz="700">
              <a:latin typeface="Arial"/>
              <a:ea typeface="Arial"/>
              <a:cs typeface="Arial"/>
              <a:sym typeface="Arial"/>
            </a:endParaRPr>
          </a:p>
        </p:txBody>
      </p:sp>
      <p:grpSp>
        <p:nvGrpSpPr>
          <p:cNvPr id="950" name="Google Shape;950;p49"/>
          <p:cNvGrpSpPr/>
          <p:nvPr/>
        </p:nvGrpSpPr>
        <p:grpSpPr>
          <a:xfrm>
            <a:off x="1767605" y="1409794"/>
            <a:ext cx="65405" cy="530072"/>
            <a:chOff x="1767605" y="1409794"/>
            <a:chExt cx="65405" cy="530072"/>
          </a:xfrm>
        </p:grpSpPr>
        <p:sp>
          <p:nvSpPr>
            <p:cNvPr id="951" name="Google Shape;951;p49"/>
            <p:cNvSpPr/>
            <p:nvPr/>
          </p:nvSpPr>
          <p:spPr>
            <a:xfrm>
              <a:off x="1799996" y="1450282"/>
              <a:ext cx="0" cy="489584"/>
            </a:xfrm>
            <a:custGeom>
              <a:avLst/>
              <a:gdLst/>
              <a:ahLst/>
              <a:cxnLst/>
              <a:rect l="l" t="t" r="r" b="b"/>
              <a:pathLst>
                <a:path w="120000" h="489585" extrusionOk="0">
                  <a:moveTo>
                    <a:pt x="0" y="489395"/>
                  </a:moveTo>
                  <a:lnTo>
                    <a:pt x="0" y="0"/>
                  </a:lnTo>
                </a:path>
              </a:pathLst>
            </a:custGeom>
            <a:noFill/>
            <a:ln w="151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2" name="Google Shape;952;p49"/>
            <p:cNvSpPr/>
            <p:nvPr/>
          </p:nvSpPr>
          <p:spPr>
            <a:xfrm>
              <a:off x="1767605" y="1409794"/>
              <a:ext cx="65405" cy="65405"/>
            </a:xfrm>
            <a:custGeom>
              <a:avLst/>
              <a:gdLst/>
              <a:ahLst/>
              <a:cxnLst/>
              <a:rect l="l" t="t" r="r" b="b"/>
              <a:pathLst>
                <a:path w="65405" h="65405" extrusionOk="0">
                  <a:moveTo>
                    <a:pt x="0" y="64781"/>
                  </a:moveTo>
                  <a:lnTo>
                    <a:pt x="32390" y="40488"/>
                  </a:lnTo>
                  <a:lnTo>
                    <a:pt x="64781" y="64781"/>
                  </a:lnTo>
                  <a:lnTo>
                    <a:pt x="32390" y="0"/>
                  </a:lnTo>
                  <a:lnTo>
                    <a:pt x="0" y="64781"/>
                  </a:lnTo>
                  <a:close/>
                </a:path>
              </a:pathLst>
            </a:custGeom>
            <a:solidFill>
              <a:srgbClr val="1B1472"/>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3" name="Google Shape;953;p49"/>
          <p:cNvSpPr txBox="1"/>
          <p:nvPr/>
        </p:nvSpPr>
        <p:spPr>
          <a:xfrm>
            <a:off x="1481924" y="1603094"/>
            <a:ext cx="27813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solidFill>
                  <a:srgbClr val="1B1472"/>
                </a:solidFill>
                <a:latin typeface="Arial"/>
                <a:ea typeface="Arial"/>
                <a:cs typeface="Arial"/>
                <a:sym typeface="Arial"/>
              </a:rPr>
              <a:t>iterate</a:t>
            </a:r>
            <a:endParaRPr sz="700">
              <a:latin typeface="Arial"/>
              <a:ea typeface="Arial"/>
              <a:cs typeface="Arial"/>
              <a:sym typeface="Arial"/>
            </a:endParaRPr>
          </a:p>
        </p:txBody>
      </p:sp>
      <p:sp>
        <p:nvSpPr>
          <p:cNvPr id="954" name="Google Shape;954;p49"/>
          <p:cNvSpPr txBox="1"/>
          <p:nvPr/>
        </p:nvSpPr>
        <p:spPr>
          <a:xfrm>
            <a:off x="601776" y="2884473"/>
            <a:ext cx="4549140" cy="1752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50" i="1">
                <a:latin typeface="Arial"/>
                <a:ea typeface="Arial"/>
                <a:cs typeface="Arial"/>
                <a:sym typeface="Arial"/>
              </a:rPr>
              <a:t>This framework extends to more complex models: neural networks, deep learning!</a:t>
            </a:r>
            <a:endParaRPr sz="950">
              <a:latin typeface="Arial"/>
              <a:ea typeface="Arial"/>
              <a:cs typeface="Arial"/>
              <a:sym typeface="Arial"/>
            </a:endParaRPr>
          </a:p>
        </p:txBody>
      </p:sp>
      <p:grpSp>
        <p:nvGrpSpPr>
          <p:cNvPr id="955" name="Google Shape;955;p49"/>
          <p:cNvGrpSpPr/>
          <p:nvPr/>
        </p:nvGrpSpPr>
        <p:grpSpPr>
          <a:xfrm>
            <a:off x="0" y="3109250"/>
            <a:ext cx="5760261" cy="92075"/>
            <a:chOff x="0" y="3109250"/>
            <a:chExt cx="5760261" cy="92075"/>
          </a:xfrm>
        </p:grpSpPr>
        <p:sp>
          <p:nvSpPr>
            <p:cNvPr id="956" name="Google Shape;956;p49"/>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49"/>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8" name="Google Shape;958;p49"/>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9" name="Google Shape;959;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60" name="Google Shape;960;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7"/>
              </a:rPr>
              <a:t>D</a:t>
            </a:r>
            <a:r>
              <a:rPr lang="en-US" sz="600" u="sng" cap="small">
                <a:solidFill>
                  <a:schemeClr val="hlink"/>
                </a:solidFill>
                <a:latin typeface="Calibri"/>
                <a:ea typeface="Calibri"/>
                <a:cs typeface="Calibri"/>
                <a:sym typeface="Calibri"/>
                <a:hlinkClick r:id="rId7"/>
              </a:rPr>
              <a:t>eep</a:t>
            </a:r>
            <a:r>
              <a:rPr lang="en-US" sz="600" u="sng">
                <a:solidFill>
                  <a:schemeClr val="hlink"/>
                </a:solidFill>
                <a:latin typeface="Calibri"/>
                <a:ea typeface="Calibri"/>
                <a:cs typeface="Calibri"/>
                <a:sym typeface="Calibri"/>
                <a:hlinkClick r:id="rId7"/>
              </a:rPr>
              <a:t> L</a:t>
            </a:r>
            <a:r>
              <a:rPr lang="en-US" sz="600" u="sng" cap="small">
                <a:solidFill>
                  <a:schemeClr val="hlink"/>
                </a:solidFill>
                <a:latin typeface="Calibri"/>
                <a:ea typeface="Calibri"/>
                <a:cs typeface="Calibri"/>
                <a:sym typeface="Calibri"/>
                <a:hlinkClick r:id="rId7"/>
              </a:rPr>
              <a:t>earning</a:t>
            </a:r>
            <a:endParaRPr sz="600">
              <a:latin typeface="Calibri"/>
              <a:ea typeface="Calibri"/>
              <a:cs typeface="Calibri"/>
              <a:sym typeface="Calibri"/>
            </a:endParaRPr>
          </a:p>
        </p:txBody>
      </p:sp>
      <p:sp>
        <p:nvSpPr>
          <p:cNvPr id="961" name="Google Shape;961;p49"/>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44</a:t>
            </a:fld>
            <a:r>
              <a:rPr lang="en-US"/>
              <a:t> / 46</a:t>
            </a:r>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0"/>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0"/>
          <p:cNvGrpSpPr/>
          <p:nvPr/>
        </p:nvGrpSpPr>
        <p:grpSpPr>
          <a:xfrm>
            <a:off x="0" y="3109250"/>
            <a:ext cx="5760261" cy="92075"/>
            <a:chOff x="0" y="3109250"/>
            <a:chExt cx="5760261" cy="92075"/>
          </a:xfrm>
        </p:grpSpPr>
        <p:sp>
          <p:nvSpPr>
            <p:cNvPr id="968" name="Google Shape;968;p5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69" name="Google Shape;969;p5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0" name="Google Shape;970;p5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71" name="Google Shape;971;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72" name="Google Shape;972;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73" name="Google Shape;973;p5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45</a:t>
            </a:fld>
            <a:r>
              <a:rPr lang="en-US"/>
              <a:t> / 46</a:t>
            </a:r>
            <a:endParaRPr/>
          </a:p>
        </p:txBody>
      </p:sp>
      <p:pic>
        <p:nvPicPr>
          <p:cNvPr id="974" name="Google Shape;974;p50"/>
          <p:cNvPicPr preferRelativeResize="0"/>
          <p:nvPr/>
        </p:nvPicPr>
        <p:blipFill>
          <a:blip r:embed="rId4">
            <a:alphaModFix/>
          </a:blip>
          <a:stretch>
            <a:fillRect/>
          </a:stretch>
        </p:blipFill>
        <p:spPr>
          <a:xfrm>
            <a:off x="152400" y="550235"/>
            <a:ext cx="5461002" cy="2285195"/>
          </a:xfrm>
          <a:prstGeom prst="rect">
            <a:avLst/>
          </a:prstGeom>
          <a:noFill/>
          <a:ln>
            <a:noFill/>
          </a:ln>
        </p:spPr>
      </p:pic>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51"/>
          <p:cNvSpPr txBox="1">
            <a:spLocks noGrp="1"/>
          </p:cNvSpPr>
          <p:nvPr>
            <p:ph type="title"/>
          </p:nvPr>
        </p:nvSpPr>
        <p:spPr>
          <a:xfrm>
            <a:off x="82600" y="109545"/>
            <a:ext cx="4943475" cy="288290"/>
          </a:xfrm>
          <a:prstGeom prst="rect">
            <a:avLst/>
          </a:prstGeom>
          <a:noFill/>
          <a:ln>
            <a:noFill/>
          </a:ln>
        </p:spPr>
        <p:txBody>
          <a:bodyPr spcFirstLastPara="1" wrap="square" lIns="0" tIns="15225" rIns="0" bIns="0" anchor="t" anchorCtr="0">
            <a:spAutoFit/>
          </a:bodyPr>
          <a:lstStyle/>
          <a:p>
            <a:pPr marL="254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R</a:t>
            </a:r>
            <a:r>
              <a:rPr lang="en-US" cap="small">
                <a:solidFill>
                  <a:srgbClr val="FFFFFF"/>
                </a:solidFill>
              </a:rPr>
              <a:t>egression</a:t>
            </a:r>
            <a:endParaRPr/>
          </a:p>
        </p:txBody>
      </p:sp>
      <p:grpSp>
        <p:nvGrpSpPr>
          <p:cNvPr id="980" name="Google Shape;980;p51"/>
          <p:cNvGrpSpPr/>
          <p:nvPr/>
        </p:nvGrpSpPr>
        <p:grpSpPr>
          <a:xfrm>
            <a:off x="0" y="3109250"/>
            <a:ext cx="5760261" cy="92075"/>
            <a:chOff x="0" y="3109250"/>
            <a:chExt cx="5760261" cy="92075"/>
          </a:xfrm>
        </p:grpSpPr>
        <p:sp>
          <p:nvSpPr>
            <p:cNvPr id="981" name="Google Shape;981;p5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2" name="Google Shape;982;p5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3" name="Google Shape;983;p5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84" name="Google Shape;984;p5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85" name="Google Shape;985;p5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3"/>
              </a:rPr>
              <a:t>D</a:t>
            </a:r>
            <a:r>
              <a:rPr lang="en-US" sz="600" u="sng" cap="small">
                <a:solidFill>
                  <a:schemeClr val="hlink"/>
                </a:solidFill>
                <a:latin typeface="Calibri"/>
                <a:ea typeface="Calibri"/>
                <a:cs typeface="Calibri"/>
                <a:sym typeface="Calibri"/>
                <a:hlinkClick r:id="rId3"/>
              </a:rPr>
              <a:t>eep</a:t>
            </a:r>
            <a:r>
              <a:rPr lang="en-US" sz="600" u="sng">
                <a:solidFill>
                  <a:schemeClr val="hlink"/>
                </a:solidFill>
                <a:latin typeface="Calibri"/>
                <a:ea typeface="Calibri"/>
                <a:cs typeface="Calibri"/>
                <a:sym typeface="Calibri"/>
                <a:hlinkClick r:id="rId3"/>
              </a:rPr>
              <a:t> L</a:t>
            </a:r>
            <a:r>
              <a:rPr lang="en-US" sz="600" u="sng" cap="small">
                <a:solidFill>
                  <a:schemeClr val="hlink"/>
                </a:solidFill>
                <a:latin typeface="Calibri"/>
                <a:ea typeface="Calibri"/>
                <a:cs typeface="Calibri"/>
                <a:sym typeface="Calibri"/>
                <a:hlinkClick r:id="rId3"/>
              </a:rPr>
              <a:t>earning</a:t>
            </a:r>
            <a:endParaRPr sz="600">
              <a:latin typeface="Calibri"/>
              <a:ea typeface="Calibri"/>
              <a:cs typeface="Calibri"/>
              <a:sym typeface="Calibri"/>
            </a:endParaRPr>
          </a:p>
        </p:txBody>
      </p:sp>
      <p:sp>
        <p:nvSpPr>
          <p:cNvPr id="986" name="Google Shape;986;p5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46</a:t>
            </a:fld>
            <a:r>
              <a:rPr lang="en-US"/>
              <a:t> / 46</a:t>
            </a:r>
            <a:endParaRPr/>
          </a:p>
        </p:txBody>
      </p:sp>
      <p:pic>
        <p:nvPicPr>
          <p:cNvPr id="987" name="Google Shape;987;p51"/>
          <p:cNvPicPr preferRelativeResize="0"/>
          <p:nvPr/>
        </p:nvPicPr>
        <p:blipFill>
          <a:blip r:embed="rId4">
            <a:alphaModFix/>
          </a:blip>
          <a:stretch>
            <a:fillRect/>
          </a:stretch>
        </p:blipFill>
        <p:spPr>
          <a:xfrm>
            <a:off x="152400" y="550235"/>
            <a:ext cx="5210092" cy="2406615"/>
          </a:xfrm>
          <a:prstGeom prst="rect">
            <a:avLst/>
          </a:prstGeom>
          <a:noFill/>
          <a:ln>
            <a:noFill/>
          </a:ln>
        </p:spPr>
      </p:pic>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991"/>
        <p:cNvGrpSpPr/>
        <p:nvPr/>
      </p:nvGrpSpPr>
      <p:grpSpPr>
        <a:xfrm>
          <a:off x="0" y="0"/>
          <a:ext cx="0" cy="0"/>
          <a:chOff x="0" y="0"/>
          <a:chExt cx="0" cy="0"/>
        </a:xfrm>
      </p:grpSpPr>
      <p:pic>
        <p:nvPicPr>
          <p:cNvPr id="992" name="Google Shape;992;p52"/>
          <p:cNvPicPr preferRelativeResize="0"/>
          <p:nvPr/>
        </p:nvPicPr>
        <p:blipFill rotWithShape="1">
          <a:blip r:embed="rId3">
            <a:alphaModFix/>
          </a:blip>
          <a:srcRect/>
          <a:stretch/>
        </p:blipFill>
        <p:spPr>
          <a:xfrm>
            <a:off x="0" y="7"/>
            <a:ext cx="5759865" cy="3239902"/>
          </a:xfrm>
          <a:prstGeom prst="rect">
            <a:avLst/>
          </a:prstGeom>
          <a:noFill/>
          <a:ln>
            <a:noFill/>
          </a:ln>
        </p:spPr>
      </p:pic>
      <p:sp>
        <p:nvSpPr>
          <p:cNvPr id="993" name="Google Shape;993;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94" name="Google Shape;994;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Calibri"/>
                <a:ea typeface="Calibri"/>
                <a:cs typeface="Calibri"/>
                <a:sym typeface="Calibri"/>
                <a:hlinkClick r:id="rId4"/>
              </a:rPr>
              <a:t>D</a:t>
            </a:r>
            <a:r>
              <a:rPr lang="en-US" sz="600" u="sng" cap="small">
                <a:solidFill>
                  <a:schemeClr val="hlink"/>
                </a:solidFill>
                <a:latin typeface="Calibri"/>
                <a:ea typeface="Calibri"/>
                <a:cs typeface="Calibri"/>
                <a:sym typeface="Calibri"/>
                <a:hlinkClick r:id="rId4"/>
              </a:rPr>
              <a:t>eep</a:t>
            </a:r>
            <a:r>
              <a:rPr lang="en-US" sz="600" u="sng">
                <a:solidFill>
                  <a:schemeClr val="hlink"/>
                </a:solidFill>
                <a:latin typeface="Calibri"/>
                <a:ea typeface="Calibri"/>
                <a:cs typeface="Calibri"/>
                <a:sym typeface="Calibri"/>
                <a:hlinkClick r:id="rId4"/>
              </a:rPr>
              <a:t> L</a:t>
            </a:r>
            <a:r>
              <a:rPr lang="en-US" sz="600" u="sng" cap="small">
                <a:solidFill>
                  <a:schemeClr val="hlink"/>
                </a:solidFill>
                <a:latin typeface="Calibri"/>
                <a:ea typeface="Calibri"/>
                <a:cs typeface="Calibri"/>
                <a:sym typeface="Calibri"/>
                <a:hlinkClick r:id="rId4"/>
              </a:rPr>
              <a:t>earning</a:t>
            </a:r>
            <a:endParaRPr sz="600">
              <a:latin typeface="Calibri"/>
              <a:ea typeface="Calibri"/>
              <a:cs typeface="Calibri"/>
              <a:sym typeface="Calibri"/>
            </a:endParaRPr>
          </a:p>
        </p:txBody>
      </p:sp>
      <p:sp>
        <p:nvSpPr>
          <p:cNvPr id="995" name="Google Shape;995;p5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47</a:t>
            </a:fld>
            <a:r>
              <a:rPr lang="en-US"/>
              <a:t> / 46</a:t>
            </a:r>
            <a:endParaRPr/>
          </a:p>
        </p:txBody>
      </p:sp>
      <p:pic>
        <p:nvPicPr>
          <p:cNvPr id="996" name="Google Shape;996;p52"/>
          <p:cNvPicPr preferRelativeResize="0"/>
          <p:nvPr/>
        </p:nvPicPr>
        <p:blipFill>
          <a:blip r:embed="rId5">
            <a:alphaModFix/>
          </a:blip>
          <a:stretch>
            <a:fillRect/>
          </a:stretch>
        </p:blipFill>
        <p:spPr>
          <a:xfrm>
            <a:off x="0" y="39089"/>
            <a:ext cx="5765801" cy="300396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amsChannelId xmlns="e1b5d412-63f5-4184-9493-34a8c46e02de" xsi:nil="true"/>
    <FolderType xmlns="e1b5d412-63f5-4184-9493-34a8c46e02de" xsi:nil="true"/>
    <Teachers xmlns="e1b5d412-63f5-4184-9493-34a8c46e02de">
      <UserInfo>
        <DisplayName/>
        <AccountId xsi:nil="true"/>
        <AccountType/>
      </UserInfo>
    </Teachers>
    <Has_Teacher_Only_SectionGroup xmlns="e1b5d412-63f5-4184-9493-34a8c46e02de" xsi:nil="true"/>
    <DefaultSectionNames xmlns="e1b5d412-63f5-4184-9493-34a8c46e02de" xsi:nil="true"/>
    <Is_Collaboration_Space_Locked xmlns="e1b5d412-63f5-4184-9493-34a8c46e02de" xsi:nil="true"/>
    <Invited_Teachers xmlns="e1b5d412-63f5-4184-9493-34a8c46e02de" xsi:nil="true"/>
    <Invited_Students xmlns="e1b5d412-63f5-4184-9493-34a8c46e02de" xsi:nil="true"/>
    <Math_Settings xmlns="e1b5d412-63f5-4184-9493-34a8c46e02de" xsi:nil="true"/>
    <Teams_Channel_Section_Location xmlns="e1b5d412-63f5-4184-9493-34a8c46e02de" xsi:nil="true"/>
    <Owner xmlns="e1b5d412-63f5-4184-9493-34a8c46e02de">
      <UserInfo>
        <DisplayName/>
        <AccountId xsi:nil="true"/>
        <AccountType/>
      </UserInfo>
    </Owner>
    <Students xmlns="e1b5d412-63f5-4184-9493-34a8c46e02de">
      <UserInfo>
        <DisplayName/>
        <AccountId xsi:nil="true"/>
        <AccountType/>
      </UserInfo>
    </Students>
    <LMS_Mappings xmlns="e1b5d412-63f5-4184-9493-34a8c46e02de" xsi:nil="true"/>
    <IsNotebookLocked xmlns="e1b5d412-63f5-4184-9493-34a8c46e02de" xsi:nil="true"/>
    <NotebookType xmlns="e1b5d412-63f5-4184-9493-34a8c46e02de" xsi:nil="true"/>
    <CultureName xmlns="e1b5d412-63f5-4184-9493-34a8c46e02de" xsi:nil="true"/>
    <Student_Groups xmlns="e1b5d412-63f5-4184-9493-34a8c46e02de">
      <UserInfo>
        <DisplayName/>
        <AccountId xsi:nil="true"/>
        <AccountType/>
      </UserInfo>
    </Student_Groups>
    <AppVersion xmlns="e1b5d412-63f5-4184-9493-34a8c46e02de" xsi:nil="true"/>
    <Distribution_Groups xmlns="e1b5d412-63f5-4184-9493-34a8c46e02de" xsi:nil="true"/>
    <Templates xmlns="e1b5d412-63f5-4184-9493-34a8c46e02de" xsi:nil="true"/>
    <Self_Registration_Enabled xmlns="e1b5d412-63f5-4184-9493-34a8c46e02d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123C1875908B441AF4AF4B1296840D8" ma:contentTypeVersion="28" ma:contentTypeDescription="Create a new document." ma:contentTypeScope="" ma:versionID="11a916d1e94bd1bb6d914844844e1cdd">
  <xsd:schema xmlns:xsd="http://www.w3.org/2001/XMLSchema" xmlns:xs="http://www.w3.org/2001/XMLSchema" xmlns:p="http://schemas.microsoft.com/office/2006/metadata/properties" xmlns:ns2="e1b5d412-63f5-4184-9493-34a8c46e02de" targetNamespace="http://schemas.microsoft.com/office/2006/metadata/properties" ma:root="true" ma:fieldsID="1e0578eda6e1d26074e234792d95a015" ns2:_="">
    <xsd:import namespace="e1b5d412-63f5-4184-9493-34a8c46e02d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5d412-63f5-4184-9493-34a8c46e02d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CEB357-3BBF-4FEF-BAA1-3517B6D8C497}">
  <ds:schemaRefs>
    <ds:schemaRef ds:uri="http://schemas.microsoft.com/office/2006/metadata/properties"/>
    <ds:schemaRef ds:uri="http://schemas.microsoft.com/office/infopath/2007/PartnerControls"/>
    <ds:schemaRef ds:uri="e1b5d412-63f5-4184-9493-34a8c46e02de"/>
  </ds:schemaRefs>
</ds:datastoreItem>
</file>

<file path=customXml/itemProps2.xml><?xml version="1.0" encoding="utf-8"?>
<ds:datastoreItem xmlns:ds="http://schemas.openxmlformats.org/officeDocument/2006/customXml" ds:itemID="{AC6278CA-C143-4886-99B4-CF651C94B0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b5d412-63f5-4184-9493-34a8c46e02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A5241D5-5C3B-459B-8BF4-B4D8519A71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201</TotalTime>
  <Words>3075</Words>
  <Application>Microsoft Office PowerPoint</Application>
  <PresentationFormat>Custom</PresentationFormat>
  <Paragraphs>488</Paragraphs>
  <Slides>47</Slides>
  <Notes>46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Cambria Math</vt:lpstr>
      <vt:lpstr>Tahoma</vt:lpstr>
      <vt:lpstr>Calibri</vt:lpstr>
      <vt:lpstr>Lucida Sans</vt:lpstr>
      <vt:lpstr>Georgia</vt:lpstr>
      <vt:lpstr>Cambria</vt:lpstr>
      <vt:lpstr>Verdana</vt:lpstr>
      <vt:lpstr>Arial</vt:lpstr>
      <vt:lpstr>Times New Roman</vt:lpstr>
      <vt:lpstr>Office Theme</vt:lpstr>
      <vt:lpstr>PowerPoint Presentation</vt:lpstr>
      <vt:lpstr>PowerPoint Presentation</vt:lpstr>
      <vt:lpstr>Table of Contents</vt:lpstr>
      <vt:lpstr>What is Regression?</vt:lpstr>
      <vt:lpstr>Examples of Regression Problems</vt:lpstr>
      <vt:lpstr>Table of Contents</vt:lpstr>
      <vt:lpstr>What is Linear Regression?</vt:lpstr>
      <vt:lpstr>Examples of Linear Regression</vt:lpstr>
      <vt:lpstr>PowerPoint Presentation</vt:lpstr>
      <vt:lpstr>Table of Contents</vt:lpstr>
      <vt:lpstr>The Four Components</vt:lpstr>
      <vt:lpstr>Matrix Form of Data</vt:lpstr>
      <vt:lpstr>Linear Model as a Single Neuron</vt:lpstr>
      <vt:lpstr>Linear Model Prediction</vt:lpstr>
      <vt:lpstr>PowerPoint Presentation</vt:lpstr>
      <vt:lpstr>Identity Activation Function</vt:lpstr>
      <vt:lpstr>Objective Function: Squared Error Loss</vt:lpstr>
      <vt:lpstr>Why Squared Error?</vt:lpstr>
      <vt:lpstr>PowerPoint Presentation</vt:lpstr>
      <vt:lpstr>Gradient Descent Algorithm</vt:lpstr>
      <vt:lpstr>Batch Gradient Descent Algorithm</vt:lpstr>
      <vt:lpstr>Computing the Gradient</vt:lpstr>
      <vt:lpstr>Gradient Descent Update Rule</vt:lpstr>
      <vt:lpstr>Visualizing Gradient Descent</vt:lpstr>
      <vt:lpstr>Table of Contents</vt:lpstr>
      <vt:lpstr>Numerical Example: Setup</vt:lpstr>
      <vt:lpstr>Numerical Example: Initialization</vt:lpstr>
      <vt:lpstr>Numerical Example: Computing Gradient</vt:lpstr>
      <vt:lpstr>Numerical Example: Weight Update</vt:lpstr>
      <vt:lpstr>Numerical Example: New Loss</vt:lpstr>
      <vt:lpstr>Computational Graph for One Gradient</vt:lpstr>
      <vt:lpstr>Table of Contents</vt:lpstr>
      <vt:lpstr>Model Evaluation: Training vs Test Error</vt:lpstr>
      <vt:lpstr>Evaluation Metrics</vt:lpstr>
      <vt:lpstr>R2 Score (Coefficient of Determination)</vt:lpstr>
      <vt:lpstr>PowerPoint Presentation</vt:lpstr>
      <vt:lpstr>Table of Contents</vt:lpstr>
      <vt:lpstr>Perceptron Demo Python Code</vt:lpstr>
      <vt:lpstr>Table of Contents</vt:lpstr>
      <vt:lpstr>Tips for Implementation</vt:lpstr>
      <vt:lpstr>More Practical Tips</vt:lpstr>
      <vt:lpstr>Debugging Checklist</vt:lpstr>
      <vt:lpstr>Table of Contents</vt:lpstr>
      <vt:lpstr>Summary: Putting It All Together</vt:lpstr>
      <vt:lpstr>Key Takeaways</vt:lpstr>
      <vt:lpstr>Linear Regression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ANUPRIYA RAMACHANDRAN</cp:lastModifiedBy>
  <cp:revision>13</cp:revision>
  <dcterms:modified xsi:type="dcterms:W3CDTF">2026-02-22T16:25:37Z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0x010100B123C1875908B441AF4AF4B1296840D8</vt:lpwstr>
  </property>
</Properties>
</file>