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92.xml" ContentType="application/vnd.openxmlformats-officedocument.presentationml.slide+xml"/>
  <Override PartName="/ppt/slides/slide59.xml" ContentType="application/vnd.openxmlformats-officedocument.presentationml.slide+xml"/>
  <Override PartName="/ppt/slides/slide58.xml" ContentType="application/vnd.openxmlformats-officedocument.presentationml.slide+xml"/>
  <Override PartName="/ppt/slides/slide57.xml" ContentType="application/vnd.openxmlformats-officedocument.presentationml.slide+xml"/>
  <Override PartName="/ppt/slides/slide5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85.xml" ContentType="application/vnd.openxmlformats-officedocument.presentationml.slide+xml"/>
  <Override PartName="/ppt/slides/slide84.xml" ContentType="application/vnd.openxmlformats-officedocument.presentationml.slide+xml"/>
  <Override PartName="/ppt/slides/slide83.xml" ContentType="application/vnd.openxmlformats-officedocument.presentationml.slide+xml"/>
  <Override PartName="/ppt/slides/slide82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81.xml" ContentType="application/vnd.openxmlformats-officedocument.presentationml.slide+xml"/>
  <Override PartName="/ppt/slides/slide80.xml" ContentType="application/vnd.openxmlformats-officedocument.presentationml.slide+xml"/>
  <Override PartName="/ppt/slides/slide79.xml" ContentType="application/vnd.openxmlformats-officedocument.presentationml.slide+xml"/>
  <Override PartName="/ppt/slides/slide72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69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99.xml" ContentType="application/vnd.openxmlformats-officedocument.presentationml.slide+xml"/>
  <Override PartName="/ppt/slides/slide98.xml" ContentType="application/vnd.openxmlformats-officedocument.presentationml.slide+xml"/>
  <Override PartName="/ppt/slides/slide97.xml" ContentType="application/vnd.openxmlformats-officedocument.presentationml.slide+xml"/>
  <Override PartName="/ppt/slides/slide96.xml" ContentType="application/vnd.openxmlformats-officedocument.presentationml.slide+xml"/>
  <Override PartName="/ppt/slides/slide95.xml" ContentType="application/vnd.openxmlformats-officedocument.presentationml.slide+xml"/>
  <Override PartName="/ppt/slides/slide9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9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ink/ink10.xml" ContentType="application/inkml+xml"/>
  <Override PartName="/ppt/ink/ink9.xml" ContentType="application/inkml+xml"/>
  <Override PartName="/ppt/ink/ink7.xml" ContentType="application/inkml+xml"/>
  <Override PartName="/ppt/ink/ink8.xml" ContentType="application/inkml+xml"/>
  <Override PartName="/ppt/ink/ink11.xml" ContentType="application/inkml+xml"/>
  <Override PartName="/ppt/ink/ink15.xml" ContentType="application/inkml+xml"/>
  <Override PartName="/ppt/ink/ink16.xml" ContentType="application/inkml+xml"/>
  <Override PartName="/ppt/ink/ink14.xml" ContentType="application/inkml+xml"/>
  <Override PartName="/ppt/ink/ink12.xml" ContentType="application/inkml+xml"/>
  <Override PartName="/ppt/ink/ink13.xml" ContentType="application/inkml+xml"/>
  <Override PartName="/ppt/ink/ink1.xml" ContentType="application/inkml+xml"/>
  <Override PartName="/ppt/ink/ink5.xml" ContentType="application/inkml+xml"/>
  <Override PartName="/ppt/ink/ink6.xml" ContentType="application/inkml+xml"/>
  <Override PartName="/ppt/ink/ink4.xml" ContentType="application/inkml+xml"/>
  <Override PartName="/ppt/ink/ink2.xml" ContentType="application/inkml+xml"/>
  <Override PartName="/ppt/ink/ink3.xml" ContentType="application/inkml+xml"/>
  <Override PartName="/ppt/ink/ink31.xml" ContentType="application/inkml+xml"/>
  <Override PartName="/ppt/ink/ink30.xml" ContentType="application/inkml+xml"/>
  <Override PartName="/ppt/ink/ink28.xml" ContentType="application/inkml+xml"/>
  <Override PartName="/ppt/ink/ink29.xml" ContentType="application/inkml+xml"/>
  <Override PartName="/ppt/ink/ink33.xml" ContentType="application/inkml+xml"/>
  <Override PartName="/ppt/ink/ink34.xml" ContentType="application/inkml+xml"/>
  <Override PartName="/ppt/ink/ink32.xml" ContentType="application/inkml+xml"/>
  <Override PartName="/ppt/ink/ink27.xml" ContentType="application/inkml+xml"/>
  <Override PartName="/ppt/ink/ink20.xml" ContentType="application/inkml+xml"/>
  <Override PartName="/ppt/ink/ink19.xml" ContentType="application/inkml+xml"/>
  <Override PartName="/ppt/ink/ink17.xml" ContentType="application/inkml+xml"/>
  <Override PartName="/ppt/ink/ink18.xml" ContentType="application/inkml+xml"/>
  <Override PartName="/ppt/ink/ink21.xml" ContentType="application/inkml+xml"/>
  <Override PartName="/ppt/media/image113.jpg" ContentType="image/jpeg"/>
  <Override PartName="/ppt/ink/ink25.xml" ContentType="application/inkml+xml"/>
  <Override PartName="/ppt/ink/ink26.xml" ContentType="application/inkml+xml"/>
  <Override PartName="/ppt/ink/ink24.xml" ContentType="application/inkml+xml"/>
  <Override PartName="/ppt/ink/ink23.xml" ContentType="application/inkml+xml"/>
  <Override PartName="/ppt/ink/ink22.xml" ContentType="application/inkml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sldIdLst>
    <p:sldId id="256" r:id="rId2"/>
    <p:sldId id="257" r:id="rId3"/>
    <p:sldId id="258" r:id="rId4"/>
    <p:sldId id="259" r:id="rId5"/>
    <p:sldId id="351" r:id="rId6"/>
    <p:sldId id="352" r:id="rId7"/>
    <p:sldId id="353" r:id="rId8"/>
    <p:sldId id="354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355" r:id="rId30"/>
    <p:sldId id="360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356" r:id="rId40"/>
    <p:sldId id="357" r:id="rId41"/>
    <p:sldId id="358" r:id="rId42"/>
    <p:sldId id="289" r:id="rId43"/>
    <p:sldId id="359" r:id="rId44"/>
    <p:sldId id="290" r:id="rId45"/>
    <p:sldId id="291" r:id="rId46"/>
    <p:sldId id="292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  <p:sldId id="336" r:id="rId90"/>
    <p:sldId id="337" r:id="rId91"/>
    <p:sldId id="338" r:id="rId92"/>
    <p:sldId id="339" r:id="rId93"/>
    <p:sldId id="340" r:id="rId94"/>
    <p:sldId id="341" r:id="rId95"/>
    <p:sldId id="342" r:id="rId96"/>
    <p:sldId id="343" r:id="rId97"/>
    <p:sldId id="344" r:id="rId98"/>
    <p:sldId id="345" r:id="rId99"/>
    <p:sldId id="346" r:id="rId100"/>
    <p:sldId id="347" r:id="rId101"/>
    <p:sldId id="348" r:id="rId102"/>
    <p:sldId id="349" r:id="rId103"/>
    <p:sldId id="350" r:id="rId104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4" d="100"/>
          <a:sy n="144" d="100"/>
        </p:scale>
        <p:origin x="78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customXml" Target="../customXml/item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customXml" Target="../customXml/item2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27:43.7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5480 2227 477 0,'0'0'45'0,"0"0"761"16,0 0-629-16,0 0-72 15,0 0 7-15,0 0 14 16,0 0-18-16,7 3-4 15,5-2 10-15,3 1-6 16,2-1-21-16,2 0-11 16,1 0-13-16,2-1-3 15,-1 1-18-15,0 1-5 16,2-2-7-16,-2 2-7 16,-1-2-2-16,2 1-4 15,-2-1-8-15,-1 1 4 0,1-1-4 16,-3 0-7-16,2 0 9 15,-1 0-5-15,0 0-4 16,2 0 4-16,0-1-5 16,0 0 5-16,0 0-6 15,0 0 0-15,0 1 1 16,-2 0-1-16,-1 0 0 16,-1 0 1-16,0 0-1 15,-1 0 1-15,0 0-1 16,1 0 0-16,1 0 0 15,1 0 1-15,1 0 0 16,0 0-1-16,1 0 1 16,0 0 0-16,0 0-1 0,0 0 1 15,0 0-1-15,0 0 2 16,0 0-1-16,1 0-1 16,0 0 0-16,0 0 0 15,2-1 1-15,-1-1-1 16,1 1 1-16,-1 0-1 15,1 0 0-15,0 1-1 16,-1 0 1-16,1 0 1 16,-1 0-1-16,-2-1 0 15,0 1 0-15,0 0 1 16,0-1-1-16,-1 1 0 16,1-1 0-16,-2-1 0 0,2 1 1 15,-2 0-1-15,1 1 0 16,-1 0 0-16,0 0 0 15,0 0 0-15,0 0 0 16,0 0 1-16,-1 0 5 16,0 0-6-16,1 0 0 15,-1 0-2-15,1 0 2 16,0 0-1-16,-1 0 0 16,0 0 1-16,-1 0-1 15,1 0 1-15,-1 0 0 16,0 0 0-16,0-1 0 15,1 1 0-15,-1-1-1 16,1 1 1-16,0-1 0 16,-1 1 0-16,1 0 0 15,1 0 0-15,0 0 1 0,1 0-1 16,0 0 0-16,1 0 0 16,0 0 1-16,1-1-1 15,-1 1 1-15,1-2-1 16,0 2 0-16,-1 0 0 15,1 0 1-15,-1 0 0 16,-1 0-1-16,0 0 1 16,1 0-1-16,-2 0 0 15,1 0-1-15,0 0 1 16,0 0-1-16,-1 0 1 16,1 0 0-16,-1 0 0 15,1 0 0-15,-1 2 0 0,0-2 0 16,0 0 0-16,0 0 0 15,1 0 0-15,-2 0 1 16,0 0-1-16,-2 0 6 16,0 0-4-16,-1 0 8 15,0 0 1-15,-1 0 1 16,0 0-2-16,-1 0 2 16,0 0-5-16,0 0 1 15,-1 0 1-15,-1 0-3 16,1 0 3-16,-1 0 0 15,-1 0-8-15,0 0 7 16,-2 0-7-16,1 0 7 16,-2 0-7-16,0 0 5 15,0 0 3-15,1 1-7 16,-1-1 5-16,0 1-6 0,0 0 1 16,-1-1 4-16,0 1-5 15,0 0 0-15,1 0 0 16,0 1 5-16,-1-2-4 15,2 1 5-15,0 0-1 16,0 0 2-16,1-1 1 16,0 1 7-16,0-1 3 15,1 0-1-15,-1 1-1 16,0-1 2-16,0 0 5 16,-1 0 0-16,0 0 3 15,1 0-4-15,0 0 4 16,-1 0 4-16,3 0-2 15,-3 0-7-15,3 0 2 0,-3 0-8 16,-1-1 5-16,0 1 0 16,-1 0-3-16,-1 0 2 15,-1-1-4-15,-1 1-1 16,0 0 0-16,-1 0 3 16,-1 0-4-16,0 0-7 15,1 0-1-15,-1 0 0 16,1 0-5-16,-1 0 5 15,0 0-5-15,0 0-1 16,0 0 1-16,0-1-1 16,-7 0-61-16,-5-2-183 0,-3 0-882 15</inkml:trace>
  <inkml:trace contextRef="#ctx0" brushRef="#br0" timeOffset="6196.0881">8085 2255 77 0,'0'0'1099'0,"0"0"-890"15,0 0-61-15,0 0-2 16,0 0-12-16,0 0-40 15,1-2-23-15,3 2-14 16,3 0 8-16,3 0 34 16,2 0-15-16,6 0 3 15,4 0 14-15,4-1-6 16,4-1-13-16,2 0-19 16,0-1 0-16,-1 0 1 15,-2-1 1-15,-4-1-6 0,-2-1-2 16,-2 1-7-16,-4-1 0 15,-2 0 2-15,-2 1-10 16,-2 1-6-16,-1-1-3 16,-3 2-10-16,-2 0-7 15,-2 2-1-15,-1 0-6 16,-2 1-2-16,0 0-1 16,0 0-5-16,0 0-1 15,-1 1-37-15,-18 10-182 16,0 1-373-16,-7 0-894 0</inkml:trace>
  <inkml:trace contextRef="#ctx0" brushRef="#br0" timeOffset="24668.8359">5670 4685 829 0,'0'0'359'0,"0"0"-185"15,0 0-64-15,0 0-36 16,0 0-26-16,0 0-17 16,-1-12-1-16,1 11 10 15,0 1 9-15,0-1-8 16,0 1-7-16,0 0-15 15,0 0 3-15,1 1-6 16,6 6 26-16,3 1 39 16,0 3 39-16,2-1-45 0,-1-1-13 15,2-1-1-15,-2-3-8 16,4-3-2-16,3-2 14 16,6-7-1-16,11-13 18 15,14-11-46-15,6-13-10 16,0-1-5-16,-9-2-10 15,-11 4-10-15,-8 5-1 16,-3 4-47-16,-4 8-35 16,-5 7-58-16,1 5 45 15,1-2-12-15,0 1-111 16,-1 2 22-16,-6 5 3 16,-10 8 55-16,-6 0-33 15,-10 7-81-15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29:15.2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10261 2451 580 0,'0'0'37'15,"0"0"58"-15,0 0 320 16,-37 0-261-16,25 0-11 0,2-2-6 16,2 1 19-16,2-1-21 15,2 1 2-15,1 0 3 16,2 1-4-16,0 0-35 16,1 0-39-16,0 0-7 15,5 0-13-15,6 0 10 16,13 3 125-16,17-2-7 15,18 0-44-15,11-1-12 16,4 0-6-16,3-2-35 16,-2-3-3-16,5 0-4 15,3-1-4-15,3-2 10 16,0-1-9-16,0-2-14 16,-4 0-2-16,-6 1-23 0,-10 0-8 15,-7 1 2 1,-16 2-1-16,-12 2-5 0,-10 0-3 15,-6 1 0-15,-1-1 0 16,-1 1-3-16,-2 0 3 16,-4 1-3-16,-4 2-5 15,-3 0-1-15,-3 1-17 16,-37 0-152-16,0 3-293 16,-10 0-684-16</inkml:trace>
  <inkml:trace contextRef="#ctx0" brushRef="#br0" timeOffset="2853.7683">897 2482 500 0,'0'0'145'0,"0"0"5"0,0 0 16 16,0 0-26 0,0 0-5-16,0 0-57 0,4-5-22 15,3 4 21-15,4 1 6 16,2 0 2-16,3 0 6 15,2 0 7-15,3 0-3 16,3 0-10-16,1 0-15 16,3 2-2-16,2-2 3 15,0 0-18-15,2 0-13 16,1 0-9-16,0 0 2 16,1 0 10-16,1 0 14 15,-1-3-13-15,2 0-18 16,-3-1-3-16,1 0-6 15,-2 0-3-15,1 1-2 0,-1-1-2 16,-1 0 1-16,0 2 3 16,0-1-6-16,-1-1 2 15,1 2 4-15,0-1-7 16,1 0 1-16,2 0-8 16,-1-1 11-16,3 1-5 15,0-1-5-15,0 0 8 16,0-1-3-16,1-1-5 15,-2 1 7-15,2-1-2 16,3 0-5-16,7-1 1 16,7-2-1-16,0 1 7 0,-4 0-2 15,-2 0-5 1,-4 2 0-16,4-2 5 0,-1 0-4 16,2-1-1-16,-1 0 1 15,-1 0 4-15,3 2 0 16,-3 0-6-16,1 1 2 15,-2 0-1-15,-1 2 5 16,0 0 0-16,-1 0-6 16,1 0 1-16,-2 2 0 15,-1-1 0-15,-2 1 0 16,-2 1-1-16,0-1 2 16,-5 1-2-16,-4 1 1 15,-8 0-1-15,1 0 6 16,4 0-6-16,1 0 1 15,3 0-1-15,-3 0 1 0,-1 0-1 16,-3 0 1-16,-3 3-1 16,0-1-6-16,-1 2 5 15,-1-1 1-15,0 2 0 16,-1-1 0-16,0 0 0 16,2 0 0-16,0 1 0 15,0 0 1-15,0 0-2 16,1-1 1-16,-1 2 0 15,2-1 2-15,1 1-2 16,0-1-1-16,2 0 1 16,0 0 1-16,1-2-1 15,1 2 8-15,1-1-8 0,0 0 0 16,0 0-1 0,-1 0 1-16,-1 1 1 15,1-1 0-15,-1 0-1 0,1 1-6 16,0-1 6-16,2 1 0 15,-1-1-1-15,0 1 1 16,2 0 0-16,-2 0 1 16,0 0-1-16,0 1-1 15,0 0 1-15,1-2 0 16,1 1 1-16,0-1-1 16,0 0 0-16,2-2 6 15,0 0-6-15,2-1 1 16,1 0 0-16,0 0 0 15,0-1-1-15,1 1-5 16,5-1 4-16,-4 0 1 0,2 0 0 16,-1 1 0-16,-4-1 0 15,4 0 1-15,5 0-1 16,6 0 6-16,7 0-6 16,0 0 1-16,-5 0 0 15,-3 0-1-15,-5 0 0 16,0-1 1-16,2 0-1 15,-1-1 0-15,0 1-5 16,-1 0 5-16,-2-1 0 16,1 2 0-16,-1-1 0 15,0 0 6-15,1-1-6 16,-1 1 0-16,1 0 0 16,0 0 1-16,-1-1-1 0,0 0 0 15,2 0 0 1,0 0-5-16,0 0 5 0,-1 1 1 15,1-3-1-15,-2 3 1 16,2-2-1-16,-1 1 0 16,1 0 5-16,-2 0-4 15,1 0-1-15,0 0 0 16,0 0 0-16,0 0-1 16,1-1 1-16,0 2-1 15,0-1 1-15,1 2-1 16,-1-1 0-16,0 1 1 15,0-1 0-15,0-1 1 16,1 1 0-16,-1 0 0 0,-1 1 0 16,-2-1 0-1,-6 1-1-15,-4-1 0 0,4 1-1 16,4 0 0-16,1 0 0 16,-1 0 1-16,-9 0 0 15,-1 0 0-15,10-1 1 16,12-1 0-16,4-1 0 15,-3 0-1-15,-5-1 1 16,-5 2 0-16,-7 0 0 16,-3 1-1-16,-7-1-1 15,-1 1 1-15,5 0 5 16,2-1-4-16,3 2 6 0,-2-1 8 16,-3 0 1-16,-2 1 2 15,-2-1 1-15,-2 1-2 16,-3 0-4-16,-4 0-1 15,-4 0-6-15,-3 0-5 16,-4 0 0-16,-1 0 0 16,-2 0-1-16,-12-8-55 15,-4 0-180-15,-8-5-1351 0</inkml:trace>
  <inkml:trace contextRef="#ctx0" brushRef="#br0" timeOffset="15133.1048">414 3999 1287 0,'0'0'607'15,"0"0"-450"-15,0 0-26 16,0 0 33-16,0 0-38 15,0 0-41-15,7-17-51 16,3 6-20-16,5-2-7 16,1-1-6-16,2-1 0 15,-1 1-1-15,0 1-69 16,-2 2-131-16,-4 5-164 0,-4 3-253 16,-4 3-626-16</inkml:trace>
  <inkml:trace contextRef="#ctx0" brushRef="#br0" timeOffset="15296.713">435 4058 116 0,'0'0'1142'0,"0"0"-905"15,0 0 12-15,0 0-62 16,0 0-66-16,0 0-54 16,0 0-44-16,9-7-4 15,8-10-4-15,5-4-15 16,9-14-3-16,-6 5-186 15,-5 5-340-15</inkml:trace>
  <inkml:trace contextRef="#ctx0" brushRef="#br0" timeOffset="15534.7113">434 3791 1751 0,'0'0'234'0,"0"0"-100"15,0 0-77-15,0 0-33 16,40-14 14-16,0 13 55 16,2 1 30-16,-4 1-42 15,-6 9-26-15,-10 3-18 0,-2 7-12 16,-3 11-2-16,-14 16-4 16,-10 18-3-1,-20 11-2-15,-12 6-14 0,4-20-179 16,5-14-564-16</inkml:trace>
  <inkml:trace contextRef="#ctx0" brushRef="#br0" timeOffset="18634.0642">353 5776 1000 0,'0'0'307'0,"0"0"-88"0,0 0 37 16,0 0-87-1,0 0-97-15,0 0-26 16,18 8 122-16,-1 3-32 15,2 1-7-15,2 2-20 0,-1-3-30 16,2 0-25-16,-1-3 16 16,0-3-3-16,0-3 14 15,-1-2-8-15,0-4-10 16,1-8-8-16,3-12-11 16,4-17-7-16,4-17-16 15,0-12-15-15,-4-3-5 16,-3 2 5-16,-4 10-6 15,-1 3 0-15,2 5-29 16,-1 8-1-16,-2 10-4 16,-5 10-20-16,-5 10-8 15,-5 7 15-15,1 2-33 0,-1 3 4 16,0 3 3-16,5 19-48 16,0 5 5-16,-2 4-206 15</inkml:trace>
  <inkml:trace contextRef="#ctx0" brushRef="#br0" timeOffset="20948.4653">11105 7825 1778 0,'0'0'486'16,"0"0"-381"-16,0 0-39 16,0 0 48-16,0 0 66 15,0 0-23-15,32-4-31 16,-6-1-32-16,2-1-43 16,1-1-33-16,0-1-6 15,-3 0-5-15,-2 0-5 16,-4 1 2-16,-4 0-4 15,-3 3-78-15,-6 0-146 0,-4 3-67 16,-3 0-178-16,0 1-226 16</inkml:trace>
  <inkml:trace contextRef="#ctx0" brushRef="#br0" timeOffset="21144.8903">11210 7900 1380 0,'0'0'645'0,"0"0"-488"16,0 0-39-16,0 0 75 16,51 0 17-16,-23-9-74 15,3-4-54-15,1-1-18 16,1-2-38-16,-4-1-26 0,-4 5 0 16,-10-1-202-16,-8 4-347 15,-7 3-906-15</inkml:trace>
  <inkml:trace contextRef="#ctx0" brushRef="#br0" timeOffset="28348.5046">2356 6435 1298 0,'0'0'297'0,"0"0"-168"16,0 0-82-16,0 0-12 15,0 0-10-15,0 0-9 16,-24-27-3-16,24 28-13 15,0 8-1-15,4 6 1 16,3 3 0-16,1 4 29 16,0 1 52-16,1 0 6 15,-4-1-31-15,1-1-4 16,-1-3-21-16,-4-2-10 0,-1-3-11 16,0-3-4-16,-7-3 1 15,-4-3-6-15,-4-3 5 16,-2-1-6-16,-2-1-11 15,-3-5 1-15,0-2 9 16,3 1 1-16,2 1 1 16,5 1-1-16,6 2 0 15,4 2 2-15,2 1-2 16,0 0-7-16,5 0-4 16,8 2 10-16,6 3 1 15,2 1 10-15,5-1 11 16,1-1-1-16,2-2-3 0,1-2-7 15,-2 0-9 1,-3 0 5-16,-3-6-6 0,-5 0 1 16,-7-2 1-16,-4-2-2 15,-3 0 0-15,-3-2 0 16,0 0-1-16,0 2 1 16,-3 2 0-16,0 2 6 15,-1 3 37-15,1 3 8 16,1 4-22-16,-3 10-17 15,-1 5-3-15,-1 4 3 16,1 3 4-16,2 0-5 16,4 0-11-16,10 2 0 0,7-5-172 15,4-8-501-15</inkml:trace>
  <inkml:trace contextRef="#ctx0" brushRef="#br0" timeOffset="29128.3394">3772 6242 1096 0,'0'0'336'15,"0"0"35"-15,0 0-34 16,0 0-100-16,0 0-141 16,0 0-54-16,0 0-30 15,-17 12-2-15,22 12 38 16,3 3 23-16,0 1-4 0,2-2-16 16,-1-2-17-16,-2-2-19 15,-1-4-7-15,-2-2-8 16,-1-2 1-16,-3-4-1 15,0-3 0-15,0-2-15 16,-7-4-2-16,-3-1-12 16,-3-4-6-16,-3-6 4 15,-2-3 1-15,0 0 14 16,4 0 16-16,2 4 1 16,6 2 0-16,3 5 6 15,3 2-2-15,0 0-5 16,8 6-1-16,4 2 1 15,5 4 0-15,1-1 6 16,2 0-5-16,2-2 5 16,-1-2-5-16,-2-4 0 0,-2-3 7 15,-1 0-8-15,-5-2-1 16,-3-6-15-16,-4-3-18 16,-2-3-9-16,-2-1 4 15,0 0 18-15,-2 1 12 16,-2 2 9-16,1 3 0 15,0 4 12-15,1 5 25 16,1 1-18-16,-2 11-13 16,-1 6 0-16,-3 11 19 15,1 0-2-15,1 3-17 0,3 1-6 16,2 2 0 0,7-3-134-16,3-10-618 0</inkml:trace>
  <inkml:trace contextRef="#ctx0" brushRef="#br0" timeOffset="29962.3236">5642 6171 1119 0,'0'0'498'0,"0"0"-171"15,0 0-113-15,0 0-135 16,0 0 15-16,0 41 34 15,4-21-8-15,2 5-47 16,1-2-37-16,1-1-14 16,-1-1-8-16,1-3-7 15,-2-2-6-15,-1-2 0 16,-3-2 0-16,-1-2 0 16,-1-3-1-16,0-3-1 15,-7-2-14-15,-3-2-9 16,-2 0-16-16,-3-4-3 15,-2-3 23-15,3 0 13 16,0 0 7-16,5 1 1 16,2 4 28-16,4 1 9 0,3 1-17 15,0 0-21-15,3 1 0 16,7 6-2-16,5 2 2 16,3 0 1-16,2 0 0 15,0-2 1-15,1-2-2 16,-2-3 8-16,-3-2-7 15,-1 0-1-15,-4-3 1 16,-2-6-1-16,-5-1-26 16,-3-1 0-16,-1-2 0 15,0 1 5-15,-2 1 15 16,-3 2 6-16,1 3 1 0,1 4 50 16,0 2-9-1,0 0-26-15,0 9-9 0,-2 6-1 16,1 4 0-1,0 3-4-15,1 3 3 0,1 1-5 16,2-2 0-16,0 5-43 16,4-6-234-16,2-8-763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29:58.8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2485 2329 1377 0,'0'0'187'0,"0"0"-126"15,0 0-30-15,0 0-15 16,0 0 54-16,0 0 108 16,33 8-40-16,-13-5-37 15,3-3-25-15,3 2-5 16,3-2 3-16,2 0 3 16,9 1-4-16,8-1-24 15,11 0 4-15,6-2 4 16,-1-4 6-16,-1-2 1 15,-3 0-7-15,-1 1-4 16,-1 0-9-16,-1 1 5 16,-2 2-7-16,0 0 1 0,-4 0 4 15,-2 1 1-15,-12 0 4 16,-8 2-22-16,-7-1-3 16,-5 1-7-16,2 1-1 15,1 0-4-15,-3-1-3 16,-3 1-5-16,-5 0-5 15,-3 0-1-15,-3 0 5 16,-1 0-5-16,-1 0 0 16,-1 0-1-16,0 0-1 15,-3 0-111-15,-6 0-357 16,-5-1-573-16</inkml:trace>
  <inkml:trace contextRef="#ctx0" brushRef="#br0" timeOffset="4251.2219">10354 2310 717 0,'0'0'263'0,"0"0"-101"15,0 0 103-15,0 0-46 16,0 0-31-16,0 0-50 15,0-3-30-15,0 3-30 16,1 0-28-16,4 0-23 16,4 0 48-16,2 0 23 15,5 0-22-15,4 0-12 16,3 2-8-16,4-2-7 16,2 0-7-16,3 0-6 15,1 0-6-15,1 0-5 16,-1-2-3-16,0-1-2 15,0 0 5-15,-1-1-4 16,-1-1-6-16,2 2 2 0,-1 1-7 16,-2-1 2-16,1 0-5 15,0 1-1-15,-2 0 0 16,1-1 5-16,0 1-2 16,-2 1 4-16,1-1-1 15,0 2-6-15,-1 0 2 16,0 0-1-16,1 0-1 15,-1 0 2-15,0 0 2 16,-1 0 5-16,-2 0-4 16,0 0-3-16,1 1 1 15,1 0-1-15,-1-1 4 16,0 1 0-16,-2 0-3 16,0-1-2-16,-2 2 1 0,0-1-1 15,-2 0 1-15,0 1-7 16,0-1 0-16,-1 0 10 15,1 1-10-15,1-1 8 16,0 0-7-16,0 1 7 16,-1 0 1-16,1-1-4 15,0 0 2-15,-1 0-2 16,-1 0 3-16,-1 1-2 16,0-2 5-16,-2 1-1 15,0 0 2-15,0-1 1 16,-1 1-2-16,-1 0-2 15,2-1-1-15,-2 0-7 16,0 0 7-16,1 0 0 0,-1 1 1 16,-1-1 2-1,3 0-2-15,0 0 4 0,0 0-4 16,2 0 2-16,1 0 2 16,2 0 4-16,1 0 4 15,3 0 4-15,1-1 2 16,0 0-4-16,0 0-6 15,-2-1-7-15,-1 0-5 16,-1 1 4-16,-2 0 7 16,0-1 4-16,-1 0 1 15,-3 1-1-15,-2 0-7 16,-1-1 1-16,-4 1-2 0,-1 0 2 16,-2 1-7-16,-1-1 1 15,-2 0 3-15,0 1-3 16,-1 0-3-16,0 0-5 15,-1 0 8-15,-1 0-8 16,0 0 0-16,0 0-1 16,-2 0-1-16,-15 0-50 15,-43 3-112-15,0 3-568 16,-13 0-1283-16</inkml:trace>
  <inkml:trace contextRef="#ctx0" brushRef="#br0" timeOffset="17757.4763">1400 1729 1260 0,'0'0'229'0,"0"0"-143"15,0 0 28-15,0 0-22 16,0 0 16-16,46-30-26 15,-32 30-22-15,2 0-10 16,-2 6-12-16,-2 5-7 16,-1 1-7-16,-4 4-4 15,-3-1 5-15,-4 2-5 16,0 1 11-16,-3-3 3 16,-5 0-2-16,0-2 8 15,1-2-3-15,1-4-5 0,2-4-16 16,1-2 21-16,1-1 48 15,1-2-5-15,1-7-43 16,0-1-26 0,1-2-11-16,6-2 0 0,1-1 0 15,0-2-1-15,3-1-5 16,-1-1-5-16,1-1-9 16,-1-2-4-16,1 0 12 15,-2 1 6-15,-1 1-1 16,-3 1 7-16,-2 5 0 15,-2 2-8-15,-1 4-6 16,0 5-5-16,0 0 7 0,-2 3 4 16,-1 0 7-1,-2 8-17-15,1 6 13 0,0 3 5 16,1 4 2-16,3 0 20 16,0-1 3-16,0-1 11 15,7-2-11-15,5-4 1 16,1-1-7-16,2-5-10 15,1-3-8-15,-1-3 5 16,-1-1-5-16,-1 0-1 16,-3-5 1-16,-1-2-1 15,-3-1 1-15,-3-2 5 16,-1 0-6-16,-2 1 14 16,0 0-5-16,0 2 47 0,-2 3 3 15,1 1-21 1,-1 2-20-16,1 1-4 0,1 0-13 15,0 0-1-15,0 8-8 16,0 3 8-16,6 5 0 16,2 2 27-16,1 2 6 15,4 1-3-15,7 11-30 16,-4-5-125-16,-6-3-874 0</inkml:trace>
  <inkml:trace contextRef="#ctx0" brushRef="#br0" timeOffset="20168.6695">1216 2345 1149 0,'0'0'192'0,"0"0"-167"16,0 0-22-16,0 0 3 15,0 0 18-15,69-17 24 16,-1 4 29-16,14-4 32 16,5-2 27-16,-4 1 13 15,-11 4-23-15,-3 0-20 16,-4 3 14-16,-5 1-49 15,-8 1-40-15,-12 2 1 16,-12 2 32-16,-9 1-30 16,-4 1-5-16,0 0 2 15,-1-1-9-15,-1 0 2 16,-6 1 3-16,-2 2-6 0,-3 0 0 16,-2 0-14-1,-4-4-7-15,-5 2-46 0,-6-2-653 0</inkml:trace>
  <inkml:trace contextRef="#ctx0" brushRef="#br0" timeOffset="21216.3192">2583 1689 1202 0,'0'0'370'15,"0"0"-81"-15,0 0-134 16,0 0-85-16,0 0-34 16,0 0-20-16,0 0-9 15,36-4 5-15,-20 15 3 0,1 5-8 16,-5 1 11-16,-3 3 14 15,-4 1 17-15,-5-1-3 16,0 2-15-16,-5-2 8 16,-2 0-16-16,-1-5-9 15,1-3-4-15,2-6 9 16,3-6 11-16,1-2 12 16,1-12-29-16,0-7-8 15,1-4-5-15,5-4-8 16,1-2 7-16,0 1 0 15,-3 1-42-15,0 3 2 16,-4 3-11-16,0 3-2 16,0 6 24-16,0 4-3 0,0 5 17 15,0 5 10-15,-2 0 0 16,1 7-34-16,1 6-89 16,0 6 129-16,0 3 3 15,0 0 50-15,6 0 10 16,3-2-5-16,2-2-6 15,2-2-15-15,3-2-5 16,4-3-32-16,-4-3-29 16,-3-4-596-16</inkml:trace>
  <inkml:trace contextRef="#ctx0" brushRef="#br0" timeOffset="21561.6116">2810 1648 1763 0,'0'0'390'0,"0"0"-155"0,0 0-140 15,0 0-52-15,0 0-22 16,0 0-2-16,43-15-13 16,-39 16 3-16,-1 5-3 15,-3 4-5-15,0 3 14 16,0 2 9-16,-6 2 12 15,1 0-2-15,1-3-1 16,0-2-6-16,3-3-1 16,0-3 4-16,1-3-1 15,0-2 4-15,0-1-7 16,0 0 3-16,7 0-8 0,4-3 42 16,5-5-14-16,2-1-27 15,1-3-22-15,3-1-9 16,11-3-31-16,-4 2-198 15,0 2-1033-15</inkml:trace>
  <inkml:trace contextRef="#ctx0" brushRef="#br0" timeOffset="22916.7908">3213 1779 1367 0,'0'0'175'0,"0"0"-60"15,0 0-49-15,0 0-44 16,0 0-8-16,0 0 2 16,0 0-9-16,78-9-7 15,-34 4-114-15,1-5-581 0</inkml:trace>
  <inkml:trace contextRef="#ctx0" brushRef="#br0" timeOffset="23093.6067">4284 1652 1565 0,'0'0'239'16,"0"0"-158"-16,0 0-61 15,0 0-19-15,0 0-1 16,65-9-71-16,-36 6-207 16,1-3-729-16</inkml:trace>
  <inkml:trace contextRef="#ctx0" brushRef="#br0" timeOffset="23265.1174">5295 1535 1324 0,'0'0'209'0,"0"0"-188"0,0 0-21 16,0 0-158-16,47 1-436 0</inkml:trace>
  <inkml:trace contextRef="#ctx0" brushRef="#br0" timeOffset="23433.5601">5954 1554 747 0,'0'0'160'0,"0"0"-118"16,0 0-42-16,49 4-246 0</inkml:trace>
  <inkml:trace contextRef="#ctx0" brushRef="#br0" timeOffset="23613.4055">6736 1589 780 0,'0'0'123'16,"0"0"-9"-16,0 0-110 0,40 11-4 15,-19-11-574-15</inkml:trace>
  <inkml:trace contextRef="#ctx0" brushRef="#br0" timeOffset="23805.6368">7431 1665 920 0,'0'0'207'15,"0"0"-182"-15,0 0-25 0,0 0-120 16,0 0-257-16</inkml:trace>
  <inkml:trace contextRef="#ctx0" brushRef="#br0" timeOffset="23973.43">8017 1642 922 0,'0'0'237'16,"0"0"-107"-16,0 0-130 16,0 0-10-16,0 0-354 0</inkml:trace>
  <inkml:trace contextRef="#ctx0" brushRef="#br0" timeOffset="24118.4245">8367 1564 892 0,'0'0'156'0,"0"0"-156"15,0 0-4-15,0 0-282 0</inkml:trace>
  <inkml:trace contextRef="#ctx0" brushRef="#br0" timeOffset="27563.1253">8949 1595 1348 0,'0'0'362'0,"0"0"-138"0,0 0-72 16,0 0-46-16,0 0-47 15,0 0-30-15,0 0 16 16,36-6-6-16,-24 25 16 15,-3 5 4-15,-3 2 5 16,-3 0-18-16,-3 0-9 16,0-2-10-16,-4-1-10 15,-2-4-7-15,0-3-1 16,0-4-7-16,2-5-1 0,3-4 8 16,1-3-8-16,0-3 16 15,0-10 5-15,4-5-22 16,5-5-15-16,0-5-7 15,3 1-3-15,-1-1 2 16,1 0 1-16,-3 1 0 16,-2 1 14-16,-2 5 8 15,-3 4 1-15,-2 5 8 16,0 5 13-16,0 3 21 16,-2 4-9-16,-1 2-5 15,-2 9-22-15,1 6-6 16,0 5 0-16,2 4 10 15,2 2 2-15,1-3 21 0,8-1-1 16,5-4-9-16,7-2-10 16,2-5-13-16,4-2-1 15,2-6-3-15,-2-2-51 16,-3-3-44-16,-5-3-9 16,-6-6 4-16,-5-2 37 15,-4-2 47-15,-3 4 19 16,-1 0 22-16,0 4 30 15,-3 3 60-15,-1 2-2 16,-1 4-43-16,0 6-47 16,0 5-13-16,0 2 16 15,1 2 2-15,1 0-13 16,2-2 3-16,1-3-6 16,0-3-3-16,0-4-6 0,0-4 1 15,0-2-1-15,0-1 2 16,0-2 26-16,0-8 64 15,0-5-54-15,0-4-27 16,0-2-10-16,0 0-1 16,0 2 1-16,0 5 0 15,2 5 0-15,1 5 0 16,1 4-1-16,3 0-1 16,1 6 1-16,4 5 11 15,2 1 7-15,0 1 3 16,0-1-10-16,-1-2 1 15,-1-3 3-15,-3-2-2 16,-2-2 2-16,-1-3 3 0,-3 0 14 16,1-7 26-16,-1-5-6 15,0-5-17-15,-2-4-16 16,-1-3-4-16,0-2-7 16,0 2-8-16,-1 3-25 15,-4 4-11-15,-3 9-19 16,-13 10-14-16,0 9-383 15,-5 2-722-15</inkml:trace>
  <inkml:trace contextRef="#ctx0" brushRef="#br0" timeOffset="29100.7684">12878 1997 1521 0,'0'0'750'0,"0"0"-493"16,0 0-67-16,0 0 9 15,42-2 13-15,0 0-59 0,15-2-47 16,6 1-22-16,-1 0-39 16,-8-1-21-16,-11-1-7 15,-7 1-5-15,-9-1-2 16,-9 0-10-16,-5 1 1 15,-1-1-1-15,-1-1-20 16,-4-1-49-16,-8-2-91 16,-9 2-358-16,-7 0-258 0</inkml:trace>
  <inkml:trace contextRef="#ctx0" brushRef="#br0" timeOffset="29505.3155">12917 1815 2099 0,'0'0'486'16,"0"0"-201"-16,0 0-139 15,0 0-8-15,0 0-63 16,0 0-48-16,0 0-18 15,-3 24 3-15,0-4 6 16,-5 2 13-16,-1 3 12 16,-1 1-8-16,-1-1-7 15,1 0-1-15,3-2 5 16,4-1-14-16,3-4 0 16,0-2 0-16,8-3-3 0,7-1 4 15,5-3 2-15,4-2 14 16,4-3-8-16,9-3 3 15,8-1-11-15,-3-3-7 16,-5-2 2-16,-5-1-14 16,-9 2 0-16,2 0-6 15,-3 1-45-15,-12 3-114 16,-7 3-365-16,-3 4-572 0</inkml:trace>
  <inkml:trace contextRef="#ctx0" brushRef="#br0" timeOffset="69676.6865">938 2268 594 0,'0'0'179'0,"0"0"-20"0,0 0 32 15,0 0-36-15,0 0-5 16,0 0 13-16,-9-5 3 16,9 5 25-16,0 0-18 15,0-1-95-15,0 1-19 16,6 0 6-16,2 0 12 16,3 0-3-16,3 0-10 15,2 0 3-15,3 0 8 16,4 0-19-16,0 0-1 15,2 0-26-15,-1 0-13 16,1 0 14-16,0 0 13 16,-1 0-2-16,0 0-8 0,-1-1-9 15,-1 1-3 1,-1 0-1-16,1 0 1 0,-2 0 2 16,0 0-7-16,1 0-1 15,-3 0-3-15,1 0 0 16,-1 0 5-16,1-1-5 15,1 0 1-15,-1-1-2 16,1 1-2-16,-1 1-2 16,-1 0-1-16,1 0 0 15,-1 0 0-15,0 0-4 16,-1 0 5-16,0 0-5 16,-2 0-1-16,0 1 0 15,1 0 1-15,-1 0 4 16,0-1-6-16,0 0 2 0,-1 0-1 15,-1 0 6-15,0 0-6 16,0 0 1 0,-2 0 4-16,2 0 3 0,-2 0-8 15,2 0 10-15,0 0-2 16,1 0 0-16,-2 0 0 16,1 0-3-16,0 0 1 15,0 0-1-15,0-2-5 16,1 1 8-16,-2 0-8 15,1 1 7-15,-1-1-7 16,0 0 5-16,1 0-5 16,0 0 0-16,-1-1 5 15,0 1-4-15,-1 0-1 16,0 0 7-16,-4-1-8 16,2 2 1-16,-2-1-1 0,-3 1 1 15,2-1 1-15,-2 1 4 16,0 0-6-16,0 0 0 15,0 0 0-15,-1 0 0 16,0 0 0-16,1 0 1 16,0 0-1-16,-1 0 0 15,1 0 0-15,1 0 0 16,-1 0 0-16,0 2 0 16,2-1 1-16,0 0 0 15,-1 0-1-15,2 0 0 16,-1 0 1-16,1 0 0 0,-1 0-1 15,0-1 0 1,0 0 1-16,0 1-1 0,0-1 0 16,0 0 0-16,-1 0 0 15,1 0 1-15,0 0-1 16,0-1 0-16,0-2 1 16,-1-1-1-16,0 1 1 15,-1-4-1-15,-1-1 1 16,1-3 0-16,-2-3 1 15,-1-4-1-15,-1-3 5 16,0-9-5-16,-5-9-1 16,-4 2-1-16,1 2-5 15,-1 5 4-15,0 6 2 16,-4-9-10-16,-2-9-1 16,0 4-8-16,1 4-8 0,2 5-30 15,2 6 0 1,0-1 2-16,-1-3-13 0,-1 2-11 15,2 3 12-15,1 2 19 16,1 1 2-16,0 2 2 16,1 3 13-16,-1 0-6 15,2 3 5-15,2 2 14 16,-1 3 5-16,1 1-2 16,-1 1 3-16,1 2 6 15,-1 0 5-15,-2 0-7 16,-2 2-1-16,-1 0 2 15,-4 0 1-15,-2 0 5 0,-4 0 1 16,-2 4-7-16,-2-1 6 16,-1 1 1-16,-2 0-1 15,-2 0 0-15,-2 0 0 16,0 0 1-16,-3 0 0 16,0 1 0-16,-1-2 5 15,-2 0-5-15,1 1-24 16,-6-1-8-16,5 1 21 15,-2 1-7-15,-4 1-12 16,-1 3-12-16,-11 1 19 16,4 1 8-16,12-2 14 15,10-3 1-15,9-1-1 16,-4 0 0-16,-2 1 1 16,-2 0-1-16,2-2 0 15,3 0 0-15,2-1 0 0,5-2 1 16,2 0-1-16,5-1 1 15,2 0 0-15,2 0 0 16,2 0 0-16,0 0 0 16,1 0-1-16,1 0 1 15,-1 0-1-15,2 0 1 16,-1 0 1-16,1 0-1 16,0 0-1-16,-1 0 1 15,-1 7-1-15,0 7 0 16,0 11 0-16,0 13 1 15,1 13 25-15,1 2 49 16,0-1-2-16,0-8-8 16,0-11 0-16,0-6 7 0,0-7-8 15,0-1 4 1,0 3-4-16,3 0-15 0,1 3-14 16,0-4-4-16,2-1-20 15,1-1-10-15,14 4-11 16,-1-5-214-16,0-4-377 0</inkml:trace>
  <inkml:trace contextRef="#ctx0" brushRef="#br0" timeOffset="70517.9303">2638 2240 58 0,'0'0'1040'0,"0"0"-754"16,0 0-72-16,0 0 25 15,0 0 10-15,-39 4-20 16,39-4-55-16,0 1-54 16,4 1-28-16,8 1 83 0,7 0-58 15,11 0-17-15,11-2-22 16,11-1-17-16,0 0-22 15,-2 0-6-15,-12-2-6 16,-12 0-12-16,-6 0-5 16,-3 1-2-16,-1-1-8 15,-1 2 1-15,1 0-1 16,-4 0-20-16,0 8-170 16,-4-1-446-16,-3-3-1105 0</inkml:trace>
  <inkml:trace contextRef="#ctx0" brushRef="#br0" timeOffset="71241.1194">3723 2299 1209 0,'0'0'317'0,"0"0"-87"0,0 0 3 16,0 0-63-16,0 0-66 16,0 0 23-16,0 0 103 15,78 1-106-15,-8-1 2 0,9-5 5 16,1-2-10 0,-8 2-20-16,-9 1-59 15,-4 0 10-15,-7 0-16 0,-9 0-12 16,-13 1-11-16,-9 1-4 15,-5 1-3-15,-1 0-4 16,-2 0-2-16,-2 1 0 16,-4 0-8-16,-5 4-110 15,-2 3-247-15,0 0-464 0</inkml:trace>
  <inkml:trace contextRef="#ctx0" brushRef="#br0" timeOffset="71852.8968">5312 2217 51 0,'0'0'1205'0,"0"0"-839"15,0 0-13-15,0 0-107 16,0 0-35-16,0 0-54 16,0 0-42-16,4 5 33 15,21-2 110-15,18-2-121 0,14-1-42 16,4-1-35 0,-7-4-16-16,-15 0-2 0,-15 2-9 15,-2 0-17-15,1 0-5 16,3-1-4-16,-1 0-6 15,-6 2 0-15,-5 0-1 16,-6 0-1-16,-2 2-42 16,-3 0-110-16,-3 0-403 15,0 0-479-15</inkml:trace>
  <inkml:trace contextRef="#ctx0" brushRef="#br0" timeOffset="72749.8075">6015 2234 863 0,'0'0'331'15,"0"0"-30"-15,0 0 21 16,0 0-51-16,0 0-64 0,0 0-49 15,0 0-46 1,-3-1-44-16,3 1-32 0,5 0-19 16,4 0-10-16,4 0-7 15,18 0-76-15,-1 0-139 16,2-6-462-16</inkml:trace>
  <inkml:trace contextRef="#ctx0" brushRef="#br0" timeOffset="73213.4575">6494 2239 1521 0,'0'0'497'0,"0"0"-325"16,0 0-92-1,0 0 86-15,67 5 39 0,-6-5-13 16,11 0-44-16,1-4-45 16,-7-2-35-16,-13 0-17 15,-6 1-15-15,-11 0-12 16,-9 1-15-16,-8 2-9 15,-5 0 0-15,5 2-49 16,11-3-201-16,-2 1-285 16,-4-2-1026-16</inkml:trace>
  <inkml:trace contextRef="#ctx0" brushRef="#br0" timeOffset="73762.9952">7786 2333 1465 0,'0'0'256'16,"0"0"10"-16,0 0-115 16,0 0 6-16,0 0 16 15,78-3 7-15,-4-1 4 16,15 0-32-16,7 2-5 16,-1 0-45-16,-11 0-35 15,2-2-19-15,0 0-2 0,-3-3 1 16,-1 1-13-16,-7-1-8 15,-10 0-8-15,-16 2-17 16,-16 0 6-16,-14 1-6 16,-10 2 1-16,-2 0 4 15,-3 0-6-15,-4 1 0 16,-23 0-65-16,-6 0-385 16,-11-1-882-16</inkml:trace>
  <inkml:trace contextRef="#ctx0" brushRef="#br0" timeOffset="103719.6289">8083 3112 1335 0,'0'0'692'15,"0"0"-572"-15,0 0-67 16,0 0-25-16,0 0-6 16,0 0-4-16,21 0 11 15,-5 0 5-15,3 0-4 16,2 0-5-16,0 0-7 15,-4 0-9-15,-2 0-9 16,-4 0-5-16,-7 0-164 16,-1 0-394-16,-3 0-264 0</inkml:trace>
  <inkml:trace contextRef="#ctx0" brushRef="#br0" timeOffset="103915.6489">8084 3207 1360 0,'0'0'352'16,"0"0"-161"-16,0 0-69 15,0 0 29-15,39-10-27 16,-18 3-50-16,10-3-34 16,-2 0-25-16,3 0-15 15,4 3-24-15,-14 3-340 0,-7 2-826 16</inkml:trace>
  <inkml:trace contextRef="#ctx0" brushRef="#br0" timeOffset="105535.0957">6380 5049 1228 0,'0'0'919'15,"0"0"-616"-15,0 0-83 16,0 0-89-16,0 0-25 15,0 0 50-15,5 51 12 16,-1-26-71-16,1 1-27 16,-1-1-22-16,0-1-16 0,0-2-16 15,-2-2-5-15,0-3-10 16,0-3-1-16,-2-3-7 16,0-4-84-16,0-5-114 15,-5-2-262-15,0 0-171 0</inkml:trace>
  <inkml:trace contextRef="#ctx0" brushRef="#br0" timeOffset="105842.4418">6369 5067 91 0,'0'0'1590'15,"0"0"-1262"-15,0 0-69 0,0 0-71 16,0 0-10-16,-34 44-58 15,28-34-35-15,3-3-15 16,0-1-31-16,1-3-20 16,1-2-10-16,1-1 3 15,0 0 52-15,0-6 37 16,0-4-46-16,0-3-34 16,0-1-9-16,5 0-4 15,2 2-8-15,4 3 6 16,2 4-6-16,3 4 0 15,3 1-6-15,2 2-6 16,2 9-38-16,8 12-147 0,-6-2-166 16,-8 0-830-16</inkml:trace>
  <inkml:trace contextRef="#ctx0" brushRef="#br0" timeOffset="108678.2877">8382 5029 834 0,'0'0'0'0,"0"0"116"16,0 0 190-16,0 0-130 0,0 0-32 16,0 0-67-1,-6-24-36-15,14 24-22 0,4 0 32 16,5 8 13-16,5 2 9 15,3 0-17-15,4-1 4 16,3 1-9-16,1-4-11 16,3-2-11-16,0-3-4 15,-1-1-11-15,1-2-13 16,-2-9 0-16,1-2 5 16,-2-5-5-16,-1-4 0 15,-3-1 2-15,-3 0-2 16,-4 2 1-16,-4 2 4 15,-1 3-5-15,-3 4 0 16,0 3 1-16,0 4-1 16,2 2 8-16,1 3 9 0,5 0 11 15,3 0-5 1,2 5 6-16,2-2-5 0,3 2-6 16,-1-1-4-16,2-2-8 15,0-1-6-15,0-1 0 16,-1 0 1-16,-2-6 4 15,0-1-5-15,-2-1-1 16,-4 0 0-16,-3 0 2 16,-4 0-1-16,-3 1 5 15,-4 2-5-15,-2 2 1 16,-2 1 6-16,0 1-6 16,1 1 8-16,1 0 2 15,1 0 7-15,5 3 4 16,4-1-2-16,2 1 39 0,6-2-21 15,2-1-9-15,1 0-5 16,3 0 7-16,-1-4-6 16,-2-2-5-16,-1-2 2 15,-3-1-13-15,-2-1-2 16,-3 0-1-16,-5-1 0 16,-2 1-5-16,-5 0-1 15,-3 2-1-15,-5 1 0 16,-5 3-98-16,-5 1-176 15,-6 3-503-15</inkml:trace>
  <inkml:trace contextRef="#ctx0" brushRef="#br0" timeOffset="116435.6673">12429 3172 1182 0,'0'0'1091'15,"0"0"-870"-15,0 0-29 16,0 0-14-16,0 0 16 16,0 0-76-16,8 0-58 15,4 0 2-15,2 0-3 16,2 0-27-16,1 0-19 16,-2 0-5-16,-1 0-8 15,-4-3-7-15,-3 1-65 0,-4 1-125 16,-3-1-131-16,-6 2-359 15,-3 0-744-15</inkml:trace>
  <inkml:trace contextRef="#ctx0" brushRef="#br0" timeOffset="116613.7217">12415 3267 1644 0,'0'0'397'0,"0"0"-143"15,0 0-32-15,0 0-31 16,50 3-30-16,-25-3-77 16,4-4-44-16,0-3-40 15,1 0-7-15,-7 1-213 16,-7 1-509-16</inkml:trace>
  <inkml:trace contextRef="#ctx0" brushRef="#br0" timeOffset="118895.1268">12092 3213 667 0,'0'0'396'0,"0"0"-130"16,0 0-74-16,0 0-22 15,0 0-2-15,0 0-53 16,0 0-22-16,0-2-19 15,0 2-6-15,0 0 7 16,0 0 11-16,-2 0-13 16,-4 0-21-16,-1 0-15 15,-2 0-14-15,-1 0 7 16,-3 0-15-16,0 0-3 0,-1 1 1 16,1 2 11-1,0-1-3-15,-1 1 6 0,0 0-6 16,2-1 9-16,-1 0 2 15,1 0 1-15,0 0 0 16,0 0-1-16,0 0 14 16,-2-2-13-16,0 2-8 15,-3-1-2-15,-1 0-5 16,-1 1 10-16,0-1-6 16,-1 0-7-16,1 1-3 15,2-1 0-15,-1 1 9 16,3 0 5-16,-1-1-10 15,0 1-5-15,-1 0-4 16,-1 1 4-16,-1-1-10 0,0 0 8 16,-1 0-3-16,-2 0-5 15,0 1 5-15,-2-1-5 16,-2 2 1-16,-1-1-2 16,0 0 0-16,0 0-1 15,-1 0 1-15,2 0 1 16,-1 0-1-16,0 0 0 15,1 1 0-15,0-1 0 16,-1 2 0-16,2-2 1 16,-1 2-1-16,1-2 2 15,2 1-1-15,1 0 0 16,0-2 0-16,1 0 1 16,0 0-1-16,0 0 5 0,0-1-5 15,0 0 0 1,0 0 10-16,0-1-10 0,-1 1 11 15,1 0-3-15,-1 0 3 16,1 0 2-16,0 0 1 16,0 0 10-16,2 0-1 15,-1-1-3-15,3 2 3 16,0-2 6-16,2 2-5 16,-2-1-2-16,2 1-4 15,1-2 2-15,0 1-1 16,2 1 7-16,3-1-2 15,2-1 4-15,3 0-1 16,0 1-1-16,1-1-6 0,1 0 0 16,0 0-1-1,0 0-1-15,1 0 2 0,0 0 0 16,1 0-1-16,-1 0 1 16,1 0-3-16,0 0-2 15,0 0 4-15,0 0-7 16,0 0 1-16,0 0-5 15,0 0-8-15,0 0 7 16,0 0-7-16,0 0-1 16,0 0 0-16,0 0 0 15,0 0 0-15,0 0-9 16,0 1-41-16,0 2-79 16,-5 6-91-16,0-1-313 15,-3 0-394-15</inkml:trace>
  <inkml:trace contextRef="#ctx0" brushRef="#br0" timeOffset="128445.7986">4703 6364 1136 0,'0'0'168'0,"0"0"-55"15,0 0 32-15,0 0 40 16,0 0 10-16,0 0-53 16,0-7-33-16,0 7-31 15,0 0-2-15,0 0-2 16,-1 0-15-16,1 3-13 15,0 5-23-15,0 4 2 16,0 4 12-16,3 2-6 16,2 1-11-16,0-1-14 15,1 1 6-15,1-1-11 0,-1 0 0 16,1-2 1-16,-2-3-1 16,0-1-1-16,-2-3-2 15,-2-1-8-15,-1-3-5 16,0-2-36-16,-1-1-38 15,-6-2 44-15,-2 0 17 16,-1 0-11-16,-1-5 7 16,-2-3 20-16,1 0 11 15,2-2 1-15,0 0 9 16,3 0-1-16,3 1 4 16,1 2 4-16,2 1 11 15,1 4 11-15,0 1-12 16,2 1-16-16,5 0-1 15,3 2 19-15,4 3 23 16,1 2-17-16,1-1-6 0,3 0-11 16,-1-2-7-16,3 0-4 15,-2-2-3-15,-3-1-2 16,-2-1 0-16,-5 0 0 16,-2 0 0-16,-4-1 0 15,0-3-1-15,-1-3 0 16,-2-2-21-16,0-2-13 15,0-1-8-15,0-1 18 16,-1 0 2-16,-3 2 15 16,3 0 7-16,-1 4 1 15,1 3 6-15,0 4 0 16,1 0-7-16,0 6 1 16,0 7-1-16,0 5 24 0,-1 3 10 15,0 3-10 1,-2 2-12-16,1-1-12 0,1 0-1 15,1 7-23-15,0-8-243 16,0-3-600-16</inkml:trace>
  <inkml:trace contextRef="#ctx0" brushRef="#br0" timeOffset="130396.9522">6406 6335 880 0,'0'0'764'0,"0"0"-452"16,0 0-25-16,0 0-69 16,0 0-93-16,0 0-69 15,0 0-20-15,-24 22 52 16,27 4-19-16,1 2-20 16,1 0-28-16,-1-1-6 15,0-1-6-15,-2-2-8 16,-2-2 0-16,0-3 0 15,0-4-1-15,0-5-5 16,-1-4 5-16,-3-4 6 16,-2-2 6-16,-1-2-12 0,-3-7-5 15,1-5-5 1,-1-2 8-16,1-1-5 0,2 0 7 16,3 4 1-16,2 4 8 15,0 4-9-15,2 4 1 16,2 1-1-16,6 2-1 15,4 6 0-15,2 3 1 16,3 1-1-16,0 1 0 16,2-1 1-16,0-1 0 15,1-2-1-15,-1-2 0 16,-2-2-8-16,-3-3-11 16,-4-2-54-16,-2 0 11 15,-3-5 9-15,-2-4 35 16,-3-2 12-16,0-2 6 15,0 2 0-15,0 3 1 0,-2 2 1 16,0 5 13-16,-1 1 0 16,-1 8-5-16,-2 7 6 15,0 7 0-15,-1 4 0 16,0 3-14-16,4 0-1 16,5 8-9-16,7-7-158 15,5-7-502-15</inkml:trace>
  <inkml:trace contextRef="#ctx0" brushRef="#br0" timeOffset="131156.1522">7483 6341 1401 0,'0'0'313'0,"0"0"32"16,0 0-51-16,0 0-77 16,0 0-65-16,0 0-58 15,0 0 31-15,-7 55-24 16,9-27-28-16,3 2-25 16,1 0-29-16,1-3-8 15,-1-1-5-15,-2-4-5 16,0-2 0-16,-2-5 0 15,-2-3-1-15,0-3-60 16,0-5-46-16,-2-3 6 16,-4-1 33-16,-2-5-24 15,-3-7 7-15,0-4 17 16,0-2 45-16,2 2 22 16,3 3 5-16,1 5 28 0,4 4-2 15,1 4-14-15,0 0-10 16,1 3-6-16,8 6-1 15,2 4 6-15,3 1-4 16,3 1 5-16,1-3-5 16,3-2 4-16,0-4-5 15,-1-1 0-15,-2-4 0 16,0-1 0-16,-4-1 0 16,-3-8 0-16,-1-4-1 15,-3-3-8-15,-2-4-1 16,-4 0 8-16,-1 0 0 15,0 4 1-15,0 6 1 16,0 5 11-16,-1 4 24 0,-2 1 2 16,0 8-2-1,-3 7-10-15,-1 6-5 0,1 3-4 16,0 2-11-16,2-1-6 16,4-1-6-16,5 1-80 15,6-5-273-15,2-8-806 0</inkml:trace>
  <inkml:trace contextRef="#ctx0" brushRef="#br0" timeOffset="131988.8765">8697 6223 1340 0,'0'0'349'0,"0"0"12"16,0 0-79-16,0 0-22 15,0 0-32-15,0 0-80 16,0 0-82-16,-15-3-40 15,15 21 4-15,4 6 33 16,1 1-19-16,1 1-22 16,0-1-13-16,-2-3-8 15,0 0 0-15,-2-4-1 16,-1-2-6-16,-1-3-3 16,0-2-46-16,-1-3-16 15,-4-4-12-15,-2-3-1 0,-2-1 45 16,-1-6-13-16,-2-4 23 15,2-1 14-15,0-1 15 16,3 3 6-16,4 3 2 16,0 4 11-16,3 2-2 15,0 0-11-15,3 7-5 16,5 4-1-16,4 4 19 16,4 1 9-16,2 0-14 15,3-1-2-15,2-2 0 16,0-4-11-16,0-3 6 15,-3-4-5-15,-3-2-2 16,-4-2 0-16,-5-7-25 0,-3-4 23 16,-4-3 1-1,-1-2 0-15,0-2 1 0,-3 3 0 16,-1 1 2-16,0 4 4 16,1 5-5-16,1 3 14 15,0 4 32-15,0 0-1 16,-1 7-13-16,-3 7-14 15,1 6-10-15,-2 3-9 16,0 4 0-16,0 1 0 16,0 0 0-16,0 0-18 15,-1 6-144-15,0-6-148 16,1-7-457-16</inkml:trace>
  <inkml:trace contextRef="#ctx0" brushRef="#br0" timeOffset="132158.0298">8943 6436 2524 0,'0'0'307'16,"0"0"-138"-16,0 0-118 16,0 0-51-16,0 0-98 15,0 0-84-15,0 0-438 0</inkml:trace>
  <inkml:trace contextRef="#ctx0" brushRef="#br0" timeOffset="133739.2923">11254 5488 1352 0,'0'0'276'15,"0"0"6"-15,0 0-92 16,0 0-19-16,0 0-36 15,0 0-59-15,4 0-20 16,7 0-10-16,4 4 30 0,4 0-7 16,5 2 13-1,3 0-12-15,4 0-12 0,8 2 1 16,10 1 2-16,10-2-13 16,4 0-5-16,-3-5-7 15,-4 0 0-15,-8-2-9 16,-9 0-1-16,-8 0-13 15,3 0-4-15,-6 0-1 16,-1-2-1-16,6 0-6 16,-1 0 1-16,0-3-1 15,4 1 7-15,0 0-7 16,-4 0 0-16,4 0 0 16,-2 1-1-16,-1 0 1 0,0 1 0 15,-1 1 6 1,-2-1-1-16,0 2 11 0,-4-1-1 15,0 0-2-15,-2-1-4 16,1 1 1-16,0 0 7 16,0 0-2-16,1 0-2 15,-1 1-1-15,1-1-1 16,-1 0 2-16,1 1-4 16,0-1-1-16,-1 1-8 15,1 0 7-15,1 0-2 16,0-1-5-16,0 1 10 15,-1 0 1-15,0 0-6 16,0 0 1-16,-1 0 5 0,-2 0-3 16,-2 0-3-1,-2 0 3-15,-2 0 2 0,-1-1-1 16,-4 0 4-16,-1 0 1 16,-1 1 3-16,-3-2-5 15,-1 1-1-15,-2 0 3 16,-1 0-3-16,-3 1-1 15,0 0-10-15,0 0 5 16,0 0 0-16,0 0-4 16,0-1-2-16,-1 0-27 15,-14-3-117-15,1 1-317 16,-3-2-504-16</inkml:trace>
  <inkml:trace contextRef="#ctx0" brushRef="#br0" timeOffset="133911.0032">13069 5519 2371 0,'0'0'493'0,"0"0"-429"16,0 0-31-16,0 0-10 15,0 0-23-15,0 0-129 16,-40 19-359-16</inkml:trace>
  <inkml:trace contextRef="#ctx0" brushRef="#br0" timeOffset="136399.1662">12110 6889 1650 0,'0'0'375'0,"0"0"-156"0,0 0-22 15,0 0-26-15,0 0-28 16,0 0-86-16,9 16 67 15,0-2 28-15,2 2-48 16,0-1-40-16,2-1 8 16,0-2-15-16,0-5 7 15,2-4-23-15,3-3 14 16,10-8 1-16,16-17 16 16,17-17-9-16,9-9-9 15,0-2-9-15,-6 4-12 16,-9 8-18-16,-10 9-8 0,-10 9 2 15,-11 6-1-15,-3 3-8 16,3-2 0-16,-1-1 2 16,0 1-2-16,-5 4 1 15,-7 4-1-15,-6 3 0 16,-5 5-17-16,-1 3-91 16,-33 19-86-16,1 1-321 15,-9 0-667-15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32:41.0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10278 2353 773 0,'0'0'785'0,"0"0"-597"16,0 0-46-16,0 0-11 16,0 0 14-16,0 0-31 15,0 0-36-15,0 0-23 16,0 0-17-16,0 0-3 16,4 1 11-16,2 0 30 15,3 2 6-15,1-1-12 16,5 0-23-16,0 2-9 15,4-1 7-15,1 0-17 0,1 0 14 16,2 1-6-16,0-1-17 16,0-1 1-16,3 1 0 15,0-2 1-15,3-1 3 16,0 0-6-16,1 0-4 16,-2 0-4-16,0 0 4 15,-2-1 23-15,0-1-4 16,0 0-16-16,0 1-7 15,1-1 4-15,-2 1-7 16,1-1-6-16,0 2 8 16,-1-2-3-16,1 1-4 15,-1-1 10-15,-1 0-11 0,-1 2 5 16,-2-1-5-16,-2-1 5 16,-1 1-5-16,-2 1 0 15,-3-2 0-15,0 0 0 16,-3 2 0-16,-2-1 0 15,-1-1 1-15,-3 2-1 16,-1-1 0-16,-2 1 0 16,0 0 1-16,-1 0 0 15,0 0 0-15,0 0-1 16,0-2-1-16,-6-5-37 16,-2 0-419-16,0-3-651 0</inkml:trace>
  <inkml:trace contextRef="#ctx0" brushRef="#br0" timeOffset="1546.2542">12286 2309 1077 0,'0'0'296'16,"0"0"-20"-16,0 0-28 16,0 0 3-16,0 0-60 15,0 0-62-15,0 0-13 0,-1 0-16 16,1 0-4-16,0 0 9 15,0 0-24-15,0 0-35 16,0 0-13-16,3 0-9 16,7 0 0-16,3 3 25 15,4 1-10-15,3 0-10 16,2 0-8-16,0-2 10 16,0 1-14-16,1 0-1 15,0-1-4-15,0 1 0 16,0-2-4-16,-1 1 3 15,-1 0-3-15,-2-2-1 16,-2 1-1-16,0-1 2 16,-3 0-1-16,0 0 4 0,-1 0-2 15,1 0 0-15,0 0-3 16,1-2-5-16,1-1 6 16,1 2-5-16,0-1-1 15,1 1 5-15,0 0-5 16,0 0 0-16,1-1-1 15,0 2 2-15,1 0 8 16,-1 0-4-16,-2 0-5 16,0 0 0-16,-1 0 0 15,-2 0 0-15,0 0 0 16,1 0 0-16,0 0 0 16,0 0 5-16,3 0 0 15,-1 0 0-15,1 0 0 0,-1 0-4 16,2 0 5-1,1 0-5-15,0 0-1 0,2 0 7 16,-1 0-7-16,2 0 5 16,0 0 0-16,0 0-6 15,-1 0 2-15,0 0-2 16,-2 0 1-16,-1 0 1 16,0 0-1-16,-1 0 5 15,0 0-6-15,-1 2 4 16,0-2-2-16,0 0-2 15,0 1 1-15,-1 0 7 16,0-1-7-16,2 0 5 0,-2 0-5 16,0 0 0-1,1 0 0-15,0 0 0 16,0 0 16-16,2 0-2 0,-1 0-5 16,1 0 1-16,0 0-10 15,-1 0 0-15,-1 0 5 16,-1 0-4-16,0 0 13 15,-2 0 3-15,-1 0-5 16,-1 0-2-16,1 0-1 16,-1 0 5-16,3 0-1 15,0 0-5-15,0 0 9 16,0 0-6-16,0 0 4 16,-1 0 1-16,1-2-4 15,-2 2 5-15,0-2-1 16,-3 1-4-16,-2 1 1 0,-3-1-2 15,-1 0-3-15,-1 1-3 16,-1 0 0-16,-1 0-5 16,0 0 5-16,0 0-5 15,0 0 1-15,-1 0-1 16,0 0 5-16,0 0-6 16,0 0 0-16,0 0 1 15,0 0-1-15,0-1 0 16,0 1-9-16,-27-1-67 15,-2 0-214-15,-11-2-914 0</inkml:trace>
  <inkml:trace contextRef="#ctx0" brushRef="#br0" timeOffset="6060.214">9771 3589 1249 0,'0'0'315'0,"0"0"-110"16,0 0-45-16,0 0-38 16,0 0-11-16,0 0 83 15,41 0-43-15,-7 0-23 16,19 0-10-16,17 0 0 15,11-4 13-15,5-2-23 16,-1-1-26-16,-1-3-10 16,3 1-10-16,2-2-12 15,-5-1 0-15,-5 3-23 16,-9 0-3-16,-10 2-3 16,-14 1 1-16,-14 2-10 15,-10 1-3-15,-8 1-3 16,-1 1-5-16,-4 1-1 15,-3 0 0-15,-10 3-84 0,-10 5-195 16,-6 4-521-16</inkml:trace>
  <inkml:trace contextRef="#ctx0" brushRef="#br0" timeOffset="7790.5866">10365 2416 871 0,'0'0'263'16,"0"0"-136"-16,0 0 34 0,0 0-36 15,0 0 22-15,0 0-12 16,0 0-14-16,1-1 15 15,10 1-9-15,3 0-20 16,4 0-22-16,6 1 5 16,11 2-24-16,11 0 10 15,14 1-18-15,2 0-17 16,1-1-17-16,-4 0 25 16,-3-1-4-16,1-2-5 15,4 0 11-15,-1 0-11 16,-1-3 4-16,-1-2-9 15,-3 0-8-15,-5 0-4 16,-11 0-5-16,-9 1-5 16,-9 2 8-16,-3-1-3 0,-1 0-10 15,1-1-2-15,1 0 0 16,-2 1 4-16,-1-1 16 16,0-1-10-16,-1 1 8 15,1 0-9-15,-1 0-6 16,0 1-3-16,-2 1 0 15,-1-2 0-15,-2 2-5 16,-2 1-1-16,-2 0 1 16,-2 0-1-16,-2 1 0 15,-1 0 1-15,0 0-1 16,-1 0 1-16,0 0-1 16,0 0 0-16,0 0-1 15,0 0-11-15,0 0-9 16,-3 0-84-16,-23 1-179 15,-1 2-395-15,-3-2-871 0</inkml:trace>
  <inkml:trace contextRef="#ctx0" brushRef="#br0" timeOffset="16217.5577">1732 5324 461 0,'0'0'266'0,"0"0"-169"16,0 0-64-16,0 0 19 15,0 0-26-15,0 0 40 16,38-2-6-16,-22-1-4 15,3 0-4-15,1-1 0 16,2-1-23-16,0 0-14 16,-1 2-5-16,1 1-9 15,-7 1-1-15,-6 1-65 0</inkml:trace>
  <inkml:trace contextRef="#ctx0" brushRef="#br0" timeOffset="16405.0589">1714 5451 1008 0,'0'0'114'15,"0"0"-91"-15,0 0-7 16,0 0 5-16,0 0-7 16,0 0 21-16,39-10 55 15,8-4-60-15,18-1-20 16,-6 2-10-16,-8 1-85 0</inkml:trace>
  <inkml:trace contextRef="#ctx0" brushRef="#br0" timeOffset="19074.9497">12256 5212 772 0,'0'0'320'0,"0"0"-127"16,0 0-23-16,0 0-21 16,0 0-4-16,0 0-27 15,-3 0 4-15,3 0-30 16,0 0 4-16,0 0-3 16,0 0-6-16,0 0-17 15,0 0-24-15,0 0-14 16,0 0-5-16,2 0-3 15,4 0-2-15,0 0 7 16,2 1 9-16,2 0 1 16,0 0-5-16,3 1-5 15,0-1 8-15,0 0 0 16,0 0 1-16,0-1-10 0,0 0-3 16,-3 0 1-16,2 0 5 15,-2 0-8-15,0 0-5 16,-1 0-6-16,1 0 6 15,-1 0 1-15,1 0-1 16,-1 0 3-16,0 0-5 16,1 0-4-16,-1 0 0 15,3-1-3-15,-2 0 12 16,3 1-6-16,-2 0 2 16,1-1-5-16,0-1-2 15,-1 2 2-15,1-2-3 16,0 2-1-16,1-1 7 15,-1-1-2-15,2 1-3 0,-1 1-9 16,-2-2 7-16,1 2-2 16,-2 0-5-16,0-1-1 15,0 1 0-15,-1 0 1 16,2-1-1-16,-1 1 1 16,2 0 0-16,-1 0 0 15,0 0 0-15,0-1 6 16,0 1-6-16,1 0 5 15,0 0-4-15,1-1 4 16,-1 1-5-16,2-1 7 16,0 1-6-16,0 0 5 15,2 0-6-15,-1-1 0 16,1 1 8-16,-1-1 4 0,-1 0-2 16,-1 0-2-16,1 0 0 15,-2 0-3-15,0 1-5 16,0-1 7-16,1 0-1 15,-1 1 1-15,0 0-7 16,1-1 7-16,0 1-2 16,1 0 0-16,1 0 3 15,0 0-8-15,0 0 6 16,2 0-1-16,-1 0-4 16,1 0-1-16,-1 0 7 15,1 0-2-15,-1 0-5 16,-2 0 0-16,1 0 5 15,0-1-5-15,0 0 0 16,-1 0 10-16,2 0-3 0,0 0-7 16,1-1 9-16,1 1-3 15,0 0-1-15,-1-1 0 16,0 1 0-16,0 0-4 16,0-1 7-16,-2 1-8 15,-2 0 12-15,2-1-12 16,-2 1 8-16,1 0-2 15,1-1-5-15,1 1 10 16,0 0-6-16,1-1 12 16,2 0 0-16,0 1-9 15,1 0 9-15,-1-1-2 16,1 1 1-16,-3 0-2 16,0-1-2-16,0 2 1 0,-1-2-2 15,-1 0 4-15,0 0 2 16,0 1 0-16,-2-1 0 15,0 0-6-15,-2 0 0 16,-1 0 2-16,0 0 1 16,-1 0 6-16,-1-1-2 15,1 1-2-15,0 0 7 16,-1-1-2-16,2 0-1 16,-2 0-4-16,0 1-2 15,-1 0-2-15,-1 1 2 16,-3 0 3-16,0-1-18 15,-2 1 0-15,2 0 0 16,-3 1 0-16,2 0 0 0,0-1 0 16,-2 1 0-1,1 0 0-15,0-1 0 0,-1 1 0 16,1 0 0-16,-1 0 0 16,0 0 0-16,0 0 0 15,0 0 0-15,0 0 0 16,0 0 0-16,0 0 0 15,-3 0 0-15,-4 0-60 16,-4 0-99-16,-13 0-78 16,3 2-254-16,0 3-386 0</inkml:trace>
  <inkml:trace contextRef="#ctx0" brushRef="#br0" timeOffset="21401.5056">5754 5157 1588 0,'0'0'210'0,"0"0"-173"16,0 0-31-16,-30-35-6 15,26 31 10-15,3 2-9 16,0 2-1-16,1 2-32 16,0 10-85-16,3 10 69 15,6 12 48-15,0 0 13 16,-3-1 30-16,0-6 43 15,-2-7-3-15,-1 1-34 16,-1 1-35-16,-2-5 1 0,0-4-14 16,-1-4 6-16,-7-4-7 15,-1-5 6-15,-3 0-4 16,0-6-1-16,-2-4 0 16,1-4-1-16,0-2 2 15,3 2 9-15,3 1-1 16,1 2-10-16,5 4 1 15,1 3-1-15,0 3-8 16,7 1 7-16,4 1-5 16,4 6 6-16,3 1 0 15,2 1 1-15,2 0 15 16,1-2 0-16,0-2-3 16,0-2-6-16,0-3-5 15,-3 0 4-15,-2-2 2 0,-6-4-8 16,-3-1 0-16,-6-2 1 15,-3 0 6-15,0-2 1 16,-2-2-8-16,-4 2 13 16,-1 3 12-16,2 2 7 15,1 3-5-15,0 3-15 16,-1 6-12-16,-1 8 0 16,-1 5-2-16,1 5 2 15,4 1-6-15,10 6 4 16,8-5-320-16,7-8-1078 0</inkml:trace>
  <inkml:trace contextRef="#ctx0" brushRef="#br0" timeOffset="22199.6486">7222 5116 160 0,'0'0'1039'0,"0"0"-704"15,0 0-19-15,0 0-56 16,0 0-13-16,0 0-153 15,0 0-59-15,-11-22-22 16,11 28-11-16,0 5-1 16,0 4-1-16,0 4 8 0,0 0 8 15,3 1 18-15,-1-2-7 16,0 0-1-16,-1-3-7 16,-1-3-12-16,0-2 2 15,0-3-8-15,-3-2 0 16,-3-2 0-16,-3-3 1 15,0-1-1-15,-3-7-1 16,2-4 1-16,0-1-1 16,2 0 1-16,2 2 5 15,3 4-6-15,1 3 1 16,2 3-2-16,0 1-6 16,3 0-5-16,7 8 2 15,3 1 9-15,2 2 1 16,2 0 1-16,3-1 7 15,-1-3-7-15,0-2 0 0,-2-4 0 16,-1-1 0-16,-4 0 0 16,-2-8-1-16,-3-2 1 15,-3-1-1-15,-2-2 0 16,-2 1 1-16,0 0-1 16,-2 2 0-16,-2 4 2 15,0 3 8-15,2 3 5 16,-2 3-6-16,-1 10-9 15,-2 7 0-15,1 4 0 16,2 4 0-16,4 9-1 16,4-8-164-16,4-6-598 0</inkml:trace>
  <inkml:trace contextRef="#ctx0" brushRef="#br0" timeOffset="23010.9182">8808 5119 1192 0,'0'0'404'0,"0"0"74"16,0 0-276-16,0 0-46 16,0 0-67-16,0 0 3 15,-16 54 2-15,15-30-12 16,1 1-19-16,0-1-30 15,0-2-11-15,0-4-15 16,0-3 1-16,0-4-7 16,0-5-1-16,0-2 1 15,0-3 0-15,-3-1-1 16,-4-2-5-16,-3-6-25 16,1-5 3-16,-2-1 12 15,3 0 5-15,2 1 10 16,2 5 0-16,2 2 1 15,1 4 2-15,1 2-3 16,0 1-20-16,5 7 20 0,5 3 0 16,0 1 8-16,4-1-2 15,0-1-6-15,0-2 1 16,0-2 0-16,-1-2-1 16,-2-3 1-16,-2-1-1 15,-1 0 0-15,-1-4 7 16,-2-3-1-16,-2-3 0 15,-1-1-5-15,-1 2-1 16,0 2 8-16,-1 2-7 16,0 5 14-16,0 0 4 15,0 6-18-15,0 7-1 16,-2 5 0-16,0 1 2 16,2 4-2-16,2 6-1 0,7-6-126 15,1-5-440-15</inkml:trace>
  <inkml:trace contextRef="#ctx0" brushRef="#br0" timeOffset="23917.5823">10279 5262 606 0,'0'0'563'0,"0"0"-206"16,0 0-6-16,0 0-26 15,0 0-54-15,0 0-45 16,0 0-28-16,-9-12-63 16,8 12-72-16,1 2-33 15,-1 7-23-15,1 4-7 16,0 5 11-16,0 0-11 15,0 1 1-15,0-2-1 16,0-2 0-16,0-3 1 16,0-4-1-16,0-3 0 0,0-2-8 15,0-2-25 1,-2-1-6-16,-5-1-20 0,-1-6 3 16,-2-4 4-16,-1-2 37 15,1 0 15-15,2 0 2 16,4 3 6-16,0 3 6 15,2 3 16-15,1 3-5 16,1 1-23-16,0 0-2 16,3 5-9-16,5 3 9 15,4 2 0-15,2 3 0 16,3-1 0-16,0-2 0 16,0-2 1-16,0-3-1 0,-2-4 1 15,-2-1 0-15,-1 0 0 16,-4-5-1-16,0-4 0 15,-3-2-10-15,-1-3-24 16,-2 0-5-16,0 0 17 16,-2 3 13-16,0 3 9 15,0 3 4-15,0 5 23 16,0 0-9-16,-1 5-18 16,-3 7 0-16,-1 6 0 15,-2 5-1-15,-1 4 0 16,-2 6-12-16,-7 11-144 15,3-6-336-15,-3-6-779 0</inkml:trace>
  <inkml:trace contextRef="#ctx0" brushRef="#br0" timeOffset="39509.8182">10259 4693 740 0,'0'0'117'0,"0"0"1"16,0 0 47-16,0 0 12 16,0 0-57-16,0 0-2 15,-2-8-10-15,2 6-24 16,2 2-27-16,3 0-1 15,3 0 57-15,2 0 2 16,4 0-23-16,1 0-14 16,4 0-17-16,1 1-7 15,1 2-3-15,2 0-16 16,2 0-8-16,1 0 0 16,1-1-12-16,2 1 9 0,2-1-2 15,1-1-1 1,0-1 0-16,0 0-4 0,0 0 6 15,-2 0-5-15,1-1-5 16,0-3 9-16,-2 1-5 16,2-2 2-16,0 2 1 15,-1 0-4-15,0 1-4 16,0 0 1-16,0 0-7 16,-1 0 2-16,1 0-7 15,-1 1 0-15,-1-1 0 16,2-1 7-16,-1 1-2 15,0 0 3-15,-1 0 3 16,0-1 6-16,-1 0-1 0,-1 0 3 16,1 1-4-16,0-2-1 15,2 1 3-15,-1 0-1 16,-1-1-1-16,1 1 1 16,-1-1-4-16,0 1 8 15,-2 1-3-15,0-2-9 16,-2 3-2-16,-1-1 4 15,-1 1-1-15,-2-1-4 16,-2 0 8-16,0 1 8 16,-1 0 11-16,1 0-6 15,-1 0 2-15,0-1-10 16,-2 0-8-16,0 2 5 16,-2-1-4-16,-2 1 3 0,-2 0 8 15,0-1-4-15,-3 0 6 16,-1 1-5-16,-1 0 7 15,-1 0-12-15,-2 0 7 16,1 0-7-16,-1 0-14 16,0-1 14-16,0 1-9 15,0 0-4-15,0 0 4 16,0 0-5-16,0 0-1 16,0 0 0-16,-8 0-66 15,-3 0-198-15,-5 0-604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33:37.6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2296 2360 594 0,'66'-3'229'0,"-4"0"-45"0,-2-1-98 16,-1-1 23-16,-3 1-8 16,-4-2-33-16,-1 0-7 15,-5-1-4-15,-9 1-3 16,-8-1 4-16,-9 3-17 15,-2-1-21-15,0 0-1 16,1 0 4-16,-1 0-5 16,-5 0-11-16,-1 2-1 15,-6 0 1-15,-4 2-6 16,0 0 0-16,-2 1 5 0,0 0-6 16,-19 16-13-16,-1 2-91 15,-6 2 7-15</inkml:trace>
  <inkml:trace contextRef="#ctx0" brushRef="#br0" timeOffset="4466.9486">12731 2279 998 0,'0'0'362'16,"0"0"-69"-16,0 0-62 16,0 0-24-16,0 0-39 15,0 0-60-15,-1 0-29 0,1 0-2 16,0 0-12 0,0 0-28-16,1 0-19 0,3 0-7 15,1 0 7-15,3 0 1 16,2 2 20-16,1 0-9 15,3 0 2-15,2 0 18 16,2 0-10-16,1 0-7 16,1-2-9-16,1 1-12 15,-1-1-3-15,1 0 6 16,-2 0 6-16,-1 0 7 16,-2 0 0-16,-1 0-7 15,-1 0-10-15,-1 0-5 16,0 0 6-16,0 0-6 15,0 0 0-15,1 0 1 16,0 0 2-16,1-1 3 0,2-1-3 16,0 1-3-1,1 0-4-15,0 0 4 0,1 1-5 16,-1-1 0-16,1 1 6 16,0 0-6-16,-2 0 5 15,2 0-4-15,-2 0-2 16,1 0 13-16,0 0-12 15,0 0 9-15,0 1-10 16,-1 0 0-16,1 0 1 16,0 0 7-16,-2 0-3 15,1 0-4-15,-1 0 3 16,0 0-4-16,-1 1 0 0,0-2 5 16,1 1 2-16,-1 0 2 15,0-1 11-15,0 1-13 16,1 0 5-16,0-1-10 15,2 0 6-15,0 0-7 16,1 0-1-16,1 0 6 16,1 0 0-16,-1 0 6 15,0 0-2-15,1 0-8 16,-2 0 5-16,-1 0-5 16,-1 0 4-16,0 0-6 15,-1 1 1-15,-3 0-1 0,0-1 1 16,0 2 4-1,-2-2-4-15,0 2-1 0,-1-2 9 16,-1 1-3-16,1 0-5 16,-1-1 0-16,1 1 9 15,1 0-1-15,-1-1-1 16,1 0-8-16,2 0 14 16,0 0-13-16,2 0 12 15,1 0-11-15,2 0 7 16,1 0 4-16,1 0-4 15,0 0 0-15,0 0-8 16,0 0 12-16,0 1-12 16,-2-1 1-16,-1 1 8 15,-1-1-8-15,-3 0-1 16,-1 0 11-16,-1 0 6 0,-2 0-1 16,2 0-5-16,-1 0 4 15,1 0-2-15,1 0-1 16,1-1-5-16,0-1-2 15,0 0-5-15,-1 0 5 16,-1 0 0-16,-1 0-5 16,-1 1-1-16,-1-1 1 15,0 1 6-15,-1 0-6 16,0 0 7-16,-1-1-1 16,-2 2 1-16,-1 0-7 15,-2 0-1-15,0 0 8 16,-1 0-8-16,0 0 1 15,0 0 0-15,0 0 0 16,0 0 0-16,0 0 0 16,0 0-1-16,0 0-9 0,-4-1-14 15,-30 1-47-15,2 0-170 16,-11-2-916-16</inkml:trace>
  <inkml:trace contextRef="#ctx0" brushRef="#br0" timeOffset="9124.1053">10666 2392 1043 0,'0'0'176'15,"0"0"-19"-15,0 0 14 16,0 0 29-16,0 0 27 16,0 0-38-16,-4-9-25 15,4 9-56-15,1 0-35 0,4 0-34 16,3 0-4-16,6 2-5 15,2 3 16-15,4 1-13 16,3 1 10-16,1-3-10 16,2 2-5-16,1-2 8 15,2-1-3-15,2-1-13 16,-1-1 29-16,1-1-28 16,1 0-6-16,-1 1 4 15,1-1 4-15,1 0-7 16,0 0-2-16,0 0 12 15,0 0-6-15,0 0-14 16,-2 0 3-16,0 0 7 0,-1 0-8 16,0 0-2-16,2 0 4 15,0 0 5-15,-1 0-6 16,0 0 12-16,-1 0 3 16,-1 0-6-16,-1 0-9 15,0 0-9-15,1 0 15 16,1 0-3-16,-1 0 0 15,1 0-12-15,0 0 6 16,1-1 2-16,-1 0 2 16,-1-2-9-16,-1 0 5 15,-1 0-4-15,-1 1 16 16,-3-2-2-16,-1 1-9 16,-4 2 1-16,-2-2-2 0,-2 1-6 15,-2 0 9-15,-2 1 0 16,1-1-3-16,-1 0 3 15,0 0-9-15,1-1 0 16,0 1 8-16,0 0-8 16,0-1 0-16,1 0 0 15,1 1 0-15,0-1-1 16,2 0 1-16,2 1 13 16,3-2-12-16,1 1-1 15,1-1 7-15,-1 1 1 16,-1 1 1-16,-3-2-2 15,-4 3-1-15,-3-1-5 16,-3 1 0-16,-3 1 5 0,-2 0-5 16,-1 0 0-16,-1 0 0 15,1 0 0-15,-1 0 5 16,0-1-6-16,0-2-12 16,-25-8-10-16,0 0-252 15,-12-6-1033-15</inkml:trace>
  <inkml:trace contextRef="#ctx0" brushRef="#br0" timeOffset="13666.0831">9367 3583 3 0,'0'0'848'15,"0"0"-581"-15,0 0-64 16,0 0-74-16,0 0 3 16,0 0 2-16,0 0-40 15,-2 0-24-15,3 0-7 0,3 0 29 16,2 0 26 0,1 0-14-16,2 0-19 0,3 0-20 15,2 0 11-15,3 2 1 16,2 0-29-16,2 0-8 15,-1 0 2-15,1 0 2 16,-1 0-15-16,0 0-9 16,0 1 3-16,0 0-1 15,-1 1 8-15,1-2-6 16,-2 2-5-16,0-2-5 16,2 1 1-16,0-1 1 15,1-1 1-15,1-1-2 16,0 1 0-16,-2-1-5 15,2 0-4-15,-1 0-5 16,2 0 14-16,0 0-13 0,0 0 8 16,0 1-1-16,0 0 1 15,0 0-9-15,1 1 13 16,-1-1-14-16,0 0 2 16,0 1 11-16,0-1-13 15,0 1 1-15,2-1 13 16,-1 1-14-16,1-2 9 15,1 2-3-15,0-1 0 16,1 0-6-16,-1 0 9 16,1 0 0-16,-1 1-1 0,2-2-1 15,-1 1 2 1,2 0-7-16,0-1 7 0,2 0 9 16,-1 0-9-16,0 0 1 15,-1 0-9-15,0 0 0 16,-2 0 8-16,0 0-7 15,0 0 11-15,-1 0-5 16,1 0-7-16,0 0 7 16,-1 0-2-16,1 0-5 15,-1-1 5-15,0 0 0 16,1 0 1-16,-2 0-1 16,1 1-4-16,-1-2-2 15,1 2 1-15,0-2 5 0,0 0 0 16,2 0 6-1,-1 0-11-15,2 0 8 0,0 0 0 16,0 1-8-16,0 0 8 16,-1-1 3-16,-2 1-10 15,1-1 5-15,0 1-7 16,1-1 1-16,0 0 11 16,-1 0-12-16,0 0 2 15,0 1 10-15,-2 0-5 16,0-1 1-16,-1 1-8 15,1 1 0-15,-1 0 0 16,1 0-1-16,0 0 1 16,-1 0 0-16,1 0 0 15,0 0 0-15,0 0 1 16,0 0 5-16,2 0-6 0,-2 0 1 16,0 0 8-16,0 0-8 15,0 0-1-15,0 0 2 16,0 0 4-16,-1 0 4 15,0 0-8-15,-1 0 7 16,2 0-2-16,0 0-1 16,1 0 5-16,1 0-10 15,-1 0-1-15,1 0 1 16,0 0-1-16,0-1 0 16,0 1 1-16,-1-1 10 15,-1 0-11-15,0 1 0 16,-1 0 1-16,0 0-1 0,-1-1 9 15,-1 1-9 1,1 0 7-16,-1-1-7 0,1 1 1 16,-1 0-1-16,1 0 5 15,0-1-4-15,0 0 0 16,0 1 0-16,0 0 0 16,-1 0 1-16,0 0-2 15,-1 0 0-15,-2 0-2 16,1 0 2-16,0 0-1 15,0 0 2-15,2 0-2 16,1 0 1-16,0 0-1 16,3 0 1-16,1 2 0 15,0-1 0-15,2 0 2 0,0 1 11 16,0-1-1 0,-1 2-3-16,0-1-7 15,0 0-1-15,-2 0 17 0,1-1-5 16,-1 0-4-16,-3 0 2 15,-1 0-1-15,-2-1 2 16,-2 0 0-16,-1 0-1 16,-1 0-4-16,-2 0 10 15,-2 0-2-15,-1 0-5 16,-2 0 4-16,-3 0-1 16,1 0 1-16,0 0-2 15,-1 0 1-15,1 0-5 16,0-1-2-16,0 0 3 15,0 0-8-15,0 0 0 16,-1-1 5-16,-1 2-6 0,-1-2 1 16,-1 2 0-1,0-1 1-15,0 0 6 0,-1 1-8 16,-1 0-1-16,0 0 1 16,-1 0 0-16,1 0 0 15,-1 0 1-15,0-1-1 16,0 1-1-16,-5-1-71 15,-30 1-72-15,1 0-384 16,-9 0-694-16</inkml:trace>
  <inkml:trace contextRef="#ctx0" brushRef="#br0" timeOffset="16009.831">1945 5197 734 0,'0'0'187'0,"0"0"-125"15,0 0-8 1,0 0 8-16,0 0 0 0,0 0-8 15,5 2-18-15,4-2 31 16,5 0 18-16,4 0-22 16,5-4-18-16,3-2-10 15,3 1-9-15,3-3-9 16,1 2-9-16,-2-1 2 16,-3 2-9-16,-6 3-1 15,-8 2-15-15,-8 4-79 16,-6 2-30-16</inkml:trace>
  <inkml:trace contextRef="#ctx0" brushRef="#br0" timeOffset="16228.4208">1917 5341 1242 0,'0'0'181'0,"0"0"-120"16,0 0 12-16,0 0 56 15,0 0-67-15,0 0-24 16,0 0 11-16,56-27-11 16,-33 17-13-16,6 2-9 15,7-1-7-15,9 3-9 16,3 2-13-16,-7 2-97 16,-13 1-1262-16</inkml:trace>
  <inkml:trace contextRef="#ctx0" brushRef="#br0" timeOffset="19129.7038">12876 5107 339 0,'0'0'590'0,"0"0"-503"0,0 0 41 15,0 0 56-15,0 0-1 16,0 0-50-16,-8-3 7 16,8 2-10-16,0 1-4 15,0 0-35-15,0 0-42 16,0 0-20-16,0 0-7 16,0 0-3-16,0 0 5 15,0-1-9-15,1 1-3 16,4 0 4-16,1 0 23 15,3 0-4-15,3 0 8 16,4 0-7-16,0 0-4 0,1 0 1 16,0 1-12-16,2 1 9 15,0-2-11-15,1 2 2 16,1-2 3-16,0 0 1 16,1 0 2-16,0 0-12 15,0 0 4-15,-1 0 8 16,-1 0 4-16,0 0 69 15,-2 0-35-15,0 0-11 16,-1 1-30-16,0-1-1 16,1 0-6-16,-1 0-2 15,0 0 1-15,0 0 2 16,0 0-4-16,0 0-1 16,1 0-5-16,0 0 5 0,2 0-12 15,-2 0 14-15,2 0 0 16,-3 1-9-16,1-1-6 15,0 0 1-15,-1 0 0 16,1 0 17-16,0 0 4 16,1 0-11-16,0 0-4 15,-1 0 5-15,1 0-6 16,1-2 5-16,0 2-4 16,1-2 5-16,0 0-3 15,-1 2-2-15,0-1-5 16,-3 1-1-16,-1 0 7 15,1 0-7-15,0-1 0 16,-1 1 1-16,0 0 5 16,1-1-7-16,-1 1 2 15,0 0 11-15,1-1-7 0,0 1-5 16,1-1 1-16,0 0 5 16,-2 1 10-16,2 0-17 15,-1 0 12-15,-2-1-12 16,0 1 2-16,-1-1 7 15,-1 1 3-15,-1 0-3 16,-1-1-9-16,-1 0 9 16,1 1-8-16,0 0 14 15,0-1-3-15,0 0-6 16,1 1-4-16,1 0 8 16,-1 0-1-16,2-1 2 15,-1 0-4-15,-1 1-1 16,0 0 0-16,-1-1-5 0,-2 0 0 15,2 1 0 1,-2-1 0-16,0 0-1 0,-1 0 8 16,1 0-2-16,-2 0 4 15,0-1 4-15,1 1 2 16,-1-1-2-16,-1 2 2 16,-1-2-2-16,0 2-7 15,-1-1 2-15,0 0-3 16,-2 0-5-16,-1 1 1 15,0 0-1-15,-1 0 1 16,0 0 4-16,0 0-5 16,0 0 0-16,0 0-1 0,0 0 0 15,0 0 0 1,0-1 0-16,0 1-11 0,-2-2-20 16,-7 0-83-16,-18 1-171 15,2-1-445-15,-3 1-549 0</inkml:trace>
  <inkml:trace contextRef="#ctx0" brushRef="#br0" timeOffset="23456.9363">10732 4551 584 0,'0'0'350'15,"0"0"-136"-15,0 0-74 16,0 0-67-16,0 0-37 16,0 0-16-16,0 0-5 15,-2 0-8-15,2 0-5 16,0 0 0-16,0 0 4 16,0 0 3-16,6 0 19 15,2 3 30-15,3 0-7 16,3-1 1-16,2 0 28 15,3 0-17-15,1-1 3 16,2 0 38-16,0 0-33 16,0 0-35-16,0 1-13 0,-1-1-2 15,1 0-1-15,-1 1 13 16,-1-1 13-16,2 0-24 16,-1-1-2-16,-1 0 6 15,1 1-9-15,0-1-11 16,-1 0-5-16,0 0 10 15,-1 0 17-15,1 0 16 16,0 0-30-16,-2 0 2 16,0 0 14-16,0 0-19 15,0 0 3-15,-1 0-4 16,0 0 2-16,2 0 1 16,-2 0-5-16,0 0-7 15,-1 0 11-15,3 0-1 16,-2 0-4-16,1 0 6 0,0-1 16 15,-1 1-8-15,1 0-14 16,0-1 0-16,-1 0-1 16,0 0-6-16,1 0-5 15,-3 0 5-15,-1 0 6 16,0 0 15-16,0 0-12 16,0 0-3-16,1 0-5 15,1-1 9-15,0 0-9 16,3 0-1-16,0 1 1 15,1-1 0-15,1 1 0 16,0-1 10-16,-1 1 3 16,-2 0 1-16,0 0-7 15,-1 0 2-15,-1 1-10 0,-2-1 1 16,0 0-1-16,0 1 5 16,0-1-5-16,0 0 0 15,0 1 1-15,2-2 22 16,-1 2-6-16,0-1-6 15,0 0 4-15,-1 1-5 16,1 0-9-16,-3 0 7 16,1-1 2-16,0 0 1 15,-1 1-2-15,1 0 1 16,-1-1 4-16,2 0-13 16,-1 1 12-16,0 0 5 15,1-1-6-15,-1 0-3 0,1 1-1 16,-2 0-1-16,2-1-1 15,-2 0-6-15,0 1-1 16,0 0 1-16,2 0 6 16,-1 0 5-16,0 0 16 15,0 0-8-15,-2-1-10 16,1 1 3-16,-3 0-12 16,0 0 11-16,-1 0-10 15,0-1 0-15,0 0 5 16,-1 0 6-16,0 1-6 15,0-1 1-15,0 0-7 16,0 1 6-16,0-1 6 16,-1 0-6-16,-1 1 0 15,-1 0-1-15,0-1-5 0,-1 1 0 16,-1 0 10-16,-1 0-9 16,-1 0 4-16,0 0-5 15,0 0 0-15,0 0 0 16,0 0 0-16,0 0 0 15,0 0 0-15,0 0 0 16,0 0-10-16,-1 0-5 16,-8 0-39-16,-21 0-32 15,0 0-161-15,-5 2-681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34:32.9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3301 1093 212 0,'0'0'1353'15,"0"0"-1144"-15,0 0 16 16,0 0-24-16,0 0-3 15,0 0-69-15,-7 0-53 16,18 14-19-16,2 5 5 16,4 4 23-16,3 2 3 15,-1-1-4-15,1-3-12 0,1-5-2 16,2-5-11-16,8-7-8 16,15-9 7-16,20-27-9 15,9-17 17-15,1-13 2 16,-6-5-22-16,-14 7-13 15,-7 3-33-15,-9 4 1 16,-9 3 10-16,-5 1-11 16,-6 4-18-16,-5 8-8 15,-5 10-20-15,-3 10 22 16,-3 4-5-16,1 1-1 0,-1 2-4 16,-2 4-2-1,-1 3-3-15,-1 3-12 0,0 10-37 16,-16 33-131-16,2-2 95 15,-5 7-581-15</inkml:trace>
  <inkml:trace contextRef="#ctx0" brushRef="#br0" timeOffset="22638.817">7948 1593 2136 0,'0'0'286'16,"0"0"-176"-16,0 0-36 15,0 0-47-15,5 48 47 16,9-15 77-16,2 0-27 16,0-3-37-16,-1-8-30 15,1 3-15-15,2-2-5 16,-1-4-11-16,-4-7-1 15,-2-6-5-15,-3-6 4 16,-1-2 22-16,1-18 17 16,-1-14-17-16,2-13-23 15,-3-6-8-15,-4-1-5 0,-2 5-10 16,0 14-20-16,0 9-42 16,0 13-4-16,0 6-2 15,0 4-1-15,0 3 0 16,2 0-141-16,2 11-29 15,6 15-113-15,-1-2-208 16,-1-2-449-16</inkml:trace>
  <inkml:trace contextRef="#ctx0" brushRef="#br0" timeOffset="23434.5537">8338 1544 1713 0,'0'0'348'0,"0"0"15"0,0 0-107 15,0 0 2-15,0 0-101 16,0 0-92-16,0 0-43 16,-28 29-11-16,23-5-5 15,2 0 6-15,3 1 19 16,0-3-1-16,4-1-16 15,4-5-5-15,2-3-9 16,1-6 0-16,0-4-1 16,-1-3 1-16,1-2-1 15,-2-9-16-15,-2-6-35 16,-1-3-31-16,-3-3 7 0,-2-2 21 16,-1 0 23-16,0 1 17 15,0 5 8-15,-1 5 7 16,-1 5 1-16,0 6 17 15,0 3 7-15,2 0-17 16,0 8-2-16,0 4-5 16,0 4 5-16,4 1-4 15,4 1-2-15,4-1 0 16,1-1-9-16,3-4 0 16,0-2-1-16,-1-4-1 15,-1-4-19-15,-2-2-21 0,-3 0-16 16,-2-6 31-16,-2-3 10 15,-1-3 17-15,-2 0 7 16,-1-1 1-16,0 1 0 16,-1 1 0-16,1 5 1 15,0 0 2-15,-1 2 14 16,1 4 8-16,0 0-14 16,3 0-10-16,3 3 0 15,3 2 9-15,4 0 5 16,4 1-5-16,3-2 0 15,2-1 0-15,-1-3-8 16,-1 0 1-16,-3-4 4 16,-2-3-5-16,-4-2 0 15,-4 0 8-15,-3 0-3 16,-2 1-4-16,-1 2 10 0,-1 3 76 16,0 1 0-16,0 2-38 15,2 0-37-15,3 5-7 16,1 3 12-16,3 2-4 15,0 1 5-15,-1-1-11 16,-1-1-8-16,-3-1 0 16,-1-1-54-16,-3-3-133 15,-2-2-40-15,-6-2-123 16,-4 0-502-16</inkml:trace>
  <inkml:trace contextRef="#ctx0" brushRef="#br0" timeOffset="23578.8469">8663 1398 1322 0,'0'0'181'0,"0"0"-8"16,0 0-116-16,0 0-55 15,0 0 19-15,0 0-14 16,59 40-7-16,-34-21-158 16,-3-2-474-16</inkml:trace>
  <inkml:trace contextRef="#ctx0" brushRef="#br0" timeOffset="24426.8111">8937 1465 1512 0,'0'0'220'0,"0"0"150"16,0 0-146-16,0 0-46 0,0 0-78 15,0 0-30-15,-41 8-3 16,36 6-1-16,2 2-24 15,3 1-8-15,0 0-6 16,1 0-8-16,7-3-8 16,1-4-5-16,2-3 7 15,1-3-14-15,-2-4-3 16,0 0-3-16,-2-5-38 16,-2-4-6-16,0-2-7 15,-2-3 6-15,-2 1 30 16,-1-1 20-16,-1 1 0 0,0 3 1 15,0 2 1 1,0 2 24-16,0 3 23 0,-1 1 0 16,0 2-2-16,0 0-19 15,1 0-27-15,0 5-8 16,2 3 8-16,4 2 1 16,2 1 0-16,1-2 0 15,2 2 5-15,1-4-5 16,-1-2-1-16,2-3-58 15,-3-2-29-15,0-1-41 16,-3-7-15-16,-1-4-11 16,-3-2 6-16,-1-3 34 15,-2-3 70-15,0-2 35 16,-4-3 9-16,-3 3 28 16,0 1 64-16,-1 4 27 0,1 6 57 15,3 4-45-15,1 6-43 16,3 1-50-16,0 8-32 15,1 6-5-15,5 4 0 16,5 1 0-16,0 1 0 16,3-1-1-16,-1-1 0 15,2 0 0-15,-4-4 0 16,1-3-51-16,-5-4-8 16,0-4-13-16,-1-3 26 15,-2-1 46-15,0-8 19 16,0-2-4-16,1-1 28 15,-1-1 26-15,1 2 8 0,-1 1 1 16,3 2-9 0,0 3-14-16,1 2-21 0,2 3-1 15,0 0-1-15,1 1-4 16,0 6-7-16,-2 3-3 16,0 0-12-16,-3 2-6 15,-2 0 7-15,-4 0-6 16,0 1 7-16,-3 0-2 15,-7 0 1-15,-5-1-1 16,-4 0-6-16,-2 0-27 16,-3-3-130-16,-9-1-55 15,3-3-284-15,5-5-904 0</inkml:trace>
  <inkml:trace contextRef="#ctx0" brushRef="#br0" timeOffset="26146.0076">9303 1265 111 0,'0'0'1336'0,"0"0"-820"0,0 0-167 16,0 0-67 0,0 0 16-16,0 0-129 0,0 0-100 15,9 7-17-15,6 19 2 16,3 5 3-16,2 2-11 16,-1-4-7-16,2 1 12 15,-1-2-28-15,-1-2-11 16,-4-5-8-16,-3-4-4 15,-3-4-90-15,-2-9-173 16,-4-3-260-16,-2-1-288 0</inkml:trace>
  <inkml:trace contextRef="#ctx0" brushRef="#br0" timeOffset="26527.6052">9515 1404 1955 0,'0'0'251'16,"0"0"-107"-16,0 0-18 16,0 0 39-16,0 0-34 15,48 13-44-15,-31-13-44 16,-1-6-24-16,-4-2-10 16,-3-2 3-16,-4-4-4 15,-3-1-1-15,-2-1 2 16,-2 0 2-16,-4 3-2 15,-2 3 42-15,0 4 17 16,0 5-5-16,-1 1-13 0,-1 8-11 16,-1 8-11-1,1 5 30-15,0 3-14 0,4 1-20 16,4-2 19-16,2-2 7 16,2-3-16-16,9-2-5 15,4-4 2-15,5-4-5 16,3-4-4-16,3-4-7 15,2 0-6-15,-2-8-9 16,9-9-54-16,-9 2-180 16,-5-1-652-16</inkml:trace>
  <inkml:trace contextRef="#ctx0" brushRef="#br0" timeOffset="27092.1208">10443 1510 1803 0,'0'0'268'0,"0"0"67"0,0 0-146 16,0 0 57-1,0 0-80-15,0 0-70 0,0 0-29 16,-3-13-28-16,3 13-28 16,0 1-4-16,0 2 1 15,4 2-7-15,1 1 6 16,1 0-7-16,0-1 0 15,0 1 0-15,0-3 0 16,-1 1-32-16,0-3-16 16,-1 1 2-16,-1-1 8 15,0 1 13-15,-1-1 16 16,0 1 8-16,0 1-5 16,0 0 0-16,1 2 0 15,0 1 6-15,1 1 0 0,0 1 6 16,-1 1 0-16,2 0 0 15,-1 1-5-15,0 0 0 16,0-1 2-16,-1 0-2 16,0-2 0-16,0 1-1 15,0-2-33-15,0 0-84 16,-1 0-12-16,1-2-64 16,-1-2-126-16,0-2-315 15,0 0-788-15</inkml:trace>
  <inkml:trace contextRef="#ctx0" brushRef="#br0" timeOffset="28546.0234">10743 1530 1510 0,'0'0'638'0,"0"0"-403"16,0 0-73-16,0 0-98 15,0 0-6-15,0 0-24 16,0 0-13-16,33-17-9 0,-26 10-6 15,-1-2 2-15,-2-1-7 16,-2-1 8-16,-2-1-1 16,0 1 1-16,-1 3 1 15,-5 1 0-15,0 3 29 16,0 4 12-16,-2 0-17 16,-1 4-5-16,1 6 5 15,-1 4 19-15,3 3 8 16,3 2-19-16,3 0-21 15,0 0-5-15,9-1-1 16,4-2-4-16,5-4-10 16,4-5-1-16,1-6-1 15,2-1-6-15,-1-11-107 16,-2-4-80-16,-5-3 16 0,-6-2 23 16,-4 1 57-16,-7 0 56 15,0 4 42-15,0 3 51 16,-3 4 59-16,-1 4 16 15,3 4-14-15,-1 0-58 16,1 4-34-16,1 7-4 16,0 4 12-16,0 1-1 15,2 3 6-15,3-1 12 16,2 0-17-16,-1-3-13 16,0-3-13-16,-1-3 4 15,-1-5-6-15,1-4-3 16,0-4 3-16,1-8 18 0,2-5-11 15,1-2-6 1,0 0-2-16,1 1 2 0,-2 4 0 16,0 3 0-16,-2 5 0 15,-1 5-1-15,1 1-6 16,3 2 6-16,2 6 0 16,2 2 9-16,3 0-3 15,2 0-5-15,2-2-1 16,0-2 0-16,0-3-67 15,-1-3-145-15,-4 0 15 16,-2-7-63-16,-6-5 8 16,-4-2 63-16,-3-2 136 15,0-2 53-15,-3 1 76 0,-3 2 44 16,-1 1 20 0,1 5 16-16,0 5-12 0,1 4-62 15,-2 0-47-15,0 8-27 16,0 3-7-16,-1 4 0 15,4 0 5-15,1 0-6 16,3-2-1-16,0-3 0 16,1-4-8-16,3-2-15 15,1-4-34-15,0-1 46 16,-1-8 12-16,0-2 7 16,-1-2-1-16,-1 1 2 15,-1 1 17-15,-1 3 36 16,1 3 48-16,-1 4 24 0,2 1-39 15,1 3-78 1,4 8-15-16,3 6 14 0,4 6 4 16,5 9-7-1,4 11-3-15,2 8-1 0,2 3 5 16,-3-4 16-16,-7-6-16 16,-7-11-13-16,-5-9 2 15,-5-6-2-15,0-3 0 16,-5-2-16-16,-7-2-42 15,-3-4 15-15,-3-6 19 16,0-2 6-16,2-13 0 16,2-3 9-16,6-6-2 15,7-1-1-15,1-3-7 16,8 0-32-16,7-1-32 0,4-1-35 16,2 0-73-16,0-1-15 15,-1 1-16-15,-3 0-1 16,-1 0 107-16,-6 1 53 15,-4-1 63-15,-5 2 39 16,-1 3 101-16,0 2 48 16,-5 5 9-16,0 4 56 15,1 4-84-15,1 4 7 16,2 3-19-16,1 2-63 16,0 3-67-16,0 8-25 15,6 6-2-15,6 5 13 16,1 4-7-16,3 1 3 15,-1 2-3-15,-2-1-4 0,-1-2-2 16,-5-2-157-16,-2-4-97 16,-5-7-235-16,0-4-129 15,-1-7-316-15</inkml:trace>
  <inkml:trace contextRef="#ctx0" brushRef="#br0" timeOffset="29007.0923">11395 1483 1273 0,'0'0'209'0,"0"0"40"16,0 0-123-16,0 0-90 16,0 0-35-16,42-16-1 15,-16 14 0-15,3 0-16 16,-1-1-1-16,-1-2 6 16,-5 0-8-16,-5-2-13 15,-5-1 32-15,-7-1 0 0,-5-1 36 16,0-3 58-16,-6 2 54 15,-2-2 14-15,1 4 1 16,2 2-14-16,2 5-30 16,1 2-63-16,2 6-44 15,0 7-12-15,0 7 2 16,0 4 5-16,2 1 1 16,1 1-7-16,0-2 5 15,0-3-4-15,1-6-2 16,-1-6 1-16,2-4 1 15,-1-5-2-15,3-2 0 16,1-8 46-16,1-1 27 16,1-2 11-16,-1 4 16 15,-2 3-22-15,1 2-18 16,0 4-17-16,1 0-7 0,3 4-13 16,3 4-8-16,1 3 4 15,1 0-12-15,-4-2-5 16,-1 2-2-16,2 3-73 15,-4-4-258-15,-2-3-338 0</inkml:trace>
  <inkml:trace contextRef="#ctx0" brushRef="#br0" timeOffset="29323.5459">12631 1528 2223 0,'0'0'325'0,"0"0"-146"15,0 0-123-15,0 0-27 16,0 0 47-16,8 35-19 0,-4-21-30 16,0 0-14-1,-1-2-13-15,1-1-40 0,0-6-129 16,0-2-157-16,-1-3-408 16</inkml:trace>
  <inkml:trace contextRef="#ctx0" brushRef="#br0" timeOffset="29596.1746">12584 1393 1397 0,'0'0'344'16,"0"0"-73"-16,0 0-146 16,0 0-16-16,0 0-51 15,0 0-32-15,0 0-8 16,-19 27-2-16,22-26-4 0,0-1 6 15,1 0 18-15,0-2 13 16,-1-5-26-16,1-2-9 16,-2-1-5-16,-2-2-3 15,0 0-6-15,0 0-15 16,-4 0-39-16,-1 6-44 16,0 4 10-16,3 4-101 15,1 8-303-15,1 0-286 0</inkml:trace>
  <inkml:trace contextRef="#ctx0" brushRef="#br0" timeOffset="29828.2075">12679 1262 2123 0,'0'0'275'0,"0"0"1"16,0 0-54-16,0 0-108 15,0 0-59-15,0 0-38 16,24 46-1-16,0-13 7 16,-1 1-5-16,2 2-12 15,-1-1 0-15,2 10-6 16,-1-1-183-16,-10-14-336 16,-7-13-803-16</inkml:trace>
  <inkml:trace contextRef="#ctx0" brushRef="#br0" timeOffset="30040.8618">12961 1405 2261 0,'0'0'299'16,"0"0"-205"-16,0 0-13 16,14 44 101-16,-1-19-30 15,3 5-65-15,1 0-9 16,0 1-31-16,-3 1-23 15,-3-2-15-15,-5 1-9 16,-4-3-8-16,-2-4-175 16,-2-8-158-16,-4-6-327 0,0-9-415 15</inkml:trace>
  <inkml:trace contextRef="#ctx0" brushRef="#br0" timeOffset="30258.8431">13046 1401 2105 0,'0'0'327'16,"0"0"-104"-16,0 0-38 16,0 0-10-16,13-40-67 15,3 38-65-15,4 2-13 16,0 4-6-16,-2 8 8 16,-4 4-7-16,-4 3 1 15,-8 3-10-15,-2 2-3 16,-8 2-7-16,-7 2-6 15,-15 10-23-15,5-7-241 0,-1-4-450 16</inkml:trace>
  <inkml:trace contextRef="#ctx0" brushRef="#br0" timeOffset="30514.4751">12915 1932 2718 0,'0'0'345'0,"0"0"-228"16,0 0-59-16,0 0 31 0,65-14-13 15,-17 1-36-15,-1-1-27 16,-7 4-13-16,-14 2-57 15,-5-1-118-15,-3 2-299 16,-4-2-389-16</inkml:trace>
  <inkml:trace contextRef="#ctx0" brushRef="#br0" timeOffset="30685.817">12899 2041 2721 0,'0'0'363'0,"45"1"-208"0,13-8-74 16,11-8 14-16,2-4-48 15,-7 0-47-15,-23 7-6 16,-12 2-591-16</inkml:trace>
  <inkml:trace contextRef="#ctx0" brushRef="#br0" timeOffset="42436.557">12855 2713 713 0,'0'0'916'0,"0"0"-661"16,0 0 3-16,0 0-27 15,-51-8-89-15,27 17-20 16,-2 7-1-16,-1 6 5 16,3 3-34-16,4 2-35 15,7 1-3-15,3 1-30 16,7-1-8-16,3-2-5 15,7-2 4-15,7-4-14 16,6-4-1-16,5-5-31 16,11-6-59-16,10-5-68 15,10-16-54-15,-3-10-145 16,-13 1-211-16,-16 1-445 0</inkml:trace>
  <inkml:trace contextRef="#ctx0" brushRef="#br0" timeOffset="43135.2319">13019 2714 882 0,'0'0'563'0,"0"0"-292"16,0 0 103-16,0 0-80 16,0 0-66-16,0 0-59 15,0 0-89-15,-44 4-37 16,39 13-3-16,1 1 2 16,2 2 0-16,2 0-20 0,0-2-20 15,5-3 8-15,5-2 2 16,1-5-12-16,2-4-10 15,1-4-17-15,0-1-61 16,-2-8-3-16,-2-5-8 16,-2-2 26-16,-3-2 27 15,-2-2 16-15,-3 2 20 16,0 0 9-16,0 2 1 16,-4 4 2-16,-1 5 11 15,2 4 26-15,-2 3 2 16,2 1-26-16,2 8-15 15,1 3-2-15,0 1-6 16,4 0 7-16,7-2 1 0,3-1-8 16,3-5-22-1,1-4-18-15,1-1-35 0,-2-3-70 16,-1-8 48-16,-5-2 38 16,-2-3 42-16,-5 0 25 15,-2-1 6-15,-2 2 16 16,0 2 21-16,0 4 21 15,0 5 51-15,0 4-33 16,0 0-82-16,0 5 21 16,2 6-5-16,2 2 27 15,1 2-4-15,-2 0-11 16,0-1-8-16,-2-1-8 16,0-3-2-16,-1-2 2 15,0-4-3-15,0-3 6 16,0-1 79-16,-2-5 15 0,0-7-52 15,1-3-27-15,1-4-8 16,0 1 0-16,5-1 5 16,3 4-4-16,-1 4-1 15,2 4-7-15,-1 6 3 16,4 1-6-16,-1 5-6 16,1 5 1-16,2 4-6 15,-1 2 7-15,-1 0-8 16,1 1-6-16,1-2-24 15,15 0-195-15,-4-4-146 16,0-5-394-16</inkml:trace>
  <inkml:trace contextRef="#ctx0" brushRef="#br0" timeOffset="43419.8251">14023 2360 1805 0,'0'0'290'0,"0"0"-166"16,-47 19 113-16,26 0-47 16,4 5 3-16,2 2-77 15,6 3-23-15,7 0-27 16,2-1-35-16,7-2-13 0,9-2-6 15,4-4-1-15,4-6-11 16,2-4 0-16,3-7-53 16,10-8-164-16,-6-7-292 15,-5-4-358-15</inkml:trace>
  <inkml:trace contextRef="#ctx0" brushRef="#br0" timeOffset="43803.164">14239 2409 1670 0,'0'0'291'16,"0"0"-171"-16,-21 35 43 15,15-17-2-15,2 1-33 16,1 1-52-16,2-2-17 0,0-2-11 16,1-1-26-16,0-6-11 15,0-3-10-15,0-5 8 16,0-1 15-16,0-10-2 15,0-7-7-15,0-13-9 16,2-14-5-16,2-12 0 16,3 5-1-16,-1 11 2 15,0 17 17-15,-1 13 17 16,2 2 15-16,0 4-11 16,4 4-20-16,3 1-10 15,3 12-1-15,5 7 8 16,-1 3-5-16,1 5-2 15,-3-1-9-15,-3-1 7 16,-4-3-8-16,-3-2-5 16,-4-4-88-16,-3-3-105 0,-2-4-53 15,-6-4-316-15,-2-5-441 0</inkml:trace>
  <inkml:trace contextRef="#ctx0" brushRef="#br0" timeOffset="45161.4244">14248 2345 525 0,'0'0'878'0,"0"0"-700"16,0 0 112-16,0 0-19 16,0 0-40-16,-13-34-72 0,13 34-67 15,2 3-56 1,7 10-24-16,8 5 59 0,4 6 52 16,4 2-29-16,2-1-16 15,2-1-16-15,-1-4-5 16,-3-4-22-16,-4-3-20 15,-5-4-6-15,-5-3-8 16,-4-5 9-16,-4-1 5 16,-2-7 8-16,-1-9-8 15,0-10-8-15,-2-13 1 16,-6-12-7-16,-3-3 0 16,2 8 1-16,2 12-1 15,2 17 5-15,3 7-6 0,-1 2-1 16,0 4-5-1,2 3-44-15,1 2-140 0,0 12 9 16,6 4-8-16,17 11-153 16,-2-3-217-16,2-4-319 0</inkml:trace>
  <inkml:trace contextRef="#ctx0" brushRef="#br0" timeOffset="45641.8696">14700 2290 1877 0,'0'0'250'15,"0"0"-138"-15,0 0 10 0,-7 35 46 16,6-15-53-16,1 2-38 16,0-1-16-16,0-2-31 15,0-3-12-15,1-4-12 16,0-5-4-16,1-4-1 15,0-3 11-15,0-3 14 16,1-10 2-16,2-12-19 16,0-2-2-16,1-4-5 15,1 0 11-15,0 7 8 16,-1 0 14-16,0 8 27 16,-1 7 0-16,-2 6-20 15,2 3-26-15,2 3-7 16,3 10 11-16,4 2 10 0,2 3-8 15,1 0-8 1,0-2-2-16,-1-3-6 0,-3-3 0 16,-3-4 0-16,0-6-5 15,-1 0 14-15,0-11 15 16,1-7-14-16,0-4-4 16,-2-9-3-16,-1-8-3 15,-3 1 0-15,-3 7 0 16,-1 8-6-16,-5 12-32 15,-9 6-94-15,-28 13-237 16,4 9-383-16,-6 6-1238 0</inkml:trace>
  <inkml:trace contextRef="#ctx0" brushRef="#br0" timeOffset="47472.9264">13548 3192 1751 0,'0'0'237'0,"0"0"-77"16,0 0 87-16,0 0-81 16,0 0-112-16,0 0-27 15,-10 66 35-15,19-12 25 16,0 3-39-16,-3-6-14 15,0-10-12-15,-1-9-13 16,-2-7 0-16,1-10-8 16,-2-6 0-16,0-2-1 15,1-3-21-15,-1-4-5 16,-1-1 26-16,-1-13 1 0,2-5-1 16,1-5-1-1,1 0 1-15,2 1 0 0,0 5 0 16,2 6 1-16,-1 5-1 15,0 6 0-15,4 1-1 16,1 9 1-16,3 3 9 16,4 3-7-16,1-1 4 15,3 0-5-15,0-4 1 16,1-4-2-16,-2-4-34 16,-1-2-85-16,-4-9-67 15,-3-8-18-15,-5-5 28 16,-4-4 81-16,-3-2 72 15,-2 0 23-15,0 2 26 0,-4 6 64 16,-1 4 55-16,1 6 0 16,0 5-7-16,0 3 16 15,0 2-56-15,0 4-60 16,0 8-25-16,0 5 2 16,-1 3 3-16,1 4-6 15,3 0-3-15,1-1-8 16,0-2 0-16,4-3-1 15,3-5-8-15,0-5-45 16,0-4-29-16,-2-4 9 16,-1-7 34-16,-1-7-11 15,-2-6-1-15,-1-3 26 16,0-2 13-16,0 2 7 16,0 2 5-16,0 4 6 15,-1 4 4-15,1 6 13 0,0 4 3 16,0 3-8-16,0 0-18 15,6 8 0-15,3 2 0 16,1 2 6-16,3 1-5 16,0-2-1-16,1-1 0 15,0-3-42-15,-3-4-120 16,1-3-38-16,-4-4 23 16,-3-8-18-16,-3-5 105 15,-2-1 85-15,0-3 5 16,-2 1 78-16,-3 2 49 15,1 3 20-15,1 6 24 16,2 4-31-16,1 5-33 0,0 0-67 16,0 7-33-16,2 6 30 15,4 3 1-15,2 2-17 16,1 3-10-16,0-2-5 16,1-2-4-16,-2-4-1 15,-1-3-1-15,-2-5-11 16,-1-4-8-16,-1-1 19 15,-1-4 5-15,1-6-4 16,0-2 0-16,0 1 5 16,1 0-4-16,0 2-2 15,1 1 1-15,-1 2 0 16,3 2 5-16,1 2-5 16,0 1 5-16,2 1-5 0,2 0 1 15,1 2-1-15,0 1-1 16,1 0 0-16,0-1-21 15,1-2-123-15,-2 0-94 16,-3-2-58-16,-2-4 3 16,-2-3-24-16,-3-1 198 15,-3-2 119-15,0-1 74 16,0 1 98-16,-4 2 27 16,-2 0 29-16,0 4-21 15,0 2-16-15,1 2-23 16,0 2-74-16,-1 0-42 15,1 7-33-15,-1 4-4 16,2 3-2-16,2 3-1 0,2 1-1 16,0 0-10-1,3-1 7-15,6-1-8 0,2-6 0 16,1-4-13-16,0-6-41 16,1 0-1-16,-3-11-69 15,-2-5-19-15,-3-3 36 16,-4-5 57-16,-1-10 34 15,-9-12 16-15,-8-12 0 16,2 4 11-16,1 10 6 16,4 17 31-16,4 14 86 15,-1 2 1-15,2 3-36 16,0 5 18-16,3 3-37 16,2 5-79-16,0 12 1 15,6 6 5-15,7 9-1 16,2 0 2-16,3 1-7 0,0-1 0 15,0-6-1 1,1 0-28-16,0-6-103 0,-2-6-137 16,-3-9 23-16,-2-5 7 15,-3-5 52-15,-4-11-69 16,-4-4 178-16,-1-10 77 16,-3-11 97-16,-5 2 55 15,0 3 24-15,0 5 34 16,3 13-4-16,-1 2 33 15,1 3-44-15,2 6-56 16,3 7-47-16,0 1-60 16,2 12-31-16,8 7 17 0,3 5-4 15,3 5-7 1,0 2-5-16,-1-1-1 0,0 0-1 16,-3-4-89-16,4-3-148 15,-4-8-314-15,-2-9-505 0</inkml:trace>
  <inkml:trace contextRef="#ctx0" brushRef="#br0" timeOffset="47842.3174">14492 3060 1371 0,'0'0'265'0,"0"0"-194"0,0 0-15 16,0 0-11-1,19 34 50-15,-7-30-42 0,3-1-22 16,0-3-15-16,-1 0-1 16,-2-9-3-16,-2-2 0 15,-2-3 6-15,-4-1 17 16,-2-1 39-16,-2 1 20 16,0 2 43-16,-7 3 1 15,-3 4 18-15,-1 4-26 16,-3 2-66-16,-2 6-27 15,0 7 5-15,1 4 9 16,2 4-6-16,4 2-17 16,6 1-10-16,3-1-4 15,1-2-8-15,11-3-1 16,6-4-5-16,14-5-24 0,13-8-88 16,15-2-48-16,-7-9-208 15,-10-1-587-15</inkml:trace>
  <inkml:trace contextRef="#ctx0" brushRef="#br0" timeOffset="48188.1309">15112 2963 1735 0,'0'0'321'0,"0"0"-91"16,0 0-135-16,0 0-12 15,0 0 21-15,9 39-56 16,-4-25-29-16,0 0-9 15,-1-2-10-15,-4-4-147 16,0-3-222-16,0-5-638 0</inkml:trace>
  <inkml:trace contextRef="#ctx0" brushRef="#br0" timeOffset="48301.7283">15080 2747 1275 0,'0'0'379'15,"0"0"-268"-15,0 0 65 16,0 0-68-16,0 0-77 16,0 0-24-16,0 0-7 15,32 32-58-15,-12-17-308 0</inkml:trace>
  <inkml:trace contextRef="#ctx0" brushRef="#br0" timeOffset="48519.5726">15223 2755 1487 0,'0'0'600'0,"0"0"-497"0,0 0-32 16,0 0 92-16,7 38-25 15,3-16-59-15,1 2-31 16,1 2-26-16,-1 1-10 15,-2-2-12-15,-1 5-96 16,-3-7-280-16,-3-7-644 0</inkml:trace>
  <inkml:trace contextRef="#ctx0" brushRef="#br0" timeOffset="48744.8966">15360 2843 1711 0,'0'0'393'0,"0"0"-3"15,0 0-154-15,0 0-107 16,0 0-58-16,0 0 55 16,-1 59-32-16,3-32-35 15,4 3-19-15,2-1-13 16,-1 1-9-16,-1-2-9 16,-2 1 2-16,-2-2-11 15,-2-3-17-15,0-1-160 16,-4-9-175-16,-1-6-330 15,1-7-394-15</inkml:trace>
  <inkml:trace contextRef="#ctx0" brushRef="#br0" timeOffset="48969.7593">15369 2872 1378 0,'0'0'243'15,"0"0"-1"-15,1-37-53 16,7 26-77-16,2 4-50 15,2 3-30-15,0 4-14 16,2 1 4-16,-3 9-1 16,-1 3 6-16,-3 3 19 15,-3 2 1-15,-4 0-14 16,0 1-14-16,-4-2-18 16,-4-3-1-16,-3-1-144 15,1-4-383-15,4-5-980 0</inkml:trace>
  <inkml:trace contextRef="#ctx0" brushRef="#br0" timeOffset="49411.0134">15723 2790 1149 0,'0'0'340'15,"0"0"-185"-15,0 0-1 0,0 0 3 16,0 0-9-16,0 0-42 0,0 0-25 16,-35 1-7-16,30-5 36 15,1-4-16-15,4-2 12 16,0-4-20-16,3-2-31 15,7 0-17-15,0 1 3 16,3 2 24-16,-2 6 7 16,0 3-10-16,-1 4-20 15,0 0-9-15,0 11 9 16,-1 3 6-16,1 5 0 16,-2 3-9-16,-1 1-11 0,0 2-7 15,-1 0-1 1,-2-1-13-16,-1-2-5 0,-2-2-1 15,-1-4-1-15,0-1-7 16,0-4-92-16,-5-3-153 16,1-3-111-16,-3-3-571 0</inkml:trace>
  <inkml:trace contextRef="#ctx0" brushRef="#br0" timeOffset="49624.7102">15797 3144 2415 0,'0'0'595'0,"0"0"-516"16,0 0 37-16,0 0 59 16,0 0-33-16,0 0-71 15,0 0-35-15,-4-6-36 16,-18 6-81-16,0 0-243 15,-8 4-843-15</inkml:trace>
  <inkml:trace contextRef="#ctx0" brushRef="#br0" timeOffset="52481.0971">13071 4429 1388 0,'0'0'347'0,"0"0"-159"16,0 0 25-16,-38-20 31 15,25 20-102-15,-1 0-60 0,-2 10-24 16,-3 6-16-16,1 4-2 16,-1 4 17-16,2 3-6 15,4 0-18-15,3 0-14 16,6-2-7-16,4-1-5 16,0-3-5-16,10-4-1 15,5-4-1-15,3-5 0 16,3-7-9-16,0-1-9 15,0-11-36-15,-3-8-1 16,-2-6-26-16,-6-4 46 0,-7-7 21 16,-3-12 13-1,-9-10 1-15,-7-3 1 0,-2 3 1 16,4 15 8-16,3 16 8 16,5 11-3-16,1 8 68 15,1 2-27-15,1 4 0 16,1 2-27-16,2 14-28 15,0 15 8-15,8 15-3 16,6 5-5-16,4 2 7 16,0-10-7-16,1-13 1 15,-4-7-2-15,3-8-1 16,3 0-30-16,2-5-63 16,3-3-54-16,-4-5-124 15,-4-9 7-15,-5-7-25 16,-6-6 147-16,-4-3 108 0,-3 0 35 15,0 0 32-15,-1 4 47 16,-4 2 71-16,0 6 7 16,2 4-24-16,0 6 52 15,0 3-50-15,0 3-69 16,1 11-38-16,1 4 9 16,1 4 2-16,0 2-6 15,6-2-14-15,4-2-7 16,1-3-3-16,1-6-8 15,0-4 8-15,-1-5-7 16,-1-2 7-16,-3-2-8 16,-2-8 1-16,-4-4-1 15,-1-2-1-15,-1-3-17 16,-9 0-47-16,-1-1-15 16,-1 3-52-16,2 2-34 15,1 6-36-15,4 7-48 0,2 2-149 16,3 1-184-16</inkml:trace>
  <inkml:trace contextRef="#ctx0" brushRef="#br0" timeOffset="53096.7533">13283 4383 998 0,'0'0'352'15,"0"0"-60"-15,0 0-124 16,0 0-59-16,0 0-68 15,0 0-23-15,0 0 40 16,27 9-9-16,-17-7-12 0,2-1 4 16,-1-1-9-16,1-3-11 15,-2-6-6-15,0-1-6 16,-1-3-3-16,-2-3-5 16,-3 1 0-16,-3 0 6 15,-1 0-5-15,-1 4-1 16,-6 1 0-16,-2 4 17 15,-1 4 56-15,-1 2-7 16,0 4-30-16,0 8-6 16,3 4 5-16,2 2-9 15,3 2 2-15,3 0-18 16,8-2-2-16,9-4-3 0,11-6-5 16,12-8-1-16,-2-2-2 15,-4-10-68-15,-6-3-86 16,-12-1-33-16,-2-3 22 15,-3-4 64-15,-8-1 77 16,-3 0 26-16,-3 1 59 16,-7 4 40-16,0 5 37 15,-1 5 3-15,2 7 24 16,1 2-74-16,2 4-59 16,4 8-12-16,2 2-2 15,0 2 7-15,11 0-10 16,4-1-5-16,3-1 0 15,2-1-2-15,2 0-5 0,-1 0 1 16,-3 1-1 0,-4-1-1-16,-4 1 0 0,-7 1 0 15,-3 1-3-15,-8 3 3 16,-9-1 17-16,-8 1-11 16,-4-1-6-16,-13 1-27 15,6-6-246-15,8-7-578 0</inkml:trace>
  <inkml:trace contextRef="#ctx0" brushRef="#br0" timeOffset="53572.8085">14018 4126 1669 0,'0'0'314'16,"0"0"-99"-16,0 0 77 15,0 0-151-15,0 0-83 16,0 0-9-16,-3 40 8 16,12-20-20-16,0 1-22 15,0-4-7-15,0-3-8 16,-2-4-51-16,-3-4-203 16,-2-5-468-16</inkml:trace>
  <inkml:trace contextRef="#ctx0" brushRef="#br0" timeOffset="53856.8854">13937 3912 1355 0,'0'0'219'0,"0"0"3"16,0 0-86-16,0 0-35 15,-10 39-31-15,15-28-33 16,6-3-13-16,1-5-6 15,2-3 5-15,-2-1-1 16,-2-9-10-16,-4-2-3 0,-3-2-2 16,-3-1-6-1,-1 1 0-15,-6 1 0 0,-2 5-1 16,0 5 0-16,1 3-16 16,3 6-2-16,3 8-26 15,7 14-85-15,6-3-178 16,3-3-419-16</inkml:trace>
  <inkml:trace contextRef="#ctx0" brushRef="#br0" timeOffset="54440.6862">14157 4072 1570 0,'0'0'274'16,"0"0"-12"-16,0 0-39 0,0 0-129 15,0 0-21 1,0 0 17-16,-1 36-12 0,8-18-26 16,0-1-22-16,0 0-15 15,0-3-14-15,-1-2 8 16,-1-4-7-16,-2-4-1 16,-1-4 6-16,-1-1 3 15,0-10 4-15,-1-8-14 16,0-4 0-16,0-4 0 15,0-2-1-15,0 1-1 16,0 4 1-16,0 7 1 16,3 5 0-16,1 6 1 15,1 5 0-15,1 1-1 0,3 5 0 16,2 7 1-16,0 4 10 16,-1 2 4-16,0 2-8 15,-3-2-1-15,-1-1-5 16,-2-3 5-16,-2-6-5 15,0-3 0-15,-2-5 5 16,0 0 11-16,0-9 60 16,0-7-41-16,0-5-21 15,0-3-7-15,0-2 4 16,5 3 9-16,0 5 1 16,2 4-1-16,-1 5-8 15,2 7-5-15,0 2 4 0,2 3-11 16,4 8 10-1,1 1-4-15,2 2-1 0,1 0-5 16,0-2-1-16,0-1-1 16,-1-4-112-16,-1-4-103 15,1-3-160-15,1-11-211 16,-5-5-99-16,-1-1-288 0</inkml:trace>
  <inkml:trace contextRef="#ctx0" brushRef="#br0" timeOffset="55146.6678">14546 3930 681 0,'0'0'406'16,"0"0"-76"-16,0-35-6 15,-1 26-37-15,-2 7-56 16,-2 2-51-16,-2 3-88 16,-1 9-37-16,1 5-3 15,-1 4-15-15,3 3-9 16,2-1-10-16,3-2-6 0,0-5-6 16,3-3-5-16,5-6 5 15,1-4-5-15,1-3 7 16,0-3-7-16,0-9 6 15,-1-4-7-15,0-3-1 16,-1 0 0-16,-2 0 0 16,0 4 0-16,-1 4 0 15,-2 4 1-15,-1 4 0 16,0 3-1-16,0 0-15 16,4 7 5-16,0 2 11 15,3 3 0-15,2-1-1 16,1-1 1-16,1-4-9 0,1-3-96 15,-1-3-74-15,1-4-22 16,-2-8-112-16,-1-5 50 16,-2-4 87-16,-2-3 136 15,-3-2 40-15,-1 0 114 16,-3 3 45-16,0 4 61 16,-3 5-26-16,-2 5-43 15,-1 6-2-15,1 3-14 16,1 0-84-16,0 5-36 15,1 6-15-15,1 0 9 16,2 1-7-16,0-1 3 16,1-3-5-16,5-2-27 15,1-5-9-15,1-1 2 0,0-3 10 16,-1-6 15 0,1 0 9-16,-2-1 1 0,-2 1 5 15,-1 3 31-15,-1 3 30 16,-1 3-6-16,1 2-31 15,1 10-15-15,4 6 38 16,4 11 3-16,6 11-11 16,3 9 14-16,-3 0 16 15,-5-8-26-15,-6-11-19 16,-6-11-10-16,0-3-13 16,0 0-1-16,-7-2 0 15,-1-1-4-15,-4-8 10 16,-1-5-12-16,0-2-73 15,0-11-69-15,3-5-22 16,8-16-150-16,2 4-289 0,0 2-274 0</inkml:trace>
  <inkml:trace contextRef="#ctx0" brushRef="#br0" timeOffset="55688.9722">14886 3838 1035 0,'0'0'318'0,"0"0"-151"15,0 0-72-15,0 0 61 16,0 0-35-16,0 0-49 16,0 0-28-16,35 27-15 15,-26-27-1-15,2 0 4 16,-1-4 2-16,2-6-13 16,-2-3-20-16,1-4 6 0,-2-1-7 15,-2-2 0-15,-2 0 6 16,-2 0-5-16,-3 3 18 15,0 4 62-15,-1 5 44 16,-5 5 25-16,-1 3-51 16,-1 6-51-16,0 7-15 15,3 4-3-15,4 3-5 16,1 2-6-16,5 1-7 16,8-2-4-16,3-1-7 15,3-3 0-15,1-4-1 16,1-6-1-16,-2-6-14 15,-2-1 0-15,-2-8-1 0,-4-6 5 16,-3-3 11-16,-3-2 1 16,-2-3 0-16,-2 0 6 15,0 1 23-15,1 1 15 16,1 4 31-16,1 4 17 16,4 4-43-16,3 3-23 15,3 5-12-15,5 0 3 16,2 6 2-16,-1 5 4 15,1 4 0-15,-5 0 1 16,-4 4-10-16,-3-2-6 16,-4 2-8-16,-5 3 0 15,-2 0-1-15,-33 16-181 16,1-7-404-16,-8-2-1240 0</inkml:trace>
  <inkml:trace contextRef="#ctx0" brushRef="#br0" timeOffset="58549.1755">13072 5185 892 0,'0'0'212'0,"0"0"26"15,-40-31 82-15,24 19-117 16,2 3-15-16,3 3-25 15,7 5-53-15,4 1-53 16,1 18-34-16,13 14 6 16,6 12 35-16,0 0-14 15,-3-7-17-15,-6-12-17 16,-3-6-2-16,-1 3-6 16,0 2-8-16,0 0 2 0,-2-4-1 15,-1-7 0-15,-3-6-1 16,0-6 8-16,-1-1 11 15,0-13-4-15,0-5-7 16,-1-5-2-16,1-1-5 16,0-1 5-16,3 2-5 15,7 6 0-15,1 3 1 16,2 6 5-16,1 4-6 16,1 4 5-16,1 0-4 15,2 6-1-15,0 2 1 16,2 0 4-16,0-1-6 15,0-2-1-15,0-2-49 16,-1-3-150-16,-3 0-66 0,-2-9-100 16,-2-2-21-16,-5-4 29 15,-5 0 115-15,-2-2 243 16,-1 1 18-16,-7 0 198 16,-2 3 54-16,1 3-45 15,-1 2 4-15,3 4-15 16,1 3-26-16,0 1-79 15,2 4-50-15,1 5-14 16,0 4 1-16,3 3-2 16,0 2-11-16,1 1-12 15,7-2-8-15,2-2-5 16,1-2-7-16,1-4 7 16,-3-3-8-16,-1-4-1 0,-2-2-45 15,-3 0 7-15,-2-9 5 16,-1-2-19-16,0-3 5 15,-4-4 20-15,-3-1 12 16,-1-1 15-16,0 3 0 16,2 2 1-16,1 5 1 15,2 3 5-15,1 5 16 16,2 2-10-16,0 0-12 16,5 5 0-16,5 3 0 15,1 1 0-15,4-1 1 16,0 1-1-16,0-5 0 15,-1-1-10-15,0-3-56 16,-4 0-47-16,-2-9 15 16,-3-3 15-16,-3-3 36 15,-2-2 34-15,0 0 13 0,-5-1 1 16,-2 2 61-16,1 3 57 16,2 4-22-16,1 3 42 15,1 4-11-15,2 2-70 16,0 0-41-16,6 7-16 15,5 4 10-15,4 1 1 16,3 3-5-16,1 0-1 16,0 0 0-16,-1-2-4 15,-1 0-1-15,-3-5 0 16,-4-2-1-16,-3-4-49 16,-1-2-36-16,-3-4 42 15,-2-7 5-15,-1-6-11 0,0-2 28 16,0-3 14-16,0 1 6 15,0 1 1-15,0 5 13 16,1 4 16-16,0 4 6 16,1 3 4-16,2 4-14 15,1 0-13-15,3 2 1 16,4 5 7-16,2 0-4 16,2 0-9-16,2-2-1 15,0-3-4-15,0-2 7 16,-2 0-9-16,-2-7-14 15,-2-4-28-15,-3-3-10 16,-3-3 24-16,-4-2 9 16,-2-1 4-16,0 1 2 0,-2 3 13 15,-4 3 9 1,-1 7 42-16,-2 6 31 0,0 1-19 16,-3 13-25-16,2 6-3 15,0 4 9-15,2 1 9 16,4 0-8-16,4-3-17 15,3-4-14-15,12-4-4 16,11-6-1-16,14-8-9 16,15-10-10-16,10-12-132 15,-14 1-315-15,-9 2-609 0</inkml:trace>
  <inkml:trace contextRef="#ctx0" brushRef="#br0" timeOffset="58930.5539">14274 4760 1776 0,'0'0'210'16,"0"0"-149"-16,0 0-5 15,0 0-30-15,0 0 79 16,0 0 17-16,44 41 17 16,-24-20-39-16,0 0-47 15,-2-1-21-15,-4-5-10 0,-2-4-12 16,-5-4-10-16,-3-5 9 16,-1-2 6-16,-2-6 17 15,-1-10-19-15,0-5-12 16,0-7 0-16,0-7 0 15,-1 2-1-15,-1-2-25 16,2 3-29-16,0 11-38 16,5 2-53-16,4 9-43 15,11 10-121-15,-2 0-87 16,1 8-199-16</inkml:trace>
  <inkml:trace contextRef="#ctx0" brushRef="#br0" timeOffset="59682.4132">14609 4608 1483 0,'0'0'283'0,"0"0"87"16,0 0-109-16,0 0-77 16,-48 6-67-16,35 7-21 15,2 5-6-15,0 3-5 16,4 3-25-16,4-1-16 15,3 1-21-15,0-5-10 16,8-3-5-16,6-4-2 16,4-6-5-16,4-6-1 15,1-2-39-15,1-9-61 16,-4-6-3-16,-4-3 17 16,-4-3 19-16,-4-3 29 0,-5 0 26 15,-2 0 10-15,-1 5 2 16,0 3 0-16,0 5 25 15,-2 5 8-15,0 4 22 16,-1 4 14-16,1 1-32 16,0 10-25-16,1 4 0 15,1 2 5-15,0 3-7 16,1 0-2-16,7-2-7 16,2-3 1-16,0-3 5 15,1-3-7-15,0-5-27 16,-1-4-39-16,-1 0-1 15,-2-9-2-15,-1-3 5 16,-3-3-7-16,-2-1 22 0,0 0 34 16,-1 1 13-16,0 3 2 15,0 3 6-15,0 4 22 16,0 1 15-16,0 4-3 16,0 0-19-16,0 2-19 15,0 6-1-15,3 2 0 16,5-1 5-16,3-1-5 15,2-3 8-15,3-2-8 16,0-3 7-16,1-2-1 16,-1-7-5-16,-2-2-1 15,-2-3 6-15,-3 1-6 16,-3 0 5-16,-2 3 26 0,-2 3 27 16,-1 4 19-16,1 2-3 15,-1 1-29-15,4 3-34 16,2 7-3-16,2 1 0 15,2 3-2-15,-2 0-5 16,-2-3 4-16,0-1-6 16,-4-4-1-16,-3-3-115 15,0-4-37-15,-1-5-86 16,-5-5-634-16</inkml:trace>
  <inkml:trace contextRef="#ctx0" brushRef="#br0" timeOffset="59811.3467">14910 4380 227 0,'0'0'783'16,"0"0"-705"-16,0 0-30 0,20 34-28 15,4-11-20-15,-3-5-77 16,-1-2-624-16</inkml:trace>
  <inkml:trace contextRef="#ctx0" brushRef="#br0" timeOffset="61019.7673">15076 4453 1288 0,'0'0'256'0,"0"0"113"15,0 0-109-15,0 0-59 16,-37 5-50-16,28 7-67 0,2 4-20 16,2 2-18-1,3 1-21-15,2-1-11 0,0-2-4 16,6-3-9-16,2-2-1 15,3-5-17-15,0-5-37 16,0-1-51-16,0-5-37 16,-2-7 30-16,-2-2 33 15,-1-3 48-15,-3-1 24 16,-3-2 7-16,1 2 0 16,-1 1 15-16,0 4 17 15,0 6 33-15,0 3 27 16,-2 4-4-16,0 0-35 15,1 6-36-15,1 4-8 16,0 5 0-16,0 1-3 0,4 0-6 16,3-1 2-16,3-2-1 15,2-3 0 1,1-5-1-16,1-3-62 0,2-2-60 16,-3-6-10-16,-2-6-14 15,-4-5 35-15,-4-5 78 16,-3-9 33-16,-4-10 9 15,-5 2 37-15,0 4 25 16,1 7 19-16,2 13 64 16,1 4 21-16,0 2-65 15,3 8-38-15,2 1-51 16,0 9-21-16,0 5 1 16,5 7 1-16,1 1-1 0,3 2 7 15,-2 0-8 1,1-1 1-16,0-5 0 0,-3-3-1 15,1-5 1-15,-3-5-1 16,0-5 0-16,1 0 16 16,1-5-8-16,1-3-7 15,2-1 0-15,0 0 0 16,1 2-1-16,0 1 1 16,-1 2 0-16,0 2 0 15,-2 0-1-15,-2 2-1 16,-1 0 0-16,-1 7-8 15,-2 2 8-15,0 3 0 16,0 2 1-16,-4 1 1 16,0 1 1-16,-2-3-1 15,3-1-1-15,3-3 1 0,0-4-1 16,1-3 0 0,9-2-7-16,3-1-8 0,2-9 3 15,0-2-12-15,-2-6 2 16,-2-10 0-16,-5-10 14 15,-3-16 7-15,-3-6 0 16,0 0 1-16,-1 13 0 16,-2 17 0-16,0 12 12 15,0 9 26-15,0 2 17 16,1 4 17-16,0 3-24 16,1 0-30-16,1 13-18 15,0 6 6-15,7 5 10 16,2 3-4-16,4 3 2 0,1-2-13 15,1-1-1 1,3-3 0-16,-2-5-1 0,2-6-8 16,1-5-40-16,-2-7 6 15,-1-1-5-15,-1-11 7 16,-3-3 27-16,-3-4 12 16,-2-3 1-16,-2 2 1 15,-4 1 15-15,-1 4 32 16,-3 6 34-16,-6 6 19 15,-2 2 15-15,-5 13-77 16,-1 7-1-16,3 4 1 16,4 2-4-16,7 1-7 0,3-1-7 15,9-3-3-15,9-5 1 16,5-4 6-16,13-6 3 16,11-6-9-16,12-3-7 15,2-8-2-15,-12-2-8 16,-15 2 0-16,-18 3-1 15,-8 2-53-15,-8 2-139 16,-9 1-180-16,-8 1-710 0</inkml:trace>
  <inkml:trace contextRef="#ctx0" brushRef="#br0" timeOffset="62677.023">13884 6179 1785 0,'0'0'269'0,"0"0"-178"16,0 0-47-16,22-40-17 0,-6 3-3 16,-2-15-8-16,-3-10 18 15,-8-3-10-15,-3 1-5 16,-12 1 28-16,-8-2 17 15,-4 2 12-15,-2 4-18 16,4 16 1-16,6 12-9 16,5 15-4-16,4 8 15 15,2 4 30-15,0 4-10 16,3 10-38-16,2 23-29 16,10 18-7-16,8 9-6 15,7-2 10-15,3-8-1 16,-3-15-9-16,0-10 5 0,-3-8-6 15,0-7-1 1,5-3-34-16,1-5-58 0,-1-2-4 16,-7-11 13-16,-7-7-34 15,-7-5-11-15,-6-5 70 16,0 0 42-16,-8-2 16 16,0 3 1-16,-2 6 27 15,2 6 40-15,3 5 16 16,2 7-14-16,2 3-29 15,1 5-31-15,0 7-3 16,6 4 1-16,3 2-6 16,4 1 5-16,2-1-5 15,1-5 5-15,1-3-6 0,1-7-48 16,-1-3-128-16,-1-13-65 16,-4-5-48-16,-3-6-50 15,-4-2 93-15,-5 0 246 16,0 2 7-16,-2 4 198 15,-2 3 38-15,-1 5-18 16,2 4-34-16,0 4-6 16,3 2-50-16,0 2-86 15,0 4-34-15,3 5-3 16,5 5 2-16,-1 1-1 16,1 2-4-16,-1-1-3 15,0 0-5-15,-1-4 0 16,1-4 0-16,-3-5-1 15,2-3-37-15,0-7 11 16,1-9-33-16,-1-5-16 0,1-1 29 16,2-1 31-16,-3 1 15 15,2 1 0-15,-1 3 16 16,-2 5 28-16,1 3 11 16,-1 5-10-16,2 3-15 15,0 2-14-15,2 1-4 16,2 6-6-16,0 0 1 15,0 0-6-15,0-1-1 16,-1-4-69-16,-2-2-81 16,-1-1-36-16,-3-10 11 15,-1-4-10-15,-1-4 65 16,-1-1 86-16,-1-2 34 16,0 1 33-16,0 4 75 0,0 4 26 15,0 5-35-15,-3 5 7 16,0 3-3-16,-1 1-60 15,-1 8-26-15,1 3-3 16,2 1-8-16,1-1-5 16,1-1 8-16,0-4-9 15,0-2-23-15,0-4-31 16,3-1 3-16,-1-4 37 16,0-4 7-16,0-1 5 15,-1 1 2-15,-1 0 17 16,1 4 55-16,-1 1 50 15,1 3-30-15,2 0-53 0,2 8-29 16,4 5 11-16,5 4 6 16,3 5-9-16,2 3-3 15,1 0 0-15,-1 3-2 16,-2-1 4-16,-4 0-7 16,-3 1 0-16,-3-2-2 15,-6 0-7-15,-1-2 5 16,-1-5-4-16,-7-3-1 15,-2-7 5-15,-2-6 0 16,1-3 3-16,-2-7-1 16,1-7-1-16,3-6-5 15,2-4-2-15,5-4-1 16,2-1-23-16,7-2-10 16,7-5-21-16,4-8-12 15,0-3-20-15,-4 4-6 0,-6 8 5 16,-5 10 26-16,-2 4 19 15,-1-2 27-15,0-3 14 16,-1-2 2-16,-4 6 1 16,-1 3 34-16,1 6 23 15,-1 3 35-15,3 5 20 16,1 4-34-16,2 1-39 16,0 5-29-16,6 9-11 15,5 6 6-15,2 4-4 16,1 1-1-16,1 1 5 15,-1-1-5-15,-1-2-1 16,-3-2-1-16,-2-4-63 16,-2-3-125-16,-5-5-43 0,-1-8-144 15,-7-1-5-15,-3-1-285 16</inkml:trace>
  <inkml:trace contextRef="#ctx0" brushRef="#br0" timeOffset="63090.1686">14560 5349 443 0,'0'0'583'16,"0"0"-386"-16,0 0 26 15,0 0-73-15,-20-36-11 16,22 30-87-16,10 0-36 16,3 1-14-16,4-3-2 15,1 0-2-15,1-1-43 16,-2-2-47-16,-3 0 38 16,-4-2 44-16,-4 0 9 0,-3 1 1 15,-4 1 26 1,-1 1 63-16,0 4 37 15,0 2 22-15,0 4 7 0,-1 0-28 16,-1 9-79-16,2 8 14 16,0 5-4-16,0 4-21 15,1 0-12-15,4 1-10 16,1-2-8-16,0-4-5 16,0-6 4-16,1-5-5 15,-1-6 10-15,3-4 6 16,0-3 9-16,2-7-13 15,0-2 9-15,0 0 13 16,0 0 18-16,0 3-5 0,-1 2-15 16,0 2-12-1,0 1-9-15,-1 2 0 0,0 1-11 16,-1 0-1-16,0 1-17 16,4-2-101-16,-3-1-172 15,0 0-399-15</inkml:trace>
  <inkml:trace contextRef="#ctx0" brushRef="#br0" timeOffset="63259.0486">14980 5180 1420 0,'0'0'248'0,"0"0"-49"15,0 0-98-15,0 0-58 16,0 0-23-16,40-18-20 0,-24 16-50 15,-6 2-225 1,-3 0-464-16</inkml:trace>
  <inkml:trace contextRef="#ctx0" brushRef="#br0" timeOffset="63398.1759">14967 5248 879 0,'0'0'659'15,"0"0"-535"-15,0 0 94 16,0 0-65-16,0 0-5 15,0 0-86-15,0 0-62 16,82-36-92-16,-40 18-396 16,-1-1-231-16</inkml:trace>
  <inkml:trace contextRef="#ctx0" brushRef="#br0" timeOffset="63707.1311">15481 4992 1141 0,'0'0'664'0,"0"0"-563"16,0 0 129-16,-40-13-97 15,31 9 36-15,2 0-83 16,1 0 5-16,3-3 9 16,2 0-21-16,1-1-34 15,0-2-20-15,0 1-7 0,1 1 4 16,4 1 8-1,-1 4-3-15,2 3-12 0,1 0 0 16,1 8-4-16,1 6-1 16,3 3-1-16,-1 3-7 15,2 1 4-15,-2 3-6 16,-1-2-1-16,-4 11-172 16,-3-6-327-16,-3-4-730 0</inkml:trace>
  <inkml:trace contextRef="#ctx0" brushRef="#br0" timeOffset="63873.1076">15514 5312 1538 0,'0'0'988'0,"0"0"-831"16,0 0-7-16,0 0-42 15,0 0-65-15,0 0-43 16,0 0-21-16,8-13-326 15,-7 13-1797-15</inkml:trace>
  <inkml:trace contextRef="#ctx0" brushRef="#br0" timeOffset="135868.5847">3282 3850 529 0,'0'0'199'0,"0"0"0"0,0 0 19 15,0 0 23-15,0 0-1 16,0 0 49-16,-19-26-40 15,18 25-74-15,1 1-86 16,0 0-48-16,0 0-21 16,0 0-14-16,0 0-5 15,7-1 11-15,5 0 26 16,4-2-9-16,4-1-11 16,1-1-4-16,1-1-5 15,-1 0-3-15,-1 1-6 16,-3 2-67-16,-5 2-280 15,-6 1-308-15,-4 0-655 0</inkml:trace>
  <inkml:trace contextRef="#ctx0" brushRef="#br0" timeOffset="136052.6506">3308 3910 697 0,'0'0'1238'0,"0"0"-918"0,0 0-109 16,0 0-59-16,49-22 7 16,-14 8-77-16,14-2-49 15,14 0-33-15,-9 3-121 16,-12 4-544-16</inkml:trace>
  <inkml:trace contextRef="#ctx0" brushRef="#br0" timeOffset="159646.4772">3925 4386 1818 0,'0'0'336'0,"0"0"-179"16,0 0-91-16,0 0-14 16,0 0-1-16,0 0-11 15,23-3 6-15,-7 1-12 16,2-1-19-16,0-1-13 15,-2 1-2-15,0 0-6 16,-2 1-127-16,-3 0-225 16,-5 0-390-16</inkml:trace>
  <inkml:trace contextRef="#ctx0" brushRef="#br0" timeOffset="159845.6725">3845 4529 1879 0,'0'0'310'0,"0"0"-119"16,0 0-78-16,0 0-63 15,57-23 66-15,-5-1 18 16,7-4-45-16,1 1-43 16,-7 4-36-16,-12 8-10 15,-1 4-107-15,-14 4-185 16,-9 2-554-16</inkml:trace>
  <inkml:trace contextRef="#ctx0" brushRef="#br0" timeOffset="166534.8241">7250 4360 1242 0,'0'0'201'0,"0"0"-16"15,0 0 78-15,0 0-59 16,0 0-18-16,-7 0-31 15,7 0-12-15,0 0-15 16,0 0-16-16,4 0-39 16,5 0-18-16,5 0 11 15,4 0 0-15,5 0-9 16,4-1-11-16,2-4-13 0,1-1-10 16,0 0-8-1,-3-1-5-15,-1 1-8 0,-2 0-1 16,-3 2-1-1,-4-1 0-15,-4 3 0 0,-4 0-24 16,-5 2-137-16,-4 0-155 16,-4 3-160-16,-8 4-121 15,-1 0-390-15</inkml:trace>
  <inkml:trace contextRef="#ctx0" brushRef="#br0" timeOffset="166814.6477">7285 4479 1991 0,'0'0'488'0,"0"0"-311"0,0 0-25 15,0 0 50 1,0 0-18-16,0 0-109 0,0 0-27 16,12 3-2-16,6-5-11 15,8-4 2-15,3 0-8 16,4-4-5-16,1 1-3 15,0-2-8-15,1 1-3 16,-1-1-9-16,-2 2-2 16,-4 2-4-16,-5 3-20 15,-7 0-25-15,-6 3-144 16,-10 1-357-16,0 0-208 16,-10 2-1059-16</inkml:trace>
  <inkml:trace contextRef="#ctx0" brushRef="#br0" timeOffset="172574.6483">1820 3914 1079 0,'0'0'142'15,"0"0"-111"-15,0 0-20 0,0 0 27 16,0 0-16-16,0 0-8 16,3-19-4-16,3 13-10 15,4 0 0-15,-1 0 0 16,3 2 0-16,-1 0-7 16,-3 3-22-16,-3 1-527 0</inkml:trace>
  <inkml:trace contextRef="#ctx0" brushRef="#br0" timeOffset="172746.3539">1760 4018 963 0,'0'0'172'0,"0"0"8"16,0 0-44-16,0 0-62 15,0 0-10-15,0 0-36 16,51-42-28-16,-15 11-41 15,-6 4-145-15,-4 4-411 0</inkml:trace>
  <inkml:trace contextRef="#ctx0" brushRef="#br0" timeOffset="172967.5284">1855 3799 907 0,'0'0'214'0,"0"0"-113"16,0 0-46-16,0 0-24 16,42-14 3-16,-22 14 13 15,1 4 28-15,0 7 2 16,-3 7 28-16,-8 12-9 16,-10 21-7-16,-20 22 5 15,-23 20-38-15,1-17-56 16,-2-10-253-16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37:34.3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7054 3251 933 0,'0'0'346'16,"0"0"-92"-16,0 0-40 15,0 0-3-15,0 0-31 16,-5 0-28-16,7 1-51 16,9 2 6-16,5 0 64 15,7 0 13-15,5-2-41 16,3-1-32-16,3 0-21 15,1 0-30-15,1-5-17 0,-3-1-16 16,-1 0-9-16,-3-1-12 16,-5 3 5-16,-5 0-10 15,-5 1 1-15,-5 1-2 16,-4 2-10-16,-4 0-56 16,-1 0-75-16,0 0-129 15,-18 5-76-15,-1 2-334 16,-1 0-305-16</inkml:trace>
  <inkml:trace contextRef="#ctx0" brushRef="#br0" timeOffset="276.6245">7044 3381 1612 0,'0'0'477'0,"0"0"-350"15,0 0 44-15,0 0 127 16,75-9-37-16,-24-2-88 16,4-1-66-16,-9 2-38 15,-12 2-22-15,-14 4-8 16,-3-1 0-16,1 0-19 16,-1 0-1-16,1 1-13 15,-5 0 0-15,-4 1-6 16,-3 3 0-16,-5-1-21 15,-8 1-63-15,-7 0-124 16,-7 2-454-16</inkml:trace>
  <inkml:trace contextRef="#ctx0" brushRef="#br0" timeOffset="10514.7139">7426 2746 629 0,'0'0'237'0,"0"0"-52"16,0 0-77-16,0 0-3 15,0 0-10-15,0 0 23 16,-23-15-54-16,15 12 16 16,-1 1 29-16,0-1 4 15,-1 1-25-15,0 0 17 0,1-1-48 16,0 2-23-1,-2-1-18-15,1 0-8 0,-1 1-7 16,0 0 0-16,0 0 1 16,1 1 0-16,-1 0-1 15,-1 0 0-15,0 0 0 16,0 0-1-16,0 0 0 16,-1 1 0-16,0 1 0 15,1 0 0-15,-1 0 1 16,1-1-1-16,-1 2 1 15,1-1-1-15,0 0 1 16,1-1 0-16,0 2 0 16,3-2-1-16,-1 2 0 15,0-2 0-15,1 1 1 16,0 0-1-16,1-1-6 0,0 1-1 16,-2 0-3-16,-1 2 8 15,0-2 1-15,-3 3-1 16,-1-2 2-16,-2 2-1 15,1-1 1-15,-2 0 0 16,2 0 0-16,1 0 0 16,2-1 1-16,2-1-1 15,2 2 0-15,0-1 0 16,2 2 0-16,2 1-2 16,0 1 1-16,1 3 0 15,0 1 1-15,2 3 0 16,0 0 14-16,1 1 0 15,0 1 9-15,0 0 12 16,0-1-8-16,0 2-5 16,0-2 27-16,0-1 14 0,0 1-20 15,0 0-9-15,0 0-5 16,0 1-12-16,0 0 9 16,0 1 11-16,1 1-9 15,2 0 2-15,1 1 25 16,2 0 29-16,0-1 1 15,1 0-41-15,0-1-14 16,1-1-9-16,0 0 3 16,0-1 18-16,0 0-9 15,0-1-6-15,1 0-11 0,-1-1 5 16,-1 0 3 0,1-1 2-16,0 1-7 0,2 0 2 15,-2-2 3 1,2 2-7-16,-1-1-1 0,2 0-1 15,0-1-1-15,-1 2 2 16,3-2-2-16,0 0-1 16,2-1 3-16,2 0-7 15,1-1 6-15,0-2 12 16,1 0-1-16,0-2-8 16,0 0-6-16,-2-2-3 15,1-1 6-15,0-2-14 16,0 0 9-16,1 0 7 15,0 0-16-15,-1 0 7 16,-1-1 5-16,0-3-12 0,0 0 11 16,-1 0-5-16,0 0-1 15,0-2-6-15,-1 2 9 16,-1-2-9-16,1 0 2 16,-1 0 10-16,-1-1-11 15,1 0-1-15,-1-1 0 16,1-1 1-16,0-1 5 15,1 0-4-15,-1-3-2 16,1 2 12-16,-1-2-12 16,-1 1 0-16,0 0 0 15,0 1 1-15,-3-2-1 16,1 1 1-16,-2-2 1 0,0 1-1 16,-1-2 0-16,-1 0 0 15,0 0 0-15,-1-2-1 16,-1 1-9-16,-1-1 0 15,1 1-9-15,-2-2 3 16,-1 1 5-16,1-1 4 16,-3 1 6-16,0-2-1 15,0 1-14-15,0-1-8 16,0 1-1-16,0 1-10 16,-2 1 4-16,-2 0 6 15,0 2 9-15,0-1 13 16,-1 1-4-16,0-1 6 15,-1 1-6-15,1 1-12 16,0 0-12-16,-1 1-4 16,-1 0 5-16,1 1 8 0,0 2 6 15,-1 0 0-15,0 1-3 16,1 1 5-16,0 0-17 16,-1 0 15-16,0 1 7 15,0 0-4-15,0 1-13 16,-2-1 8-16,2 1-5 15,-3 0 7-15,1 0-4 16,-1 2 1-16,0-1 9 16,0 1-17-16,0 1 8 15,0 0 9-15,0 0-3 16,0 2-10-16,0-1 10 16,-2 1 11-16,-3 0-11 15,-3 0-23-15,-5 5-8 0,-9 4 1 16,-22 10 20-1,8-1-21-15,-1-2-433 0</inkml:trace>
  <inkml:trace contextRef="#ctx0" brushRef="#br0" timeOffset="41037.8452">6825 2785 72 0,'0'0'1047'0,"0"0"-786"0,0 0-121 16,-4-2 53-16,-2-3-47 15,-1 0-52-15,-3-3-30 16,-1 0-26-16,-4-1-20 16,0 0-5-16,-3-2 0 15,0 2 5-15,-3-2-9 16,-2 1-1-16,0 1-6 16,-1-1-1-16,-1 1 7 15,-1 1-7-15,-2 1 0 0,2 1-1 16,-3-1 0-16,-7 1 7 15,-15-1-7-15,-12 0 7 16,-8 0-6-16,-1 2 14 16,2 1 4-16,3 3-12 15,-6 1-6-15,0 0-1 16,0 0 1-16,-1 0 8 16,2 4 14-16,0 1-4 15,0 2-5-15,1 0-5 16,-2 2-1-16,1 3 0 15,-1-1-2-15,-1 2 3 16,-1-1 8-16,0 1 3 16,1-1-6-16,2 0-3 15,0 0-5-15,0 1 7 16,1 0 5-16,2-1-12 0,3 0 3 16,4-1-2-16,2 1 2 15,4-2 0-15,2 1-8 16,1-2 13-16,0 1-2 15,3-1-6-15,2-2 6 16,4 0 7-16,3-3-10 16,2 0 6-16,6-2-3 15,6-2-2-15,9 0 0 16,3 0-1-16,0 0 14 16,-1 0-22-16,2 0 10 0,2-2-1 15,2-1-9 1,1 1-1-16,3 1 0 0,1 0 0 15,2 0-2-15,0 0-8 16,-1 0-3-16,2 0 4 16,0 1-5-16,0-1 7 15,1 1 6-15,-1-1 0 16,1 1-7-16,0 0 7 16,0 0 0-16,1-1-9 15,0 1 2-15,0-1 1 16,0 0-5-16,0 1-6 15,-2-3-4-15,1 2-24 16,-2-3-168-16,-1 0-278 16,1 0-262-16</inkml:trace>
  <inkml:trace contextRef="#ctx0" brushRef="#br0" timeOffset="41405.7749">3686 2766 1104 0,'0'0'240'16,"0"0"-39"-16,0 0-110 15,0 0-60-15,0 0-21 16,0 0 2-16,0 0 39 16,4 46 22-16,0-26 7 15,0 2 13-15,1-1-1 16,-1 0 5-16,1-1-24 15,-1-3-4-15,1-3 2 16,0-3-19-16,2-2-21 0,0-3 0 16,2-1 4-16,1-3 2 15,2-2-6-15,0 0 6 16,3 0-2-16,2-5-12 16,1-3-12-16,1-1-4 15,0-2 1-15,0 0-8 16,-2 0-1-16,-1-1-23 15,-2 4-11-15,-7 3-116 16,-3 2-211-16,-4 2-335 0</inkml:trace>
  <inkml:trace contextRef="#ctx0" brushRef="#br0" timeOffset="41605.7442">4121 2942 1513 0,'0'0'334'16,"0"0"-162"-16,0 0-89 16,0 0-83-16,0 0-72 15,0 0-944-15</inkml:trace>
  <inkml:trace contextRef="#ctx0" brushRef="#br0" timeOffset="46435.5079">5964 3341 993 0,'0'0'304'0,"0"0"-25"0,0 0-9 16,0 0-23-16,0 0-39 15,-7-11-76-15,7 14-64 16,0 8-44-16,1 6 2 16,7 7 57-16,0 1-3 15,1 2-17-15,0-2-14 16,-1-3-2-16,-1-1-15 15,-1-5-18-15,-2-1-13 16,0-5-1-16,-2-2-66 16,1-3-115-16,-3-5-140 15,0 0-244-15,-1-4-295 0</inkml:trace>
  <inkml:trace contextRef="#ctx0" brushRef="#br0" timeOffset="46735.6183">5943 3306 677 0,'0'0'807'15,"0"0"-621"-15,0 0 7 16,0 0-27-16,-45 28 10 16,35-18-52-16,2-2-17 15,2-3-38-15,0 0-30 16,4-3-15-16,1-1-3 15,1-1 13-15,0-3 11 16,0-6-2-16,3-3-12 0,3-2-31 16,2-1-1-1,2 3-11-15,3 3-17 0,5 4 16 16,3 4-3-16,3 1 4 16,2 9 3-16,10 14-122 15,-9-1-381-15,-5-1-691 0</inkml:trace>
  <inkml:trace contextRef="#ctx0" brushRef="#br0" timeOffset="57372.1391">1516 4775 1629 0,'0'0'224'16,"0"0"-142"-16,0 0 22 15,0 0-39-15,0 0-25 16,0 0-12-16,16-15-11 16,-3 7-17-16,2 0-19 15,2-1-187-15,-4 3-163 16,-3 0-460-16</inkml:trace>
  <inkml:trace contextRef="#ctx0" brushRef="#br0" timeOffset="57555.1893">1502 4859 1224 0,'0'0'207'0,"0"0"-85"0,0 0-52 15,0 0-34-15,0 0 18 16,48-25-12-16,-28 11-42 16,7-7-33-16,-6 2-223 15,-5 3-499-15</inkml:trace>
  <inkml:trace contextRef="#ctx0" brushRef="#br0" timeOffset="57780.9082">1629 4600 1275 0,'0'0'173'0,"0"0"-54"0,45 16 11 16,-22-2 76-16,2 3-51 15,-4 5-49-15,-4 7-50 16,-11 11-22-16,-10 16-21 15,-19 11-7-15,-19 7-6 16,7-17-217-16,2-13-587 0</inkml:trace>
  <inkml:trace contextRef="#ctx0" brushRef="#br0" timeOffset="67609.3079">9740 4773 798 0,'0'0'134'0,"0"0"-9"16,0 0-112-16,0 0 340 16,0 0-90-16,0 0-122 15,-1 1-65-15,17 3 67 16,12 4 38-16,13 1-45 0,13 2-33 15,5-1-17-15,0-1-13 16,-4-2-3-16,-5-3-13 16,1-2-19-16,0-2-3 15,1 0-4-15,0-5-4 16,-1-3 6-16,-2-2-11 16,0-2-7-16,0 1-7 15,-1-1-8-15,-2 0 1 16,-2 0 5-16,-9 0-5 15,-7 3 0-15,-5 0 5 16,-3 0-5-16,5-1 0 0,2-3 7 16,1-2-7-1,-1-1 0-15,-4 0 6 0,-2-1 8 16,-4 0-9-16,0-1 11 16,-4-2-5-16,-1 1 8 15,-3-2 16-15,-2-2-7 16,-4-1-13-16,-2-2-4 15,-1 0 5-15,-2-1-8 16,-6 2-3-16,-4 3-5 16,-1 1 5-16,-3 4-6 15,-2 2 5-15,-1 1-5 16,-2 2-12-16,-2 1-3 16,-3 2-7-16,-1 1-1 15,-4 0-26-15,0 1 13 0,-8 0 21 16,-8 2 0-16,-7 1 6 15,-4-1-9-15,2 4 0 16,1 0 2-16,2 0 14 16,-3 1-40-16,-1 0 17 15,-2 0 13-15,0 0-3 16,1 4-12-16,1 0 21 16,2 2-13-16,1 0-38 15,4 0 41-15,-1 1 15 16,2 1 1-16,1 1 0 15,0 1-1-15,3 0-8 16,1 0 8-16,9-1-6 16,7-2 6-16,7-1 1 0,4-2-1 15,-2 2 1 1,-2 1 0-16,0 2-1 0,2-1-5 16,3 2-4-16,1 2 8 15,2 2 0-15,1 3 1 16,1 1 1-16,3 4 0 15,2 2 13-15,3 0 20 16,3 2 14-16,0-2-20 16,7 2-3-16,6-1 30 15,3 0 6-15,2 2 15 16,5-2 1-16,0 0 0 16,2-2-25-16,0-3-18 15,1-2-16-15,-1-3 29 0,1-3-10 16,1-3-11-16,-1-3-2 15,-1-3-16-15,0-2 29 16,-2-1-6-16,0 0-7 16,-1-1-5-16,-1-5-8 15,-2 0-4-15,-2-1-4 16,-3 1-2-16,-4 1-35 16,-4 1-98-16,-6 1-186 15,0 2-379-15,-6 1-704 0</inkml:trace>
  <inkml:trace contextRef="#ctx0" brushRef="#br0" timeOffset="67777.7251">9768 4839 2192 0,'0'0'251'0,"0"0"-168"0,0 0-48 16,0 0-23-16,0 0-12 15,0 0-86-15,0 0-279 16,-47-3-1064-16</inkml:trace>
  <inkml:trace contextRef="#ctx0" brushRef="#br0" timeOffset="68764.5761">8328 4800 947 0,'0'0'657'0,"0"0"-425"0,0 0-10 16,0 0-77 0,0 0 6-16,0 0 24 0,15 39-34 15,-9-24-48-15,1 0-44 16,-2 0-21-16,-2-1-4 16,0 0-13-16,-2 0-10 15,-1-2 0-15,0-1-1 16,0 0-92-16,-6 2-110 15,0-3-276-15,0-3-395 0</inkml:trace>
  <inkml:trace contextRef="#ctx0" brushRef="#br0" timeOffset="69149.0418">8330 4788 1691 0,'0'0'231'0,"0"0"-69"16,0 0-23-16,0 0 7 16,0 0-58-16,-37-1-51 15,29 4 8-15,1-1-20 16,2 0-15-16,1-2-2 15,1 1-1-15,1-1 2 16,1 0 9-16,1 0 39 16,0-4 20-16,0-5-31 0,1-2-25 15,6-2-12-15,1 1-9 16,3 1-1-16,2 3-6 16,2 3 6-16,0 3-9 15,4 2 8-15,0 0-5 16,2 6 5-16,-2 5-10 15,2 12-157-15,-7-4-354 16,-5 2-670-16</inkml:trace>
  <inkml:trace contextRef="#ctx0" brushRef="#br0" timeOffset="86995.6138">4394 4324 1194 0,'0'0'259'0,"0"0"-108"16,0 0-66-16,0 0-47 15,0 0-22-15,0 0-7 16,-3 6 7-16,2-2 7 16,0-1 18-16,0 0-9 15,1 1-7-15,0 1-3 16,0 0 10-16,-2 1 5 15,2 1-6-15,-1 0-2 16,1 2 7-16,-1 0-13 16,1 2-10-16,0 3 6 15,0 2-1-15,0 1 4 0,1 1 0 16,0 0 0 0,3-1 3-16,-2-1-4 0,1 0-3 15,0-2-4-15,-1-1-2 16,1 0-1-16,0-1-1 15,-1-1-9-15,1 0 11 16,-2-1-4-16,1-1-7 16,-1 0 0-16,0-2 1 15,0 0-1-15,-1-2 5 16,0 0-5-16,1-2 2 16,-1 0-2-16,0 1 0 0,0-1 0 15,0 0-1 1,1 1 1-16,0 0 0 0,0-1-1 15,-1 0 1-15,1 1-1 16,-1-1 1-16,2-1 0 16,-1 1 0-16,0-1-1 15,0 0 0-15,0 0 0 16,0-1 0-16,1 1 1 16,-2-1-1-16,0-1 1 15,1 0-1-15,-1 0 0 16,0 0 0-16,0 0 1 15,0 0 0-15,0 0 0 16,0 0 0-16,0 0 0 16,0 0 7-16,0 0-7 15,0 0 11-15,0 0 9 0,0 0-2 16,0 0 0-16,0 0-8 16,0 0-2-16,0 0-3 15,0 0-6-15,2 0 2 16,-1 0-1-16,2 0-1 15,0 2 2-15,1 0-1 16,1 0 1-16,1 1-1 16,0-1 1-16,0 1-1 15,0 0 1-15,1 0-1 16,-1 1 2-16,0-2 3 16,-1 1-6-16,1-1 2 15,0 0-1-15,-2 0 11 0,2 0-6 16,0 0 11-16,0 0-1 15,-1 0-3-15,2 1-5 16,-1 0-7-16,0-1 1 16,1 0 8-16,1 1-4 15,1-1-5-15,0 0 0 16,1 0 11-16,-2-1-11 16,3-1 11-16,-2 1-2 15,2-1 5-15,-1 0 5 16,0 0-14-16,1 0 1 15,-1 0 0-15,2 0-6 16,0 0 1-16,0 0-1 16,2 0 13-16,1 0-14 0,1 0 6 15,1 0-5 1,0-1-1-16,0-1 1 0,1 1-1 16,-1-1 0-16,-1 0 0 15,0 0 1-15,0-1 6 16,0 1-7-16,0-1 1 15,1 0-1-15,0-1 0 16,1 0 6-16,-1 0-6 16,2 0 2-16,0 1 4 15,0-1-5-15,0 1 5 16,0 0-5-16,-1 0 0 16,2 1 5-16,-1 0-5 15,0-1 0-15,1 1 0 0,0 0-1 16,0-1 0-16,1 1 1 15,1-1 0-15,0 2 0 16,1-1-1-16,1 1 6 16,-1 1-5-16,1-1 1 15,0 0 8-15,-2 1-9 16,0 0 22-16,-2 0 4 16,0 0-9-16,-1 0-5 15,-2 0 2-15,-2 0 0 16,-1 0-5-16,-1 0 2 15,-3 0-4-15,-2 0-2 16,1 0-5-16,-3 0 10 16,-1 0-5-16,0 0 3 0,-1 0 1 15,1 0-1 1,-2 0-3-16,0 0-5 16,-1 0 11-16,-1 0-6 0,-1 0-5 15,0 0 13-15,2 0 36 16,-2 0 13-16,0-1-6 15,0-4 12-15,0-4-37 16,0-3-16-16,0-4-5 16,-3-2-11-16,-2-6 0 15,-3 0 10-15,1-3-9 16,-2-3 4-16,0-1-4 16,-1 1-2-16,2 0 1 15,-2 3 0-15,3 3 0 16,0 4 0-16,0 3 1 0,2 4-1 15,0 2 0 1,0 1-1-16,1 3-17 0,-1-1 17 16,1 4 0-16,1-3-8 15,-1 2 8-15,1 1 0 16,-1-1 0-16,-1 2 1 16,0-2-1-16,-1 2 1 15,-3-1-1-15,-1 1 1 16,-4-2 0-16,-3 2-1 15,-3 0-12-15,-12 0 2 16,-9-1 10-16,-12 1-10 16,-5 2-4-16,-1 0 14 15,-1 1-17-15,3 0 12 16,-2 0 5-16,4 3-20 16,2 1-5-16,1-1 16 0,2 2 1 15,1-2-11-15,1 2-8 16,2-1 16-16,1 2 12 15,0 0 0-15,3 1 6 16,5-1-6-16,10-1-12 16,7-2 11-16,4 1 0 15,1-1-5-15,1 0 6 16,3-1 1-16,2-1-1 16,6 0 0-16,2-1 5 15,1 0-5-15,0 0-1 16,0 0 1-16,0 0 1 15,0 0-1-15,0 0 5 16,0 0-5-16,0 0 0 0,0 0 0 16,0 0 0-1,0 0 0-15,0 0 0 0,0 0 0 16,0 0 0-16,0 0 0 16,0 0 0-16,0 0 0 15,0 0 0-15,0 0-2 16,0 0 1-16,0 0-13 15,0 0 14-15,0 0-12 16,0 0 11-16,0 0-8 16,0 0-3-16,0 0 0 15,0 0 0-15,0 0-9 16,0 0 9-16,0 0-9 0,0 0-10 16,0 0-14-16,0 0-10 15,-1 4-112-15,-1 1-166 16,0 0-241-16</inkml:trace>
  <inkml:trace contextRef="#ctx0" brushRef="#br0" timeOffset="94980.5036">8517 4352 13 0,'0'0'666'0,"0"0"-468"0,0 0 2 16,0 0-7-16,0 0-38 15,0 0-23-15,-39-27-2 16,29 24-18-16,-2 1 10 15,-2 1-34-15,-1 1-2 16,-4 0-21-16,-2 0-12 16,-1 1-3-16,-1 4-7 15,0 2 3-15,-1-1 6 16,1 3 10-16,1 1-25 16,1 1 1-16,2 3-13 0,1 1 5 15,1 3-4-15,2 2 0 16,1 1-5-16,2 1-2 15,0 2 3-15,2 1 10 16,0-1 12-16,3 0-8 16,1 3-4-16,3-1 17 15,2 1 0-15,1 2-5 16,0 1-5-16,6 0 13 16,5 0-3-16,5-1-11 15,5-1-10-15,10 1 7 16,10-1-5-16,11-2 15 15,1-3 10-15,-2-9-16 16,-6-5 6-16,-5-6 6 16,-5-3-15-16,-7 0 13 15,-6-3-5-15,-1-3-8 0,3-3-8 16,2-5 5-16,3-3 0 16,0-3-12-16,-3-3-6 15,0-1-9-15,-3-4 14 16,-3 1-10-16,-3-1 13 15,-4-2-23-15,-3 0 1 16,-3 0 10-16,-4 0-5 16,-3 0-5-16,-2 0 0 15,-9 0-1-15,-4 0-7 16,-4-1-8-16,-3 1-21 16,-4 2 1-16,-1 2-7 15,-1 3 9-15,0 2-10 16,-2 4-2-16,1 1 10 0,2 4-2 15,1 1 10-15,2 1-15 16,2 4-9-16,0 0 4 16,2 3 20-16,3 0 11 15,2 2 6-15,2 1-23 16,1 0 4-16,0 4 1 16,0 3-11-16,-4 9-27 15,3-2-256-15,2-4-847 0</inkml:trace>
  <inkml:trace contextRef="#ctx0" brushRef="#br0" timeOffset="98201.8886">8100 4236 441 0,'0'0'98'0,"0"0"-14"0,0 0 59 15,0 0-2-15,0 0 7 16,0 0-148-16,0 0 133 16,0 0-5-16,0 0 59 15,0 0-66-15,0 0 6 16,0 0 10-16,-4 0-9 16,-2 0-61-16,-4-2-32 15,-3 0-5-15,-2 1 20 16,-1 0 12-16,-2-2-10 0,1 2-1 15,0 0 27 1,1-1-26-16,0 0-20 0,-1 0-14 16,-1 0 1-16,0 0 8 15,-2 1-12-15,-1-2 1 16,-2 2 1-16,-1-1-5 16,-2 1-3-16,-2 0 1 15,-2-1-8-15,0 1 14 16,-3 1-7-16,0 0-3 15,-1-1 4-15,-1 1 11 16,-4-1-6-16,-7 0-6 16,-8 1 2-16,0-1-4 15,3 1-6-15,4 0 1 0,5 0 5 16,-3 0-7 0,-1 0 9-16,-2 0-8 0,-1 0 12 15,0 0-4-15,2 0 0 16,1 0-1-16,2 0 1 15,0 0-2-15,1 0 4 16,7 0-10-16,6 2 8 16,7-1-9-16,0 0 7 15,-4 0 8-15,-9 1-3 16,-1 0 0-16,-1 0-12 16,1 0 11-16,5 0-10 15,-4 1 8-15,-1-1-8 16,2 1 7-16,0-1-7 15,0 0 10-15,2 0-5 0,0 0-6 16,1 0 10-16,0 0-10 16,0 0 0-16,1 1 9 15,-1-1-3-15,1 1-6 16,-1-1 0-16,0 0 11 16,-1 2-5-16,1-1-5 15,3 0 0-15,1 1 8 16,4-2-7-16,0 1 5 15,2-1 1-15,0 1 1 16,1-2 4-16,1 0 2 16,1 0 1-16,2 0-10 15,0 0 6-15,1-1 0 16,2 0 0-16,2 0 0 0,-1 0 12 16,3 0-9-16,-2 0-14 15,2 0 11-15,-3 0 5 16,-1 0-5-16,-1 0 3 15,0 0-6-15,0 0-3 16,1 0-5-16,1 0 14 16,3 3-15-16,0-2 1 15,3 0 1-15,0 1 11 16,-2-1-7-16,3 0-6 16,-1-1 7-16,3 0-7 15,0 1 0-15,2-1 14 16,1 1-5-16,1-1-9 15,0 0 1-15,0 0 0 0,0 0 0 16,0 0 9 0,0 0-10-16,0 0-1 0,0 0-48 15,0 0-87-15,0 0-136 16,0-3-68-16,0-1-351 0</inkml:trace>
  <inkml:trace contextRef="#ctx0" brushRef="#br0" timeOffset="98712.2331">5427 4188 1164 0,'0'0'274'0,"0"0"18"0,0 0-31 16,0 0-13-16,0 0-61 15,0 0-43-15,0 0-4 16,1-11-7-16,-1 11-27 16,0 0-28-16,0 0-32 15,0 0-24-15,0 0-13 16,0 0-8-16,-1 0 7 16,-2 5-8-16,-1 1 1 15,-2 3 0-15,0 2 0 16,-1 0 0-16,0 1 5 15,1 0-5-15,1-1 7 16,0-1-7-16,3-3 0 16,0-1 1-16,2 0-1 0,0-1-1 15,0 0 1-15,0-1 6 16,3 1-7-16,5-1 13 16,4 0 4-16,3 0 34 15,3-1-12-15,2-3-11 16,3 0-5-16,1 0-10 15,1 0 6-15,1-3-2 16,-2-1-2-16,-1-1-6 16,-3 1-3-16,-5-1-5 15,-4 2 5-15,-5 0-6 16,-3 2-43-16,-3 1-75 16,-4 0-171-16,-5 0-483 0</inkml:trace>
  <inkml:trace contextRef="#ctx0" brushRef="#br0" timeOffset="98916.3227">5762 4330 1781 0,'0'0'361'0,"0"0"-59"16,0 0-70-16,0 0-58 15,0 0-45-15,0 0-83 16,0 0-46-16,0 4-45 0,-3-2-322 16,-6 0-786-16</inkml:trace>
  <inkml:trace contextRef="#ctx0" brushRef="#br0" timeOffset="112778.0368">8184 5692 768 0,'0'0'187'16,"0"0"18"-16,0 0-31 15,0 0 14-15,0 0 15 16,0 0 2-16,8-5-62 16,-1 3-7-16,2-1-17 15,3 1-7-15,2-1-14 0,2-2-28 16,3 2-15 0,1-2-21-16,2 2-10 0,0-2-12 15,0 2-5-15,-4-1-5 16,-4 3-2-16,-3 0-10 15,-4 1-84-15,-7 1-175 16,0 4-199-16,-2-1-95 0</inkml:trace>
  <inkml:trace contextRef="#ctx0" brushRef="#br0" timeOffset="113011.6863">8178 5797 1470 0,'0'0'242'16,"0"0"-65"-16,0 0 0 15,0 0-2-15,43-6-33 16,-17-3-20-16,5-2-40 16,3-3-51-16,-2 0-9 15,-1-1-21-15,-5 3 1 16,-5 3-2-16,-10 1-117 15,-6 3-233-15,-5 1-726 0</inkml:trace>
  <inkml:trace contextRef="#ctx0" brushRef="#br0" timeOffset="118354.3632">6966 5057 1016 0,'0'0'148'16,"0"0"-9"-16,0 0-54 15,0 0 33-15,0 0 22 16,0 0-25-16,-33-2 31 16,27 8-49-16,0 2-23 15,1 2-25-15,1 6 3 16,1 5-7-16,2 11 38 15,1 10-19-15,0 12 16 0,0 2-10 16,5-2-3 0,1-6-11-16,0-4-21 0,1-1-19 15,0-7-3-15,-1-7-1 16,-2-7-3-16,0-4-8 16,2 4 7-16,-1 3-7 15,0 1 0-15,-1-3 6 16,-1-3-6-16,0-4 8 15,-2-5-8-15,-1-3-1 16,1-3 1-16,-1-3 0 16,0-1 0-16,0-1 5 15,1 0-4-15,-1 0-1 16,3 0-1-16,4 0-1 16,3-4 0-16,6-2 1 15,6-2 0-15,3-1 0 16,3 1 0-16,2 0 0 0,0 2 1 15,1 1-1-15,1 0 0 16,1 2 1-16,1 1 0 16,6 1-1-16,6 1 1 15,-4 0 1-15,-3 0-1 16,-3 0 5-16,2-1-6 16,12-1-1-16,7-1 1 15,-4 0-2-15,-2 0-3 16,-6 0 5-16,-2 0 1 15,3 2 1-15,2-2-1 16,2 2 2-16,0 0-2 16,-1-1 0-16,1 1 1 0,-1 0-1 15,2-1-1-15,0 2 0 16,-2 0 0-16,-1 0 0 16,-1 0-5-16,0 0 5 15,1 0 2-15,0 0-1 16,0 0 0-16,0-1 0 15,-1 0 1-15,1 1-2 16,1-2 0-16,-2 2 0 16,-2 0 0-16,-7 0 0 15,-8 0 0-15,-5 1 0 16,-2 1 0-16,3 2 1 16,5-1-1-16,5 2 0 15,-2 0 1-15,-1 1 0 16,1 0-1-16,-1 0 0 0,0 0 0 15,1 0 0-15,1-1 0 16,0 1 0-16,2 0-1 16,-2 1 1-16,1 0 1 15,0 2-1-15,0-1 0 16,4 0 0-16,6 1 0 16,6 1 1-16,1 0 0 15,-2-4-1-15,-3 0 1 16,-5-3-1-16,3 1 1 15,3-2-1-15,1 1-5 0,1-2 4 16,2-1 2 0,1 2-1-16,3-2 0 0,3 0 1 15,1 0-1-15,2 0 2 16,2 0-1 0,3-2-1-16,3 0-1 0,1-1 0 15,1-1 0-15,2 1 1 16,0-1 1-16,1 1 0 15,0 1 0-15,-3-2-1 16,0 0-1-16,0 1-5 16,-4-2 6-16,0 1 0 15,-3-1 1-15,-2 0 5 16,-2-1-6-16,-1 0 0 16,-4-1 0-16,-3 0-6 15,-3 1 6-15,-5-1 0 0,-8 1 0 16,-7 0 1-16,-8 2 3 15,-2 1-3-15,1-2 0 16,1 1 0-16,0-1 5 16,-6 0-5-16,-4 2-1 15,-4 1 1-15,-3 0 20 16,-1 1-10-16,-2 0 11 16,0-1-7-16,0 1 7 15,1-1-8-15,1-1-2 16,1 0-6-16,1 1 4 15,2-1-10-15,1-1 0 16,1 0 1-16,0 0 0 16,-1 2 6-16,0 0-7 0,-3 0 0 15,-1 0 1-15,-2 1 0 16,-1 1 1-16,-1-1-1 16,-1 0 5-1,-1 1-5-15,0-1-1 0,0-3 24 16,0-1 45-16,0-3-33 15,-4-5-15-15,-5-3-5 16,-4-9-5-16,-6-13-4 16,-5-12 1-16,-2-5-7 15,3-2 7-15,4 6-7 16,4 4 5-16,2 5-6 16,4 6 1-16,1 10-1 15,4 7-1-15,-1 4-8 0,1 0 8 16,-1-2 1-1,-1 2 0-15,0 4 0 0,0 3 2 16,-1 2 4 0,1 2-6-16,-1 2 2 0,-1 0-1 15,-2 2 0-15,-1 0 9 16,-2 0-9-16,-2 0-1 16,-2 5-2-16,-1 0 1 15,-4 1 1-15,-2 0 2 16,-4 1-1-16,-9 0 0 15,-9 0 1-15,-9 1-1 16,-3-2 0-16,3-2 5 16,2-2-5-16,3 0 0 15,-3-1 0-15,-1 0-1 0,1-1 0 16,-1 0 0-16,0 0-7 16,-2 0 7-16,-3 0 0 15,-2 0 0-15,-2 0 8 16,-3 0-7-16,0 0 0 15,-3 0-1-15,-3 1-2 16,-1 0 1-16,-2 1-8 16,-2 1 9-16,-1 0 0 15,-1 0 9-15,-2 1-8 16,0 0-1-16,-1 0-6 16,0 0 6-16,0 1 0 15,-3 0 0-15,1-1 1 16,-1 0 7-16,-1 0-8 0,-3 1-9 15,2 0 9-15,-2 0 1 16,0 0-1-16,0 0 0 16,2-1 9-16,-1 1-9 15,1-1 0-15,1 2-1 16,-1-1 1-16,2-1 0 16,0 2 1-16,1-2-1 15,0 1-3-15,2 0 2 16,1-2 1-16,0 1 0 15,1 0 1-15,3-1 1 16,-1 1 6-16,3 0-8 16,0-2-1-16,1 1-8 15,1-1 8-15,1-1 1 16,2 0 1-16,1 1 6 16,2-1-7-16,3 0-4 0,1 0 2 15,3 0 2 1,3-1-1-16,3 0 1 0,5 0 0 15,3-2 8-15,3-2-7 16,1-1 1-16,7 2-2 16,7-1-8-16,6 1 7 15,2 0 0-15,-2 1 1 16,-2-2-1-16,-2 0 1 16,4 1 0-16,2 0-1 15,3 0 1-15,4 1 1 16,2-1-1-16,3 2 0 15,1 0 5-15,4 0-5 0,0 1-1 16,3 0 1-16,0-1-1 16,0 1-1-16,0 0-4 15,0 0 0-15,0 0-40 16,0 0-104-16,0 0-32 16,3-1-100-16,3-1-295 15,0-1-114-15</inkml:trace>
  <inkml:trace contextRef="#ctx0" brushRef="#br0" timeOffset="118509.4184">6713 5154 599 0,'0'0'1479'0,"0"0"-1312"15,0 0-108-15,0 0-38 16,0 0-21-16,0 0-112 15,0 0-369-15</inkml:trace>
  <inkml:trace contextRef="#ctx0" brushRef="#br0" timeOffset="120030.2172">12754 5135 1200 0,'0'0'270'0,"0"0"-94"15,0 0-67-15,0 0 42 16,0 0-19-16,0 0 12 15,19 48 1-15,-7-6 69 16,-2 17-89-16,-1 10 34 16,-5 4 12-16,-4-4-46 15,0-10-47-15,0-8-30 16,-3-13-19-16,1-9-2 16,1-9 4-16,0-4-15 15,-1 1-5-15,1-1-5 0,-2 0-5 16,0-5 1-1,0-5-2-15,0-3-61 0,-12-3-149 16,1-4-313-16,-4-4-678 16</inkml:trace>
  <inkml:trace contextRef="#ctx0" brushRef="#br0" timeOffset="121802.5277">1679 6208 176 0,'0'0'827'0,"0"0"-644"0,0 0-35 15,0 0 10-15,0 0-1 16,47-7-3-16,-23 6-31 16,9 1-14-16,10 0-17 15,12 0-17-15,2 2-12 16,1 2-15-16,-3-2-10 15,1-1 24-15,3-1 1 16,2 0-7-16,4-1-14 16,5-3-8-16,2-2-7 0,4-1-3 15,3 0-2 1,0-1-6-16,0 2-10 0,0 0 8 16,-2 2-2-16,2 3-3 15,-2 1-3-15,0 0-5 16,0 0 5-16,-2 5-5 15,-2 1 5-15,1-1 0 16,-4 1 3-16,-3-1-8 16,-1 0 8-16,-3-2-8 15,-4 0 9-15,-3-1 2 16,-2-1 0-16,-4-1 2 16,-9 0 1-16,-9 0 4 0,-9 0-4 15,-2 0-2-15,1 0-12 16,1 0 0-16,0 0 1 15,-6 0-1-15,-6 0-1 16,-5 0-16-16,-5 2-116 16,-9 8-60-16,-6-2-326 15,-4-2-740-15</inkml:trace>
  <inkml:trace contextRef="#ctx0" brushRef="#br0" timeOffset="123379.772">4240 4285 649 0,'0'0'238'0,"0"0"-20"0,0 0-31 16,0 0-65-16,0 0-20 16,0 0 36-16,-6-7-4 15,6 6-14-15,-1 1-17 16,0 0-20-16,0 0-24 15,0 0-12-15,0-1-16 16,0 1-9-16,1 0-7 16,-1 0-4-16,1 0-3 15,0 0-6-15,0 0-2 0,-1 0-1 16,1 0-6-16,0 0-2 16,0 0-3-16,0 0-13 15,0 0-34-15,-1 0-86 16,-1 0-128-16,0 1-40 15,0 2-390-15</inkml:trace>
  <inkml:trace contextRef="#ctx0" brushRef="#br0" timeOffset="130319.1961">4246 4792 1234 0,'0'0'368'16,"0"0"-8"-16,0 0-113 16,0 0-110-16,0 0-49 15,0 0 22-15,-9 35 15 16,8-18-61-16,1 1-19 0,0-1-25 15,0 1-8-15,4-2-6 16,0 0-5-16,-1-2-1 16,1-2-20-16,-2-3-139 15,-1-3-123-15,-1-3-241 16,0-3-152-16</inkml:trace>
  <inkml:trace contextRef="#ctx0" brushRef="#br0" timeOffset="130608.331">4205 4752 1181 0,'0'0'229'16,"0"0"0"-16,0 0-128 0,0 0 11 16,0 0 47-16,0 0-60 15,-17 34-10-15,12-24-33 16,-1 0-29-16,0-2-11 15,0-3-7-15,2 0-3 16,1-4 0-16,0-1 4 16,1 0 8-16,1-6 17 15,1-4-18-15,0-2-16 16,1 0 1-16,7 1-2 16,4 3 0-16,3 2-1 15,15 6-1-15,-3 0-119 16,-2 6-356-16</inkml:trace>
  <inkml:trace contextRef="#ctx0" brushRef="#br0" timeOffset="136301.2056">3301 4807 1001 0,'0'0'973'0,"0"0"-723"15,0 0-3-15,0 0-85 16,0 0-24-16,0 0-15 16,-11 42 23-16,11-18-30 15,2 4-54-15,6 0-29 16,-1-1-14-16,1-2-8 15,1-2 1-15,-2-4-12 16,-1-3-1-16,1-5-72 16,-3-7-204-16,-1-3-195 15,-2-1-278-15</inkml:trace>
  <inkml:trace contextRef="#ctx0" brushRef="#br0" timeOffset="136574.408">3272 4767 1497 0,'0'0'279'15,"0"0"30"-15,0 0-98 16,-30 38-49-16,23-28-48 16,0-2-50-16,4-4-19 15,2-1-20-15,0-3 22 16,1 0 27-16,0-3 14 15,0-5-38-15,3-1-31 0,4 0-8 16,3 1-5 0,4 4-5-16,4 3 0 15,6 1-1-15,4 8-1 0,12 15-107 16,-6-1-214-16,-5 0-1017 0</inkml:trace>
  <inkml:trace contextRef="#ctx0" brushRef="#br0" timeOffset="149987.549">7967 5002 922 0,'0'0'153'0,"0"0"-84"16,0 0-35-16,0 0-15 15,0 0-11-15,0 0-2 16,-6-6-4-16,6 6-1 15,0 0 1-15,0 0-2 16,0 1-1-16,0 8-15 16,1 4 16-16,4 2 6 0,1 3 42 15,-1 0 12-15,1-1-13 16,-1-1 2-16,-1-1-2 16,0-1-20-16,-2-2-25 15,-2-2-2-15,0-4-211 16,0-2-557-16</inkml:trace>
  <inkml:trace contextRef="#ctx0" brushRef="#br0" timeOffset="150221.0768">7839 5147 1217 0,'0'0'153'0,"0"0"-121"0,0 0-17 16,0 0-4-1,0 0-2-15,0 0 1 0,0 0 6 16,31 2 32-16,-13 0-3 16,1 1-4-16,-1 1 19 15,0 0-19-15,0 0-18 16,-2 0 8-16,-1 0-17 16,0-2-14-16,-2 0-147 15,-6-2-255-15</inkml:trace>
  <inkml:trace contextRef="#ctx0" brushRef="#br0" timeOffset="150433.3136">8038 5071 1355 0,'0'0'219'0,"0"0"-149"0,0 0-48 16,0 0-13-16,0 0 20 15,0 34 18-15,0-18 5 16,0 3-12-16,0-1-11 16,0 0-13-16,0 5-16 15,0-5-149-15,0-4-637 0</inkml:trace>
  <inkml:trace contextRef="#ctx0" brushRef="#br0" timeOffset="161092.475">1900 1248 120 0,'0'0'196'0,"11"50"-83"16,-4-19-11-16,1-2-23 16,-1-3-5-16,-2-2-5 15,1-5 27-15,0-3 5 0,-2-4-33 16,1-4-25 0,-4-8-18-16,0 0-25 0,-1-8-522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40:31.8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780 1453 1500 0,'0'0'211'0,"0"0"-116"16,0 0 3-16,0 0 15 16,0 0 55-16,0 0-53 15,33-26-38-15,-14 11-45 16,4-2-20-16,10-6 2 16,7-6-4-16,10-5 2 15,-2 2-5-15,-10 7 1 16,-10 8-1-16,-11 6-5 15,-1 1 7-15,-1 0-9 16,-3 2-1-16,-4 2-7 16,-6 4-5-16,-2 2-12 15,-7 2-73-15,-5 4-243 0,-4 2-721 16</inkml:trace>
  <inkml:trace contextRef="#ctx0" brushRef="#br0" timeOffset="299.3661">793 1571 1472 0,'0'0'270'15,"0"0"1"-15,0 0-130 16,0 0-48-16,0 0 43 16,44-6-14-16,0-15-22 15,20-13-8-15,8-8-19 0,3-2-10 16,-5-1-27-1,-11 5-4-15,-4 2-12 0,-3 1-4 16,-12 9 20-16,-8 6-15 16,-11 7-9-16,-7 6-12 15,-3 1-18-15,-2 1 11 16,-2 3-7-16,-6 3-10 16,-1 1-24-16,-5 1-52 15,-36 26-83-15,1-1 12 16,-9 5-597-16</inkml:trace>
  <inkml:trace contextRef="#ctx0" brushRef="#br0" timeOffset="18677.4843">4399 2934 1378 0,'0'0'253'15,"0"0"-50"-15,0 0 3 16,0 0-14-16,0 0-59 16,0 0-40-16,-1-2-35 0,1 2-26 15,5 0-1-15,5 0 10 16,4 0 77-16,4 0 5 15,4 0-40-15,2 0-5 16,2 0-14-16,1 0-19 16,-1 0-7-16,0 0-13 15,0 0-5-15,0 0-11 16,-1 0 10-16,1 0-5 16,-1 0-1-16,0 0-3 15,0 0-9-15,1 0 6 16,1 0 8-16,-1 0-6 15,-1 0-9-15,0 0 10 16,0 0-9-16,0 1 12 0,1-1-6 16,1 1-1-16,1 0 3 15,-1-1-3-15,2 0 2 16,-2 0-1-16,2 0 2 16,-3 0-8-16,2 0 8 15,-2 0-8-15,0 0 4 16,0 0-5-16,0 0 0 15,0 0 3-15,-1 0-1 16,1 1 2-16,1 0-2 16,1 0-2-16,-1 2 1 15,-1-2 3-15,-1 1-3 16,0-1 0-16,-1 1 0 0,1 0 0 16,1-1 1-16,0 0-1 15,0 0 7-15,1-1-2 16,-1 1-5-16,0-1 5 15,0 0 0-15,1 0 0 16,0 0-6-16,0 0 12 16,3-1-6-16,-1 0-6 15,1 0 2-15,0 0 11 16,-1-1-4-16,0 0-9 16,0 2 10-16,-1-1-1 15,1 1 3-15,0 0-1 16,1 0-2-16,-1 0 3 15,2 0-3-15,-1 0-2 16,0 0 8-16,1 0-6 16,-1 0 0-16,-2 0-9 0,1 0 1 15,0 0 19-15,-2 0-5 16,0 0-3-16,-1 1 3 16,-2-1 6-16,-1 1-3 15,-2-1 0-15,-3 1-6 16,-2-1 3-16,-3 0 7 15,-2 0-1-15,-2 0 2 16,0 0-1-16,0 0-4 16,-1 0-3-16,1-1-9 15,-1 0 8-15,-1 0-6 16,0-1-7-16,-2 1-1 16,-2 1 7-16,-3 0-7 15,0 0-25-15,-29 5-115 0,-3 3-137 16,-10 1-407-16</inkml:trace>
  <inkml:trace contextRef="#ctx0" brushRef="#br0" timeOffset="24724.0198">4584 4415 939 0,'0'0'364'0,"0"0"-85"16,0 0 3-16,0 0-69 16,0 0-50-16,0 0-32 15,-2-7-48-15,4 7-45 16,8-2-1-16,2-1-2 16,4-2-5-16,2 1-9 0,1-2-14 15,-2 1-5-15,1 1 4 16,-3 0-5-16,-2 1-1 15,-4 1-19-15,-3 1-66 16,-5 1-124-16,-1 0-140 16,0 3-242-16</inkml:trace>
  <inkml:trace contextRef="#ctx0" brushRef="#br0" timeOffset="24916.7463">4588 4501 1031 0,'0'0'281'0,"0"0"-47"0,0 0-61 16,0 0-9-1,0 0-34-15,0 0-13 0,0 0-38 16,50-23-41-16,-32 15-26 16,0-1-12-16,4-3-97 15,-6 2-167-15,-4 1-383 0</inkml:trace>
  <inkml:trace contextRef="#ctx0" brushRef="#br0" timeOffset="25180.0192">4662 4298 1320 0,'0'0'260'0,"0"0"51"15,0 0-88-15,0 0-89 16,0 0 17-16,56-17-47 16,-31 17-30-16,2 7-11 15,0 3-21-15,-2 2-8 16,-5 2-4-16,-5 2-2 16,-8 2-12-16,-7 10-16 15,-18 13-1-15,-29 10-88 16,2-4-262-16,-5-9-782 0</inkml:trace>
  <inkml:trace contextRef="#ctx0" brushRef="#br0" timeOffset="30607.4529">5354 4375 918 0,'0'0'161'16,"0"0"-47"-16,0 0 99 0,0 0-46 16,0 0-50-16,0 0-9 15,-13-1-41-15,15 3-8 16,6 4 46-16,4 1 2 16,4 1 35-16,6 0-13 15,4 0-46-15,3-2-7 16,9 0 4-16,-3-2-8 15,1 0-20-15,0 0-3 16,-6-2-17-16,3 2-5 16,-2-2-2-16,-3 1 0 15,-1-1-2-15,-1-2-8 16,2 1 7-16,-1-1 5 16,2 0-10-16,1 0 8 15,1 0-18-15,-1-1 8 0,0 0-4 16,-1 1-11-16,0 0 13 15,-1-1-5-15,1 1-7 16,0-1 7-16,0-1-7 16,2 0 14-16,-1 0-8 15,0-1-5-15,1 2 7 16,-1-3-3-16,-1 3-6 16,0-1 2-16,0 0-2 15,-1 1 1-15,-1-1-1 16,-1 2 5-16,-1 0-5 15,-1 0 0-15,0 0 0 16,-3 0 8-16,1 0-7 16,-2 0 7-16,0 0 1 15,1 0-9-15,0 0 6 0,2 0 3 16,0 0 10-16,3 0-5 16,-2 0-2-16,3 0 0 15,-1 0-6-15,0 0 12 16,1 0-3-16,1 0-6 15,0 0 10-15,0-1-9 16,2-1 8-16,1 1 2 16,2-1 2-16,1 0 5 15,-2 1-13-15,1 1 7 16,-3-1-14-16,-1 1 8 16,-1 0-3-16,-1 0 3 15,-2 0 3-15,-1 0-1 0,-2 0 5 16,-1 0 1-1,-2 0 4-15,-1-1-6 0,-1 0 0 16,-2 0-5-16,-3 0-2 16,0-1 2-16,-3 1-4 15,-1-1 3-15,-1 2-13 16,-1-1 5-16,0 0-5 16,0 0-1-16,-2 1 5 15,0-1-4-15,-2 1-1 16,-1-1 0-16,0 1 5 15,-1 0-5-15,0 0 0 16,0 0-1-16,-5 0-20 16,-36 2-126-16,0 3-158 0,-11 0-690 15</inkml:trace>
  <inkml:trace contextRef="#ctx0" brushRef="#br0" timeOffset="36343.5068">7674 2670 1345 0,'0'0'624'0,"0"0"-391"16,0 0-29-16,0 0-114 15,0 0-22-15,0 0-28 16,8 1-16-16,7 3-15 15,4-1-9-15,2 1-15 0,2 1-236 16,-5-1-234 0,-5 0-273-16</inkml:trace>
  <inkml:trace contextRef="#ctx0" brushRef="#br0" timeOffset="36498.9564">7651 2773 1088 0,'0'0'346'15,"0"0"-68"-15,0 0-125 16,0 0-88-16,0 0-38 16,0 0 26-16,46-1-27 15,-6-10-26-15,-6 0-288 16,-2-1-367-16</inkml:trace>
  <inkml:trace contextRef="#ctx0" brushRef="#br0" timeOffset="36731.0743">7840 2590 320 0,'0'0'1495'15,"0"0"-1188"-15,0 0-176 16,0 0-48-16,59 8 68 16,-29 6-41-16,0 3 8 15,0 4 64-15,-6 4-34 16,-8 0-54-16,-10 2-38 15,-7-1-26-15,-21 6-11 16,-16 5-10-16,-2-5-9 0,-6-2-207 16,13-12-380-16,16-14-706 0</inkml:trace>
  <inkml:trace contextRef="#ctx0" brushRef="#br0" timeOffset="37797.2118">8416 2704 1317 0,'0'0'335'16,"0"0"-50"-16,0 0-93 16,0 0-5-16,0 0-14 0,0 0-82 15,0 0-54-15,17-24-18 16,-8 10-19-16,-1-3 1 16,-1-2 5-16,-2-1-6 15,-2 0 0-15,-3 1 0 16,0 2 2-16,0 2 4 15,-2 3 10-15,-2 6 14 16,0 1 22-16,2 2 6 16,0 3-20-16,-1 0-25 15,0 1-12-15,-2 8 0 16,-2 6 8-16,-1 4-8 16,-2 4 26-16,0 4-5 15,2 1-2-15,1-1 5 0,3 0 7 16,4-3-10-16,0-2 2 15,9-5-2-15,3-3 1 16,4-2 11-16,2-6-11 16,3-1-1-16,-1-3-7 15,0-2-14-15,-1 0 8 16,-5 0-9-16,-1-3 0 16,-3-1-71-16,-1-2-111 15,-5-9-66-15,-1 4-448 16,-1-2-658-16</inkml:trace>
  <inkml:trace contextRef="#ctx0" brushRef="#br0" timeOffset="37956.4099">8624 2676 1679 0,'0'0'401'0,"0"0"-125"15,0 0-180-15,0 0-81 16,0 0-15-16,0 0-1 15,0 0-152-15,48-8-383 16,-31 2-864-16</inkml:trace>
  <inkml:trace contextRef="#ctx0" brushRef="#br0" timeOffset="38382.8987">8712 2560 1401 0,'0'0'389'0,"0"0"-105"15,0 0-140-15,-43 13-7 16,33-4-56-16,4-1-42 16,3 1-21-16,3-2-9 15,0-1-9-15,6-3-10 16,5-3 10-16,3 0 18 16,1-7-18-16,-1-4 9 15,0-1-8-15,-3 0-1 16,-3 2 1-16,-3 2 10 15,-1 2 63-15,-3 5 60 16,1 1-32-16,0 3-35 0,3 11 23 16,1 6 55-1,2 5-25-15,1 4-43 0,2 2 0 16,-2 2-20-16,-1-3-12 16,-3 0-6-16,-3-3-15 15,-2-4-8-15,-1-3-2 16,-7-4-2-16,-2-6 0 15,-1-3-3-15,-1-6-2 16,1-1 2-16,-1-5-9 16,2-9-18-16,0-2-61 15,3-3-74-15,7-7-148 16,0 3-412-16,0 4-805 0</inkml:trace>
  <inkml:trace contextRef="#ctx0" brushRef="#br0" timeOffset="38533.1597">8957 2606 1896 0,'0'0'490'0,"0"0"-209"15,0 0-165-15,0 0-74 16,0 0-42-16,0 0-12 16,0 0-111-16,31-2-341 15,-19 0-985-15</inkml:trace>
  <inkml:trace contextRef="#ctx0" brushRef="#br0" timeOffset="39081.3403">9315 2683 1343 0,'0'0'567'0,"0"0"-319"16,0 0-77-16,0 0-51 16,0 0 8-16,45-42-61 15,-21 18-22-15,2-9-18 16,-3-9-15-16,-6-14-3 16,-7-9-8-16,-10 2 0 15,-2 11 5-15,-5 19-4 16,0 15 7-16,1 8 13 15,-2 4 44-15,0 1-14 0,-1 4-34 16,0 1-13-16,1 11-5 16,2 6-6-16,4 5 6 15,2 1-1-15,6 1-1 16,9-1-5-16,4-1 1 16,3-4 5-16,-1-2 0 15,-2-2 1-15,-5-3-1 16,-4-1-6-16,-5-1 7 15,-5 1 1-15,0 0-1 16,-7 3 2-16,-4 1 13 16,-2 2 15-16,0 0 19 15,1 2 1-15,2-1-9 16,4 0-17-16,6-1-1 16,0-2-16-16,8-3-1 15,7-3-6-15,5-5-32 0,6-3-68 16,0-7-67-16,1-8-170 15,1-13-310-15,-8 2-67 16,-6 3-44-16</inkml:trace>
  <inkml:trace contextRef="#ctx0" brushRef="#br0" timeOffset="40236.4033">9638 2474 948 0,'0'0'584'0,"0"0"-208"16,0 0-10-16,0 0-77 16,0 0-101-16,0 0-112 15,0 0-55-15,-7-8-6 16,14 22 42-16,2 3 19 15,1 2 2-15,-1 0-44 16,-1 0-14-16,-1-2-13 16,-2-3 1-16,-2-3-8 0,-1-3-36 15,0-6-60-15,-1-2 44 16,2-6 19-16,1-7-45 16,2-4 27-16,0-3 29 15,3 1 12-15,1 2 10 16,0 3 0-16,0 4 1 15,-2 5-1-15,2 4 0 16,-1 1 0-16,3 4 18 16,1 6-3-16,2 2 8 15,2 0-7-15,0 0-15 16,1-1-1-16,1-3-12 16,-1-4-96-16,-1-4-182 0,-1 0-14 15,-3-9-186-15,-4-5 7 16,-1-3 369-16,-5-2 114 15,-1-1 84-15,-2 2 155 16,0 2 15-16,-2 4 35 16,-5 5-67-16,-2 4-39 15,-2 3-96-15,-2 3-54 16,1 6-14-16,-2 3-9 16,4 1-9-16,2 0 1 15,3-1-2-15,3-2-1 16,2-3-52-16,0-5-66 15,5-2 13-15,3-1 63 16,1-7 18-16,-1-3 15 0,-2 0 10 16,0 1 9-16,-3 2 53 15,-2 4 89-15,1 2 27 16,-2 2-72-16,4 5-59 16,2 8 17-16,5 9 17 15,6 15-15-15,5 14 16 16,2 7 5-16,-2 0-26 15,-5-5 5-15,-8-6-18 16,-7-2-14-16,-2-3-25 16,-8-9 3-16,-3-10-4 15,-2-8-7-15,-3-7 0 16,-4-1-1-16,-4-5 0 16,-4-2-12-16,0-9 3 15,3-10 3-15,2-5-13 0,5-5-2 16,6-1 0-16,6-2-2 15,6-5-23-15,14-5-45 16,15-8 10-16,6-3-12 16,0 3-2-16,-4 2-14 15,-9 7-31-15,-5 3-28 16,-5-1 37-16,-5 0 49 16,-5-2 41-16,-2 0 34 15,0 1 7-15,-6 6 0 16,0 7 15-16,1 8 28 15,-1 5 31-15,0 2 50 16,1 2 32-16,-1 4-48 16,3 6-21-16,0 3-53 0,3 20-25 15,0 14-8-15,7 19 11 16,9 8 3-16,6-3 2 16,-1-13 0-16,-5-19-8 15,-4-12 2-15,0-5-2 16,0-2-9-16,2-3-3 15,0-3-36-15,-3-4 12 16,-2-6 14-16,-1-6 5 16,-1-3 7-16,-2 2-3 15,0 2 4-15,-3 3 9 16,0 6 15-16,0 2-2 16,1 1-21-16,1 11 17 15,4 5 17-15,1 4 7 0,0 4-13 16,0-1-5-1,-3-2-13-15,-1-3-4 0,-2-6-7 16,-2-5-96-16,-1-7-72 16,-5-8-124-16,-3-7-322 15,1-4-825-15</inkml:trace>
  <inkml:trace contextRef="#ctx0" brushRef="#br0" timeOffset="40335.7957">10212 2309 225 0,'0'0'126'0,"0"0"-126"0</inkml:trace>
  <inkml:trace contextRef="#ctx0" brushRef="#br0" timeOffset="40613.2404">10382 2395 1377 0,'0'0'337'0,"0"0"-2"16,0 0-157-16,0 0-6 16,0 0-86-16,0 0-52 15,-26 42-17-15,33-34-11 16,2 2 4-16,2-1 0 16,2 1-4-16,0 1-5 15,-2 0 0-15,-1 0 1 16,-5-1-1-16,-3 2 0 15,-2-3 10-15,-8 0-4 0,-6-1 1 16,-3-2-8-16,-1-3-38 16,4-3-106-16,3-8-71 15,6-3-411-15</inkml:trace>
  <inkml:trace contextRef="#ctx0" brushRef="#br0" timeOffset="40956.9752">10511 2209 1664 0,'0'0'354'16,"0"0"4"-16,0 0-237 15,0 0-2-15,-8 45 25 0,10-22-30 16,7 4-38 0,1 1-30-16,0-1-29 0,-1 0-10 15,-1-4 8-15,-1-4-15 16,-1-5 0-16,-1-5 0 15,1-6-34-15,0-3 26 16,3-1 8-16,-1-6 1 16,3-1 9-16,0 1-10 15,-1 1 2-15,1 4 19 16,1 1 2-16,2 1 6 16,2 1-1-16,3 5 16 15,1 2-11-15,0 2-15 16,0-1-11-16,-3 0-7 15,-1-2-25-15,1-6-155 16,-4-1-342-16,-1 0-683 0</inkml:trace>
  <inkml:trace contextRef="#ctx0" brushRef="#br0" timeOffset="41452.3351">11259 2283 1318 0,'0'0'246'16,"0"0"89"-16,0 0-77 16,0 0-2-16,0 0-119 15,0 0-73-15,0 0-37 16,-39 13-12-16,33 5-9 15,4 1 6-15,2-1-12 0,1-2 9 16,9-2-3-16,4-2 4 16,2 1-2-1,0-2-7-15,-2 0-1 0,-2 0 1 16,-5 0-1-16,-6 1 0 16,-1-1 0-16,-7 2 0 15,-8-1 1-15,-2-1 5 16,-1-3-6-16,2-3-55 15,2-5-128-15,5-7-125 16,6-4-449-16</inkml:trace>
  <inkml:trace contextRef="#ctx0" brushRef="#br0" timeOffset="42346.1893">11359 2346 1388 0,'0'0'275'0,"0"0"-120"0,0 0-72 16,0 0 2-16,0 0-22 16,8 39-3-16,-3-31-20 15,4-3 0-15,0-2-11 16,0-3-3-16,1 0-7 16,-1-4-3-16,1-6 2 15,-2-3-8-15,-2-2-2 16,-2-1-7-16,-3 0 6 15,-1 2 17-15,0 2 56 16,-6 3 44-16,-1 4-40 16,0 5-20-16,-2 0-31 0,2 4-22 15,1 6-1-15,3 4-9 16,3 1-1-16,0 3 1 16,12-3-2-16,3 1 1 15,5-5-37-15,2-3-24 16,0-5-26-16,-3-3-95 15,-2-5 7-15,-6-6 73 16,-4-3 68-16,-3-1 34 16,-3 1 23-16,-1-1 72 15,0 5 62-15,0 3 26 16,0 4-34-16,0 3-36 16,0 0-50-16,0 4-47 15,0 6-4-15,2 5 10 0,1 2 5 16,0 1-6-16,2 0-7 15,-1-3-8-15,2-3-5 16,-1-5-2-16,1-3 1 16,2-4-48-16,0-2 30 15,1-8-9-15,0-2 11 16,-2 0 8-16,0-1 8 16,-3 2 0-16,-1 3 0 15,0 2 0-15,-2 3 8 16,-1 1 10-16,1 2 3 15,2 0-14-15,2 6-7 16,5 4 0-16,2 2-1 0,4 1 1 16,3-2 1-16,1-2-1 15,-1-3 1-15,-2-3-1 16,-2-3-1-16,-3-1-21 16,-3-7 0-16,-5-6 7 15,-2-3 7-15,-2-4 8 16,-2-9 0-16,-8-12 2 15,-5-15 13-15,0-2 6 16,4 10 16-16,3 16 11 16,6 19 15-16,0 9 28 15,2 3-25-15,0 2-35 16,3 4-29-16,8 12-1 16,7 13 6-16,6 11 7 0,3 10-13 15,-4 1 1 1,-7-10-2-16,-8-11-6 0,-5-14 6 15,-1-5-156-15,-2 0-56 16,-3-7-256-16,-4-2-11 16,-2-2-575-16</inkml:trace>
  <inkml:trace contextRef="#ctx0" brushRef="#br0" timeOffset="42516.5312">11708 2225 844 0,'0'0'1013'16,"0"0"-891"-16,0 0-97 16,0 0-15-16,53 6 25 15,-22-2-23-15,3 1-12 0,8-1-25 16,-4 0-276-16,-9-1-275 16</inkml:trace>
  <inkml:trace contextRef="#ctx0" brushRef="#br0" timeOffset="43180.3361">12022 2225 1064 0,'0'0'231'0,"0"0"-68"16,0 0-113-16,0 0-5 16,0 0 32-16,0 0 32 15,0 0-22-15,10 21-27 0,-7-19-27 16,1-2 8-16,-1 0 21 15,1 0-2-15,0-6-19 16,-1-2-14-16,-2-1 12 16,-1-2 25-16,0 1-3 15,-4 0 51-15,-5 2-35 16,-3 3 7-16,-1 2 30 16,0 3 9-16,-1 3-49 15,3 8-29-15,1 2-12 16,6 5-7-16,4 0-17 15,0 1-8-15,9 0-1 16,6-3 0-16,5-2-54 16,3-7-61-16,2-6-21 0,2-1 11 15,-2-11-86 1,-3-4-71-16,-6-4 74 0,-5-1 145 16,-4 0 63-16,-3 2 46 15,-3 2 122-15,-1 4 51 16,0 6 20-16,0 3-80 15,0 3-63-15,0 0-69 16,2 5-27-16,3 5 1 16,0 5 11-16,-1 1-2 15,1 2 1-15,-3-2-10 16,-1 0 5-16,-1-4 2 16,0-5-7-16,0-2 0 15,0-5 12-15,1-2 14 16,2-8 21-16,3-6-33 15,2-1 10-15,1-1-1 0,2 2 20 16,0 3 9-16,-1 4-6 16,1 5-5-16,1 4-15 15,1 0-8-15,0 10 8 16,1 3-9-16,-1 4-9 16,-2 1-3-16,-2 1-6 15,-3-1-37-15,1 0-178 16,-1-3-141-16,-3-6-456 0</inkml:trace>
  <inkml:trace contextRef="#ctx0" brushRef="#br0" timeOffset="43383.9371">12454 2112 1249 0,'0'0'785'0,"0"0"-312"15,0 0-202-15,0 0-86 16,0 0-89-16,0 0-23 15,0 0 2-15,-10 45-24 16,12-23-22-16,4 0-18 16,0-1-11-16,1-4-1 15,1-2-73-15,4-7-201 16,-2-3-229-16,0-5-294 0</inkml:trace>
  <inkml:trace contextRef="#ctx0" brushRef="#br0" timeOffset="43765.2803">12577 2154 1239 0,'0'0'611'0,"0"0"-375"15,0 0-110-15,0 0-82 16,0 0 2-16,0 0 20 16,0 0-11-16,54 25-21 15,-37-25-19-15,-2 0-9 16,-1-6 5-16,-4-2-11 15,-3-3 1-15,-3 1 0 16,-3-1 0-16,-1 1 24 16,-1 3 53-16,-7 3 74 15,-5 4-21-15,-3 0-8 16,-4 8 5-16,-4 7-33 16,1 3-17-16,2 4-4 0,4 2-6 15,7 1-23-15,8-1-9 16,3-1-2-16,16-3-11 15,11-2-2-15,2-5-6 16,4-5-3-16,1-4-11 16,-7-4-1-16,1 0-15 15,-6-7-40-15,-7-1-37 16,-12-7-119-16,-4 2-333 16,0-1-634-16</inkml:trace>
  <inkml:trace contextRef="#ctx0" brushRef="#br0" timeOffset="44382.1471">13309 2307 1639 0,'0'0'475'0,"0"0"-148"0,0 0-116 15,0 0 10-15,0 0-50 16,0 0-92-16,72-10 30 16,-5-2 5-16,9-2-26 15,2 0-23-15,-11 4-25 16,-21 3-16-16,-13 3-6 15,-12 3-7-15,-9 0 1 16,-2 1-7-16,-4 0-5 16,-3 0-16-16,-3 0-13 15,-1 0-29-15,-13 5-95 16,0 0-223-16,2-3-403 0</inkml:trace>
  <inkml:trace contextRef="#ctx0" brushRef="#br0" timeOffset="44824.7236">14127 2044 1330 0,'0'0'514'15,"0"0"-137"-15,0 0-33 16,0 0-1-16,0 0-71 15,0 0-94-15,0 0-61 16,-3-16-55-16,3 24-37 16,0 7-4-16,0 5 15 15,2 4 3-15,2 1 0 16,2 0-13-16,-1-3-16 16,0-4-9-16,-1-4-1 15,-2-3-10-15,-1-4-64 16,-1-2-53-16,-3-4-64 0,-18-1-174 15,0-5-321-15,-1-4-553 16</inkml:trace>
  <inkml:trace contextRef="#ctx0" brushRef="#br0" timeOffset="45035.6294">13927 2052 1716 0,'0'0'633'0,"0"0"-426"15,53-18 10-15,-5 6 29 16,16 0-50-16,6-1-75 16,-4 4-43-16,-17 2-36 15,-18 3-19-15,-11 1-14 0,-7 2-9 16,-3 0-16 0,-3 0-99-16,-2 0-173 0,-4 1-193 15,-1-2-378-15</inkml:trace>
  <inkml:trace contextRef="#ctx0" brushRef="#br0" timeOffset="45591.3085">14569 2029 1175 0,'0'0'1301'15,"0"0"-1048"-15,0 0 7 16,0 0-136-16,0 0-33 0,0 0-61 16,0 0 24-16,-9 49-6 15,9-29-12-15,3-2-15 16,3 0-11-16,0-4-8 16,3-2-1-16,-1-5-1 15,3-5-19-15,1-2-17 16,1-2 2-16,0-9-25 15,0-4-7-15,0 1 15 16,-2-2 32-16,-2 1 11 16,-3 3 8-16,-2 2 3 0,-2 3 15 15,-1 4 36-15,-1 2 38 16,0 1-36-16,0 3-30 16,0 5-26-16,4 4 11 15,1 3 2-15,3-1-1 16,2-1 3-16,4-3 3 15,1-3-6-15,0-6 2 16,3-1-4-16,-1-5-1 16,0-6-8-16,-1-4 5 15,0-2-4-15,-4-3-1 16,-3-1-1-16,-4-2 0 16,-5-2 0-16,0 3 0 15,-4 3-12-15,-8 7-21 16,0 4-40-16,-2 8-45 15,0 0-34-15,3 8-63 0,6 10-33 16,4-1-223-16,1-2-176 16</inkml:trace>
  <inkml:trace contextRef="#ctx0" brushRef="#br0" timeOffset="46861.0672">15036 1941 1560 0,'0'0'346'0,"0"0"141"15,0 0-295-15,0 0 6 16,0 0-67-16,0 0-72 0,0 0-35 16,-38 0 12-1,27 13 11-15,-2 4-9 0,3 1-13 16,3 1-7-16,4-1-12 15,3-2 2-15,0-2-7 16,6-4-1-16,6-6-20 16,3-3-5-16,1-1-19 15,2-7-39-15,0-5 8 16,-3-3 32-16,-3-2 23 16,-1-2 19-16,-3-1-1 15,-4 4 2-15,-1 2 11 16,-2 4 29-16,-1 3 50 15,0 5 20-15,0 2-38 16,0 0-43-16,0 5-29 16,-3 5 7-16,0 3-1 0,2 4-4 15,1 0-1-15,0 0 7 16,0-2-7-16,7-4 0 16,0-2 1-16,2-3-2 15,1-5-2-15,-1-1-7 16,2-3-9-16,-1-6 2 15,0-2 4-15,0-2 4 16,-1 1 8-16,0 0 0 16,-1 1 0-16,-1 2 0 15,0 3 1-15,-1 1-1 16,-1 2 1-16,-2 1 1 16,2 2 4-16,0 0-5 15,2 2 9-15,2 3-4 0,3 2 2 16,3 0-7-16,1 1 0 15,2-1 0-15,1-1-1 16,-2-2-19-16,0-4-67 16,-2 0-57-16,-4-2 38 15,-1-4 26-15,-4-3 30 16,-2 0 34-16,-1-1 14 16,-3 0 1-16,0 2 30 15,0 1 52-15,0 2 9 16,-4 2-11-16,-1 3-21 15,-3 0-24-15,-1 0-19 16,-2 9-4-16,2 2-4 0,1 2-7 16,2 3 0-1,3-2 0-15,3 1 1 0,0-2-2 16,1-5 0-16,6-3-7 16,2-4-7-16,1-1 13 15,2-5-17-15,0-6-18 16,-1-3 13-16,-2-5 12 15,-2-4 10-15,-4-10 1 16,0-14 0-16,-1-17 14 16,1-2 8-16,-1 13 6 15,-1 18 2-15,-1 23 11 16,0 10 38-16,0 2-28 16,0 2-43-16,0 15-8 0,0 15 0 15,0 15 0-15,10 5 0 16,0-6-1-16,0-13 1 15,-3-13-51-15,3-6-120 16,3-1-37-16,5-1-83 16,3-5 0-16,2-7-54 15,-1-1 26-15,-3-10 100 16,-3-4 219-16,-4-1 30 16,-5-2 145-16,-3 3 121 15,-3 3-23-15,-1 4 38 16,0 3-47-16,-1 4-96 15,-2 1-64-15,-1 1-58 16,1 7-31-16,2 0-3 16,1 2-11-16,0 1 0 0,2 0 5 15,6-1-6-15,1 1 6 16,0-1-5-16,1 0 1 16,-1-2-1-16,-2 0 7 15,-3-2-8-15,-3-1-1 16,-1 0 1-16,-6-2 0 15,-5 0 8-15,-2-1-7 16,-2-2-1-16,1 0-85 16,-2-2-132-16,3-3-305 15,3-1-577-15</inkml:trace>
  <inkml:trace contextRef="#ctx0" brushRef="#br0" timeOffset="47000.5316">15799 1970 2105 0,'0'0'287'0,"0"0"-150"15,0 0-137-15,0 0-103 16,0 0-699-16</inkml:trace>
  <inkml:trace contextRef="#ctx0" brushRef="#br0" timeOffset="71802.136">4317 2131 85 0,'0'0'141'0,"0"0"-282"0</inkml:trace>
  <inkml:trace contextRef="#ctx0" brushRef="#br0" timeOffset="75148.9579">2930 1758 1443 0,'0'0'316'0,"0"0"-31"16,0 0-28-16,0 0-93 16,13-41-43-16,-1 34-41 15,2 6-32-15,2 1-17 16,3 4-7-16,-2 9 13 15,-4 3-2-15,-3 4 7 16,-5 2-1-16,-5 0-9 16,0 0-8-16,-5-1-12 0,-5-3 3 15,-1-2-6 1,-1-6-2-16,3-4-1 0,2-6-6 16,1-2 2-16,5-11-2 15,1-11-27-15,1-12 7 16,13-9 5-16,0 1 3 15,-1 10-6-15,-3 9 8 16,-2 8-2-16,1 0 10 16,-1-1 1-16,0 2-9 15,-4 6 9-15,-3 4 1 16,-1 6-1-16,0 0 1 16,0 7-22-16,0 7 13 0,0 5 9 15,0 5 10-15,0 2 0 16,0 1-8-16,6-2-1 15,3 0-1-15,2-5 1 16,1-2-2-16,2-6-14 16,1-4-11-16,0-5-35 15,0-3-52-15,-4 0-8 16,-1-9-8-16,-4-3 47 16,-2-3 54-16,-4 0 23 15,0-1 5-15,0 1 35 16,0 4 60-16,0 4 31 15,0 5-8-15,-1 2-42 16,1 5-42-16,0 9 22 0,0 4 32 16,0 6-27-16,0 1-23 15,4 2-15-15,3-2-12 16,3-1-11-16,15 2-51 16,-4-6-178-16,4-7-442 15</inkml:trace>
  <inkml:trace contextRef="#ctx0" brushRef="#br0" timeOffset="75802.9343">4013 1679 1502 0,'0'0'301'0,"0"0"-6"16,0 0-142-16,0 0-21 15,0 0-57-15,0 0-30 16,0 0-17-16,42-13 3 0,-28 31-2 16,-1 6 0-16,-3 2-2 15,-5 2-1-15,-3 0-6 16,-2 1-18-16,-1-4 4 15,-6-2 1-15,0-5-5 16,1-6-2-16,3-6-28 16,2-6 10-16,1-2 9 15,1-18-30-15,10-14-7 16,1-11 13-16,0-4 20 16,-3 6 7-16,-5 11 5 15,-3 12 1-15,-1 2 9 0,0 1 25 16,0 0 18-16,-4 2 12 15,-1 6 12-15,1 9 36 16,-1 0-1-16,0 17-69 16,-1 14-21-16,2 10 19 15,3 6 2-15,1-6-14 16,2-11-13-16,5-11-3 16,2-3-12-16,3 1-1 15,4 0-103-15,11-4-94 16,-4-6-296-16,-4-6-464 0</inkml:trace>
  <inkml:trace contextRef="#ctx0" brushRef="#br0" timeOffset="76095.8148">4254 1746 586 0,'0'0'1216'0,"0"0"-972"16,0 0-108-16,0 0-46 15,0 0 34-15,45-9-16 16,-31 9-23-16,-1 2-19 16,-3 6 4-16,-3 3-14 15,-1 3 40-15,-6 3 25 16,0 3-45-16,-7 3-19 16,-2 0-15-16,-1-3-13 15,3-3-7-15,1-5-16 16,3-4 6-16,3-5-11 15,0-2-1-15,8-1-33 0,7-7-16 16,16-20-167-16,-2 1-404 16,-1-2-1372-16</inkml:trace>
  <inkml:trace contextRef="#ctx0" brushRef="#br0" timeOffset="76691.2421">5394 1664 443 0,'0'0'1290'0,"0"0"-1091"16,0 0-35-16,0 0-100 16,0 0-10-16,38-24-10 15,-23 34 17-15,2 6 20 16,-3 4 7-16,-3 3-7 15,-4 2-33-15,-6 0-20 16,-1 0-7-16,-3-3-19 0,-5 0 4 16,-2-4-5-1,1-4-1-15,2-5-1 0,3-8-25 16,4-1 20-16,0-15-67 16,7-11-4-16,6-13 31 15,3-9 25-15,-2 3 15 16,-4 9 6-16,-4 12 0 15,-5 9 16-15,2-1 29 16,-1 3 44-16,-2 2-3 16,0 6 2-16,0 5 6 15,0 5-34-15,-5 13-32 16,1 6 13-16,1 9 13 16,3 0-19-16,0 0-21 15,1 1-7-15,9-7-7 16,3 1 0-16,11 2-121 0,-3-8-125 15,-2-8-493-15</inkml:trace>
  <inkml:trace contextRef="#ctx0" brushRef="#br0" timeOffset="77058.7278">5654 1712 1508 0,'0'0'267'0,"0"0"-14"15,0 0-149-15,0 0-27 16,0 0-4-16,0 0 14 0,40 4-4 16,-34 5 5-16,-3 2-20 15,-3 2-23-15,0-1-20 16,-2 0-1-16,-6 1-11 16,1-4-2-16,1-3-2 15,3-2 7-15,1-3 51 16,2-1 17-16,0 0 12 15,3 0-44-15,6 0-36 16,2 0-8-16,4 0-7 16,2 0 1-16,2 4-2 15,1 3-5-15,-1 4 4 16,-2 0 1-16,-4 4 1 0,-6 1 0 16,-7 1 20-16,-6 2-12 15,-13 1-9-15,-19 5-64 16,3-5-205-16,5-4-462 15</inkml:trace>
  <inkml:trace contextRef="#ctx0" brushRef="#br0" timeOffset="77763.2841">6484 1696 778 0,'0'0'668'16,"0"0"-330"-16,0 0-39 16,0 0-147-16,0 0-72 15,0 0-48-15,0 0 13 16,30 17 50-16,-17-1-27 15,0 4-20-15,-4 1 5 0,-4 3 2 16,-4-1-20-16,-1 0-8 16,-8-1-4-16,-3-2-6 15,-4-2-7-15,2-4-4 16,1-4 3-16,4-4-8 16,3-5 7-16,3-1 7 15,2-6-15-15,0-9-27 16,7-5-12-16,4-4 6 15,2-2 5-15,0-2 4 16,1 2 7-16,-3 0 6 0,-1 2 3 16,-3 1 8-16,-1 3-1 15,-3 2 1-15,-2 4 1 16,-1 4 21-16,0 4 15 16,0 3 35-16,0 3 9 15,-3 2-40-15,-2 9-26 16,-1 4 2-16,0 6 16 15,0 3-3-15,3 0-4 16,2 2-9-16,1-1-8 16,0 0-2-16,0-1-6 15,3-4-1-15,2-4-97 16,4-4-121-16,-2-6-290 16,0-5-468-16</inkml:trace>
  <inkml:trace contextRef="#ctx0" brushRef="#br0" timeOffset="78206.4469">6656 1746 1377 0,'0'0'366'0,"0"0"-120"16,0 0-129-16,0 0 7 15,0 0-20-15,0 0 63 16,0 0-21-16,0 31-35 16,0-17-26-16,0 1-24 15,0 0-10-15,0 1-33 16,0-1-2-16,0-3-8 0,0-2-7 16,3-3-1-16,1-2-25 15,1-4-64-15,0-1 42 16,0-3 22-16,1-6-23 15,0-5 3-15,-1-1 21 16,0-1 16-16,0 1 7 16,-2 2 1-16,-1 5 9 15,0 2 13-15,-2 5 17 16,0 1 1-16,0 8-10 16,2 5 54-16,0 7-5 15,2 1-22-15,-1 3-17 16,1-3-20-16,0 0-11 15,-1-3-9-15,3 1-50 16,-1-4-226-16,-2-6-464 0</inkml:trace>
  <inkml:trace contextRef="#ctx0" brushRef="#br0" timeOffset="79241.9381">6899 1723 48 0,'0'0'955'15,"0"0"-629"-15,0 0-20 16,0 0-27-16,0 0-66 16,-4-35-45-16,5 31-40 15,6 1-57-15,0 3-37 16,5 0-10-16,-1 7 1 16,1 6 1-16,-1 2 2 15,-3 3 6-15,-3 2 0 16,-5 0-2-16,0 1-13 15,-4-3-8-15,-3 0-2 0,-1-3-9 16,0-4 2-16,2-3 9 16,1-4-11-16,4-3 1 15,1-1 11-15,0-3-12 16,0-7-18-16,5-4-7 16,3-5 1-16,2 0 0 15,-1-3 5-15,1 1-5 16,-2 1 12-16,0 1 6 15,-4 0 0-15,0 3 6 16,-3 3 1-16,-1 3 1 16,0 2 7-16,0 3 0 15,0 3 28-15,-2 2 2 16,-1 0-2-16,-1 8-22 16,0 7-8-16,-1 4 17 0,-1 5 20 15,3 2 24-15,2 2-5 16,1 0-18-1,0-2-15-15,1-3-14 0,5-2-8 16,1-4-8-16,3-5-10 16,2-3-111-16,12-9-50 15,-1 0-314-15,-1-10-1009 0</inkml:trace>
  <inkml:trace contextRef="#ctx0" brushRef="#br0" timeOffset="79909.3256">7156 1778 1056 0,'0'0'354'16,"0"0"31"-16,0 0-148 0,0 0-88 15,0 0-51 1,0 0 13-16,0 0-3 0,-25 8-38 16,25-4-39-16,0 1 8 15,3 0 22-15,5 1-4 16,1 3-19-16,1 0-18 15,0 2-1-15,-1 0-4 16,-1 2-1-16,-4-1 21 16,-3 1 12-16,-1-1-8 15,-1-1-18-15,-8 0-11 16,0-2-4-16,-2-2-6 16,-2-1-65-16,-4-5-101 15,2-1-160-15,2 0-388 0</inkml:trace>
  <inkml:trace contextRef="#ctx0" brushRef="#br0" timeOffset="80055.3961">7155 1776 1335 0,'0'0'282'0,"0"0"-16"16,0 0-159-16,56-30-58 15,-11 18-28-15,19-3-21 16,-7 3-41-16,-7 2-700 0</inkml:trace>
  <inkml:trace contextRef="#ctx0" brushRef="#br0" timeOffset="80644.7185">7787 1658 1506 0,'0'0'254'16,"0"0"-52"-16,0 0-69 0,0 0-75 15,0 0 1-15,0 0-8 16,0 0 6-16,42 32 18 16,-36-11 17-16,-3 3-26 15,-3 1-28-15,0-1-20 16,-9 0-3-16,-1-2-3 16,0-4-11-16,-1-3 5 15,4-5-5-15,2-6 0 16,3-4 10-16,2-2-11 15,3-10-6-15,7-7-52 16,4-3-6-16,1-3-2 16,2 0 11-16,-2-1 18 15,-1 3 28-15,-2 0 9 16,-3 2 0-16,-2 2 0 0,-3 2 31 16,-3 5 51-16,-1 3 20 15,0 3-14-15,0 5 18 16,0 1-6-16,-4 6-48 15,-2 7-23-15,0 7 4 16,1 4 4-16,2 3-9 16,3 2-7-16,0 2-10 15,3-2-5-15,5-1-6 16,4-3-21-16,7-4-148 16,-2-6-155-16,-2-9-507 0</inkml:trace>
  <inkml:trace contextRef="#ctx0" brushRef="#br0" timeOffset="80974.4064">8097 1663 1719 0,'0'0'338'16,"0"0"-102"-16,0 0-55 15,-30 46-4-15,22-22-31 16,2 3-7-16,2 1-15 15,4 0-48-15,0-1-35 16,3-4-17-16,5-4-11 16,2-6 1-16,1-4-4 15,-2-5-1-15,1-3-8 16,-2-1 6-16,-2-3-5 16,-1-4 4-16,-3-4-5 0,-2-1 7 15,0-2-7 1,-4 1 5-16,-4 2-6 0,-2 3-22 15,-3 4-8-15,-1 2-66 16,1 2-79-16,1 0-42 16,5 4-285-16,2 0-505 0</inkml:trace>
  <inkml:trace contextRef="#ctx0" brushRef="#br0" timeOffset="81129.0702">8232 1887 2070 0,'0'0'315'16,"0"0"-18"0,0 0-185-16,0 0-15 0,0 0-60 15,0 0-37-15,0 0-107 16,-33 9-914-16</inkml:trace>
  <inkml:trace contextRef="#ctx0" brushRef="#br0" timeOffset="92742.5042">6023 3436 1568 0,'0'0'360'0,"0"0"-111"15,0 0-147-15,0 0-56 16,-22-39 37-16,19 34-46 16,2 1-12-16,0 2-16 15,0 2-9-15,1 2-10 16,0 13-5-16,1 4 15 15,3 7 0-15,0 4 39 16,0-5 12-16,0 4 1 16,-2-3 0-16,0-2-31 0,-2-3-9 15,0-3-5-15,0-5-7 16,0-4-67-16,-5-5-144 16,-2-4-18-16,-1 0-24 15,-1-10 28-15,-3-2 129 16,0-5 96-16,-1 2 38 15,0-1 138-15,3 3 22 16,2 3 37-16,3 5-36 16,2 3-128-16,2 2-32 15,1 1-35-15,1 7 7 16,9 5-7-16,2 1 35 16,5 2 3-16,4-1-1 15,2-1 0-15,4-2 6 0,2-3-3 16,2-2-17-16,-2-3-12 15,0-3-2-15,-6-1-5 16,-4-2-8-16,-7-5-85 16,-6-4 3-16,-4-1 21 15,-2-3 19-15,0 0 15 16,-5 0 21-16,-1 2 6 16,-1 4 2-16,0 5 24 15,1 4 6-15,-1 0-16 16,-1 11-8-16,0 4 1 15,-1 4 5-15,0 3 6 16,1-1-4-16,0 1-15 16,4-3 7-16,2 0-8 0,1-2-132 15,0-4-381 1,1-6-521-16</inkml:trace>
  <inkml:trace contextRef="#ctx0" brushRef="#br0" timeOffset="92879.678">6215 3615 1657 0,'0'0'243'15,"0"0"-28"-15,0 0-215 16,-58 23-16-16,29-9-901 0</inkml:trace>
  <inkml:trace contextRef="#ctx0" brushRef="#br0" timeOffset="108891.0716">9589 4334 709 0,'0'0'314'15,"0"0"-81"-15,0 0-51 16,0 0 27-16,0 0-16 16,0 0-29-16,-9-19-29 15,8 16-14-15,1 1 12 16,-1-1-22-16,0 2-21 0,1 0 1 15,-1 1-17-15,1 0-11 16,0 0-14-16,0 0-6 16,0 0-19-16,0 2-3 15,0 5-7-15,0 3 20 16,0 2 20-16,3 1 9 16,0 2-27-16,0 0-6 15,1 0-2-15,0-1-5 16,-2-1-14-16,0 1-3 15,0 0-5-15,-1-2 6 0,0 1-6 16,-1-1 7 0,0 0-8-16,0-3-15 0,0-1-40 15,-1-2-62-15,-1-2-88 16,-1-2-28-16,1-1-128 16,0-1-265-16</inkml:trace>
  <inkml:trace contextRef="#ctx0" brushRef="#br0" timeOffset="109289.7396">9511 4477 927 0,'0'0'402'16,"0"0"-85"-16,0 0-72 16,0 0-19-16,0 0-4 15,0 0-34-15,0 0-52 16,34 17-1-16,-25-9 1 15,2 1-37-15,-3-1-12 16,1-1-51-16,-1-1-14 16,-2 0 1-16,0-1-10 0,-2-2-11 15,-1-1 4 1,0-1-6-16,-1-1-1 0,0 0-55 16,1 0-80-16,3-12-124 15,1 2-232-15,-1-1-226 0</inkml:trace>
  <inkml:trace contextRef="#ctx0" brushRef="#br0" timeOffset="109619.6009">9708 4406 1315 0,'0'0'498'0,"0"0"-269"0,0 0-36 15,0 0-7-15,0 0-51 16,0 0 43-16,-14 35-13 16,8-18-43-16,-1 1-25 15,2 0-24-15,0-1-25 16,1-3-24-16,1 0-4 15,1-4-11-15,0 0-8 16,0-3 0-16,1-2 5 0,0-1-6 16,0-3-68-1,0-1-138-15,-2 0-120 0,1-4-534 16</inkml:trace>
  <inkml:trace contextRef="#ctx0" brushRef="#br0" timeOffset="109815.4587">9698 4579 1594 0,'0'0'707'0,"0"0"-452"15,0 0-100-15,0 0-107 16,0 0-30-16,0 0-18 0,0 0-157 15,-27 33-552-15</inkml:trace>
  <inkml:trace contextRef="#ctx0" brushRef="#br0" timeOffset="113791.5666">7360 1959 831 0,'0'0'260'0,"0"0"-50"16,0 0-58-16,0 0-20 16,0 0 0-16,0 0-11 15,0 0-38-15,-3-4-23 16,0 4 19-16,-1 0 10 16,-1 0-16-16,-1 0-34 15,-1 0 2-15,0 0 2 0,-2 0-7 16,1 1-1-16,-1 2 2 15,0 0-5-15,-1 1-1 16,0 0-12-16,1 1-4 16,0 0-3-16,0 1-2 15,1-1-4-15,-1 0 37 16,0 0 7-16,2 0-15 16,0 1-20-16,0-1-14 15,1-1 6-15,-1 2 4 16,2 0-10-16,-1-1 14 15,1 1-14-15,0 0 14 16,0 0-6-16,2 2-8 16,0 1-1-16,0 1 9 15,0 1-8-15,1-1 14 16,0 0 2-16,1-1-5 0,-1 0 1 16,1-1-11-16,0 1 14 15,-1 2-5-15,1-1 3 16,-2 1 4-16,0 0 9 15,0-1-1-15,-2 0 7 16,2 0 4-16,0-1-10 16,1-1-9-16,2 0-8 15,0 1-1-15,0 0 2 16,3 1 2-16,3-1 4 16,1 1 2-16,1 0 5 15,1-1-6-15,0 2-4 16,-2-2-2-16,3 0-3 15,-2 0-8-15,1-1 9 0,1 0-1 16,-1-1-7 0,2 0 5-16,0-1 1 0,2 0-1 15,0 0-6-15,1 0 5 16,0 0 0-16,1-1-4 16,-1 1-1-16,1-3 0 15,0 1 0-15,0 0 11 16,0-1-11-16,1 0 0 15,0-2 10-15,1 1-11 16,0 0 16-16,1-2-8 16,1 1-8-16,0 1 0 15,0-1 9-15,0 0-2 0,0 1-7 16,0 0 0-16,2-2 0 16,1 0 6-16,1 0-4 15,2 0 6-15,0 0-8 16,0 0 0-1,-1 0 1-15,0 0 0 0,-1 0 1 16,-1 0-2-16,1 1 1 16,-3 1 1-16,1 0 8 15,-1 0-10-15,0 0-1 16,0 0 1-16,0-1 4 16,1 0-2-16,1 0-4 15,0 0 3-15,0-1-1 16,0 0 7-16,1 0-7 0,0 0 0 15,1 0-1 1,-3 0-5-16,1 0 6 0,-2 0-1 16,0 0 1-16,-1 0 0 15,0 0 1-15,0 0-1 16,-1-1 0-16,-1 0 0 16,0 0 1-16,0 0-1 15,1 0 1-15,-1 0-1 16,-1-1 1-16,2 1-1 15,-2 0 0-15,0-1 6 16,2 2-6-16,-1-2 0 16,1 1 5-16,1 1-5 15,1-2 0-15,1 0 1 16,1 1-1-16,-1-1 1 16,0 0-2-16,-1 0 1 0,-1-1 0 15,-1 1-1-15,1-2 0 16,-1 0 1-16,1 0-1 15,0 0 1-15,0-2 0 16,0 0 0-16,0 0 0 16,1-1 1-16,1-1 0 15,-1 1 1-15,0-1-1 16,-3 0 0-16,-1 1-1 16,-2 0 6-16,-2-1-5 15,0 2-1-15,-2-2 11 16,1-1-10-16,-1 0 14 15,0 0 6-15,-2-1-15 16,1 0-5-16,-1-1 19 16,-2 1-8-16,1-2-5 15,-1 1-1-15,0-2-6 0,-2 2 11 16,0-2-5-16,-2 1-6 16,0-1 5-16,-1 1-5 15,-1 0-1-15,0 0 1 16,-1 0-1-16,-4 1 0 15,0 0 1-15,-1 0 0 16,-2 0-1-16,-1 1 0 16,0 0 0-16,-1 0-5 15,0 0 6-15,-2 2-1 16,-1 0 0-16,-1 0-8 0,-2 0 7 16,0 1-4-16,-1 1 6 15,-1 0-1-15,0 0-5 16,-1 2 0-16,1 0-1 15,-2 1-8-15,0-1 5 16,-1 2 9-16,-1-1 1 16,0 1 0-16,0 1 1 15,1 1 5-15,1 0-6 16,-1 0-15-16,-1 0 13 16,1 0-10-16,-1 0 11 15,-1 0-1-15,0 0 1 16,0 0 0-16,0 0 0 15,0 0 0-15,0 0 0 0,0 0 0 16,1 0 1-16,1 0 0 16,-1 0 0-16,1 0 0 15,1 0 0-15,-1 0 0 16,1 0 0-16,-1 0 0 16,1 0 0-16,1 0 1 15,-1 0-1-15,1 0 0 16,-2 0 1-16,1 0 0 15,0 0-1-15,-1 0-15 16,1 0 1-16,1 0 14 16,0 0 0-16,1-1-6 15,0 0 5-15,1-2 1 16,1 1-1-16,1 1 0 16,0-2 1-16,0 1-1 15,0-1-5-15,0 0-2 0,-1-1 1 16,0 2 1-16,0-2 4 15,0 2 1-15,-1-1-1 16,1 1 1-16,-1 0 0 16,2-1 1-16,1 2-1 15,0-2 1-15,2 2 0 16,1 0 0-16,0-1 0 16,0 1 6-16,0 1-6 15,-1-1-7-15,2 1 5 16,-2 0 1-16,1 0 1 15,-1 0 0-15,1 0-6 16,-1 0 6-16,1 0 2 0,1 0-2 16,0 0 0-16,0 0-1 15,1 0 2 1,1 0-2-16,-1 0 2 0,1 0-1 16,2 0 0-16,-1 0-1 15,1 0 1-15,0 0-1 16,0 0-6-16,1 0 1 15,-1 0 0-15,0 0 0 16,0 0-1-16,-1 1 7 16,0 0-6-16,0 2 0 15,-1 0 5-15,0 0 0 16,1-1-1-16,1 2-4 16,0-1 0-16,0-1 5 0,1 1 0 15,2 0 0-15,-1-1-1 16,2-1 1-16,-1 1-1 15,0 0-4-15,0-1 0 16,0 0 5-16,-1 1-1 16,0 0-5-16,1-1 1 15,1 0 5-15,1 0-7 16,-1-1 1-16,0 0-11 16,1 0-54-16,-2 0-151 15,0 0-82-15,0-1-364 16,-1-4-569-16</inkml:trace>
  <inkml:trace contextRef="#ctx0" brushRef="#br0" timeOffset="113952.8316">7249 1986 1189 0,'0'0'251'16,"0"0"-115"-16,0 0-91 15,0 0-45-15,0 0-242 16,0 0-1007-16</inkml:trace>
  <inkml:trace contextRef="#ctx0" brushRef="#br0" timeOffset="118208.1483">10111 4370 1273 0,'0'0'497'0,"0"0"-329"0,0 0 17 16,0 0-50-16,0 0-22 16,0 0-23-16,-8 0-30 15,17 0-5-15,5 0 48 16,3 0 11-16,6 0-24 15,2 0-3-15,2 0-24 16,2 0-13-16,1 0-3 16,1 0-25-16,3 0 5 15,-2 2 9-15,2-2-27 16,-3 2-1-16,1-2-1 16,-1 0 1-16,-1 0-1 15,0 0-5-15,-2 0 7 16,0 0-3-16,-3 0-5 15,-1 0 0-15,1 0 10 0,-1 0-10 16,0 0 0-16,1 1 5 16,-1 0-5-16,0 0 12 15,0 0-13-15,0 1 0 16,0-2 1-16,-1 2 5 16,-1-1-3-16,0-1-1 15,-1 2-3-15,0-1 1 16,0-1-1-16,0 0 1 15,-1 1 0-15,1 0 1 16,1-1 5-16,1 1-5 0,-1 0 1 16,1-1 6-16,0 0 0 15,0 0 2-15,-1 0 2 16,1 0 2-16,0 0-5 16,-1-1 4-16,1 0 2 15,-1 0-1-15,-2 1-2 16,-1-1-2-16,-1 1-2 15,-2 0-1-15,2 0 7 16,0-1 4-16,0 0 1 16,1 0-8-16,2 1 14 15,1-1-17-15,1 0 8 16,0 0 4-16,0 0-2 16,0 1-5-16,-3 0-1 0,-1 0-4 15,-2 0 1-15,-1-1 3 16,-2 1 6-16,-1 0-6 15,0-1 3-15,0 0 6 16,0 0 4-16,1 0 2 16,-1-1-6-16,2 1 2 15,1-1-8-15,-1 0 3 16,1 0-5-16,-1-1-1 16,-1 1-1-16,-1 0-2 15,0 0 1-15,-2 1 7 16,0-1-16-16,-2 1 11 15,1-1-1-15,-2 1-2 16,-2 0 0-16,0-1-2 0,-2 2-5 16,-2 0 4-1,0-1-5-15,-2 1 1 0,0 0 7 16,0 0-9-16,0 0 0 16,0 0 0-16,0 0 0 15,0 0 0-15,0 0 0 16,0 0-2-16,0 0-8 15,0-1-32-15,-2-1-104 16,-4 0-115-16,-1-1-388 0</inkml:trace>
  <inkml:trace contextRef="#ctx0" brushRef="#br0" timeOffset="137244.2944">2646 2311 677 0,'0'0'670'16,"0"0"-579"-16,0 0-75 15,0 0-16-15,0 0 1 16,15 9-1-16,-1-4 30 0,3 0 33 15,4 0 2-15,5-2 4 16,2 2 5-16,4-2-11 16,-1 1-8-16,3-2-3 15,5 1-5-15,7 1 1 16,8 0-15-16,0 0 17 16,-4 0 5-16,-5 0-15 15,-12-2-9-15,-4 0-16 16,-6 0 23-16,0-1 36 15,4 0-35-15,4 0-19 16,4 0 7-16,-1 0-6 16,-1 0 0-16,-1 0 1 15,0 0-3-15,-1 0 2 16,3 0-5-16,0 0-5 0,1 0 11 16,1 1-2-16,6-1-6 15,5 2 0-15,6 1 11 16,2 0 11-16,-6 0-11 15,-5 0-8-15,-5 0-16 16,0-1 14-16,-1-1 10 16,2 2-4-16,-1-2-3 15,1 1-6-15,-6 1-3 16,-6-2-4-16,-6 0-4 16,-1 1 7-16,4-1-6 15,3 0-1-15,6 3 5 0,-2-3 0 16,3 0 2-1,2-1-7-15,9 1 6 0,6-2-5 16,-1 1-1-16,-4-1 5 16,-9 0-5-16,-10 0 0 15,-5 0-1-15,1 0 6 16,3 0-5-16,6 0 5 16,4-2-5-16,6-1 35 15,7 0-3-15,7 0-10 16,-1-1 2-16,-4 2-1 15,-7-1-6-15,-6 1 7 16,0 1-7-16,-5-1-1 16,-6 1 7-16,-5 0 1 15,-2 0-7-15,4-1 3 16,2 0-3-16,0 1-4 0,-1-1 1 16,-3 1 0-16,-3-1-3 15,-4 1 4-15,-3 0-7 16,-3 0-7-16,-3 0-1 15,-3 0 9-15,1 0-8 16,-3 1-2-16,-1 0 1 16,-1 0 3-16,0 0-4 15,-21 1-127-15,0 4-229 16,-2 0-631-16</inkml:trace>
  <inkml:trace contextRef="#ctx0" brushRef="#br0" timeOffset="144205.2519">2961 5842 1362 0,'0'0'554'0,"0"0"-320"15,0 0 51-15,0 0-35 16,0 0-96-16,-12-10-74 0,14 8-41 16,8 0-12-16,4-2-7 15,6 1-5-15,3-1 0 16,3-1-9-16,3 1-5 16,1-1 1-16,-1 0 6 15,-1 1-2-15,0 0-5 16,-5-1-1-16,-6 3-8 15,-3 1-33-15,-10 1-222 16,-3 0-243-16,-1 3-144 0</inkml:trace>
  <inkml:trace contextRef="#ctx0" brushRef="#br0" timeOffset="144445.0252">2959 5990 1083 0,'0'0'972'0,"0"0"-686"16,0 0-30-16,0 0-7 16,0 0-89-16,0 0-96 15,0 0-27-15,53-37-10 16,-27 23-15-16,4-2 12 16,9-4-18-16,10-3 9 15,8-1-9-15,1 3-6 16,-11 6 0-16,-11 8-49 15,0 5-43-15,-10 2-398 16,-2 0-492-16</inkml:trace>
  <inkml:trace contextRef="#ctx0" brushRef="#br0" timeOffset="146489.9377">6438 5639 1043 0,'0'0'259'16,"0"0"-50"-16,0 0-27 16,0 0-60-16,0 0-3 15,0 0-44-15,8 2 11 16,7 3 41-16,7-2-4 15,11 3-24-15,10-2-16 0,10-1-1 16,6-1-13 0,-1 0 10-16,-3-2 10 0,-6 1-25 15,0 1 1-15,-2-2-25 16,2 0 6 0,3 0-13-16,2 0 0 0,1-3 14 15,-1 1-13-15,-3 0 4 16,-3 1-16-16,-1-1 4 15,-2 1-7-15,-1 1 3 16,-7 0-1-16,-8-1 9 16,-6 1-7-16,-3 0-17 15,2 0-5-15,3 0 11 16,0-1 21-16,-2 1-18 0,-4-1-3 16,-2 0-2-16,-3 0-8 15,-2 1-1-15,-3-2 0 16,-3 1 1-16,-2 0-1 15,-1 1 0-15,-2 0 10 16,-1 0-11-16,0 0-10 16,0 0-50-16,0 0-103 15,0 0-388-15,-2 0-474 0</inkml:trace>
  <inkml:trace contextRef="#ctx0" brushRef="#br0" timeOffset="147974.7753">10264 5648 178 0,'0'0'949'16,"0"0"-757"-16,0 0-63 15,0 0-10-15,0 0 37 16,0 0 8-16,0 0 10 16,30-3-35-16,-11 4-28 15,4 2-21-15,2 2-8 16,3-1-17-16,3 1-5 15,6 0-5-15,7 0-3 16,9 0-19-16,0-1-1 16,0-2 7-16,-6 0 0 15,-3-1-5-15,2-1-2 0,-1 0-4 16,2 0-4-16,-3 0-3 16,1-1-10-16,-2-3 2 15,0 1 4-15,1 0-11 16,-1-1 4-16,1 1-3 15,1-2 4-15,-2 2-1 16,0-1 4-16,0 1 2 16,-2 0 1-16,0 0-4 15,-8 1 1-15,-5 1-2 16,-5-1 6-16,-1 1-18 16,10 0 9-16,11-1 0 15,12 0 2-15,-1-1 1 0,-3 1-3 16,-5 0-8-16,-5 1 9 15,1 0-8-15,1 0 5 16,-1 1 1-16,-1 0-7 16,-1 0 7-16,0 0 7 15,-1 0-9-15,0 0 6 16,0 0-5-16,0 1 7 16,0 0 0-16,-5 0-3 15,-6 1 1-15,6-1 1 16,4 2 2-16,7-1-1 15,5 1 2-15,-4-1-2 16,-2 1 5-16,1 0-4 16,1-1 11-16,1 1-16 15,-2-1 2-15,0-1 3 16,-2 0 2-16,-1-1 1 0,-2 0-6 16,-5 0 7-16,-8 0 10 15,-5-1-13-15,-3 0-7 16,3-1 2-16,3-1-5 15,2 0 3-15,-3 1-2 16,-2 1-5-16,-5-2 5 16,-1 2-6-16,-4 0 1 15,-2 0-1-15,-2 0 10 16,-1 0-10-16,-1 1 0 16,-1-2 7-16,0 1-2 15,-2 0-5-15,0 1 0 0,-2-1 0 16,-1-1 10-1,0 0-10-15,-1-3-1 0,-12-2-50 16,-16-2-94-16,-29-2-159 16,4 2-383-16,-3-1-429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43:12.6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4069 1680 750 0,'0'0'620'0,"0"0"-462"15,0 0-17-15,0 0 8 0,0 0 1 16,0 0-100-1,-2 2-30-15,6-1-7 0,3 1 15 16,0 0 19-16,2 0-1 16,0-1-9-16,4 1 4 15,1 0-4-15,3-1 3 16,1 1-3-16,3 0-6 16,1 0-4-16,3-1-3 15,-1 1 4-15,2-1-3 16,0 1 2-16,0-1-2 15,-1 0 0-15,0 0-2 16,-1 1-7-16,2-1 2 16,0 1 1-16,0-1 4 15,1 0 12-15,0 0 0 16,1 0-14-16,-1 0-20 0,-2-1 12 16,1 0-12-1,-1 0-1-15,0 0 19 0,0 0 32 16,1 0-11-16,1 0-28 15,-1 0 2-15,2 0-13 16,-1 0 20-16,0 0-11 16,0 0 11-16,2 0-9 15,0 0 3-15,-1 0 5 16,1 0-11-16,0 0 9 16,-1 0-5-16,-3 0-1 15,1 0-2-15,-2 0-4 0,-1 0-6 16,-1 0 0-1,-1 0 2-15,-1 0 5 0,-2 0 2 16,0 0 0-16,-2 0-3 16,1 0 2-16,-2 0-7 15,1 0 5-15,0 0-5 16,0 0 0-16,-1 0 1 16,2 0-1-16,0 0 7 15,1 0-8-15,0 0 17 16,1 0-1-16,1 0 2 15,0 0-17-15,0 0-1 16,0 0 6-16,1 0 5 16,0 0-5-16,0 0 1 15,1 0-5-15,-1-2 5 16,0 1-1-16,-1 1-4 0,-2-2 2 16,1 0-2-16,-1 2-3 15,0-1 1-15,-1-1 0 16,0 2 1-16,-1-1 0 15,1 0 1-15,-1-1-1 16,2 1 11-16,-3 1-12 16,2-1 0-16,0 1 1 15,0-1 0-15,-2 0-1 16,1 1 1-16,1-1 0 16,-1 0 1-16,0 0 10 15,0 0-11-15,1 1-1 16,-1 0 0-16,-1 0 0 0,1 0 1 15,-2 0 5-15,0 0-6 16,1 0 0-16,0 0 0 16,0 0 0-16,3 0 0 15,-1-1 2-15,1 1 13 16,0 0-8-16,-1 0 1 16,2 0-7-16,-1 0 5 15,0 0-6-15,0 0 0 16,1 0 1-16,1 0 0 15,0 0 7-15,0-1-7 16,2 1 1-16,1-1 8 16,-2 1-4-16,3-1-5 15,-2 1 5-15,1 0-5 0,-2 0 0 16,1 0 5 0,1 0-5-16,0-1 5 0,0 1-4 15,2-1 4-15,0 1 6 16,0-2-11-16,1 2 6 15,-2-2 1-15,0 2 2 16,-2-1-4-16,-3 1-4 16,-2-1 5-16,0 0-6 15,-3 0 7-15,-1 0-2 16,-1 0 0-16,1 0 1 16,-2-1 1-16,1 1-1 15,0-1 2-15,-1 2-1 16,0-2 1-16,-2 2-3 15,0-1 0-15,-3 0-5 16,-1 1 10-16,0-1-10 0,-1 1 5 16,-2-1 2-16,0 1-8 15,-1 0 0-15,-1 0 1 16,0 0 0-16,0 0 0 16,0 0-1-16,-14 0 0 15,-3 0-112-15,-10 0-492 0</inkml:trace>
  <inkml:trace contextRef="#ctx0" brushRef="#br0" timeOffset="3717.7305">4140 1206 1498 0,'0'0'200'0,"0"0"-50"16,0 0-5-16,0 0 14 15,0 0-18-15,0 0-65 16,12-8-36-16,-4 12-15 16,2 5-7-16,-1 2-6 15,0 3 0-15,-2 1-2 16,-1 2 2-16,-3 0-3 15,-3 0-2-15,0-1-1 16,0 0 0-16,-4-2 0 16,-1-2-5-16,-2-3 7 15,3-3-7-15,1-3 0 16,0-2 8-16,1 0-8 0,2-1 6 16,0 0 2-16,0 0 0 15,0-4-8-15,0-1-1 16,5-4-9-16,2 0 7 15,2-3-5-15,1 0-23 16,1-1 0-16,-1-1 4 16,1 1 5-16,-3-1 6 15,-1 1 10-15,-1 1 5 16,-2 0 1-16,-2 1 0 16,-1 3 6-16,-1 1 5 0,0 1 0 15,0 3 10 1,0 1 18-16,0 2-3 0,0 0-16 15,-2 2-15-15,-1 7-5 16,-2 3 0-16,2 4 0 16,0 2-1-16,2 0 6 15,1 0 0-15,0-2-5 16,4 0 5-16,4-2-5 16,0-1 6-16,2-4-5 15,0-2 4-15,0-3-5 16,0-2 0-16,-1-2 0 15,0 0 0-15,-3 0 0 16,-1-5 0-16,-1-2 0 16,-1 0 5-16,-1-1-5 15,-2 0 8-15,0 2-1 0,0 1 4 16,0 0 50-16,0 3 37 16,0 1 17-16,0 1-29 15,0 0-44-15,0 0-25 16,0 0-18-16,0 5 1 15,0 3-1-15,2 3 10 16,0 1 14-16,1 0 6 16,-2 0-9-16,0 0-10 15,-1-1-11-15,0 4-33 16,-5-2-326-16,-4-3-1112 0</inkml:trace>
  <inkml:trace contextRef="#ctx0" brushRef="#br0" timeOffset="5383.3311">4702 1241 713 0,'0'0'312'0,"0"0"-42"16,0 0-48-16,0 0-42 0,0 0-2 16,0 0-35-16,0 0-50 15,9-19-32-15,-5 19-23 16,3 1-17-16,1 7-8 16,0 3 6-16,1 3 17 15,-2 1 1-15,0 2-9 16,-3 2-6-16,-2-2-11 15,-1-1 2-15,-1 0-7 16,0-3-5-16,-2-3 7 16,-1-2-7-16,-2-3 1 15,3-2-1-15,0-1 7 16,0-1-8-16,1-1 2 16,1 0 4-16,0-2-5 0,0-4-1 15,0-3-6-15,5-1 5 16,2-3-8-16,0-2 8 15,1-2-20-15,1 1 20 16,-2 0-8-16,0 0 8 16,-1 2 0-16,-3 0-6 15,-2 1 7-15,-1 3 0 16,0 0 0-16,0 4 6 16,0 1-5-16,0 3 17 15,0 1-2-15,-1 1-5 16,-1 1-10-16,-2 7-1 15,1 7 0-15,1 3 0 16,0 3 23-16,2 1 10 16,0-1 10-16,0-1 2 15,6-2-7-15,0-3 1 0,2-3-13 16,-1-2-1-16,0-3-13 16,0-3-12-16,-1-1-1 15,4-3-143-15,-1 0-246 16,-3 0-605-16</inkml:trace>
  <inkml:trace contextRef="#ctx0" brushRef="#br0" timeOffset="5788.0274">4886 1311 1385 0,'0'0'564'16,"0"0"-288"-16,0 0-72 16,0 0-60-16,0 0-26 15,0 0-60-15,0 0-37 16,27-26-8-16,-21 26-11 16,-1 0 4-16,-1 0-5 15,0 3-1-15,-3 1 1 16,1 2 1-16,0 2-1 15,-2 1 5-15,0 2 8 16,0 0 16-16,0 1 6 16,-4-1-1-16,1-2-5 0,1-2-4 15,0-3-5 1,1 0-5-16,1-4-2 0,0 0-4 16,0 0 2-16,0 0 0 15,1 0 4-15,8-3 22 16,4-5-17-16,5-2-21 15,14-8-15-15,-3 2-268 16,-1 0-1173-16</inkml:trace>
  <inkml:trace contextRef="#ctx0" brushRef="#br0" timeOffset="7019.3327">5287 1273 755 0,'0'0'560'15,"0"0"-296"-15,0 0 37 16,0 0-58-16,0 0-57 15,0 0-61-15,0 0-27 16,0-30-46-16,7 30-31 0,3 0-9 16,1 6-2-16,1 5-3 15,-1 3-1-15,-2 4 2 16,-2 1-1-16,-4 1 4 16,-2 0-5-16,-1-2-5 15,0-3 5-15,-4-1-4 16,0-4-1-16,0-2 1 15,1-4-1-15,1-2 5 16,2-2-6-16,0 0 2 16,0-1 0-16,2-7-2 15,3-4-23-15,2-2-13 16,2-3 5-16,-2-2 7 0,0 0 6 16,-1 2 3-16,-2 0 14 15,-2 2 0-15,-1 4 0 16,-1 1 1-16,0 4 8 15,0 3 23-15,0 2 15 16,0 1-15-16,0 0-17 16,0 4-13-16,0 7 0 15,-1 3 7-15,1 4-7 16,0 1 6-16,0 1 8 16,7-2-3-16,-1-2-6 15,2 0-5-15,2-3-1 16,8-1-65-16,-4-1-173 15,1-6-504-15</inkml:trace>
  <inkml:trace contextRef="#ctx0" brushRef="#br0" timeOffset="7453.6617">5507 1306 1440 0,'0'0'351'0,"0"0"-51"16,0 0-155-16,0 0-39 15,0 0-30-15,0 0-18 16,0 0-11-16,36-18-14 16,-30 18-17-16,-3 0-8 15,-1 1-7-15,-1 3 5 16,-1 1-5-16,0 2 5 15,0-1-5-15,0 0 5 0,0-1-4 16,0-2 4-16,0-1-6 16,0 0 1-16,0-2 0 15,0 2 0-15,5-1 12 16,1 1 51-16,3 1-10 16,1 0-13-16,0 0-5 15,0 1-3-15,-2 0-12 16,-2 0-7-16,-2 1-6 15,-3 0-2-15,-1 2 0 16,-2 0 3-16,-9 2-1 0,-5 1-7 16,-2 2-1-1,-10 0-83-15,6 0-144 0,4-6-557 0</inkml:trace>
  <inkml:trace contextRef="#ctx0" brushRef="#br0" timeOffset="9010.7413">5997 1262 914 0,'0'0'302'0,"0"0"-66"16,0 0-28-16,0 0-5 0,0 0-49 15,0 0-35-15,0 0-39 16,5-19-41-16,3 19 3 15,-1 8-16-15,3 6 4 16,-1 3 12-16,-3 4-10 16,-2 1-4-16,-3 0-4 15,-1-2-6-15,0-1-5 16,-2-4-5-16,-3-2-7 16,-1-1 6-16,2-5-6 15,0-2 0-15,2-2 0 16,1-3 1-16,1 0 5 15,0-4 2-15,2-6-9 0,4-5-18 16,1-2-19-16,1-2-6 16,-1-2 12-16,0 0 3 15,-3 2 11-15,-1 0 11 16,-1 3 5-16,-2 2 1 16,0 2 8-16,0 2 12 15,-3 3 21-15,0 1 17 16,2 4-6-16,-1 1-12 15,1 1-20-15,0 2-15 16,0 8-4-16,1 6-1 16,0 4 0-16,0 2 16 15,2 3 12-15,3-1 11 16,1-2-15-16,3-2-12 16,-1-1-11-16,1-5-1 15,-1-2-49-15,1-4-145 16,1-4-367-16,-3-3-429 0</inkml:trace>
  <inkml:trace contextRef="#ctx0" brushRef="#br0" timeOffset="9452.5396">6193 1305 1151 0,'0'0'688'0,"0"0"-379"16,0 0-112-16,0 0-88 16,0 0-25-16,0 0 36 15,0 0 25-15,-1 32-47 0,1-18-50 16,0-1 5-16,0 0-22 16,0-1 6-16,0-1-11 15,1-1-5-15,1-1-5 16,1-2-5-16,0-1-10 15,1-3 5-15,0-1-6 16,1-2 1-16,0 0 0 16,1-3 4-16,0-5-5 15,0-2-19-15,-1-3-2 16,-2-2 6-16,1 2 13 16,-2 1 2-16,0 3 0 0,-2 4 0 15,0 3 1 1,0 2 1-16,1 1-1 0,1 6 0 15,0 5-1-15,2 1 1 16,1 2-1-16,1 3 1 16,2 1-7-16,5 10-133 15,-3-4-385-15,-2-4-1047 0</inkml:trace>
  <inkml:trace contextRef="#ctx0" brushRef="#br0" timeOffset="11177.8552">6617 1184 745 0,'0'0'645'0,"0"0"-366"16,0 0 15-16,0 0-104 15,0 0-55-15,0 0-75 16,0 0-35-16,6 6 0 16,2 10 11-16,-2 2 4 15,0 2-2-15,-3 0-12 16,-1-1-9-16,-1-1-8 15,-1-1 0-15,0-1-9 0,-1-2 6 16,-2-3-5 0,1-4 1-16,0-3-1 0,2-3-1 15,0-1-8-15,0-7-7 16,0-6-29-16,3-5 10 16,2-2 8-16,0-3 13 15,1-1 12-15,0 2 0 16,0 2 1-16,-1 1 1 15,0 3 0-15,-2 3 12 16,-1 4 14-16,-1 4 22 16,-1 2 2-16,0 2-11 15,0 1-12-15,0 1-17 16,0 7-10-16,0 5 0 16,0 4 5-16,0 3 0 0,0 3 19 15,1-1-11-15,1 0-2 16,0 0-12-16,1-4 0 15,1-1 0-15,1-3-154 16,5-6-212-16,-1-4-304 16,1-4-381-16</inkml:trace>
  <inkml:trace contextRef="#ctx0" brushRef="#br0" timeOffset="11486.3574">6810 1252 1309 0,'0'0'345'16,"0"0"-73"-16,0 0-77 16,0 0 7-16,0 0-73 0,-7 36-33 15,7-25-22 1,0 0-16-16,4 1-9 0,3-2-1 16,1 1 0-16,0-2 3 15,0-1-19-15,1-1-12 16,-3-2-13-16,-2 1-1 15,0-2-5-15,-1 0 1 16,-3 0-1-16,0 0 0 16,-1 0 5-16,-6 0-6 15,-1-1 0-15,-2 0-39 16,-1-2-72-16,-1-1-50 16,-2 0-103-16,2-5-327 0,1-3-652 15</inkml:trace>
  <inkml:trace contextRef="#ctx0" brushRef="#br0" timeOffset="11684.7877">6813 1196 1642 0,'0'0'485'16,"0"0"-255"-16,0 0-113 15,0 0-20-15,51-24-44 16,-35 19-30-16,9 2-23 16,-3-1-177-16,-4 2-663 0</inkml:trace>
  <inkml:trace contextRef="#ctx0" brushRef="#br0" timeOffset="19966.1575">7309 1673 307 0,'0'0'491'0,"0"0"-186"16,0 0-17-16,0 0-38 15,0 0-19-15,-12-9-35 16,11 9 8-16,0-1-43 16,1 1-15-16,-1 0-26 15,1 0-3-15,0 0-65 16,-1 0-28-16,1 0-11 15,0 0-7-15,0 0 2 16,5 0 4-16,5 0 22 16,7 2 4-16,4 0 4 15,7 0-10-15,3 0-2 0,3-1-3 16,7 1-7-16,5 0-7 16,6 0 13-16,2-1-11 15,-4-1-8-15,-5 0-1 16,-3 0 12-16,-8 0 5 15,-5 0-10-15,-8 0-1 16,-1 0 0-16,2 0-1 16,1-1 1-16,2 1-1 15,-4-1 1-15,-2 0 0 16,-3 0-1-16,-2 0 2 16,-1 1-5-16,-2-2 2 0,-1 1-2 15,-1 0-1 1,-2 0 5-16,-2 0-10 0,-1 1 4 15,-3 0 1-15,0 0-7 16,-1 0 1-16,0 0 5 16,0 0-6-16,0 0-1 15,-6 0-16-15,-40 1-16 16,0 4-122-16,-12-3-1586 16</inkml:trace>
  <inkml:trace contextRef="#ctx0" brushRef="#br0" timeOffset="23299.0048">8148 1416 1280 0,'0'0'269'0,"0"0"-150"15,0 0-81-15,0 0-37 16,0 0 1-16,-9 36 14 15,8-18 10-15,0 1 0 16,1-1-7-16,0-2 28 16,0-3 6-16,0-3-11 15,0-4-14-15,0-3-15 16,0-3 15-16,0-2 48 0,-2-8-14 16,0-5-46-16,0-3-16 15,0-5-39-15,2 0 5 16,0-1 1-16,0 2-44 15,3 4-24-15,1 4 64 16,-1 5 7-16,2 6 30 16,2 3-8-16,2 0-55 15,3 7-55-15,2 4 54 16,1 1 64-16,-2 1 16 16,-1-1 31-16,-3 0-12 15,-3-3 49-15,-2-3-11 16,-1-2-18-16,-1-2-14 15,-2-2 14-15,1 0 17 0,-1 0 19 16,1-5-14-16,1-3-39 16,1-3-26-16,1 0-12 15,1 1-13-15,1 2-23 16,0 2 10-16,2 4-10 16,1 2-18-16,1 0 17 15,2 7 22-15,1 2 15 16,-1 3 0-16,0 0 18 15,-2 1 11-15,-1 0-8 16,0 1-21-16,-4-3-145 16,1-4-615-16</inkml:trace>
  <inkml:trace contextRef="#ctx0" brushRef="#br0" timeOffset="23967.8906">8540 1332 1189 0,'0'0'608'16,"0"0"-501"-16,0 0-44 16,0 0-19-16,0 0-24 15,-39 0-15-15,29 13-5 16,0 3 0-16,0 0 1 16,1 2 40-16,3-2 8 15,2-1-2-15,3-4 7 16,1-1-9-16,0-3-4 15,2-3-7-15,2-2-4 0,2-2 8 16,2 0 16-16,0-5-13 16,1-5 1-16,1 0-21 15,-2-3-20-15,0 2-1 16,-1 0-14-16,-3 2-16 16,-1 1 24-16,-1 3-4 15,-1 2-1-15,-1 1-2 16,0 2 0-16,0 0 11 15,0 0-20-15,0 6-33 16,3 2 45-16,0 2 10 16,3 2 26-16,0 0 14 15,4-1-7-15,1-2-5 16,2-3-1-16,1-1 4 16,2-4 2-16,0-1-4 0,-2 0-3 15,1-8-7 1,-4-2-13-16,0-3-5 0,-3-1-1 15,-4-2-31-15,0-4-4 16,-4-2-8-16,0-2 8 16,0 2 11-16,0 2 3 15,-3 3 0-15,0 5-34 16,2 4 18-16,-1 4 13 16,1 1 8-16,1 3 10 15,0 0-4-15,0 5-23 16,0 6-17-16,0 6 50 15,5 4 52-15,1 3-17 16,0 0-26-16,0-2 12 0,-1-3 9 16,1-4-4-1,-1-2 16-15,-2-4-42 0,-2-3-19 16,-1-3-279-16,0-2-385 16</inkml:trace>
  <inkml:trace contextRef="#ctx0" brushRef="#br0" timeOffset="24154.8533">8648 1309 907 0,'0'0'653'16,"0"0"-324"-16,0 0-141 0,0 0-98 16,0 0-31-16,0 0-42 15,0 0-4-15,55-25-13 16,-33 19 0-16,11-4-13 15,-6 0-268-15,-3 0-482 0</inkml:trace>
  <inkml:trace contextRef="#ctx0" brushRef="#br0" timeOffset="24383.2823">8977 1023 1333 0,'0'0'182'0,"0"0"-108"16,0 0-42-16,0 0-13 0,0 0-19 15,0 0 0-15,0 0 10 16,-1 39 24-16,3-24 26 16,-1 1-21-16,-1-1-15 15,0 0-24-15,1-4-52 16,-1-5-704-16</inkml:trace>
  <inkml:trace contextRef="#ctx0" brushRef="#br0" timeOffset="24575.9822">9023 983 1219 0,'0'0'156'16,"0"0"-95"-16,0 0-36 15,0 0-17-15,0 0-7 0,0 0 26 16,-4 36 28-16,7-19 2 16,0 1 5-16,-3 9-9 15,0-5-53-15,-5-4-2 0</inkml:trace>
  <inkml:trace contextRef="#ctx0" brushRef="#br0" timeOffset="25079.1076">7932 1320 538 0,'0'0'548'0,"0"0"-306"15,0 0-161-15,0 0-40 16,0 0-15-16,0 0-17 16,-30-34-2-16,29 32 2 15,1 2-8-15,0 0 2 16,0 0-3-16,0 0-10 15,2 7 4-15,4 3 6 16,2 1 9-16,1 1-1 16,0 1 0-16,0-2 3 15,3-1-11-15,-2-4-16 0,-2-3-775 16</inkml:trace>
  <inkml:trace contextRef="#ctx0" brushRef="#br0" timeOffset="25268.3707">7964 1216 848 0,'0'0'118'0,"0"0"-57"0,0 0-37 16,0 0-18-16,0 0 7 16,0 0 113-16,14 49-10 15,-5-31-29-15,0 3-23 16,-3 8-25-16,-1-4-39 15,-5-4-180-15</inkml:trace>
  <inkml:trace contextRef="#ctx0" brushRef="#br0" timeOffset="36878.9516">2298 2913 793 0,'0'0'237'0,"0"0"55"16,0 0-44-16,0 0-23 15,0 0-33-15,0 0-43 16,0 0-35-16,-11 3-58 16,23-3-23-16,7 1 51 15,12 1-12-15,18 0 0 16,13 2-14-16,7-1 5 16,2-3-2-16,-4 0-16 15,-1 0 15-15,0-3 7 0,1-2-16 16,-1 0-9-1,1-1-11-15,-2 0-3 0,0 0-11 16,-3 1-7-16,-2 1 20 16,-3 0-6-16,-2 1 9 15,-5 0-10-15,-1-2-11 16,-3 2 9-16,-2-2 1 16,-1-1-8-16,-7 2-2 15,-6 0 6-15,-8 1 1 16,-1 1-16-16,1-2 4 15,3 1 10-15,0-1 1 16,-2 2-18-16,-3-1 1 0,-4 1 5 16,-3 0 4-1,-4 1-9-15,-4 0 4 0,-2 0-4 16,-1 1-1-16,-2 0 1 16,0 0 4-16,0 0-5 15,-28 2-19-15,1 4-142 16,-12 2-769-16</inkml:trace>
  <inkml:trace contextRef="#ctx0" brushRef="#br0" timeOffset="39907.2114">9942 2064 654 0,'0'0'1578'16,"0"0"-1321"-16,0 0 58 16,0 0-87-16,0 0-128 15,0 0-70-15,-17 15-20 16,17 18-1-16,0 0 39 16,0-2-10-16,0-9-20 15,0 3-17-15,0 2-1 16,0-4 0-16,0-2-126 0,-3-2-220 15,-6-5-319 1,-2-6-510-16</inkml:trace>
  <inkml:trace contextRef="#ctx0" brushRef="#br0" timeOffset="40109.2849">9859 1984 1431 0,'0'0'242'0,"0"0"-35"16,36-47-33-16,-16 33-78 15,4 7-16-15,-1 5-24 16,-1 2-7-16,-2 4-17 16,-7 9-14-16,-5 4-1 15,-8 2 2-15,-1 6-1 16,-12 0-8-16,-7 2-10 0,-9 7-82 16,5-7-268-16,5-6-713 15</inkml:trace>
  <inkml:trace contextRef="#ctx0" brushRef="#br0" timeOffset="40357.285">10286 1753 2018 0,'0'0'339'0,"-27"47"-118"15,13-2-66-15,3 7-34 0,8-1-45 16,3-7-1 0,10-8 0-16,4-4-26 0,0-7-22 15,-2-8-15-15,4-4 5 16,2 0-17-16,9-7-174 16,-3-3-421-16,-7-3-927 0</inkml:trace>
  <inkml:trace contextRef="#ctx0" brushRef="#br0" timeOffset="40821.116">10405 1843 1783 0,'0'0'501'16,"0"0"-304"-16,0 0-129 15,52-7-7-15,-31 11 20 0,-1 8-5 16,-3 3-8-1,-6 4-11-15,-5 1-17 0,-6 0-5 16,0 1-10-16,-5-3-10 16,-5-1-6-16,-1-3 0 15,3-3-9-15,1-4-7 16,3-4-35-16,3-3-27 16,1 0-22-16,1-12-91 15,7-2 12-15,2-5 53 16,0-3 82-16,2-2 26 15,-2-3 9-15,-3 0 7 16,0 0 24-16,-4 2 59 16,-2 3 14-16,-1 6 24 0,0 4 57 15,0 6-47 1,0 3-73-16,-1 3-39 0,-3 4-18 16,-2 9-8-16,0 7 0 15,-1 5 3-15,3 3 24 16,1 1 13-16,3-1-2 15,0-1-13-15,7-2 5 16,3-1-22-16,1-3-2 16,1-3-6-16,7-2-36 15,-3-6-253-15,-2-6-455 0</inkml:trace>
  <inkml:trace contextRef="#ctx0" brushRef="#br0" timeOffset="41028.6353">10661 1939 1935 0,'0'0'351'15,"0"0"-165"-15,0 0-14 16,0 0 55-16,7 45-77 16,-1-30-58-16,-1 1-36 15,1-1-43-15,-3-1 1 16,-1-2-14-16,-1-2-82 15,-1-2-228-15,0-6-364 0</inkml:trace>
  <inkml:trace contextRef="#ctx0" brushRef="#br0" timeOffset="41216.0323">10907 1894 2105 0,'0'0'466'0,"0"0"-220"16,0 0-172-16,0 0-74 15,0 0-13-15,44-9-220 16,-25 5-441-16,-3-2-757 0</inkml:trace>
  <inkml:trace contextRef="#ctx0" brushRef="#br0" timeOffset="41382.1115">11211 1849 1903 0,'0'0'521'16,"0"0"-347"-16,0 0-116 16,0 0-38-16,0 0-20 15,44-2-85-15,-25 0-271 16,-2-3-753-16</inkml:trace>
  <inkml:trace contextRef="#ctx0" brushRef="#br0" timeOffset="41553.4007">11463 1825 1930 0,'0'0'515'15,"0"0"-235"-15,0 0-198 16,0 0-30-16,0 0-31 15,0 0-21-15,41 0 0 16,-7-2-195-16,-3-2-121 16,-1-3-519-16</inkml:trace>
  <inkml:trace contextRef="#ctx0" brushRef="#br0" timeOffset="42045.1547">11810 1645 1813 0,'0'0'348'0,"0"0"-46"15,0 0-182-15,0 0-63 16,0 0-12-16,47 1-5 16,-31 10 15-16,-1 3-16 15,-6 3-11-15,-4 0-5 16,-5 2-7-16,0-1 0 15,-8 1-5-15,-4-1-10 16,0-2 6-16,1-5-7 16,3-4 0-16,4-5-31 15,4-2 1-15,0-6-3 16,3-8-73-16,8-6-10 0,1-4 52 16,3-4 34-16,-1-1-4 15,0-1 19-15,-1 0 15 16,-1 1 0-16,-3 1 7 15,-1 5 33-15,-3 4 31 16,-3 6 40-16,-1 6 38 16,-1 5-49-16,0 2-64 15,0 8-27-15,-4 7-8 16,-1 6 0-16,0 6 19 16,1 2-2-16,2 2 47 15,2 0-8-15,0 0-9 16,6 0-18-16,4-2-21 15,2-3-9-15,2-3-44 0,8-7-216 16,-4-7-358-16,-2-8-890 16</inkml:trace>
  <inkml:trace contextRef="#ctx0" brushRef="#br0" timeOffset="42264.56">12172 1672 1930 0,'0'0'593'0,"0"0"-280"16,0 0-185-16,0 0-38 16,0 0 1-16,1 35-14 15,2-15-16-15,3 2-20 0,-1 0-1 16,0-1-18-16,-2-2-13 16,-1-4-9-16,0-3 0 15,-2-4-19 1,0-6-125-16,-1-1-201 0,-4-1-269 0</inkml:trace>
  <inkml:trace contextRef="#ctx0" brushRef="#br0" timeOffset="42430.5872">12120 1670 1465 0,'0'0'644'0,"0"0"-353"16,0 0-108-16,0 0-100 0,0 0-43 15,60-20-25 1,-28 13-15-16,17-5-54 0,-9 0-286 16,-12 1-716-16</inkml:trace>
  <inkml:trace contextRef="#ctx0" brushRef="#br0" timeOffset="42679.1184">12354 1248 2045 0,'0'0'341'0,"0"0"-224"16,0 0-58-16,43-8-27 16,-2 33-22-16,13 19 21 0,5 13 35 15,-8 10-21-15,-14 1 74 16,-21 0-16-16,-16 3 6 15,-24 0-23-15,-25 1-52 16,-18-7-34-16,10-17-245 16,0-15-700-16</inkml:trace>
  <inkml:trace contextRef="#ctx0" brushRef="#br0" timeOffset="43533.791">10554 2306 1390 0,'0'0'270'15,"0"0"-24"-15,0 0 41 16,-44 0-2-16,43 0-86 16,1 0-57-16,18 0-30 15,25-10-31-15,34-7 26 0,23-6-6 16,16-2-52-1,4 0-17-15,-2 2 11 0,5 1-18 16,2 1-24-16,-3 0 5 16,-10 1-4-16,-11 3 10 15,-15-1-12-15,-14 4 0 16,-15 0-1-16,-15 3 1 16,-16 3 1-16,-11 3-1 15,-9 2 1-15,-1 1 0 16,-5 1-1-16,-7 1-6 15,-44 8-98-15,1 4-444 16,-9-1-364-16</inkml:trace>
  <inkml:trace contextRef="#ctx0" brushRef="#br0" timeOffset="43901.6546">10706 2412 1107 0,'0'0'971'0,"0"0"-811"15,0 0 56-15,0 0-94 16,0 0 91-16,0 0-50 16,0 0-24-16,66 1 48 15,26-16-67-15,24-3-51 16,11-3-24-16,-3 0-17 15,-10 2-17-15,-5 0-1 0,-3 0 5 16,-8 1 6-16,-11-1-15 16,-13 3-6-16,-22 4 0 15,-17 2 1-15,-14 5-1 16,-7-1 8-16,-1 1-1 16,-3 2-1-16,-4 0-5 15,-4 1 0-15,-2 2-1 16,-23 0 0-16,-60 0-64 15,2 2-490-15,-16 1-1146 0</inkml:trace>
  <inkml:trace contextRef="#ctx0" brushRef="#br0" timeOffset="48427.9491">4048 3109 1468 0,'0'0'344'0,"0"0"-73"15,0 0-28-15,0 0-44 16,-2-34-95-16,2 31-63 15,0 1-32-15,4 2-9 16,3 0-17-16,2 5 1 16,2 6 16-16,-2 4 0 15,-2 2 6-15,-3 3 3 16,-4 1 8-16,0 0-4 16,-4-2 5-16,-4-1-11 15,0-4-6-15,0-3 0 16,2-3-1-16,2-4 0 0,2-3 0 15,2-1 1-15,0-2 4 16,0-8-5-16,6-4-13 16,3-2-14-16,1-3-9 15,3 0-10-15,1 0 9 16,1 1-2-16,-1 0 5 16,-3 3 10-16,-1 0 15 15,-3 3 8-15,-3 4 1 16,-4 2 1-16,0 3 17 15,0 1 15-15,0 2-9 16,-3 0-11-16,-3 8-7 16,0 3-4-16,2 4 9 15,1 1-5-15,3 0 21 0,0 0-9 16,5 0-8 0,6-2-4-16,2-3-5 0,3-2-1 15,1-3 0-15,1-4-1 16,-2-2-15-16,-1 0 4 15,-4-4-27-15,-2-4 6 16,-3-3 24-16,-1 0 9 16,-2 0 0-16,-2 0 15 15,0 2 46-15,-1 5 9 16,0 0 13-16,0 4-14 16,0 0-39-16,0 2-19 15,0 8-10-15,0 3 19 16,0 4 15-16,0 2-14 0,0-1-10 15,3 0-10-15,6 0-1 16,14 2-112-16,0-4-268 16,0-6-852-16</inkml:trace>
  <inkml:trace contextRef="#ctx0" brushRef="#br0" timeOffset="49012.6714">4787 3131 1348 0,'0'0'526'0,"0"0"-268"16,0 0-5-16,-10-34-77 16,10 28-30-16,0 2-50 15,3 3-54-15,5 1-27 16,4 3-14-16,0 7 5 16,2 4-5-16,-3 3 5 15,-2 2-5-15,-4 1 7 16,-3 1-7-16,-2-2 0 15,0 0 6-15,0-3-7 16,-3-3 0-16,0-4-7 0,3-5-67 16,0-3-11-16,0-1 29 15,0-6-20-15,6-8-77 16,-1-4-31-16,1-4 75 16,-1-1 59-16,0-1 25 15,-2-1 25-15,0 3 10 16,-2 2 55-16,0 2 41 15,0 4 19-15,-1 6 11 16,0 4 15-16,0 4-41 16,0 0-62-16,0 6-41 15,0 8-6-15,-2 6 17 16,2 4 22-16,0 1-5 16,1 0-2-16,5-1-14 0,3-3-11 15,1-2-8-15,7 0-63 16,-2-5-220-16,-2-6-375 0</inkml:trace>
  <inkml:trace contextRef="#ctx0" brushRef="#br0" timeOffset="49309.3403">4989 3142 1640 0,'0'0'323'15,"0"0"-91"-15,0 0-153 16,0 0-19-16,0 0-6 0,42-11-13 16,-34 11-1-16,-2 4 11 15,-3 4-5-15,-3 2 0 16,0 3 36-16,-4 2 36 16,-5 0-15-16,0 0-28 15,1-1-29-15,2-3-6 16,2-3-29-16,3-2-10 15,1-2 7-15,0-2-8 16,8-2-1-16,19-3-70 16,-1-5-291-16,1-2-642 0</inkml:trace>
  <inkml:trace contextRef="#ctx0" brushRef="#br0" timeOffset="49898.5408">5486 3086 1552 0,'0'0'336'0,"0"0"-97"16,0 0-100-16,0 0-43 16,0 0-50-16,0 0-24 15,39-13-7-15,-26 27 7 16,1 3-5-16,-5 3 2 15,-2 2 2-15,-3-1-5 16,-4 1-7-16,0-3 0 16,0-1-9-16,-2-4-1 15,-2-3 1-15,3-5-1 16,0-5-30-16,1-1 12 16,0-6-30-16,4-8-92 15,2-5 54-15,0-4 56 0,-1-4 16 16,-2-1 15-1,1 1 38-15,-3 2 37 0,0 3 38 16,-1 5-15-16,0 4 15 16,0 6 64-16,0 5-45 15,0 2-87-15,0 4-32 16,-2 9-12-16,2 6-1 16,-1 5 1-16,1 2 8 15,0 1-3-15,7-2 5 16,3-1-11-16,9 2-112 15,-1-7-210-15,-1-5-407 0</inkml:trace>
  <inkml:trace contextRef="#ctx0" brushRef="#br0" timeOffset="50266.9542">5710 3128 1573 0,'0'0'392'15,"0"0"-185"-15,0 0-135 16,0 0-26-16,0 0-2 16,0 0 4-16,0 0-17 15,42 10-10-15,-40-1 1 16,-1 2-3-16,-1 0 1 16,0 0-3-16,-3-2-3 15,0-1-1-15,1-4-12 16,0-2 1-16,2 0 11 0,0-2-4 15,0 0-2-15,0 0 1 16,6 2-2-16,2 0 1 16,3 1-1-16,-1 2-5 15,1-1 1-15,-1 3-1 16,-3 0 0-16,-2 2-1 16,-2 0 2-16,-3 3-1 15,0 0 8-15,-7 1-8 16,-6 0-1-16,2-1-141 15,4-5-671-15</inkml:trace>
  <inkml:trace contextRef="#ctx0" brushRef="#br0" timeOffset="50777.8502">6060 3117 1644 0,'0'0'315'16,"0"0"-59"-16,0 0-175 16,0 0-27-16,0 0 30 15,20 35 1-15,-15-17-29 16,-2 1-18-16,-2-1-15 0,-1 0-9 15,0-1-8-15,-5-3-6 16,0-3 2-16,1-4-1 16,2-4-1-16,2-3-21 15,0-3-40-15,5-7-72 16,3-6-16-16,2-3 52 16,1-3 58-16,-2-1 29 15,0-1 10-15,-2-1 28 16,0 0 43-16,-2 2 47 15,-1 1-5-15,-2 6 18 16,-1 4 52-16,0 5-8 16,-1 3-52-16,0 4-83 15,0 0-23-15,0 3-17 16,0 9-1-16,0 4 1 16,0 7 0-16,1 1 12 0,1 2 7 15,1-3-2-15,2 0-10 16,1-3-7-16,4 0-157 15,-1-5-316-15,0-6-476 0</inkml:trace>
  <inkml:trace contextRef="#ctx0" brushRef="#br0" timeOffset="51144.0288">6265 3122 1530 0,'0'0'539'15,"0"0"-281"-15,0 0-172 16,0 0-19-16,0 0 61 0,0 0 4 16,11 38-26-16,-4-25-28 15,0-2-44-15,0 0-16 16,1-3-12-16,-1-3-4 16,-1-3-2-16,-1-2-25 15,1 0-15-15,0-5-26 16,-1-5-34-16,0-3 30 15,-1-1 43-15,1 2 18 16,-1 2 9-16,-2 2 9 16,0 4 48-16,-1 4 22 0,0 0-45 15,2 8-17 1,2 5 38-16,-1 4 15 0,3 4 44 16,0 1-66-16,-2 1-30 15,-2 0-18-15,-3 3-38 16,0-5-307-16,0-6-687 0</inkml:trace>
  <inkml:trace contextRef="#ctx0" brushRef="#br0" timeOffset="51742.0109">6698 3065 1098 0,'0'0'699'15,"0"0"-302"-15,0 0-164 16,0 0-123-16,0 0-57 16,0 0-33-16,0 0-3 15,27 12 0-15,-14 1-7 16,-5 3 4-16,-3 3-5 16,-4 0-3-16,-1 1 5 15,-2-3-5-15,-4-1-6 0,-2-2 0 16,2-5 0-1,1-4-17-15,3-3-30 0,2-2-20 16,0-4-14-16,2-6-136 16,6-4 30-16,0-4 105 15,0 0 58-15,1-3 24 16,-2 1 0-16,0 1 42 16,-2 1 44-16,-1 2 7 15,-1 1 27-15,0 4-2 16,-1 4-21-16,-1 2-2 15,-1 4-16-15,0 1-25 16,0 5-31-16,0 8-12 0,0 6 38 16,0 4 45-16,0 3-46 15,0 0-24-15,0-2-13 16,7-2-11-16,2-6-8 16,9-4-170-16,-1-5-151 15,-1-7-378-15</inkml:trace>
  <inkml:trace contextRef="#ctx0" brushRef="#br0" timeOffset="51958.6436">6910 3117 1215 0,'0'0'589'0,"0"0"-217"16,0 0-202 0,0 0-36-16,0 0-30 0,0 0-31 15,0 0-2-15,0 44-14 16,7-30-15-16,1-1-18 15,-1 0-11-15,-1 1-7 16,-2-1-5-16,-2 0-1 16,-2-1 0-16,0-1-102 15,-15 0-80-15,1-4-186 16,-2-3-475-16</inkml:trace>
  <inkml:trace contextRef="#ctx0" brushRef="#br0" timeOffset="52100.919">6875 3109 1446 0,'0'0'392'0,"0"0"-144"0,0 0-167 16,62-25-55-16,-34 18-26 16,-1 0-195-16</inkml:trace>
  <inkml:trace contextRef="#ctx0" brushRef="#br0" timeOffset="52744.7282">7362 3018 1610 0,'0'0'545'15,"0"0"-234"-15,0 0-167 16,0 0-28-16,0 0-34 16,0 0-41-16,0 0-17 0,34 4 1 15,-26 8 2-15,-2 4 6 16,-3 1-8-16,-3 1-4 16,0-1-6-16,-2-1-9 15,-3-1 4-15,0-2-10 16,1-6 0-16,1-3-27 15,3-4-46-15,0 0-21 16,3-8-5-16,5-7-54 16,3-4 38-16,2-4 65 15,-1-4 16-15,1-1 13 16,-2-1 8-16,0 3 13 16,-1 1 14-16,-1 5 35 15,-4 5 31-15,-1 6 39 16,-2 5 33-16,-2 4-35 15,0 0-58-15,0 8-33 16,0 8-5-16,0 3 16 0,1 4 9 16,2 2 1-16,1 2 22 15,0-1-27-15,1-1-24 16,1-2-6-16,1-4-12 16,0-3-7-16,7-4-168 15,-2-6-296-15,0-6-387 0</inkml:trace>
  <inkml:trace contextRef="#ctx0" brushRef="#br0" timeOffset="53061.7841">7702 2963 1564 0,'0'0'498'0,"0"0"-237"15,0 0-116-15,0 0 26 16,-36 51-13-16,29-29-32 15,3 3-30-15,2-2-35 16,2-1-22-16,0-1-9 16,0-4-17-16,5-3-7 15,1-5-6-15,1-4 1 16,2-3 4-16,1-2-5 16,0-5 0-16,0-5-1 15,-2-2-20-15,-3-2-3 16,-2 0-3-16,-3 1-16 15,0 2 4-15,-5 3 8 16,-5 2-41-16,-1 6-92 0,-8 0-32 16,3 4-181-16,4 2-422 0</inkml:trace>
  <inkml:trace contextRef="#ctx0" brushRef="#br0" timeOffset="53230.5171">7852 3164 1989 0,'0'0'506'0,"0"0"-151"15,0 0-203-15,0 0-41 0,0 0-63 16,0 0-48 0,0 0-123-16,-31 14-589 0</inkml:trace>
  <inkml:trace contextRef="#ctx0" brushRef="#br0" timeOffset="57482.7862">4086 3809 1317 0,'0'0'300'0,"0"0"15"15,0 0 8-15,0 0-6 16,0 0-57-16,0 0-70 16,-6-23-84-16,6 28-60 15,0 6-20-15,0 5 61 16,4 6-31-16,1 1-17 15,-1 2-7-15,1 0 4 16,0-1 1-16,1-3-8 16,-1-2-16-16,-1-3-5 15,-1-3-7-15,-2-3-1 16,0-4-37-16,-1-1-81 16,-2-3-114-16,-4-2-233 0,-1 0-301 15</inkml:trace>
  <inkml:trace contextRef="#ctx0" brushRef="#br0" timeOffset="57805.5554">4079 3743 1647 0,'0'0'364'15,"0"0"-143"-15,0 0-51 16,0 0 7-16,0 0-3 0,-36 41-44 15,27-31-51 1,2-2-35-16,1-3-19 0,1-2-13 16,3-1 3-1,1-2 40-15,0-3 44 0,1-6-39 16,0-3-37-16,1-1-11 16,6 1-6-16,3 0 4 15,3 4-8-15,3 4-1 16,4 2-1-16,6 2 0 15,3 0-1-15,3 6 1 16,1 4-1-16,10 10-68 16,-9-2-212-16,-8 0-545 0</inkml:trace>
  <inkml:trace contextRef="#ctx0" brushRef="#br0" timeOffset="63459.0712">9286 3743 136 0,'0'0'101'0,"0"0"-65"16,38 0 26-16,-16 0-10 15,4 0 7-15,5 0-11 16,1-1 2-16,2-2-18 16,0-1-11-16,-2 0-10 15,6-1-11-15,-7 1-27 16,-7 0-295-16</inkml:trace>
  <inkml:trace contextRef="#ctx0" brushRef="#br0" timeOffset="66249.0102">4761 3728 902 0,'0'0'292'0,"0"0"-173"0,0 0 30 16,0 0 61 0,0 0 53-16,0 0-28 0,-16 0-27 15,16-1-38-15,0 1-44 16,0 0 14-16,0 0-25 16,7-1-32-16,6 0-21 15,5-1-5-15,3-2-9 16,5 0-12-16,-1 0-9 15,2-1-6-15,0 0-9 16,-1 1-4-16,-1 1-2 16,-2-1 0-16,-3 4-6 15,-4-1 6-15,-2 1-6 16,-5 0 0-16,-3 0 0 16,-3 0-67-16,-3 0-122 15,-4 5-102-15,-6 1-89 16,-1-1-384-16</inkml:trace>
  <inkml:trace contextRef="#ctx0" brushRef="#br0" timeOffset="66526.5605">4797 3792 616 0,'0'0'931'0,"0"0"-651"0,0 0-40 16,0 0-94-16,0 0 11 15,0 0 3-15,0 0-32 16,31 2-25-16,-9-2-31 16,4-2-18-16,2-2-22 15,3-3-15-15,-1 1-11 16,-2 2-6-16,3 3-36 15,-8 1-221-15,-10 0-534 0</inkml:trace>
  <inkml:trace contextRef="#ctx0" brushRef="#br0" timeOffset="69895.1144">12879 2428 882 0,'0'0'874'15,"0"0"-644"-15,0 0 68 16,0 0-48-16,0 0-16 15,0 0-19-15,0-34-64 16,0 34-68-16,1 0-40 16,0 7-19-16,2 6-6 15,1 4-1-15,1 2 8 16,0 3 2-16,-1-1-17 0,0 0-10 16,-1-2 0-16,-1-2 0 15,-2-1-70-15,0-3-134 16,-7 0-116-16,-2-4-204 15,-2-3-152-15</inkml:trace>
  <inkml:trace contextRef="#ctx0" brushRef="#br0" timeOffset="70636.5648">12624 2445 1776 0,'0'0'270'0,"0"0"-161"0,0 0-76 16,60-33-3-16,-14 19-6 16,13-3-12-16,1-2-12 15,-11 5 0-15,-15 2-1 16,-14 3 0-16,-6-1-7 16,0 0 7-16,-4-1 1 15,0 0 7-15,-4 2 4 16,-4 3 52-16,-2 2 121 15,0 3-30-15,0 1-57 16,0 3-56-16,2 8-18 16,2 7 16-16,2 4 28 0,3 5 0 15,-1 2 21 1,2-1-43-16,0-1-21 0,-2-2-4 16,-1-4-20-16,-1-4 1 15,-2-4-1-15,0-6-7 16,-2-4-8-16,0-3-23 15,1-1 22-15,1-8 5 16,2-2-8-16,0-2 18 16,3 0-4-16,-2 2 5 15,0 2 1-15,-1 4 13 16,-2 3-7-16,1 2-7 16,1 0 0-16,2 6 0 15,3 2 6-15,1 2-5 0,2-1 12 16,1-1-7-16,1-2-5 15,0-3 7-15,0-2-8 16,-2-1 1-16,-1-4-2 16,-1-5-9-16,-2-4-2 15,-1-3 0-15,-2-3 6 16,-1-2 5-16,-2-1 0 16,-2 1 1-16,-1 3 0 15,-1 5 12-15,0 5 33 16,0 4 22-16,-3 4 1 15,-2 0-35-15,-4 12-21 16,0 5 0-16,1 4 1 16,2 3 6-16,6-2 2 15,5-3-1-15,10 0 7 16,8-5 0-16,12-2-5 0,-1-3-8 16,1-5-5-16,1-1-9 15,-9-3-7-15,0 0-125 16,-8 0-193-16,-11 0-343 0</inkml:trace>
  <inkml:trace contextRef="#ctx0" brushRef="#br0" timeOffset="71057.9542">12745 2750 1337 0,'0'0'325'0,"0"0"-69"15,0 0 33-15,0 0-10 16,0 0-67-16,0 0-100 15,0 0-38-15,80-11 71 16,4 1 30-16,19-2-42 16,9-2-30-16,-3 0-23 15,-5 1-8-15,-2 0-8 0,-5 1-34 16,-9 2 5 0,-12 1-8-16,-12 3-12 0,-20 0-3 15,-17 3-5-15,-12 2-5 16,-9-1-2-16,-2 2 0 15,-4 0 0-15,0 0-5 16,-19 0-32-16,-42 14-70 16,2 1-191-16,-11 0-661 0</inkml:trace>
  <inkml:trace contextRef="#ctx0" brushRef="#br0" timeOffset="72377.89">12616 3080 1766 0,'0'0'377'0,"0"0"5"0,0 0-126 16,0 0-32-16,0 0-82 15,0 0-83-15,0 0 4 16,-9 50 29-16,9-23-24 16,0 0-28-16,2 0-16 15,3-3-16-15,1-1-8 0,-1-4 0 16,-2-3-9-16,-2-3-70 16,-1-3-102-16,-5-4-147 15,-5-3-157-15,-2-3-232 0</inkml:trace>
  <inkml:trace contextRef="#ctx0" brushRef="#br0" timeOffset="73167.8975">12375 3147 1470 0,'0'0'253'0,"0"0"-63"15,0 0-68-15,64-33-16 16,-17 20-53-16,13-2-27 0,2 2-15 16,-10 4-4-16,-16 2-7 15,-16 3-4-15,-4 0-33 16,-1-1-130-16,-2-2 17 16,-2 0 82-16,-6-1 68 15,-3 2 6-15,-2 0 103 16,0 0 86-16,0 2 31 15,0 2-26-15,0 2-42 16,0 0-69-16,0 6-32 16,1 7-14-16,2 6 92 15,2 6-5-15,3 1-44 16,1 2-34-16,0 1-9 16,2-1-13-16,-1-3-18 0,0-2-12 15,-2-5 1-15,-2-3-2 16,-1-6-12-16,-1-5-18 15,-2-4-12-15,1 0 29 16,1-10 14-16,3-2-11 16,1-1 10-16,0 0 1 15,0 1 0-15,0 3 1 16,0 3 0-16,2 2-1 16,0 2 1-16,3 2 0 15,1 0 0-15,4 6 0 0,0 2 5 16,2 1-5-1,2-1 10-15,-1-1-11 0,0-1-2 16,-1-4 2-16,-1-2 0 16,-2 0 0-16,-2-4 0 15,-3-5 0-15,-1-3 0 16,-1-3 0-16,-2-1-8 16,-1 1 7-16,-3 1 1 15,-3 2 1-15,-1 3 1 16,0 4 17-16,-2 3 21 15,-6 2-11-15,-2 1-7 16,-3 8-8-16,-1 4-2 16,1 1 10-16,2 3 2 15,3-1 5-15,4-2-8 16,4 0-2-16,0-2-5 0,9-2 2 16,5-2-2-1,4-1 4-15,5-3-8 0,2-3-1 16,-1-1-7-16,-1 0-2 15,-5-1-37-15,-2-5-88 16,-5 2-180-16,-4-1-337 0</inkml:trace>
  <inkml:trace contextRef="#ctx0" brushRef="#br0" timeOffset="73872.8528">13533 3327 962 0,'0'0'298'0,"0"0"-113"15,0 0 112-15,0 0-14 16,0 0-37-16,0 0-49 0,0 0-25 16,-38-11-9-1,38 11-35-15,2 0-27 0,11 0-22 16,17 0 51-16,25 0 6 16,31-5-19-16,16-3-24 15,8-2-18-15,-6 0-21 16,-13 3-45-16,-6 0 3 15,-10 0-6-15,-13 1 2 16,-18 1 4-16,-16 0-6 16,-12 2 0-16,-7 1-1 15,-3-1-4-15,0 2-1 16,-3-1 0-16,-3 1 0 16,0 0 0-16,-12 1-22 15,-31 0-115-15,0 0-209 0,-4 0-615 16</inkml:trace>
  <inkml:trace contextRef="#ctx0" brushRef="#br0" timeOffset="75112.9202">13784 2982 1365 0,'0'0'304'0,"0"0"29"16,0 0-43-16,0 0-26 15,-44-32-131-15,27 32-32 16,-1 1 5-16,1 9-17 15,0 5-12-15,2 4-3 16,6 3-19-16,4 2-25 0,5 0-9 16,6-2-4-16,9-2-13 15,13-2-4-15,11-5-15 16,12-9-156-16,-2-4-123 16,-3-7-26-16,-14-5-202 15,-15 2-299-15</inkml:trace>
  <inkml:trace contextRef="#ctx0" brushRef="#br0" timeOffset="75654.5582">13975 3013 1001 0,'0'0'365'0,"0"0"112"16,0 0-160-16,-6-35-6 15,1 32-30-15,-2 3-115 0,-1 0-63 16,0 8-4-16,-3 3-14 16,2 4-11-16,1 2-18 15,3 1-33-15,3-1-2 16,2-1-14-16,3-4-6 15,7-3-1-15,2-3-1 16,2-4-7-16,0-2-16 16,-1-3-13-16,0-6 1 15,-3-2 12-15,0-2 12 16,-3-1 11-16,-2 0 0 16,-2 2 1-16,-2 3 0 15,0 2 11-15,-1 3 2 16,0 3 26-16,0 1-8 15,0 0-14-15,0 3-12 16,3 5-4-16,2 3-1 0,2 0 6 16,3 1-4-1,3-3 4-15,1-2-6 0,3-4 0 16,0-3 0-16,0 0-7 16,-2-8 5-16,-1-3-13 15,-2-4-3-15,-3-4 8 16,-4-3 3-16,-1-4 6 15,-2-2 1-15,-2 0 6 16,0 1-4-16,0 6-1 16,0 7 21-16,0 7-1 15,0 6 5-15,0 1-25 16,0 8-1-16,3 6 7 0,3 5-7 16,1 2 4-1,0 0-4-15,1-1-1 0,-2-1-8 16,0-3-22-16,-3 2-150 15,-3-5-304-15,0-4-444 0</inkml:trace>
  <inkml:trace contextRef="#ctx0" brushRef="#br0" timeOffset="75848.7728">14061 2971 2002 0,'0'0'394'0,"0"0"-190"16,0 0-73-16,81-6-25 0,-23 0-21 15,-2 2-58-15,-11 2-27 16,-6 2-33-16,-18 5-427 16,-5 0-925-16</inkml:trace>
  <inkml:trace contextRef="#ctx0" brushRef="#br0" timeOffset="76576.8334">12557 3688 1495 0,'0'0'361'16,"0"0"-23"-16,0 0-3 15,0 0-40-15,0 0-28 16,0 0-123-16,0 0-70 16,-12 5-25-16,12 14 36 15,0 6-26-15,3 1-20 16,1 1-21-16,0-1-8 15,0-2-9-15,-1-3-1 16,-1-3-9-16,-1-3-46 16,-1-5-77-16,0-3-112 15,-14-5-100-15,0-2-306 0,-1-2-910 16</inkml:trace>
  <inkml:trace contextRef="#ctx0" brushRef="#br0" timeOffset="77334.2404">12306 3737 1258 0,'0'0'753'15,"0"0"-627"-15,0 0-52 16,79-37-31-16,-8 19 10 16,12 0-23-16,-1 3-11 15,-10 2-16-15,-26 3-3 16,-15 3-15-16,-12 1-16 15,-8 0-22-15,-4 0-14 16,-2 0 67-16,-4 0 0 0,-1 2 71 16,-1 1 125-16,-4 0-53 15,1 3-27-15,0 0-19 16,0 10-54-16,1 4 72 16,2 5-3-16,1 3-38 15,0 1-31-15,3 0-1 16,5 1-13-16,1-1-8 15,2-1-20-15,-1-3-1 16,-1-3-1-16,0-5-5 16,-4-4-11-16,1-5-53 15,-1-2-14-15,2-5 52 16,1-7 25-16,2-2 6 0,0-2 1 16,1 2 2-16,-2 3 4 15,1 2 7-15,-2 4-5 16,0 3 5-16,2 2 5 15,2 0 11-15,2 6 23 16,3 2 2-16,-1 1-25 16,1 0-16-16,-1-1-4 15,-2-2-8-15,-2-3 1 16,-1-2 5-16,-2-1-6 16,0-4 0-16,-2-7-1 15,0-3 0-15,-2-4-9 16,-1-1-4-16,-2-1 7 15,-2 3 6-15,0 4 1 0,0 3 8 16,-2 4 10-16,-3 4 18 16,-2 2 5-16,-3 3-18 15,-2 7-9-15,0 4 5 16,0 2 13-16,4 2-5 16,5-1-4-16,3-1 2 15,1-1-4-15,13-3 5 16,6-2 5-16,12-3-2 15,11-4-9-15,-1-3-6 16,-5 0-9-16,-7 0-5 16,-9-2-1-16,-2-2-66 15,0 0-67-15,-8-3-120 16,-5 2-263-16,-5-1-386 0</inkml:trace>
  <inkml:trace contextRef="#ctx0" brushRef="#br0" timeOffset="79393.8382">13746 3602 1189 0,'0'0'492'15,"0"0"-223"-15,0 0 109 16,0 0-109-16,0 0-78 15,-41-16-34-15,30 25-41 16,-1 6 0-16,1 3-40 0,2 3-28 16,3 1-11-16,3 1 10 15,3-3-13-15,0-2-8 16,9-2-26-16,5-3 0 16,5-2-1-16,5-4-24 15,2-5-134-15,2-2-172 16,6-14-171-16,-7-1-173 15,-7-1-503-15</inkml:trace>
  <inkml:trace contextRef="#ctx0" brushRef="#br0" timeOffset="79977.6341">13898 3614 1169 0,'0'0'386'0,"0"0"146"16,0 0-240 0,0 0 15-16,0 0-55 0,0 0-131 15,0 0-21-15,-32 5 5 16,25 10-32-16,2 2-7 15,2 0-30-15,3 1-15 16,0-3-20-16,3-2 4 16,5-3-5-16,1-3-11 15,0-4-20-15,1-3-43 16,0-1-14-16,-1-7-6 16,1-5-7-16,-3-2 37 15,1-1 15-15,-2-1 25 0,-1 4 23 16,-3 1 1-1,-1 3 9-15,-1 4 9 0,0 1 56 16,0 4 38-16,0 0-55 16,0 0-35-16,0 6-14 15,4 3 1-15,3 2 1 16,2 2 4-16,6-2-4 16,3-1-1-16,2-3-3 15,4-3-5-15,-1-4 0 16,-3 0-1-16,-2-5-1 15,-4-6-29-15,-4-2-6 16,-3-4 9-16,-4-3 17 16,-3-2 9-16,0-2 1 15,0 0 0-15,-6 2 9 16,2 4 8-16,0 5 40 0,1 5 22 16,1 4-12-16,1 3-19 15,1 1-30-15,0 3-7 16,0 9-10-16,0 4-1 15,5 2 1-15,0 4 9 16,1 0 5-16,-1 0-5 16,-1-1-10-16,-2-2-1 15,0-1-11-15,-2-4-90 16,0-4-113-16,-5-5-131 16,-3-5-214-16,-2 0-430 0</inkml:trace>
  <inkml:trace contextRef="#ctx0" brushRef="#br0" timeOffset="80130.7259">13989 3609 1650 0,'0'0'382'16,"0"0"-174"-16,0 0-71 16,39-15-82-16,0 9-34 15,19-2-21-15,-7 0-18 16,-6 2-493-16</inkml:trace>
  <inkml:trace contextRef="#ctx0" brushRef="#br0" timeOffset="80592.6511">14552 3763 1807 0,'0'0'310'0,"0"0"44"0,0 0-112 16,0 0-19-1,0 0-72-15,0 0-82 0,58 0 42 16,0 0 2-16,10-3-26 16,4-2-21-16,-4 1 0 15,-10 0-7-15,-4 2-8 16,-12-1-24-16,-12 1-2 15,-10 0-25-15,-6-1-1 16,1 1 1-16,-1-2 0 16,0-1 0-16,-3 0 1 15,-5 0-1-15,-5 0-18 16,-12-4-98-16,-8 2-155 16,-8-2-479-16</inkml:trace>
  <inkml:trace contextRef="#ctx0" brushRef="#br0" timeOffset="81058.7781">14795 3448 1287 0,'0'0'287'0,"0"0"-72"15,0 0 54-15,-21-40-58 0,13 35 39 16,-2 4-165-16,-1 1-27 16,1 6 23-16,0 4 19 15,1 4-18-15,3 1-18 16,2 1-16-16,4-1-17 15,0-1-11-15,7 1-13 16,7 0 7-16,4-1-7 16,3 1-6-16,0 0 1 15,-2-3-2-15,-3 0 0 16,-5-2-9-16,-5-1 1 16,-4-1 7-16,-2-1-8 15,-8 0 8-15,-7-2 0 0,-5 0 1 16,-4-2-1-1,-1-1-9-15,0-1-75 0,4-1-30 16,6 0-28-16,14 0-109 16,1-1-269-16,6-4-727 0</inkml:trace>
  <inkml:trace contextRef="#ctx0" brushRef="#br0" timeOffset="81680.9959">15004 3491 1702 0,'0'0'472'0,"0"0"-155"0,0 0-85 15,0 0-18 1,0 0-86-16,-45-9-41 0,35 17-24 16,0 5-16-16,2 1-19 15,1 3-8-15,4 0-11 16,3 0-2-16,0-2 0 15,6-1-6-15,5-4-1 16,3-3-1-16,2-4-22 16,0-3-31-16,-2-2-24 15,-1-6-14-15,-2-4 52 16,-3 0 28-16,-1-1 12 16,-4 1 0-16,-1 0 1 15,-2 2 15-15,0 2 26 0,0 3 19 16,0 3 20-1,0 0-4-15,-1 2-25 0,-1 0-36 16,0 6-7 0,1 3 5-16,1 1-5 0,0 2-2 15,8 0-6-15,4-2 0 16,4-3 0-16,3-2-1 16,1-4 0-16,1-1-5 15,0-5 5-15,-3-6-9 16,-2-3-16-16,-4-3 2 15,-5-3 13-15,-4-4 4 16,-3-4 6-16,0-2-2 16,-4 0 2-16,-2 3 10 15,-1 5 2-15,2 7 11 16,1 7-7-16,1 6-7 0,2 2-3 16,0 1-6-1,1 11-2-15,0 5 1 0,4 4 1 16,2 3 0-16,2 1 0 15,-1-2 0-15,-1-2-7 16,-1-2-105-16,-4-1-244 16,-1-6-334-16,0-4-740 0</inkml:trace>
  <inkml:trace contextRef="#ctx0" brushRef="#br0" timeOffset="81900.5093">15059 3453 1348 0,'0'0'1054'0,"0"0"-834"15,0 0-7-15,38-10-27 16,1 8-13-16,13-1-78 16,-3 1-31-16,-12 1-31 15,-13 1-21-15,-11 0-12 16,-1 0-14-16,-10 3-194 15,-2 3-384-15,-4 0-1203 0</inkml:trace>
  <inkml:trace contextRef="#ctx0" brushRef="#br0" timeOffset="87594.3215">12554 4148 1355 0,'0'0'541'0,"0"0"-235"16,0 0-7-16,0 0-104 15,0 0-46-15,0 0-67 16,0 21 51-16,2-2 4 15,1 3-53-15,3 0-32 16,0-1-27-16,0-3-14 16,-1-2-11-16,-2-2-10 15,0-1-8-15,-3-3-112 0,0 2-161 16,-4-4-65 0,-3-2-375-16</inkml:trace>
  <inkml:trace contextRef="#ctx0" brushRef="#br0" timeOffset="88356.2989">12285 4191 1722 0,'0'0'270'16,"0"0"-110"-16,0 0-79 15,44-33-25-15,3 16 3 0,17-1-29 16,3 1-6-16,-12 3-10 15,-18 6-12-15,-18 4-1 16,-7 0 0-16,-2 1-1 16,-2 0 1-16,-3 0 0 15,-4 2 19-15,-1 1 90 16,0 0-3-16,0 1-15 16,-1 8-46-16,-1 6 32 15,2 3-2-15,0 5-1 16,1 1-3-16,5 1-14 15,2-1-31-15,0-1-10 16,-1-2-8-16,0-2-8 16,-1-6-1-16,-1-3-1 0,-1-4-1 15,-1-4-5-15,0-2 6 16,0-3 1-16,2-7 0 16,1-4 0-16,1 0 0 15,2 1 1-15,-2 1-1 16,0 4 1-16,1 3 0 15,-1 4 0-15,3 1 0 16,1 3-1-16,2 5 1 16,3 1 0-16,1 0 0 15,2 0 5-15,2-2-6 16,3-2 0-16,-1-3 1 16,-1-2-1-16,-1 0 1 15,-5-7 0-15,-4-2 0 16,-5-3-1-16,-3-3-7 15,-2 0 5-15,-2-1 1 0,0 2 0 16,0 3 1-16,-4 3 6 16,0 4 21-16,-1 4 47 15,0 0-28-15,-3 6-31 16,0 5-5-16,-1 4 10 16,3 2 5-16,1-1-1 15,4 0-3-15,1-2 8 16,6-3-19-16,4-2 8 15,6-3-1-15,2-2 1 16,2-3-5-16,2-1-1 16,-2 0-11-16,-1-3 5 15,-3-3-6-15,-4 2-13 16,-3-1-64-16,-3-1-91 0,-4-2-165 16,-1 2-226-16,-1 0-473 15</inkml:trace>
  <inkml:trace contextRef="#ctx0" brushRef="#br0" timeOffset="89756.1523">13650 4129 1324 0,'0'0'273'0,"0"0"19"15,0 0-3-15,0 0-14 16,0 0-98-16,0 0-25 15,-49-13-76-15,35 25 0 16,0 5 13-16,1 4-19 16,3 1-19-16,4 2-15 15,2 0-20-15,4-3-16 16,1-1-8-16,10-3 2 0,4-2-18 16,6-5-45-16,4-6-121 15,16-5-89-15,-6-7-278 16,-5-2-60-16</inkml:trace>
  <inkml:trace contextRef="#ctx0" brushRef="#br0" timeOffset="90339.4378">13800 4183 1053 0,'0'0'408'16,"0"0"-40"-16,0 0-21 16,0 0-57-16,0 0-119 15,0 0-66-15,-46 21 41 16,33-6-16-16,0 2-36 0,4-1-40 15,5 0-24-15,3-1-20 16,1-2-10-16,3-4-15 16,5-2 5-16,4-4-16 15,1-3-49-15,0 0 2 16,-1-4 16-16,0-4 18 16,-4-1 32-16,-1-1 1 15,-1-1 6-15,-3 2 1 16,-1 1 7-16,-1 3-8 15,-1 2 26-15,0 2 41 16,0 1 24-16,0 0-20 16,-2 1-29-16,0 5-8 15,1 3-8-15,1 1-16 16,0 0-4-16,1 0-6 0,8-2-1 16,3-2 0-16,3-2 0 15,2-3 0-15,1-1 0 16,0-5-30-16,-2-5-31 15,-3-2-16-15,-2-6 17 16,-3-3 33-16,-2-3 19 16,-2-4 8-16,-2-3-4 15,-1 1 5-15,-1 2 8 16,0 4 8-16,0 8 23 16,0 4 67-16,0 7-11 15,0 4-40-15,-1 1-27 16,1 7-28-16,0 7 2 15,0 6 13-15,0 2-6 16,4 4-3-16,1-2-5 0,-1 0 2 16,0-2-3-16,1-4-31 15,-2-3-116-15,-3-4-115 16,0-4-225-16,0-3-256 0</inkml:trace>
  <inkml:trace contextRef="#ctx0" brushRef="#br0" timeOffset="90513.4915">13830 4160 1768 0,'0'0'310'0,"0"0"-119"16,0 0-92-16,0 0-69 15,55-15-20-15,-3 7-10 16,-6 0-102-16,1 0-780 0</inkml:trace>
  <inkml:trace contextRef="#ctx0" brushRef="#br0" timeOffset="95460.1827">14475 4094 415 0,'0'0'749'0,"0"0"-562"0,0 0 40 16,0 0 13-16,0 0-25 16,0 0-88-16,-6-26-3 15,2 24 5-15,-1 2-18 16,-4 0-2-16,-1 0-51 16,-4 6-15-16,0 3 12 15,2 2 28-15,1 1-9 16,5-1-21-16,3 1-25 15,3-2-19-15,2 0 0 16,8-1-2-16,3 0 1 0,3-1-8 16,1-2 7-16,-1 1-6 15,-1-1 0-15,-4 1-1 16,-3-3 0-16,-3 3-6 16,-5-2-11-16,0 1 12 15,-2 0 5-15,-6 1 24 16,-5 0 13-16,-2-1-8 15,-2 0-17-15,-2-1-6 16,-1 0-6-16,1-2-2 16,2 0-31-16,6-3-70 15,5 0-42-15,6 0-65 16,5-3-257-16,5-3-362 0</inkml:trace>
  <inkml:trace contextRef="#ctx0" brushRef="#br0" timeOffset="96135.9537">14599 4133 1211 0,'0'0'574'16,"0"0"-361"-16,0 0 130 16,0 0-97-16,0 0-49 15,0 0-82-15,-39-10-42 16,31 20 21-16,-1 3-20 15,4 2-28-15,2-1-20 16,3 2-16-16,0-3-9 0,4-1-1 16,7-3-1-1,1-2-11-15,1-4-3 0,0-3-39 16,-1 0-39-16,-4-2 36 16,0-4 15-16,-3-2 27 15,-1-1 14-15,-2 0-8 16,-2-1 9-16,0 2 2 15,0 0 4-15,0 3 4 16,0 2 13-16,0 2 38 16,0 1 27-16,-2 0-32 15,1 1-28-15,0 7-19 16,1 2 11-16,0 1-14 0,4 1 6 16,5-1-11-1,3-2 0-15,3-1 5 0,0-2-5 16,0-3-1-16,-1-3-1 15,-2 0 1-15,-1-5-2 16,-1-5-11-16,-1-2 12 16,-3-3-10-16,-2-4 10 15,-1-2 1-15,-3-4-1 16,0-1 1-16,0-2 1 16,-3 2 0-16,0 4 8 15,0 5 5-15,0 5 32 16,0 5-16-16,2 4-20 15,1 3 4-15,0 0-14 16,0 10 0-16,0 4 0 16,0 4 1-16,3 2 29 0,1 3 0 15,1-1-10-15,-1 0-10 16,1-1-2-16,-2-2-8 16,-2-2-6-16,0-2-67 15,-1-4-120-15,-2-4-133 16,-5-2-345-16,-1-5-621 0</inkml:trace>
  <inkml:trace contextRef="#ctx0" brushRef="#br0" timeOffset="96316.305">14651 4118 651 0,'0'0'1523'0,"0"0"-1271"15,0 0-35-15,0 0-123 0,0 0-44 16,50-13-33-16,-6 8-17 16,13 1-14-16,-8 0-190 15,-9 2-483-15</inkml:trace>
  <inkml:trace contextRef="#ctx0" brushRef="#br0" timeOffset="99167.5861">14969 4252 1305 0,'0'0'292'16,"0"0"48"-16,0 0 0 0,0 0-31 16,0 0-133-16,0 0-52 15,0 0-32-15,17-4 25 16,2 2-9-16,6 0-15 15,4 1-22-15,2 0-15 16,3 0-17-16,6 1-6 16,-4-1-17-16,-2 1-1 15,1-2-7-15,-8 0-7 16,2 0 8-16,-4 0-9 16,-3 0 1-16,-5-1-1 15,-4 1 8-15,-4 1-7 16,-4 0-1-16,-3 0-10 15,-2 1-29-15,0 0-102 0,-18 0-224 16,-1-2-273-16,-4-1-935 16</inkml:trace>
  <inkml:trace contextRef="#ctx0" brushRef="#br0" timeOffset="100288.278">15131 4004 679 0,'0'0'414'16,"0"0"-130"-16,0 0-16 15,0 0-11-15,0 0-83 16,-43-10 1-16,28 10-19 15,-3 2-31-15,-1 4 7 16,1 4-5-16,3 2-17 16,4 1-24-16,3 1-22 15,5 1-31-15,3 2-17 16,3-1-13-16,10 0-2 16,6-3-1-16,2-2 0 0,4-5 0 15,0-3 0-15,0-3-2 16,-2-2-8-16,-3-7-23 15,-3-2-9-15,-5-3 18 16,-5-1 12-16,-4-2 11 16,-3-1 0-16,0 0 0 15,-8 1-1-15,-2 3 1 16,-2 3 0-16,0 3 0 16,2 4 1-16,0 3-6 15,5 1 0-15,2 3-3 16,3 4 7-16,0 2-13 15,10 1 5-15,7-1-66 0,4-1-21 16,4-4-69-16,0-1 22 16,-2-3 33-16,-4 0-18 15,-5-3 33-15,-4-3 71 16,-4 0 25-16,-3-2 36 16,-1 2 42-16,-1 0 39 15,-1 1 37-15,0 2 15 16,0 3-30-16,0 0-52 15,0 3-50-15,0 8 26 16,0 3 32-16,1 2-42 16,0 0-20-16,0-1-2 15,0-2-13-15,0-3-1 16,0-3-11-16,-1-3 0 0,0-2-5 16,0-2 8-1,0 0 5-15,0-5 1 0,-3-4-5 16,1-6-8-16,1-4-1 15,1-4 8-15,3-2 3 16,5 0 3-16,0 2 2 16,1 7-6-16,-1 6-9 15,-1 6 4-15,2 4-6 16,1 8 0-16,1 6 0 16,0 5 20-16,0 1 4 15,0 4 1-15,-1-2-7 16,0 1-8-16,0 0-10 15,-1 0-6-15,-3 7-76 16,-3-5-292-16,-3-5-675 0</inkml:trace>
  <inkml:trace contextRef="#ctx0" brushRef="#br0" timeOffset="101104.8031">12748 4691 954 0,'0'0'584'16,"0"0"-342"-16,0 0 98 15,0 0-49-15,0 0-50 16,0 0-48-16,0 0-101 15,-17 0-41-15,17 17 36 16,0 5-38-16,0 0-14 16,4 0-21-16,2-1-14 15,0-1-11-15,-1-3-4 0,-1-2-58 16,-4-3-154-16,-2 0-123 16,-7-4-322-16,-2-3-307 0</inkml:trace>
  <inkml:trace contextRef="#ctx0" brushRef="#br0" timeOffset="101832.7327">12501 4705 1415 0,'0'0'195'0,"0"0"-131"16,75-28 26-16,-22 12 26 15,7 2-25-15,-10 4-50 0,-12 2-24 16,-16 3-8-16,-5 1-9 16,-2 0 1-16,-1 1 0 15,-5 0 6-15,-4-1 33 16,-4 4 129-16,-1-1 11 16,0 1-27-16,0 0-65 15,0 3-50-15,1 7-18 16,3 3 63-16,0 5 2 15,1 2-25-15,2 2 6 16,3 1-5-16,0-2-19 16,3-1-24-16,-3-2-9 0,1-4-9 15,-2-2-5-15,-1-4-6 16,-2-4-17-16,-1-4-17 16,0 0-9-16,1-9 27 15,3-5 3-15,-1-2 0 16,3-2 5-16,-1 2 13 15,-2 3 6-15,-2 4 0 16,-1 5 1-16,-2 2 5 16,0 2-5-16,2 0 0 15,0 6 0-15,3 2 6 16,0 0-6-16,1 1 1 16,1-1 4-16,1-2-5 15,1-2 0-15,0-3 1 0,0-1 6 16,-2 0-8-1,0-4-1-15,-1-6-5 0,-1 0 5 16,-2-4-5-16,-2 0 4 16,-1-1 1-16,-3 2 0 15,0 0 1-15,0 4 0 16,0 3 1-16,-4 3 19 16,-2 3 61-16,-2 0-28 15,-3 9-30-15,0 2-4 16,0 4 11-16,3 1 33 15,3 0-30-15,5 0-16 16,1-2-17-16,11 0 0 16,6-3 0-16,5-2 0 15,3-2-113-15,20-4-143 16,-7-3-284-16,-4 0-767 0</inkml:trace>
  <inkml:trace contextRef="#ctx0" brushRef="#br0" timeOffset="102778.7466">13606 4652 1430 0,'0'0'486'0,"0"0"-151"15,0 0-57-15,0 0-4 16,0 0-53-16,0 0-88 16,0 0-50-16,-52 15-5 15,36 1-5-15,2 1-24 16,3 2-20-16,4-1-5 15,4-1-17-15,3-1-2 16,3-2-5-16,8-3-21 16,6-3 12-16,3-3-33 15,2-5-109-15,3 0-123 16,0-6-49-16,-1-5-194 16,-3-3-45-16,-4-1 19 0,-4-1 379 15,-4 0 164-15,-5 1 292 16,-1 2 76-16,-3 2 0 15,0 3-50-15,0 2-16 16,-3 3-46-16,0 2-13 16,0 1-65-16,0 0-87 15,-2 4-43-15,1 6-15 16,-1 1 3-16,2 4-15 16,1 0-14-16,2-1-6 15,0 1 4-15,4-3-5 16,2-3-6-16,2-3-13 15,0-3-41-15,-1-3-43 16,1 0 41-16,-1-4-8 0,0-5 11 16,-2-1 40-1,0-1-3-15,-2 0 21 0,0 3 1 16,-3 0 0-16,0 4 9 16,0 2 12-16,0 1 19 15,0 1-2-15,0 0-28 16,0 5-10-16,0 3 0 15,2 1 2-15,4 1-1 16,3-1 1-16,2-1-1 16,1-2 0-16,1-3-1 15,-3-3 0-15,2 0-1 16,-3-4-9-16,0-5-2 0,-3-3 2 16,-1-3 8-16,-1-5 2 15,-2-2 0-15,0-2 2 16,-1-3 10-16,-1 2 0 15,0 4 16-15,0 6 61 16,0 5-15-16,0 6-36 16,0 3-20-16,0 1-12 15,0 5-5-15,6 7-1 16,1 5 0-16,3 3 0 16,0 4 0-16,1-1 0 15,-2 0 0-15,-2-2-17 16,-1-3-65-16,-4-3-123 15,-2-3-120-15,-2-5-281 16,-5-4-428-16</inkml:trace>
  <inkml:trace contextRef="#ctx0" brushRef="#br0" timeOffset="102947.3837">13788 4687 1704 0,'0'0'475'0,"0"0"-377"15,0 0 20-15,0 0-18 16,40-10-69-16,1 7-31 16,0 1-2-16,12 1-79 15,-14-1-409-15,-12 2-844 0</inkml:trace>
  <inkml:trace contextRef="#ctx0" brushRef="#br0" timeOffset="103259.0817">14261 4620 1807 0,'0'0'334'0,"0"0"-61"16,0 0-32-16,0 0-96 16,-42 14-54-16,40-4-40 15,2-1-24-15,0 2-5 16,3 0-5-16,6 0-2 15,1 0-5-15,2 0-1 16,0-2-7-16,-2 0-2 16,-2 0 0-16,-2-2-9 0,-5 0-9 15,-1 0 0-15,-6-1 10 16,-6-1 7-16,-3 0-8 16,-3-2 8-16,-1-1-40 15,2-1-63-15,4-1-83 16,4-2-135-16,7-2-491 0</inkml:trace>
  <inkml:trace contextRef="#ctx0" brushRef="#br0" timeOffset="103897.2435">14397 4639 1588 0,'0'0'363'0,"0"0"118"0,0 0-257 15,0 0-90-15,0 0 4 16,0 0-30-16,-40 24-14 16,32-13-33-16,2 0-26 15,2 2-17-15,3-2-6 16,1 0-6-16,0-2-6 16,9-4-8-16,2-1 1 15,1-4-4-15,2 0-11 16,-1-3-53-16,-1-4 24 15,-1-1 13-15,-2 0 24 16,-3 0 12-16,-1 2 2 16,-3 1 2-16,-1 2 14 15,-1 2 9-15,0 0 46 0,0 1-11 16,0 0-23-16,0 0-17 16,0 5-13-16,-2 3 4 15,2 0-10-15,0 1 0 16,1 0 6-16,7-2 1 15,2-1-7-15,3-3 0 16,0-2-1-16,1-1 1 16,0-2-1-16,-2-5 0 15,-2-3-1-15,-2-3-8 16,-3-4 3-16,-2-3 5 16,-2-3-1-16,-1-3 1 15,0-2 0-15,-2 4 1 16,-4 3 1-16,1 6 10 0,1 4 7 15,0 5 13 1,2 4-13-16,1 2-8 0,1 0-4 16,0 5-6-16,2 7 0 15,5 5 0-15,3 3 1 16,1 2 0-16,-1 2-1 16,0-2 1-16,-4-2-1 15,-1-1-9-15,-3-3-58 16,-2-3-152-16,-7-4-112 15,-1-3-379-15,-4-5-924 0</inkml:trace>
  <inkml:trace contextRef="#ctx0" brushRef="#br0" timeOffset="104057.8848">14426 4641 1876 0,'0'0'265'0,"0"0"-160"15,0 0-58-15,51-19-17 16,-22 13-5-16,14-7-25 16,-5 4-47-16,-5-2-789 0</inkml:trace>
  <inkml:trace contextRef="#ctx0" brushRef="#br0" timeOffset="106082.3634">14999 4561 810 0,'0'0'354'16,"0"0"-64"-16,0 0-20 15,0 0-49-15,0 0-24 16,0 0-21-16,0 0-18 16,-44-25-24-16,33 24-3 15,-4 1-11-15,1 0-19 16,0 6-17-16,1 4-21 16,2 2-32-16,1 4-13 15,4 2-4-15,4 1-7 0,2 0-6 16,3-2-1-16,8-2-2 15,4-3-5-15,1-4-1 16,2-4-4-16,0-4-88 16,-3 0 37-16,0-7 3 15,-5-3 16-15,-1-3 20 16,-3-2 15-16,-4-1 8 16,-1-3 0-16,-1 2 0 15,0-1 1-15,-1 3 5 16,-4 4 3-16,0 3-1 15,2 5 4-15,1 2 3 16,1 1-14-16,1 3-8 16,0 5 8-16,2 4-1 0,6 1 0 15,3 0 0-15,3 0-8 16,0-3-2-16,1-3-20 16,-2-3-105-16,-2-3-19 15,-3-1 45-15,-3-1 46 16,-2-6 47-16,-3-1 17 15,0-3 1-15,-2 0 12 16,-2 0 25-16,-1 1 49 16,1 4 19-16,2 2-11 15,1 2-17-15,0 2-50 16,1 4-21-16,0 6-6 16,0 3 8-16,1 3-1 15,3 0-7-15,-1 0 6 16,0-3-1-16,0 0-5 15,-1-4-1-15,-2-2-1 0,1-4 1 16,-1-2 1-16,0-1 17 16,0-3 7-16,0-6 2 15,0-4-14-15,2-2 26 16,0-3-3-16,3 2 5 16,2 1 14-16,0 5-1 15,0 2-17-15,2 6-19 16,0 2 0-16,-1 2-9 15,1 8 2-15,-2 3 4 16,-1 3 6-16,-3 1-11 16,-2 1-5-16,-1-1-5 15,0-1-32-15,2 3-180 0,1-3-132 16,1-6-395-16</inkml:trace>
  <inkml:trace contextRef="#ctx0" brushRef="#br0" timeOffset="106511.3161">15315 4732 1625 0,'0'0'388'16,"0"0"-14"-16,0 0-66 16,0 0-93-16,0 0-95 15,0 0-35-15,0 0 8 16,68-5 0-16,-11 3-4 15,9-1-29-15,0-2-24 16,-5 1-10-16,-5-1-4 16,-11 1-10-16,-11 1-10 15,-10 0-1-15,-9 0 0 16,0-1 1-16,-2 2-1 16,-4-2 0-16,-6 2-1 0,-3-1 0 15,-9-2-47-15,-30-2-176 16,1 0-385-16,-3-1-715 15</inkml:trace>
  <inkml:trace contextRef="#ctx0" brushRef="#br0" timeOffset="106948.7212">15415 4385 466 0,'0'0'1040'16,"0"0"-744"-16,0 0 52 15,0 0-72-15,0 0-65 16,0 0-57-16,0 0-97 16,-10-19-32-16,10 21-16 15,0 7-3-15,0 5 10 16,0 4 22-16,0 4 26 0,2 3 5 16,2 1-14-1,0-3-5-15,0-1-11 0,1-2-15 16,-1-3-6-16,0-2-11 15,1-4-7-15,-1-1-2 16,1-2-14-16,0-5-23 16,0-1-163-16,4-2-34 15,-1-5-136-15,-2-2-455 0</inkml:trace>
  <inkml:trace contextRef="#ctx0" brushRef="#br0" timeOffset="107737.4342">15328 4523 1337 0,'0'0'277'15,"0"0"-68"-15,0 0-82 16,0 0-78-16,55-16-32 16,-29 10-17-16,3 0 0 15,-3-1-28-15,-3-1-71 16,-6-2 34-16,-2-2-39 15,-7 0 68-15,-4-1 36 16,-3 1 23-16,-1 0 97 16,0 2 37-16,-2 2-9 15,-2 1 40-15,1 3 16 16,0 2-37-16,2 2-19 16,-2 2-59-16,1 8-44 15,0 6-13-15,2 5 23 16,0 2-9-16,3 2-4 15,6-1 0-15,1-3-19 0,0-3-14 16,1-3-8-16,-1-4-1 16,-2-4-6-16,-1-3-3 15,-1-3-8-15,0-1-2 16,1-5 2-16,0-5-4 16,0-1 3-16,0-2 17 15,-1 1 1-15,-1 3 0 16,-3 1 8-16,1 3-1 15,-3 3 5-15,0 2-6 16,1 0-1-16,2 1-4 16,1 5-1-16,2 2 6 0,3 1 3 15,2-1-7-15,2-2-1 16,2-1 0-16,2-2 0 16,0-3 0-16,0 0-1 15,1-2-1-15,-3-6-20 16,-1-2-4-16,-3-2-5 15,-2-2 10-15,-3-2 10 16,-3 1 10-16,-3 2 0 16,0 3 1-16,-7 2 25 15,-4 5 11-15,-3 3 13 16,-2 0-16-16,-1 7-2 16,1 4 13-16,3 1-4 15,6 1-9-15,4 0-20 16,3-1-3-16,3 0 4 0,8-3 1 15,7-1 4-15,4 0 3 16,5-4-5-16,3-1-5 16,1-2-4-16,-1-1-6 15,0 0 1-15,-4-2-2 16,-3-3 0-16,-7 0-86 16,-14 0-156-16,-2 0-284 15,-11 1-818-15</inkml:trace>
  <inkml:trace contextRef="#ctx0" brushRef="#br0" timeOffset="123679.5456">9196 4328 743 0,'0'0'382'0,"0"0"-40"0,0 0 63 15,0 0-42 1,0 0-104-16,-8 0-30 0,8 0-78 16,2 0-40-16,5 0-1 15,5 2-6-15,4 1-49 16,3 0-2-16,3-1-16 16,0 1-9-16,1 0-8 15,0-2-11-15,-2 0-2 16,-1-1-6-16,-3 0 5 15,-4 0-6-15,-5 0 0 16,-3 0-12-16,3 0-129 16,-2 0-203-16,1-1-429 0</inkml:trace>
  <inkml:trace contextRef="#ctx0" brushRef="#br0" timeOffset="124179.8511">9910 4344 1605 0,'0'0'555'0,"0"0"-236"16,0 0-115-16,0 0-3 15,0 0-47-15,0 0-72 16,0 0-32-16,16 0 41 16,0 0-10-16,3 0-23 0,2 0-14 15,2 0-14-15,1-2-8 16,-2-2-7-16,0 2-6 15,-6 0-9-15,-5 1 0 16,-2 1-17-16,-5 4-121 16,-1 4-388-16,-2 0-460 0</inkml:trace>
  <inkml:trace contextRef="#ctx0" brushRef="#br0" timeOffset="125384.224">9208 4952 785 0,'0'0'242'0,"0"0"42"16,0 0-36-16,0 0 48 15,0 0-55-15,0 0-17 16,0 0-88-16,-30 6-63 16,36-4-36-16,5-1-14 15,2 1-1-15,5-1-7 16,2 0-6-16,1-1 0 16,3 2 3-16,0 0-3 15,2 1-9-15,14 3 0 16,-6-1-182-16,-5-1-519 0</inkml:trace>
  <inkml:trace contextRef="#ctx0" brushRef="#br0" timeOffset="125930.1575">10009 5004 970 0,'0'0'286'16,"0"0"-49"-16,0 0-14 15,0 0 52-15,0 0-36 16,0 0-103-16,0 0 2 15,12 3 11-15,18-2-25 16,20-1 7-16,23 0 22 16,12-3-65-16,3-6-25 15,-3 1-15-15,-12-1-1 16,-4 0-22-16,-8 1-10 0,-8 1-9 16,-12 2 9-16,-13 1-2 15,-10 2-1-15,-5 0-12 16,-2 1 0-16,-2 0 1 15,-3 0 8-15,-6 1-9 16,-2 1-23-16,-32 16-119 16,1-1-439-16,-6 0-977 0</inkml:trace>
  <inkml:trace contextRef="#ctx0" brushRef="#br0" timeOffset="126770.7794">10050 5606 899 0,'0'0'212'0,"0"0"-60"15,0 0 74-15,0 0-73 0,53-6 41 16,5 6 33-16,32-1 15 15,19 0-28-15,7-2-94 16,-3-2-32-16,-15 0-30 16,-3-1 11-16,-6 0-8 15,-7 0-20-15,-8-1 17 16,-11 2-18-16,-16 1-28 16,-13 1-11-16,-14 2 0 15,-7 0 8-15,-3 1-9 16,-4 0 0-16,-7 9-73 15,-10 3-223-15,-8 1-420 0</inkml:trace>
  <inkml:trace contextRef="#ctx0" brushRef="#br0" timeOffset="127416.5476">10305 6272 1388 0,'0'0'179'0,"0"0"-42"16,0 0-92-16,0 0 104 15,60 0 31-15,-12 0-53 16,22 0 31-16,12 0-27 15,8-1-19-15,6-2-17 16,3-2-7-16,13-1-15 16,11-3-6-16,9-2 14 15,7-2-27-15,1 3-18 16,-3 0-8-16,-9 3 2 16,-9 3-1-16,-12 0 2 15,-17 3-13-15,-15 0-9 16,-22 1 1-16,-20 0-10 0,-15 0-1 15,-12 2-14-15,-8 8-140 16,-9-1-220-16,-6 1-468 0</inkml:trace>
  <inkml:trace contextRef="#ctx0" brushRef="#br0" timeOffset="128083.6329">10214 6942 1540 0,'0'0'229'0,"0"0"-186"15,0 0 148-15,0 0-122 16,62-16 48-16,6 12 36 15,23 3 20-15,15 1-31 16,11 0-56-16,8 0 29 16,16 0 24-16,17 0-33 0,19-6-5 15,16-4-26 1,13-5-11-16,9-1-3 0,2 1-29 16,-5 2 8-16,-12 0 4 15,-21 2-20-15,-24 0-9 16,-26 0 7-16,-27-1-11 15,-31 3-1-15,-25 1 2 16,-23 1-3-16,-11 2-3 16,-5-1 0-16,-6-1 2 15,-4-1-8-15,-47 2-15 16,0 1-156-16,-11 1-546 0</inkml:trace>
  <inkml:trace contextRef="#ctx0" brushRef="#br0" timeOffset="143102.0682">6630 8133 1013 0,'0'0'581'15,"0"0"-294"-15,0 0-74 16,0 0 2-16,0 0-10 16,0 0-61-16,3-6-26 15,5 2-13-15,3 0-23 16,4 0-21-16,3 0-24 0,2 0-16 15,3 2-9 1,1 0-4-16,0 1-2 0,0-2-3 16,-3 2-3-1,-2 0-1-15,-4 1-89 0,-5-2-107 16,-4 2-103-16,-6 0-186 16,0 3-211-16,-6 2-626 0</inkml:trace>
  <inkml:trace contextRef="#ctx0" brushRef="#br0" timeOffset="143337.5769">6667 8230 1820 0,'0'0'386'15,"0"0"-228"1,0 0-61-16,0 0-41 0,0 0 66 15,0 0-19-15,40-4-7 16,-18-1-35-16,4-2-33 16,0-1-16-16,0 2-10 15,-2-1-2-15,5 3-100 16,-7 2-237-16,-7 2-477 0</inkml:trace>
  <inkml:trace contextRef="#ctx0" brushRef="#br0" timeOffset="145608.4009">3182 8656 1267 0,'0'0'483'0,"0"0"-268"16,0 0 2-16,0 0-34 15,0 0 5-15,0 0-68 16,-9-16-29-16,18 9-13 16,4-1-11-16,7 0 14 15,11-1-30-15,14-2-16 16,12 3-8-16,2 2-7 15,-4 1-2-15,-12 2 9 16,-15 3-18-16,-6 0-3 16,-3 0-5-16,1 0-1 0,0 1 0 15,-2 2-18 1,-7-1-96-16,-6 1-111 0,-5 0-61 16,-7 5-64-16,-6-2-299 15,-2 1-492-15</inkml:trace>
  <inkml:trace contextRef="#ctx0" brushRef="#br0" timeOffset="145887.7279">3288 8839 1362 0,'0'0'401'16,"0"0"-166"-16,0 0-61 15,0 0-19-15,0 0 78 0,0 0-42 16,53-16-34-16,-26 6-21 16,2-3-37-16,3-1-39 15,0-2-21-15,0 1-14 16,0-1-13-16,-2 2-11 16,-3 2 0-16,-3 2-2 15,-4 2 1-15,-5 5-47 16,-10 3-236-16,-5 0-340 15,-2 0-1267-15</inkml:trace>
  <inkml:trace contextRef="#ctx0" brushRef="#br0" timeOffset="152784.6523">10225 7133 1154 0,'0'0'344'0,"0"0"-40"16,0 0-76-16,0 0-49 15,0 0-27-15,0 0-63 16,6-4-28-16,-14 20 4 16,-4 1 17-16,-4 5-10 15,-4 0-26-15,-5 1-18 16,0-2-10-16,0-3-6 0,5-4-3 15,6-5 2-15,5-4 2 16,6-5 47-16,3 0 9 16,0-1-33-16,6-4-19 15,3 1-12-15,3 2-5 16,3 2-1-16,3 2-8 16,1 8 8-16,2 1-7 15,0 3 8-15,-1 0-6 16,-3-1-3-16,1 0-6 15,-3-3-105-15,0-3-107 16,-4-2-291-16,-3-5-320 0</inkml:trace>
  <inkml:trace contextRef="#ctx0" brushRef="#br0" timeOffset="153371.7028">10241 7304 1884 0,'0'0'230'15,"0"0"-146"-15,0 0-38 16,52 6 90-16,-2-6-21 16,27 0-23-16,20-3 21 15,13-4-25-15,9 0-12 0,2 0 2 16,10 1-26-16,9-1-20 15,6 2-6-15,1 0-20 16,-4 1 5-16,-6 0 2 16,-12-1 2-16,-7 0-13 15,-15-2 5-15,-10-1 8 16,-11-1-6-16,-12-1-9 16,-8-1 0-16,-7 0 1 15,-9 1 27-15,-8 1 14 16,-9 3 15-16,-6 1-10 15,-1 0-3-15,3 1-5 16,4-1-4-16,5-1-4 16,0 1-11-16,-1 2-13 0,1 0-7 15,-2 1 0 1,-2 1 11-16,-4 0-11 0,-3 0 1 16,-2 1 4-16,-4 0-5 15,-3 0-1-15,0 0 0 16,-1 0 1-16,0-2 8 15,1 1-8-15,-1 1 1 16,0-2 0-16,-3 2-1 16,0-1-7-16,-4 0 7 15,-1 0-11-15,-2 1-23 16,-1 0-38-16,-1 0-19 16,-1 0-52-16,0 0-56 15,0 0-72-15,-2 0-265 16,-2-2-528-16</inkml:trace>
  <inkml:trace contextRef="#ctx0" brushRef="#br0" timeOffset="153610.6506">12943 7003 1967 0,'0'0'281'0,"0"0"10"16,0 0-147-16,0 0 14 15,39 0-55-15,-15 9-1 16,2 3-9-16,1 2-59 16,-3 2-4-16,-6 0-9 15,-6 1-4-15,-7 0 4 16,-5-1-12-16,-7 2-2 16,-17 2-6-16,-29 9-1 15,2-5-221-15,-5-4-556 0</inkml:trace>
  <inkml:trace contextRef="#ctx0" brushRef="#br0" timeOffset="154287.7139">11565 7395 901 0,'0'0'1154'0,"0"0"-838"16,0 0-95-16,0 0-127 15,0 0-16-15,0 0-19 16,-4 78 37-16,15-20-21 16,-1-2-20-16,0-5-3 15,-2-9-28-15,0-10-16 16,-1-7-8-16,-2-7 0 16,-2-7-8-16,1-1-16 0,0-3-43 15,-1-4-17-15,-1-3 74 16,1-11 10-16,1-6 1 15,1-3 6-15,0 0-5 16,1 2 5-16,0 4-6 16,-1 5 7-16,-1 3-7 15,0 5 5-15,0 1-6 16,2 0-1-16,2 5 0 16,4 3 0-16,1 1 1 15,2 0 0-15,1-1 1 16,0-2-1-16,-1-2 0 15,-2-3 0-15,-3-1 0 16,-3 0 1-16,0 0 1 0,-4-4 4 16,1 0 0-16,-2 2 0 15,0 1 3-15,1 1 0 16,2 0 3-16,1 4 10 16,0 3 0-16,1 0-7 15,0 1-13-15,-3-1-2 16,0-1-1-16,-3-3-39 15,-1-1-110-15,-2-2-121 16,-6-7-312-16,-2-2-730 0</inkml:trace>
  <inkml:trace contextRef="#ctx0" brushRef="#br0" timeOffset="154408.4036">11787 7559 1307 0,'0'0'239'0,"0"0"-168"0,0 0-47 15,0 0-24-15,43 42-26 16,-23-30-291-16</inkml:trace>
  <inkml:trace contextRef="#ctx0" brushRef="#br0" timeOffset="154715.0726">11941 7581 1497 0,'0'0'231'15,"0"0"36"-15,0 0-87 16,-36 36-23-16,33-24-70 16,3-2-38-16,1-1-23 0,7-2-10 15,2-1-10 1,2-1 0-16,0-1 0 0,0-1-5 16,-1 1 0-16,-1 1 0 15,-2 0 0-15,-3 1-1 16,-3 1-6-16,-2 0 6 15,-1 2 34-15,-7 0 4 16,-4 0-15-16,0-1 1 16,-1-1-7-16,1-2-16 15,3-2 5-15,4-2-6 16,5-3-77-16,1-7-477 16,6-3-1168-16</inkml:trace>
  <inkml:trace contextRef="#ctx0" brushRef="#br0" timeOffset="154935.7937">12110 7482 2011 0,'0'0'503'0,"0"0"-253"16,0 0-129-16,0 0-31 16,0 0-57-16,6 37 13 15,1-13-1-15,1 1-18 16,1 2-15-16,0-2-11 15,-2-3 0-15,0-3-1 16,-1-4-20-16,-4-4-161 0,-2-4-74 16,0-3-357-16,-2-4-506 15</inkml:trace>
  <inkml:trace contextRef="#ctx0" brushRef="#br0" timeOffset="155615.5642">12037 7596 823 0,'0'0'1151'0,"0"0"-1018"16,0 0-72-16,50-7-36 15,-4 2 19-15,10-5-23 16,-3-2-11-16,-12 2-4 16,-16 1 0-16,-12 1 13 0,-1 0 75 15,-1 0 32 1,-4 0 12-16,-4 3 31 0,-3 2-8 15,0 1-7-15,0 2-43 16,-1 0-43-16,-3 6-34 16,-3 6-18-16,-1 4-8 15,1 3-8-15,2 2 11 16,2 1-10-16,2-2-1 16,1-4 1-16,3-2-2 15,4-5 1-15,2-4-12 16,3-5-11-16,0 0-24 15,0-9-3-15,0-4-14 16,-1-2 14-16,-4-2 40 16,0 2 10-16,-3 1 0 15,-1 3 6-15,-1 3 9 16,-1 1-2-16,-1 3 16 0,0 3 19 16,0 0-15-16,0 1-14 15,1 1-10-15,1 6-7 16,0 4 5-16,2 2-1 15,1 0-5-15,2 0-1 16,-2-3 0-16,2-2 0 16,-1-3-2-16,0-4-4 15,-2-1-1-15,2-3 7 16,-1-7 0-16,0-2 0 16,0-1 0-16,0 0 0 15,-1 3 1-15,-2 3 5 16,-1 3-5-16,1 2 7 15,-1 2-7-15,1 0-1 16,3 5-1-16,3 3 1 0,4 2 1 16,3 2 0-16,0 0 0 15,0 0-1-15,-1-3-1 16,-3-2-14-16,-2-2-84 16,-4-2-163-16,-1-3-105 15,-3 0-182-15,-1 0-588 0</inkml:trace>
  <inkml:trace contextRef="#ctx0" brushRef="#br0" timeOffset="155952.4364">12596 7537 1798 0,'0'0'239'0,"0"0"-142"16,0 0-54-16,0 0 42 15,0 0-39-15,0 0-18 16,43 22-8-16,-28-21-6 15,-1-1-3-15,-2-1 2 16,0-5 6-16,-4 0 54 16,-2 1 40-16,-1 1-12 15,-3 1 13-15,-1 3-29 16,1 0-18-16,-1 1-23 16,2 7 39-16,0 4 10 15,0 1-15-15,0 4-21 16,0 0-6-16,-1 0-21 15,-1 0-11-15,-1-1 2 0,0 0-12 16,-4 0-8-16,-6 1 1 16,-5 0-2-16,-14 1 0 15,-34 4-148-15,6-4-415 16,-10-5-1392-16</inkml:trace>
  <inkml:trace contextRef="#ctx0" brushRef="#br0" timeOffset="204449.4355">9359 6845 491 0,'0'0'50'0,"0"0"-37"15,0 0 23-15,0 0 6 16,0 0-19-16,0 47-11 16,3-32-11-16,-1 2-1 15,0 7 0-15,-2-5-1 16,1-2-180-16</inkml:trace>
  <inkml:trace contextRef="#ctx0" brushRef="#br0" timeOffset="340200.8633">11792 8063 1172 0,'0'0'387'0,"0"0"-240"16,0 0-62-16,0 0 97 15,74-14 31-15,-2 7-42 16,16-2-5-16,8 1-11 16,-2-1-6-16,-12 1-46 15,-7-2-26-15,-8 0-31 16,-8 2-16-16,-14 1-6 0,-12 1-2 15,-10 1-8-15,-6 1-8 16,-2-1 7 0,-2 1-7-16,-2 1-6 0,-7 2-25 15,-4 1-82-15,-14 0-137 16,-8 3-146-16,-6 3-551 0</inkml:trace>
  <inkml:trace contextRef="#ctx0" brushRef="#br0" timeOffset="340464.9094">11884 8156 1888 0,'0'0'339'0,"0"0"-247"16,41 1 7-16,11-1 148 15,27-5-25-15,15-2-92 16,6-2-25-16,-9 1-38 15,-16 1-32-15,-12 0-14 16,-16 3-9-16,-15 0-5 16,-11 1-1-16,-7 2-5 15,-1-3-1-15,-2 3-49 16,-3-1-89-16,-8 1-169 16,0 1-199-16,-12-1-617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46:49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2108 5223 986 0,'0'0'356'16,"0"0"-119"-16,0 0 42 15,0 0 48-15,0 0-198 16,0 0-70-16,-20 0-19 0,20 0-13 15,0 0-7-15,6-2 4 16,5-2 31-16,7-3 5 16,13-6 4-16,9-4-17 15,10-5-14-15,4-1-18 16,-5 4-15-16,-11 3-1 16,-11 6 0-16,-7 3-5 15,-4 3-2-15,-2 0-14 16,-2 3-24-16,-4 1-20 15,-8 4-54-15,-9 6-188 16,-5 1-459-16</inkml:trace>
  <inkml:trace contextRef="#ctx0" brushRef="#br0" timeOffset="249.8002">2164 5348 1445 0,'0'0'818'16,"0"0"-680"-16,0 0-35 16,0 0 30-16,0 0-69 15,55-32-28-15,-30 16 3 16,4 0-10-16,1-1-6 16,-1 1-10-16,-3 0-4 15,1 2-8-15,-3 2-1 16,-2 2-9-16,-3 1-15 0,-5 3-23 15,-4 3-199-15,-9 0-642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47:20.6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5160 3120 1704 0,'0'0'304'0,"0"0"-86"16,0 0-70-16,0 0-26 15,0 0 38-15,0 0-3 16,0 0-51-16,17 2 2 15,8 1-4-15,16-2-39 16,17 0-7-16,5-1-22 16,0 0-25-16,-7 0 26 0,-12 0-3 15,-9 0-20 1,-6 0-2-16,-8 0-2 0,-3 0-4 16,1-1-5-16,-1 1 0 15,-1-1-1-15,-6 1-1 16,-5 0-52-16,-5 0-84 15,-5 0-128-15,-5 0-217 16,-6 3-361-16</inkml:trace>
  <inkml:trace contextRef="#ctx0" brushRef="#br0" timeOffset="260.8737">5231 3278 1936 0,'0'0'294'0,"0"0"-110"16,0 0 2-16,0 0 36 16,0 0-22-16,0 0-64 15,0 0-19-15,66 1-36 16,-19-3-26-16,6-4-20 16,-4 0-16-16,-6-1-4 15,-4 2-4-15,-6 0-10 16,-6 2 7-16,-7 1-8 15,-5 2-19-15,-1 0-86 16,-9 4-154-16,-3 3-399 16,-5 1-742-16</inkml:trace>
  <inkml:trace contextRef="#ctx0" brushRef="#br0" timeOffset="22447.9214">11145 1465 753 0,'0'0'556'16,"0"0"-283"-16,0 0 52 0,0 0-53 16,0-9-45-16,0 8-29 15,0 1-49-15,0 0-76 16,0 0-49-16,0 3-24 15,0 6-13-15,0 5 13 16,3 4 1-16,3 3 8 16,-2 1 2-16,1-2 1 15,-1 0-11-15,-3-3 5 16,1-2-6-16,-2-1-132 16,-3 0-102-16,-5-3-282 15,-2-4-320-15</inkml:trace>
  <inkml:trace contextRef="#ctx0" brushRef="#br0" timeOffset="23364.031">10849 1510 1111 0,'0'0'880'0,"0"0"-763"16,0 0 50-16,0 0-101 15,0 0-48-15,0 0-2 16,81-34-4-16,-19 24-1 16,8 0-4-16,-4 1-6 0,-14 3-1 15,-18 1-9 1,-11 2-55-16,-5-1-135 0,-1 0-78 16,-3-2-11-16,-1 0-8 15,-9 1 182-15,-4 0 114 16,0 0 92-16,-1 0 64 15,-4 2 24-15,1 0 10 16,2 2 30-16,0 1-38 16,2 0-82-16,-1 3-67 15,1 8-19-15,0 3 77 16,0 6-18-16,0 1 5 16,0 1-8-16,4-1-12 15,0-1-10-15,1-1-28 16,-2-2-3-16,0-3-10 15,-1-3-7-15,0-4-6 0,-1-3 5 16,0-3 2-16,1-1 6 16,-1-1 3-16,2-7 17 15,0-3-26-15,1-2 8 16,0 0-3-16,1 0 2 16,0 4-1-16,-1 4 1 15,0 2-1-15,-1 3-6 16,2 0 0-16,3 3 10 15,0 3 8-15,3 2-1 16,0 2-9-16,1-2 3 16,0 0-5-16,1-1 1 15,0-1-7-15,0-3 6 0,-2-1 5 16,-1-2-11 0,-1 0 14-16,0-7 0 0,0-2-14 15,0-4-1-15,-2-2 1 16,1-2-1-16,-4 0-6 15,0 0-3-15,-3 3 8 16,0 2 1-16,-1 4 1 16,0 4 8-16,0 3 3 15,0 1 3-15,-4 0-14 16,-1 5-1-16,-2 6 0 16,1 4 1-16,0 1 9 15,5 1 11-15,1-1 4 16,2-1 46-16,9-2-25 0,3-1-1 15,3-4 0 1,4-1 1-16,0-3-5 0,1-4 1 16,0 0-17-16,-1 0-10 15,0-5 2-15,-2-2-8 16,-3 1-2-16,-2 0-6 16,-6 1 0-16,-2 2-1 15,-4 1-6-15,-2 2-16 16,-5 0-80-16,-29 6-142 15,-1 4-493-15,-5 0-804 0</inkml:trace>
  <inkml:trace contextRef="#ctx0" brushRef="#br0" timeOffset="26983.1107">10641 1632 1996 0,'0'0'354'0,"0"0"-103"0,0 0 5 16,0 0-93 0,0 0-82-16,0 0-53 0,-18 34-2 15,25-7 14-15,3 3-16 16,0 0-15-16,2-2-8 16,-2-3 5-16,0-2-6 15,-3-4-15-15,-2-1-117 16,-3-1-167-16,-2-4-210 15,0-5-203-15</inkml:trace>
  <inkml:trace contextRef="#ctx0" brushRef="#br0" timeOffset="27223.2349">10641 1597 1390 0,'0'0'292'0,"0"0"-51"0,38-46-2 16,-17 32-83-1,5 5-42-15,-1 4-34 0,1 5 34 16,-5 0-51-16,-4 6-32 16,-6 7-17-16,-6 2-7 15,-5 5 2-15,-6 2 0 16,-7 2-1-16,-4 0-7 16,-3-1-1-16,1-3-4 15,1-4-71-15,2-4-46 16,4-4-159-16,5-7-363 0</inkml:trace>
  <inkml:trace contextRef="#ctx0" brushRef="#br0" timeOffset="27493.8039">10828 1409 1624 0,'0'0'349'16,"0"0"-90"-16,-22 39-96 15,12 4 58-15,5 14-11 16,5 3-53-16,10-4-45 16,9-16-47-16,14-6-41 15,8-4-12-15,7-6-6 0,9-3 4 16,2-10-10-16,5-9-132 15,-15-2-320-15,-6-4-416 16</inkml:trace>
  <inkml:trace contextRef="#ctx0" brushRef="#br0" timeOffset="27771.6548">11858 1136 2402 0,'0'0'344'0,"0"0"-135"16,0 0-143-16,0 0 37 16,38 52 36-16,-9-10-57 15,2 12-23-15,-3 4-2 16,-9-4-32-16,-15-1-17 15,-10-3-1-15,-23 5-7 16,-18 7-84-16,-21 0-199 16,11-14-441-16,-3-8-1306 0</inkml:trace>
  <inkml:trace contextRef="#ctx0" brushRef="#br0" timeOffset="28935.0132">10705 2149 1993 0,'0'0'316'15,"0"0"-19"-15,0 0-139 16,0 0-104-16,-5 53 22 16,11-6 42-16,3 7-48 15,1-4-32-15,-3-11-23 16,-2-12-6-16,-2-9 1 16,-2-2-10-16,-1-1-112 125,0 0-180-125,-4-3-169 0,-3-5-142 0,-2-7-333 0</inkml:trace>
  <inkml:trace contextRef="#ctx0" brushRef="#br0" timeOffset="29051.4653">10636 2228 1448 0,'0'0'337'15,"8"-37"-90"-15,6 19-41 0,5 0-67 0,3 6-30 0,3 5-34 0,-1 7-27 16,-3 0-12-16,-5 9-27 15,-6 3-2-15,-4 5 2 16,-6 2-1-16,-2 2 1 0,-10 2-2 16,-3 0-7-16,-2-1-53 15,-6 3-121-15,6-6-357 16,3-5-426-16</inkml:trace>
  <inkml:trace contextRef="#ctx0" brushRef="#br0" timeOffset="29414.8964">11125 2047 1403 0,'0'0'376'0,"0"0"-13"0,0 0-45 16,0 0-59-16,-38 9-93 16,15 23-40-16,-5 18 17 15,0 7-2-15,7 1-21 16,10-6-32-16,10-9-22 15,2-9-22-15,10-7-25 16,16-5-8-16,17-9-11 0,13-7-1 16,11-6-35-1,1-11-116-15,-22-5-307 0,-8-1-636 0</inkml:trace>
  <inkml:trace contextRef="#ctx0" brushRef="#br0" timeOffset="30663.1333">11438 2140 1136 0,'0'0'409'16,"0"0"-91"-16,0 0-24 16,0 0-45-16,0 0-35 15,0 0-75-15,-39-12-48 16,18 25-29-16,-3 5 42 16,0 2 12-16,3 3-21 0,5 1-37 15,4 1-17 1,7-1-15-16,5-2-14 0,0 0-6 15,10-3-6 1,7-3 0-16,3-4-17 0,4-8-78 16,2-4-139-16,10-15-242 15,-7-4-249-15,-5-2-490 0</inkml:trace>
  <inkml:trace contextRef="#ctx0" brushRef="#br0" timeOffset="31555.7043">11516 2151 1128 0,'0'0'483'16,"0"0"-118"-16,0 0 11 0,0 0-163 16,0 0-59-16,0 0-59 15,0 0 49-15,-28 38 4 16,23-18-57-16,0-1-31 16,4 1-21-16,1-3-21 15,0-1-9-15,4-5-3 16,3-1-4-16,1-5-2 15,1-4-3-15,0-1-25 16,0-5-20-16,-1-5-33 16,1-3-18-16,0-2 15 15,-3 0 5-15,-1 0 42 16,-1 3 35-16,-2 1 2 0,0 3 12 16,-2 4 45-16,0 1 31 15,0 2 3-15,0 1-29 16,0 0-32-16,1 0-15 15,1 6-14-15,2 2 7 16,2 4-7-16,2 0 12 16,3 1 2-16,2 1-4 15,2-2-4-15,2-2-6 16,-1-2 1-16,-2-2-2 16,-1-5 0-16,-3-1-7 15,-1-3-15-15,-3-8-11 16,-3-3-20-16,-1-5 20 15,-2-1 11-15,0-3 7 16,-3-1 4-16,-1 0 11 16,-3 1-7-16,2 2 7 0,1 4 0 15,0 2 6-15,0 2 17 16,1 4 8-16,0 2-4 16,3 2-4-16,-1 4-4 15,1 0-7-15,-1 1-10 16,1 0-2-16,0 0 1 15,0 0-1-15,0 0-2 16,0 0-4-16,0 0 5 16,0 0-7-16,0 0 7 15,0 0 0-15,0 0-1 16,0 0 1-16,0 0-8 16,0 0-6-16,0 0 3 15,0 0-9-15,0 0 1 0,0 0 7 16,0 0 2-1,0 0 5-15,0 0 6 0,-1-2-1 16,1 1-1-16,-2-1 1 16,2 1 0-16,0 0 1 15,-1 0 0-15,1 1 14 16,0 0 4-16,0 0-11 16,0 3-7-16,0 6-1 15,6 6 1-15,1 4 18 16,0 3 3-16,1 2-6 0,0-1 0 15,0-1-6 1,0-3-9-16,-1-3-1 0,-2-2 0 16,0-4 0-16,-2-4-44 15,0-2-89-15,1-4-120 16,-2-4-78-16,-1-4-359 0</inkml:trace>
  <inkml:trace contextRef="#ctx0" brushRef="#br0" timeOffset="31745.5335">11612 2115 1443 0,'0'0'544'0,"0"0"-328"15,0 0-62-15,0 0-90 16,0 0-36-16,55-21-28 0,-8 4-13 15,-4 2-240-15,-7 1-336 16</inkml:trace>
  <inkml:trace contextRef="#ctx0" brushRef="#br0" timeOffset="32004.5325">11887 1902 1923 0,'0'0'390'0,"0"0"-100"16,0 0-143-16,0 0 92 15,11 62-25-15,6-24-82 0,6 9-45 16,3 1-17-16,-6-8-8 16,-6-9-19-16,-5-10-14 15,-4-1-20-15,2 2-9 16,-1 0-1-16,-1 2-37 15,-2-6-73-15,-1-6-134 16,-2-6-268-16,0-6-169 0</inkml:trace>
  <inkml:trace contextRef="#ctx0" brushRef="#br0" timeOffset="32283.5338">12228 1972 2205 0,'0'0'324'16,"0"0"-38"-16,0 0-39 15,0 0-132-15,0 0-29 16,0 0-47-16,0 0 41 16,5 50-6-16,1-27-32 15,2 2-6-15,0-2-15 16,-2-1-8-16,-2-2-12 15,1-2 5-15,-2-4-6 16,-2-3-43-16,-1-3-68 16,0-3-100-16,-11-5-154 0,-2-1-277 15,-2-7-717-15</inkml:trace>
  <inkml:trace contextRef="#ctx0" brushRef="#br0" timeOffset="33003.0893">12035 2013 1159 0,'0'0'554'16,"0"0"-461"-16,45-27 39 15,4 9-68-15,17-1 14 16,4 1-44-16,-12 4-25 16,-20 3-9-16,-17 4-42 15,-7-2-88-15,-3-1-35 0,-2-1 100 16,-4 1 65-1,-4 0 79-15,-1 5 166 0,0 0-6 16,-3 5-32-16,-2 0-69 16,1 8-44-16,-1 7 24 15,0 4 11-15,4 4-16 16,1 3-39-16,0 0-19 16,3 0-10-16,5 1-7 15,2-1-22-15,0-2-7 16,-1-3-8-16,0-5 0 15,-2-5-2-15,-2-5-27 16,0-6-30-16,-2 0 29 16,2-11 19-16,0-3-14 15,1-2-6-15,0-1 28 16,0 3-5-16,0 2 6 0,-2 4 1 16,-1 4 9-16,-1 2 9 15,0 2-10-15,2 0-7 16,2 6 5-16,2 2 4 15,1 0 4-15,2 0 2 16,0-2 10-16,2-2-25 16,0-3 7-16,2-1 2 15,-1-1-10-15,0-7 2 16,-3-3-2-16,-2-4-11 16,-1-1-1-16,-3-1-1 15,0 1 12-15,-3 1 1 16,-2 4 0-16,0 3 24 0,0 4 33 15,0 2 22 1,0 2-22-16,-3 2-28 0,-4 9-19 16,0 4 13-16,0 4 17 15,3 2-7-15,3-1-16 16,1-1 1-16,5-2-8 16,5-3 2-16,4-4-4 15,1-3-7-15,0-4 1 16,3-3-2-16,-1-2-26 15,1-8-89-15,3-11-168 16,-4 2-452-16,-4 0-896 0</inkml:trace>
  <inkml:trace contextRef="#ctx0" brushRef="#br0" timeOffset="33273.4915">12759 1670 2390 0,'0'0'296'16,"0"0"-149"-16,0 0 12 16,56 4-58-16,-8 31 40 15,14 21-39-15,6 12-18 16,-8 2-17-16,-15-5-17 0,-24-8-20 15,-21 2-5 1,-24 4-25-16,-32 6-37 0,-30 2-163 16,10-17-535-16,-2-10-1163 0</inkml:trace>
  <inkml:trace contextRef="#ctx0" brushRef="#br0" timeOffset="36679.1314">10669 2778 1793 0,'0'0'513'0,"0"0"-288"0,0 0-49 16,0 0-115-16,0 0-36 15,-3 39 50-15,7-2 15 16,2-2-17-16,1-1-40 15,-1-6-20-15,-1-8-2 16,1 3-11-16,0 1 0 16,-1-3-37-16,-2-5-107 15,-3-4-47-15,0-8-60 16,-5-3-120-16,-2-1-377 0</inkml:trace>
  <inkml:trace contextRef="#ctx0" brushRef="#br0" timeOffset="36894.5684">10667 2746 1272 0,'0'0'377'15,"0"0"-109"-15,0 0-101 16,40-18-68-16,-26 18-15 16,0 4-34-16,-2 6-11 15,-3 4 41-15,-6 3-21 16,-3 2-23-16,0 2-20 15,-11 1-4-15,-4-1-11 16,-2 1-1-16,-6 1-55 16,6-6-198-16,4-5-469 0</inkml:trace>
  <inkml:trace contextRef="#ctx0" brushRef="#br0" timeOffset="37516.7566">11148 2684 1385 0,'0'0'381'0,"0"0"-18"15,0 0-129-15,-54 28-75 16,29 7 52-16,1 16-27 16,4 6-42-16,8-3-43 15,12-6-36-15,3-12-30 0,10-7-14 16,2-5-13-1,2-6 2-15,8-1-8 0,12-1-11 16,10-9-124-16,-4-3-246 16,-10-5-442-16</inkml:trace>
  <inkml:trace contextRef="#ctx0" brushRef="#br0" timeOffset="38079.2947">11408 2748 1525 0,'0'0'350'0,"0"0"-7"16,0 0-104-16,0 0-113 16,-48 12 25-16,36 1-11 0,0 3-35 15,5 2-38-15,3-1-22 16,4 0-18-16,1-2-8 16,9-1-5-16,3 0-7 15,3-3 1-15,0-1-1 16,-2 0-7-16,-1-2 2 15,-4-2-1-15,-5-1-1 16,-4 0 0-16,0 0-1 16,-5 0 0-16,-8 0-1 15,-5-1-4-15,-4 0-24 16,-2-1-55-16,1-2-60 16,4 0-40-16,8-1 6 15,8-1-175-15,3-4-444 0</inkml:trace>
  <inkml:trace contextRef="#ctx0" brushRef="#br0" timeOffset="38686.4021">11588 2756 1577 0,'0'0'321'0,"0"0"17"0,0 0-178 16,0 0-27-16,0 0 37 15,-45 47 6-15,33-28-25 16,3 1-45-16,3 1-49 0,3-3-28 16,3-2-16-16,2-1-4 15,9-5-8-15,2-4-1 16,3-5 1-16,1-1-1 16,2-7-39-16,-2-6-49 15,-2-1-20-15,-3-1 6 16,-3 0 47-16,-4 3 24 15,-2 1 25-15,-3 3 6 16,0 2 10-16,0 2 31 16,0 2 20-16,-4 1-1 15,1 1-14-15,-2 1-19 16,1 6-15-16,2 4-6 16,2 2 0-16,0 1 0 0,5 1 4 15,7 0-4-15,4-2 2 16,2-3-7-16,1-3 5 15,1-5-6-15,-2-2-8 16,-2-4-51-16,-4-7-24 16,-2-3-8-16,-6-4 43 15,-1-2 36-15,-3-3 12 16,0-1 6-16,-4 0-5 16,-1 4 28-16,0 4 45 15,2 6 18-15,0 5 8 16,3 4-37-16,0 1-26 15,0 3-36-15,2 8 0 16,6 5-1-16,2 4 1 16,3 2 1-16,0 0-1 15,-1-1 3-15,-2-3-4 0,-2-4-63 16,-4 0-146-16,-2-5-123 16,-2-5-453-16</inkml:trace>
  <inkml:trace contextRef="#ctx0" brushRef="#br0" timeOffset="38857.0888">11709 2819 2027 0,'0'0'245'0,"0"0"-134"15,0 0-75-15,52-10-17 0,-11-1-19 16,-7 2-90-1,-2-1-689-15</inkml:trace>
  <inkml:trace contextRef="#ctx0" brushRef="#br0" timeOffset="39529.9129">12149 2526 1243 0,'0'0'327'0,"0"0"146"16,0 0-192-16,0 0-77 16,0 0-58-16,-7 37-17 15,7 4 81-15,4 8-79 16,5 2-41-16,5-2-18 0,-2-3-3 16,1 2-26-1,-1-3 1-15,-3-8-10 0,-2-9-16 16,-1-10-9-16,-2-4-8 15,-1 0-1-15,0-1-1 16,-2-3-68-16,-1-5-60 16,0-6-58-16,-3-7-160 15,-2-4-615-15</inkml:trace>
  <inkml:trace contextRef="#ctx0" brushRef="#br0" timeOffset="40446.1836">12475 2669 1470 0,'0'0'394'16,"0"0"-55"-16,0 0-10 15,0 0-112-15,-38-7-69 16,23 19-54-16,0 5 5 15,-1 5-5-15,2 3-25 16,3 1-9-16,3-1-29 16,6 0-20-16,2-2-11 0,8-4 5 15,7-2-5-15,7-6-22 16,7-5-128-16,14-9-227 16,-5-9-385-16,-7-4-624 0</inkml:trace>
  <inkml:trace contextRef="#ctx0" brushRef="#br0" timeOffset="41022.2086">12634 2665 1551 0,'0'0'398'15,"0"0"95"-15,0 0-272 16,0 0-40-16,0 0-71 16,-47 27 1-16,35-8-9 15,2 2-33-15,4 1-33 0,3 0-15 16,3-1-8-1,1-2-7-15,7-4-6 0,4-4 0 16,1-6-15-16,2-5-33 16,0-1-55-16,-1-11-27 15,0-3-12-15,-3-3 18 16,-2 0 55-16,-3-1 48 16,-3 3 21-16,0 3 0 15,-3 1 36-15,0 5 39 16,0 2 27-16,0 4 16 15,0 1-41-15,-2 0-45 16,0 4-22-16,0 5-8 16,2 1 4-16,0 2-5 0,1-1-1 15,8-1 0 1,3-2 0-16,3-3-2 0,1-4 1 16,0-1-38-16,1-6-30 15,-4-5-24-15,-1-4 26 16,-3-2 33-16,-3-4 26 15,-3-2 8-15,-2 0 0 16,-1 1 17-16,0 3 43 16,0 5 20-16,-2 5 32 15,0 4-19-15,0 4-9 16,2 1-42-16,0 4-28 16,0 8-14-16,2 4 6 0,5 3 2 15,3 2-8-15,1-1 2 16,2 0 3-16,-1-2-5 15,-1-2 0-15,-2-2-63 16,-4-4-135-16,-2-3-149 16,-2-4-375-16,-1-3-326 0</inkml:trace>
  <inkml:trace contextRef="#ctx0" brushRef="#br0" timeOffset="41203.2969">12750 2684 1971 0,'0'0'303'16,"0"0"-106"-16,0 0-133 15,0 0-12-15,38 0-14 0,-10-3-9 16,6-2-16-16,0-1-13 16,3-3-104-16,-4 1-230 15,-8-2-499-15</inkml:trace>
  <inkml:trace contextRef="#ctx0" brushRef="#br0" timeOffset="41428.138">13028 2436 1982 0,'0'0'315'16,"0"0"-114"-16,0 0-124 15,78 22 91-15,-19 10 71 16,2 11-76-16,-11 7-74 0,-19 3-37 16,-21 1-16-16,-12 5-26 15,-27 7-5-15,-26 5-5 16,4-16-147-16,-5-12-546 0</inkml:trace>
  <inkml:trace contextRef="#ctx0" brushRef="#br0" timeOffset="43224.0895">11369 3262 1644 0,'0'0'337'16,"0"0"-8"-16,0 0-65 15,0 0-63-15,0 0-96 16,0 0-67-16,-8 20-11 16,12 0 48-16,3 5-24 15,0 0-26-15,2 1-13 16,-1-2-6-16,1-4-5 16,0-2-1-16,-3-4-58 15,-1-4-181-15,-5-6-105 16,0-2-238-16,-4-2 66 0</inkml:trace>
  <inkml:trace contextRef="#ctx0" brushRef="#br0" timeOffset="43451.9979">11339 3269 1252 0,'0'0'325'16,"0"0"-37"-16,9-35-58 16,3 23-81-16,4 3-56 15,3 2-38-15,3 5-3 16,-2 2-15-16,-2 2-15 15,-2 8-15-15,-5 3 4 16,-4 1-11-16,-5 2 2 16,-2 2 5-16,-5 0-1 15,-7 1 0-15,-4-2-5 0,-2 1-1 16,-1-3-35-16,3-4-100 16,0-6-107-16,5-5-269 15,6 0-700-15</inkml:trace>
  <inkml:trace contextRef="#ctx0" brushRef="#br0" timeOffset="43738.1279">11768 3164 1106 0,'0'0'723'16,"0"0"-527"-16,0 0 59 0,-50 47-25 16,31-15 22-16,0 10-69 15,2 7-48-15,7 2-42 16,9-10-42-16,1-11-23 16,10-11-13-16,6-4-7 15,11 3-8-15,12-1 0 16,16-8-36-16,2-9-164 15,-13-3-373-15,-10-10-618 0</inkml:trace>
  <inkml:trace contextRef="#ctx0" brushRef="#br0" timeOffset="45662.0256">12079 3281 831 0,'0'0'257'0,"0"0"-38"0,0 0-16 15,0 0-17-15,0 0 0 16,0 0-30-16,0 0-1 15,-9-17-6-15,3 14-18 16,-3 0 0-16,1 1-15 16,-3 2-15-16,-1 0-25 15,-1 2-20-15,1 5-7 16,-1 5-16-16,-1 3-11 16,4 2-7-16,2 3-3 15,3 0-4-15,4 0-2 16,1-2-6-16,4-1 1 15,5-3 0-15,2-4-1 16,3-3-1-16,1-5-6 16,0-2-11-16,0-5-6 15,0-7-21-15,-3-2-1 0,-2-3 5 16,-3-1 17 0,-4-1 9-16,-3 0 14 0,0 1 1 15,-5 1-1-15,-4 3 1 16,0 3 1-16,-1 3 1 15,0 3 4-15,2 3-5 16,2 1 6-16,2 1-6 16,2 0-1-16,2 5-1 15,0 2-6-15,3 2-7 16,9-1-61-16,4-1-41 16,4-2-42-16,2-3-85 15,2-2-100-15,-3 0 16 0,-3-6 92 16,-4-2-85-1,-6 0 125-15,-4-1 195 0,-4 2 289 16,0 0 28-16,0 3-18 16,-1 0 1-16,-2 3-52 15,3 1-109-15,0 1-87 16,0 8-33-16,0 4 41 16,3 2 22-16,1 1-15 15,1 1-24-15,1-1-12 16,-1-2-14-16,-1 0-10 15,0-5-1-15,-1-2-5 16,-2-4 0-16,0-3 5 16,-1 0 3-16,0-7 34 0,0-6 11 15,0-6-27 1,3-2-11-16,0 1 11 0,1 2 12 16,2 3 3-16,1 7-2 15,-1 4-17-15,1 4-11 16,1 0-12-16,1 7 1 15,1 4 1-15,1 3 3 16,-1 1-4-16,0 1-2 16,-2 0-48-16,2 4-138 15,-4-4-174-15,-3-4-459 0</inkml:trace>
  <inkml:trace contextRef="#ctx0" brushRef="#br0" timeOffset="46006.3335">12397 3056 2112 0,'0'0'360'0,"0"0"-46"15,0 0-165-15,0 0-13 16,0 0 4-16,10 57 5 16,3-18-40-16,6 12-42 15,-1 1-6-15,1-2 1 16,-4-6-10-16,-2-4 0 16,-3-7-18-16,-2-7-15 0,-3-8-1 15,-1-4-7-15,0-1-7 16,0 0 0-16,0-3-30 15,1-4-94-15,7-11-121 16,-1-6-387-16,3-8-1011 0</inkml:trace>
  <inkml:trace contextRef="#ctx0" brushRef="#br0" timeOffset="46560.9764">12726 3176 1056 0,'0'0'518'0,"0"0"-270"15,0 0 71-15,0 0-88 16,0 0-68-16,-41-16-54 15,30 24-24-15,2 1 15 16,1 3-18-16,4-2-25 16,4 1-15-16,1-1-12 15,10 0-7-15,5 0-5 16,4 0-6-16,3 1-10 16,-1-2-1-16,-2 1 0 15,-3 0 0-15,-6-2 0 16,-5 1-1-16,-6-1-6 15,0 0 6-15,-10 1 0 16,-5 0 0-16,-4-3-1 0,-4 0 1 16,-1-2-23-16,-1-3-39 15,3-1-74-15,4 0-27 16,12-2-111-16,5-2-296 16,1-3-728-16</inkml:trace>
  <inkml:trace contextRef="#ctx0" brushRef="#br0" timeOffset="47214.9148">12940 3177 1861 0,'0'0'346'0,"0"0"13"0,0 0-170 15,0 0-31-15,0 0-66 16,-45 22-22-16,34-8 2 15,1 2-12-15,2 0-17 16,3 0-13-16,4 0-13 16,1-1-8-16,4-4-9 15,6-1 1-15,5-5 0 16,2-4-1-16,1-1-15 16,-1-5-35-16,-2-7-16 15,-4 0 6-15,-1-3 20 16,-5 1 14-16,-2-1 26 15,-2 2 0-15,-1 2 1 16,0 2 1-16,0 1 31 16,-2 3 9-16,0 2 6 0,0 2 0 15,2 1-18-15,0 0-20 16,0 5-9-16,0 4 0 16,0 4 0-16,3 0-1 15,6 1 0-15,5-2-1 16,2-2 0-16,3-3 1 15,3-3-8-15,-1-4-20 16,-1 0-47-16,-3-5-14 16,-4-7-6-16,-4-2 35 15,-4-4 39-15,-4-3 21 16,-1-3 6-16,0-1-5 0,-3 1 35 16,-2 2 29-1,0 5 26-15,2 5 9 0,0 4-13 16,2 6-15-16,1 2-23 15,0 0-26-15,0 7-17 16,2 7-6-16,5 4 1 16,2 5 1-16,2 0 4 15,-1 0-6-15,0-2 6 16,-2-2-6-16,-2-3-27 16,-3-3-104-16,-1-3-93 15,-2-6-156-15,-5-1-214 16,-3-3-433-16</inkml:trace>
  <inkml:trace contextRef="#ctx0" brushRef="#br0" timeOffset="47388.9315">13067 3175 1857 0,'0'0'298'0,"0"0"-125"0,0 0-86 16,0 0-51-16,74-18-18 15,-20 7-11-15,0 1-7 16,-4-1-41-16,-18 4-268 16,-15 0-503-16</inkml:trace>
  <inkml:trace contextRef="#ctx0" brushRef="#br0" timeOffset="47648.4305">13377 2918 2169 0,'0'0'305'0,"0"0"-213"16,0 0-53-16,59 27 32 16,-12 9 163-16,1 7-96 15,-8 5-50-15,-17-1-10 16,-15-5-7-16,-8 0-31 15,-17-2-12-15,-6-5-13 16,-16-2-14-16,-12 0-1 16,-10-3-45-16,4-4-143 15,9-11-522-15</inkml:trace>
  <inkml:trace contextRef="#ctx0" brushRef="#br0" timeOffset="54094.1103">10512 5980 1218 0,'0'0'364'16,"0"0"-38"-16,0 0-25 16,0 0-33-16,0 0-54 15,0 0-74-15,-2-2-67 16,2 11-23-16,0 7 48 15,1 4-30-15,3 2-11 16,2 2-20-16,-1-1-7 16,0-1-9-16,1-3 2 0,-1-1-13 15,-1-2-8 1,0-3 5-16,-2-2-7 0,-2-3-24 16,0-3-81-16,0-1-97 15,-6-4-96-15,-3-2-307 16,-1-4-876-16</inkml:trace>
  <inkml:trace contextRef="#ctx0" brushRef="#br0" timeOffset="54436.2889">10512 5937 1343 0,'0'0'343'0,"0"0"-78"16,0 0-89-16,0 0-28 16,0 0 3-16,0 0-35 15,-39 27 3 1,32-21-10-16,2-2-38 0,1 0-26 16,1-2-6-16,1-2-5 15,2 0 8-15,0 0 7 16,0-4-7-16,0-4-19 15,0 0-14-15,3 0-9 16,4 0 0-16,3 1-14 16,3 2 2-16,3 2-4 15,1 3-2-15,0 0 4 0,0 6-27 16,1 14-212-16,-4-1-309 16,-4 1-855-16</inkml:trace>
  <inkml:trace contextRef="#ctx0" brushRef="#br0" timeOffset="56313.9664">11239 6086 1294 0,'0'0'303'0,"0"0"-55"16,0 0 28-16,0 0-56 15,0 0-93-15,0 0-21 16,0 0 23-16,34-5 58 16,11 4-37-16,21-1-16 15,10 0-38-15,4 1-12 0,-5 1-8 16,-11 0-20-16,-2-1-28 16,-6 0-10-16,-3-2-9 15,-5-2 11-15,-8 0-8 16,-9 1 1-16,-9 0-5 15,-6 2-2-15,-2-1-5 16,-2 1 5-16,-3 0-5 16,-4 1 5-16,-4 1-6 15,-1 0 0-15,-3 0-16 16,-9 0-72-16,-26 1-182 16,3 4-338-16,-5 0-290 0</inkml:trace>
  <inkml:trace contextRef="#ctx0" brushRef="#br0" timeOffset="56696.2149">11279 6191 1137 0,'0'0'485'0,"0"0"-284"16,0 0 44-16,0 0-51 16,0 0 9-16,0 0-61 0,0 0 45 15,56 5 32 1,11-5-49-16,14 0-33 0,8-5-36 16,-2-4-17-16,-13 0-28 15,-5 0-29-15,-8 0 0 16,-9 3-11-16,-12 0-2 15,-10 1-4-15,-10 1 1 16,-7 2-1-16,1-1-9 16,-4 2 5-16,-2-1-5 15,-4 1 0-15,-4 1-1 16,0 0 0-16,-7 0-57 16,-34 6-90-16,0 4-396 15,-11-2-723-15</inkml:trace>
  <inkml:trace contextRef="#ctx0" brushRef="#br0" timeOffset="134144.2765">10438 4270 1035 0,'0'0'527'16,"0"0"-236"-16,0 0-33 15,0 0-38-15,0 0-40 16,-26-35-52-16,25 32 28 16,1 1-30-16,0 0-29 15,0 2-12-15,0 0-16 16,2 2-28-16,6 7-19 16,5 3 35-16,2 3 39 15,2 1-27-15,2-1-27 16,0-2 0-16,4-4 15 0,2-5-5 15,9-4 26-15,12-16 2 16,13-18 2-16,9-12-5 16,-2-9-17-16,-1-2-12 15,-10 7-27-15,-3 3-21 16,-10 9 0-16,-10 12 0 16,-11 8 0-16,-7 7 0 15,-1 1 0-15,-3 2 0 16,-1 1 0-16,-5 4-3 15,-2 2-12-15,-2 0-3 16,0 1-21-16,0 1-64 16,-7 23-118-16,-4-1-130 15,-6 4-613-15</inkml:trace>
  <inkml:trace contextRef="#ctx0" brushRef="#br0" timeOffset="135016.5659">10205 6221 876 0,'0'0'407'0,"0"0"-122"0,0 0-78 16,0 0 52-16,0 0-25 16,0 0-74-16,0 0-25 15,-10-11-15-15,10 13-21 16,0 6-25-16,5 4 56 16,3 5 12-16,1 2-31 15,2 1-27-15,-2-2-23 16,2-3 9-16,-1-4-4 15,3-4-18-15,1-6 24 16,4-3 23-16,9-17 5 16,10-15-14-16,11-18-28 15,4-6-25-15,0-2-13 16,-4 4-13-16,-5 7-5 16,-9 7 13-16,-7 11-8 15,-9 10-1-15,-6 8 2 0,-2 2-7 16,-2 3-1-16,-3 3-17 15,-5 5-31-15,-1 0-36 16,-17 16-34-16,-34 29-94 16,3-2-153-16,-10 5-596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50:00.7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934 1365 1664 0,'0'0'285'0,"0"0"-99"16,0 0 5-16,0 0-26 15,0 0-17-15,0 0-25 16,-3 2-65-16,10 5-33 15,3 5 17-15,4 3 112 16,2 4-48-16,1 1-7 16,1-1-34-16,-1-2-18 15,-1-2-9-15,-2-4-8 16,-2-3 0-16,0-4-6 16,2-4-5-16,4-4-4 0,9-21 2 15,19-26 13-15,20-32-3 16,9-20 3-16,2-6-6 15,-8 9-14-15,-13 22 47 16,-10 12-57-16,-8 13-3 16,-13 15-6-16,-7 11-36 15,-7 10 20-15,-4 5-1 16,-1 1 2-16,-1 2 12 16,-1 1 0-16,-3 4-13 15,-1 3 8-15,0 1-20 16,0 0 1-16,-6 15-27 15,-19 25-106-15,0 0-186 16,-7 4-1028-16</inkml:trace>
  <inkml:trace contextRef="#ctx0" brushRef="#br0" timeOffset="10310.4046">6928 4415 416 0,'0'0'270'16,"0"0"-45"-16,0 0-59 15,0 0-14-15,0 0 8 16,0 0-18-16,0 0 27 15,0 0 14-15,0 0-6 16,0 0-11-16,0 0 2 16,0 0-14-16,0 0-11 15,0 0-1-15,0 0-20 0,0 0-17 16,0 0-17-16,0 0-19 16,0-1-13-16,0 1-29 15,0 0-14-15,2 0-2 16,3 0-4-16,2-1 2 15,2 1 0-15,2 0 1 16,1 0-1-16,2 0 5 16,1 0 2-16,3 0 4 15,3 0-5-15,2 0-6 16,2 0 1-16,-1 1 1 16,-1 0-4-16,0 0 4 15,-3 0-1-15,1 2 1 0,-2-2-10 16,-1 0 10-16,0-1-2 15,-1 1 0-15,1 0 0 16,-1-1-3-16,0 0 0 16,0 0-5-16,1 0 5 15,0 0-4-15,1 0 8 16,0 0-8-16,-1 0 7 16,1 0-3-16,-1 0-6 15,0 0 1-15,-1 0 5 16,2 0 2-16,0 0-8 15,2 0 2-15,-1 0 5 16,0 0-6-16,2 0 0 16,-1 0-1-16,-1 0 1 15,1 0 0-15,-1 0-1 0,0 0 2 16,-1 0-1-16,1 0 16 16,-2 0-11-16,2 0 0 15,-1 0 0-15,0 0 3 16,0 1-2-16,1-1-5 15,-1 0-1-15,0 0 6 16,1 2 4-16,0-2-10 16,0 0 7-16,0 0-8 15,1 0 6-15,0 0-5 16,0 0 0-16,1 0 5 16,-1 0-6-16,1 0 1 15,-1 0 1-15,0 0-1 0,0 0 1 16,-2 0-1-16,1 0 0 15,0 0 5-15,0 0 2 16,-1 0-2-16,-1 0-5 16,0 0 11-16,-2 0-10 15,-1 0-1-15,-1 0 0 16,-1 0 0-16,-1 0 0 16,-2 0 8-16,0 0-7 15,0 0-1-15,0 0 0 16,-1 0 8-16,0 0 5 15,-1-2 5-15,2 1 1 16,1-1-1-16,2 1-4 16,2-1 2-16,2 0-5 15,2 1 1-15,1 0 1 0,2 0-8 16,-1 1-5-16,-1 0 1 16,-1 0 8-16,-1 0-1 15,-2 0-8-15,0 0 11 16,-4 2-4-16,-1-2-1 15,-2 0 1-15,-1 1 1 16,0-1-2-16,0 0 1 16,-1 0-2-16,0 0 1 15,0 0 5-15,0 0-6 16,0 0 0-16,-2 0 2 16,-2 0-7-16,0-1 0 15,0 1 6-15,-2 0-6 16,-1 0-1-16,0 0 2 15,0 0-2-15,0 0 0 0,0 0 0 16,0 0 0-16,0 0-1 16,-2 0-12-16,-14 0-20 15,-26 1-44-15,-41 13-98 16,4-1-323-16,-5 1-872 0</inkml:trace>
  <inkml:trace contextRef="#ctx0" brushRef="#br0" timeOffset="16001.577">11572 1755 1935 0,'0'0'316'0,"0"0"-19"16,0 0-95-16,0 0-109 16,0 0-69-16,0 60 19 15,2-9 44-15,4 4-16 16,0-4-35-16,0-15 33 16,-1-10-21-16,-2-8-32 15,-2-4-16-15,1-2-73 16,-2-1-150-16,0-2-73 15,0-9-182-15,-6-2 89 16,-2-8-424-16</inkml:trace>
  <inkml:trace contextRef="#ctx0" brushRef="#br0" timeOffset="16221.3276">11517 1863 993 0,'0'-43'287'0,"0"2"57"16,0 13-23-16,6 9-84 15,5 4-47-15,4-1-38 16,5 2-64-16,3 3-30 15,3 4-12-15,-2 6-16 16,-2 1-11-16,-5 8 0 16,-4 5 1-16,-6 4 28 15,-7 5-23-15,-1 2-9 16,-12 1-15-16,-6 2-1 16,-4-1-12-16,-3-1-92 15,-3 0-104-15,6-6-149 0,6-8-268 16</inkml:trace>
  <inkml:trace contextRef="#ctx0" brushRef="#br0" timeOffset="16505.0123">11989 1544 1676 0,'0'0'496'16,"0"0"-345"-16,-38 8 46 16,18 12-106-16,-2 16-27 15,1 14 18-15,3 8 5 0,7 0 16 16,10-3-10 0,2-9-8-16,12-1-15 0,1-9-25 15,3-9-19-15,-1-7 1 16,5-6-23-16,10 0-4 15,11-5-235-15,-3-4-446 16,-8-5-1383-16</inkml:trace>
  <inkml:trace contextRef="#ctx0" brushRef="#br0" timeOffset="17532.2665">12102 1757 1866 0,'0'0'302'15,"0"0"1"-15,0 0-114 16,0 0-77-16,0 0-49 15,0 0 40-15,-11 52-28 16,11-25-40-16,0 0-20 16,0-3-15-16,2-2 0 15,0-6-10-15,0-4-14 16,0-6-103-16,-2-3-18 0,0-3 88 16,0-8 22-16,-3-8-102 15,-3-11 40-15,0-11 61 16,3 1 36-16,0 3 7 15,3 5 17-15,0 12 49 16,1 1-14-16,6 3 14 16,1 6-39-16,2 7-22 15,2 0-3-15,0 9-8 16,1 4 0-16,-2 4 14 16,-2 2 3-16,-2 0-5 15,-5-1 8-15,-2-1-3 16,0-4 3-16,0-3-15 0,0-4 6 15,-1-4 6-15,1-2 85 16,0-3 45-16,0-9-67 16,0-3-48-16,5-4-11 15,3 0-8-15,2 2-13 16,0 4 5-16,0 4-5 16,2 5-1-16,1 4 0 15,1 1 0-15,-1 8 0 16,1 4-1-16,-4 4 1 15,0 3-1-15,-1 1-6 16,-2 0-11-16,1 0-59 16,4-1-213-16,0-5-366 15,-2-6-659-15</inkml:trace>
  <inkml:trace contextRef="#ctx0" brushRef="#br0" timeOffset="18125.7715">12488 1672 1765 0,'0'0'400'0,"0"0"-63"16,0 0-54-16,0 0-54 15,0 0-90-15,0 0-89 16,-42 15-10-16,33 3-17 16,1 4 1-16,3 2 3 15,3-1-2-15,2 0-24 16,3-4-1-16,6-2 0 15,2-4-1-15,1-6 0 16,0-5-13-16,1-2-43 0,-3-7-9 16,0-4-9-1,-2-5 27-15,-3 0 33 0,-1-2 15 16,-1-1 0-16,-2 4 1 16,-1 1 9-16,0 4 1 15,0 4 11-15,0 3 29 16,0 3-7-16,0 0-28 15,0 5-15-15,0 5-1 16,3 3 0-16,5 2 1 16,1 1-1-16,3-1 1 15,1-3-1-15,1-2-2 16,-1-4-7-16,0-4-3 0,-3-2-15 16,-1-4-6-1,-2-7 24-15,-1-3 8 0,-1-5 0 16,-3-2 1-16,-1 0 1 15,-1 0 14-15,0 4 18 16,0 4 47-16,0 5-38 16,0 5-23-16,0 2-10 15,0 1-9-15,0 7-8 16,6 7 2-16,1 6 6 16,3 4 33-16,0 2-18 15,-1 2-15-15,-2-1-6 16,-2-2-9-16,-3-3-83 15,-2-2-185-15,-7-6-234 0,-3-6-258 16</inkml:trace>
  <inkml:trace contextRef="#ctx0" brushRef="#br0" timeOffset="18294.719">12545 1734 1031 0,'0'0'973'15,"0"0"-807"-15,0 0-24 16,39-28-87-16,-11 20-22 16,4 0-19-16,11-1-14 15,-13 2-126-15,-4 0-552 0</inkml:trace>
  <inkml:trace contextRef="#ctx0" brushRef="#br0" timeOffset="18546.0949">12753 1458 1969 0,'0'0'524'16,"0"0"-234"-16,0 0-195 16,3 37-49-16,10 3 45 15,7 15 14-15,3 5-21 16,-2 2 6-16,-3-5-25 15,-5-4-33-15,-4-9 29 16,-4-10-13-16,-2-11-24 16,-2-5-24-16,0-1-6 0,-1 2-115 15,0-4-406 1,-5-9-655-16</inkml:trace>
  <inkml:trace contextRef="#ctx0" brushRef="#br0" timeOffset="21227.7176">12973 1435 1415 0,'0'0'380'0,"0"0"-87"16,0 0-106-16,0 0-57 16,0 0-84-16,0 0-26 15,0 0-20-15,-3 4 0 16,3 4 8-16,0 2-2 16,0 0-5-16,0 0-1 15,3-2-16-15,2 2-104 0,-1-4-179 16,-1-1-339-16</inkml:trace>
  <inkml:trace contextRef="#ctx0" brushRef="#br0" timeOffset="21413.0529">12998 1381 1219 0,'0'0'304'15,"0"0"58"-15,0 0-124 16,0 0-145-16,0 0-64 15,0 0 4-15,0 0 15 16,17 32-19-16,-11-16-16 16,0 2-13-16,2 6-111 15,-2-4-161-15,-1-4-477 0</inkml:trace>
  <inkml:trace contextRef="#ctx0" brushRef="#br0" timeOffset="21881.0982">13213 1548 1689 0,'0'0'373'16,"0"0"-42"-16,0 0-86 16,0 0-87-16,0 0-100 15,0 0-44-15,0 0 5 16,3 39 30-16,1-13 22 16,1 0-7-16,0-1-24 0,-1 0-26 15,0-2-14 1,-2-2-15-16,-2-3-41 0,0-4-175 15,-3-1-57-15,-4-4-202 16,-2-4-116-16</inkml:trace>
  <inkml:trace contextRef="#ctx0" brushRef="#br0" timeOffset="22556.7169">13089 1602 1255 0,'0'0'193'0,"0"0"-22"0,0 0-104 16,0 0 8-16,58-45 4 16,-30 33-18-16,1-1-24 15,1 1-22-15,-4 0-8 16,-3 0-6-16,-7 1 7 16,-5 2 2-16,-5 2 69 15,-3 3 68-15,-2 2 41 16,-1 2-44-16,0 0-47 15,0 7-64-15,2 7-5 16,1 6 0-16,2 4 57 16,1 2-35-16,2 2 12 15,1-1-20-15,0-1-22 16,1-3-16-16,-3-3-4 0,0-5-10 16,-1-5-13-16,-3-7-62 15,0-3 34-15,-1-3 27 16,2-9-31-16,0-4-4 15,0-2 30-15,2 0 29 16,-2 2-8-16,-1 2 8 16,1 5 0-16,-1 4 0 15,0 4 1-15,0 1 0 16,3 4-1-16,1 4 1 16,4 4 0-16,2 1 8 15,2-1-3-15,1-2-5 16,1-3 0-16,-1-3-1 15,1-4 5-15,-3 0-5 0,-1-7-9 16,-2-4-47 0,-3-4-40-16,-3-2 30 0,-2-2 40 15,-3 0 25-15,0 1 1 16,0 2 0-16,-2 5 43 16,-1 3 45-16,-2 6 10 15,1 2 0-15,-3 2-46 16,0 10-17-16,-1 3 7 15,1 4 43-15,1 2-15 16,5-1-21-16,1 0-48 16,4-2 9-16,10-3-10 15,6-2-11-15,23-5-113 16,-4-4-218-16,-1-4-615 0</inkml:trace>
  <inkml:trace contextRef="#ctx0" brushRef="#br0" timeOffset="22855.8258">14086 1451 1927 0,'0'0'293'15,"0"0"59"-15,0 0-151 16,0 0-34-16,-45 20-35 0,32-4-23 16,-1 4-28-1,2 2-39-15,5 3-12 0,4-2-12 16,3 1-18 0,7-1-1-16,9-4-1 0,7-3-27 15,5-5-165-15,11-11-160 16,-7-3-331-16,-6-8-783 0</inkml:trace>
  <inkml:trace contextRef="#ctx0" brushRef="#br0" timeOffset="23448.9998">14224 1479 1842 0,'0'0'358'16,"0"0"185"-16,0 0-295 15,0 0-58-15,-49 8-85 0,39 6-36 16,0 3-29-16,4 1-28 15,1 3-1-15,4-1 10 16,1 0-15-16,4-4-6 16,5-3-1-16,3-5 0 15,1-5-9-15,1-3-16 16,0-5-37-16,-1-8-14 16,-1-1-7-16,-3-2 19 15,-1 0 28-15,-3 1 20 16,-3 2 17-16,0 4 1 15,-2 3 9-15,0 2 22 16,0 2 41-16,0 2-1 16,-1 0-30-16,-1 4-24 15,0 4-6-15,0 1 1 0,2 4-7 16,0-1-5-16,1 0-1 16,6-2 0-16,3-2-1 15,2-5-5-15,0-1 6 16,1-2-43-16,-3-5 1 15,0-5 9-15,-3-4 6 16,-4-3 15-16,-2-6 12 16,-1-7 0-16,-1-1 0 15,-5-2 1-15,0 1 15 16,1 10 16-16,2 2-5 16,0 8-18-16,1 6-8 15,1 4-1-15,1 2 0 0,0 6-9 16,3 7 6-16,5 6 3 15,3 4 36-15,2 3 3 16,0 0-4-16,-1 1-2 16,-3-2-19-16,-1-1-8 15,-3-4-6-15,-2-3-48 16,-3-4-109-16,-3-7-154 16,-6-2-257-16,-1-4-383 0</inkml:trace>
  <inkml:trace contextRef="#ctx0" brushRef="#br0" timeOffset="23615.0687">14230 1453 1876 0,'0'0'267'0,"0"0"-46"16,0 0-105-16,0 0-39 15,73-18-51-15,-19 10-26 16,3 0-31-16,-12 1-331 15,-14 1-1253-15</inkml:trace>
  <inkml:trace contextRef="#ctx0" brushRef="#br0" timeOffset="23981.6314">14770 1350 2070 0,'0'0'250'0,"0"0"-58"15,0 0-119-15,0 0 45 16,0 0-48-16,0 0-24 16,0 0-1-16,-28 45-21 15,28-32-2-15,5 0-10 16,3 1 9-16,3 0 0 15,2 1-9-15,1 0 3 16,-2 0-9-16,-1-1-5 16,-5-2-1-16,-3-1 0 15,-3-2-5-15,-3 1 5 16,-9-3 22-16,-5 0-4 0,-5-3-11 16,0-3-7-16,0-1-12 15,5 0-84-15,10-5-56 16,5-3-201-16,2-1-544 15</inkml:trace>
  <inkml:trace contextRef="#ctx0" brushRef="#br0" timeOffset="24596.978">14924 1403 1825 0,'0'0'374'0,"0"0"18"16,0 0-112-16,0 0-36 0,0 0-139 15,0 0-66-15,0 0-21 16,-39 13-8-16,29 3-1 16,1 2 2-16,3 1 11 15,4-1-6-15,2-2-10 16,1-2-6-16,8-4-10 16,5-3 9-16,2-5 1 15,0-2-16-15,0-2-41 16,-2-9 9-16,-2-1 18 15,-2-4 18-15,-4 0 12 16,-1 1 0-16,-3 0 2 16,-2 3-1-16,0 2 29 15,0 4 26-15,0 2 11 0,-1 1-22 16,0 3-15 0,1 0-30-16,0 0-3 0,0 8 3 15,0 2 0 1,7 1 0-16,3 2 0 0,4-1-1 15,3-3-7-15,2-2 7 16,2-4 1-16,0-3-16 16,-2 0-51-16,-5-7 25 15,-3-4 24-15,-6-4 18 16,-3-4 2-16,-2-7-2 16,-3-12 17-16,-4 1-7 15,0 4 5-15,0 5-1 16,3 13-13-16,1 2 0 15,0 3 0-15,2 5 0 16,1 5-1-16,0 0-7 0,0 9-14 16,7 7 12-16,4 7 9 15,2 5 0-15,3 1 11 16,0 1 8-16,-2-2-17 16,-2-4-2-16,-2-3-21 15,-3-1-250-15,-1-6-103 16,-5-6-395-16</inkml:trace>
  <inkml:trace contextRef="#ctx0" brushRef="#br0" timeOffset="24786.038">15093 1359 1979 0,'0'0'269'16,"0"0"-85"-16,38-14-61 15,3 5-17-15,12-1-57 16,2 3-31-16,-9 5-18 16,-12 2-19-16,-15 5-218 15,-12 1-853-15</inkml:trace>
  <inkml:trace contextRef="#ctx0" brushRef="#br0" timeOffset="25692.9503">13999 2093 1883 0,'0'0'293'15,"0"0"-38"-15,0 0-29 16,0 0 45-16,0 0-58 16,0 0-72-16,0 0-19 15,-27-28-62-15,14 40-27 0,-2 5-9 16,0 5 3-1,4 2-6-15,5 1-13 0,5 0-8 16,1-1-3-16,11-4-8 16,6-2 2-16,5-6 9 15,4-6-6-15,2-6-12 16,0-3-24-16,-3-11-15 16,-4-5 10-16,-7-4 13 15,-9-7 23-15,-4 0 11 16,-1 0-1-16,-6 1 1 15,-3 9 0-15,-1 0 8 16,1 7-1-16,0 5 4 16,2 5 1-16,1 3-12 15,1 0-6-15,2 9 6 0,3 4 0 16,0 3 0 0,9 0-6-16,8 0 0 0,5-4-11 15,4-4-44-15,3-6-48 16,0-2-53-16,-3-4-13 15,-4-6 5-15,-6-2 12 16,-7-2 98-16,-5 0 60 16,-4 0 19-16,0 3 113 15,-1 1 17-15,-3 5 56 16,2 1-23-16,1 3-66 16,1 1-74-16,0 4-27 0,0 5-6 15,3 3 16-15,2 4-12 16,0 0 5-16,1-1-4 15,-2-1-7-15,1-1-5 16,-2-3-2-16,-1-4 0 16,0-4 0-16,-1-2 6 15,2-3-6-15,-1-12 6 16,2-3-5-16,1-5-1 16,2 0 1-16,1 3 8 15,-1 5-1-15,-1 6 22 16,0 4-2-16,-1 3-7 15,4 2-13-15,1 4 2 16,3 6 10-16,4 4-2 16,0 2-8-16,-1 1-4 15,0 1 1-15,-3-1-7 0,1-1-38 16,5-1-104-16,-1-4-416 16,-2-7-602-16</inkml:trace>
  <inkml:trace contextRef="#ctx0" brushRef="#br0" timeOffset="26182.4162">14770 1889 1551 0,'0'0'488'0,"0"0"-151"16,0 0-29-16,0 0 4 16,0 0-94-16,0 0-97 0,0 0-40 15,-14-22-48-15,14 32-16 16,0 7 26 0,1 6-2-16,5 3-5 0,1 4-6 15,2 0-8-15,1 0-1 16,0-3-13-16,2-1-7 15,-1-5 0-15,2-5-1 16,-1-3-2-16,1-6-17 16,2-5-49-16,1-2-41 15,1-7-57-15,2-12-206 16,-5 1-261-16,-5-1-590 0</inkml:trace>
  <inkml:trace contextRef="#ctx0" brushRef="#br0" timeOffset="26878.1031">14719 1983 1081 0,'0'0'191'0,"0"0"-85"0,0 0-53 16,58-26-32-16,-28 16-21 15,0-2 4-15,-1 0-4 16,-4-1 2-16,-7 0 0 15,-5-1 7-15,-7 1 116 16,-4 1 72-16,-2 2 92 16,0 3-45-16,-2 3-18 15,-1 1-36-15,0 3 16 16,1 0-82-16,-1 10-79 16,2 6-4-16,0 6 14 15,1 3-16-15,1 2-18 0,7-1-6 16,3 0-3-16,2-3-3 15,0-2-7-15,0-3 2 16,0-6-4-16,-3-4-9 16,-1-5-12-16,-2-3-70 15,-2-5 56-15,-1-7 25 16,0-4 8-16,1-1-8 16,0-1 10-16,-2 2 1 15,1 2 9-15,-1 5 8 16,-1 2 8-16,0 4 8 15,-1 2-8-15,1 1-10 0,1 2-15 16,3 7-1 0,0 2 10-16,4 2-4 0,1 0-5 15,1-2 0-15,1-3-1 16,1-2 0-16,0-5 0 16,-2-1 0-16,0-4 0 15,-1-6-18-15,-2-2 6 16,-2-2 10-16,-2-1 1 15,-2 0 1-15,-2 2 0 16,-1 3 1-16,0 2 14 16,-2 2 24-16,-2 4 25 15,0 2 10-15,-1 2-38 16,-1 8-24-16,0 2-3 16,2 3-8-16,1 2 1 0,3 1-1 15,0-1 0-15,6-1-1 16,2-5-8-16,1-2-19 15,6-5-97-15,-2-4-210 16,-4 0-322-16</inkml:trace>
  <inkml:trace contextRef="#ctx0" brushRef="#br0" timeOffset="27088.5096">15272 1718 1800 0,'0'0'347'0,"0"0"-164"16,0 0-94-1,0 0 11-15,0 0-24 0,-1 47-50 16,1-28-16 0,0 1-10-16,0 4-13 0,-1-5-219 15,-1-4-487-15</inkml:trace>
  <inkml:trace contextRef="#ctx0" brushRef="#br0" timeOffset="27278.5254">15359 1692 1575 0,'0'0'596'0,"0"0"-380"15,0 0-62-15,0 0-57 16,0 0 61-16,0 0-83 0,9 45-38 15,-2-26-25-15,0-1-12 16,0 0-8-16,-1-1-77 16,-2-3-411-16,-1-6-783 0</inkml:trace>
  <inkml:trace contextRef="#ctx0" brushRef="#br0" timeOffset="27533.8506">15510 1411 2192 0,'0'0'474'0,"0"0"-325"16,0 0-56-16,0 0 89 16,53 64-63-16,-11-7-16 15,1 12-27-15,-8 9 1 16,-17 0-11-16,-18-7 10 15,-12-5-5-15,-21-5-52 16,-17-7-19-16,-14-1-40 16,-22-7-89-16,15-13-402 15,-3-9-838-15</inkml:trace>
  <inkml:trace contextRef="#ctx0" brushRef="#br0" timeOffset="38214.4661">10487 4389 447 0,'0'0'228'0,"0"0"-75"0,0 0 199 15,0 0-97-15,0 0-34 16,0 0 18-16,-8-1 0 15,7 1-26-15,0-1-14 16,1 1 14-16,0-1-17 16,0 1-41-16,0 0-45 15,0 0-34-15,0 0-24 16,0 0-20-16,0 0-11 16,0 0-9-16,0 0 0 15,6 0 1-15,3 0 4 16,3 0 4-16,3 0 4 15,2 0-14-15,2 0-2 16,0-3-3-16,0 0-5 16,-2 0 7-16,-1 0-8 0,-2-1 1 15,-4 1-1-15,-3 1-1 16,-1 0-8-16,-4 1-69 16,-2 0-61-16,-3 0-225 15,-6 1-360-15,-1 0-754 0</inkml:trace>
  <inkml:trace contextRef="#ctx0" brushRef="#br0" timeOffset="38515.224">10447 4460 1597 0,'0'0'586'0,"0"0"-365"0,0 0-26 16,0 0 6-16,0 0 31 15,0 0-63-15,0 0-18 16,40 4-50-16,-20-4-37 16,3 0-7-16,1-2-21 15,-1-1-19-15,-1-1-10 16,-2 1-5-16,-4 0-1 15,-4 1-1-15,-3 1-4 16,-9 1-127-16,0 4-233 16,-6 3-762-16</inkml:trace>
  <inkml:trace contextRef="#ctx0" brushRef="#br0" timeOffset="57914.4024">10601 4618 1587 0,'0'0'337'15,"0"0"-71"-15,0 0-4 0,0 0-100 16,0 0-50-16,0 0 12 16,-5 49 70-16,7-18-41 15,1 1-62-15,1-1-16 16,-1-1-35-16,0-2-20 15,0 0-14-15,-1-4-6 16,-1-2 0-16,-1-3-31 16,0-5-109-16,0-7-199 15,0-5-217-15,-4-2-149 0</inkml:trace>
  <inkml:trace contextRef="#ctx0" brushRef="#br0" timeOffset="58220.168">10558 4610 1060 0,'0'0'408'0,"0"0"-210"15,0 0 36-15,-39 43-42 16,28-25-5-16,1-2-61 16,1-2-47-16,1-2-44 15,3-4-14-15,2-5-10 16,2-3 2-16,1-3 8 15,0-12 138-15,3-6-110 16,5-5-34-16,4-3-3 16,3 4 8-16,3 4 25 0,3 8-5 15,1 7-10-15,1 6 0 16,0 4-8-16,-2 10-5 16,-2 5-10-16,-1 3-7 15,8 13-82-15,-5-4-159 16,-1-5-665-16</inkml:trace>
  <inkml:trace contextRef="#ctx0" brushRef="#br0" timeOffset="72825.6198">8436 3731 1250 0,'0'0'213'0,"0"0"-51"16,0 0-25-16,0 0-71 16,-2 5 5-16,4 0 92 0,5 2 5 15,2 0-35-15,3 2-37 16,3-2 5-16,4-1 2 15,3 0-22-15,2-1-1 16,3-3-8-16,-1-1-9 16,1-1-9-16,-1 0-7 15,-1-4-6-15,-3-2-5 16,-3-1-11-16,-2-2-4 16,-2-1 11-16,-1-4 13 15,-1-1-2-15,0-5-10 0,0-2-9 16,-1-2-3-16,-2-3-3 15,-1 1-17-15,-1-2 1 16,-1 2-1-16,-1 0-1 16,-2 0-1-16,-1 0 0 15,-1 0-5-15,-2-1-2 16,0-1 8-16,0 1-8 16,-5 0-11-16,-2 3-8 15,-1 0-6-15,-3 2 15 16,0 3 9-16,-1 1 9 15,-2 2-18-15,-1 1-32 16,1 2 20-16,-3 1-3 16,1 2-3-16,-2 3 9 15,-1 1 0-15,-2 2 14 16,-2 3 12-16,-2 1-18 0,-1 0 11 16,1 3-1-16,1 2 8 15,1 2-8-15,3 1 8 16,2-1 1-16,0 1 0 15,2 1 0-15,2 0 0 16,-1 1 1-16,1 2 0 16,0 1-1-16,0 1 2 15,2 1 4-15,0 1 0 16,1 0-5-16,2 1 19 16,1 1-7-16,1 2 2 15,1-1-2-15,2 3 11 16,1 0 6-16,0 1 0 15,3 1 5-15,0-1-7 16,0 0-5-16,0-1 1 16,2 0 3-16,3 0-5 0,2-2-5 15,0-1 0-15,2-1 0 16,1-2-1-16,1-3 5 16,0 1 0-16,0-3-4 15,0 0-8-15,0-3-8 16,-2-2 8-16,1 1-7 15,-1-3 5-15,-1-2-6 16,-2 1 1-16,-1-3-1 16,-2 0 5-16,-1 0-6 15,-1 0 0-15,-1 0-11 16,0 0-60-16,0 0-71 16,-7 0-168-16,-4 0-375 0,0 1-476 15</inkml:trace>
  <inkml:trace contextRef="#ctx0" brushRef="#br0" timeOffset="72976.9318">8478 3794 1746 0,'0'0'300'0,"0"0"-167"15,0 0-77-15,0 0-56 16,0 0-109-16,0 0-971 0</inkml:trace>
  <inkml:trace contextRef="#ctx0" brushRef="#br0" timeOffset="76525.8856">9690 3105 454 0,'0'0'178'0,"0"0"21"15,0 0 7-15,0 0 1 16,-3-35 5-16,1 27 2 16,-1 0-30-16,1 2 43 15,0 2-46-15,1 0-21 16,0 2-26-16,0 0-13 15,1 2-27-15,0 2-39 16,0 9-28-16,0 11 35 0,0 2 51 16,0 6-13-1,1 2-30-15,0-6-28 0,0 4-10 16,-1-3-14-16,0-2-9 16,0-3-3-16,0-2-6 15,0-3 1-15,-4-2 0 16,-1-4 0-16,-1-1-1 15,0-5-17-15,-1 0-12 16,-1-4-10-16,-2-1 3 16,0 0-9-16,0-7-6 15,-1-4 11-15,1-1-18 16,1-1-8-16,0 0 34 16,4 1 21-16,0 1 10 15,3 2 1-15,0 3 1 16,2 3 0-16,0 0 21 0,0 3-4 15,0 0-1 1,4 0 1-16,4 6 33 0,1 1 13 16,4 2-4-16,1 1-21 15,1 0-12-15,2 0-2 16,1 0-10-16,0-2-3 16,-1 0-3-16,-1-2-8 15,0-2 0-15,-4-2 0 16,-1-2 1-16,-2 0-2 15,-1 0-11-15,-2-4-16 0,-2-3-15 16,0-2-30 0,0 0-33-16,-2 0-3 15,0 0 5-15,-1 0-11 0,-1 2-23 16,0 0-27-16,0 0 40 16,0 1 15-16,-1 2 16 15,-1-1-12-15,1 0 39 16,1 0 25-16,0 0 29 15,0 1 12-15,0-1 21 16,0 0 52-16,0 1 41 16,0 1 23-16,1 1 29 15,0 2-13-15,0 0-61 16,-1 4-45-16,0 6 34 16,0 4 49-16,0 2-9 15,0 2-41-15,-4-1-32 0,0 0-18 16,0-2-18-1,0-1-6-15,1-1-6 0,0-3-19 16,-1-1-134-16,-2-1-114 16,2-3-281-16,-2-3-459 0</inkml:trace>
  <inkml:trace contextRef="#ctx0" brushRef="#br0" timeOffset="78846.0706">10660 2870 801 0,'0'0'185'16,"0"0"74"-16,0 0-7 0,0 0-3 15,0 0 12-15,-10-35-1 16,10 33-37-16,0 1-60 15,-1 1-42-15,1 0-28 16,0 9-46-16,0 7-29 16,0 7 38-16,0 4 15 15,0 3 0-15,0-1-22 16,0-1 1-16,1-2-19 16,0-2-16-16,1-1-4 15,-2-4-10-15,1-2 5 16,-1-3-5-16,0-1-1 15,0-4 0-15,-1-1-42 16,-4-3-24-16,-1-2-24 16,-3-2-25-16,-2-1 20 15,-2-1 11-15,0-7 17 0,-2-1 22 16,2-1 21-16,1-1 14 16,2 0 9-16,2 2 1 15,3 1 0-15,1 2 10 16,3 1 36-16,0 4 13 15,1 0 3-15,0 1-26 16,0 0-12-16,6 0-11 16,5 5 40-16,5 3 35 15,2 1-10-15,3 3-30 16,1 0-6-16,1-1-15 16,-2 0-12-16,1 0-5 15,-3-2-8-15,0-3-1 16,-4-1 5-16,-1-1-5 0,-3-3-1 15,-2-1 0-15,-3 0-41 16,0-3 2-16,-1-4-22 16,-1-3-41-16,-1 0-13 15,0-2 34-15,-2 0 14 16,-1 0 7-16,1 0 17 16,-1 0 9-16,0 0 15 15,0 2 17-15,0 1 2 16,0 2 0-16,0 1 32 15,0 3 38-15,0 2 20 16,0 1 19-16,0 0-33 16,0 5-38-16,-2 7-19 15,-2 4 57-15,-2 3-4 0,0 2-24 16,-1 0-22-16,0-2-11 16,0 0-9-16,-1 0-6 15,-12 10-7-15,0-5-248 16,-5-1-592-16</inkml:trace>
  <inkml:trace contextRef="#ctx0" brushRef="#br0" timeOffset="81803.7354">11589 3443 1011 0,'0'0'220'0,"0"0"-66"16,0 0-13-16,0 0 20 15,0 0-13-15,0 0-28 16,37-34-25-16,-22 31-13 16,2 3-26-16,0 0-13 15,0 4 18-15,1 6 14 16,-4 2-30-16,-2 4-5 16,-5 2-7-16,-3 5-4 0,-4 1 0 15,-4 2 2-15,-8 4 2 16,-4 0-8-16,-1 2-4 15,0-2-3-15,2-1-3 16,3-1-14-16,3-4 12 16,5-2-13-16,2-6-1 15,2-2 0-15,1-4 1 16,5-4-1-16,3-4-6 16,4-2 6-16,2-5-12 15,2-6-14-15,1-4 0 16,-2 0 3-16,-2 0 6 15,-3 3 11-15,-5 3 6 16,-2 4 1-16,-2 3 20 0,0 2 18 16,-1 0-6-16,3 10-13 15,2 12 75-15,3 12 69 16,1 16-5 0,-3 8-47-16,0 0-28 0,-3-4-6 15,0-6-11-15,0-4-15 16,1-1-9-16,1-1 2 15,-1-4-10-15,-1-6-7 16,-1-7-4-16,-2-7 2 16,0 0-24-16,0-1 8 0,-1 2-3 15,0 0-5 1,-2-3 10-16,-5-4-10 0,-3-3 8 16,-2-2-1-16,-4-1-7 15,-3-3 9-15,-3-1-8 16,-4 0-1-16,-3 0-1 15,-3 0 2-15,-7 1-1 16,-6 0 5-16,-7 1-6 16,6-2 0-16,11-1-17 15,12-1-72-15,5-5-76 16,4-5-343-16,1-2-635 0</inkml:trace>
  <inkml:trace contextRef="#ctx0" brushRef="#br0" timeOffset="113035.3366">5857 4564 995 0,'0'0'247'16,"0"0"-83"-16,0 0-71 15,0 0-35-15,0 0 53 16,0 0 80-16,30 0-35 15,-13 0-45-15,4 0-46 16,3 1-25-16,2 1 6 16,2 0 10-16,1 0-7 15,1 0 7-15,0 0-10 16,3 0-7-16,1 0-7 16,1 0-5-16,1 0-4 15,0 1 11-15,0-1-9 16,0-1-5-16,6 0-1 0,5 0-6 15,7-1 2-15,2 0 11 16,-6 0-5-16,-4 0 1 16,-4 0-1-16,-2-1-5 15,1 0-10-15,0-1 3 16,0 2 6-16,0-1 9 16,-1 1-6-16,0 0-5 15,-1 0-1-15,0 0-3 16,-1 0-1-16,-5 0 10 15,-6 0-6-15,-5 0-3 16,-1 0-3-16,4-1-5 16,3 1 9-16,5 0 4 15,-1-1-13-15,0 0 8 0,0 1-1 16,-1-1 3-16,1 0 1 16,1-1-10-16,0 1-1 15,2-1 8-15,1 0 0 16,-1 0 3-16,1 1-1 15,-2-1-4-15,-1 2 1 16,-2 0-8-16,-1 0 8 16,-1 0-2-16,-1 0-5 15,-1 0 0-15,0 0 1 16,1 0-1-16,-1 0 11 16,1 0-1-16,0 0-1 15,0 0-4-15,-1 0-4 16,0 0 4-16,-1 0-5 0,-1 0 7 15,0 0-7-15,1 0 5 16,0 0-5-16,0 0 0 16,1 0 0-16,-1-2 0 15,1 1 5-15,1 0-5 16,-2-1 0-16,0 2 1 16,-1-1-1-16,-1 0 0 15,1 0 7-15,0 0-8 16,-1 1 1-16,1-2-1 15,-2 2 1-15,0 0-1 16,-3-1 2-16,-1 1-2 16,-3-1 1-16,0 1-1 0,-1 0 1 15,0-1-1 1,-2 0 1-16,-1 0-1 0,-1 0 0 16,-1 0 0-16,-2 0 0 15,-1 0 1-15,-1 0-1 16,0-1 1-16,-3 2-1 15,1-1 0-15,-1 0 0 16,1 0 1-16,1 0-1 16,0 0 1-16,0 0-1 15,-1 0 0-15,2 0 0 16,-2 0 0-16,1 0 0 16,-1-1 0-16,0 1 0 15,1 0 1-15,0-1-1 16,-1 0 1-16,0 0-1 0,2 1 1 15,-2-2-1-15,1 1 0 16,-1-1 0-16,1-2 2 16,0-2-1-16,1 1 0 15,1-5 0-15,0 1 0 16,-1-3 1-16,1-1 8 16,0-1 11-16,-1-3-13 15,0 2-8-15,0-2 1 16,-2 1 1-16,0 0-2 15,-1-1 0-15,0 0-1 16,0-1-8-16,-2-2-1 16,1 1-5-16,-2-2-15 15,0-1-14-15,0-2 19 0,0 0 11 16,0-2-4-16,0 1-45 16,-1 1-28-1,-3 1 19-15,0 1 23 0,1 3-8 16,0 0 32-16,1 1-17 15,0 2 23-15,1 0-12 16,-1 1 16-16,1 3 0 16,1-1-5-16,0 1 6 15,0 2 3-15,0-2-10 16,0 1-1-16,0-1 9 16,0 0-26-16,0 2-46 15,0 0 57-15,0 1-7 16,0 1 15-16,0 2 7 0,0-1-26 15,0 2 31 1,-3 1 8-16,0-1 0 0,0 1 1 16,-1 1 6-16,0 0 3 15,-3 0-2-15,-2 1-8 16,-3 0-1-16,-2-1 1 16,-3 1 22-16,-5 2 5 15,-3-2 0-15,-9 1 2 16,-10-1 3-16,-11-2 11 15,-2 2-21-15,0-2 0 16,4 2 8-16,5-1-11 16,-2 1 4-16,-1-2-7 15,1 2 29-15,-2 0-24 0,1-1 2 16,1 1-2 0,0 0 2-16,0 0 5 0,3 0-6 15,1 0 5 1,10 1 5-16,6 0-19 0,7 1 5 15,2 1 13-15,-11-2-1 16,-11 0-3-16,-12 1-25 16,-5 0 5-16,0 0 41 15,0 0-17-15,2 0-23 16,1 0-2-16,2 0-6 16,2-1 1-16,3 0 12 15,2-2-12-15,0 0 5 16,-1-2 1-16,2 1-6 15,0 0-1-15,3-1-11 16,1 2 11-16,7 0 5 0,6-1-5 16,7 3 0-1,0 0-1-15,-2-1 0 0,-4 0-11 16,-2 1 3-16,1-2 8 16,-1 2 1-16,0 1 0 15,-6 0-13-15,4-1 12 16,-3 2-7-16,2 0-11 15,5 0 1-15,-1 0 12 16,4 0 0-16,3 0-4 16,3 0-14-16,1 0-6 15,-1 0 21-15,-3 2 7 16,-2-1 1-16,-4 2-6 0,0 1 7 16,-2 0 0-16,3 0-1 15,3 0 1-15,4 0-1 16,3 0 1-16,3-1 0 15,2 0 0-15,0 0-1 16,2-1 1-16,-2 2-1 16,0 0-1-16,-1 0 2 15,0 2-1-15,-1-1 0 16,-1 1 1-16,2 0-1 16,2 0 0-16,1-1 0 15,3-1-11-15,1 0 12 16,2-1-12-16,-1 1 11 15,0 0-19-15,1 0 20 16,-1 0 0-16,0 0 0 0,2 0 1 16,-1-1 1-16,2 2-1 15,-1-2 0-15,0 3-1 16,1 0-5-16,-1 1-20 16,0 2 8-16,1 3 11 15,0 1 6-15,1 3 0 16,1 2 0-16,0 5 8 15,1 1 5-15,0 3 7 16,0 1-1-16,0 2 26 16,4 2 15-16,-1 1-17 15,2-2-19-15,1 0 22 16,0 0 2-16,0-1-24 0,-1-1 24 16,1 0-7-1,-2-1-5-15,1-2-5 0,-2-1 3 16,2-1-14-16,-1-2-2 15,1-2-2-15,-1 0 2 16,0-2-4-16,0-1-1 16,-1 0 1-16,0-1 7 15,0-2-11-15,-1-1-2 16,-1-1-1-16,1-2-1 16,-2-2-5-16,1-2 1 15,-1 0-1-15,0-3 7 16,0 0-8-16,0-3 1 15,0 1-1-15,0-1 0 16,0 0-1-16,0 0-15 0,3 0-64 16,3-9-119-16,1-1-474 15,1-2-734-15</inkml:trace>
  <inkml:trace contextRef="#ctx0" brushRef="#br0" timeOffset="114296.2612">10020 4435 1292 0,'0'0'329'0,"0"0"54"16,0 0-72-16,0 0-48 16,0 0-22-16,0 0-72 15,-3-4-75-15,2 14-50 16,1 6 2-16,0 5 61 16,0 3-22-16,0 1-27 15,0 0-13-15,0-2-13 0,0-1-14 16,0-2-8-16,0-2-2 15,0-2-8-15,0-3 0 16,-1-2-1-16,0-3-16 16,-2-1-58-16,-1-3-62 15,-3-4-118-15,0-1-245 16,1-6-395-16</inkml:trace>
  <inkml:trace contextRef="#ctx0" brushRef="#br0" timeOffset="114671.459">9988 4422 1408 0,'0'0'311'0,"0"0"-115"16,0 0-26-16,0 0 38 15,0 0-46-15,-38 30-73 16,30-24 8-16,2 0-27 16,1-3-22-16,2-1-8 15,1-2 21-15,2 0 56 16,0-3-25-16,0-6-51 16,2-1-31-16,5-2-2 0,1 0-7 15,2 3 1-15,0 2-1 16,1 4 8-16,1 3-3 15,1 0-5-15,1 5 0 16,1 7 5-16,-1 3 0 16,-2 2-5-16,0 4-1 15,1 10-39-15,-4-3-230 16,-4-3-544-16</inkml:trace>
  <inkml:trace contextRef="#ctx0" brushRef="#br0" timeOffset="116159.1816">9362 5038 1842 0,'0'0'357'0,"0"0"-131"16,0 0-56-16,0 0-108 16,0 0-33-16,-11 40-3 15,14-11 53-15,2 2 23 16,1 1-21-16,-1-4-20 0,1 2-24 15,-1-3-22 1,0 0-15-16,-2-4 0 0,0-2-139 16,-3-4-191-16,0-6-417 15,-6-6-473-15</inkml:trace>
  <inkml:trace contextRef="#ctx0" brushRef="#br0" timeOffset="116390.2349">9335 5068 1294 0,'0'0'185'16,"0"0"-17"-16,39-29 8 15,-18 21-31-15,2 3-22 16,-2 4-45-16,-2 1-32 16,-4 7-16-16,-4 5-11 0,-6 4-3 15,-5 2 12-15,-2 3 6 16,-9 2-7-16,-8 1-17 15,-4 0-10-15,-2 0-31 16,-2-1-122-16,7-6-155 16,8-7-273-16</inkml:trace>
  <inkml:trace contextRef="#ctx0" brushRef="#br0" timeOffset="116631.6269">9689 4851 1903 0,'0'0'248'0,"0"0"40"15,0 0-175-15,-25 43-45 16,17 0-2-16,4 12 13 16,4 3 26-16,8-3-10 15,8-8-18-15,3-6-16 16,0-6-7-16,-2-8-27 15,-1-8-27-15,8 1-23 16,-3-4-258-16,-3-5-394 0</inkml:trace>
  <inkml:trace contextRef="#ctx0" brushRef="#br0" timeOffset="117171.2011">9836 5077 1478 0,'0'0'556'16,"0"0"-420"-16,0 0 26 16,10 40-22-16,-3-20 16 15,0 1-55-15,1 1-10 16,-3-2-26-16,0-2-36 16,-3-3-18-16,0-4-5 15,-2-4-6-15,0-6 0 16,0-1 6-16,0-8-6 15,-3-7-11-15,0-7-1 16,0-3 5-16,3-1 5 16,0 0 1-16,1 4 1 0,5 5 1 15,2 6-1-15,0 5 1 16,3 3-1-16,1 3 1 16,1 3-1-16,1 6 2 15,-1 2 4-15,-1 2-5 16,-3 1 5-16,-3 0-5 15,-3-1 7-15,-3-2-7 16,0-2 9-16,0-4-4 16,-1-2 8-16,-3-3 43 15,0-2 73-15,2-9-64 0,1-4-39 16,1-2-17 0,2-1-4-16,7 2 3 15,2 4-9-15,1 3 1 0,2 5-1 16,0 4 0-16,1 0 0 15,1 8 0-15,-3 5 0 16,1 4 1-16,-2 3-1 16,-2 2 0-16,0 2-36 15,4 9-222-15,0-7-116 16,-1-6-631-16</inkml:trace>
  <inkml:trace contextRef="#ctx0" brushRef="#br0" timeOffset="117756.1517">10308 5057 1998 0,'0'0'275'15,"0"0"45"-15,0 0-129 16,0 0-66-16,-40 9-27 16,31 5-34-16,2 4 0 15,0 3-20-15,3 2-16 16,1 0-11-16,3-2-11 15,0-2-5-15,5-4-1 16,3-4 0-16,-1-5-8 16,3-5-7-16,-2-1-43 15,0-5-29-15,1-7 8 16,-1-3 17-16,-1-2 31 16,0 0 15-16,-2 1 14 15,-1 1 2-15,-1 5 0 0,-3 3 6 16,1 2 11-16,-1 4 31 15,0 1 0-15,0 0-27 16,2 1-21-16,0 8 0 16,3 3 0-16,1 1 0 15,1 2 0-15,4-2 0 16,1-1 0-16,1-4-8 16,1-4-5-16,1-3-2 15,0-1-33-15,-2-4-22 16,-2-7 16-16,-3-4 37 15,-3-3 10-15,-2-2 7 16,-1-2 1-16,-2 1 6 16,0 3 40-16,0 6 45 15,0 5 21-15,0 4 3 0,0 3-68 16,0 1-34-16,1 9-13 16,4 5 5-16,1 5-5 15,2 3 0-15,-2 1 0 16,0 0-1-16,-1-1-9 15,-4-3-66-15,-1 1-172 16,-4-6-108-16,-4-6-499 0</inkml:trace>
  <inkml:trace contextRef="#ctx0" brushRef="#br0" timeOffset="117921.8563">10341 5131 385 0,'0'0'1621'0,"0"0"-1444"16,0 0-130-16,0 0-37 16,57-35-8-16,-28 30-1 15,11-1-1-15,-6 1-111 16,-8 2-559-16</inkml:trace>
  <inkml:trace contextRef="#ctx0" brushRef="#br0" timeOffset="118147.0321">10576 4878 2282 0,'0'0'302'0,"0"0"-117"16,0 0-128-16,5 58 152 15,7-13-91-15,2 3-52 16,1 0-15-16,-1-6-16 15,-5-11-14-15,-2-4-7 16,-4-7-14-16,-3 3-38 16,0-5-421-16,0-5-712 0</inkml:trace>
  <inkml:trace contextRef="#ctx0" brushRef="#br0" timeOffset="119115.625">10802 4898 1416 0,'0'0'361'0,"0"0"-15"15,0 0-61-15,0 0-59 16,0 0-20-16,0 0-121 0,0 0-64 15,-14 50-9 1,22 3 42-16,1 1 31 0,0-9-28 16,-1-13-7-16,-2-7-31 15,0-7-5-15,-2-4-14 16,2-1 0-16,-3-3 0 16,1-3-28-16,-1-6-43 15,1-1 40-15,2-13 20 16,0-6 11-16,1-3-18 15,1-2 1-15,-1 2 17 16,-2 5-1-16,0 5 1 16,-2 6 1-16,-1 3 5 15,-2 3 0-15,1 0-5 16,1 1-1-16,3 8 1 16,1 2 8-16,3 3-8 0,1 0 5 15,4-1-6-15,2-1 0 16,2-2 0-16,1-4-1 15,2-4-6-15,-2-2-4 16,-2-2-107-16,-4-8 17 16,-2-2 30-16,-4-2 18 15,-3-2 11-15,-4-1 26 16,0 0 10-16,0 0 6 16,0-2 0-16,-5 2 12 15,2 0 31-15,-1 2 23 16,1 4 47-16,1 4 16 15,1 3-9-15,1 4-51 16,0 0-42-16,0 5-18 0,0 8-2 16,5 5-5-16,2 4 16 15,2 2-3-15,2 1 1 16,1 0 6-16,0 0-20 16,-2-2-1-16,0-3 6 15,-2-4-7-15,-2-4-21 16,-2-4-105-16,-2-8-152 15,-2 0-187-15,0-2-193 0</inkml:trace>
  <inkml:trace contextRef="#ctx0" brushRef="#br0" timeOffset="119268.0809">11059 5097 1468 0,'0'0'208'0,"0"0"-75"0,0 0-80 15,44-17-37-15,-3 6-16 16,6-4-76-16,-5 2-188 16,-13 1-1010-16</inkml:trace>
  <inkml:trace contextRef="#ctx0" brushRef="#br0" timeOffset="119506.8974">11245 4715 1862 0,'0'0'391'15,"0"0"-299"-15,0 0-58 16,54 51 107-16,-14-9 23 16,6 15-44-16,-3 9 33 15,-13 0-59-15,-16-2-55 16,-14-6-23-16,-10 1-16 15,-13-1-20-15,-6-6-211 16,4-14-377-16,2-11-946 0</inkml:trace>
  <inkml:trace contextRef="#ctx0" brushRef="#br0" timeOffset="119830.7564">11076 5526 1798 0,'0'0'323'16,"0"0"-80"-16,0 0-33 0,0 0-87 15,0 0 64 1,0 0-73-16,43-25-20 16,-14 14-40-16,4 0-29 15,-2 3-10-15,-3 1-9 0,-6 2-1 16,-4 2-5-16,-6 0-52 16,-6 2-201-16,-3 1-209 15,-3 0-381-15</inkml:trace>
  <inkml:trace contextRef="#ctx0" brushRef="#br0" timeOffset="120018.5637">11076 5619 1729 0,'0'0'564'0,"0"0"-501"15,0 0-7-15,75-3 43 16,-22-9 53-16,-1 0-83 15,-9-1-35-15,-15 5-25 16,-7-1-9-16,-4 2-262 16,-7-1-817-16</inkml:trace>
  <inkml:trace contextRef="#ctx0" brushRef="#br0" timeOffset="130080.6095">10584 3017 940 0,'0'0'158'0,"0"0"44"16,0 0-23-16,0 0 4 15,29 38-9-15,-17-26-29 16,1 0-37-16,1 0-15 15,1 0-4-15,-1-2-33 0,0-1-10 16,-1 0-6 0,-2-2-16-16,-1-2-23 0,-2-1 5 15,0 0 3-15,-2-1-9 16,-2-1-18-16,0-1-66 16,2 0-137-16,-2-1-174 15,-1 0-340-15</inkml:trace>
  <inkml:trace contextRef="#ctx0" brushRef="#br0" timeOffset="130333.7666">10870 3028 1239 0,'0'0'358'16,"0"0"-9"-16,0 0-129 16,0 0-109-16,0 0-9 15,-43 40 1-15,24-19-28 16,-1 3-45-16,1 1-16 16,2 0-14-16,-3 9-20 15,4-5-205-15,2-4-633 0</inkml:trace>
  <inkml:trace contextRef="#ctx0" brushRef="#br0" timeOffset="137960.3599">2444 5880 1250 0,'0'0'251'0,"0"0"-142"16,0 0 109-16,0 0-43 0,0 0-56 15,-6 1-23-15,6-1-13 16,0 0-49-16,4 0-13 16,5 0 42-16,1 2 47 15,5-2-23-15,2 0-1 16,1 0-10-16,1 0-13 15,1 0-18-15,2-2-2 16,-2-2-9-16,0 0-5 16,-2-2-8-16,0 0-8 15,-2-2 5-15,-1-1-3 16,0-1 3-16,-2-3-8 16,1-2 8-16,-2-2 9 15,-1 0-3-15,0-2-4 0,-2 1-5 16,-2 0 0-1,-1 1-6-15,-1 0-3 0,-1 0-5 16,-2 0 5-16,0 1-5 16,-2 0-1-16,0-2 1 15,-2-1 5-15,-4-1-6 16,-3-3 1-16,-3-1-1 16,-2 1-24-16,0 1-35 15,-2 3 19-15,0 3 25 16,-1 3 7-16,1 2-1 15,0 3-31-15,-1 0-20 16,1 1 12-16,0 2 9 0,1 1-1 16,-1 2 10-1,1 1 8-15,-1 1-6 0,-1 0 2 16,-1 0 13-16,-3 2-5 16,0 3 7-16,-1 1 4 15,1 2 6-15,-1 0-5 16,2 3 4-16,2-1-7 15,-1 1 9-15,2 3 0 16,-1 0 0-16,3 0 0 16,0 3 0-16,1 0 1 15,1 1 5-15,1 0-5 16,3 1 0-16,0 0-1 16,2 0 3-16,3 1-2 0,1 1 7 15,1-1 1 1,2 2 1-16,0 0 8 0,2 0 2 15,4 0 5-15,3-1 5 16,2 0 19-16,1-2 12 16,5-1-28-16,1-2-13 15,2-1-5-15,3-1 34 16,2-3 3-16,0-2-7 16,4-2-6-16,0-2-7 15,1-3-16-15,-3-1 2 16,0-1-1-16,-2 0-7 15,-2-5-1-15,-2-3-7 16,-3 0-1-16,-1-2 6 16,-3-1-6-16,-2 0 5 15,-3 2-6-15,-3 2-6 0,-1 1-8 16,-4 3-5-16,0 1-14 16,-1 2-84-16,-2 0-112 15,-7 5-95-15,-2 1-520 0</inkml:trace>
  <inkml:trace contextRef="#ctx0" brushRef="#br0" timeOffset="159944.6193">4381 6316 932 0,'0'0'175'16,"0"0"-35"-16,0 0 33 16,0 0-16-16,0 0 10 15,0 0 12-15,-4-4-79 16,10 3-47-16,3-1-2 0,2 2-1 16,4 0-18-16,2 0 5 15,2 0 4-15,4 1 11 16,1 1 5-16,2-1-10 15,3-1-5-15,-1 0 5 16,6 0-17-16,-2 0-12 16,5-2 3-16,-2-2 13 15,1 1-13-15,0 0-6 16,-3 0 23-16,-2 1 3 16,-2 1-6-16,0-1-11 15,-2 0-3-15,1 1 0 16,0-1 5-16,1-1-9 0,0 1 6 15,1 0-2-15,0-1-3 16,1 0 0-16,-2 1-3 16,1 0 0-16,0 1 0 15,-1 1-3-15,0 0-3 16,-1 0-3-16,0 0 1 16,0-1-6-16,0-1 5 15,-1 1-4-15,0-1 8 16,1 0-2-16,-2 0-7 15,1 0 5-15,0 1 1 16,0 1-6-16,-1-1 1 16,0 1 4-16,-1 0 0 15,0 0-5-15,-2 0 5 0,1 0-5 16,-1 1-1-16,-1 0 2 16,-1 3-1-16,-1-1 8 15,0 0-8-15,-2 0 7 16,0 0-7-16,0 0 5 15,-2-1 3-15,1 0 0 16,0 0 9-16,1-1 7 16,0 1-7-16,1-1-1 15,-2 0 2-15,3 0-1 16,1-1-1-16,-2 1-2 16,1-1 0-16,-2 0 2 15,-1 0-3-15,-3 0-4 16,1 0 2-16,-3 0 5 0,-1 0-10 15,-1 0 1-15,-3-1-2 16,-1-1 0 0,-3 1-5-16,-1 0-1 15,0 1 2-15,-1 0-1 0,-1 0-1 16,0 0-26-16,-6 0-125 16,-3 5-341-16,0 0-479 0</inkml:trace>
  <inkml:trace contextRef="#ctx0" brushRef="#br0" timeOffset="164375.2007">8762 6107 814 0,'0'0'1172'16,"0"0"-854"-16,0 0-94 0,0 0-62 15,0 0-55 1,0 0-51-16,0 0-25 0,9 1-12 16,7 2 1-16,5-1 10 15,5-1-23-15,3-1-5 16,-1 0-2-16,-2 0-66 15,0-8-156-15,-7-1-322 16,-7 0-482-16</inkml:trace>
  <inkml:trace contextRef="#ctx0" brushRef="#br0" timeOffset="164622.1728">8850 6001 1415 0,'0'0'257'15,"0"0"-13"-15,0 0-145 0,0 0-35 16,40 2 23-16,-16 4-27 16,0 1-11-16,0 2-7 15,-5 1-20-15,-4 1 3 16,-7 1-16-16,-5 2 4 16,-3 1 5-16,-5 2-2 15,-7 1 5-15,-3 3-19 16,-1-2 8-16,1 0-10 15,5 1-91-15,5-5-126 16,4-7-353-16</inkml:trace>
  <inkml:trace contextRef="#ctx0" brushRef="#br0" timeOffset="165184.2549">9194 5821 2063 0,'0'0'260'0,"0"0"-164"0,0 0 32 15,0 0-80-15,0 0 2 16,3 54 41-16,13-11 18 16,4 5-19-16,-1-1-36 15,-4-10-23-15,-5-12-5 16,-1-8-4-16,-2-3-16 15,0-2-5-15,1-1 5 16,-1-2-6-16,-2-4-7 0,-2-5-32 16,-1-1 17-1,2-10 13-15,-1-4-24 0,2-3-8 16,-1 0 28-16,0 1 11 16,1 3 2-16,-1 4 0 15,-1 3 0-15,-2 3 2 16,2 4-1-16,1 0-1 15,3 0-5-15,4 6 5 16,4 1 6-16,2 0 0 16,2 1-5-16,2-3-1 15,0 2 1-15,-2-3-1 16,-1-1 1-16,-4-1-1 16,-2-1 1-16,-3-1 0 0,-3 0 1 15,-1 0-1-15,-2 0 1 16,0 0-1-16,1 0 0 15,0 0-1-15,2 2 0 16,-1 3-1-16,0 0 0 16,0 0-1-16,-3 1-7 15,0-1-19-15,-2-1-133 16,0-2-91-16,-6-1-243 16,-2-1-223-16</inkml:trace>
  <inkml:trace contextRef="#ctx0" brushRef="#br0" timeOffset="165318.7127">9482 5932 1292 0,'0'0'184'15,"0"0"-122"-15,0 0 1 0,0 0-56 16,0 0-7-16,53 14-11 16,-26-2-175-16,-1 1-418 0</inkml:trace>
  <inkml:trace contextRef="#ctx0" brushRef="#br0" timeOffset="165730.0425">9748 5974 1573 0,'0'0'228'0,"0"0"15"16,0 0-9-16,0 0-61 15,0 0-69-15,0 0-50 16,-43 21 1-1,38-6-6-15,2 1-16 0,2 0-10 16,1-1-9-16,0-1-5 16,6-3-1-16,1-3-7 15,1-4 9-15,2-4-10 16,-2 0-11-16,1-7-20 16,-2-6-42-16,-2-5 12 15,-3-4 27-15,-2-10 22 16,-1-10 12-16,-8-9 1 15,0 5 0-15,1 11 5 16,4 15 3-16,1 12 33 16,1 3 26-16,1 3 1 0,1 2-30 15,0 6-38-15,3 11 7 16,10 11-1-16,4 11-6 16,5 7 0-16,-1-2 0 15,-4-10-1-15,-4-9-61 16,6-7-211-16,-3-3-391 15,1-4-221-15</inkml:trace>
  <inkml:trace contextRef="#ctx0" brushRef="#br0" timeOffset="166624.7001">9937 5960 1588 0,'0'0'319'15,"0"0"188"-15,0 0-316 0,0 0 11 16,0 0-84-1,0 0-82-15,0 0-16 16,-14 25-4-16,13-8 2 0,1 0-1 16,0 1-7-16,0-2-1 15,1-3-9-15,3-2 1 16,0-4-1-16,-1-5-16 16,1-2-28-16,0-5 16 15,2-9-13-15,-3-11 8 16,0-14 22-16,-3-15 11 15,0-6 1-15,0 0 0 16,-1 13 9-16,-1 17-4 16,-1 13 4-16,1 9 49 15,1 1 17-15,-1 5-3 16,1 2-17-16,1 4-38 0,0 17-17 16,0 13 7-16,8 12 2 15,4 4 2-15,2-8-12 16,0-11 0-16,-1-12-1 15,-1-4-5-15,3-1-9 16,0-1-77-16,-1-4-35 16,-2-7 5-16,-4-2 28 15,-1-8 35-15,-4-7 21 16,1-2 20-16,-3-1 16 16,0 1 2-16,-1 3 1 0,0 3 47 15,0 4 25 1,0 3 61-16,0 4-14 0,0 0-50 15,0 0-41-15,-1 6-28 16,1 4 7-16,0 3-8 16,0 1 1-16,2 1 0 15,4-2-1-15,1-3-13 16,0-3-98-16,0-4-43 16,1-3 11-16,-1 0 42 15,-2-9-59-15,1-2 66 16,-3-1 65-16,0 2 29 15,-1 1 16-15,0 3 59 16,-2 2 55-16,2 3-35 16,-1 1-37-16,1 0-31 15,2 7-2-15,1 3 6 0,1 3 14 16,-1 2 11-16,-2 1-7 16,-1-1-22-16,0-1-14 15,-1-1-7-15,-1-4-4 16,0-3 5-16,0-5-5 15,0-1 17-15,0-10 7 16,0-6-10-16,0-4-10 16,3-3-5-16,3 0 8 15,1 4-7-15,0 4 10 16,1 5-5-16,0 6-7 16,-1 4 0-16,3 0 2 15,-1 7 4-15,1 4-5 16,0 4 4-16,-3 1-5 0,0 2-32 15,3 7-149-15,-1-4-163 16,1-4-433-16</inkml:trace>
  <inkml:trace contextRef="#ctx0" brushRef="#br0" timeOffset="167190.2169">10607 5876 2105 0,'0'0'275'0,"0"0"-33"16,0 0-161-16,0 0 49 0,-40 22-42 15,37-9-34 1,3-1-29-16,0 2-13 16,1-3-6-16,4-1-4 0,1-2-2 15,1 0 0 1,0-3 0-16,1 1-6 0,-1-2-6 15,0 0 2-15,-2-2-2 16,-2 1 0-16,-3 1-9 16,0-1-5-16,0 2 7 15,-6 3 4-15,-4 1 14 16,0 3 1-16,0 1 0 16,2-1-1-16,3 0 0 15,5-2-5-15,0-2 5 16,9-1-8-16,6-4-5 15,6-2 8-15,2-1-3 0,1-5-45 16,1-5-10-16,-2-6 11 16,-3-5 18-16,-4-11 15 15,-3-10 19-15,-4 0 1 16,-5 4 10-16,-4 7 23 16,0 13 43-16,0 0 51 15,-2 4 18-15,0 7-3 16,0 6-41-16,2 1-59 15,0 6-42-15,3 8 6 16,6 6-5-16,2 3 0 16,1 3 1-16,1 2-1 15,-4-1-1-15,-2-1-27 16,-4-2-126-16,-5-1-143 0,-6-5-256 16,-2-7-405-16</inkml:trace>
  <inkml:trace contextRef="#ctx0" brushRef="#br0" timeOffset="168104.5002">10743 5942 1224 0,'0'0'208'0,"39"-4"-145"16,-12 2-33-16,6 0-2 15,-1 0 4-15,-1-1 7 16,-5-2-14-16,-5 2 0 15,-6-2 24-15,-6 0 80 16,-4 2 25-16,-4 0 32 16,-1 1 22-16,0 2-41 0,-5 0-21 15,-5 0-79-15,-1 3-19 16,-2 5 34-16,0 1 7 16,1 4-22-16,3 0-27 15,1 1-11-15,3 0-14 16,3-1-8-16,2-1-2 15,2-4-5-15,6-2-48 16,3-3-54-16,1-3-18 16,0 0-11-16,1-6-16 15,-3-2-24-15,0-1 96 16,-3 0 53-16,-2 1 18 16,0 1 4-16,-3 1 66 15,-1 2 52-15,-1 0-7 0,0 3-2 16,0 1-3-16,0 0-27 15,0 0-40-15,0 8-19 16,0 1-8-16,0 4 3 16,0-1-9-16,4 2 3 15,2-3 0-15,2-2-1 16,4-3-6-16,1-3 5 16,3-3-7-16,1-2-17 15,-1-9-62-15,-1-6 8 16,0-10 13-16,-3-14 25 15,-1-16 8-15,0-3 4 16,-5 10 21-16,-1 16 0 16,-4 18 0-16,-1 8 42 0,0 2 21 15,0 3 23-15,0 3-11 16,0 3-44-16,1 10-20 16,2 8 1-16,1 1 0 15,2 5-6-15,3-1-5 16,0-1 1-16,2-2-2 15,0-4 1-15,4-4-1 16,2-4-15-16,5-6-14 16,3-4-56-16,1-1-27 15,-1-9 45-15,-4-3 24 16,-2-3 26-16,-5 0 17 16,-4 1 7-16,-4 2 54 0,-3 3 64 15,-2 3 17 1,-1 4-7-16,0 2-39 0,-1 0-47 15,-5 3-31 1,-2 5-9-16,-1 4 2 0,3 1-11 16,1 2 12-16,4 0-3 15,1-1-7-15,2-1 8 16,7-2-8-16,1-4 5 16,4-2-6-16,0-4-1 15,3-1-4-15,0-3-87 16,1-11-151-16,-5 0-286 15,-6-1-669-15</inkml:trace>
  <inkml:trace contextRef="#ctx0" brushRef="#br0" timeOffset="168285.1984">11127 5811 1936 0,'0'0'586'15,"0"0"-517"-15,0 0-48 16,47 4-8-16,-18-3-3 16,2 0-2-16,5 0-8 15,-8-1-169-15,-9 0-678 0</inkml:trace>
  <inkml:trace contextRef="#ctx0" brushRef="#br0" timeOffset="171903.091">2857 6825 768 0,'0'0'227'0,"0"0"-45"16,0 0-21-16,0 0-38 15,0 0 13-15,0 0-18 16,2-3-40-16,5 3 16 16,2 0 23-16,4 0-45 15,2 0-25-15,2 1-9 16,5-1 10-16,2 2-17 0,3-2-3 16,2 0 21-16,0 0 16 15,0 1-15-15,-2 0-16 16,-1 1-5-16,-2-1-3 15,-1 2 1-15,-1-1-3 16,0 1-2-16,-1 0 8 16,1 1-14-16,2 0 13 15,0-2 9-15,1 1-11 16,2-2-3-16,-1 1-18 16,0-1 6-16,-1 0-11 15,0-1 19-15,-1 0 10 16,1 0-7-16,-1 0-4 15,-1 0-2-15,1 0-1 0,0 0 2 16,0 0-6-16,-1 0 1 16,0-1-5-16,-1 1-7 15,-1 0 7-15,-1 0-7 16,0 0-1-16,2 2 1 16,0 0 0-16,3 0 53 15,1-1 19-15,3 1-19 16,1 0-16-16,-2-1-17 15,2 0-11-15,-2 1-4 16,-2-1-5-16,-1 2 5 16,0-1-4-16,-2-1 4 15,0 1 0-15,-3 0-5 16,2 0 5-16,-1-1-5 16,-1 0 1-16,2 0 7 15,-1 0-2-15,1-1 2 0,-1 0 2 16,0 0-2-16,0 0 0 15,2 0-8-15,0 0 13 16,1 0-4-16,1 0-9 16,-1-1 8-16,1-1-8 15,-1 1 8-15,-1-1-7 16,-2 0 4-16,0 2 3 16,-1-1-9-16,1 0 0 15,-1 0 0-15,1 0 1 16,1-1 5-16,1 0-6 15,1 1 11-15,2-1-1 16,2 0 4-16,2-1-4 0,-1 0-2 16,1 1 1-16,1-2-8 15,-1 2 13-15,-1-2-2 16,2 2-3-16,-3-1 1 16,1 1 2-16,0 0 3 15,-1 0-1-15,1-1-2 16,0 1 1-16,0-1-2 15,1 0-1-15,-1-1 4 16,1 1-5-16,0-1 15 16,-1 0-8-16,0 0-4 15,-3 1 0-15,-3-1-3 0,-2 2 2 16,-5-1-5 0,-4 1-5-16,-3 0 7 0,-3 1-2 15,-2 0 0 1,-1 1-5-16,-2-1 5 0,0 1-4 15,-1 0-1-15,0 0 3 16,0-1-4-16,0 1-13 16,0-3-106-16,-2 0-140 15,-3-2-745-15</inkml:trace>
  <inkml:trace contextRef="#ctx0" brushRef="#br0" timeOffset="175295.8606">7331 6833 126 0,'0'0'1055'16,"0"0"-850"-16,0 0-30 15,0 0 48-15,0 0 37 16,0 0-99-16,0 0-36 16,-8-8-51-16,17 8 8 0,3 0-8 15,3 0-23-15,3 0-3 16,2 2-13-16,1 1-6 15,3 0-7-15,1 0 7 16,1 0 0-16,1-1 30 16,-1 0-22-16,0 0-9 15,0-1 1-15,-2 1-2 16,0-2-9-16,-1 0-3 16,-1 0-3-16,-1 0 0 15,-1 1 1-15,-1-1 3 16,0 0-1-16,1 0-4 15,0 1 1-15,1-1-3 16,0 0-3-16,-1 0-5 0,1 0 6 16,1 0-5-1,-1 1 16-15,1-1 1 0,-1 0-2 16,0 1-4-16,0 0-1 16,-1 0 0-16,-1 0-3 15,0 1-1-15,-1 0-2 16,1 1 1-16,0-2 10 15,1 0-7-15,0 0 1 16,-1-1-1-16,1 0-4 16,0 0-5-16,0 0-1 15,0 0 8-15,1 0 4 16,0 0-1-16,-1-1-9 16,2 0 5-16,0 0 1 15,0 0-7-15,3-1 8 16,0 2-8-16,1-1 7 0,-1 0-7 15,1 1 6 1,-1 0-1-16,1-1 2 0,-3 1-7 16,1 0 8-16,-1 0-7 15,0 0-2-15,-1 0 2 16,-1 0 5-16,1 0 2 16,0 0 2-16,0 0-10 15,1 0 5-15,2 0 0 16,-1 0-5-16,3 0 5 15,0 0-4-15,2 0 5 16,0 0-6-16,1-1 1 16,1 1 4-16,0-1-5 15,2 0 5-15,-3 0-5 16,2 1 10-16,-2 0-5 16,0 0-5-16,0 0 7 0,0 0-7 15,0-1 1-15,2 1 11 16,-2 0 2-16,0-1-3 15,0 0-1-15,1 1-1 16,-1-1 4-16,1 1 5 16,1-1-5-16,0-1-2 15,1 2-3-15,-1-2-2 16,0 0-5-16,0 1 7 16,-2-1 3-16,0 0 0 15,-4 0-6-15,0 0 3 16,-2 0-3-16,-2-1-5 0,0 1 8 15,-1 0-1-15,-1-1 1 16,-1 0-8 0,-1 1 7-16,-3-1-7 0,0 1 8 15,-2 1-8-15,-2 0 5 16,-2-1-4-16,-3 1 4 16,0 0 0-16,-3 0-5 15,-1 1 7-15,-1 0-7 16,0 0 5-16,-1 0-5 15,0 0 0-15,0 0 0 16,0 0-1-16,0 0 1 16,0-1-1-16,0 0 0 0,-2 0-38 15,-16-3-121 1,1 1-161-16,-5-2-650 0</inkml:trace>
  <inkml:trace contextRef="#ctx0" brushRef="#br0" timeOffset="179526.8477">10849 6612 1167 0,'0'0'326'0,"0"0"-110"16,0 0 0-16,0 0-12 15,0 0-36-15,0 0-6 16,47-23-66-16,-25 23-33 16,4 0-17-16,3 0-13 15,1 0-2-15,3 0 4 16,1 0-15-16,-1 0-8 15,-2-1-6-15,-2-1-6 16,-6-2 2-16,-6 1-2 16,-13-1-42-16,-4 2-207 15,-4-1-456-15</inkml:trace>
  <inkml:trace contextRef="#ctx0" brushRef="#br0" timeOffset="179884.1062">10844 6479 1392 0,'0'0'304'16,"0"0"-16"-16,0 0-121 15,0 0-12-15,0 0-39 16,0 0-49-16,0 0-12 0,14 27-3 15,-18-8-5 1,-6 2 10-16,-4 3-12 0,-1 1-12 16,1-3 46-16,2-1-15 15,5-3-25-15,4-1 6 16,3-3-6-16,5-1-8 16,10-2-1-16,11 0 0 15,16-4 3-15,12-4 3 16,5-3-12-16,-3 0-15 15,-14-3-9-15,-15 0-5 16,-1 3-147-16,-12 0-224 16,-5 0-813-16</inkml:trace>
  <inkml:trace contextRef="#ctx0" brushRef="#br0" timeOffset="182792.5687">12174 5388 1827 0,'0'0'549'0,"0"0"-436"16,0 0 12-16,0 0-70 15,0 0 87-15,2 64-17 16,4-27-42-16,-1-2-34 15,0-6-30-15,-2-8-7 16,0 3 0-16,-2 1-12 16,-1-2-13-16,0-3-195 15,-13-2-171-15,0-6-383 16,1-6-372-16</inkml:trace>
  <inkml:trace contextRef="#ctx0" brushRef="#br0" timeOffset="182999.4104">12153 5370 1207 0,'0'0'238'16,"32"-48"-62"-16,-15 36 8 16,4 1-50-16,5 0-30 15,5 2-35-15,-2 5-7 16,-3 4-15-16,-4 2-14 16,-5 9-9-16,-8 3 1 15,-4 3 6-15,-5 2-16 16,-7 4-14-16,-8-1-1 15,-5 2-26-15,-7 2-163 16,5-5-207-16,5-6-454 0</inkml:trace>
  <inkml:trace contextRef="#ctx0" brushRef="#br0" timeOffset="183248.0096">12651 5063 1818 0,'0'0'349'16,"0"0"-165"-16,-45 52 16 15,21 1-67-15,5 10-22 16,8 6 15-16,11-3-12 16,3-7-11-16,12-3-28 0,1-11-20 15,0-12-26-15,-1-12-17 16,2-8-12-16,3-1-5 15,14-11-167-15,-4-1-185 16,-4-7-396-16</inkml:trace>
  <inkml:trace contextRef="#ctx0" brushRef="#br0" timeOffset="183653.2341">12809 5291 1540 0,'0'0'483'16,"0"0"-354"-16,0 0 179 15,0 0-168-15,0 0-55 16,0 0-9-16,-11 34 31 16,11-13-14-16,3 2-32 0,1 0-10 15,-1 0-15-15,0-2-21 16,-1-1-14-16,0-7 6 16,-2-5-6-16,0-5 0 15,0-3-1-15,0-3-1 16,-1-9-50-16,-2-3 10 15,1-2 20-15,0-1 13 16,2 2 8-16,0 4 1 16,0 2 0-16,0 2 0 15,0 4 5-15,0 2-5 16,0 2-1-16,0 0-1 16,0 0-8-16,0 0-6 15,0 0 2-15,2 3 4 16,-1 2 3-16,0-2 4 0,-1 0 1 15,1-1-25-15,-1 1-69 16,0-1-32-16,0-1-96 16,1 0-72-16,-1-1-104 15,1 0-289-15</inkml:trace>
  <inkml:trace contextRef="#ctx0" brushRef="#br0" timeOffset="186415.0508">12945 5243 468 0,'0'0'186'0,"0"0"39"0,0 0-86 16,0 0 112-16,0 0-103 16,0 0-11-16,0 0-3 15,-33-25 57-15,20 24-42 16,-2 1 0-16,-1 0-25 16,1 9-23-16,0 3-24 15,2 2 2-15,4 3-25 16,4-1-25-16,4 0 4 15,1-1-9-15,5-1-8 16,5-1 1-16,3-2-10 16,3-1 4-16,3-1-2 15,-1-2-2-15,-1-1-6 16,-3 0-1-16,-3-2 1 0,-5 1-1 16,-4 0-9-1,-2-1 2-15,-5 3 7 0,-10 0 1 16,-3 1 6-16,-5 1-6 15,-3-2 0-15,-1 1 0 16,2-4-1-16,3 1-15 16,7-3-34-16,8 0-48 15,11-2-132-15,7-2-257 16,8-5-120-16</inkml:trace>
  <inkml:trace contextRef="#ctx0" brushRef="#br0" timeOffset="187017.5268">13167 5239 1264 0,'0'0'494'0,"0"0"-304"0,0 0 66 16,0 0 0-16,0 0-43 16,-43-29-90-16,31 38-45 15,1 5-17-15,-1 4-31 16,4 2-7-16,3 1 23 15,4 0-9-15,1-2-14 16,7-3-8-16,6-2-8 16,4-4-1-16,2-3-6 15,2-6 0-15,-1-1-13 16,-2-5-41-16,-1-5-13 16,-6-4 31-16,-2 0 22 0,-3-2 13 15,-5 0-1-15,-1 2 2 16,0 1 0-16,-4 4 6 15,-2 2 25-15,-1 4 14 16,1 2-3-16,1 1-17 16,1 2-13-16,2 5-10 15,2 3-2-15,0 1 1 16,6 0 7-16,6-1-8 16,3-2 0-16,2-2-6 15,0-3 5-15,2-3 1 16,-4 0-2-16,-1-5-16 0,-2-5 3 15,-4-2 14 1,-1-3-6-16,-3-2 7 16,-1 0 1-16,-3 1 0 0,0 3 7 15,0 4 8-15,0 4 37 16,0 4-13-16,0 1-22 16,2 7-18-16,1 6 1 15,1 4 5-15,2 2 1 16,2 1-6-16,-2 0-1 15,1-1 0-15,-3-3-21 16,-1-2-124-16,-3-1-142 16,0-4-244-16,-5-4-353 0</inkml:trace>
  <inkml:trace contextRef="#ctx0" brushRef="#br0" timeOffset="187183.1438">13237 5233 1724 0,'0'0'233'0,"0"0"-101"0,41-21-84 15,0 10-27-15,-1 1-12 16,10-3-9-16,-13 4-30 16,-15 2-462-16</inkml:trace>
  <inkml:trace contextRef="#ctx0" brushRef="#br0" timeOffset="187460.2534">13504 4808 1508 0,'0'0'572'16,"0"0"-446"-16,0 0-58 15,0 0-25-15,-5 78 53 16,20-10 36-16,7 12 20 15,2 5-45-15,0-3 67 16,-3-11-22-16,-3-3-18 16,-2-9-33-16,-4-7-15 15,-3-12-32-15,-1-12-18 16,-4-9-17-16,-1-5-11 16,-1-1-8-16,-1-2-6 15,-3 0-90-15,-6-6-187 0,-2-4-469 0</inkml:trace>
  <inkml:trace contextRef="#ctx0" brushRef="#br0" timeOffset="188248.6092">13806 4863 1273 0,'0'0'379'15,"0"0"-123"-15,0 0-33 16,0 0-104-16,0 0-39 16,0 0-1-16,0 0-9 15,-5 42-20-15,11-26-20 16,-1 0-17-16,1-1-5 0,0-2-8 15,1-3-40 1,-2-3-304-16,-3-5-544 0</inkml:trace>
  <inkml:trace contextRef="#ctx0" brushRef="#br0" timeOffset="188427.7519">13840 4815 1472 0,'0'0'319'15,"0"0"-92"-15,0 0-140 16,0 0 9-16,0 0-13 16,14 43-36-16,-5-21-30 15,2 3-17-15,8 13-3 16,-2-7-150-16,-1-3-507 0</inkml:trace>
  <inkml:trace contextRef="#ctx0" brushRef="#br0" timeOffset="188663.9759">14206 5058 1908 0,'0'0'353'0,"0"0"-80"15,0 0-113-15,0 0-1 16,-6 34-74-16,6-16-27 15,3-1-19-15,3 2-18 0,-3-1-12 16,0-2-6 0,-1-2-3-16,-2-3-108 0,-2-1-131 15,-4-4-147-15,-3-4-346 16</inkml:trace>
  <inkml:trace contextRef="#ctx0" brushRef="#br0" timeOffset="189322.8227">14034 5052 1340 0,'0'0'251'0,"0"0"-128"16,39-18-47-16,5 5-3 0,16-4-18 16,4-3-18-1,-11 5-19-15,-17 3-8 0,-19 4-9 16,-7 0 0-16,-3-3 1 15,-3 0 5-15,-2-2 82 16,-2 3 56-16,0 2 56 16,-5 5-45-16,1 3-80 15,1 0-34-15,2 10-32 16,-1 8-1-16,2 10 18 16,0 0 24-16,6 3 9 15,3 0-5-15,0-5-16 16,0 2 4-16,0-4-31 15,-1-4-2-15,0-5-10 0,-2-5-1 16,-2-5-31-16,0-5-23 16,0-1 28-16,1-9-15 15,0-4-1-15,1-1 17 16,0 1 17-16,0 2 8 16,-2 2 1-16,0 4 0 15,0 3 0-15,0 3 0 16,2 0 0-16,2 3 0 15,2 5-1-15,4 2 0 16,1-1 1-16,0-2 0 16,3 0 0-16,-1-5 1 15,0-2-1-15,-1 0 0 16,0-5 0-16,-3-5-1 16,-1-2 1-16,-3-3 0 0,-3-1 0 15,-3-1 0-15,-3 0 6 16,0 2-4-16,0 3 8 15,-4 5 17-15,-4 5 32 16,-2 2-21-16,-1 6-23 16,0 7-8-16,1 2-7 15,4 4-1-15,5 0 0 16,1 0-7-16,11 0-10 16,22 2-100-16,-2-5-243 15,2-5-586-15</inkml:trace>
  <inkml:trace contextRef="#ctx0" brushRef="#br0" timeOffset="189552.654">15077 4897 1923 0,'0'0'312'15,"0"0"32"-15,-42-1-153 16,26 10-109-16,3 7-36 15,3 4-9-15,5 4-1 16,5 2-24-16,0 2 0 16,9-2-10-16,6-2-2 15,3-4 0-15,12-5-135 16,-4-6-172-16,-2-6-371 0</inkml:trace>
  <inkml:trace contextRef="#ctx0" brushRef="#br0" timeOffset="190126.1603">15240 4929 1525 0,'0'0'375'16,"0"0"151"-16,0 0-340 15,0 0-10-15,-46-4-61 16,33 16-66-16,0 4-8 16,2 6-4-16,4 2-10 15,3 0-9-15,4-1-3 16,0-3-8-16,6-5-1 15,5-5-6-15,2-4-13 16,1-4-43-16,0-2-33 16,-1-6-6-16,0-5 33 15,-1-3 27-15,-3-1 21 0,-1-2 14 16,-1 0 0-16,-4 2 1 16,-1 2 10-16,-1 4 16 15,-1 3 35-15,0 3 19 16,0 3-2-16,0 0-43 15,0 6-27-15,0 4-8 16,0 4 2-16,2 0-2 16,5 1-1-16,3-3 0 15,2-2-1-15,2-3-5 16,1-5-1-16,-2-2-2 16,-1-1-15-16,-3-8 6 15,-1-5 9-15,-3-4 9 0,-4-9 0 16,-1-10 1-16,0 0 5 15,-2 3 1-15,-2 7 13 16,1 10 4-16,0 3-14 16,1 4-3-16,0 6-6 15,2 4-1-15,0 4-1 16,2 11-13-16,7 12 14 16,5 11 36-16,1 7-2 15,-2-2-7-15,-3-11-18 16,-7-11-9-16,-1-7 0 15,-2-1-170-15,0 0-105 16,0-1-357-16,-4-8-260 0</inkml:trace>
  <inkml:trace contextRef="#ctx0" brushRef="#br0" timeOffset="190284.4702">15277 4934 1722 0,'0'0'226'0,"0"0"-124"16,0 0-68-16,39-13-19 16,-17 10 1-16,9-1-16 15,-7 1-8-15,-5 0-332 0</inkml:trace>
  <inkml:trace contextRef="#ctx0" brushRef="#br0" timeOffset="190480.982">15422 4646 1211 0,'0'0'641'0,"0"0"-468"16,0 0-4-16,0 0-105 16,0 0 26-16,-5 37-10 15,10-16-32-15,1 2-32 16,0 6-16-16,0-6-88 15,-2-5-460-15</inkml:trace>
  <inkml:trace contextRef="#ctx0" brushRef="#br0" timeOffset="190668.0013">15475 4672 1378 0,'0'0'384'16,"0"0"-149"-16,0 0-105 15,0 0 24-15,0 0 16 16,15 52-85-16,-3-28-45 16,3 0-22-16,-2 0-13 15,2 6-5-15,-3-7-93 16,-5-4-421-16</inkml:trace>
  <inkml:trace contextRef="#ctx0" brushRef="#br0" timeOffset="190923.4265">15560 4523 350 0,'0'0'1511'16,"0"0"-1295"-16,0 0-114 15,0 0-40-15,51 24 3 16,-10 18 54-16,11 21-15 15,-2 10 34-15,-17 3-14 16,-22-4 16-16,-20-9-14 16,-27-2-57-16,-16-3-45 15,-15-3-24-15,-10-4-191 16,14-14-368-16,6-8-977 0</inkml:trace>
  <inkml:trace contextRef="#ctx0" brushRef="#br0" timeOffset="195929.2896">12577 6295 1993 0,'0'0'245'0,"0"0"-119"15,-39-8 57-15,29 9-70 16,4 16-63-16,5 14-18 16,1 14 18-16,6 7 68 15,4 2-22-15,1-3-12 16,-2-6-6-16,-4-8-26 15,-2-9-23-15,-2-9-29 16,0-3-31-16,-1 0-114 16,0-3-97-16,0-6-43 15,0-7 70-15,-1-14-121 16,-6-25-180-16,1 1-391 16,-1-2 716-16</inkml:trace>
  <inkml:trace contextRef="#ctx0" brushRef="#br0" timeOffset="196116.9093">12539 6311 1213 0,'0'0'288'0,"0"0"-118"16,46-45-29-16,-23 33-13 16,0 5-11-16,0 6-29 15,-3 1-33-15,-2 8-21 16,-7 3-11-16,-3 3-8 16,-6 2-3-16,-2 2-9 15,-6 2 10-15,-7 0-13 16,-4 0-5-16,-3 0-48 15,-4 0-112-15,4-4-166 16,5-7-338-16</inkml:trace>
  <inkml:trace contextRef="#ctx0" brushRef="#br0" timeOffset="196386.8929">13060 6082 1664 0,'0'0'275'0,"0"0"76"15,0 0-136-15,-42 31-45 16,26 6-82-16,0 12 9 16,5 6 0-16,8-2-17 0,3-6-15 15,15-7 9 1,4-7 5-16,0-7-44 0,0-8-23 15,1-2-6-15,5 0-6 16,13-2-58-16,-4-3-239 16,-5-8-350-16</inkml:trace>
  <inkml:trace contextRef="#ctx0" brushRef="#br0" timeOffset="196828.8883">13349 6193 1475 0,'0'0'262'0,"0"0"35"16,0 0-49-16,0 0-56 15,0 0-88-15,-50 2-16 16,37 10 28-16,2 3-11 16,3 1-30-16,4 0-17 15,4 2-21-15,3-1-13 16,9-1-7-16,4-1-5 16,2-1-3-16,1 0-8 15,-2-4 0-15,-3-1-1 0,-3-1 2 16,-5-2-2-16,-3-2 0 15,-3 1-1-15,0-2 0 16,-5 0 1-16,-7-1 1 16,-4 0 0-16,-4-1-1 15,-3-1-21-15,0 0-52 16,0 0-29-16,3 0 7 16,6 0-32-16,8 0-114 15,5 0-139-15,1 0-538 0</inkml:trace>
  <inkml:trace contextRef="#ctx0" brushRef="#br0" timeOffset="197491.848">13525 6224 1538 0,'0'0'315'0,"0"0"7"16,0 0-25-16,0 0-96 15,0 0-77-15,0 0-45 16,0 0 26-16,-44 22-14 16,36-5-16-16,3 2-21 15,5 0-21-15,0-3-14 16,5 0-1-16,6-4-17 16,1-1 0-16,2-5-1 15,-1-3 0-15,0-3-39 16,-1-2-39-16,-1-9-14 15,-1-2-12-15,-1-4 28 0,-2-2 40 16,-1 0 26-16,-1 1 10 16,-2 1 0-16,-3 5 10 15,0 3 41-15,0 2 24 16,0 3 26-16,0 3-9 16,0 1-41-16,0 2-29 15,-1 9-11-15,0 3-5 16,1 5 1-16,1-1-5 15,7 1 11-15,2-1-4 16,3-3-9-16,0-3-1 0,-2-2 1 16,1-5 0-16,-4-3-11 15,1-2-17-15,-2-5 2 16,0-7-22-16,1-6-15 16,-1-9 26-16,1-10 9 15,-3 1 14-15,-1 4 13 16,-2 6 0-16,-2 10 1 15,0 3 16-15,0 1 42 16,0 6 11-16,0 4-6 16,0 2-29-16,1 3-23 15,3 8-11-15,3 6 1 16,2 4 5-16,2 1 1 16,0 1-6-16,-1 0-1 15,-2-1 1-15,-4-3-1 16,-2-3-45-16,-2-2-135 0,-6-3-79 15,-5-3-252-15,-1-5-377 16</inkml:trace>
  <inkml:trace contextRef="#ctx0" brushRef="#br0" timeOffset="197643.1347">13621 6234 1807 0,'0'0'315'0,"0"0"-125"15,0 0-88-15,0 0-41 16,59-26-31-16,-21 17-30 16,-8 2-86-16,-1 0-600 0</inkml:trace>
  <inkml:trace contextRef="#ctx0" brushRef="#br0" timeOffset="198729.2541">13939 5811 1538 0,'0'0'377'16,"0"0"-61"-16,0 0 16 15,0 0-176-15,0 0-102 16,0 0-36-16,8 64 19 15,5 0 69-15,4 9 38 16,1 3-5-16,1-5-50 16,-3-9-24-16,-3-4 36 0,-2-6-26 15,-4-11-20 1,-1-13-25-16,-3-9-24 0,-1-4-6 16,0-2 0-16,-2-1-53 15,1-3-53-15,-1-6-60 16,0-6-88-16,-1-6-334 15,-2-5-386-15</inkml:trace>
  <inkml:trace contextRef="#ctx0" brushRef="#br0" timeOffset="199405.9533">14177 5936 1980 0,'0'0'295'16,"0"0"-126"-16,0 0 76 16,0 0-57-16,0 0-95 15,0 0-50-15,6 75 24 16,5-26 17-16,-2-6-21 16,0-12-16-16,-2-10-11 15,-1-2-21-15,1 1 1 16,1 1-16-16,-2-2 0 15,0-7-10-15,-3-7-44 16,1-5-13-16,1-5 17 16,0-8-52-16,2-5-2 15,2-2 42-15,-1 0 43 0,1 0 19 16,0 4-5 0,-2 4 5-16,-2 4 1 0,-1 4 14 15,0 4 11-15,-1 0-9 16,1 7 8-16,4 5 16 15,1 1 17-15,2 3-6 16,2-1-13-16,2-2-24 16,1-3 0-16,1-3-9 15,2-3 0-15,1-4-5 16,-2 0 0-16,-2-7-1 16,-1-5-45-16,-2-5-21 15,-3-4 20-15,-3-3 18 16,-1-3 16-16,-2-1 11 0,-3-1 0 15,0 3 1-15,-1 3 14 16,0 5 35-16,0 6 35 16,-1 4 13-16,0 3-19 15,0 5-41-15,0 0-24 16,1 8-13-16,0 8 0 16,2 6 8-16,4 3 16 15,3 2-2-15,1 0-2 16,1-1-7-16,-1-4-7 15,-3-1 3-15,0-3-9 16,-3-3-16-16,-2-3-65 16,-1-4-110-16,-1-5-117 0,-6-3-276 15,-2 0-498-15</inkml:trace>
  <inkml:trace contextRef="#ctx0" brushRef="#br0" timeOffset="199568.5789">14493 6100 1942 0,'0'0'261'16,"0"0"-39"-16,0 0-61 15,0 0-96-15,0 0-47 16,50-20-18-16,-5 8-55 16,-5 2-316-16,-4-2-993 0</inkml:trace>
  <inkml:trace contextRef="#ctx0" brushRef="#br0" timeOffset="199876.8515">14733 5664 1267 0,'0'0'767'0,"0"0"-557"15,0 0 65-15,0 0-127 16,57 3-84-16,-20 30-25 0,9 19 43 16,2 10 25-1,-10 8 25-15,-16 0-20 0,-19-6-25 16,-12 2-18-16,-25-1-27 15,-17-2-42-15,-20 3 0 16,12-18-229-16,-2-9-532 0</inkml:trace>
  <inkml:trace contextRef="#ctx0" brushRef="#br0" timeOffset="205006.5045">13601 1921 905 0,'0'0'278'16,"0"0"-113"-16,0 0 30 15,0 0-19-15,0 0 1 16,0 0-55-16,0 0-29 0,6-19-26 16,9 16-5-1,13-3-30-15,17-4-11 0,24-2 6 16,14-3 5-16,14-1-11 15,5-1 10-15,1 1-18 16,7 1 8-16,-1 1 15 16,-2 0-18-16,-7 1 31 15,-11 1-27-15,-9 1-7 16,-12 2-14-16,-18 2 0 16,-13 1 1-16,-14 2 10 15,-8 1-6-15,-1 0-5 16,-4 1-1-16,-2 0 0 15,-8 2 0-15,-3 0-20 0,-32 15-53 16,2 1-233-16,-6 0-572 16</inkml:trace>
  <inkml:trace contextRef="#ctx0" brushRef="#br0" timeOffset="205563.6767">14159 2419 1343 0,'0'0'336'0,"0"0"-49"15,0 0-64-15,0 0-20 16,0 0-43-16,0 0-62 15,0 0 14-15,64-11 22 16,-1 1 29-16,16-4-47 16,14 0-55-16,9-2-26 0,-1 2 1 15,4 0-15-15,-2 1-2 16,-8 2-6-16,-11 1 2 16,-13 1 3-16,-18 1-17 15,-16 3 0-15,-12 2-1 16,-9-1 2-16,0 0-1 15,-3 1 7-15,-1 0-7 16,-6 1 1-16,-4 1 8 16,-1 1-4-16,-1 0-5 15,0 0-1-15,-10 0-1 16,-19 5-46-16,-37 9-36 16,3 0-503-16,-5-1-1043 0</inkml:trace>
  <inkml:trace contextRef="#ctx0" brushRef="#br0" timeOffset="209864.3336">14391 6468 1220 0,'0'0'344'16,"0"0"-150"-16,0 0 88 15,0 0-55-15,0 0-46 0,0 0-61 16,-2-5-15-16,2 5 12 16,0-1-19-16,6 0 29 15,3-1 15-15,5-2-42 16,3 0-12-16,4-1-31 15,4-1-9-15,1 0-10 16,2-1-2-16,-1 1-17 16,1 0-5-16,-2 1-13 15,-2 0 10-15,-3 1-10 16,-4 0 1-16,-1 0 4 16,-4 0-5-16,-3 0-1 15,-2 2 0-15,-3 0-8 16,-3 1-52-16,-1 1-61 0,-3 0-105 15,-5 1-147-15,-2 3-373 16</inkml:trace>
  <inkml:trace contextRef="#ctx0" brushRef="#br0" timeOffset="210246.4031">14433 6578 1633 0,'0'0'328'0,"0"0"-92"0,0 0 29 16,0 0-27-16,0 0-58 15,0 0-25-15,0 0 28 16,29 0-44-16,-9 0-27 15,4-3-2-15,3-2-41 16,3 0-2-16,2-2-14 16,0 0-8-16,0-1-24 15,-1-1-3-15,-2 0-8 16,-1 1-1-16,-2-1 3 16,-4 1-12-16,-2 0 8 15,-5 3-8-15,-6 1-1 0,-3 2-39 16,-6 1-70-16,-1 1-41 15,-30 2-122-15,2 4-392 16,-8 0-767-16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54:07.1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4390 4353 1151 0,'0'0'632'15,"0"0"-394"-15,0 0 86 16,0 0-35-16,0 0-35 16,-14-8-60-16,20 2-80 0,7-3-60 15,3-1-27 1,5 0-13-16,5-2 4 0,0 0-6 16,2 0-6-16,0 1 7 15,-1-1-13-15,-1 1-1 16,-2-1 1-16,-2 2 0 15,-4 1 0-15,-3 0-1 16,-3 3 0-16,-4 0-5 16,-2 1-25-16,-5 3-81 15,-1 0-225-15,-8 1-317 16,-2 1-575-16</inkml:trace>
  <inkml:trace contextRef="#ctx0" brushRef="#br0" timeOffset="395.9562">4540 4122 1609 0,'0'0'305'0,"0"0"77"15,0 0-119-15,0 0-65 16,0 0-56-16,0 0-70 15,0 0-32-15,34-7-16 16,-18 7 1-16,1 0 5 16,1 3-10-16,0 0 7 0,-2 1-8 15,0 0-4 1,-3 0 2-16,-2 0 1 0,-2 0-3 16,-2 0 7-1,-1 0-2-15,-2 2-8 0,-1 2 3 16,-1 0 15-16,-2 3 1 15,0 1-7-15,-2 0 7 16,-3 2-4-16,-1-1-3 16,-1 2-12-16,0-2 3 15,0 0-15-15,0 1 0 16,1 0 0-16,-2 10-74 16,1-4-219-16,0 0-472 0</inkml:trace>
  <inkml:trace contextRef="#ctx0" brushRef="#br0" timeOffset="2702.8929">5025 5099 1743 0,'0'0'256'0,"0"0"-83"16,0 0 24-16,0 0-32 16,0 0-13-16,0 0-26 15,0 0-18-15,33-3-18 16,-6 0-16-16,8-1-11 16,-1-2-24-16,-3-1-33 15,0 0 7-15,-5 1-13 16,-4 2-1-16,-6 1-85 15,-9 3-165-15,-4 0-287 16,-3 1-352-16</inkml:trace>
  <inkml:trace contextRef="#ctx0" brushRef="#br0" timeOffset="2912.9511">5033 5222 2295 0,'0'0'330'0,"0"0"-197"16,0 0 2-16,0 0 69 16,0 0-38-16,0 0-49 15,57-16-30-15,-26 6-36 16,2-1-33-16,-5 1-18 16,1 0-1-16,-1-3-79 15,-8 2-204-15,-9 1-900 0</inkml:trace>
  <inkml:trace contextRef="#ctx0" brushRef="#br0" timeOffset="22178.2194">6219 5090 124 0,'0'0'881'0,"0"0"-678"15,0 0 23-15,0 0 8 0,0 0 28 16,-42-1 33-1,36 0-37-15,3 0-56 0,0-1-12 16,1 2-26-16,2 0-47 16,0 0-39-16,0 0-17 15,0 0-3-15,2 0-28 16,5-1 5-16,6 0 14 16,3 0 2-16,5-1-9 15,6 0-4-15,2-1 2 16,2 1-14-16,0-2-10 15,0 1-4-15,-2-1-11 16,-2 1 5-16,-5 0 0 16,0 1-6-16,-6 0 0 15,-4 0 4-15,-3 1-4 16,-3 1-21-16,-4 0-36 16,-1 0-45-16,-1 0-45 15,0 0-142-15,-14 10-231 0,1-1-202 16,-2 0-670-16</inkml:trace>
  <inkml:trace contextRef="#ctx0" brushRef="#br0" timeOffset="22676.1412">6225 5225 924 0,'0'0'341'16,"0"0"-49"-16,0 0-40 16,0 0 6-16,0 0-19 15,0 0-36-15,0 0 34 16,-6-3-45-16,6 1-21 15,0 1-36-15,0 0-25 16,1-2-20-16,5 2-7 16,5-1-8-16,3 0-12 15,5-1 0-15,3 1-8 16,3 0-7-16,1 0-9 16,0-2 6-16,1 2-4 15,-1 0-10-15,-3-1-7 0,-1 1-10 16,-4-1-1-16,-3 2-4 15,-2-1 2-15,-4 1-2 16,-2 0-3-16,-2 1 6 16,-2-1-11-16,-1 1 9 15,-1 0-10-15,-1 0 0 16,0 0 0-16,0 0 0 16,0 0 0-16,0 0-27 15,0 0-98-15,-22 10-94 16,1 3-275-16,-6 0-863 0</inkml:trace>
  <inkml:trace contextRef="#ctx0" brushRef="#br0" timeOffset="26008.7694">6264 4776 365 0,'0'0'494'15,"0"0"-189"-15,0 0-37 16,0 0-26-16,0 0 36 15,0 0-21-15,0 0-49 16,0-5-3-16,0 0-17 16,-1-1-38-16,-2-5-34 15,2 0-17-15,-1-5-18 16,1-2-12-16,0-3-17 16,0-2-16-16,1-8-6 15,0-10-12-15,0-8 11 16,0 1-17-16,0 10-3 15,0 12-2-15,0 7 1 16,3 0-1-16,-2-1-6 16,1 0 5-16,-1 3-5 15,1 3 0-15,-2 1-1 0,1 2-1 16,1 2-12-16,-2 0 1 16,1 1 3-16,-1 2 0 15,0 1 7-15,1 2-5 16,-1 2 1-16,0 0 5 15,0 1 0-15,0 0-10 16,0 0 10-16,0 0-7 16,0 0 2-16,0 0 5 15,0 0-5-15,0 0 4 16,0 0-16-16,-1 0 8 16,-6 5-7-16,-3 3 17 15,-3 2-1-15,-2 1-8 16,1-1 8-16,2 0 0 0,0-1 0 15,2 0 1-15,1-3-1 16,3-2 1-16,2-2 8 16,2 0-8-16,2-2 0 15,0 0 1-15,0 0 0 16,0-5 7-16,0-1-8 16,5-3 0-16,2 0-1 15,4-1-8-15,2 2 8 16,2 3-10-16,1 0-8 15,1 2 8-15,0 2 4 0,0 1-8 16,0 0 5 0,-2 4 9-16,-1 3 0 15,-2 1 1-15,-4 1-140 0,-3 9-207 16,-3-3-248 0,-2 0-419-16</inkml:trace>
  <inkml:trace contextRef="#ctx0" brushRef="#br0" timeOffset="26194.5566">6475 4362 1743 0,'0'0'472'15,"0"0"-225"-15,0 0-123 16,0 0-68-16,0 0-56 0,0 0-67 15,-20 38-442-15</inkml:trace>
  <inkml:trace contextRef="#ctx0" brushRef="#br0" timeOffset="28009.3686">6283 3561 1182 0,'0'0'374'15,"0"0"-23"-15,0 0-61 16,0 0-11-16,0 0 29 15,0 0-66-15,0 0-44 16,0-12-70-16,0 0-36 16,0-4-26-16,0-6-9 15,-3-11-14-15,0-13-10 16,1-17-6-16,-1-9-7 0,2-5-8 16,1 5-11-1,0 9-1-15,0 10-52 0,0 8-13 16,0 11 17-16,0 8 8 15,0 6-8-15,0 3 24 16,-2 0 4-16,1 0 8 16,0 1 6-16,0 5 0 15,1 3-9-15,0 4-9 16,0 1 8-16,0 1 6 16,0 1-5-16,-1 0 0 15,1 1 1-15,0-1-2 16,-1 1-1-16,0-2 2 15,0 0-1-15,0-1-14 0,0 0 3 16,-1 1-3 0,1 0 1-16,1 1 13 0,-1 1 2 15,-1 0-6-15,1 0-9 16,-4 2 4-16,-2 5-11 16,-3 5 0-16,-4 3 27 15,-1 2 8-15,2 1 1 16,0-1 0-16,2-1 2 15,2-2 4-15,3-5 0 16,2-2 1-16,3-5 1 16,1-2-2-16,0 0 4 15,0-7 17-15,6-6-9 16,3-4-18-16,5-2-7 16,1-1-16-16,3 1-8 15,0 4-20-15,2 2 27 0,1 3-4 16,-2 4 11-1,0 3 1-15,-1 3 14 0,-1 0-11 16,-2 3 4-16,-2 4 9 16,-1 2-1-1,-5 2 0-15,-1 3 1 0,-4 9 0 16,-2-1-124-16,0-4-706 0</inkml:trace>
  <inkml:trace contextRef="#ctx0" brushRef="#br0" timeOffset="30371.1611">6258 2244 760 0,'0'0'627'16,"0"0"-328"-16,0 0 28 16,-41-20-54-16,24 16-90 0,-1 4-78 15,-2 0-67 1,-1 4-22-16,1 6-7 0,1 6-8 16,2 3 11-16,1 10 13 15,6-1-7-15,4 3 36 16,3 0 13-16,3-5-18 15,10 0-6-15,8-4-26 16,11-4 7-16,15-8-11 16,13-10-13-16,3-4-140 15,-2-16-109-15,-19 0-257 16,-15 3-469-16</inkml:trace>
  <inkml:trace contextRef="#ctx0" brushRef="#br0" timeOffset="30981.9476">6433 2212 1273 0,'0'0'505'16,"0"0"-134"-16,0 0-105 16,-38 0-79-16,26 8-66 15,1 6-82-15,-1 4-13 16,1 5-11-16,2 2 17 16,5 2 19-16,3-1-16 15,1-3-6-15,6-3-8 16,5-5-3-16,2-6-3 15,1-6-6-15,-1-3-8 16,1-3 11-16,-2-9-11 16,0-3 0-16,-1-3 5 0,-3 0-5 15,-2-2 0 1,-2 2 0-16,-2 2 1 0,-2 4-1 16,0 2 5-16,0 4 3 15,0 3-8-15,0 2 5 16,0 1-4-16,0 0-2 15,0 2 0-15,0 7-8 16,0 4 7-16,1 2 0 16,7 2 1-16,3 0 0 15,4-2 9-15,5-4 5 16,2-2-4-16,2-6-2 16,-2-3-7-16,-1-3 5 15,-4-7 2-15,-4-5-7 16,-3-2 9-16,-5-3-10 0,-3-2 2 15,-2-4 5-15,0 0-6 16,-7 1-1-16,0 1-1 16,1 3-35-16,0 7 6 15,2 4 12-15,1 4 8 16,1 4 1-16,1 2-2 16,1 0-5-16,0 7-26 15,2 7-3-15,5 4 32 16,1 3 13-16,0 3 31 15,1-1 5-15,-2 0-9 16,-1-3-16-16,-3-2-11 16,-3 2-90-16,0-4-204 15,-7-6-377-15</inkml:trace>
  <inkml:trace contextRef="#ctx0" brushRef="#br0" timeOffset="31170.784">6452 2292 183 0,'0'0'1641'15,"0"0"-1283"-15,0 0-128 16,59-15-59-16,-17 3-34 16,12 0-81-16,4 3-36 15,-6 5-20-15,-16 3-260 16,-15 1-1035-16</inkml:trace>
  <inkml:trace contextRef="#ctx0" brushRef="#br0" timeOffset="37318.126">6747 3727 162 0,'0'0'179'0,"0"0"-77"0,0 0 12 15,0 0 29-15,0 0 19 16,-8-6 8-16,7 5-15 15,0 0-13-15,-1 0-23 16,1 0-13-16,-1 0 32 16,1 0 52-16,0 1-23 15,0 0-20-15,1 0-21 16,0 0-31-16,0 0-9 16,0 0-9-16,0 0 1 15,0-1 8-15,8 0 17 0,1-1-3 16,3-2-31-16,2 1-12 15,1 0-21-15,-1-1-8 16,2 1-2-16,-1-1-10 16,-2 1-4-16,-1 1-6 15,-2-1 0-15,-1 1-5 16,-2 0 1-16,-1 0-2 16,-1 0 1-16,-2 1-1 15,-1 1-52-15,-1-1-50 16,-1 1-135-16,0 0-48 15,-5 0-362-15,-1 0-530 0</inkml:trace>
  <inkml:trace contextRef="#ctx0" brushRef="#br0" timeOffset="37843.3122">6830 3605 1069 0,'0'0'493'0,"0"0"-162"16,0 0 7-16,0 0-98 15,0 0-11-15,0 0-65 16,0 0-56-16,-8-3-47 0,8 3-28 15,5 0-17-15,4 0-2 16,1 2 14-16,1 1-4 16,2 0-1-16,-1 0 7 15,-1 1-15-15,0 0-8 16,-2 0 2-16,-2 0-7 16,-1 0-1-16,-2 0 10 15,-1 1-11-15,0 0 6 16,-3 1 0-16,0 1 2 15,0 1-2-15,0 0 3 16,-3 0 4-16,-2 1 1 16,-2 0-4-16,0-1 1 15,2-1-4-15,0-1-1 0,0-1 0 16,2-1 0 0,0-1 6-16,1-1-6 0,1-1-5 15,1 0 5-15,0-1-5 16,0 0 1-16,0 0-2 15,0 0 0-15,0 0-71 16,0 0-159-16,0-1-360 16,0-2-611-16</inkml:trace>
  <inkml:trace contextRef="#ctx0" brushRef="#br0" timeOffset="45022.0701">7400 4720 114 0,'0'0'165'15,"0"0"-43"-15,0 0 15 16,0 0-7-16,0 0-17 16,0 0-12-16,0 9 27 15,0-9-5-15,0 1 18 16,0-1-15-16,0 0 5 0,0 0 17 15,0 0 36-15,0 0 8 16,0 0 8-16,0 0-32 16,0 0-11-16,0-1 18 15,0-3-42-15,0-2-53 16,-1-2-5-16,0-2-9 16,0-1-5-16,0-4-8 15,-1-1-19-15,0-1 8 16,1-3-12-16,-2 0 7 15,0-1 1-15,1-1-10 16,-1 0-7-16,-1-1-4 16,0 0-1-16,1-1 2 15,0 2 0-15,0 1 0 16,1 0-16-16,0 3 5 16,0 1-7-16,1 2 0 0,-1 2-1 15,2 1 1 1,-1 3-2-16,-1 0-13 0,2 2 9 15,-1 1 0-15,1 3 5 16,0 0-1-16,-1 2-4 16,1 0 6-16,0 0-8 15,0 1 7-15,0 0-5 16,0 0 5-16,0 0 0 16,0 0-7-16,0 0 8 15,0 0-1-15,0 0 0 16,0 0 0-16,0 0 0 15,0 0-1-15,0 0-5 16,0 0 6-16,0 0 0 0,0 0-5 16,0 0 5-16,0 0-8 15,-1 0 7-15,-2 0-8 16,-1 1-2-16,-3 6 0 16,-3 1 6-16,-1 2 5 15,-1 0 1-15,0 2-1 16,2-1 1-16,1-1-5 15,3-1 4-15,1-3 1 16,2-1 0-16,1-2 1 16,1-3 0-16,1 0-1 15,0 0 1-15,0-5 1 16,3-5-1-16,3-3 0 16,2-1-1-16,1-1-1 0,1 1-1 15,1 1-17-15,0 3 1 16,0 1-5-16,1 1 4 15,1 4 10-15,0 3 8 16,-2 1-5-16,2 0 0 16,0 5 5-16,-1 3 0 15,0 3 0-15,-1 2 1 16,-2 0-2-16,1 11-11 16,-4-4-371-16,-1-2-498 0</inkml:trace>
  <inkml:trace contextRef="#ctx0" brushRef="#br0" timeOffset="46288.5639">6388 4520 1060 0,'0'0'337'0,"0"0"-96"16,0 0-32-16,0 0-4 15,0 0-67-15,0 0-34 16,0 0-26-16,26-27-39 0,-15 32-8 16,0 6 12-1,1 1 2-15,-2 4-5 0,-3 0-13 16,-1 1-8-16,-5 0-4 16,-1-1-6-16,0 0-8 15,0-2 13-15,-4-2-14 16,-2-2 8-16,1-4-7 15,0-1-1-15,2-3 7 16,1-2-7-16,0 0 1 16,-1-5-1-16,3-5-15 15,0-3-15-15,0-2-1 16,0-1 7-16,5 0 11 16,0 0-5-16,1 0 9 15,0 0-1-15,1 0 9 16,-3 0-8-16,-1 1 8 0,0-1 1 15,-1 0 1-15,-1 4 0 16,-1 2 0-16,0 3 0 16,0 2 8-16,0 2 7 15,0 2 15-15,0 1-4 16,-1 1-12-16,0 8-14 16,0 5 1-16,0 4 9 15,1 2 0-15,0-1 1 16,3-1 3-16,3-2 3 15,2-2-2-15,1-4-4 16,2-1 0-16,-1-3-5 16,2-2-1-16,-1-1 0 15,1-3 5-15,-1 0-11 0,-1 0 1 16,-1 0-1-16,-1-4-9 16,-2 2-76-16,-1 1-58 15,-2 0-186-15,-2 1-320 16</inkml:trace>
  <inkml:trace contextRef="#ctx0" brushRef="#br0" timeOffset="46739.5403">6657 4498 1352 0,'0'0'510'16,"0"0"-135"-16,0 0-131 15,0 0-31-15,0 0-59 16,0 0-59-16,0 0-8 0,-4 20 37 16,4-8-53-16,2 1-29 15,1 0-9-15,1 0-12 16,0-1-4-16,-1 1 9 15,0-2-2-15,0 0-9 16,-1-1-9-16,0-1-5 16,-1 0-1-16,5-1-91 15,-1-2-216-15,0-3-601 0</inkml:trace>
  <inkml:trace contextRef="#ctx0" brushRef="#br0" timeOffset="49743.1325">7531 4493 1267 0,'0'0'312'15,"0"0"-16"-15,0 0-71 16,5-36-31-16,0 30-62 16,0 2-49-16,0 4-25 15,1 0-31-15,0 5-10 16,0 6 0-16,0 5 19 15,-3 3 19-15,-2-1-4 16,-1 0-18-16,0 0-8 16,0-2-13-16,0-1-11 15,-2-3 11-15,0-3-12 16,2-3 0-16,0-3 1 16,0-3 5-16,0 0-6 15,1-9-9-15,5-5-50 16,0-5-2-16,-1-5 20 0,0-3 11 15,0-1 9-15,-1 1 13 16,-2 2 8-16,-1 4 1 16,0 3 5-16,-1 6 23 15,0 4 26-15,0 4 34 16,0 4-12-16,0 0-36 16,-1 9-24-16,-1 8 4 15,-1 5 48-15,2 4 13 16,0 1-28-16,1-1-9 0,0-1-24 15,4-4-11 1,3-2-4-16,1-3-6 0,2-1-27 16,0-4-117-16,6-5-176 15,-3-3-262-15,-1-3-473 0</inkml:trace>
  <inkml:trace contextRef="#ctx0" brushRef="#br0" timeOffset="50087.8994">7751 4458 1365 0,'0'0'479'0,"0"0"-245"16,0 0-77-16,0 0-45 16,0 0-11-16,0 0-33 0,0 0-8 15,28-1-1-15,-24 6-11 16,-1 2 3-16,-2 2 41 15,-1 1 8-15,0 3 1 16,-2 1-28-16,-3 0-9 16,-2 0-4-16,2 0-6 15,0-1-10-15,2-1-6 16,0-3-6-16,3-2-5 16,0-2-14-16,0-3-1 15,4-1-11-15,6-1 10 16,5 0 7-16,3-6-17 15,4-4-1-15,4 1-18 16,7-2-120-16,-6 2-350 0,-8 3-349 16</inkml:trace>
  <inkml:trace contextRef="#ctx0" brushRef="#br0" timeOffset="52853.0066">7489 3520 510 0,'0'0'231'0,"0"0"63"0,0 0-12 16,0 0-30-16,0 0 21 15,0 0 12-15,0 0-25 16,0 5-6-16,0-6-11 15,0-6-31-15,0-5-96 16,0-5-55-16,0-12-11 16,1-12-18-16,2-13 1 15,-1-6 3-15,-2 0-13 16,0 4-10-16,0 4-2 16,-2 2-11-16,-2 5-22 0,1 8-2 15,1 9-9 1,1 9-17-16,0 1 10 0,-1-3-8 15,0 0 29-15,0-1 13 16,1 3 6-16,-1 4-14 16,1 1-17-16,0 3-5 15,1 2 12-15,-1 1 4 16,1 2-2-16,0 0-7 16,0 3-6-16,-1 0-1 15,1 1 12-15,0 2 4 16,0-1 10-16,0 1-2 15,0 0 0-15,0 0-2 16,-1 0 0-16,1 0 2 0,-1 0-3 16,-1 0-3-1,-3 1-14-15,-3 7-5 0,-4 3 9 16,-1 3 20-16,-2 3 7 16,2 1 0-16,2-2 1 15,1 0 13-15,2-3 5 16,2-1 5-16,2-5-4 15,2-4-10-15,1-2-2 16,1-1 5-16,0-3 11 16,2-8-5-16,5-4-18 15,3-5-8-15,2-1-51 16,3 0-2-16,1 3 34 16,-1 2-22-16,2 4-22 15,-1 4 31-15,0 4 17 16,0 3 10-16,1 1 5 0,-1 4 8 15,0 6 0-15,0 3 6 16,-2 3 3-16,-3 11-9 16,-2-3-12-16,-5-2-676 0</inkml:trace>
  <inkml:trace contextRef="#ctx0" brushRef="#br0" timeOffset="54591.63">7575 2411 894 0,'0'0'308'0,"0"0"-70"16,0 0-33-16,-41-8-67 15,23 8-18-15,0 3-26 0,0 5 11 16,4 0-1-16,3 0-19 16,5 1-42-16,3 0-16 15,3 2-14-15,0 0 20 16,9-1-8-16,3-1 5 15,3 2 6-15,2-2-17 16,1 1-3-16,-2-2-15 16,0 2 0-16,-3-2 5 15,-5-1-4-15,-2 0-2 16,-4-1 1-16,-2 0 0 16,0 0 5-16,-9 0-4 15,-5 1 6-15,-2 1-7 16,-3 0 1-16,-1-1-2 15,0 0-8-15,6-2-27 0,2-2-47 16,8-3-81-16,2 0-130 16,2 0-108-16</inkml:trace>
  <inkml:trace contextRef="#ctx0" brushRef="#br0" timeOffset="55269.987">7695 2427 1245 0,'0'0'314'0,"0"0"46"16,0 0-109-16,0 0-57 0,0 0-104 16,-46 13-6-16,37 1-11 15,1 2 6-15,3 2-23 16,3 0-16-16,2-2-20 15,0-1-8-15,7-3-12 16,4-3 8-16,2-4-8 16,1-4 0-16,1-1-1 15,0-5-31-15,-1-4-30 16,-2-3 8-16,-2-2 27 16,-2 0 20-16,-3-1 1 15,-1 1 6-15,-3 1 0 0,0 3 1 16,-1 2 26-1,0 3 30-15,0 3 22 0,0 1-13 16,0 1-20-16,-1 0-19 16,1 6-14-16,-2 3-1 15,2 2 6-15,0 2-3 16,2 2 2-16,7-2 13 16,1-1-8-16,4-4-3 15,1-3-8-15,1-4-6 16,1-1-4-16,1-3 7 15,-1-7-8-15,-2-4 0 16,-4-2 0-16,-3-4 0 16,-6-9-11-16,-2-9 10 15,-5 1 1-15,-4 4-1 0,0 5-13 16,1 9-22-16,0 2-7 16,-1 0-2-16,3 5 21 15,1 6 12-15,3 3-10 16,0 3 13-16,2 0-1 15,0 8-13-15,0 7-7 16,3 8 30-16,5 3 24 16,1 3 25-16,2-1-7 15,-1-1-26-15,-1-5-16 16,-1-2-42-16,-5-1-165 16,-1-5-301-16,-2-4-362 0</inkml:trace>
  <inkml:trace contextRef="#ctx0" brushRef="#br0" timeOffset="55473.4118">7723 2426 1726 0,'0'0'392'15,"0"0"-115"-15,0 0-90 16,0 0 23-16,60-23-125 15,-31 15-49-15,2 0-14 16,1 1-22-16,11 2-68 16,-8 1-214-16,-6 3-776 0</inkml:trace>
  <inkml:trace contextRef="#ctx0" brushRef="#br0" timeOffset="78279.9448">7350 5091 235 0,'0'0'132'0,"0"0"6"0,0 0-61 15,0 0 12-15,0 0 9 16,0 0 19-16,10-8 31 16,-8 6 21-16,-1 0 19 15,0 1 42-15,-1 1 27 16,0 0-17-16,0 0-46 16,0 0-70-16,0 6-50 15,0 7-5-15,0 5 93 16,0 5-29-16,0 2-18 15,0 1-22-15,0 0-42 16,0 0 1-16,1-4-16 0,1-2-18 16,1-3-10-16,-1-2-8 15,0-4-5-15,0-4-6 16,-1-1-68-16,-1-4-102 16,0-2-110-16,-2-8-170 15,-3-3-528-15</inkml:trace>
  <inkml:trace contextRef="#ctx0" brushRef="#br0" timeOffset="78633.7696">7330 5074 1328 0,'0'0'221'0,"0"0"-20"0,0 0-40 16,0 0-10-16,0 0-53 16,-36 37-49-16,31-32-22 15,2-3-4-15,1-2 4 16,0 0 32-16,2-2 15 16,0-7-37-16,0-1-17 15,1-2-7-15,7-1-11 16,0 1 5-16,4 1-6 15,2 2 1-15,1 3 6 16,2 2-8-16,0 3 0 16,1 1 0-16,-2 1 0 15,-1 6 0-15,-2 2-31 0,0 4-119 16,-5-1-131-16,-2-2-353 16</inkml:trace>
  <inkml:trace contextRef="#ctx0" brushRef="#br0" timeOffset="78822.8829">7678 5090 1947 0,'0'0'351'0,"0"0"-116"0,0 0-143 16,0 0-61-16,0 0-31 15,0 0-153-15,0 0-931 0</inkml:trace>
  <inkml:trace contextRef="#ctx0" brushRef="#br0" timeOffset="89133.7594">7610 5292 1079 0,'0'0'296'0,"0"0"-48"16,0 0 75-16,0 0-39 16,0 0-62-16,0 0-24 15,-12-7-52-15,13 6-82 16,5 1-41-16,5-2-9 15,4 1-8-15,5-1 6 16,2-1-6-16,1 0-4 16,-2 0-2-16,0 0 0 15,-3 0-26-15,-4 2-191 16,-2-3-130-16,-5 0-317 16,-4 0-536-16</inkml:trace>
  <inkml:trace contextRef="#ctx0" brushRef="#br0" timeOffset="89424.4519">7712 5186 1468 0,'0'0'318'0,"0"0"-24"16,0 0-178-16,0 0-40 15,0 0-17-15,0 0-9 0,0 0-1 16,46 17-10-1,-31-9-24-15,1 1 2 0,-3-1-5 16,-3 0-6-16,-2 0-4 16,-2 0 5-16,-4 0-7 15,-2 2 0-15,-2 0 1 16,-8 3 1-16,-3 1 2 16,-1 0-4-16,-1 0-65 15,3 0-82-15,4-1-66 16,3-3-189-16,5-4-568 0</inkml:trace>
  <inkml:trace contextRef="#ctx0" brushRef="#br0" timeOffset="89716.461">8077 5185 1536 0,'0'0'324'16,"0"0"2"-16,0 0-103 15,0 0-81-15,-40 12 9 16,31 1-43-16,2 2-20 16,1 1-30-16,4 2-25 15,2-1-1-15,0 1-1 0,3-1-13 16,5-1-11-1,3-2 2-15,1 0-9 0,4-3-19 16,6-4-184-16,-4-3-251 16,-2-4-378-16</inkml:trace>
  <inkml:trace contextRef="#ctx0" brushRef="#br0" timeOffset="91332.7824">8155 5182 1729 0,'0'0'369'16,"0"0"-99"-16,0 0-176 15,0 0-12-15,0 0 49 0,-2 45-33 16,2-25-22-16,3 2-9 16,3-1-22-16,0-2-24 15,1-2-13-15,1-3-7 16,0-4-1-16,-1-4 0 15,0-5-11-15,0-1-29 16,2-4 10-16,-2-8-51 16,1-2-7-16,0-3 29 15,-2-1 29-15,-2 0 13 16,1 0 16-16,-3 5 1 16,-1 3 0-16,-1 4 26 15,0 4 74-15,0 2-12 16,-1 0-51-16,-2 6-25 15,-1 6-5-15,0 2 29 0,2 2 8 16,2 2-22-16,0-2-4 16,4-2-9-16,6-2 2 15,2-4-4-15,3-3 3 16,0-4 4-16,1-1-7 16,-1-4-7-16,-3-6-43 15,-3-1-13-15,-5-3-13 16,-2-1-37-16,-2 0 12 15,0 1 42-15,0 2 31 16,-3 3 15-16,1 0 5 16,1 2 1-16,0 3 0 15,1 1 1-15,0 3-1 16,2 0-7-16,5 2 7 16,1 4 0-16,0 4 0 0,0 2 0 15,0 1 9-15,-2 1 3 16,0 0-1-16,0 0 5 15,0-2-15-15,2-2 8 16,3-2-8-16,2-2 8 16,3-3 0-16,0-2-8 15,0-1 5-15,0-4-5 16,-3-4-1-16,-3 0-10 16,-3-2-23-16,-5-1-20 15,-2 1 8-15,0 0 12 16,-4 1-10-16,0 1 30 15,-1 1 11-15,2 2 2 16,2 1 6-16,1 1 25 0,0 2 9 16,0 0-31-1,3 1-3-15,4 0-6 0,-1 3 2 16,0 3 4-16,1 3 4 16,-2 1 13-16,-1 2 9 15,1 1-5-15,0-1 19 16,-1 0-19-16,2-2-9 15,-1 0-4-15,2-2-4 16,2-2-3-16,-2-2-5 16,2-3 14-16,-1-1-14 15,-2 0-2-15,0-7 0 16,-2-3-20-16,0-3-17 0,-2-3 4 16,0-3 14-16,-1 0 8 15,-1 1 4-15,0 4 7 16,0 3 13-16,0 5 41 15,0 4 24-15,-3 2-42 16,0 1-24-16,0 8-12 16,-2 4 0-16,2 3 2 15,1 1-1-15,2 1-1 16,0-2-1-16,9-1 0 16,2-3-5-16,5-4-15 15,1-4-111-15,2-4 34 16,-1-1-82-16,0-10-103 15,-5-3 6-15,-4-2 140 0,-4-2 137 16,-4-2 76 0,-1 3 111-16,0 1 47 0,0 4 17 15,0 4 3-15,0 5-78 16,0 2-72-16,0 1-63 16,0 0-25-16,3 8-15 15,4 3 5-15,1 3 5 16,2 2 4-16,0-1-3 15,-1 0-3-15,0-3-3 16,-1-1-6-16,-3-4 0 16,1-3 0-16,-3-3 0 15,0-1-30-15,0 0 18 16,0-5 10-16,2-5-4 16,-1-1-7-16,0-2 13 15,0 1-1-15,-1 0 0 0,0 4 0 16,-1 1 1-1,-1 4 1-15,0 2-1 0,0 1-1 16,1 0-27-16,1 6 7 16,2 2 21-16,0 1-1 15,2 1-1-15,0-1 1 16,-1-2 1-16,0-2 0 16,0-3 0-16,0-2-6 15,-1 0 6-15,1-3 6 16,-1-5-6-16,1-5-5 15,-1-2-4-15,-1-5 8 16,1-2-5-16,-1-2 6 0,0 3 1 16,-2 4 6-16,0 5 29 15,-2 7 30-15,0 4-29 16,1 1-37-16,3 7-15 16,2 5 11-16,4 4 4 15,1 2 6-15,0 1-6 16,0 1-1-16,-5-3-33 15,-2-2-117-15,-4-1-116 16,-3-4-385-16,-5-4-437 0</inkml:trace>
  <inkml:trace contextRef="#ctx0" brushRef="#br0" timeOffset="91501.299">8871 5225 1949 0,'0'0'267'0,"0"0"-63"16,0 0-146-16,0 0-25 16,0 0-8-16,50-11-13 15,-19 10-12-15,-4 1-144 16,-1-1-909-16</inkml:trace>
  <inkml:trace contextRef="#ctx0" brushRef="#br0" timeOffset="91818.6298">9666 5338 1300 0,'0'0'544'0,"0"0"-300"15,0 0-118-15,0 0-47 16,0 0 81-16,-2 37-27 16,2-20-44-16,0 0-46 15,0 0-26-15,0-2-8 16,0-2-9-16,-1-4-60 15,-8-6-165-15,0-2-251 16,0-1-477-16</inkml:trace>
  <inkml:trace contextRef="#ctx0" brushRef="#br0" timeOffset="91954.5905">9556 5231 725 0,'0'0'509'16,"0"0"-421"-16,0 0-21 15,0 0-60-15,0 0-7 16,57 14-148-16,-35-4-815 0</inkml:trace>
  <inkml:trace contextRef="#ctx0" brushRef="#br0" timeOffset="92157.1023">9790 5229 1765 0,'0'0'394'0,"0"0"-149"16,0 0-170-16,0 0-41 15,0 0 19-15,15 48-3 16,-4-26-24-16,1 0-15 16,0 1-11-16,4 6 0 15,-3-6-192-15,0-5-541 0</inkml:trace>
  <inkml:trace contextRef="#ctx0" brushRef="#br0" timeOffset="92373.3971">9993 5281 563 0,'0'0'1448'16,"0"0"-926"-16,0 0-327 16,0 0-99-16,0 0-28 15,0 0 70-15,-1 48-23 16,1-24-44-16,3 2-23 15,2 3-17-15,-1 1-8 16,-2 1-14-16,-2-1-8 16,0-2-1-16,-3-3-49 15,-5-5-143-15,-1-9-269 16,2-6-309-16,3-5-445 0</inkml:trace>
  <inkml:trace contextRef="#ctx0" brushRef="#br0" timeOffset="92575.8767">9985 5316 1410 0,'0'0'532'16,"0"0"-198"-16,11-47-137 16,-3 32-53-16,2 4-31 15,3 3-59-15,2 4-27 16,2 4-12-16,0 0-2 16,0 7-1-16,-4 2 3 15,-1 2-3-15,-5 1-12 16,-5 0-6-16,-2 2 6 0,-4 0 0 15,-19 3-45 1,1-3-144-16,-1-4-488 0</inkml:trace>
  <inkml:trace contextRef="#ctx0" brushRef="#br0" timeOffset="92736.2659">10210 5293 2167 0,'0'0'490'0,"0"0"-223"16,0 0-159-16,0 0-39 16,0 0-69-16,0 0-14 15,0 0-264-15,-42-14-990 0</inkml:trace>
  <inkml:trace contextRef="#ctx0" brushRef="#br0" timeOffset="94976.9965">6730 3357 491 0,'0'0'503'15,"0"0"-233"-15,0 0-7 16,0 0-16-16,0 0-6 16,0 0-55-16,0 0-59 15,0 0-64-15,0 0-19 16,0 4-19-16,0 1-11 16,3 3 14-16,1 3-4 15,0-1-8-15,1 0-15 0,-1-1 7 16,0-2-8-16,-1-1 1 15,-1-3-1-15,0-1-9 16,-2-1-113-16,0-1-88 16,0-3-120-16,0-3-372 0</inkml:trace>
  <inkml:trace contextRef="#ctx0" brushRef="#br0" timeOffset="95484.7505">6751 3328 935 0,'0'0'330'0,"0"0"-98"15,0 0-66-15,0 0 27 16,0 0-36-16,0 0-44 15,0 0-6-15,0 0-28 16,0 0-16-16,-1 0-5 16,1 0-16-16,0 0-1 15,-1 0-17-15,1 0 7 16,0 0-14-16,0 0-2 16,0 0-3-16,0 0 5 0,0 0-11 15,0 0 0-15,0 0 0 16,0 0-4-16,0 0-1 15,0 0 5-15,0 0-5 16,0 0 0-16,0 0 0 16,0 0 0-16,0 0 0 15,0 0-1-15,0 0 1 16,0 0-1-16,0 0 1 16,0 0-1-16,0 0-1 15,0 0 1-15,0 0-6 16,0 0-15-16,0 0-12 15,0 0 0-15,0 0-11 16,0 0-7-16,0 0-33 16,0 0-48-16,-2 0-118 15,0 0-142-15,0 0-551 0</inkml:trace>
  <inkml:trace contextRef="#ctx0" brushRef="#br0" timeOffset="104183.8002">11972 5067 1035 0,'0'0'396'0,"0"0"-43"0,0 0-44 16,0 0-35-16,0 0-64 16,0 0-54-16,0 4-57 15,0 7-44-15,0 6 114 16,2 6-13-16,2 5-41 15,-1 2-22-15,-1 1-36 16,0-1 1-16,0-3-16 16,0-1-4-16,0-4-25 15,-1-2-13-15,-1-3 0 16,0-4 1-16,0-5-2 0,0-2-4 16,0-5-40-1,0-1-26-15,-3-4-31 0,-2-8-167 16,-1-16-229-16,0 3-173 15,2-1-357-15</inkml:trace>
  <inkml:trace contextRef="#ctx0" brushRef="#br0" timeOffset="104589.7834">11988 5039 1739 0,'0'0'300'16,"0"0"-96"-16,0 0-98 16,0 0-33-16,0 0 44 0,0 0-20 15,-43 44-30-15,33-32-13 16,2 0-20-16,0-2-12 16,4-3-4-16,0-2-7 15,2-3-10-15,2-1 8 16,0-1-3-16,0-2 63 15,0-7 100-15,3-5-91 16,3-2-54-16,0-1-9 16,2 2-15-16,-1 3 0 15,1 4 2-15,0 3-2 16,0 3 0-16,1 2-1 16,1 0 1-16,1 1-6 15,1 4 4-15,-1 2 2 0,0 1 0 16,0 1 0-1,-2 0-10-15,-1 0-86 0,-1 2-73 16,0 3-95-16,-2-3-292 16,-3-1-483-16</inkml:trace>
  <inkml:trace contextRef="#ctx0" brushRef="#br0" timeOffset="104804.408">12268 5111 2340 0,'0'0'294'0,"0"0"-212"0,0 0-51 16,0 0 5-16,0 0-3 15,0 0-33-15,0 0-20 16,-22 18-361-16,6-12-885 0</inkml:trace>
  <inkml:trace contextRef="#ctx0" brushRef="#br0" timeOffset="113139.7641">11153 3729 863 0,'0'0'403'0,"0"0"-188"16,0 0-16-16,0 0 4 15,0 0 20-15,0 0-15 16,-7-1-46-16,7 1-49 15,0 0-22-15,0 0-27 16,0 0-11-16,0 0-9 16,5 0-14-16,4 0 2 15,3 0 12-15,3 1-5 0,0 0-8 16,1-1-2-16,1 0-7 16,1 0-7-16,-2 0-2 15,1 0-7-15,-1 0 0 16,-2 0 0-16,-1-1-5 15,0-1 0-15,-2 1 0 16,-2 0 1-16,-2-1-1 16,-2 1 1-16,-2 1 2 15,-2-1-4-15,0 0-92 16,-1 1-116-16,-3-1-98 16,-4 0-446-16,-3-1-843 0</inkml:trace>
  <inkml:trace contextRef="#ctx0" brushRef="#br0" timeOffset="113552.5231">11292 3647 952 0,'0'0'582'0,"0"0"-297"15,0 0 1-15,0 0-50 16,0 0-43-16,0 0-34 16,0 0-78-16,-3-3-35 0,3 3-19 15,0 0-9-15,6 0-6 16,2 0 7-16,2 0 7 16,2 0-11-16,0 0 0 15,0 0 0-15,1 0-6 16,-3 1 0-16,0 1-9 15,-1 2 2-15,-3-1 4 16,-1 2-5-16,0 0 10 16,-3 2-10-16,-1 2 11 15,-1 1-3-15,0 1 3 16,-2 1-2-16,-5 0-4 16,0 0 0-16,-2-1-6 15,0 0-1-15,1-1-111 0,-6 3-155 16,2-3-345-1,1-2-930-15</inkml:trace>
  <inkml:trace contextRef="#ctx0" brushRef="#br0" timeOffset="114686.3962">10910 3334 1128 0,'0'0'230'16,"0"0"-36"-16,5-52 73 15,8 21-18-15,12-9-124 16,15-5-17-16,10 1-47 16,9 8-21-16,3 9-18 15,-3 9-10-15,1 4-6 16,-1 5 1-16,1 5 1 16,-1 4-8-16,-3 6 6 0,-4 8-4 15,-3 5 5-15,-3 5-6 16,-9 0 1-16,-8-1 8 15,-8-3 8-15,-3 0 7 16,0 5 14-16,1 1-2 16,0 4-7-16,-4-2-12 15,-5-3-8-15,-2-4-2 16,-3-2-7-16,-2-5 7 16,-3-4-8-16,0-2 0 15,0-3 0-15,-1-2-25 16,-5-2-77-16,-10-1-133 15,2-2-307-15,-2-5-468 0</inkml:trace>
  <inkml:trace contextRef="#ctx0" brushRef="#br0" timeOffset="114915.4526">11658 3336 1525 0,'0'0'280'0,"0"0"-146"15,0 0-12-15,0 0 111 16,0 0-61-16,46 25-31 16,-23-19-19-16,4-1-47 15,1 0-39-15,-1-2-20 16,-1-1-5-16,-2-1-5 16,-1-1-6-16,-3 0-83 0,0-4-121 15,-4-3-181-15,-8-1-502 16</inkml:trace>
  <inkml:trace contextRef="#ctx0" brushRef="#br0" timeOffset="115134.4872">11908 3208 1506 0,'0'0'306'0,"0"0"-71"16,0 0-166-16,0 0-44 15,0 0 43-15,-2 43 53 16,3-20-53-16,2 2-29 16,0 1-22-16,-2-1-9 0,-1 0-7 15,0 0-1-15,-9 1-138 16,-1-5-343-16,-2-7-775 0</inkml:trace>
  <inkml:trace contextRef="#ctx0" brushRef="#br0" timeOffset="115314.3022">11998 3389 861 0,'0'0'1354'0,"0"0"-1141"0,0 0-84 15,0 0-88-15,0 0-25 16,0 0-16-16,-45 41-136 15,19-23-577-15</inkml:trace>
  <inkml:trace contextRef="#ctx0" brushRef="#br0" timeOffset="122287.122">10964 3672 628 0,'0'0'222'0,"0"0"-15"16,0 0-16-16,0 0-52 15,0 0 31-15,0 0-33 16,-23-35-29-16,17 27 48 16,-2 2-12-16,-2-1-11 15,0 1-2-15,-3 0-48 16,-3 1-42-16,-1 0 3 16,-1 3 45-16,-1-1-11 15,0 3-23-15,2 0-21 16,-2 0-2-16,2 0 22 15,0 5-22-15,1 3 1 16,0 1-18-16,-1 3-3 16,1 0-3-16,-1 3 0 0,2 1 6 15,-1 0 0-15,1 2 11 16,2-1 5-16,0 0-10 16,1 0 0-16,1 1 6 15,2 1-11-15,1 0 8 16,1 0 8-16,2 1-1 15,1 1-2-15,2-1-10 16,2 1-4-16,0 1 2 16,0-1 0-16,5 0 0 15,2-1 4-15,4-1-5 16,1-2 2-16,4 0-1 16,0 0-1-16,3-3 5 15,2 1 6-15,0-1-1 16,2-3 1-16,2-2 0 0,2-1 3 15,2-3 0-15,1-2 0 16,2-3 0-16,-2 0-6 16,0-4-3-16,-3-4 1 15,-1-2-2-15,-2-2-13 16,-1-3-1-16,-1 0 3 16,-3 0-8-16,-1-2 5 15,-3 1-5-15,-1 0 6 16,-3 0-6-16,-1-2 0 15,-2 0 5-15,-3-2-4 16,-2-2-1-16,0-2 5 16,-3-2-6-16,0 0 0 15,0-1 0-15,-3 0-18 0,-4 2-9 16,0 0-4 0,-2 3 2-16,-1 1 1 0,0 3 1 15,-2 2 9-15,0 2-14 16,0 3 2-16,0 1 9 15,1 2-3-15,1 2-1 16,0 1 7-16,1 1-2 16,1 1 7-16,1 2-11 15,1 0-8-15,0 1 4 16,0 0-2-16,1 0-7 16,0 6-8-16,2 0-11 15,3 4-254-15,0-2-396 16,0-2-661-16</inkml:trace>
  <inkml:trace contextRef="#ctx0" brushRef="#br0" timeOffset="122447.9309">11109 3611 1949 0,'0'0'339'0,"0"0"-12"16,0 0-188-16,0 0-86 15,0 0-53-15,0 0-119 16,0 0-442-16</inkml:trace>
  <inkml:trace contextRef="#ctx0" brushRef="#br0" timeOffset="124608.153">7711 6336 1053 0,'0'0'213'0,"0"0"11"16,0 0-34-16,0 0 29 0,0 0-41 15,0 0-80 1,0 0-39-16,0 0-16 0,8 0 29 15,3 0 30 1,3 0-18-16,2 0-8 0,4 0 8 16,1 0-9-16,3 0 0 15,2 0-19-15,2-1-9 16,1 0-10-16,1 0 2 16,2-1-2-16,-1 0 4 15,2 0 1-15,-1 0-6 16,0-1-11-16,0 0-2 15,0 1-10-15,0 0 1 16,0 1-5-16,-1 0 0 16,-1 1-2-16,0 0-1 0,-1 0 0 15,-2 0-5-15,1 0 5 16,-1 0-4-16,0 1 10 16,0 0-11-16,0 1 5 15,-1-2 0-15,1 1-5 16,0-1 8-16,-2 1-8 15,3-1 0-15,-1 0 1 16,2 0 5-16,1 0-5 16,0-1 5-16,1 0-6 15,0-1 7-15,0 2-2 16,-1 0-6-16,0 0 2 16,-1 0 5-16,0 0-1 15,0 0-4-15,-1 0 7 0,0 0-2 16,-1 0 2-16,2 0 3 15,-2 0-3-15,0 0 2 16,-1 0-5-16,-1 0-5 16,-1 0 5-16,-1 2 0 15,-1-1-6-15,1 0 2 16,0 0-1-16,1-1 8 16,0 1 2-16,-1-1-1 15,0 1 4-15,0-1-2 16,0 0 3-16,-1 0 3 15,0 0-2-15,1 0-2 16,0 0 1-16,0 0-3 16,0 0-2-16,1 1 4 15,1-1-7-15,0 1 2 16,1 0 0-16,-1 0 3 0,0 0-4 16,-1 0-2-16,1 0 0 15,0 0-5-15,2 0 13 16,1 0 1-16,0 0 3 15,3-1-3-15,0 1-3 16,1-1 0-16,0 1-3 16,0-1 7-16,-1 0 1 15,0 0-2-15,0 0 0 16,0 0 4-16,-1 0 2 16,-1 0-1-16,-2 0 2 15,-1 0 4-15,-1 0-7 16,-3 0 4-16,-1-2-2 15,-3 0-3-15,0-1-3 0,-2 1-5 16,-2-1-8-16,-1 0 8 16,-1 1-1-16,-3 0-1 15,-1 0-8-15,-2 0 0 16,-1 1 0-16,-1-1 0 16,-1 1 0-16,-2 0 0 15,0 1 0-15,0 0 0 16,-1 0 0-16,0 0 0 15,0-1 0-15,0 0 0 16,-3 0-11-16,-8 0-86 16,-4 1-74-16,-22 0-89 15,3 4-356-15,-3 0-714 0</inkml:trace>
  <inkml:trace contextRef="#ctx0" brushRef="#br0" timeOffset="129015.7518">4434 6855 479 0,'0'0'224'16,"0"0"-6"-16,0 0-13 0,0 0-17 16,0 0-2-16,0 0 0 15,-15-13 12-15,14 11-23 16,0 0-21-16,0 0-14 15,0 0-20-15,1 0 7 16,0 1 19-16,0-1-66 16,0 2-35-16,0-1-20 15,0 0-13-15,6 0-3 16,1 0-1-16,3 0 1 16,3 0 9-16,1-1 1 15,3 0 13-15,3 0 14 16,3-1-12-16,2-1 7 0,3-1-14 15,-2 1-9-15,1 0-2 16,-2 1 1-16,-2 0-1 16,-1 0-2-16,-3 2-5 15,-1-1 3-15,-3 2-6 16,-1 0-5-16,-1-1 0 16,-2 1 8-16,-1 0-7 15,-1-1 4-15,-1 0 0 16,-2 0-5-16,0 0 0 15,-3 0 8-15,1 1-7 16,-2-1-1-16,-1 0 5 16,1 1-5-16,-2 0 0 15,1 0 1-15,-1 0 4 0,0 0-6 16,0 0 0 0,0 0 1-16,0 0-1 0,0 0 1 15,0 0-1-15,0 0 0 16,0 0-6-16,0 0 5 15,0 0 1-15,0 0-2 16,0 0 1-16,0 0-1 16,0 0 1-16,0 0-5 15,0-1-21-15,0 1-33 16,0 0-63-16,-6 0-212 16,0 0-271-16,-1 0-616 0</inkml:trace>
  <inkml:trace contextRef="#ctx0" brushRef="#br0" timeOffset="133584.5848">5315 6792 1101 0,'0'0'400'0,"0"0"-54"15,0 0-97-15,0 0-53 16,0 0-55-16,0 0-67 16,2 11-29-16,2-1 48 15,1 2 31-15,0 0-36 16,-1 1-24-16,1-1-19 0,-1 0-19 16,0-1-20-16,-1-1 5 15,0-1-11-15,-2-1 0 16,1 0-1-16,-1-3-62 15,0-1-113-15,-1-4-88 16,0 0-237-16,0 0-148 0</inkml:trace>
  <inkml:trace contextRef="#ctx0" brushRef="#br0" timeOffset="133970.4122">5305 6758 1483 0,'0'0'335'0,"0"0"-93"16,0 0-102-16,0 0 2 16,0 0-34-16,0 0-38 15,0 0-12-15,-40 37-5 16,37-32-5-16,0-2-3 15,2-3-17-15,1 0-10 16,0 0-3-16,0 0 24 16,0-3 79-16,1-5-78 15,4-1-26-15,1-2-5 0,2 1-9 16,1 2-1 0,2 4 0-16,1-1-1 0,-1 4-4 15,2 1 6-15,-1 0-1 16,-1 2-5-16,-1 4 6 15,0 0 0-15,-3 0-1 16,0 1-90-16,0 3-106 16,-2-3-95-16,-2 0-382 0</inkml:trace>
  <inkml:trace contextRef="#ctx0" brushRef="#br0" timeOffset="134167.7989">5523 6735 340 0,'0'0'1980'0,"0"0"-1618"16,0 0-125-16,0 0-141 16,0 0-21-16,0 0-48 15,0 0-27-15,-1 21-294 16,-5-11-910-16</inkml:trace>
  <inkml:trace contextRef="#ctx0" brushRef="#br0" timeOffset="139171.1697">5783 7370 763 0,'0'0'507'16,"0"0"-362"-16,0 0-43 15,0 0-38-15,0 0 30 0,0 0-8 16,25 0 83-16,-9 1-48 16,2 0-39-16,5 0-26 15,3 1-14-15,4-1 38 16,2 0-23-16,2 0-18 16,6 1-8-16,7 1 2 15,6-2-1-15,2 1 3 16,-3-1-4-16,-4-1-7 15,-4 1-9-15,1 0 11 16,0-1-17-16,3 0 11 16,2 0-8-16,-1 0 4 15,2 0-4-15,1 0 1 16,1 0 2-16,3-2 2 0,0-1-5 16,1 0-3-16,1 1-9 15,1-1 11-15,0 2-10 16,0-3 3-16,-1 2-4 15,1 0 0-15,-1-2 1 16,1 1 5-16,1 1 0 16,0-2 6-16,1 2-3 15,-1 0-8-15,-1 0 0 16,1 1 6-16,0 0 5 16,1 0-3-16,-1-1 8 15,0 1-8-15,0 1 11 16,-2-2-6-16,0 0-2 15,0 0-3-15,-1-1-9 0,-1 0 8 16,1-1-2 0,-1 0 4-16,1-1 2 0,-1 2 5 15,1-2 1 1,-2 1 10-16,-2 0-3 0,-1 0-7 16,-1 0-12-16,-1 2 8 15,-3-1 4-15,-3 0-6 16,-3 1 4-16,0-1-2 15,-8 1 1-15,-4 0 9 16,-6 1-6-16,-2-1 3 16,3 1 6-16,4-1-14 15,0 0 4-15,0 1-5 16,-2-1 4-16,-1 0 2 16,-1 1 6-16,-2-1-9 15,-1 1-8-15,-3-1 4 0,-3 1-1 16,-1 0-1-1,-4 1-3-15,-2-1 2 0,-2 1-7 16,-1 0 11-16,-1 0-12 16,-1 0 0-16,-2-1 0 15,1 1 1-15,-1 0-1 16,-1 0 1-16,0 0 0 16,0 0-1-16,0 0-4 15,0 0-71-15,-14 0-64 16,-2 2-205-16,-6 1-533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57:04.5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8961 1868 1637 0,'0'0'546'0,"0"0"-287"15,0 0 38-15,0 0-88 16,0 0-55-16,0 0-67 16,-4-5-31-16,16 3-17 15,8-1-15-15,6-1-8 0,3 0-1 16,1-1-3 0,0 0-11-16,-4 2 0 0,-5-1-1 15,-4 2-128-15,-7 0-178 16,-5 2-294-16,-5 0-279 0</inkml:trace>
  <inkml:trace contextRef="#ctx0" brushRef="#br0" timeOffset="203.5715">8941 1967 1733 0,'0'0'511'0,"0"0"-164"16,0 0-116-16,0 0-32 15,0 0-36-15,69-5-47 16,-19-3-48-16,6-2-27 0,-9 2-20 16,-13 2-11-1,-13 3-7-15,-6 2-3 0,5 1-90 16,-4 0-214-16,-3 0-485 0</inkml:trace>
  <inkml:trace contextRef="#ctx0" brushRef="#br0" timeOffset="4360.4744">5428 2431 1001 0,'0'0'230'0,"0"0"-2"16,0 0 2-16,0 0-48 15,0 0-42-15,0 0-17 16,-3-3-43-16,11 3-27 16,2 0 7-16,3 0-11 15,1 0-10-15,5 0-9 0,2 0 17 16,4 2 10-1,4-1-1-15,2 1 4 0,3 1-17 16,-1-1 5-16,0 0-10 16,-2 2-6-16,-1 0-13 15,-2-1-13-15,-1 0 6 16,-2 1-12-16,2-2 1 16,1 1 0-16,1-1 5 15,0 1-5-15,1-1 0 16,0 1 1-16,-1 0-1 15,-2 0 1-15,0-1 4 16,0 1 2-16,2-2-7 16,-1 0 1-16,2-1-1 15,1 0 5-15,0 0-5 16,1 0 0-16,0 0-2 0,-1 0 1 16,0 0-1-16,-2 0 1 15,-2 0-1-15,0 0 1 16,-1 2 0-16,-1 0 0 15,1 1 0-15,-1 0 1 16,0-1 7-16,2 0-8 16,0-2 0-16,2 1 9 15,1 0-3-15,1-1 11 16,1 1-2-16,1 1-3 16,1-1-2-16,2 1-2 15,0 0-7-15,5-1-1 0,6 0 1 16,7-1 7-16,-1 0-7 15,-3 0 10-15,-4 0-10 16,-7-1 6-16,0-1-5 16,1 1 4-16,0-1 6 15,0 1-3-15,2-1 2 16,0 0-10-16,1-1 8 16,1 0 0-16,2-1-3 15,0 1 0-15,0-1 0 16,-2 1 0-16,0 0 2 15,0 0-2-15,2 0 0 16,1 0 0-16,1 0 7 16,2 0-4-16,-1 0-3 15,0 0-1-15,1-1-5 0,1 2-1 16,-1-1 1-16,-1 0 0 16,-2 1 1-16,0 0 1 15,-2 1-1-15,0 1 5 16,-1 0-5-16,0 0 1 15,-2 0 10-15,-1 0-11 16,1 0-1-16,0 0 0 16,0-1-2-16,0 0 2 15,-1 1 0-15,-2 0 0 16,0 0 0-16,-6 0 1 16,-5 0 1-16,5 0-1 15,6 0 10-15,5 0-5 16,5 0-5-16,-6 0-1 0,-3 0 0 15,-2-1 0-15,1 1 0 16,0-1 5-16,0 1-4 16,-6 0 7-16,-5 0 2 15,-4 0-1-15,-2 0 2 16,6 0-4-16,3 0 5 16,4 0 6-16,2 0-1 15,-2 0 2-15,1 0 3 16,-2 0 7-16,-3 0-11 15,-2 0-2-15,-2 0 1 16,-3 0 1-16,-3 0 9 16,-3 0-3-16,-1 0 0 15,-3 0-2-15,-1 0 5 16,-1 0-4-16,-2-1 1 16,-2-1-3-16,-1 2-5 0,0-1 2 15,-1 0-6-15,-1 1-1 16,-1-2-4-16,-1 2-5 15,0-1 4-15,1 1-5 16,-3-1 5-16,2 1-6 16,-3-1 1-16,1 1-1 15,-1 0 1-15,0 0-1 16,0 0 0-16,0 0-15 16,0 0-50-16,-7 0-53 15,-32 0-120-15,1 2-375 16,-6 1-215-16</inkml:trace>
  <inkml:trace contextRef="#ctx0" brushRef="#br0" timeOffset="8665.4458">10401 2193 1031 0,'0'0'338'0,"0"0"-26"0,0 0 11 15,0 0-38-15,0 0-67 16,0 0-34-16,-11-3-55 16,17 3-30-16,7 4 32 15,6-1-24-15,6 1-26 16,9-3-17-16,9-1-21 16,-2 0-13-16,-5-1-7 15,-7-3-11-15,-7 1-5 0,0-1-6 16,1 0-1-1,-7 2-7-15,-4 0-71 0,-6 1-73 16,-6 1-144-16,0 0-82 16,-1 0-256-16</inkml:trace>
  <inkml:trace contextRef="#ctx0" brushRef="#br0" timeOffset="9000.5064">10545 2086 1654 0,'0'0'244'15,"0"0"-27"-15,0 0-84 16,0 0-9-16,0 0 69 0,41 28 1 16,-20-15-33-1,2 0-67-15,0 0-37 0,0-2-8 16,-3-2-13-16,-2 0-10 15,-1-1-10-15,-5-2-4 16,-2 0 5-16,-4 0-8 16,-5 0-2-16,-1-2-1 15,-1 4 5-15,-9 1-10 16,-3 1 7-16,-4 1-7 16,-2 1 0-16,-1-2-1 15,0-1-11-15,0 0-92 16,-13-2-164-16,6-1-319 15,-1-6-1003-15</inkml:trace>
  <inkml:trace contextRef="#ctx0" brushRef="#br0" timeOffset="11634.0549">5151 1849 3 0,'0'0'49'0,"0"0"-49"16,0 0-3-16,0 0-11 15</inkml:trace>
  <inkml:trace contextRef="#ctx0" brushRef="#br0" timeOffset="11685.1807">5151 1849 41 0,'-14'-5'57'15,"14"5"-57"-15</inkml:trace>
  <inkml:trace contextRef="#ctx0" brushRef="#br0" timeOffset="11810.7222">5137 1844 387 0,'0'0'110'0,"0"0"-39"15,0 0 2-15,0 0 34 0,46 0-22 16,-26 0-28-16,1 0 5 15,0 0-9-15,-1 0-18 16,-1 0-19-16,-4 0-16 16,-2 0-19-16,-6 1-2 15,-3 0-20-15,-4 1-135 0</inkml:trace>
  <inkml:trace contextRef="#ctx0" brushRef="#br0" timeOffset="12036.247">5121 1958 580 0,'0'0'83'16,"0"0"-65"-16,0 0 26 0,0 0-25 16,0 0 149-16,0 0-61 15,47-8-31-15,-26 1-27 16,3 0-21-16,1 0-19 15,1 1-9-15,-1 1 0 16,5 5-27-16,-6 0-70 16,-7 0-7-16</inkml:trace>
  <inkml:trace contextRef="#ctx0" brushRef="#br0" timeOffset="14233.5498">4935 3107 354 0,'0'0'124'15,"0"0"-58"-15,0 0 52 16,0 0 82-16,0 0-21 15,-39 0 26-15,33-1-16 16,3 0-93-16,2 1-31 0,1 0-8 16,0 0-13-1,0 0-17-15,0 0-2 0,0 0 0 16,0 0 10-16,8 0 18 16,4 0 35-16,8-2-1 15,3-1 10-15,6-1-18 16,3-2-11-16,0-1-21 15,3-1-9-15,-1 0-14 16,-1 0-9-16,-3 0 6 16,-1 0-20-16,-3 1 5 15,-3 1 0-15,-3 0-6 16,-3 2 0-16,-5 0-1 16,-5 2-36-16,-5 2-52 15,-4 0-144-15,-9 6-66 16,-4 0-401-16</inkml:trace>
  <inkml:trace contextRef="#ctx0" brushRef="#br0" timeOffset="14520.4745">4923 3196 1300 0,'0'0'196'0,"0"0"-113"15,0 0 67-15,0 0 8 16,0 0-63-16,0 0-25 16,43 9 36-16,-18-9-26 15,9-6 1-15,0-2-17 0,1-2-20 16,1-3 2-16,-4 3-6 16,2-2-28-16,-1 1-10 15,-3 1-2-15,-2 2 0 16,-4 2-34-16,-4 4-8 15,-9 3-81-15,-6 8-390 16,-5 3-291-16</inkml:trace>
  <inkml:trace contextRef="#ctx0" brushRef="#br0" timeOffset="18202.5801">6951 4545 1011 0,'0'0'811'0,"0"0"-587"0,0 0 24 15,0 0-79-15,0 0-14 16,0 0-30-16,-1-6-55 15,10 3-43-15,4-1-18 16,3 0 0-16,4 0-3 16,0 0-6-16,0 2-42 15,-2 0-149-15,-3 2-180 16,-4 0-313-16,-6 0-813 0</inkml:trace>
  <inkml:trace contextRef="#ctx0" brushRef="#br0" timeOffset="18381.6701">6936 4646 1348 0,'0'0'291'0,"0"0"-132"16,0 0-89-16,0 0 37 16,0 0-24-16,0 0-39 15,59-32-23-15,-32 16-21 16,13-10-102-16,-8 3-251 15,-5 2-650-15</inkml:trace>
  <inkml:trace contextRef="#ctx0" brushRef="#br0" timeOffset="18603.9585">7061 4375 1515 0,'0'0'300'0,"0"0"-4"15,0 0-166-15,0 0-78 16,0 0-5-16,47-3 23 16,-21 11-24-16,0 4-6 15,-2 4 5-15,-6 4-11 16,-10 9-18-16,-13 13 2 16,-39 18-9-16,-28 9-9 15,3-12-245-15,-2-8-796 0</inkml:trace>
  <inkml:trace contextRef="#ctx0" brushRef="#br0" timeOffset="20518.9913">7642 3173 1380 0,'0'0'196'0,"0"0"43"16,0 0-16-16,0 0-27 16,0 0-30-16,0 0-48 0,0 0-66 15,-7-6-29-15,13 5-17 16,5 0 10-16,4 0-6 16,4-1-1-16,3-1-7 15,2-1 4-15,-1 0-6 16,-1 0 0-16,-3-1-97 15,2 1-120-15,-6-1-287 16,-5 0-252-16</inkml:trace>
  <inkml:trace contextRef="#ctx0" brushRef="#br0" timeOffset="20733.6162">7684 3261 1472 0,'0'0'247'0,"0"0"-85"0,0 0-65 16,0 0 48-16,0 0 41 15,51-5-90-15,-25-2-51 16,8-4-29-16,10 0-16 16,8-1-6-16,-1 2-161 15,-14 4-316-15,-15 2-482 0</inkml:trace>
  <inkml:trace contextRef="#ctx0" brushRef="#br0" timeOffset="22403.1111">7657 4647 512 0,'0'0'928'0,"0"0"-593"16,0 0-95-16,0 0 1 0,0 0-15 16,0 0-55-1,0 0-22-15,-15 0-22 0,15 0-51 16,0 0-28-16,0 0-8 16,0 0-10-16,3 0-1 15,3 0-2-15,4 0 7 16,4 0-2-16,3-1-5 15,2-1-12-15,2-2 0 16,1 1 4-16,1-2-6 16,2 0-2-16,-2 0-10 15,-2 0 8-15,-1 0-8 16,-5 2 0-16,-2-1 0 16,-3 2-1-16,-3 1 1 15,-3 0-1-15,-1 1-1 0,-3 0-13 16,0 0-26-16,0 0-80 15,-4 1-167-15,-11 6-188 16,0 1-228-16,0-1-640 0</inkml:trace>
  <inkml:trace contextRef="#ctx0" brushRef="#br0" timeOffset="22861.6568">7676 4754 983 0,'0'0'331'16,"0"0"-37"-16,0 0-65 15,0 0 11-15,0 0 8 16,0 0-61-16,0 0-29 15,-3 0 13-15,3 0-23 16,0 0-25-16,0 0-36 16,3 0-30-16,3 0-18 15,3 0-2-15,2 0-1 16,2 0-3-16,2 0-9 16,3 0 3-16,0-2-6 15,2-2-8-15,0-1 4 0,1 0-4 16,1-1 1-16,-2-1 1 15,0 1-2-15,-1 0-1 16,-3 1-3-16,-3 0-8 16,-3 1 1-16,-4 2-1 15,-2 1 0-15,-3-1 0 16,0 2-1-16,-1 0-1 16,0 0-12-16,0 0-17 15,-16 2-38-15,-2 6-143 16,-6 0-842-16</inkml:trace>
  <inkml:trace contextRef="#ctx0" brushRef="#br0" timeOffset="25556.9977">9298 4625 1189 0,'0'0'576'15,"0"0"-216"-15,0 0-72 16,0 0-20-16,0 0-41 15,0 0-98-15,-2 0-68 16,2 0-22-16,0 0-5 16,2 0-14-16,3 0 2 0,5 0 4 15,2-1-4-15,4-2 1 16,1 0-5-16,-1-1-12 16,0 1 3-16,1 0 5 15,-3-1-5-15,0 2 0 16,0-2-9-16,-3 2 1 15,-1 0-1-15,-2 1-1 16,-3 0-24-16,-1 0-111 16,-4 1-180-16,0 2-195 15,-3 3-255-15,-4 1-775 0</inkml:trace>
  <inkml:trace contextRef="#ctx0" brushRef="#br0" timeOffset="25866.1445">9314 4732 1714 0,'0'0'592'0,"0"0"-347"0,0 0-67 16,0 0 39-16,0 0-48 15,0 0-75-15,0 0-46 16,15 1-10-16,-3-1 2 15,2 0-1-15,0 0-3 16,3-1-5-16,1-3-8 16,0-2-7-16,0 1-7 15,-1 0-8-15,-2-1-1 16,-3 1 0-16,-1 1-1 0,-3 0-5 16,-1 1-12-16,-3 2-16 15,-2 1-98-15,0 0-445 16,-2 4-524-16</inkml:trace>
  <inkml:trace contextRef="#ctx0" brushRef="#br0" timeOffset="28364.8586">8762 3784 1046 0,'0'0'288'16,"0"0"3"-16,0 0 62 0,0 0-81 15,0 0-113-15,0 0-97 16,0 0-25-16,-14-23-13 16,13 23-10-16,1 0-1 15,-1 2-4-15,1 6-9 16,0 6 1-16,0 5 5 16,0 4 30-16,0 2 9 15,0 0-11-15,2 0-3 16,0-1 19-16,-1-2-24 15,0-1-14-15,-1-5-5 16,0-2-7-16,0-4-1 16,-5-2-16-16,-2-3-20 15,-1-2-8-15,-1-3-7 16,-1 0 21-16,0-4 9 0,-1-6 11 16,2-1 10-16,1-3 1 15,1 1 1-15,2 0 24 16,2 2 20-16,3 2 4 15,-1 4 13-15,1 2-3 16,0 2-37-16,0 1-15 16,0 0-6-16,7 5-1 15,3 2 14-15,2 2 9 16,2 1 7-16,0 1-1 16,2-2-4-16,0 0 4 15,1-1-4-15,-2-2-15 0,1 0-8 16,-3-2-1-1,-2-1 0-15,-1-1-1 0,-3-2-21 16,0 0-12-16,-2 0-1 16,0-5 1-16,-1-1-8 15,0-3-65-15,-1-2 74 16,-1 0-1-16,-1 0 21 16,-1 0 11-16,0 2-1 15,0 1 2-15,0 3 9 16,0 2-7-16,0 0 19 15,0 3 10-15,0 0-10 16,-3 1-21-16,0 7-8 16,-2 5 8-16,0 2 0 15,0 1 2-15,-1 2-1 16,2-3-1-16,-1-1 1 0,2-3-1 16,1-1-49-1,0-2-84-15,0-2-182 0,0-3-299 16,1-3-630-16</inkml:trace>
  <inkml:trace contextRef="#ctx0" brushRef="#br0" timeOffset="28582.5297">8957 3962 1901 0,'0'0'468'0,"0"0"-266"0,0 0-124 16,0 0-23-16,0 0-25 15,0 0-30-15,0 0-66 16,-15 18-264-16,7-12-652 0</inkml:trace>
  <inkml:trace contextRef="#ctx0" brushRef="#br0" timeOffset="31601.6766">10171 3660 1018 0,'0'0'213'0,"0"0"46"16,0 0-18-16,0 0 25 15,0 0-65-15,-5-35-121 16,5 35-49-16,0 0-16 15,0 10-15-15,0 4 0 16,0 7 0-16,0 3 34 16,1 0 24-16,1-1 0 15,0-3 1-15,-1 0-17 16,-1-3-17-16,0-1-10 16,0-2-5-16,0-3-2 15,-4-2-7-15,-1-3 5 0,-2-1-6 16,0-3-12-16,0-2-4 15,0 0 5-15,-2-3 10 16,2-5 0-16,0-2 0 16,1 1 1-16,2 0 1 15,2 3 9-15,0 2 9 16,2 2-7-16,0 1-4 16,0 1-8-16,1 1 0 15,6 5 1-15,3 2 6 16,3 1 10-16,1 2 8 15,1-1 15-15,0-1-7 16,1-1-3-16,-1-1-17 0,-2-2-5 16,-2-2-8-16,-2 0 0 15,-2-2-11-15,-3-1-19 16,-1 0-19-16,0-2 25 16,-2-3 14-16,0-3-14 15,-1 0-6-15,0 1 18 16,0 0 12-16,0 2 0 15,-2 3 0-15,-1 1 1 16,0 1 6-16,-4 2-6 16,0 6-1-16,-2 3 0 15,1 1 0-15,0 1 0 16,2 0-1-16,1 0-6 16,1-2-81-16,1 3-121 0,1-4-162 15,0-3-359-15</inkml:trace>
  <inkml:trace contextRef="#ctx0" brushRef="#br0" timeOffset="31803.7883">10394 3836 1575 0,'0'0'684'0,"0"0"-393"15,0 0-76-15,0 0-99 16,0 0-32-16,0 0-56 16,0 0-28-16,-11 5-94 15,5 4-255-15,-2 2-403 0</inkml:trace>
  <inkml:trace contextRef="#ctx0" brushRef="#br0" timeOffset="35445.6846">4414 5534 1145 0,'0'0'345'0,"0"0"-77"0,0 0 26 16,0 0-41-16,0 0-98 15,0 0-80-15,1-15-28 16,9 12-14-16,7-1-14 15,4-1 5-15,3-1 28 16,3-1-4-16,-1 1-14 16,1-1-26-16,-4 3-8 15,-3 1-18-15,-3 3-118 16,-5 0-210-16,-6 2-424 0</inkml:trace>
  <inkml:trace contextRef="#ctx0" brushRef="#br0" timeOffset="35680.1377">4422 5662 1827 0,'0'0'383'16,"0"0"-128"-16,0 0-135 15,0 0-1-15,0 0-29 16,0 0-41-16,55-17-11 15,-28 8-16-15,2-2-10 16,2 1-6-16,0 0-6 16,-2 2 0-16,3 3-155 15,-7 1-355-15,-6 4-885 0</inkml:trace>
  <inkml:trace contextRef="#ctx0" brushRef="#br0" timeOffset="36593.2706">7029 6483 1330 0,'0'0'309'0,"0"0"-31"16,0 0 27-16,-40-6-22 0,35 4-13 15,3 1-46 1,1 0-58-16,1-1-40 0,0 1-62 16,10-4-32-16,12-3-10 15,18-6 7-15,18-6 7 16,9-2-12-16,0-1-2 15,-6 4-5-15,-11 3-8 16,-10 4-2-16,-10 4 2 16,-10 3-8-16,-3 1-1 15,-2 1-7-15,-1 1-23 16,-3 1-57-16,-5 1-100 16,-6 6-277-16,-5 3 116 15,-5 2-336-15</inkml:trace>
  <inkml:trace contextRef="#ctx0" brushRef="#br0" timeOffset="36840.9751">7134 6566 2038 0,'0'0'372'0,"0"0"-131"15,0 0-53-15,0 0-6 16,0 0 26-16,0 0-61 15,0 0-53-15,67-36-40 16,-24 15-25-16,7-3-16 16,3 1-2-16,-3 2-10 15,-12 6 16-15,-10 4-17 0,-6 3-5 16,-4 2-28-16,11 0-109 16,-4 1-201-16,0-2-515 0</inkml:trace>
  <inkml:trace contextRef="#ctx0" brushRef="#br0" timeOffset="37480.3791">10402 6360 1562 0,'0'0'492'15,"0"0"-232"-15,0 0-37 0,0 0 25 16,0 0-10-1,0 0-79-15,-7 0-60 16,18 0-41-16,8 0-24 16,12-3-2-16,2-2-5 15,3 1-12-15,1-1-14 0,-6 1 7 16,0-1-8 0,-3 1-48-16,-4 0-93 0,-4 0-182 15,-6 0-256-15,-7 1-314 0</inkml:trace>
  <inkml:trace contextRef="#ctx0" brushRef="#br0" timeOffset="37690.3258">10465 6500 2097 0,'0'0'259'16,"0"0"-169"-16,0 0-38 15,0 0 137-15,74-29-20 16,-23 3-96-16,-3 0-45 16,-8 3-28-16,-13 6-28 15,-6-9-190-15,-5 3-343 16,-6-4-1426-16</inkml:trace>
  <inkml:trace contextRef="#ctx0" brushRef="#br0" timeOffset="49461.0795">5605 7220 1172 0,'0'0'748'0,"0"0"-459"0,0 0 4 15,0 0-32-15,0 0-32 16,0 0-71-16,-7 0-99 16,7 0-20-16,0 0-29 15,1 0 4-15,6 0-14 16,4 1 11-16,2 1 5 15,3-2 4-15,1 1-4 16,0-1-4-16,0 0 4 16,2 0-16-16,-2-3 0 15,0-1-2-15,-4 0-38 16,-3 1-98-16,-4-2-180 16,-3 2-143-16,-3 0-272 0</inkml:trace>
  <inkml:trace contextRef="#ctx0" brushRef="#br0" timeOffset="49708.4568">5604 7286 1979 0,'0'0'346'15,"0"0"-89"-15,0 0-81 16,0 0-41-16,0 0 0 15,0 0-48-15,0 0-5 16,34 0-17-16,-12 0-26 16,4-1-20-16,2-3-7 0,2-2-6 15,0-1-6 1,-1 2-40-16,7 1-107 0,-8 1-321 16,-4 2-373-16</inkml:trace>
  <inkml:trace contextRef="#ctx0" brushRef="#br0" timeOffset="50918.0699">8809 8033 322 0,'0'0'1128'0,"0"0"-728"16,0 0-69-16,0 0-87 16,0 0-29-16,0 0-7 15,0 0-63-15,-7 0-66 16,16-2-37-16,4 0 9 0,5 1-5 16,5-2-13-1,0 1-19-15,2 0-2 0,-1 0-6 16,-1 0-5-1,-3 0-1-15,-3 1-10 0,-5-1-88 16,-3 2-95-16,-7 0-113 16,-2 0-204-16,0 0-163 0</inkml:trace>
  <inkml:trace contextRef="#ctx0" brushRef="#br0" timeOffset="51150.8602">8846 8171 1476 0,'0'0'510'0,"0"0"-327"15,0 0-48-15,0 0 38 16,0 0-9-16,43 0-58 16,-23-1-23-16,2-4-39 15,1-2-22-15,-1-1-12 16,-2 0-10-16,-3 0-36 15,-4 0-121-15,-4-4-96 16,-3 3-374-16,-5-1-535 0</inkml:trace>
  <inkml:trace contextRef="#ctx0" brushRef="#br0" timeOffset="52179.1352">7959 7226 912 0,'0'0'512'0,"0"0"-202"16,0 0 28-16,0 0-68 16,0 0-22-16,0 0-26 15,0 0-73-15,-29-26-81 16,29 36-42-16,0 7-20 16,0 5 2-16,0 4 32 15,2 1 1-15,3-1-7 16,-1-3-10-16,0-1-7 15,-2-2-7-15,-1-4-10 16,-1-1 0-16,0-3-1 16,0-4 1-16,-3-2-44 0,-2-4-28 15,-2-1-25-15,-1-1 7 16,-2-4 26-16,-2-7 36 16,-1-2 13-16,2-2 14 15,2 1 1-15,2 2 11 16,4 4 1-16,1 3 12 15,2 4 7-15,0 1-31 16,0 2-5-16,8 7 5 16,3 4 18-16,2 2 9 15,3 2-9-15,0-2-4 16,2 0-4-16,0-4 2 16,1-1-3-16,0-5-2 15,-3-2-6-15,-2-3-2 0,-2 0-4 16,-3-4-43-16,-2-4-19 15,-2-3-69-15,-2-1 26 16,-2-2 12-16,-1 0 13 16,0 1 31-16,0-1 31 15,0 2 23-15,-2 2 0 16,1 4 40-16,0 2 47 16,-1 4 22-16,1 0-48 15,0 4-39-15,-1 7-10 16,0 5 18-16,-2 4 25 15,1 4-16-15,-1 1-19 16,-2 1-11-16,2 0-9 16,1 2 0-16,3 5-92 15,0-6-249-15,0-7-886 0</inkml:trace>
  <inkml:trace contextRef="#ctx0" brushRef="#br0" timeOffset="53184.6829">9842 7197 1137 0,'0'0'348'0,"0"0"8"16,0 0-68-16,0 0-36 16,0 0-62-16,0 0-95 15,0 0-55-15,-21-9-31 16,20 26-3-16,0 6 9 0,1 4 33 15,0 0 7 1,0 0-1-16,0-4-21 0,0-1-20 16,0-5-13-16,0-2 0 15,0-3-4-15,0-4-59 16,0-2-44-16,0-3-22 16,0-2 4-16,-2-1 59 15,-4-2-12-15,-3-6-22 16,-1-4 48-16,-2-3 41 15,1-1 11-15,1 3 24 16,4 1 44-16,1 3 13 16,3 4 1-16,2 3-3 15,0 2-29-15,0 0-30 0,4 4-13 16,3 5 41 0,2 3 14-16,1 3 1 0,1-1-15 15,1-1-3-15,0 0-13 16,0-2-15-16,2-2-1 15,-2-2-2-15,1-2-13 16,-2-2 5-16,-2-2-6 16,-1-1 0-16,-2 0-50 15,-1 0 0-15,-1-5-21 16,-3-1-12-16,0-1 8 16,-1 0-4-16,0 1 14 15,0 1 20-15,-2 3 19 0,-4 0 12 16,0 2-15-1,-2 0 2-15,0 4 14 0,-1 2 5 16,0 1-1-16,0 2-50 16,2-1-68-16,0 4-100 15,1-2-68-15,3-3-302 0</inkml:trace>
  <inkml:trace contextRef="#ctx0" brushRef="#br0" timeOffset="53404.5002">9994 7384 1620 0,'0'0'297'16,"0"0"-90"-16,0 0-137 15,0 0-42-15,0 0-28 0,0 0-22 16,0 0-195-16,-28 17-399 16</inkml:trace>
  <inkml:trace contextRef="#ctx0" brushRef="#br0" timeOffset="54359.0131">9911 7458 1008 0,'0'0'320'16,"0"0"-83"-16,0 0 31 16,0 0-13-16,0 0-18 15,0 0-48-15,0 0-28 16,-3-16-72-16,10 5-35 15,3-1 9-15,2-1-8 16,1 0-12-16,1-1-2 16,0 2-10-16,0-1-19 15,-1 1 0-15,-2 3-6 0,-3 2-5 16,-3 3-1 0,-3 2-11-16,-2 2-72 0,-7 8-183 15,-6 3-112-15,-4 4-492 0</inkml:trace>
  <inkml:trace contextRef="#ctx0" brushRef="#br0" timeOffset="57163.0162">10852 4331 1179 0,'0'0'485'0,"0"0"-154"0,0 0-25 16,0 0-48-16,0 0-97 16,0 0-96-16,0 0-26 15,-3-9-21-15,24 10-6 16,16 3 2-16,15-2 2 16,8-1 12-16,1-1-8 15,-6 0-7-15,-15 0-12 16,-8-2 0-16,-9 1 1 15,-6-2-2-15,0 1-29 16,-2 0-9-16,-8 0-140 16,-5-1-168-16,-2 1-368 0</inkml:trace>
  <inkml:trace contextRef="#ctx0" brushRef="#br0" timeOffset="57593.1505">10941 4218 1590 0,'0'0'207'0,"0"0"-54"16,0 0-48-16,0 0-24 15,0 0-19-15,0 0-31 0,0 0-18 16,0-19-3-1,-2 19 7-15,-7 1-17 0,-4 7 1 16,-7 2-1 0,-3 4 9-16,-2 2 3 0,3 1 13 15,3 3 8-15,5-1-7 16,2 1 8-16,6-2 5 16,2 0 12-16,4-2-4 15,0-1-1-15,5-3 6 16,5-1-1-16,4-1 10 15,4-1-9-15,2-4 4 16,3 0-13-16,2-2-15 16,2-2-5-16,1 0-4 15,2 0-11-15,-2 0-8 16,-2 2 0-16,-4 1-24 0,-8 10-99 16,-6 0-214-16,-8-1-416 15</inkml:trace>
  <inkml:trace contextRef="#ctx0" brushRef="#br0" timeOffset="61404.5678">11993 7711 1696 0,'0'0'401'0,"0"0"-208"0,0 0-61 16,0 0 15-16,0 0-1 16,0 0-79-16,27 3-13 15,-4-1-5-15,5-2-4 16,8 0-17-16,10 0-20 16,6 0 10-16,-5-1 3 15,-9-2-9-15,-13 2-12 16,-9 1 1-16,0 0-1 15,-4 0-8-15,-2 0-131 16,-10 0-138-16,0-1-53 16,-7 0-316-16</inkml:trace>
  <inkml:trace contextRef="#ctx0" brushRef="#br0" timeOffset="61870.3779">12022 7542 1610 0,'0'0'324'0,"0"0"-127"16,0 0-98-16,0 0-56 0,0 0-18 15,0 0-18-15,0 0-1 16,4 1 13-16,-3 15 24 15,-1 5 37-15,0 3 20 16,-8 1-8-16,-3 2-38 16,-3 0 37-16,0-1 25 15,-1-1-24-15,3-3-25 16,2-3-9-16,5-4-14 16,3-4-8-16,2-3-12 15,0-2-3-15,9-1 3 16,4-1-3-16,6 0 6 15,5-2-4-15,4-1 24 16,4-1-2-16,8 0-15 16,-4 0-11-16,1-1-18 15,0-2-1-15,-7 1 0 0,3 0 0 16,-5 2 0-16,-6 0-18 16,-5 0-9-16,-8 3-23 15,-7 7-26-15,-23 12-159 16,-6 1-321-16,-12-3-605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58:17.3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3770 2437 808 0,'0'0'189'16,"0"0"-7"-16,0 0-44 15,0 0-16-15,0 0-6 16,0 0 40-16,9 5 7 0,1-2-35 16,3 0-23-16,4-1 27 15,3 1-30-15,6-1-21 16,3 1-14-16,2-1-18 16,4 0-10-16,-2 0-11 15,3 0 9-15,-2 0-8 16,-2-1-7-16,1 0-9 15,-1-1 2-15,-1 0-9 16,0 0 11-16,0 0 10 16,-1 0-7-16,0 0-6 15,0-2 1-15,2 0 3 16,-1 0-6-16,2 0-6 16,-1 0-6-16,3 1 10 0,-3 0-9 15,3 1 5-15,-2 0-5 16,1 0 0-16,-1 0 1 15,2 0-2-15,0 1 0 16,1 0-1-16,-1-1 1 16,-2 0 8-16,0 0-7 15,-1 0 0-15,0 0 0 16,-2 0 6-16,0 0-5 16,0 0-1-16,-2 0-1 15,1-1 6-15,-2 0-5 16,-1 1 0-16,0 0 0 15,0-1-1-15,1 1-4 16,0-1 4-16,1 1 0 0,1-2 2 16,-1 1-1-16,1 1 0 15,0 0-1-15,-1 0 1 16,0 0-1-16,0 0 1 16,1-1-1-16,0 0 1 15,-1 1-1-15,1 0 1 16,0 0-1-16,0 0 6 15,-1 0-6-15,0 0 0 16,-1 0 0-16,-1 0-1 16,0 0 1-16,1 0-1 15,1 0 1-15,2 0-1 16,1 0 0-16,1 0 1 16,1 0 1-16,-2-1-1 15,-1-1 1-15,2 2 1 16,-3-3-2-16,0 2 0 0,1-1 0 15,-1 0 7-15,1 0-6 16,1 0 0-16,-1 0-1 16,0 1 0-16,-1-1 1 15,1 1-1-15,-2 0 0 16,1 1 0-16,-1 0 0 16,1 0 0-16,-1 0 0 15,1 0-6-15,1 0 6 16,-1 1 2-16,1 0-1 15,1 0 1-15,1 0-1 16,1-1-1-16,0 1 1 16,0 0 10-16,2 0-5 0,-1 0-5 15,0-1 9-15,-1 2-1 16,2-1-1-16,-2 0-7 16,2 0 0-16,-1 1 9 15,1-2-9-15,0 1 0 16,0-1 5-16,-1 0-5 15,0 0 0-15,1 0 5 16,-1 0 4-16,1 1-2 16,0-1-8-16,1 1 7 15,-1-1 2-15,1 1-3 16,0-1-6-16,0 0 0 16,0 1 1-16,-1 0 0 0,0 0 9 15,-2 0-9 1,0 0 1-16,-2-1 10 0,-1 0-11 15,-1 0 0-15,-1 1 8 16,0 0-7-16,-2 0 5 16,0 0 7-16,-2 0-4 15,0 0-9-15,-1 0 11 16,-3 0-2-16,-1 0 1 16,-3-1-2-16,-2 1 0 15,-1-1 4-15,-2 1-1 16,0-1 3-16,0 0-1 15,0 0-4-15,1 0 1 16,1 0-5-16,-1 0 1 0,1 0 4 16,2 0-2-16,-1 0 0 15,2 0-2-15,0 0 2 16,0 0-1-16,0 0 1 16,0 0 1-16,0 0 2 15,-1-2-5-15,-1 1 1 16,0 0 5-16,-3-1-8 15,0 2-4-15,-2-1-1 16,0 0 1-16,-2 0 1 16,-1 1 8-16,-1-1-9 15,-3 1-1-15,1 0 0 16,-2 0 0-16,-1 0 4 16,0 0-4-16,0 0-1 15,0 0 1-15,0 0-30 16,0-1-48-16,-12 1-76 0,1-3-180 15,-1 1-421-15</inkml:trace>
  <inkml:trace contextRef="#ctx0" brushRef="#br0" timeOffset="196.0438">8399 2471 2013 0,'0'0'142'0,"0"0"-142"16,0 0-525 0,0 0 142-16</inkml:trace>
  <inkml:trace contextRef="#ctx0" brushRef="#br0" timeOffset="3940.7065">4363 3051 1242 0,'0'0'252'0,"0"0"-42"16,0 0-36-16,0 0-30 16,0 0-35-16,0 0-32 15,-4 5 10-15,11 0 29 16,4-2 12-16,6 2 13 16,4-2 1-16,10 1-24 15,12-3-34-15,8-1-26 16,5 0-15-16,-11 0-4 15,-11-2-6-15,-12-1-9 0,-2 0-7 16,1-2-4-16,1 1 5 16,2-3-4-16,-4 0 4 15,-2 0 4-15,-3-2 5 16,1-1 4-16,-3-1-4 16,1-1-1-16,-1-1-10 15,0 0 4-15,0-1-7 16,0-2 2-16,-2 0 0 15,-2-1-1-15,1 0-2 16,-2 0-2-16,-2 1 2 16,2 0 0-16,-3-1-3 15,-1 1 2-15,-1 1-5 16,-1 0-5-16,-2 2 9 16,0-1-10-16,-1 0-1 15,-5-1 0-15,-2-1 0 0,-2 1 0 16,-1-2 0-16,-4 1-22 15,0 0-1-15,-4 0 0 16,1 1-3-16,-3 1 5 16,-2 0 5-16,-2 2 16 15,-1 1-25-15,-3 1 13 16,0 2-5-16,0 1 3 16,-1 3-5-16,1 2-5 15,1 1 19-15,0 1 6 16,1 0 0-16,0 2-5 15,1 3-7-15,2 2-3 0,0 1 6 16,0 1-1-16,0 3 10 16,1 0 1-16,0 1-1 15,0 2 1-15,1 0 5 16,1 1-5-16,1 1 5 16,2-1 4-16,2 0-10 15,1 0 2-15,3 0-1 16,1 2 9-16,3 0-9 15,2 1 6-15,0 2-1 16,3 1 8-16,-1 1 13 16,3 1-3-16,1-1-2 15,0 1 2-15,1-2-3 16,7-1-3-16,4-1 6 16,3-1-3-16,3-2 0 0,3-1 0 15,4-2-3-15,2-2 0 16,2-2-4-16,1-2-2 15,-1-2-6-15,1-3 0 16,-4-1-5-16,-3-2 5 16,-3 0-6-16,-1 0-56 15,-2 0-100-15,9 0-131 16,-3-1-561-16,-1-3-1076 0</inkml:trace>
  <inkml:trace contextRef="#ctx0" brushRef="#br0" timeOffset="5276.1499">6095 3063 1465 0,'0'0'319'15,"0"0"-177"-15,0 0 56 16,0 0 8-16,40 7-53 16,-17-2 9-16,3-2-42 15,7 0-11-15,0-3 4 0,2 0-11 16,1 0-26-16,-4-2-23 15,4-5-19-15,0-2-8 16,0-3-5-16,-2-2 1 16,0-1 11-16,-3-3-8 15,-4-2-4-15,-3-1-1 16,-3-3 2-16,-3-2-2 16,-3-3-4-16,-3 2 2 15,-3-2-1-15,-3 1 2 16,-3 0 2-16,-2 1-4 15,-1 1-7-15,-1 2-2 16,-8 2-7-16,-2 2-1 16,-5-1-6-16,-1 3-17 0,-2 1 11 15,-3 2 12 1,0 1-6-16,-2 2-11 0,0 3-1 16,-1 0 5-16,0 2 1 15,0 2 4-15,-1 1 8 16,0 1-13-16,-2 1 13 15,-1 2-1-15,-1 0 0 16,-1 0-18-16,-1 0 13 16,-1 1 5-16,1 3 0 15,1 1 0-15,1 0 1 16,2 0 0-16,1 1 0 16,-1 1 0-16,0-1 0 15,3 2 1-15,0-1 0 16,1 1-1-16,2-1 1 15,2 1 0-15,2 0 0 16,3 0-1-16,1 2 1 0,1 0 0 16,1 1-1-16,1 1 1 15,1 2 0-15,0 0 6 16,0 0-1-16,2 0-6 16,1 1-8-16,2 2 8 15,2 2 8-15,1-1 5 16,2 3 5-16,2-1 8 15,6 3-10-15,4-1 4 16,3 2-5-16,4-1 6 16,2-1-5-16,4-2 5 15,1-2 3-15,0-2-6 16,0-2-3-16,-4-3-7 16,-4-1-7-16,-4-3 0 0,-4-2 0 15,-4-2 0-15,-3-1 1 16,-1-2-2-16,0 0-13 15,-2 0-38-15,2 0-32 16,-2-8-82-16,0 2-322 16,0 0-208-16</inkml:trace>
  <inkml:trace contextRef="#ctx0" brushRef="#br0" timeOffset="5466.462">6062 3053 1927 0,'0'0'336'0,"0"0"-72"0,0 0-119 15,0 0-53-15,0 0-10 16,0 0-40-16,0 0-42 16,3 0-125-16,1 0-438 15,1-1-760-15</inkml:trace>
  <inkml:trace contextRef="#ctx0" brushRef="#br0" timeOffset="6341.9725">4172 1723 1056 0,'0'0'274'0,"0"0"18"15,0 0-9-15,0 0-16 16,0 0-11-16,0 0-36 15,-6-8-30-15,4 8-47 16,-1 6-52-16,-3 7-46 16,-2 12 11-16,-1 0 1 15,-1 5-23-15,0 1-14 16,4-5-11-16,0 1-2 16,5-3-7-16,7 0-90 0,7-8-281 15,2-6-449-15</inkml:trace>
  <inkml:trace contextRef="#ctx0" brushRef="#br0" timeOffset="6928.841">4916 1820 347 0,'0'0'1401'0,"0"0"-896"15,0 0-222-15,0 0-34 16,-10-34-32-16,10 24-86 16,4 2-50-16,8 0-51 15,2 1-12-15,3 3 2 16,1 1-8-16,0 2 0 0,-2 1 0 15,-3 0 1-15,-2 6 0 16,-4 2-5-16,-3 3 4 16,-4 3 22-16,0 3 1 15,-7 4 1-15,-5 1-9 16,0 0 0-16,0-1-9 16,2-4-8-16,3-3 2 15,3-2-3-15,4-5 0 16,0-2 5-16,2-1-5 15,8-2-8-15,5-2 6 16,7 0 13-16,4-1-19 16,3-5-1-16,-2-1-27 15,12-3-87-15,-11 1-228 0,0 1-505 16</inkml:trace>
  <inkml:trace contextRef="#ctx0" brushRef="#br0" timeOffset="7567.0124">6129 1711 1502 0,'0'0'485'0,"0"0"-158"16,0 0-79-16,0 0-29 16,0 0-107-16,0 0-57 15,0 0-29-15,17-21-20 16,1 21 1-16,0 0-7 0,-2 6-1 16,-3 5 1-16,-4 2 9 15,-7 4-8-15,-2 2 29 16,-2 2-8-16,-10 1-5 15,-1-1-2-15,-1-2-5 16,2-5-1-16,3-4 0 16,4-5 30-16,4-3 41 15,1-2-11-15,1 0-34 16,8 0-20-16,5 0-6 16,7-2-7-16,4 0 11 15,3 2-13-15,0 0 9 16,-2 0-8-16,-3 5-1 15,-6 3-7-15,-7 2 5 0,-8 2 1 16,-2 2 1-16,-13 3 8 16,-14 6-8-16,-2-1 0 15,-4 1-45-15,-5 5-254 16,13-8-374-16,6-5-1132 0</inkml:trace>
  <inkml:trace contextRef="#ctx0" brushRef="#br0" timeOffset="8160.4085">6891 1672 914 0,'0'0'573'0,"0"0"-259"16,0 0 0-16,0 0-62 0,0 0-24 15,0 0-33 1,0 0-76-16,-24-20-62 0,24 28-33 16,0 5 2-16,0 5 20 15,3 3 6-15,2 4-10 16,2-1-13-16,1-1-8 16,1-1-11-16,0-3 1 15,2-4-10-15,-1-2 0 16,-1-6-1-16,0-4-9 15,-2-3-19-15,1-3 5 16,-1-9 17-16,-1-4 6 16,0-2 0-16,0-1 0 15,-1 1 1-15,-2 4-1 16,0 5 2-16,-1 7 8 16,0 2-5-16,1 7-4 0,0 8 16 15,2 6 12 1,0 4-4-16,-1 2-4 0,1 1-12 15,2-3 2-15,1-3-11 16,3-3-13-16,14-3-118 16,-2-6-229-16,1-5-408 0</inkml:trace>
  <inkml:trace contextRef="#ctx0" brushRef="#br0" timeOffset="8744.9692">7720 1627 1345 0,'0'0'582'0,"0"0"-225"0,0 0-123 16,0 0 5-16,0 0-81 16,0 0-40-16,-47 15-16 15,38-1-21-15,3 0-26 16,5 2-5-16,1-3-10 16,0 0-7-16,7-2-3 15,5-1-6-15,2-1-9 16,3-1 1-16,1 1-2 15,0-1-8-15,-2-1 4 16,-3 1 8-16,-4 0-4 16,-3 0-2-16,-5 0-6 0,-1 1-5 15,-5 1 8 1,-6 2-2-16,-4-1-5 0,-2 1-2 16,-2-3-2-16,0-2-40 15,1-4-19-15,2-3-62 16,-3-12-121-16,5-2-276 15,3-3-290-15</inkml:trace>
  <inkml:trace contextRef="#ctx0" brushRef="#br0" timeOffset="8949.2453">7621 1620 1993 0,'0'0'483'0,"0"0"-274"0,0 0-86 16,50-7 39 0,-11-1-71-16,13-2-39 0,-2 2-23 15,-8 3-18-15,-13 0-11 16,0-1-171-16,-3 0-206 16,-3-2-892-16</inkml:trace>
  <inkml:trace contextRef="#ctx0" brushRef="#br0" timeOffset="11359.2975">9021 1561 1270 0,'0'0'407'0,"0"0"-71"16,0 0-44-16,0 0-42 16,0 0-10-16,0 0-18 15,-41-18-68-15,27 21-57 16,-2 8-7-16,0 5 1 15,-1 4-11-15,4 5-14 16,2 2-15-16,4 0-15 16,4 1-5-16,3-2-5 15,2-1-5-15,7-3 3 16,4-3-5-16,2-1-8 0,1-5-1 16,2-3-8-16,-2-3 7 15,-2-3-3-15,-2-4 1 16,-1 0-6-16,0-7 7 15,-2-3-7-15,0-2 6 16,-3-3-6-16,-3 2 5 16,-3-1-5-16,0 3 0 15,-4 2-1-15,-8 2-8 16,-5 4-19-16,-6 3-15 16,-3 0-12-16,-1 9-45 15,3 4-47-15,6 6-128 16,8-2-430-16,7-2-685 0</inkml:trace>
  <inkml:trace contextRef="#ctx0" brushRef="#br0" timeOffset="12075.3018">8657 2322 542 0,'0'0'1082'0,"0"0"-767"15,0 0-36-15,0 0-135 16,0 0-57-16,-38 22-23 16,32-7-21-16,3 1-22 15,1 0-20-15,2-1-1 16,8-3-47-16,5-4-245 16,0-5-559-16</inkml:trace>
  <inkml:trace contextRef="#ctx0" brushRef="#br0" timeOffset="12538.3285">9228 2128 1927 0,'0'0'382'15,"0"0"-144"-15,0 0-128 16,0 0 55-16,0 0-53 16,0 0-31-16,0 0-29 15,-40 18-23-15,33-18-13 16,0 0 16-16,1-5 25 16,2-5-14-16,2-3-14 0,2-5-13 15,1-1-7-15,8 0 0 16,2 2 0-16,1 5 2 15,0 4 6-15,1 4-2 16,-2 4 0-16,1 0 3 16,0 8 0-16,-1 7 14 15,-1 3 10-15,-2 5 4 16,-1 1 1-16,-3 2-5 16,-2 0-9-16,-1-2-2 15,-1-3-16-15,0-2-4 16,0-4-10-16,0-2 0 15,0-5 6-15,0-2-7 16,0-2-29-16,0-2-70 0,0-2-56 16,0-1-179-16,1-4-502 15</inkml:trace>
  <inkml:trace contextRef="#ctx0" brushRef="#br0" timeOffset="12871.2227">9288 2437 2102 0,'0'0'334'0,"0"0"-157"15,0 0-82-15,0 0 80 16,0 0 15-16,0 0-60 0,0 0-29 15,-16 27-37-15,6-21-30 16,0 1-11-16,2-3-13 16,2-2-2-16,1-2 1 15,5-2 4-15,0-8-10 16,0-3-3-16,3 0-1 16,4 1-6-16,0 4-7 15,-1 4-29-15,-3 4-71 16,-3 8-142-16,-2 4-291 15,-7 3-586-15</inkml:trace>
  <inkml:trace contextRef="#ctx0" brushRef="#br0" timeOffset="14295.9964">7137 2771 1227 0,'0'0'401'0,"0"0"-36"0,0 0-25 15,0 0-75-15,0 0-24 16,0 0-63-16,-8-10-66 16,13 10-47-16,5 0-34 15,6 2 11-15,7 1 2 16,4 0-13-16,2-1-13 15,0-1-9-15,0-1-8 0,-3 0 5 16,-3 0-6 0,-6-1-63-16,-7-2-160 0,-6 0-278 15,-4 1-204-15</inkml:trace>
  <inkml:trace contextRef="#ctx0" brushRef="#br0" timeOffset="14602.9497">7159 2670 1721 0,'0'0'350'16,"0"0"-52"-16,0 0-115 0,0 0-3 15,0 0-37-15,0 0-46 16,0 0-41-16,-15 8-22 15,5 9 18-15,-3 4 16 16,-2 3-26-16,-1 1-15 16,1-1-12-16,6-1-9 15,4-2 0-15,5-3-6 16,0 0 0-16,9-3 0 16,9-2-28-16,11-2-97 15,17-10-153-15,-4-1-353 16,-3-1-755-16</inkml:trace>
  <inkml:trace contextRef="#ctx0" brushRef="#br0" timeOffset="14762.2896">7674 2832 1030 0,'0'0'1348'0,"0"0"-1003"15,0 0-159-15,0 0-127 16,0 0-37-16,0 0-22 15,0 0-88-15,-1 17-166 16,3-10-464-16</inkml:trace>
  <inkml:trace contextRef="#ctx0" brushRef="#br0" timeOffset="17951.3091">4954 4730 751 0,'0'0'279'16,"0"0"-56"-16,0 0 6 16,0 0 8-16,0 0-29 15,0 0-22-15,0 0-16 16,-5-6-22-16,5 6 1 0,0 0 13 15,3 0-18-15,7 0-34 16,6 0 10-16,7 0-14 16,11 1-47-16,11-1-31 15,12 0 3-15,1-1 19 16,-4-2-14-16,-8-1-9 16,-10 1-14-16,-10 2 2 15,-6 0-7-15,-6 0 1 16,0-1 3-16,0 2-11 15,-3-1 7-15,-4 1-7 16,-2-1 0-16,-4 0 0 16,0 1 1-16,-1 0-1 15,0 0-1-15,0 0 0 0,0 0-51 16,0 7-164-16,-1 1-315 16,1-2-228-16</inkml:trace>
  <inkml:trace contextRef="#ctx0" brushRef="#br0" timeOffset="18770.3101">6725 4719 1568 0,'0'0'336'0,"0"0"-103"15,0 0-5-15,0 0-71 16,0 0-21-16,0 0-23 16,0 0-10-16,23 0 32 15,-2 0-20-15,5 0-22 16,4 0-17-16,2-2-7 15,0-1-14-15,-2 0-19 16,-2 0-9-16,-2 0-7 16,-2-1 5-16,-1 1-11 15,-2-2 2-15,-2 2-1 16,-2-2-6-16,-3 2-1 16,-1 0-7-16,-3 0 5 15,-2 1-5-15,-2 0 0 0,-3 2 0 16,-1-1-1-16,-2 1-33 15,0-2-30-15,-7-1-87 16,-4 0-352-16,-1-2-325 0</inkml:trace>
  <inkml:trace contextRef="#ctx0" brushRef="#br0" timeOffset="19589.2902">6951 3981 669 0,'0'0'191'0,"0"0"-14"15,0 0 87-15,0 0 0 16,0 0 3-16,0 0-21 16,0 0-16-16,0-33-34 0,0 33-53 15,0 0-64 1,-2 2-43-16,0 7-23 0,-1 5-4 15,-1 7 25-15,2 4 5 16,0 1 15-16,2 2 7 16,0 0-11-16,0-1-13 15,2-2-16-15,1-3-11 16,-1-4-10-16,-1-3-6 16,-1-6-64-16,0-2-48 15,-2-4-1-15,-5-3 17 16,-2 0 31-16,-3-6 11 15,1-5 44-15,-2-2 9 16,3-2 7-16,0 0 9 16,3 1 14-16,1 4 12 0,4 3 38 15,0 2 3-15,2 4-9 16,0 1-35 0,0 1-22-16,4 6-2 0,6 3 13 15,2 3 8-15,3 1 12 16,3 0-17-16,0-1-8 15,2-3-5-15,-1-2-4 16,0-3-5-16,-3-2-2 16,-2-3-23-16,-2 0-39 15,-2-4-11-15,-3-3 10 16,-1-2 4-16,-2-2 7 16,-1-1 25-16,-2-2 21 0,0 2 4 15,-1 0 2 1,0 4 0-16,0 3 20 0,0 2 24 15,0 3-6-15,0 0-20 16,0 10-18-16,1 3 9 16,1 4 16-16,1 5-4 15,2 1-11-15,2-1 1 16,-1 0-5-16,-3-1-6 16,-5 5-113-16,-10-5-232 15,-4-4-718-15</inkml:trace>
  <inkml:trace contextRef="#ctx0" brushRef="#br0" timeOffset="20630.3604">5095 4214 933 0,'0'0'320'16,"0"0"-37"-16,0 0-22 15,0 0-4-15,0 0-21 16,0 0-61-16,0 0-111 16,-10-20-40-16,10 21-16 15,0 8-8-15,0 3 0 16,6 3 6-16,-1 2 18 16,1-1 11-16,0 0-9 15,0-2-1-15,0-2-3 16,0-1-10-16,-3-4-10 15,-1-1-1-15,-2-3-1 16,0-2-30-16,0 0-12 16,-2-1-4-16,-6 0-17 0,-3-2-24 15,-1-3 21-15,-2-1 41 16,1-1 15-16,0 2 10 16,3 0 0-16,1 1 22 15,4 1 16-15,2 2 34 16,3 1-19-16,0 0-30 15,0 0-21-15,5 4 6 16,4 1 14-16,5 2 17 16,2 0-9-16,3 1-8 15,1-2-7-15,2 0-5 16,-1-3-2-16,0-2-7 16,-3-1 0-16,-2 0 0 0,-4 0-1 15,-4-5-11 1,-2 0-11-16,-5-2 4 0,1-1 2 15,-2-1 4-15,0 1 6 16,0 1 5-16,-3 1 1 16,-1 2-1-16,1 3 1 15,0 1-2-15,-1 0-5 16,-1 3 1-16,2 4 6 16,-1 3-1-16,1 3 1 15,0-2 0-15,1 3 0 16,1-1 0-16,0 1-7 0,-1 7-78 15,-1-4-163 1,0-2-334-16</inkml:trace>
  <inkml:trace contextRef="#ctx0" brushRef="#br0" timeOffset="24982.3765">6036 4714 887 0,'0'0'800'16,"0"0"-427"-16,0 0-58 15,0 0-113-15,0 0-31 16,0 0-45-16,0 32 38 15,0-11-23-15,0 3-54 0,0 1-36 16,2 0-14-16,0-2-21 16,1-2-5-16,-1-4-4 15,0-3-6-15,1-3-1 16,-1-4-10-16,-1-4-54 16,-1-2-53-16,0-1-74 15,-2-6-45-15,-4-4-335 16,0-1-392-16</inkml:trace>
  <inkml:trace contextRef="#ctx0" brushRef="#br0" timeOffset="25292.8612">6023 4713 1370 0,'0'0'494'0,"0"0"-172"15,0 0-69-15,0 0-91 16,0 0-54-16,0 0-26 15,-50 19 24-15,36-11-16 16,2 1-29-16,2-2-19 16,3-3-12-16,3-2 5 15,3-2 7-15,1 0 15 16,0 0-12-16,3-6-1 16,3-4-14-16,4-1-24 15,3-2-6-15,4 2 1 16,3 2-1-16,2 4 1 0,0 4 0 15,0 1 0-15,0 3-1 16,-2 7-7-16,-3 4-68 16,0 12-174-16,-5-3-301 15,-5 0-420-15</inkml:trace>
  <inkml:trace contextRef="#ctx0" brushRef="#br0" timeOffset="28349.9116">8073 4764 139 0,'0'0'1163'0,"0"0"-781"16,0 0-60-1,0 0-66-15,0 0-40 0,0 0 25 16,0 0-30-16,10-2-63 16,6 2-15-16,14 0-22 15,16 0-12-15,14 0-9 16,6-1-27-16,-3 0-17 15,-9-1-10-15,-15 0-10 16,-8 1-14-16,-10 0-11 16,-4-1 1-16,1 1-1 15,-3-1-1-15,-2 0-12 16,-5 1-39-16,-7-1-30 16,-1 0-22-16,-3 0-89 15,-21 2-157-15,2 0-202 0,-3 2-222 16</inkml:trace>
  <inkml:trace contextRef="#ctx0" brushRef="#br0" timeOffset="28680.3963">8099 4869 1739 0,'0'0'300'16,"0"0"-33"-16,0 0-116 15,0 0-30-15,0 0 126 16,38 10-21-16,6-7-40 0,15-1-40 16,8-2-41-1,1-2-9-15,-7-6-30 0,-9 0-15 16,-2 0-13-16,-9 1-8 16,-10 3-5-16,-10 0-2 15,-5 2-13-15,0 0-8 16,0-1-1-16,-3 1 8 15,-3 1-9-15,-6 0 0 16,-3 1 0-16,-1 0-15 16,0 0-37-16,-4 0-71 15,-25 4-80-15,1 2-301 16,-6 2-265-16</inkml:trace>
  <inkml:trace contextRef="#ctx0" brushRef="#br0" timeOffset="32960.8768">8469 3939 3 0,'0'0'202'16,"0"0"-71"-16,0 0 6 16,0 0 25-16,0 0 5 15,0 0-37-15,0 0 3 16,-1-19 95-16,1 15-25 15,-1 0-11-15,0 1-18 16,0 0 19-16,0 0 15 16,0 2-41-16,1 0-23 0,-1 1 11 15,1 0-44-15,0 2-44 16,0 9-36-16,0 5 29 16,0 5 25-16,0 3-7 15,0 1-34-15,0-1-19 16,3-3-4-16,0-1-15 15,1-3 0-15,-1-2-5 16,0-2-1-16,-3-2 0 16,1-3-3-16,-1-1-52 15,0-2-64-15,0-2-117 16,-3-2 11-16,-3-1-74 16,-8 0-193-16,2 0-102 15,-1-2-326-15</inkml:trace>
  <inkml:trace contextRef="#ctx0" brushRef="#br0" timeOffset="33203.8993">8336 4118 97 0,'0'0'1170'0,"0"0"-681"15,0 0-259-15,0 0-79 16,0 0-26-16,0 0-18 16,0 0 90-16,23 16 15 15,-6-5-60-15,1-1-72 16,3 1-9-16,0 0-17 15,1-2-22-15,-1-1-14 16,-2-2-11-16,-2-1-5 16,-3-2-2-16,-2-1-14 0,-4-2-74 15,-1 0-84-15,-2-2-70 16,2-11-48-16,-3 3-244 16,0-2-175-16</inkml:trace>
  <inkml:trace contextRef="#ctx0" brushRef="#br0" timeOffset="33373.5323">8589 4092 97 0,'0'0'921'15,"0"0"-678"-15,0 0-50 16,0 0-9-16,0 0 10 16,-32 48-76-16,24-30-51 0,1-1-22 15,-1-1-26-15,2 1-18 16,0 0-1-16,1-3-113 15,1-4-236-15</inkml:trace>
  <inkml:trace contextRef="#ctx0" brushRef="#br0" timeOffset="33560.2685">8730 4138 1972 0,'0'0'253'0,"0"0"-166"16,0 0-62-16,-31 37-25 15,-10-1-41-15,3-4-277 16,-4-1-832-16</inkml:trace>
  <inkml:trace contextRef="#ctx0" brushRef="#br0" timeOffset="35221.1543">5071 5815 905 0,'0'0'353'16,"0"0"-74"-16,0 0 24 15,0 0-27-15,0 0-13 16,0 0-66-16,0 0-43 16,-6-2-54-16,6 12-18 0,0 6 72 15,0 6-25 1,0 2-42-16,0 2-8 0,3 0-33 15,0-1-10-15,1-1-13 16,-1-4-10-16,-1-2-5 16,0-3-2-16,-1-4-5 15,0-4-1-15,-1-2-13 16,0-2-59-16,0-3-21 16,0 0-72-16,0-11-126 15,-3-1-333-15,-1-2-1081 0</inkml:trace>
  <inkml:trace contextRef="#ctx0" brushRef="#br0" timeOffset="35541.6953">5075 5813 1617 0,'0'0'304'0,"0"0"-56"15,0 0-46-15,0 0-40 16,-43 10-28-16,30-1-25 15,0 1-21-15,1-1-16 16,2-1-30-16,2-2-12 16,4-3-2-16,2-2 3 15,2-1 5-15,0 0 11 16,3-6-2-16,6-4-11 16,3-3-19-16,5 0-7 15,2-1-7-15,2 3 0 16,0 4-1-16,1 3 0 15,1 4 0-15,-1 4-6 0,-1 8 5 16,-1 5-10-16,-4 4-23 16,-4 17-118-16,-5-6-200 15,-7 0-718-15</inkml:trace>
  <inkml:trace contextRef="#ctx0" brushRef="#br0" timeOffset="39521.6487">7263 5893 1798 0,'0'0'355'0,"0"0"-141"16,0 0-50-16,0 0 13 16,0 0-16-16,0 0-44 15,33-3 7-15,3 4-39 16,1 1-28-16,-1 0-19 16,-5-2-14-16,-8 0 2 15,1 0-24-15,2-4 4 16,-3-1-6-16,-3-1-10 15,-2-1-42-15,-3-1-63 16,-5-1-117-16,-4 1-116 16,-4 3-275-16</inkml:trace>
  <inkml:trace contextRef="#ctx0" brushRef="#br0" timeOffset="39749.628">7293 6019 1822 0,'0'0'285'0,"0"0"-180"16,0 0 2-16,0 0 72 15,0 0 46-15,52 15-45 16,-12-17-72-16,0-7-33 16,-2-2-50-16,-5 0-11 15,-8 0-13-15,1-1-1 0,1-1-60 16,-3 1-122-1,-6 3-130-15,-8 4-448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3:59:43.9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9331 3580 747 0,'0'0'368'0,"0"0"-145"15,0 0 59-15,0 0-31 16,-7-39-17-16,5 36 26 16,1 3-90-16,0 0-93 15,-1 6-53-15,-1 10-15 16,0 10 3-16,1 3 44 15,1 3 23-15,-1-1-16 16,2-5-9-16,0 2-24 16,0-4-18-16,0-3-11 15,0-3-1-15,-1-5-11 16,-2-4-59-16,-1-4-18 0,-3-4-4 16,-1-1 32-16,-1-5 12 15,-2-5 29-15,0-4 10 16,2-3 9-16,1 0 1 15,1 1 9-15,1 3-1 16,3 3 2-16,1 3 14 16,2 5 3-16,0 2-8 15,0 0-19-15,7 8 17 16,2 2 7-16,3 1 5 16,1 1-12-16,2 0-4 15,0-2-8-15,2-1-6 16,-1-2 2-16,0-2-1 15,-2-1-1-15,0-4-50 16,-2 0-42-16,-2 0-63 0,-2-4-6 16,-1-3 51-16,-3-1 19 15,-1 0 8-15,-1 0 38 16,-2 1 32-16,0 1 13 16,0 3 22-16,-5 3 31 15,-3 0-14-15,-3 6-14 16,-2 4 7-16,-2 4 8 15,-2 3-9-15,-1 2-16 16,2 1-2-16,-1 8-13 16,5-4-76-16,5-5-484 0</inkml:trace>
  <inkml:trace contextRef="#ctx0" brushRef="#br0" timeOffset="1022.9363">10458 3523 851 0,'0'0'377'0,"0"0"-27"0,0 0-4 16,0 0-46-16,0 0-13 15,0 0-63-15,0 0-21 16,-6-27-90-16,3 27-62 16,1 7-27-16,-1 6-12 15,-1 7-1-15,1 5 11 16,1 3 32-16,1 0-16 15,0-2-8-15,1-1-6 16,0-4-18-16,0-2 5 16,-1-4-11-16,-1-3-1 0,-1-4-27 15,-1-3-33-15,-4-2-25 16,-2-2-36-16,-2-1 9 16,-2-3 43-16,-1-7 52 15,1-3 12-15,1-3 1 16,3-1 5-16,3 1 1 15,1 3 17-15,4 4 26 16,1 3 9-16,1 4-5 16,0 2-21-16,1 0-15 15,7 7 5-15,4 4 35 16,4 3-1-16,3 2-11 16,2 0-17-16,1-1-4 15,1-2-10-15,0-1-3 16,-1-4-4-16,-3-1-1 15,-4-4 0-15,-4-3-1 16,-4 0-11-16,-2 0-19 16,-2-8-9-16,-1-3-30 0,-1-4 5 15,-1-2 14-15,0-1 22 16,0 2 17-16,0 1 11 16,0 5 0-16,0 3 0 15,-1 5 30-15,-1 2 10 16,0 2-32-16,-2 9-8 15,-1 4 17-15,-1 4 2 16,-3 2-1-16,1 2-8 16,-3 0-9-16,1 1-1 0,-4 8-150 15,2-5-196 1,2-5-794-16</inkml:trace>
  <inkml:trace contextRef="#ctx0" brushRef="#br0" timeOffset="2417.3578">11171 3539 971 0,'0'0'300'0,"0"0"-11"0,0 0 42 15,-9-41-32-15,7 32-28 16,0 1-28-16,1 3-98 16,-1 4-81-16,1 0-27 15,0 1-11-15,1 3-14 16,0 9-11-16,0 5 0 16,1 6 15-16,3 4 26 15,1 1 10-15,-1-1 10 16,0-1-17-16,-1-2-17 15,0-4-1-15,-2-3-17 0,-1-3-10 16,0-4 0-16,0-2-42 16,-5-3-53-16,-4-3-47 15,-2-2-37-15,-1 0 9 16,-3-4 36-16,0-5-19 16,2-3 91-16,1-2 43 15,2 2 19-15,3 0 24 16,1 3 84-16,3 4 6 15,2 1 16-15,0 4-29 16,1 0-52-16,0 2-20 16,6 7 30-16,5 3 49 15,1 1-20-15,3 1-29 16,4 2-8-16,2-3-23 0,1-1-10 16,0-1-10-1,-1-3-7-15,-1-2 0 0,-4-4 5 16,-2-2-6-16,-3 0-18 15,-2-4-39-15,-3-5-33 16,-1-5-39-16,-2-1 19 16,-1-2 50-16,0-1 33 15,-2 2 17-15,1-1 8 16,-1 4 2-16,0 2 1 16,0 3 47-16,0 4 46 15,0 3 21-15,0 1-42 16,-1 3-41-16,-4 8-16 15,0 5 19-15,-1 4 5 16,-3 1-10-16,2 0-7 16,0-1-22-16,0-2 1 0,0-1-2 15,1-3-6-15,0-2-92 16,-2-1-181-16,0-3-261 16,1-5-608-16</inkml:trace>
  <inkml:trace contextRef="#ctx0" brushRef="#br0" timeOffset="2577.3784">11408 3750 833 0,'0'0'1525'0,"0"0"-1243"0,0 0-114 16,0 0-103-1,0 0-65-15,0 0-3 16,-49 14-224-16,25-10-620 0</inkml:trace>
  <inkml:trace contextRef="#ctx0" brushRef="#br0" timeOffset="5735.5268">2590 5469 1069 0,'0'0'307'15,"0"0"-47"-15,0 0-14 16,0 0-50-16,0 0-38 16,0 0-67-16,0 0-43 15,-4-2-26-15,4 2 6 16,0 0-11-16,0 0-16 15,6 3 26-15,2 2 4 16,2 2 3-16,2 0 5 16,1 0-11-16,2 0 3 0,1 1-10 15,2-1 8 1,-1-2 18-16,1 1 1 0,-1-2 6 16,0-2-8-16,-3 1-15 15,0-3 1-15,-2 0-14 16,0 0-2-16,-1 0-2 15,0-2 1-15,-2-3-2 16,2 0-4-16,-1-2-1 16,0-1-7-16,0 0 5 15,0-1-5-15,0 0 1 16,0-1-1-16,0-1 5 16,1-1-6-16,-1 2 0 15,-2 0 1-15,1 1-1 0,-3 0 5 16,-1 2-4-1,0 1-1-15,-1-1 0 0,-1 1 0 16,0-1 1-16,-1 0 0 16,0-1-1-16,-1-2 2 15,1-1-2-15,-2-1 1 16,0-2 0-16,0-1 0 16,0-1-1-16,-5-1-25 15,-2-2-26-15,-3 0 13 16,1-1 5-16,-3 1-4 15,0 1 21-15,-2 0-14 16,1 0-20-16,-2 2-2 0,-2 1 13 16,2 1 4-16,-2 1 5 15,0 2 3-15,-1 2 14 16,-1 1-23-16,1 0 8 16,-1 2-6-16,0 0-11 15,0 3 11-15,1 1 13 16,1 2-23-16,1 0 33 15,0 0 5-15,2 2-4 16,-2 3 9-16,3 3 0 16,-2 0-7-16,0 2 8 15,2 1 0-15,-1 1 0 16,2 1 8-16,0 0-7 16,1 1 0-16,1-1 1 0,2 1-1 15,-1-1 10 1,4 0 1-16,0 1-2 0,2-1 14 15,1 2 5-15,0 0-12 16,2 0 8-16,0-1 0 16,0 1 9-16,0-1-1 15,2 0-3-15,1 0-3 16,1-2-1-16,0 2 4 16,1-2-6-16,2 1 1 15,0-1 1-15,1 0 2 16,2 0 3-16,0-1 4 15,1 0 1-15,1-2-4 16,0-1-5-16,-1-3 5 16,2 0 2-16,-3-2-5 15,-1 0-7-15,-1-2-4 0,-2-1-9 16,1 0-2 0,-2-1-1-16,0-5-5 0,0 0-1 15,0-3 0-15,1 1-40 16,-3 0-6-16,0 2-28 15,-2 3 1-15,-2 3-3 16,-7 1-164-16,-3 5-709 0</inkml:trace>
  <inkml:trace contextRef="#ctx0" brushRef="#br0" timeOffset="5903.7651">2710 5519 1802 0,'0'0'250'0,"0"0"-178"0,0 0-41 15,0 0-31-15,0 0-166 16,0 0-571-16</inkml:trace>
  <inkml:trace contextRef="#ctx0" brushRef="#br0" timeOffset="8987.1659">3976 4287 1332 0,'0'0'274'15,"0"0"11"-15,0 0 10 16,0 0-27-16,0 0-102 15,-6-34-88-15,4 33-26 16,1 1-10-16,1 0-18 16,0 7-9-16,0 7-3 15,0 7 10-15,3 5 36 16,3 5-16-16,0 0 2 16,0 0 0-16,-1-4 7 0,1-2-19 15,-2-5-4-15,-1-3-17 16,-3-3-6-16,0-5-5 15,0-2-93-15,-3-2-85 16,-4-3-7-16,-2-1 37 16,-2-1-3-16,-1-2 57 15,-2-7 54-15,1-4 24 16,1-3 16-16,1-1 0 16,1 0 20-16,4 1 50 15,2 5 31-15,1 3 9 16,1 4-15-16,2 4-2 15,0 0-43-15,3 6-14 0,6 7 69 16,3 3-24-16,2 2-7 16,2 1-11-16,2-1-24 15,1-3-15-15,-1-2-9 16,0-3-3-16,0-2-6 16,-2-4-6-16,-3-1 0 15,-1-2 1-15,-4-1-1 16,-1-2-10-16,-3-5-57 15,-1-2-70-15,-2-3-46 16,-1-2 45-16,0-1 19 16,0 1-7-16,0 1 23 15,-3 2 63-15,1 3 30 16,-1 4 10-16,0 3 1 16,-1 1 5-16,0 2 4 15,0 7 8-15,-2 4-12 0,1 3-5 16,0-1 8-16,1 1-9 15,1-1 0-15,-2 2-47 16,1-4-325-16,0-3-630 0</inkml:trace>
  <inkml:trace contextRef="#ctx0" brushRef="#br0" timeOffset="9169.3575">4138 4493 1654 0,'0'0'320'0,"0"0"-97"15,0 0-125-15,0 0-91 16,0 0-7-16,0 0-251 16,0 0-646-16</inkml:trace>
  <inkml:trace contextRef="#ctx0" brushRef="#br0" timeOffset="13366.3212">2560 6011 1382 0,'0'0'346'16,"0"0"-87"-16,0 0-68 15,0 0-39-15,0 0 11 0,0 0-29 16,16-2 45 0,-1 3-28-16,3 0-72 0,3-1-18 15,3 0-25-15,3 0-4 16,3-4-8-16,0-2-5 16,-1 0-7-16,-2 1-3 15,-4 1-3-15,-6 1-6 16,-4 2-6-16,-4 0-17 15,-4 1-158-15,-3 0-63 16,-2 2-77-16,-7 4-157 16,-2-1-176-16</inkml:trace>
  <inkml:trace contextRef="#ctx0" brushRef="#br0" timeOffset="13597.7041">2627 6082 1590 0,'0'0'357'16,"0"0"-69"-16,0 0-118 15,0 0-66-15,0 0 36 16,0 0 1-16,0 0-17 16,58 2-52-16,-31-4-33 15,1-4-15-15,2-1-12 16,-2 0-6-16,-2 2-6 15,-1 5-134-15,-7 0-199 16,-9 0-623-16</inkml:trace>
  <inkml:trace contextRef="#ctx0" brushRef="#br0" timeOffset="15543.3749">4978 4282 753 0,'0'0'184'16,"0"0"62"-16,0 0-23 16,0 0-55-16,0 0-25 15,0 0 5-15,0 0 10 16,-12-22-17-16,11 21-10 0,1 0 9 15,0 0-41-15,-1 1-54 16,1 0-24-16,0 0-6 16,0 0-7-16,0 2-8 15,0 5-5-15,0 6 5 16,2 2 33-16,1 3-3 16,1 2 5-16,-1-2 0 15,2 0-3-15,-2 0-2 16,0-4-16-16,0 0-7 15,-2-3-5-15,0-1-2 16,-1-2-2-16,0-2-66 16,-1-1-14-16,-3-1-36 15,-3-2-22-15,-1-1 2 0,-2-1-15 16,0 0 28-16,-1-4 21 16,0-1 65-16,2-2 34 15,0 1 5-15,2 0 21 16,1-2 46-16,3 3 38 15,0 0 15-15,0 1-17 16,3 2 23-16,0 1-32 16,0 1-31-16,9 0-2 15,-1 5 7-15,5 3 25 16,0 3-16-16,3 0-22 16,0 2-19-16,0-1-2 15,-1-2-7-15,0-1-21 0,-1-3 6 16,-4-1-12-16,-1-3 1 15,-2-1-1-15,-3-1 0 16,-1 0-16-16,-1-7-48 16,-1-1-15-16,-1-4-4 15,0 0 18-15,0-1 5 16,-1-1 30-16,0 3 18 16,-1 1 3-16,1 4 8 15,-1 2 1-15,2 2 0 16,-1 2-1-16,0 0-14 15,0 3 1-15,1 6 14 16,-2 2 2-16,1 3-1 16,-1 0 0-16,0 0 1 0,0-1-1 15,2-1-1-15,-2-2-54 16,-1-1-173-16,0-1-120 16,0-3-342-16</inkml:trace>
  <inkml:trace contextRef="#ctx0" brushRef="#br0" timeOffset="15776.7669">5101 4423 1748 0,'0'0'395'15,"0"0"-81"-15,0 0-171 0,0 0-57 16,0 0-37-16,0 0-26 16,0 0-17-16,-1 6-6 15,-3 6-64-15,-1-2-246 16,-1 1-604-16</inkml:trace>
  <inkml:trace contextRef="#ctx0" brushRef="#br0" timeOffset="18883.8701">4913 5923 155 0,'0'0'725'0,"0"0"-511"16,0 0 67-16,0 0-15 15,0 0 20-15,0 0-69 16,0 0-65-16,-13 3-41 15,22 0 34-15,5 0 9 16,8 1-39-16,9-1 18 16,12-1-22-16,10 1-24 15,3-2-21-15,-4 0-11 16,-11-1-14-16,-11 0-18 16,-8 0-12-16,-3 0-11 0,3-1 0 15,-1-2 2-15,-1 0-1 16,-4 0 0-16,-6 1-1 15,-4 0-5-15,-4 2-66 16,-2 0-46-16,-2 0-88 16,-18 0-112-16,0 5-261 15,-3-1-109-15</inkml:trace>
  <inkml:trace contextRef="#ctx0" brushRef="#br0" timeOffset="19193.8745">4966 6053 1416 0,'0'0'300'16,"0"0"-6"-16,0 0-100 16,0 0-12-16,0 0-50 15,0 0 22-15,0 0 13 16,59 12-1-16,-28-10-54 15,2-1-36-15,3 0-14 16,0-1-19-16,0 0-17 16,-1 0-9-16,-1-4-3 15,-4-1-8-15,-3 1-5 16,-6-1 0-16,-4 1-1 16,-5 1-7-16,-7 3-124 15,-12 1-213-15,-6 7-304 16,-10 1-1036-16</inkml:trace>
  <inkml:trace contextRef="#ctx0" brushRef="#br0" timeOffset="26098.9682">3022 5563 424 0,'0'0'87'15,"0"0"-42"-15,0 0 61 16,0 0 39-16,0 0 5 16,0 0 10-16,-21-1-3 15,18 0-2-15,0 0-11 0,-1-1 29 16,-1 0-10-16,2 0-20 15,-3 0-21-15,-2 0-12 16,1-1-16-16,-3 1-14 16,0 0-7-16,-2-1-6 15,-1 1 3-15,-1 1-6 16,2-1-4-16,-2 2 0 16,1 0-8-16,0 0-3 15,1 0-17-15,0 0 10 16,-1 0-7-16,3 0-8 15,-1 3-1-15,-1 1-7 16,1 0-4-16,-1 0-1 16,-1 2-5-16,2 1-2 15,-1 1-1-15,0 1 3 0,-1 1-8 16,0 1 11-16,-1 2-1 16,1-1-2-16,1 0 3 15,0 0 1-15,1-1-1 16,1 0 2-16,0-1-4 15,1 1-4-15,1 0 3 16,0-1 5-16,1 1-14 16,3 0 1-16,0 2 9 15,1 0-10-15,1 1 1 16,1 2 12-16,1 0-6 16,0 2-7-16,0-1 1 15,3 0 7-15,2 0 2 16,1 0-1-16,2 0-3 0,1-1 0 15,2 1 2 1,1-1-1-16,1 0 5 0,2-1-1 16,0-1 4-16,1 0-2 15,0-2-1-15,3-1-1 16,-2-3 2-16,0-1-2 16,2-2 10-16,-3-2-9 15,1-2 1-15,0-1 5 16,2 0-4-16,-2-6-1 15,0-2 5-15,2-3 0 16,-2-3-4-16,2 0-5 0,-1-1 3 16,-1 0-5-1,-1 0 2-15,-1 1 2 0,-3 0-1 16,0 0 4-16,-1 1 1 16,-1-2 6-16,-1 0-2 15,-1 0-1-15,-1-2 2 16,-2 0-2-16,1-3-6 15,-3 2-5-15,-1-1-1 16,-2 0-4-16,0 2 7 16,0 0 3-16,-4-1-2 15,-3 2-8-15,-1 0 4 16,-1 1-6-16,-1 1 0 16,0 1 1-16,-1 1-1 15,1 1-1-15,-1 2-8 16,1 1 8-16,0 1-8 0,-1 1-2 15,1 2-1 1,0 0 2-16,0 1-4 0,0 1 1 16,1 1-7-16,-2 0 5 15,1 1 0-15,-1 0-3 16,1 0-1-16,0 2-2 16,2 0 1-16,2 0 1 15,0 0-5-15,4 0-53 16,0-1-59-16,2 0-90 15,0-1-225-15,0 0-125 16,0 0-454-16</inkml:trace>
  <inkml:trace contextRef="#ctx0" brushRef="#br0" timeOffset="26314.6192">2916 5569 2154 0,'0'0'334'15,"0"0"-170"-15,0 0-17 16,0 0 4-16,0 0-95 16,0 0-56-16,0 0-2 15,-4 19-232-15,-5-9-453 0</inkml:trace>
  <inkml:trace contextRef="#ctx0" brushRef="#br0" timeOffset="29606.431">11625 5607 833 0,'0'0'228'0,"0"0"-15"0,0 0-68 15,0 0 10-15,0 0-13 16,0 0-49-16,-2-7 46 16,2 6-34-16,0-2 3 15,0 0-30-15,0 0 8 16,2-1-3-16,2 0-15 16,0 1 1-16,3 0-13 15,2 3-13-15,3 0-11 16,2 0 2-16,2 6 21 15,1 4 2-15,-1 4-5 0,-2 1-4 16,-4 2-2-16,-3 2-8 16,-5 0-7-16,-2 0-6 15,0 0-5-15,-6-1-7 16,-4-1 1-16,0-1-7 16,-3-2 5-16,1-3-4 15,1-1-7-15,2-4-1 16,2-4 1-16,3-2 0 15,2-2 16-15,2-7-17 16,0-4-3-16,4-3-32 16,5-3 4-16,3 0-23 15,1-1-25-15,0 0 20 16,-1 0 24-16,0 0 11 0,-1 2 12 16,-1 0 10-1,-2 2 1-15,-3 1 1 0,-2 1 1 16,-1 4 0-16,-2 2 13 15,0 2 19-15,0 3 58 16,0 3 7-16,0 0-29 16,-3 8-34-16,0 8-14 15,-1 4 25-15,0 5 4 16,1 2-11-16,3 0-8 16,0 0-10-16,3-3-9 15,3-2-6-15,2-3-5 16,0-3-1-16,2-4 0 0,-1-4-65 15,8-7-120 1,-2-1-193-16,-2-1-425 0</inkml:trace>
  <inkml:trace contextRef="#ctx0" brushRef="#br0" timeOffset="30062.7059">11953 5594 1662 0,'0'0'335'0,"0"0"-128"15,0 0-84-15,0 0 9 16,0 0-28-16,0 0-58 16,0 0 14-16,44 2 2 0,-39 6-20 15,-2 2 28 1,-3 2 3-16,0 1-11 0,-4 1-14 15,-5-1-10-15,-2 1 1 16,-4 0-13-16,0-1-13 16,0-3-5-16,3-3-7 15,3-4 5-15,2-3 6 16,2 0 8-16,3-4 2 16,2-3-4-16,0 1-4 15,0 2-7-15,2 1 2 16,4 3-3-16,0 0-5 15,2 2 13-15,3 5 10 16,-1 1 1-16,2 2 0 0,1 0-5 16,1 1-5-1,1-2-3-15,-1 0 0 0,0-1 0 16,-2-2-12-16,0-1-1 16,-2-3-29-16,6-3-158 15,-1-5-304-15,-2-3-686 0</inkml:trace>
  <inkml:trace contextRef="#ctx0" brushRef="#br0" timeOffset="30809.856">12309 5733 1600 0,'0'0'505'16,"0"0"-216"-16,0 0-47 15,0 0-9-15,0 0-53 16,0 0-102-16,0 0-43 16,-13 31 5-16,11-13-13 15,2 2-9-15,0-3-4 16,0-1-14-16,0-3-1 0,0-3-11 16,3-5-186-1,1-4-261-15,1-1-377 0</inkml:trace>
  <inkml:trace contextRef="#ctx0" brushRef="#br0" timeOffset="31527.4533">12492 5420 1128 0,'0'0'313'0,"0"0"-21"16,0 0-11 0,0 0-40-16,-32-41-48 0,26 33-16 15,2 3 23-15,0 3-42 16,3 1-50-16,1 1-44 15,0 4-34-15,0 10-21 16,4 9-7-16,5 14 5 16,-1-2 32-16,0-2 12 15,-1-6-8-15,-2-7-20 16,1 1-14-16,0 1 0 16,-1-3-8-16,-1-4 1 15,-2-3 4-15,0-3-5 16,-2-3-1-16,0-4 1 0,0-2 6 15,0 0-5 1,0-5 7-16,0-5-4 0,0-5-5 16,0-2-1-1,0 1 0-15,0 2 0 0,2 3 1 16,4 3 1-16,0 4-1 16,1 3 0-16,3 1 1 15,2 2-1-15,2 5-1 16,-2 3 1-16,0 2 0 15,-2 0 0-15,-2-1 1 16,-1 1 0-16,-3-1-1 16,0-1-1-16,-3-2-11 15,0-1-88-15,-1-2-178 16,0-2-216-16,0-3-354 0</inkml:trace>
  <inkml:trace contextRef="#ctx0" brushRef="#br0" timeOffset="31800.1992">12749 5546 1753 0,'0'0'575'0,"0"0"-458"16,0 0 103-16,0 0 26 15,2 44-24-15,3-27-81 0,2 1-43 16,1 2-30 0,0-3-35-16,-1-2-14 0,-1-2-7 15,-2-1-6-15,0-4-6 16,0-2-11-16,4-6-175 16,-1 0-394-16,1-6-1119 0</inkml:trace>
  <inkml:trace contextRef="#ctx0" brushRef="#br0" timeOffset="32312.2174">13155 5446 1664 0,'0'0'374'15,"0"0"-34"-15,0 0-125 16,0 0-24-16,0 0-61 16,0 0-75-16,0 0-32 15,52-15-10-15,-29 12-5 16,3 0-3-16,-3 2-5 16,-3 0-21-16,-1 1-156 0,-5 0-188 15,-7 0-471-15</inkml:trace>
  <inkml:trace contextRef="#ctx0" brushRef="#br0" timeOffset="32493.7771">13128 5554 1721 0,'0'0'266'0,"0"0"-70"15,0 0-114-15,0 0 14 16,0 0-26-16,75-2-31 15,-18-7-14-15,-2-4-25 16,-1-4-9-16,-19 4-209 0,-15 2-528 16</inkml:trace>
  <inkml:trace contextRef="#ctx0" brushRef="#br0" timeOffset="32738.0754">13409 5312 1696 0,'0'0'303'0,"0"0"-189"16,0 0-73-16,60 7-14 15,-15 9 46-15,0 2 10 16,-6 0 14-16,-9 0-26 16,-14 0-26-16,-4 2-19 15,-3 2-2-15,-9 1-12 16,-1 1-10-16,-12-2-2 0,-5-2 0 15,-1-3-83 1,3-1-129-16,4-7-126 0,8-5-613 0</inkml:trace>
  <inkml:trace contextRef="#ctx0" brushRef="#br0" timeOffset="32959.6806">13919 5345 2018 0,'0'0'299'0,"0"0"-185"15,0 0 41-15,0 0-15 0,8 43-36 16,-3-27-48-16,-1 0-27 16,-1-2-17-16,0-3-4 15,-2-3-8-15,-1-7-88 16,0-1-158-16,0-3-304 0</inkml:trace>
  <inkml:trace contextRef="#ctx0" brushRef="#br0" timeOffset="33129.3756">13841 5090 1517 0,'0'0'287'0,"0"0"-34"16,0 0-110-16,0 0-90 15,0 0-34-15,0 0-13 16,0 0-6-16,32 25-18 16,-13-13-319-16,-2-1-755 0</inkml:trace>
  <inkml:trace contextRef="#ctx0" brushRef="#br0" timeOffset="33340.218">14077 5134 1938 0,'0'0'359'15,"0"0"-221"-15,-1 36 42 16,4-12-35-16,8 4-42 0,5 2-51 16,1 0-22-16,1 1-5 15,-3-4-25-15,-2-2 0 16,-4-2-105-16,-2-5-257 15,-3-10-641-15</inkml:trace>
  <inkml:trace contextRef="#ctx0" brushRef="#br0" timeOffset="33534.3713">14282 5259 1965 0,'0'0'394'0,"0"0"-143"16,0 0-144-16,0 0 32 15,0 0-17-15,7 54-46 0,-1-30-25 16,0 1-9 0,1 1-19-16,-4 1-13 0,-2 0-4 15,-1-1-6-15,-9 3-107 16,-4-7-195-16,1-7-407 0</inkml:trace>
  <inkml:trace contextRef="#ctx0" brushRef="#br0" timeOffset="33729.5525">14268 5194 1896 0,'0'0'282'0,"0"0"-80"16,0 0-53-16,45-16-38 16,-25 16-45-16,-1 11-29 15,-2 6 9-15,-5 5-23 16,-7 4-8-16,-5 3-2 15,-35 15-13-15,-1-7-54 16,-7-6-448-16</inkml:trace>
  <inkml:trace contextRef="#ctx0" brushRef="#br0" timeOffset="34314.5715">12681 5863 1382 0,'0'0'387'0,"0"0"-68"16,0 0-87-16,0 0-22 15,0 0-34-15,0 0-69 16,0 0-38-16,9-2-18 16,6-1 3-16,3-1 3 0,4-2-20 15,1 1-24-15,0-1-11 16,-2 1 2-16,-2 0-4 16,-3 2-98-16,-5 0-112 15,-2 1-169-15,-5 1-371 0</inkml:trace>
  <inkml:trace contextRef="#ctx0" brushRef="#br0" timeOffset="34532.6398">12713 5939 192 0,'0'0'1765'0,"0"0"-1487"16,0 0-151-16,0 0 34 15,0 0 41-15,59-8-76 16,-32 2-49-16,1 2-23 16,-2 0-28-16,-3 0-17 15,-4 2-9-15,1-2-20 16,-6 0-207-16,-5 0-466 0</inkml:trace>
  <inkml:trace contextRef="#ctx0" brushRef="#br0" timeOffset="38723.4589">11849 5235 1106 0,'0'0'339'0,"0"0"34"16,0 0-118-16,0 0-31 16,-19-39-70-16,17 36-4 15,2 3-20-15,-1 0-66 16,1 3-39-16,0 10-19 16,0 3 73-16,2 5-22 15,2 2-30-15,0 0-12 16,0 0-9-16,-1-3 2 15,-1-1-8-15,0-2-2 0,-2-3-26 16,0-3-70-16,0-3-8 16,-1-3 13-16,-5-3 9 15,-1-2 19-15,-2-1 7 16,-2-6 22-16,0-3 17 16,0-1 17-16,2-1 2 15,3 2 36-15,1 2 25 16,3 3 0-16,1 3 7 15,1 2-28-15,0 0-40 16,1 3 12-16,5 6-4 16,2 1 19-16,2 2-14 15,2 1-5-15,2-2-1 16,1 0 2-16,1-5-2 0,1 0-1 16,-2-4-4-16,-1-2 5 15,-1 0-7-15,-4-2-23 16,0-5-8-16,-3-1-14 15,-2-1 6-15,-2 0 14 16,-1-2 10-16,-1 3 14 16,0 0 1-16,0 3 6 15,0 3 21-15,0 0 18 16,-2 2-18-16,0 0-17 16,-1 6-10-16,-1 5-1 15,0 3 0-15,-1 2-1 16,1 2 1-16,0 0-5 15,0 5-111-15,2-5-226 16,-1-2-370-16</inkml:trace>
  <inkml:trace contextRef="#ctx0" brushRef="#br0" timeOffset="38896.3789">12046 5449 1899 0,'0'0'326'0,"0"0"-92"16,0 0-161-16,0 0-73 15,0 0-49-15,0 0-430 0,0 0-816 16</inkml:trace>
  <inkml:trace contextRef="#ctx0" brushRef="#br0" timeOffset="44864.2209">4941 5473 914 0,'0'0'308'0,"0"0"33"16,0 0 2-16,0 0-75 16,0 0-55-16,0 0-24 15,-8-13-30-15,8 12-78 16,9 0-47-16,1 0-16 16,5 0 16-16,3-2-16 15,0 2-17-15,1 0 0 16,-1 0 0-16,-1 1-1 15,-3-1-136-15,-4 1-89 16,-6 0-109-16,-2 0-259 16,-2 2-586-16</inkml:trace>
  <inkml:trace contextRef="#ctx0" brushRef="#br0" timeOffset="45078.558">4894 5599 1800 0,'0'0'393'16,"0"0"-109"-16,0 0-114 15,0 0-17-15,0 0-60 16,0 0-42-16,52-18-12 16,-26 11-30-16,4 0-9 15,-1 2-2-15,5 3-158 0,-5 2-176 16,-10 0-551-16</inkml:trace>
  <inkml:trace contextRef="#ctx0" brushRef="#br0" timeOffset="48497.3484">7781 5962 1149 0,'0'0'279'0,"0"0"-58"0,0 0 57 16,0 0-25-16,0 0-57 15,0 0-46-15,0 0-34 16,14-7-37-16,22 7 66 16,18 0-13-16,12 0-53 15,0 0-46-15,-3 0 16 16,-7 0-14-16,0 0-19 16,-2-1-7-16,-5-4 8 15,-10 2-16-15,-10 0 8 16,-10 0-9-16,-5 1-4 15,0 1-77-15,-5 0-81 16,-3 0-111-16,-13 1-41 16,-9 2-310-16,-4 2-393 0</inkml:trace>
  <inkml:trace contextRef="#ctx0" brushRef="#br0" timeOffset="48796.0916">7901 6097 1667 0,'0'0'320'15,"0"0"-34"-15,0 0-132 16,0 0 8-16,0 0 45 16,0 0-10-16,80 13-29 15,-13-13-62-15,8 0-33 16,-2-3-43-16,-10-4 18 0,-11 0-21 15,-4 0-4-15,-9-1-8 16,-8 3-3-16,-7-1-6 16,-5 2-5-16,0-1 5 15,-2 1-6-15,-2 2-15 16,-11 2-97-16,-15 5-143 16,-8 6-412-16,-10-1-1065 0</inkml:trace>
  <inkml:trace contextRef="#ctx0" brushRef="#br0" timeOffset="54373.9529">6086 4372 637 0,'0'0'299'0,"0"0"-20"0,0 0-22 16,0 0 5-16,0 0-35 16,0 0-26-16,-4-31-12 15,3 28-8-15,0 1-35 16,0 2-22-16,0 0-27 15,0 0-42-15,0 6-28 16,1 5-15-16,0 3 20 16,0 2-3-16,1 4-5 15,1-2-12-15,1-2-3 16,0 0-3-16,-1-3-5 16,0-1 0-16,-2-2-1 0,0-2-26 15,0-1-41-15,0-3-47 16,-1-1-14-16,-4-1 5 15,-1-2 10-15,-2 0-22 16,1 0 48-16,-2-3 35 16,-1-2 30-16,1 1 22 15,1-1 10-15,2 1 28 16,2 0 41-16,2 2 29 16,1 1-14-16,1 0-24 15,0 1-24-15,0 0-12 16,3 0-23-16,5 5 26 0,3 1 35 15,1 1-11 1,2 1-24-16,0-1-7 0,0-2-10 16,0 1-7-16,-1-2-5 15,-2-2-7-15,-2-2 7 16,0 0 1-16,-2 0-9 16,0 0-11-16,0-5-56 15,-1-1-8-15,-1-2-22 16,-1-1-4-16,-1-1 13 15,-2 1 36-15,0 0 29 16,-1 1 13-16,0 0 1 16,0 2 9-16,0 1 0 15,0 1 1-15,0 1 6 16,-1 1-6-16,1 2 22 0,-2 0-13 16,1 1-4-16,-3 7 1 15,1 3-7-15,-1 2-1 16,-1 1 0-16,1 0 1 15,0-2 0-15,1-2 0 16,0-1-87-16,-1-1-122 16,0-2-297-16,0-2-260 15</inkml:trace>
  <inkml:trace contextRef="#ctx0" brushRef="#br0" timeOffset="54572.553">6179 4474 905 0,'0'0'808'0,"0"0"-554"16,0 0-119-16,0 0-91 16,0 0-20-16,0 0-11 15,0 0-13-15,-11 43-140 16,4-31-569-16</inkml:trace>
  <inkml:trace contextRef="#ctx0" brushRef="#br0" timeOffset="56531.1499">4835 6424 77 0,'0'0'489'0,"0"0"-199"16,0 0 12-16,0 0-83 15,0 0 0-15,0 0 1 16,0 0 16-16,-11-1-33 16,11 1-43-16,0 0-27 15,0 0-16-15,2 0-14 16,6 0 40-16,4 3-8 15,5 0-24-15,6 0-44 16,9-1 1-16,10-1 2 16,12-1-9-16,2 0-11 15,-2 0-20-15,-6-4 7 16,-13 1-11-16,-6 1-26 16,-7-1 2-16,-2 1-1 0,1 0 1 15,2 0-1-15,0-1 5 16,-4 1-5-16,-5 0-1 15,-5 1 0-15,-3 0-1 16,-4 1-29-16,-2 0-22 16,0 0-25-16,-4 0-59 15,-7 0-126-15,-15 7-269 16,0-1-118-16,1 1-304 0</inkml:trace>
  <inkml:trace contextRef="#ctx0" brushRef="#br0" timeOffset="56927.8556">4907 6563 1045 0,'0'0'273'16,"0"0"-30"-16,0 0-31 16,0 0 21-16,0 0-28 15,0 0-65-15,0 0-42 16,5 3 21-16,9 0 60 16,10-2-8-16,14-1-35 15,12 0-13-15,-3-1-39 16,-6-5-11-16,-14 1-16 0,-7 1-10 15,2-1-10 1,1 0-22-16,2-2-1 0,-4 2-7 16,-4 1-6-16,-6 0 1 15,-2 2-1-15,-5 0-1 16,-1 2-26-16,-3 0-50 16,0 0-75-16,0 3-301 15,-7 2-376-15</inkml:trace>
  <inkml:trace contextRef="#ctx0" brushRef="#br0" timeOffset="58670.6688">13858 5853 1045 0,'0'0'269'16,"0"0"-57"-16,0 0 15 16,0 0-25-16,0 0-57 15,0 0-43-15,8-29-21 0,-1 29-37 16,1 0-23-1,0 0 0-15,2 6-6 0,-1 4-3 16,-2 4 1-16,-2 2 0 16,-3 1 1-16,-2 2-7 15,0-1 0-15,-3 2-1 16,-4-3-5-16,1-1 0 16,0-3 5-16,2-3-6 15,1-3-30-15,2-4-8 16,1-3 15-16,0 0 17 15,1-8-19-15,6-4-30 16,2-5-2-16,1-2 27 16,0-3 11-16,1 2 14 15,-2-1 5-15,1 2 1 16,-1 0 0-16,-2 2 12 0,-1 2-7 16,-2 3 25-16,-1 4 30 15,-3 2 20-15,0 5 7 16,0 1-35-16,0 3-36 15,0 7-16-15,-4 6 27 16,1 5 30-16,1 2-9 16,2 1-16-16,0 0-17 15,2-1-8-15,4-1-4 16,0-4-4-16,6 1-141 16,-2-5-208-16,0-6-453 0</inkml:trace>
  <inkml:trace contextRef="#ctx0" brushRef="#br0" timeOffset="59073.9189">14105 5884 631 0,'0'0'1045'0,"0"0"-889"16,0 0-36-16,0 0-40 15,0 0 17-15,0 0-43 16,0 0-18-16,39 5-5 16,-35 1-23-16,-3-1-7 15,-1 2 13-15,0 1 30 16,-4 0 23-16,-4 1-36 16,0-1-12-16,1-1 2 15,1-2-14-15,2-2 7 16,3-2 20-16,1 0 19 0,0-1 0 15,0 1 8-15,5 3 30 16,1-1 0-16,2 3-32 16,0-1-17-16,0 1-6 15,-1-1-9-15,-1 2-13 16,-3 0-8-16,-3 1 2 16,-1 1-2-16,-11 1-4 15,-14 5-2-15,-37 10-40 16,5-3-189-16,-10-2-373 0</inkml:trace>
  <inkml:trace contextRef="#ctx0" brushRef="#br0" timeOffset="60963.607">14442 6007 1356 0,'0'0'383'0,"0"0"-79"16,0 0 2-1,0 0-124-15,0 0-100 0,0 0-4 16,-27 35 36-16,22-14-46 16,0 0-39-16,3 0-12 15,-1-3-17-15,3-2-27 16,0 3-180-16,0-6-310 15,0-5-639-15</inkml:trace>
  <inkml:trace contextRef="#ctx0" brushRef="#br0" timeOffset="61508.716">14552 5744 1283 0,'0'0'275'15,"0"0"41"-15,0 0-63 16,0 0-13-16,0 0-66 15,-14-34-6-15,13 34-32 0,-1 0-78 16,1 8-37 0,0 7-12-16,1 5 23 0,0 4 25 15,0 0 2-15,0 2-18 16,3-2-28-16,0 0-4 16,0-1-7-16,0-3-1 15,0-4-1-15,0-4-26 16,0-8-14-16,0-4 7 15,1 0 30-15,0-13 3 16,1-5 1-16,2-4-1 16,0-4 13-16,-1 1-11 15,1 3 2-15,-1 6-4 16,-1 5 0-16,1 6 1 16,0 5 0-16,1 1 5 15,3 10-6-15,0 4 8 0,1 4-1 16,-2 2-6-16,-2 2 0 15,0 0 0-15,-1 1-1 16,1-3-31-16,-1 0-189 16,3 0-115-16,-2-6-404 15,0-5-761-15</inkml:trace>
  <inkml:trace contextRef="#ctx0" brushRef="#br0" timeOffset="61985.9648">14813 5869 1759 0,'0'0'347'0,"0"0"-24"0,0 0-90 15,0 0-45-15,0 0-76 16,0 0-55-16,0 0-20 15,43-18 1-15,-31 18-16 16,-2 3 16-16,-3 3-20 16,-4 1-9-16,-2 1 4 15,-1 3 7-15,-1 2 16 16,-6 2-3-16,-4 1 6 16,-1 1-13-16,-1 1 1 15,2-2-6-15,0-2 0 0,3-2 3 16,2-4 11-16,4-2-2 15,2-2-11-15,0-2 1 16,6-1 16-16,7-1 4 16,6 0 1-16,7-3-17 15,4-4-14-15,1-3-4 16,2 0-3-16,-2 1-1 16,-2 0-5-16,-6 2-6 15,-5 2 5-15,-6 1-19 16,-6 3 1-16,-5 1-7 15,-1 0-23-15,-35 16-109 16,1 0-129-16,-9 2-496 0</inkml:trace>
  <inkml:trace contextRef="#ctx0" brushRef="#br0" timeOffset="71287.5581">14308 6246 7 0,'0'0'44'16,"0"0"-5"-16,0 0 24 15,0 0-14-15,0 0-8 16,0 0 29-16,-10 2-6 15,8-2-17-15,1 0-47 16,0 0 31-16,0 0-21 16,0 0 3-16,0 0-12 15,-1 0-1-15,2 0 0 0,-2-1-23 16,0 0-27-16,1 1-10 16</inkml:trace>
  <inkml:trace contextRef="#ctx0" brushRef="#br0" timeOffset="72222.7353">14180 6248 232 0,'0'0'657'16,"0"0"-451"-16,0 0 43 16,0 0-45-16,0 0-40 15,0 0-15-15,0 0-24 16,-4-4-30-16,4 4-24 16,0-1-9-16,0 1-12 15,0 0-19-15,0 0 0 0,0 0-7 16,0 0 1-16,0 0-10 15,4 0 5-15,2 0 4 16,1 0-8-16,0 0 4 16,2 0-14-16,0 0 0 15,-1 0-5-15,2 0 10 16,-1 0-11-16,-1 0 0 16,0 0 1-16,-3 0-1 15,0 0-33-15,-1 0-32 16,-2 0-92-16,0 0-69 15,-2 0-76-15,0 0-86 0,0 0-356 16</inkml:trace>
  <inkml:trace contextRef="#ctx0" brushRef="#br0" timeOffset="72463.2213">14153 6297 1252 0,'0'0'341'16,"0"0"-113"-16,0 0-51 15,0 0-33-15,0 0-38 16,0 0-22-16,0 0-14 16,42 5-33-16,-26-5-19 15,-1 0-17-15,-1 0-1 0,-1 0-88 16,3-3-117-16,-3-1-151 15,-3-1-268-15</inkml:trace>
  <inkml:trace contextRef="#ctx0" brushRef="#br0" timeOffset="72807.9238">14298 6160 1498 0,'0'0'403'16,"0"0"-126"-16,0 0-76 0,0 0-70 16,0 0-52-1,0 0-24-15,0 0 30 0,17 16-18 16,-3-7-18-16,0 2-4 16,1 0-26-16,-2 0 1 15,-2 0-19-15,-3-1 5 16,-2-1-5-16,-3-1 0 15,-3-1 5-15,0 1-4 16,-5-1 4-16,-4 0-5 16,-1-1 11-16,-1 0-12 15,0-1 0-15,0-2-18 16,3 0-35-16,1-1-32 16,3-1-53-16,2 2-69 0,1-1-275 15,1 0-150-15</inkml:trace>
  <inkml:trace contextRef="#ctx0" brushRef="#br0" timeOffset="73019.448">14524 6344 2016 0,'0'0'342'16,"0"0"-124"-16,0 0 51 15,0 0-47-15,0 0-94 16,0 0-82-16,0 0-28 0,0 1-18 16,-2 2-58-1,-7 8-192-15,-1-1-265 0,-4 1-518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01:31.3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3517 3040 1437 0,'0'0'614'0,"0"0"-385"16,0 0 35-16,0 0 21 15,0 0-55-15,0 0-106 16,-17 0-64-16,17 0-31 16,5 0-5-16,7-6-6 15,13-6 2-15,12-7-2 16,14-6-4-16,-4 0-4 15,-8 4-9-15,-13 5 5 16,-8 5-5-16,1 1 4 16,0-1-5-16,-2 3-21 0,-4 5-70 15,-8 3-221-15,-3 1-230 16,-2 6-244-16</inkml:trace>
  <inkml:trace contextRef="#ctx0" brushRef="#br0" timeOffset="220.7887">3519 3164 2089 0,'0'0'343'0,"0"0"-70"16,0 0-77-16,0 0-33 16,0 0-28-16,0 0-14 15,78-26-48-15,-24 2-32 16,5-4-20-16,-10 3-15 0,-14 6 1 15,-13 7-7-15,-3 1-14 16,12-6-107-16,-3 2-344 16,-4 0-395-16</inkml:trace>
  <inkml:trace contextRef="#ctx0" brushRef="#br0" timeOffset="3839.7831">6748 3016 776 0,'0'0'1056'0,"0"0"-713"15,0 0-85-15,0 0-5 16,0 0-15-16,0 0-46 16,-6 1-48-16,6-1-40 15,2 0-47-15,9-4-28 16,9-5-10-16,11-5 5 16,1-1-7-16,3-2-8 15,2 0-3-15,-6 1-5 0,3 0-1 16,-3 4-1-16,-3 1-27 15,-6 4-80-15,-5 3-114 16,-8 4-261-16,-4 0-165 16,-5 1-249-16</inkml:trace>
  <inkml:trace contextRef="#ctx0" brushRef="#br0" timeOffset="4080.6994">6758 3131 1969 0,'0'0'301'0,"0"0"-119"16,0 0-2-16,0 0 81 16,0 0-38-16,55-13-43 15,-3-6-47-15,9-4-53 16,-1-2-23-16,-7 2-35 16,-11 5-8-16,-7 3-13 15,-9 4 11-15,-8 3-11 16,-6 3-1-16,-2 2-21 15,-1 0-80-15,-4 3-120 16,-5 6-444-16,0 5-398 0</inkml:trace>
  <inkml:trace contextRef="#ctx0" brushRef="#br0" timeOffset="10836.6635">9486 5871 750 0,'0'0'410'0,"0"0"-194"0,0 0-15 16,0 0 31-16,0 0-30 15,0 0-36-15,0 0-44 16,-6-18-2-16,2 15-13 16,-2-2-3-16,-1 2 16 15,-2-2-5-15,-1 2-38 16,-2-2-20-16,-1 2 19 15,0-1-28-15,-1 3 8 16,0 0-23-16,-3 1-18 16,0 0 15-16,-1 0-15 0,-1 2-4 15,0 2-10-15,0 1 6 16,-2 1-1-16,-1 0 1 16,2 1 1-16,-2-2-7 15,4 1 7-15,2-1-8 16,1 0 0-16,1 0-1 15,2 0 1-15,-1 1 0 16,1 0-1-16,0 1 1 16,0 2-5-16,-1 0 5 15,1 2 0-15,1 2 0 16,-1 2 3-16,2 1-3 16,-1 1-1-16,2 0 0 15,2 0 0-15,1 1 1 0,1 0 6 16,2 0 3-16,1-1 3 15,1 0-6-15,1 1-1 16,0 1-4-16,2-1 7 16,4 0 1-16,1 1 8 15,2-2 2-15,0 0 4 16,2-1-2-16,1 0-5 16,2-3 2-16,1 1 0 15,2-2-1-15,2-2 4 16,3-1 1-16,1-1 2 15,3-1-7-15,1-1-5 16,0-3 0-16,0-1-3 16,1-2 7-16,0 0 13 15,0-2-5-15,0-6-8 0,-2-1-4 16,0-2-12-16,-3-2 9 16,-1-1-9-16,-3-1 0 15,-2-1 1-15,-3 0 0 16,-1 0 0-16,-2-2 10 15,-1 0-10-15,-1-1 4 16,0-1-4-16,-2-2-1 16,-1 1-6-16,-2 0 5 15,-1 0-19-15,-1 1 14 16,-2 1 0-16,0 2-6 16,0 0 2-16,-1 1 9 15,-3 1-5-15,-2 0 5 16,0 1-1-16,-2 0-8 0,-1 2-14 15,1 0-3-15,-2 1 4 16,1 2 5-16,-2 0 3 16,0 2 3-16,0 1-7 15,0 0 1-15,1 2 4 16,-1-1-4-16,1 3-1 16,0 0-2-16,2 0 3 15,-2 1 1-15,-1 1-2 16,1 0-8-16,-1 0 4 15,-1 1-3-15,0 4-10 16,-5 4-23-16,4 0-240 16,-1-3-512-16</inkml:trace>
  <inkml:trace contextRef="#ctx0" brushRef="#br0" timeOffset="11003.877">9494 5845 2126 0,'0'0'151'0,"0"0"-151"16,-44 9-394-16,26-4-159 0</inkml:trace>
  <inkml:trace contextRef="#ctx0" brushRef="#br0" timeOffset="15071.3097">10023 5561 842 0,'0'0'232'0,"0"0"-101"0,0 0 45 15,0 0 12-15,-46-40-14 16,31 29-9-16,0-1-35 16,-1 0-22-16,-2 1-9 15,-2 0-8-15,0-1 10 16,-3 1-40-16,-1 1 3 15,-3-1 0-15,-4 1-4 0,-6 1-10 16,-9 0-2 0,-6 1 4-16,-3 1 9 0,4 3-11 15,5 2-17-15,6 1-21 16,4 1-2-16,6 0-2 16,7 0-7-16,0 0 5 15,-4 0-4-15,-3 3 5 16,-5 0-5-16,0 2-1 15,0 0 5-15,2 1-5 16,0 1-1-16,2 1 0 16,1 0 0-16,1 2 0 15,1 0 0-15,0 1 1 16,-1 1 0-16,1 2 15 0,-2 0-16 16,1 1 2-16,0 1 4 15,1-1-5-15,1 1 8 16,3 0-8-16,0 1 7 15,2 0-7-15,1 2 11 16,0 2 3-16,2 1-3 16,2 0 0-16,0 2 2 15,0-1-4-15,3 1 7 16,1 0-10-16,1 1 5 16,0-1-3-16,1 1 0 15,0 0 12-15,2 1-4 16,0 1-4-16,0 6-11 15,1-2 7-15,2 0 3 16,2 1 6-16,2-5-2 16,1 4 8-16,1-1-11 0,0 1 4 15,3 0-5-15,3 0-5 16,3 0 5-16,1 0-6 16,4 0-4-16,2 4 8 15,1-2-10-15,0-2 1 16,2 2 0-16,-2-5 10 15,3 4-10-15,0-2 5 16,0-2-4-16,2-2-1 16,0-2 0-16,0 0 5 15,1-3-5-15,-1 1 1 16,1-2-1-16,-2-1 5 16,1-1-4-16,-1-1-1 15,-1-1 0-15,-1-1 0 0,0-1-1 16,-1-1 2-16,-1-1-1 15,0-1 5-15,1-1-5 16,1-2-1-16,0 0 1 16,1-2 0-16,1 0-1 15,0-1 0-15,1 0 0 16,0-1 1-16,1-1-1 16,1-1 1-16,2-1 0 15,-1-1 0-15,2 0 0 16,1 0-1-16,0-3 0 15,0 1 0-15,-1-1 0 16,0 1 0-16,0 0 0 0,-2-1 1 16,0 0-1-16,-1 1 0 15,1-2 1-15,-1 0-1 16,1 0 1-16,0-1 0 16,2 0 0-16,0-1 0 15,0 1 0-15,0-2 5 16,-1 0 0-16,1-1 0 15,-1-1 2-15,0-1-1 16,0 0-1-16,0-1-6 16,-1 0 0-16,0-1 1 15,-2 2-1-15,-1 1 0 16,-1-1 1-16,-3 1 0 16,-1-1 1-16,-1 0 5 15,-1 1-5-15,-3-1 5 0,0-1 1 16,-2 2 7-16,-1 0 4 15,-1 0-4-15,-2 0 2 16,1 0-5-16,0 0-3 16,-1 0-2-16,0 0-5 15,0 0 4-15,0 1-5 16,-1 0 0-16,-2 1 0 16,0 2 0-16,-1 0 0 15,-1 2 0-15,-1 1-1 16,0 2 0-16,0 0-38 15,-12 0-77-15,-3 5-206 0,-2 0-740 16</inkml:trace>
  <inkml:trace contextRef="#ctx0" brushRef="#br0" timeOffset="15208.8178">10132 6598 1230 0,'0'0'281'0,"0"0"-281"0</inkml:trace>
  <inkml:trace contextRef="#ctx0" brushRef="#br0" timeOffset="15875.1875">10483 6311 1609 0,'0'0'394'0,"0"0"-43"16,0 0-73-16,0 0-36 0,0 0-27 15,0 0-85-15,0 0-58 16,5 3 4-16,20-3-2 16,14 0-2-16,11-3-24 15,2-5-26-15,-8 1 2 16,-12 1-13-16,-13 3-4 15,-3 1-6-15,-2 0-1 16,-2 0-4-16,-2 2-17 16,-6 0-57-16,-4 0-42 0,0 0-78 15,-24 9-265-15,-1 2-106 16,0-1-454-16</inkml:trace>
  <inkml:trace contextRef="#ctx0" brushRef="#br0" timeOffset="16120.7044">10545 6434 1891 0,'0'0'345'0,"0"0"-105"16,0 0-57-16,0 0 131 16,45-5-106-16,-19 0-79 15,2-1-38-15,2-1-39 16,-1 0-14-16,-1 1-13 15,-3-1-5-15,-1 1-7 16,-3 2-7-16,-2 0-6 0,-6 0-5 16,-5 4-73-16,-10 0-137 15,-9 4-421-15,-9 3-700 0</inkml:trace>
  <inkml:trace contextRef="#ctx0" brushRef="#br0" timeOffset="19825.4139">12535 6486 1461 0,'0'0'335'0,"0"0"-131"16,0 0 40-16,0 0-35 15,0 0-25-15,0 0-15 16,0 0-45-16,2-8-24 16,22 4-18-16,17-4-8 0,19-3-14 15,8 0-17 1,2 1-17-16,-7 3-16 0,-12 1-2 16,-9 3-7-1,-12 1-1-15,-10 0 5 0,-4 1-5 16,-2 1-87-16,-2 0-136 15,-9 0-155-15,-3 5-294 16,-4 0 0-16</inkml:trace>
  <inkml:trace contextRef="#ctx0" brushRef="#br0" timeOffset="20123.8089">12641 6624 2027 0,'0'0'290'0,"0"0"-199"16,0 0-45-16,0 0 149 16,0 0 48-16,42 2-66 15,2-4-41-15,15-6-47 16,6-4-36-16,-6-1-11 16,-9 0 0-16,-14 2-16 15,-9 3-11-15,-7 3-6 16,-5 0-8-16,-2 2 7 15,-1 0-8-15,-1 1 0 16,-5 1 0-16,-3 0-34 16,-2 1-29-16,-1 0-39 15,0 0-100-15,-3 1-170 0,-4 3-328 16,-1-2-687-16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02:42.7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1933 6360 859 0,'0'0'214'15,"0"0"108"-15,0 0-13 16,-39 6-82-16,32-6 37 16,2 0-16-16,4 0-16 15,0 0-62-15,1 0-58 16,0 0-42-16,0 0-22 15,6-1-23-15,5-2-14 16,6-1-2-16,3-2 1 16,2 1-10-16,0-1 0 0,-1 1-6 15,-1 0-91-15,-2 1-119 16,0-3-94-16,-5 2-341 16,-5 0-416-16</inkml:trace>
  <inkml:trace contextRef="#ctx0" brushRef="#br0" timeOffset="258.5058">1978 6274 1592 0,'0'0'318'16,"0"0"-105"-16,0 0-63 0,0 0-74 15,0 0-16-15,0 0 15 16,41 1-14-16,-23 3-24 15,-2 2-12-15,-1 2-3 16,-6 0-5-16,-2 3-1 16,-6 2 5-16,-1 2 21 15,-4 2-6-15,-9 4-24 16,-3 2-12-16,-7 9-74 16,4-5-159-16,3-4-311 0</inkml:trace>
  <inkml:trace contextRef="#ctx0" brushRef="#br0" timeOffset="2851.454">2418 7446 214 0,'0'0'911'0,"0"0"-582"0,0 0 23 16,0 0-28-16,0 0-13 15,0 0-54-15,0 0-47 16,-36-9-50-16,40 8-62 16,16 0-28-16,19-2 29 15,19-3-17-15,9-1-2 16,4-3-29-16,-4 1 6 16,-8-2-9-16,-5 2-12 15,-11 2-15-15,-13 2-9 16,-10 2-11-16,-5 0-2 15,-2 2-6-15,-1-1-8 16,-3 2-45-16,-6 0-45 0,-3 0-22 16,-3 3-120-16,-20 11-244 15,1-1-188-15,-2 2-765 0</inkml:trace>
  <inkml:trace contextRef="#ctx0" brushRef="#br0" timeOffset="3258.2946">2437 7629 1670 0,'0'0'310'0,"0"0"-61"0,0 0-49 16,0 0 44-16,0 0-18 16,0 0-40-16,55-17-44 15,-11 5 3-15,15-4-35 16,5 0-1-16,1 0-17 16,-5 2-43-16,-11 1 2 15,-3 2-13-15,-10 1-13 16,-10 2-13-16,-5 2-11 15,-5-1 10-15,1 1-10 16,-1-1 7-16,1-1-8 16,-6 3 0-16,-3 1 1 15,-5 2-1-15,-3 2 0 0,-3 0-59 16,-33 13-158-16,0 3-464 16,-10 2-1645-16</inkml:trace>
  <inkml:trace contextRef="#ctx0" brushRef="#br0" timeOffset="8781.6291">2641 4286 690 0,'0'0'205'16,"0"0"40"-16,0 0-54 15,0 0-42-15,0 0-28 0,0 0 16 16,-19-11-13-1,12 9-17-15,1 1-13 0,-2 1-10 16,-1 0-11-16,0 0 9 16,-1 0-17-16,0 0-13 15,-1 0-8-15,0 4-17 16,-3 0 1-16,1 2-8 16,-3 1-7-16,0 1-1 15,-2 1 0-15,3 0 4 16,0-1-4-16,0 1 2 15,4 0-1-15,-1 1-1 16,1 0 0-16,1 1 0 0,0 0-5 16,0 2 2-1,1 1-1-15,1 1 0 0,0 1-2 16,2 1 0-16,1 1 0 16,2 1-4-16,-1-1 5 15,2 2-5-15,1-1 5 16,1 2 2-16,0 2 0 15,3 1 8-15,4 0 8 16,0 1 5-16,3 0-3 16,1-1 4-16,0-1 0 15,3-2 8-15,2-3-7 16,1-1-13-16,2-2 2 16,2-2 3-16,2-2 1 15,3-2 8-15,0-2-3 16,0-3 8-16,1 0-5 0,0-4-6 15,-1 0 1 1,0 0 7-16,-1-4-8 0,-1-2-4 16,-2-3-2-16,-1-1 0 15,0-1-4-15,-1-1 8 16,-1-1-4-16,0-1 0 16,-2-3-9-16,-1 0 5 15,-1-2-2-15,0-2-2 16,-4-1 1-16,0-1-2 15,-2-1-2-15,-3-1-1 16,0-2 2-16,-4 2-1 16,-2-3-2-16,0 1-7 15,-4-1 0-15,-6-1-1 0,-2 1 0 16,-4 2-13 0,-2 3-4-16,-3 3 4 0,0 3-2 15,-2 2 4-15,-1 2-4 16,0 1-1-16,-1 3-5 15,0 1 3-15,1 2 7 16,-1 0-4-16,2 2-6 16,2 2-7-16,-1 1-2 15,2 1 10-15,1 0 7 16,0 1 6-16,-2 5-2 16,-2 3-6-16,-3 5 0 15,-2 3-8-15,-20 22-26 16,6-4-129-16,2 1-581 0</inkml:trace>
  <inkml:trace contextRef="#ctx0" brushRef="#br0" timeOffset="16026.6163">3204 4224 785 0,'0'0'319'0,"0"0"-47"15,0 0 38-15,0 0-26 16,0 0-30-16,0 0-63 15,-3-14-77-15,3 18-47 16,0 7-15-16,0 6 81 16,0 5-21-16,0 3-28 15,0 4-8-15,1-2-27 0,2 0-28 16,1-1 2-16,-1-2-11 16,0-2-6-16,-2-4 0 15,1-3-5-15,-2-4 5 16,1-4-5-16,-1-2 0 15,0-4 7-15,0-1-7 16,0 0 11-16,0-3 6 16,0-8-9-16,0-2-1 15,0-3-7-15,0-1-1 16,1 3 2-16,4 1 4 16,1 3-5-16,2 3-1 15,0 4 1-15,0 2 0 16,1 1 1-16,-1 2 5 15,2 6 7-15,-1 3 2 16,-2 2 4-16,0 1-2 0,-2-1-2 16,-1 2-3-16,-1-2-5 15,0-2-2-15,-2-1-5 16,0-1 0-16,-1-2 4 16,0-2-5-16,0-2-63 15,0-1-106-15,-1 0-287 16,-2-2-288-16</inkml:trace>
  <inkml:trace contextRef="#ctx0" brushRef="#br0" timeOffset="16379.4211">3416 4376 59 0,'0'0'1615'0,"0"0"-1131"16,0 0-170-16,0 0 9 16,0 0-42-16,0 0-104 15,0 0-56-15,-3-10-56 16,3 14-38-16,0 4-5 15,5 2 8-15,1 3 2 16,0 2 1-16,0 0-9 0,0 1 9 16,-1-1-8-1,0 1-8-15,-1 0-8 0,-1 1-9 16,-1 1-14-16,-2 11-169 16,0-4-495-16,-3-2-1854 0</inkml:trace>
  <inkml:trace contextRef="#ctx0" brushRef="#br0" timeOffset="22721.2308">2679 3976 67 0,'0'0'67'0,"0"0"-55"16,0 0 4-16,0 0-8 16,0 0-8-16,0 0-24 15,-11 11 17-15</inkml:trace>
  <inkml:trace contextRef="#ctx0" brushRef="#br0" timeOffset="46434.9677">15145 722 567 0,'0'0'166'15,"0"0"-166"-15,0 0 148 16,0 0 119-16,0 0-102 15,0 0-40-15,1-24 51 16,-1 19-20-16,0 1-10 16,0-2 4-16,-2 1-9 15,-1 1-18-15,-2-2-25 16,-1 1-11-16,-4 1-11 16,-4-1-10-16,-5 2-23 0,-5 2-21 15,-3 1-10 1,-4 0-11-16,0 3 1 0,2 4-1 15,0 3 5-15,1 2-6 16,1 2 1-16,2 2 13 16,2 2-8-16,1 2 17 15,2 0-15-15,2 3 5 16,-1 1 28-16,3 0 9 16,0 1-12-16,2 0-7 15,2 2-1-15,0 1 11 16,2 2 2-16,0 1 2 15,2 1-18-15,2-1-9 16,2 0-8-16,2-1 10 16,2-2 4-16,0 0-9 15,3-3-5-15,6 0 1 0,3-3 2 16,4 0 35-16,4-2 10 16,4 0-14-16,5-4-7 15,2-2-5-15,3-4-5 16,0-2-6-16,0-5 1 15,0 0 5-15,0-3-12 16,-1 0-4-16,-2-4-10 16,-1-3 0-16,-3-2-1 15,-1-1 1-15,-2-2 0 16,-2-2 5-16,-1-1-6 16,-1-3 1-16,-1-1-1 15,1-2 1-15,-3-3-1 16,1-3-17-16,-1-2 5 15,-2-1 5-15,-1-2-34 16,-2 0 11-16,-3 1 5 0,-2 0-10 16,-3 2 1-16,-2 2 2 15,-2 1-1-15,0 2 14 16,0 2-8-16,-3 2-21 16,-2 0 2-16,-1 1 2 15,-3 1 26-15,0 1 11 16,-2 0-11-16,-2 2-20 15,0 1-29-15,-1-1 4 16,-1 1 12-16,0 1 26 16,-1 0-12-16,2 3 5 15,0 1 2-15,1 0-4 0,2 2 9 16,0 1-5 0,1 1 9-16,0 1 5 0,0 2-14 15,-1-1 5 1,-2 3-1-16,-2 0-12 0,-1 0-4 15,-17 4-16-15,4 1-30 16,-2 0-5-16</inkml:trace>
  <inkml:trace contextRef="#ctx0" brushRef="#br0" timeOffset="61232.1566">15050 763 484 0,'0'0'297'16,"0"0"-70"-16,0 0-39 15,0 0-18-15,0 0-34 16,0 0-8-16,-11-29 8 15,9 23-6-15,1 1-8 16,0-1-15-16,-1 1 21 16,2 0-4-16,-1 1-30 15,1 1-59-15,-1 2-11 16,1 0-9-16,0 1 3 0,-1 0-6 16,1 1-3-1,0 7-9-15,-2 5 9 0,1 7 12 16,0 11 31-16,0 9 24 15,-1 11 14-15,-1 3 11 16,1-2 1-16,-3-3 6 16,0-4-33-16,-1-1 1 15,0 2 0-15,0 0-28 16,0-4 0-16,2-1 9 16,1-7-10-16,0-9-20 15,2-6-9-15,1-4-9 16,-1-1-2-16,1 1-5 15,-1-1-1-15,1-5 0 0,0-3-1 16,0-3 7 0,0-2-6-16,0-1-1 0,-1 0-71 15,-5-14-145-15,1 1-431 16,-2-1-1006-16</inkml:trace>
  <inkml:trace contextRef="#ctx0" brushRef="#br0" timeOffset="63170.7804">14882 956 814 0,'0'0'320'0,"0"0"-51"0,0 0 9 16,0 0-9-16,0 0-59 16,0 0-24-16,0 0-26 15,7-19-30-15,-7 18-9 16,0 0-12-16,0-1-47 15,-1 2-23-15,-5-2-15 16,-1 2-10-16,-5 0-14 16,-1 0 6-16,-1 1-5 15,0 4 5-15,2 0-5 16,1 0 0-16,4 1 6 0,1 0-6 16,3 0 5-1,2-1-4-15,1 1 5 0,0 0 2 16,4 0-3-16,6 0 6 15,1 1 0-15,3-2-11 16,1 0 12-16,0-1-7 16,1-1-4-16,-2 0-1 15,-1-2 1-15,-2 0-1 16,-2-1 0-16,-4 0 0 16,-1 0 0-16,-3 0 0 15,-1 0-1-15,0 0 0 16,0 1 13-16,-1 0 14 15,-8 2-6-15,-1 0-11 0,-4 1-4 16,-1 2-5-16,0 0 1 16,1 1 5-16,1-1-7 15,1 2 15-15,2-1-4 16,1 0 1-16,2 0-2 16,2 1-9-16,1-1 16 15,1 1-10-15,2 0 13 16,1-2-14-16,0 1 12 15,3-1-8-15,3-1 15 16,3 1-5-16,3-2-5 16,0 0 1-16,2-3 7 15,0 1-8-15,-1-1 0 16,0-1-3-16,-5 0-5 16,-1 0-5-16,-3 0-1 0,-2 0 1 15,-1 0-1-15,-1 0-1 16,-4 0-45-16,-4 0-171 15,-2 0-723-15</inkml:trace>
  <inkml:trace contextRef="#ctx0" brushRef="#br0" timeOffset="64415.9679">15157 966 1088 0,'0'0'311'0,"0"0"-30"15,0 0-15-15,0 0-61 0,0 0-50 16,0 0-53-16,0 0-47 16,0 8 24-16,1-2 27 15,2 2 0-15,0 2-3 16,1-1-21-16,-1 0-22 16,-1 0-24-16,-1 1-4 15,0-2-9-15,-1 0-8 16,0-2 0-16,0 0-5 15,-1-1-2-15,-3-2 1 16,-1-1-2-16,-1-2 2 16,0 0 2-16,-2 0-10 0,0 0 8 15,-1-5-1 1,2-1-2-16,-1-2 0 0,3 1 0 16,-1-1-6-16,3 2 6 15,1 0-4-15,1 0 4 16,1 0-1-16,0 0-4 15,0 0 3-15,3 1-3 16,2-1-1-16,2 0 0 16,1 1 1-16,1-1-1 15,2 1-1-15,-1 1 0 16,1-1-1-16,1 1 1 16,1-1 1-16,0 0 7 0,1 0-6 15,1-1-1 1,-1 1 6-16,0-1 3 0,0 1-2 15,-3 0 2-15,-1 0-7 16,-2 2 8-16,-2-1-1 16,-1 2 0-16,-2 0-8 15,-2 1 7-15,0 1-7 16,-1 0 0-16,0 0 5 16,0 0-5-16,0 0-1 15,0 0 0-15,-1 0-26 16,-11 5 2-16,2-1-338 15,-2 0-976-15</inkml:trace>
  <inkml:trace contextRef="#ctx0" brushRef="#br0" timeOffset="80390.5421">15375 980 857 0,'0'0'375'0,"0"0"-50"0,0 0-70 15,0 0-37-15,0 0-34 16,0 0-40-16,11-2-32 16,-2 2-5-16,6 0 20 15,4 0 9-15,4-1-35 16,3 0-18-16,3 0-12 16,0-1-17-16,2 0-18 15,-1 1-18-15,-3-1 0 16,-2 1-4-16,-6-1-5 15,-4 1-9-15,-2-1 1 0,-3 1 5 16,-1 0-5-16,-1 0 0 16,-2 1 5-16,-3 0-5 15,0 0 0-15,-3 0 0 16,0 0-1-16,0 0 0 16,0 0-6-16,-3-1-96 15,-3 1-204-15,-1-3-357 0</inkml:trace>
  <inkml:trace contextRef="#ctx0" brushRef="#br0" timeOffset="82970.6294">14724 217 335 0,'0'0'1089'16,"0"0"-813"-16,0 0 8 16,0 0-39-16,0 0-64 15,0 0-76-15,0-14-9 16,0 20-70-16,0 6-15 15,0 7 20-15,2 3 39 16,0 2-13-16,1 1-23 16,-1-2-16-16,1-1-6 0,-3-3-6 15,0-1-6 1,0-4 0-16,0-2-30 0,-6-4-119 16,0-1 46-16,-1-3 24 15,-3-4-45-15,0 0 1 16,-1 0 40-16,0-5 34 15,0-3 46-15,1-2 3 16,3 0 21-16,1 1 17 16,2 2 41-16,2 2 39 15,0 3-24-15,2 2-51 16,0 0-32-16,0 1-10 16,5 5-1-16,4 2 18 15,2 2-3-15,4 1-2 16,2-2-5-16,0 1-8 15,0-3 0-15,1-3-8 0,-2-1-122 16,-2-3-61 0,-2 0-33-16,-3-3-46 0,-2-4 83 15,-2-2 88-15,-1 0 64 16,-1 0 35-16,-2 0 36 16,-1 3 70-16,0 1 87 15,0 2 3-15,-1 3-24 16,-4 0-84-16,-3 7-30 15,-2 4-30-15,-3 4 31 16,-2 4-5-16,0 0-31 16,2 3-23-16,-1 5-28 15,2-3-275-15,6-6-952 0</inkml:trace>
  <inkml:trace contextRef="#ctx0" brushRef="#br0" timeOffset="83937.3539">15501 570 1018 0,'0'0'268'0,"0"0"22"16,0 0-13-16,0 0-88 15,0 0 1-15,0 0-54 16,0 0-38-16,-11-27-53 15,9 31-29-15,0 9-8 16,0 7 8-16,-1 7 51 16,0 3-18-16,2 2-16 15,0-1-11-15,1-1-7 16,0-4-13-16,0-2 3 16,0-2-5-16,0-6-6 15,0-2-1-15,0-5-4 16,0-5-8-16,0-3 19 0,0-1 1 15,2-2 17-15,3-6-7 16,2-3-5-16,0-2 0 16,0 1-5-16,0 3 14 15,-1 2-1-15,-2 4 8 16,2 3-10-16,-1 0-11 16,2 3-1-16,-1 4 0 15,3 1-1-15,-2 2 0 16,0-1-7-16,0 0-1 15,-1-1-20-15,3 0-116 16,-2-2-223-16,-1-3-460 0</inkml:trace>
  <inkml:trace contextRef="#ctx0" brushRef="#br0" timeOffset="84171.9752">15706 746 1748 0,'0'0'268'0,"0"0"-164"16,0 0 79-16,6 37-22 15,1-19-54-15,2 2-50 16,3 1-39-16,5 13-18 15,-2-6-12-15,-5-3-502 0</inkml:trace>
  <inkml:trace contextRef="#ctx0" brushRef="#br0" timeOffset="104819.0765">1877 3085 1179 0,'0'0'269'0,"0"0"79"15,0 0-53-15,0 0-52 16,0 0-50-16,-2-10-41 16,4 5-40-16,6-1-27 15,2-2-19-15,3 0-30 16,2-1-17-16,0-2-17 16,3 2 4-16,-1 0-5 15,0 0 5-15,-1 1-5 0,0 1-1 16,-4 0-8-1,-2 2-101-15,-3-1-84 0,-6-2-103 16,-1 1-274-16,0 0-492 0</inkml:trace>
  <inkml:trace contextRef="#ctx0" brushRef="#br0" timeOffset="105058.8113">1959 2898 1407 0,'0'0'403'0,"0"0"-120"16,0 0-114-16,0 0-84 15,0 0 5-15,0 0-2 16,58-8-27-16,-35 7-17 0,2 1-18 16,-2 0-8-16,-2 6-8 15,-3 4-9-15,-5 5 12 16,-6 3-11-16,-7 12-2 15,-15 18-19-15,-5-4-172 16,-5-2-620-16</inkml:trace>
  <inkml:trace contextRef="#ctx0" brushRef="#br0" timeOffset="116895.0823">14224 583 1520 0,'0'0'325'0,"0"0"-155"0,0 0 70 15,0 0-25-15,0 0-16 16,0 0-69-16,-9-7-60 16,14 7-28-16,6 5 1 15,6 2 32-15,12 4 0 16,12 0-14-16,14-1-11 15,4-1-4-15,-2-1-2 16,-11-4-22-16,-16 0-3 16,-8-1-5-16,-4 0-7 15,-1-1-1-15,-2 1-5 16,-1 1-1-16,-6-3-1 0,-4 1-69 16,-3 0-130-1,-6 4-134-15,-6-1-285 0,-5 1-417 0</inkml:trace>
  <inkml:trace contextRef="#ctx0" brushRef="#br0" timeOffset="117291.424">14133 994 1181 0,'0'0'274'0,"0"0"-10"16,0 0 31-16,0 0-20 16,0 0-67-16,0 0-34 15,0 0-30-15,7-1 10 16,45-17 23-16,30-6-50 15,15-3-18-15,1 1-16 16,-15 5-30-16,-20 6-42 16,-17 3-13-16,-13 4 3 15,-14 2-11-15,-6 1 0 16,-3 2 9-16,-3 1-8 16,-2 0-1-16,-4 2-1 0,-1 0-35 15,-7 1-35-15,-10 5-50 16,-27 12-176-16,1-1-198 15,0-1-350-15</inkml:trace>
  <inkml:trace contextRef="#ctx0" brushRef="#br0" timeOffset="117622.6246">14194 1227 1523 0,'0'0'340'0,"0"0"-92"15,0 0 46-15,55-25 6 0,3-2-53 16,9-5-50-16,3 1-59 16,-8 4-50-16,-10 5-19 15,-11 5-24-15,-9 3-13 16,-10 5-10-16,-3 1-11 15,0-1 4-15,0 1-14 16,1-1 10-16,-7 2-10 16,-4 3-2-16,-5 2-5 15,-4 2-7-15,0 0-82 16,-13 9-80-16,-25 12-160 16,2-2-302-16,-4-1-469 0</inkml:trace>
  <inkml:trace contextRef="#ctx0" brushRef="#br0" timeOffset="117959.9515">14231 1455 1635 0,'0'0'281'15,"0"0"-45"-15,0 0 63 0,0 0 21 16,70-26-32 0,-13 0-94-16,7-5-52 15,-1 0-52-15,-9 3-32 16,-10 4 5-16,-9 5-15 0,-8 5-9 16,-8 4-19-16,-5 1-2 15,0 1-11-15,0-1-5 16,-1 1 7-16,-3 3-9 15,-5 2 0-15,-3 3-9 16,-2 0-52-16,0 0-65 16,-16 13-109-16,-1 1-316 15,-3 1-315-15</inkml:trace>
  <inkml:trace contextRef="#ctx0" brushRef="#br0" timeOffset="118299.5624">14292 1662 1294 0,'0'0'688'16,"0"0"-598"-16,0 0 69 15,0 0 103-15,42-4-3 16,-3-11-42-16,13-5-69 16,4-5-37-16,-2 0-32 0,-8 4-6 15,-12 4-17 1,-7 3-14-16,-5 3-14 0,-2 1-7 16,1-1-7-16,1-1-7 15,1 0-6-15,-6 2-1 16,-5 0 0-16,-12-2-88 15,-3 3-210-15,-10-2-524 0</inkml:trace>
  <inkml:trace contextRef="#ctx0" brushRef="#br0" timeOffset="119475.8752">13997 253 1713 0,'0'0'322'0,"0"0"-116"16,0 0-96-16,0 0-47 16,0 0-8-16,0 0 0 15,44 41-13-15,-34-19-3 16,-1 2 7-16,-6 2 7 16,-3-1-8-16,0-1 1 15,-9-1-7-15,-3-3 2 16,-2-3-13-16,0-4-15 15,2-5-5-15,3-3-7 16,3-5 11-16,3 0 8 16,3-7 2-16,0-6-10 15,4-4-12-15,9-1-14 16,3-3-10-16,3 0-11 16,2-1-8-16,-2 1 13 0,-2 2 6 15,-3 1 6-15,-3 1 9 16,-3 2-1-16,-4 3 9 15,0 3 0-15,-4 2 0 16,0 3 1-16,0 2 0 16,0 2 0-16,0 0 0 15,0 1-1-15,-5 9-42 16,-1 4 35-16,-1 6 8 16,2 1 21-16,2 1 5 15,3 0 5-15,0-1 2 16,6-2-3-16,4-2-2 15,2-3-9-15,1-4-19 0,2-5-7 16,-2-5-102-16,1 0-48 16,-2-7-215-16,-3-4-211 15,-1-3 55-15,-3-1 268 16,-1 0 260-16,-1-1 13 16,-3 4 251-16,0 0 42 15,0 4 16-15,0 3-44 16,0 2 13-16,0 3-83 15,-3 0-75-15,0 3-62 16,-1 8-48-16,0 3 4 16,2 3 13-16,2 1 5 15,0-1-12-15,2-2-12 16,3-3 4-16,3-2 4 0,-1-4-3 16,1-4-5-1,1-2-1-15,1 0-2 0,0-7-3 16,0-4-14-16,-3-2 7 15,-1-3-7-15,-4-1-1 16,-2-1-5-16,-1 2-34 16,-9 4-34-16,-6 6-3 15,-18 9-132-15,2 9-337 16,3 4-462-16</inkml:trace>
  <inkml:trace contextRef="#ctx0" brushRef="#br0" timeOffset="120363.0968">13816 1597 1558 0,'0'0'314'16,"0"0"-88"-16,0 0-103 15,0 0 25-15,0 0 34 16,0 0-81-16,27 54-22 16,-26-32-29-16,-1 1-6 15,0-2-13-15,-6-3-10 16,1-2-8-16,1-5-11 16,1-4 5-16,2-4-6 15,1-3-1-15,0 0-19 16,5-10-21-16,3-4-14 0,3-5-6 15,0-1 19-15,1-2 18 16,-1 0 13-16,-2 0 9 16,-2 0 1-16,-1 2 0 15,-2 3 1-15,-3 2 14 16,0 3 6-16,-1 5 42 16,0 3 32-16,0 3-1 15,0 1-11-15,-1 5-34 16,-3 8-24-16,1 5-13 15,1 3 12-15,1 2 0 16,1 0-7-16,0-2-3 16,5-2-14-16,4-3-1 15,3-2-8-15,4-3-66 0,9-9-207 16,-4-2-338-16,-1-2-694 16</inkml:trace>
  <inkml:trace contextRef="#ctx0" brushRef="#br0" timeOffset="120775.3212">14037 1631 1635 0,'0'0'238'0,"0"0"-25"16,0 0-79-16,-12 39 20 16,10-24-73-16,0 0-37 15,0-2-12-15,1-1-5 0,0-3-17 16,-1-3-10-16,2-4 7 15,0-2-6-15,0-3 17 16,0-8-6-16,0-5-11 16,0-3 5-16,2-1-6 15,2 1 1-15,0 4 14 16,1 2-14-16,-1 5 7 16,0 4 7-16,1 3-8 15,1 1 2-15,2 6-7 16,0 6 14-16,3 0 12 15,0 2-8-15,-1-1-11 16,0-2-8-16,0-3 9 16,-1-3-9-16,0-3 13 15,-1-2-8-15,1-4 19 16,2-9-3-16,-1-4-4 0,0-4-4 16,-3-4-14-16,-4-1-5 15,-10-4-41-15,-9 7-304 16,-10 7-1013-16</inkml:trace>
  <inkml:trace contextRef="#ctx0" brushRef="#br0" timeOffset="122783.8361">14589 624 522 0,'0'0'190'0,"0"0"20"16,0 0-31-16,0 0-2 15,0 0-31-15,0 0-59 16,0 0-34-16,0-1-13 0,4 1 16 15,3 3 81-15,1 1 2 16,4 2-18-16,2-1-19 16,2 1-34-16,-1-1-19 15,1 0-15-15,-1 0-14 16,-2 0-11-16,0-1-3 16,-3 1-6-16,-2 0-1 15,-1-1-21-15,-4 3-142 16,-2-3-317-16,-1 1-490 0</inkml:trace>
  <inkml:trace contextRef="#ctx0" brushRef="#br0" timeOffset="130965.6349">3677 5802 500 0,'0'0'201'16,"0"0"11"-16,0 0-8 15,0 0 19-15,0 0 34 16,0 0-22-16,-26 0-35 15,25 0 23-15,1 0-39 0,0 0-19 16,0 0-15-16,2 1-41 16,8 0 12-16,5 1 14 15,5 1-15-15,6-1-42 16,1 0-23-16,1-1-22 16,-1 0-3-16,-3-1-18 15,-2 0-2-15,-3 0-4 16,-5 0 6-16,-2 0-12 15,-5-1-1-15,-3 1-15 16,-4 0-50-16,0 0-66 16,-5 2-125-16,-16 6-100 15,1-1-301-15,0-1-340 0</inkml:trace>
  <inkml:trace contextRef="#ctx0" brushRef="#br0" timeOffset="131254.298">3641 5913 1506 0,'0'0'340'0,"0"0"-91"16,0 0-44-16,0 0 59 16,0 0 15-16,59 0-99 15,-34 0-55-15,-1 0-51 16,-1 0-10-16,-2 0-15 15,-2 0-5-15,-1 0-17 0,-1-2-5 16,-2-1-20 0,-2 1 4-16,-1 1-5 0,-2-1-1 15,-4 1-1-15,-2 1-49 16,-4 0-81-16,-2 0-175 16,-6 3-210-16,-5 1-414 0</inkml:trace>
  <inkml:trace contextRef="#ctx0" brushRef="#br0" timeOffset="157732.4716">3677 5845 692 0,'0'0'211'15,"0"0"9"-15,0 0 14 16,0 0-11-16,0 0-21 15,0 0-32-15,-6-5 5 16,6 4-7-16,0 1-38 16,0-1-30-16,0 1-24 0,0 0-15 15,6 0-12 1,4-1-6-16,3 0 15 0,5 0-2 16,2 0-16-16,1-3-13 15,1 2-11-15,-1 0-5 16,-2-2 2-16,-2 3-7 15,-3-2-6-15,-4 3 0 16,-1 0-1-16,-5 0 0 16,-1 0-19-16,-3 0-62 15,0 0-99-15,-3 2-129 16,-3 4-37-16,-2-1-478 0</inkml:trace>
  <inkml:trace contextRef="#ctx0" brushRef="#br0" timeOffset="158026.4814">3635 5989 770 0,'0'0'1118'0,"0"0"-960"15,0 0-92-15,0 0 18 16,0 0 117-16,0 0-49 0,49 0-50 16,-26-2-42-1,3-1-30-15,1-2-11 0,-2 0-4 16,-1 0-13-16,-3-1 6 16,-1 1 2-16,-6 2-10 15,-3 1-37-15,-5 1-206 16,-6 1-390-16</inkml:trace>
  <inkml:trace contextRef="#ctx0" brushRef="#br0" timeOffset="159146.1804">5516 5789 1356 0,'0'0'358'0,"0"0"-78"0,0 0-67 16,0 0-2-16,0 0-14 15,0 0-36-15,0 0-9 16,5-4-38-16,6 4-7 15,5-3 6-15,4 0-21 16,4 1-36-16,1-2-23 16,-2 0-15-16,-2 1-9 15,-3 2 0-15,-3 0-9 0,-5 1 0 16,-3 0-12 0,-3 0-65-16,-4 0-120 0,-3 1-156 15,-6 3-243-15,-2 1-443 16</inkml:trace>
  <inkml:trace contextRef="#ctx0" brushRef="#br0" timeOffset="159398.2845">5518 5897 2068 0,'0'0'467'0,"0"0"-323"0,0 0-17 15,0 0 112-15,0 0-64 16,0 0-77-16,0 0-18 16,60-8-24-16,-31 0-25 15,4 0-16-15,0-2 3 16,-2 0-17-16,-1 0-1 16,-4 2-4-16,-4 2-31 15,4-1-126-15,-5 3-211 16,-4 1-487-16</inkml:trace>
  <inkml:trace contextRef="#ctx0" brushRef="#br0" timeOffset="160089.8323">7380 5767 1195 0,'0'0'386'0,"0"0"-24"16,0 0-62-16,0 0-35 16,0 0-15-16,0 0-33 15,0 0-56-15,-3 0-38 16,3 0-35-16,4 0-16 16,5 1 9-16,4 0-16 15,3 1-32-15,3 0-11 16,3-2-5-16,0 0-10 15,-1 0-7-15,-1 0-2 0,-4-1-49 16,-3 0-76 0,-4-1-117-16,-8 1-223 0,-1-1-133 15,-2 1-556-15</inkml:trace>
  <inkml:trace contextRef="#ctx0" brushRef="#br0" timeOffset="160290.9563">7417 5869 517 0,'0'0'1494'0,"0"0"-1127"15,0 0-160-15,0 0-78 16,0 0 92-16,43-8-77 16,-15 0-41-16,3 0-38 15,1-2-44-15,-1 1-13 0,-2-1-8 16,-1-3-105-1,-6 3-236-15,-8-1-679 0</inkml:trace>
  <inkml:trace contextRef="#ctx0" brushRef="#br0" timeOffset="171361.1796">3686 5840 176 0,'0'0'253'0,"0"0"-142"15,0 0-49-15,0 0 14 0,0 0 66 16,0 0-17-16,0 0 17 15,-4-1-15-15,4 1 2 16,0-1-2-16,0 1-10 16,0 0-9-16,3-1-16 15,1 1 22-15,4-2 18 16,2-1-6-16,5 1-13 16,2-1-7-16,4-1-12 15,2 0-36-15,0-1-18 16,-1 1-10-16,-1 0-10 15,-2 1-3-15,-5 0-7 16,-2 0-8-16,-4 2 4 16,-3 0-6-16,-1-1 0 0,-4 2-47 15,0 0-40-15,-4 0-159 16,-5 0-264-16,0 0-118 16</inkml:trace>
  <inkml:trace contextRef="#ctx0" brushRef="#br0" timeOffset="171737.272">3660 5992 1124 0,'0'0'246'0,"0"0"-137"15,0 0-32-15,0 0 41 16,0 0 74-16,0 0-37 16,0 0-30-16,55-8 9 15,-35 3-38-15,1 0-26 16,1-1-6-16,-1 0-14 15,-1-1-17-15,-1 0-13 16,-3 0-10-16,-2 2-4 16,-3 0-6-16,-3 1 0 0,-4 2-20 15,-2 1-82-15,-2 1-132 16,-2 0-139-16,-4 0-401 16</inkml:trace>
  <inkml:trace contextRef="#ctx0" brushRef="#br0" timeOffset="175306.4947">532 6057 1733 0,'0'0'351'0,"0"0"-39"0,0 0-121 15,0 0-63-15,0 0-72 16,0 0-30-16,4 35 13 16,3-17 2-16,2 1 17 15,-1 1-19-15,2-2-21 16,-2-3-18-16,-1-3-27 15,0-2-163-15,-3-4-158 16,-2-4-510-16</inkml:trace>
  <inkml:trace contextRef="#ctx0" brushRef="#br0" timeOffset="175639.9552">428 5891 1435 0,'0'0'241'16,"0"0"-16"-16,0 0-76 16,0 0-76-16,-10 33-41 15,12-18 6-15,6-2 7 16,2-2-1-16,0-4 3 16,1-4-7-16,-1-3-7 15,-2-1 22-15,-2-8-9 16,-2-5-18-16,-4-1-16 15,0-1-12-15,-7 0-9 16,-6 1-20-16,-4 2-33 16,-5 2-20-16,-2 3 11 0,1 3 12 15,1 2-68 1,5 3 12-16,7 0 37 0,4 5 25 16,6 3-59-16,7 6 37 15,5-2 19-15,1-2-598 0</inkml:trace>
  <inkml:trace contextRef="#ctx0" brushRef="#br0" timeOffset="176235.1707">659 5896 1315 0,'0'0'292'16,"0"0"-15"-16,0 0-63 16,0 0-128-16,0 0-36 15,0 0-18-15,0 0-10 16,-27-15-14-16,38 27-7 15,6 7 13-15,2 5 51 16,3 3 5-16,1 2 17 0,-1 0 7 16,-1 0-33-16,-1-2-21 15,-3-2-40-15,5 6-4 16,-5-7-196-16,-5-6-515 0</inkml:trace>
  <inkml:trace contextRef="#ctx0" brushRef="#br0" timeOffset="176485.6351">843 6001 1994 0,'0'0'360'0,"0"0"-97"16,0 0-165-16,0 0-61 15,-1 34 6-15,9-13 14 16,4 2 9-16,2 2 3 15,2-1-8-15,1 2-7 16,0 0-6-16,-1 1-12 16,-1-3-23-16,-3-3-13 15,-3-5-100-15,-6-8-178 16,-3-5-268-16,0-3-269 0</inkml:trace>
  <inkml:trace contextRef="#ctx0" brushRef="#br0" timeOffset="176736.0194">843 5985 1679 0,'0'0'263'0,"0"0"-121"16,0 0-43-16,0 0-35 16,0 0 30-16,46-27-12 15,-29 27-8-15,0 0-20 16,-2 4-19-16,-3 4-9 15,-4 2-10-15,-4 2-1 16,-4 3-3-16,0 1 6 16,-8 1-2-16,-3 0-4 0,-3-1-12 15,2-4-12 1,-2-3-140-16,3-5-316 0,2-2-587 16</inkml:trace>
  <inkml:trace contextRef="#ctx0" brushRef="#br0" timeOffset="183807.2923">394 6632 1704 0,'0'0'219'15,"0"0"-151"-15,0 0 30 16,0 0 21-16,0 0 5 15,0 0-35-15,-18 2-56 16,26 15-9-16,3 5 22 16,2 3-2-16,0 0-12 15,0-2-14-15,0-2-2 0,-1-3-6 16,-1-4-2-16,0-4-7 16,-2-2 7-16,-3-5-8 15,-2-3 0-15,-1 0-1 16,-2-7 1-16,-1-6 8 15,0-3-7-15,0-5 5 16,-5 0-6-16,-1 1 0 16,0 3 1-16,3 5-1 15,0 3 1-15,3 6-1 16,0 3 0-16,7 0-15 16,6 8 10-16,3 4 5 15,4 0 8-15,0 0-7 16,2-1 1-16,-3-2 4 15,-2-4 3-15,-3-2-3 16,-5-3 1-16,-3 0 5 0,-5-3 6 16,-1-7 3-16,0-4-14 15,-5-3-1-15,-4-3-5 16,-4-1-1-16,0 1-1 16,0 2-11-16,1 4-2 15,5 6 1-15,3 5-13 16,4 3-91-16,0 3-72 15,7 5 65-15,11 5-53 16,-1-2-192-16,-2-3-383 0</inkml:trace>
  <inkml:trace contextRef="#ctx0" brushRef="#br0" timeOffset="184363.6554">701 6590 1385 0,'0'0'235'0,"0"0"-156"16,0 0-15-16,0 0-7 15,0 0 3-15,0 0-22 16,42 20-10-16,-30-20-18 16,2 0 5-16,-5-4 12 15,-3-3-10-15,0-2-4 16,-6-1-3-16,0-1 2 0,0 0 45 15,-6 1-4-15,0 2 9 16,-2 1 32-16,-1 4-17 16,2 2 0-16,-1 1-13 15,0 0-15-15,1 6-11 16,3 3-12-16,1 1-10 16,3 3-5-16,0 1-2 15,3-1-2-15,8-3 0 16,3-1 2-16,4-3 2 15,0-4-4-15,2-2 1 16,-1 0-2-16,0-8-5 16,-3-3-1-16,-4-3 1 15,-4-2 0-15,-4-3 0 0,-2 0 0 16,-2 1-1 0,0 2 1-16,0 3 1 0,-3 5 8 15,2 4 20-15,0 4 24 16,1 0-23-16,0 3-23 15,6 6-2-15,2 2 5 16,1 3-2-16,0 1-8 16,0-2 4-16,-2 0-5 15,-2-3-43-15,0-3-81 16,-5-7-168-16,0 0-89 16,-3-1-403-16</inkml:trace>
  <inkml:trace contextRef="#ctx0" brushRef="#br0" timeOffset="184523.152">789 6327 1166 0,'0'0'146'16,"0"0"-105"-16,0 0-21 16,48 46-20-16,-26-29 0 15,8-2-166-15,-4-3-103 16,-5-5-259-16</inkml:trace>
  <inkml:trace contextRef="#ctx0" brushRef="#br0" timeOffset="185513.7868">980 6392 383 0,'0'0'270'15,"0"0"36"-15,0 0-63 16,0 0-65-16,0 0-40 0,0 0 6 16,0 0-30-16,-42-22-63 15,36 29-30-15,0 1-8 16,2 2 0-16,2-2-7 15,1-2-5-15,1-1 5 16,0-4 4-16,6-1 10 16,0 0 1-16,1-7-9 15,0-2-11-15,-1 0 0 16,-2 1 6-16,-1 1-5 16,0 3-1-16,-2 3 15 15,2 1 4-15,0 2 10 16,4 7 46-16,2 3 4 15,2 4 0-15,3 2-2 0,1 4-27 16,2 0-19-16,-1 3-14 16,-2-2-3-16,-2-1-8 15,-3-1-6-15,-4-3 5 16,-3-2-5-16,-2-2 0 16,0-3 1-16,-6-2 4 15,-4-2-5-15,-2-3 10 16,-1-3-3-16,-1-1-8 15,2-6-13-15,3-6-40 16,3-4-32-16,3-3-14 16,3-4-28-16,3-3-31 15,7-1-104-15,0-2-4 16,0 1-46-16,-2 0-42 16,-3 1 178-16,-4 1 156 15,-1 3 20-15,0 2 222 16,-4 3 92-16,-1 4-1 0,0 3-17 15,1 4-48-15,1 3-37 16,1 3-14-16,2 1-96 16,0 3-66-16,3 7-15 15,6 4 26-15,2 3 1 16,4 3-6-16,2 0-3 16,-1 0-2-16,1-1-25 15,0-3-3-15,-4-2-8 16,0-5-1-16,-4-4-12 15,-2-4-63-15,-4-1 7 0,-2-7 27 16,0-7-44-16,-1-2-58 16,0-3 75-16,0-2 39 15,0 3 13-15,0 3 17 16,0 4 0-16,0 5 7 16,0 3 22-1,0 3 20-15,2 0 2 0,2 3-11 16,3 5 31-16,2 0-18 15,4 0-21-15,1-1 0 16,3-4 0-16,3-2-13 16,0-1-6-16,-2-5-5 15,-2-6 2-15,-3-2-10 16,-6-3-5-16,-4-2-8 16,-3-4 3-16,0-3 10 0,-8-2 0 15,0-1 0 1,-1 1 0-16,2 6 10 0,2 6 42 15,3 6 39-15,1 6-20 16,1 3-31-16,4 0-28 16,7 8-2-16,6 3 13 15,4 2-11-15,0 3-11 16,-1 0 5-16,-4 0-6 16,-2 0-35-16,-5 4-171 15,-4-4-294-15,-5-4-468 0</inkml:trace>
  <inkml:trace contextRef="#ctx0" brushRef="#br0" timeOffset="185686.7209">1239 6285 2009 0,'0'0'289'0,"0"0"-194"16,0 0-64-16,63-37-21 15,-14 10-5-15,4 1-5 16,-14 7-41-16,-15 10-518 0</inkml:trace>
  <inkml:trace contextRef="#ctx0" brushRef="#br0" timeOffset="186313.9413">621 7110 2133 0,'0'0'259'15,"0"0"-154"-15,0 0-59 16,0 0-16-16,0 0-18 16,0 0 7-16,0 0 6 0,45 43-5 15,-30-29-7-15,-2-1-2 16,-3-3-10-16,-2-1 7 16,-3-3-8-16,-2-4 0 15,-3-2 2-15,0-2 17 16,-9-9-4-16,-3-5-9 15,-2-4-5-15,0-1 7 16,4 1-7-16,4 1 6 16,5 4 1-16,1 3-7 15,4 3 1-15,6 4-2 16,5 3 0-16,3 2-1 16,-1 0 1-16,3 3 1 15,-1 4 8-15,-3 2-3 0,-2 0 2 16,-5-1-7-16,-2-1 0 15,-3-3 6-15,-2-3-6 16,-2-1 26-16,0-2 82 16,-5-9-10-16,1-5-54 15,0-3-27-15,3-2-8 16,1 3-2-16,5 2-3 16,6 5-5-16,2 4-1 15,6 4-8-15,0 3 1 16,1 2 2-16,2 7-4 15,-1 1-20-15,6 5-125 16,-5-2-136-16,-4-4-417 0</inkml:trace>
  <inkml:trace contextRef="#ctx0" brushRef="#br0" timeOffset="186894.634">1005 6886 1857 0,'0'0'307'15,"0"0"-79"-15,0 0-72 16,0 0-63-16,0 0-36 16,0 0-21-16,-12 36 11 15,12-19-12-15,1 1-16 16,5-2-13-16,2 0 5 16,1-5-5-16,0-3-6 0,0-6-2 15,0-2-26 1,-1-5-19-16,-2-7-21 0,-3-4-54 15,-1-2-3-15,-2 1 51 16,0 1 45-16,-6 2 20 16,0 1 9-16,-1 3 0 15,1 2 19-15,2 5 59 16,1 1 19-16,1 2-33 16,2 0-30-16,0 3-32 15,0 5-1-15,7 2 7 16,3 0-7-16,3 1 1 15,2-2-1-15,1-3 5 16,1-3-5-16,0-3-1 16,-2-1-1-16,-4-8-54 15,-2-3-62-15,-5-4-20 0,-4-3 35 16,0-2 56-16,-10-3 34 16,-8-7 12-16,1 2 0 15,-1 0 18-15,1 3 44 16,7 11 84-16,1 2 22 15,5 7-41-15,3 6-48 16,1 0-48-16,5 8-22 16,8 6-3-16,4 4 8 15,5 5-7-15,2 1-5 16,-1 4 5-16,0-2-7 16,-4 0 0-16,-5-2-151 15,-3-2-227-15,-7-7-332 16,-4-7-554-16</inkml:trace>
  <inkml:trace contextRef="#ctx0" brushRef="#br0" timeOffset="187278.2129">1141 6775 1565 0,'0'0'268'0,"0"0"-98"16,0 0-36-16,0 0-71 15,0 0 19-15,0 0-31 16,44-28 1-16,-28 27 6 15,1 1 3-15,-1 1-16 16,-1 5-5-16,-2 3-15 16,-1 0-3-16,-5 0-10 15,-1 1-6-15,-2-2-4 16,-3-3 4-16,-1-2-5 16,0-3 13-16,0 0 72 15,-7-7-19-15,1-5-25 0,1-1-5 16,2-3-10-16,2 0-3 15,1 2-1-15,1 3-10 16,6 3 5-16,2 2-10 16,3 1 7-16,3 4-2 15,1 1 2-15,1 0 3 16,-1 3-6-16,-2 4-11 16,-4 2-1-16,-3 1-1 15,-4 1-121-15,-3 0-116 16,-7-1-117-16,-2-4-299 0</inkml:trace>
  <inkml:trace contextRef="#ctx0" brushRef="#br0" timeOffset="187416.102">1210 6603 468 0,'0'0'1388'0,"0"0"-1217"16,0 0-39-16,0 0-86 15,0 0-32-15,0 0-14 16,49-23-19-16,-18 23-254 15,-2 1-594-15</inkml:trace>
  <inkml:trace contextRef="#ctx0" brushRef="#br0" timeOffset="187834.6863">1467 6601 1855 0,'0'0'263'0,"0"0"-153"15,0 0-74-15,0 0-10 16,0 0 34-16,0 0-17 16,43-2 4-16,-35 9-5 15,-4 2 4-15,-2 3-5 16,-2 3-5-16,0 0-14 16,-5 1-11-16,0-4-10 15,1-2 6-15,2-6-7 16,0-4-5-16,2-4-30 15,0-12-81-15,0-4-15 16,3-10 10-16,0 1 26 16,1-1 42-16,1 1 36 0,-2 8 17 15,0 2 7-15,-1 7 24 16,1 7 58-16,0 5-17 16,2 4-24-16,2 10 61 15,4 6 4-15,2 3-34 16,2 2-25-16,1-1-7 15,1-3-17-15,1-6-16 16,1-5-13-16,1-6 1 16,16-20-2-16,-5-6-135 15,4-7-418-15</inkml:trace>
  <inkml:trace contextRef="#ctx0" brushRef="#br0" timeOffset="209556.8338">1455 4606 1228 0,'0'0'219'0,"0"0"-43"16,0 0 127-16,0 0 5 15,0 0-68-15,0 0-15 16,-24-19-106-16,26 19-53 16,18 0-29-16,19 0 41 0,24 0 48 15,13 0-17 1,7 0-37-16,1 0-15 0,-12-4-15 15,-2 1-5-15,-8 0-10 16,-15 1-6-16,-14 0-9 16,-10 2-6-16,-7 0 0 15,0 0-5-15,-2 0 0 16,0 0-2-16,-7 0 2 16,-2-1 0-16,-4 1-1 15,-1 0-17-15,0-1-14 16,0 1-40-16,0-1-42 15,-2 0-134-15,-11-2-221 16,0 0-143-16,0 0-422 0</inkml:trace>
  <inkml:trace contextRef="#ctx0" brushRef="#br0" timeOffset="209859.801">1912 4466 1523 0,'0'0'309'16,"0"0"-74"-16,0 0-45 16,0 0-55-16,0 0 10 15,44 17-2-15,-18-7-1 16,2 0-42-16,3 2-45 16,-1-2-11-16,-2 1-15 15,-3-1-6-15,-4 0-8 16,-5 0-9-16,-4 0 1 15,-5 0-5-15,-6 0 4 16,-1 2 0-16,-4 2 0 0,-10 2-5 16,-8 2 0-16,-11 6-1 15,1-3-40-15,-18 8-192 16,8-5-276-16,10-9-632 0</inkml:trace>
  <inkml:trace contextRef="#ctx0" brushRef="#br0" timeOffset="210728.6648">901 4304 844 0,'0'0'738'0,"0"0"-455"0,0 0 56 15,0 0-48-15,0 0-43 16,0 0-76-16,0 0-105 16,-19-7-43-16,30 40-7 15,8 11 27-15,3 4 18 16,-2-6-20-16,-6-12-6 16,-4-12-2-16,-3-3-16 15,1 1-9-15,-1-2-3 16,-2 0-5-16,-1-6 5 15,-2-4-6-15,-2-4 1 0,0 0 1 16,0-6 7 0,-5-6-8-16,-1-4-1 0,0-3 0 15,2-1 1-15,2 2-1 16,2 4 1-16,0 5-1 16,6 5-1-16,4 4 1 15,2 0-1-15,2 5 0 16,0 4 1-16,-1 3 0 15,0 1 1-15,-1 0-1 16,-2-1 0-16,-2 0 0 16,1-2-1-16,-3 0-68 15,-1-3-94-15,-2-4-191 16,-2-1-306-16,0-2-679 0</inkml:trace>
  <inkml:trace contextRef="#ctx0" brushRef="#br0" timeOffset="211157.0815">1149 4392 1659 0,'0'0'378'15,"0"0"-56"-15,0 0-102 16,0 0 32-16,0 0-38 15,-16 40-71-15,16-26-42 16,0 1-19-16,0 1-18 0,3-2-13 16,4-2-4-16,0 1-16 15,3-4-5-15,0 0-11 16,2-2 1-16,-1-3 2 16,1 0 0-16,-1-4-3 15,0 0-1-15,0-2 1 16,-1-5 3-16,0-4-18 15,-3-2 8-15,0-5 2 16,-4-2-10-16,-3-1 0 16,0 1-9-16,-2 2 2 15,-6 2-11-15,1 4-8 16,-1 3 14-16,-1 3-3 16,-1 2 5-16,-3 3-13 0,-4 1-5 15,-6 8-5-15,-25 24-9 16,5-1-273-16,-6 1-1114 0</inkml:trace>
  <inkml:trace contextRef="#ctx0" brushRef="#br0" timeOffset="214368.9627">1486 4250 1422 0,'0'0'356'0,"0"0"-13"16,0 0-89-16,0 0-41 15,0 0 21-15,0 0-100 16,0-32-63-16,0 37-46 0,0 6-15 16,0 5 5-16,3 3 15 15,1 2-6-15,1-1-16 16,1-1 5-16,-1-3-11 15,1-3 2-15,-1-3-4 16,-1-4-1-16,-1-2-8 16,-1-3-50-16,-1-1 28 15,1 0 10-15,0-5 20 16,0-2 0-16,0-2-1 16,1 1 2-16,-2 1 0 15,-1 2 0-15,2 3 0 16,-1 2 1-16,1 0 0 0,3 2 4 15,1 6 3-15,3 3 10 16,1 0-1-16,0 1-2 16,1-2-8-16,-1-3 2 15,0-2-3-15,-1-3 3 16,-2-2-1-16,-1 0 17 16,-2-8 13-16,0-5-10 15,-2-4-13-15,-1-4-6 16,-1-3-9-16,-2-3 9 15,-6-2-8-15,-3-2-1 16,-1 2-6-16,1 2-4 0,1 7-4 16,3 6 1-1,1 6-19-15,3 6-43 0,2 2-110 16,1 14-157-16,0 3-147 16,2 0-172-16</inkml:trace>
  <inkml:trace contextRef="#ctx0" brushRef="#br0" timeOffset="214857.4203">1716 4243 1410 0,'0'0'545'0,"0"0"-230"0,0 0-103 16,0 0-57-16,0 0-39 15,0 0-65-15,0 0-21 16,-5 23 24-16,5-8-1 16,2 1-9-16,2 1-14 15,2 1-9-15,0-3-11 16,-2 0 0-16,0-3-10 15,-1-3 1-15,-1-4 0 16,-1-1-1-16,-1-4 0 16,0 0 1-16,0-1 5 15,0-7-4-15,0-2 4 0,0-2 1 16,0 1-6 0,0 1 5-16,0 3-6 0,3 3 0 15,3 2 0-15,-2 2 0 16,3 0-7-16,2 5 6 15,-1 3 1-15,0 1 1 16,1 2 5-16,-4 0-5 16,1 0-2-16,-2-1-5 15,-1 0-99-15,-3-1-131 16,0-4-116-16,0-4-404 0</inkml:trace>
  <inkml:trace contextRef="#ctx0" brushRef="#br0" timeOffset="215329.41">1821 4240 1844 0,'0'0'383'0,"0"0"-134"16,0 0-112-16,0 0 6 15,0 0 19-15,0 0-42 16,0 0-29-16,24 32-29 16,-17-23-23-16,0 1-5 15,-1 0-7-15,0-2-12 16,-2 0-14-16,0-1 5 0,-2-2-4 16,0-2-2-16,-1-1-1 15,-1-2-17-15,0 0 3 16,0-4 8-16,0-4-8 15,0-2 9-15,0-1 6 16,0 1-6-16,0 1 6 16,0 4 6-16,3 0-6 15,1 1 0-15,3 2 12 16,1 1-12-16,0 1 0 16,1 0 0-16,-1 5 7 15,-1 2-7-15,0-1 0 16,-2 2 2-16,0-1-1 15,-1 1 5-15,-3 0-5 0,0-1-1 16,-1-1-18-16,0 0-119 16,-2-1-217-16,-3-3-438 0</inkml:trace>
  <inkml:trace contextRef="#ctx0" brushRef="#br0" timeOffset="215498.4869">2067 4278 1637 0,'0'0'373'16,"0"0"-229"-16,0 0-144 16,0 0-27-16,0 0-544 0</inkml:trace>
  <inkml:trace contextRef="#ctx0" brushRef="#br0" timeOffset="227015.7172">4454 6039 1094 0,'0'0'387'16,"0"0"-68"-16,0 0-49 15,0 0-21-15,-9-34-43 16,7 18-24-16,0-5-57 16,0-2-10-16,1-4-6 15,1-1-20-15,0-2-11 0,0-4-14 16,0-7-16-16,0-5-23 15,0 5 8-15,0 7-15 16,0 10-1-16,0 5-1 16,0-3 2-16,0-2-4 15,2-5-5-15,-1-1 0 16,-1 2 0-16,0 0-2 16,0 3 2-16,0 2-3 15,-3 2-5-15,-1 2-1 16,-1 1-1-16,3 2 1 15,-1 2-6-15,0 0-11 16,0 3 5-16,1 0-4 16,1 2-7-16,-1 0 5 0,0 2 3 15,0-1 8-15,1 0-1 16,1 0-1-16,-2-1 3 16,1 0-4-16,1 0 8 15,0-1-11-15,0 1 1 16,-1 0 6-16,1-1-12 15,-1 2 2-15,0 0-1 16,1 2-5-16,0 1-1 16,-1 2 11-16,1 0 6 15,-1 2-13-15,1 0 2 16,-1 0 4-16,1 0-1 16,0-1 5-16,-1-1 8 15,0 0-13-15,0-2-2 16,0 0-7-16,-1 1 1 15,1-1 4-15,1 0 1 0,-1 1 0 16,0 0 5-16,1 2 6 16,-1 0 0-16,1 0-11 15,0 1 7-15,-1 0 9 16,1 1-7-16,0 0 7 16,-2 0-10-16,0 0-1 15,-3 5-3-15,-1 4-4 16,-4 5 11-16,0 2 8 15,-1 3 1-15,-1 1 23 16,2 1 6-16,1-2 9 0,2-2 6 16,1-3-5-16,2-5-21 15,2-4 4-15,1-2-14 16,1-3-8-16,0 0 8 16,0 0 7-16,0-8 17 15,0-5-7-15,5-3-26 16,2-4-2-16,2-1-14 15,1 2-16-15,0 1 1 16,0 3 1-16,1 1 9 16,1 3 3-16,-1 2 4 15,1 2 0-15,0 1 6 16,0 4 2-16,1 0 5 16,2 2-5-16,0 3 5 0,2 6 1 15,0 3 7-15,-2 4 2 16,-1 0 7-16,-1 3-8 15,-4-1 8-15,1-2 32 16,-4 0-4-16,-1-2-11 16,1-2-6-16,-2-1-8 15,-1-5-7-15,-1 0-6 16,-1-3 0-16,1-1-5 16,-2-2-1-16,0-3-54 15,0-5-205-15,-1-1-781 0</inkml:trace>
  <inkml:trace contextRef="#ctx0" brushRef="#br0" timeOffset="227197.6195">4694 5251 1945 0,'0'0'343'0,"0"0"127"0,0 0-252 16,0 0-72-16,0 0-81 15,0 0-44-15,0 0-21 16,2 8-74-16,-2-3-302 16,0-1-576-16</inkml:trace>
  <inkml:trace contextRef="#ctx0" brushRef="#br0" timeOffset="228497.3169">3586 4611 675 0,'0'0'285'0,"0"0"-23"15,0 0-39-15,0 0-21 16,0 0 14-16,0 0-5 16,0 0-24-16,-11-6-27 0,11 6-13 15,0 0 1-15,0-1-35 16,0 1-35-16,0 0-21 15,3-1-17-15,9 0-13 16,5 0 42-16,7-2 4 16,3 2-8-16,2-1-5 15,1 1-20-15,-1-1 3 16,0 1 1-16,-2 0 4 16,-3 0-12-16,-1-1-15 15,-2 1 6-15,-2-2-2 16,-1 1-7-16,-2 0-6 15,-2-1-4-15,-3 1-7 16,-3 0 0-16,-3 1-1 0,-2 0 0 16,-2 1 9-16,-1 0-9 15,0 0-19-15,0 0-49 16,0 0-70-16,-10 0-199 16,-1 0-459-16,0-1-548 0</inkml:trace>
  <inkml:trace contextRef="#ctx0" brushRef="#br0" timeOffset="229115.1115">3823 4437 1285 0,'0'0'511'16,"0"0"-230"-16,0 0-12 15,0 0-31-15,0 0-24 16,0 0-75-16,0 0-43 16,-4-1-29-16,4 1-19 15,0 0-13-15,5 2-1 16,3 5 13-16,5 1 2 16,1 1-6-16,2 3 4 15,3 0-5-15,-2 0-21 16,-1-1 3-16,0-1-6 15,-2-1 1-15,-3-1-9 16,-2-1-10-16,-2-1 0 16,-3-2 0-16,-1-2 1 0,-1 0-1 15,-2-2 1-15,0 1 0 16,0-1 7-16,0 1-7 16,-2 2 6-16,-4 2 2 15,-6 3-1-15,-4 4 4 16,-2 4 7-16,-3 1 5 15,0 2 11-15,2 0-2 16,2-2-6-16,4 0-11 16,0-2 4-16,6-2-4 15,0-3-1-15,2-1-1 16,3-3-5-16,0-3-2 0,2 0 1 16,0-2-7-1,0-1 5-15,0 0 2 0,0 0-7 16,0 0 13-1,0 0-2-15,0 0-12 0,0 0 9 16,0 0-8-16,0 0 0 16,0 0 5-16,0 0-6 15,-1 0 0-15,-1 0-5 16,-8 0-37-16,2 0-162 16,-5-1-446-16</inkml:trace>
  <inkml:trace contextRef="#ctx0" brushRef="#br0" timeOffset="232598.115">6218 6052 798 0,'0'0'248'15,"0"0"-28"-15,0 0-34 16,0 0-15-16,0 0 10 15,0 0 4-15,-2-4-14 0,1 1-17 16,1 1-31 0,-1-1-4-16,1-2-7 0,-1-1-3 15,0 0-20-15,0-4-5 16,1-1-26-16,0-2-10 16,0-2-3-16,0 1 3 15,0-2-15-15,0-1 13 16,0 1-16-16,0 1-6 15,0-1 6-15,0 1-11 16,0-2-1-16,0 1 3 16,0-2-6-16,0 0-14 15,0-1 1-15,0 1-1 0,0-1 1 16,1 1-1-16,-1 0 7 16,0 1-7-16,0-1-1 15,0 0 1-15,0 0 0 16,0 0 1-16,-1-1-1 15,-1 0 0-15,1 0 0 16,-2-1 0-16,1 0 6 16,0-1-6-16,0 2-1 15,0 0 0-15,-1 1 1 16,0 0 1-16,2 1-1 16,-1-1 0-16,1 0 9 15,0 1-10-15,1-1 0 16,0-1 0-16,0 2 2 0,0-2-2 15,0 2-1 1,0 0 1-16,0 1-2 0,2 1 2 16,1 0-1-16,-1 0 1 15,-1 2 0-15,1-1 0 16,-1 2 0-16,-1 0 5 16,0 2-5-16,1-1 0 15,-1 1 0-15,0-1 6 16,0 1 8-16,0-1 1 15,0 0-2-15,1-1 1 16,-1 1-4-16,1 0 1 16,0 1-11-16,-1 2 1 15,0 0 0-15,1 3-1 0,0 0 2 16,-1 1-2-16,1 1 1 16,0 2-1-16,-1 0-1 15,0-1 1-15,0 2-1 16,0 0-5-16,0 0 0 15,0 0 4-15,0 0-5 16,0 0-4-16,0 0-5 16,0 0-20-16,0 0-108 15,0 1-203-15,0 1-307 16,0 0-446-16</inkml:trace>
  <inkml:trace contextRef="#ctx0" brushRef="#br0" timeOffset="233325.7813">6208 4931 1288 0,'0'0'385'0,"0"0"4"15,0 0-99-15,0 0-57 16,0 0-22-16,0 0-79 16,0 0-42-16,-43 16-10 15,28 0 4-15,-1 2-22 16,1 1-20-16,1 2-24 16,1 0-6-16,2 0 20 0,0-2 3 15,4-2-19-15,0 0-5 16,1-2-5-16,1-2 3 15,1-3-2-15,2-3-5 16,0-2 4-16,1-3-5 16,1-2 0-16,0 0 7 15,0 0 7-15,0-5 18 16,0-5-24-16,0-5-8 16,0-3 0-16,5-2-1 15,3 0 2-15,2 0-2 16,1 1-1-16,3 1-9 15,0 1-5-15,1 2 9 16,1 2 6-16,0 2-1 16,1 2 2-16,-2 2 3 0,1 2-4 15,-1 2-1-15,-2 2 1 16,1 1-1-16,-1 0 1 16,-2 6-6-16,1 4 6 15,-1 3 0-15,-1 2 18 16,0 2 2-16,-2-1-1 15,0-1 5-15,0 0-4 16,-1-1-4-16,-1-2 4 16,-1 0-7-16,0-2-1 15,-1-2-1-15,-1-2 1 16,-1-1-3-16,0-2-2 0,-1-1-5 16,0-2-1-1,0 1 5-15,-1-1-5 16,0 0 0-16,0 0 0 15,0 0 0-15,1 0 1 0,0 0-2 16,0-1-19-16,-1 1-104 16,0 0-179-16,-3 0-539 0</inkml:trace>
  <inkml:trace contextRef="#ctx0" brushRef="#br0" timeOffset="235429.834">6152 6595 1273 0,'0'0'365'0,"0"0"-117"15,0 0-68-15,0 0 2 16,0 0-26-16,0 0-34 16,0 0-15-16,47-20-16 15,-29 16-38-15,2 0-7 16,-1 0-18-16,-1 1-11 16,-3-1-8-16,-1 2-2 15,-4-1-7-15,-3 1 0 0,-2 0-69 16,-3 1-52-16,-2 1-35 15,0 0-89-15,-1 0-245 16,-5 3-272-16</inkml:trace>
  <inkml:trace contextRef="#ctx0" brushRef="#br0" timeOffset="235643.7033">6171 6680 1445 0,'0'0'307'16,"0"0"-165"-16,0 0-28 16,0 0 43-16,0 0 4 0,0 0-51 15,50 1-40-15,-24-9-37 16,3-2-20-16,0-1-13 16,-2 2-3-16,1 1-144 15,-7 3-409-15,-11 3-885 0</inkml:trace>
  <inkml:trace contextRef="#ctx0" brushRef="#br0" timeOffset="237779.9807">5337 4616 386 0,'0'0'207'16,"0"0"-10"-16,0 0-2 15,0 0-14-15,0 0-49 16,0 0-10-16,-18-2-21 15,16 1-12-15,0 0 0 16,1 0 15-16,-1 0 8 16,2 1-12-16,0 0-11 15,0 0-9-15,0 0-11 16,0 0-6-16,0 0-9 16,-1 0-5-16,1 0-4 0,0 0-5 15,0 0 2 1,0 0 1-16,0 0 10 0,4 0 40 15,3 0 11-15,3 0-2 16,2 0-24-16,4 0-2 16,2 0 3-16,4 0-19 15,1 0 2-15,3 0-13 16,1-4-7-16,2 1-2 16,0 0-5-16,-1-1-10 15,-1 2 7-15,0-1-11 16,-4 2-6-16,-3 1-6 15,-4 0-2-15,-1 0-7 16,-3 0 12-16,-2 0-12 0,-2 0 6 16,-2 0-6-16,-1 0 0 15,-2 0 0-15,-1 0 5 16,-2 0-5-16,0 0-1 16,0 0-11-16,0 0-46 15,0 0-55-15,-11 0-126 16,0 0-365-16,-2 0-349 0</inkml:trace>
  <inkml:trace contextRef="#ctx0" brushRef="#br0" timeOffset="238622.0216">5578 4443 874 0,'0'0'298'15,"0"0"-24"-15,0 0-40 16,0 0 18-16,0 0-49 15,0 0-8-15,0 0-49 16,-7-12-33-16,7 12-2 16,-1 0-24-16,1 0-21 0,0 4-20 15,0 3 21-15,5 3 27 16,1 2-11-16,4 2-10 16,3 2 16-16,2-1-21 15,2 0-2-15,2-1-15 16,1-1-7-16,0-2-11 15,-2-1-6-15,-2-2-6 16,-3-2-20-16,-2-2 16 16,-3 0-17-16,-4-3 1 15,-1-1 0-15,-1 1 1 16,-2-1 8-16,0 0-4 16,0 0 2-16,0 0 8 15,0 0-2-15,0 0-7 0,0 0 4 16,0 0-10-16,0 0 7 15,0 1-2-15,0 0-6 16,0 3 1-16,-4-1 6 16,-3 4-7-16,0 1 0 15,-2 2 1-15,-1 1 7 16,-2 0 2-16,1 0 16 16,-1 0 10-16,2 0-15 15,-1-1 3-15,4-1 9 16,0-2-3-16,2-2-3 15,1-2-3-15,3-1-8 16,0-1-1-16,1 0-1 16,-1 0-4-16,1-1-2 15,-1 1-1-15,1 1-1 16,-1 0 2-16,0-1-7 0,0 1 8 16,1-1-7-16,0-1 4 15,0 0 1-15,0 0-1 16,0 0-5-16,0 0 7 15,0 0-8-15,0 0 0 16,0 0 0-16,0 0 0 16,0 0 0-16,0 0 0 15,0-3 0-15,0 1-57 16,0-1-66-16,0 2-65 16,0 0-125-16,-3 1-552 0</inkml:trace>
  <inkml:trace contextRef="#ctx0" brushRef="#br0" timeOffset="240027.1168">5305 4164 901 0,'0'0'280'0,"0"0"49"16,0 0-83-16,0 0 34 16,-30-39-50-16,26 35-39 15,1 2-44-15,2 2-22 16,0 0-65-16,1 8-36 16,0 7-14-16,0 7 20 15,0 5 25-15,3 2 19 16,1 2-16-16,1-2-19 15,-1-2-29-15,2-1-1 16,-1-3-8-16,-1-2 0 16,0-4 1-16,-2-6-1 0,-1-4 1 15,0-5 4-15,-1-2-5 16,0 0 1-16,0-9 8 16,0-5-8-16,0-4 5 15,0-1-6-15,0-1 9 16,5 5-10-16,-1 1 0 15,1 6 0-15,2 5-2 16,0 3 1-16,3 0 0 16,1 4-1-16,0 5 1 15,1 3 1-15,-1 1-1 16,-1 0 1-16,-2 0-2 16,-1-1 2-16,-2 0-29 15,0-3-129-15,-4-2-159 0,1-2-253 16,-2-4-435-16</inkml:trace>
  <inkml:trace contextRef="#ctx0" brushRef="#br0" timeOffset="240496.3392">5453 4257 765 0,'0'0'956'16,"0"0"-648"-16,0 0-44 0,0 0-108 16,0 0-3-16,0 0-13 15,0 0-31-15,26-24-28 16,-16 23-24-16,0 1-15 16,0 0-10-16,-1 1 4 15,-2 2-16-15,0 3-8 16,-4 0 7-16,-1 2 5 15,-2 0 6-15,0 3 0 16,-2 2 8-16,-4 0-2 16,-3 1 2-16,2-1-3 15,0-1-5-15,2-2-3 16,1-2-8-16,2-2-2 16,1-2-5-16,1-2 3 0,0-2-3 15,0 0 0 1,0 0 4-16,4 0 5 0,6 0 2 15,4-6-7-15,5-1 1 16,3-2-11-16,3-1-5 16,0 0 6-16,0 1-7 15,-2 2 0-15,-6 4-11 16,-5 3-46-16,-12 11-133 16,-5 5-373-16,-11 3-436 0</inkml:trace>
  <inkml:trace contextRef="#ctx0" brushRef="#br0" timeOffset="290968.9403">9436 2025 36 0,'0'0'1024'0,"0"0"-825"16,0 0-126-16,0 0 142 15,0 0-73-15,0 0-23 16,-5-2-43-16,5 2-28 16,0 2-16-16,2 0 41 15,3 1 38-15,2 2-21 16,1 0-6-16,1-1-31 16,1 1 13-16,-1-1-6 0,3 1-12 15,-1 0-6-15,1 0-2 16,2 1-4-16,2 0 13 15,2 0 8-15,0 0-19 16,0-1-17-16,1 1-6 16,0-1 8-16,0 0-13 15,-1 0 2-15,1-1-12 16,-1-2 12-16,0 1-2 16,-2 0-1-16,-2-1-2 15,0-1-6-15,-3 1 0 16,-1-1 0-16,-2 1 11 15,-1-2-12-15,0 2 1 16,-1-2 0-16,1 0 8 16,-1 0 2-16,2 0 5 15,0 0 8-15,1 0-1 0,-1 0-1 16,2 0-9-16,-1 0-5 16,0 0-2-16,0 0 4 15,-1 0-8-15,0 0-1 16,1 0 1-16,1 0 8 15,0-2-8-15,0 1 7 16,0 0 6-16,1-1 10 16,-1-1 1-16,2 0-8 15,-3 0 3-15,1-1-3 16,0-1 0-16,-1 0 1 0,0-1-4 16,-1-1 0-16,0 1-7 15,-1-2 4-15,2 1 1 16,-2 0-4-16,1-1 4 15,0 1-2-15,-1 0 1 16,0-1 0-16,-1-1 4 16,2-1-5-16,-1 0-4 15,-1-1 4-15,0-1-2 16,0 0 6-16,-2 0-2 16,0-1-1-16,0-1-4 15,0-1 1-15,0-1-3 16,-1-1 0-16,-2-1-5 15,0-1 1-15,0-2-1 0,-1 1 0 16,0-2 0-16,0 1-1 16,-3-1-5-16,0 1-4 15,-1 0-2-15,-1 1 1 16,0 1 4-16,-1 1-2 16,0 0-4-16,-1 0-3 15,-1 2 5-15,-1 0-7 16,0 1 7-16,-2 1-1 15,1 1 2-15,0 0-3 16,-1 3-15-16,0 1 8 16,1 0 4-16,-2 2 9 15,0-1 6-15,-1 2-1 16,-1 2 1-16,0-1 0 16,0 2-14-16,-2-1-7 0,0 2-1 15,-3 0 5-15,-1 0 11 16,-2 0 0-16,-1 2-3 15,0 0 9-15,0 0-1 16,0 0 0-16,0 0 0 16,0 0 1-16,0 2-2 15,0 0 1-15,0 2 1 16,0 0-2-16,0 0 2 16,2 2 0-16,0-1 0 15,2 1 0-15,2 0 0 16,2 1 0-16,1 0 1 0,0 1-1 15,2 0 1 1,-1 3 0-16,0 1-1 0,-2 1 8 16,2 0-7-1,0 2 6-15,0 1 4 0,1 0 4 16,0 2 6-16,2-1-2 16,0 1-10-16,3 0 2 15,0 0 4-15,1 1 5 16,3 0 1-16,0 1-3 15,1 0 3-15,1 2-3 16,1-1 8-16,0 0-5 16,0 1 0-16,0-2 3 15,0-1-11-15,2-1-5 16,0-3 2-16,2 0 11 16,0-1 2-16,1-2-1 0,0-1-2 15,2 0-2-15,2-2 6 16,0 1-2-16,2 0-5 15,0-2 2-15,1 0 5 16,-1-1-12-16,1-1-6 16,-1-2 2-16,-2 0-8 15,0-1 2-15,-2-1 4 16,0 0-5-16,-1-1 8 16,0-1-3-16,-1 1-5 15,0-1 8-15,-1 0-8 16,-1 0 0-16,0 0 1 15,-2 0-2-15,0 0 2 16,1 0-1-16,-1 0-1 0,-1-1-7 16,0 1-17-16,-1 2-37 15,-7 6-173-15,-6 1-582 0</inkml:trace>
  <inkml:trace contextRef="#ctx0" brushRef="#br0" timeOffset="297979.2027">7171 5274 1151 0,'0'0'219'0,"0"0"-129"15,0 0 71-15,0 0 54 16,0 0-57-16,9 0-1 16,-2 0 1-16,3 4-13 15,0-1-8-15,2 2-7 16,0 0-15-16,1 0-18 16,1 0-18-16,1 1-19 15,3-2-8-15,-1 0-1 0,3-1 3 16,1-2-3-1,1-1-18-15,-1 0-6 0,1-1-6 16,-1-4-3-16,-2-1-2 16,0-1-4-16,-3 0-1 15,-1 0 2-15,0-2-4 16,-2 0 6-16,0-2-4 16,0-1-1-16,-2 0 5 15,1-2-4-15,-2 0 2 16,0 1-2-16,-2-1-1 15,-2 0 5-15,0 2-3 16,-2-2 0-16,0 2 3 16,-2-1-6-16,0 0 0 15,-1 0 2-15,-1 0-5 16,0 1-5-16,0-2 7 0,0 2 4 16,0-2-3-16,0 0 0 15,-3 2 4-15,-1-1-2 16,-1 1-1-16,0 0-1 15,-1 0-3-15,-3 2 0 16,-1 0 0-16,-1 1-5 16,-4-1 5-16,-2 3-4 15,-2-1-1-15,-2 1 11 16,-1 2-12-16,-2 0 0 16,-1 1 0-16,0 1 0 0,-1 2 0 15,0-1 1 1,2 1-1-16,-1 1-1 0,3 0 1 15,1 0-1-15,1 0 0 16,3 3 1-16,-1 0 1 16,3 0-1-16,-1 2 0 15,1 1 0-15,2-1 0 16,-1 0 0-16,1 1 0 16,0 1 0-16,1-1 0 15,-1 2 0-15,1 0 0 16,1 0 0-16,0 2 0 15,1 0 0-15,0 2 0 16,0 1-1-16,1 1 1 0,-1 2 0 16,2-1 0-16,1 1 0 15,1 0 0-15,2-1 0 16,1 2 1-16,0 0-1 16,3 0 0-16,0-1 1 15,0 1 0-15,3 1 0 16,2 0 5-16,1 0 0 15,1 0-5-15,1-2 7 16,1 1-7-16,1-3 8 16,1-1-1-16,2-1-7 15,1-2 5-15,-1-1 3 16,3-1 0-16,-2-2-1 16,-1-2 2-16,0-1 1 0,-1-3 2 15,1 0-11 1,-1 0 7-16,0-2 0 0,1-2-3 15,0-3-5-15,0 2 0 16,-3 0 1-16,-2 0-2 16,-1 2-8-16,-2 1-52 15,-4 2-60-15,-5 3-88 16,-8 5-339-16,-7 3-570 0</inkml:trace>
  <inkml:trace contextRef="#ctx0" brushRef="#br0" timeOffset="300449.8292">9470 2853 861 0,'0'0'629'0,"0"0"-354"0,0 0-17 16,0 0-39-16,0 0-53 16,0 0-28-16,-6-2-31 15,15 2-40-15,5-1 11 16,6 1 23-16,5-2-18 16,9 1-26-16,-1-3-14 15,3 1-15-15,-1 0-5 16,-4-1-11-16,-1 2-5 0,-4 0-7 15,-6 0-49-15,-5 2-96 16,-8 0-156-16,-7 0-78 16,0 4-179-16,-6 1 24 15</inkml:trace>
  <inkml:trace contextRef="#ctx0" brushRef="#br0" timeOffset="300678.0036">9419 2986 1326 0,'0'0'298'0,"0"0"-89"16,0 0-64-16,0 0 3 16,0 0 6-16,46-17-58 15,-27 11-37-15,1 2-23 16,3-1-30-16,3 2-6 15,15-1-51-15,-7 2-178 16,-1-1-351-16</inkml:trace>
  <inkml:trace contextRef="#ctx0" brushRef="#br0" timeOffset="302107.1828">11984 2818 649 0,'0'0'596'0,"0"0"-330"16,0 0-8-16,0 0-49 16,0 0-23-16,0 0-45 15,0 0-54-15,2-2-26 0,6 2 12 16,4 0 22-16,3 0 18 15,2 1-17-15,5 1-8 16,1 1 0-16,2 0-34 16,2-1-15-16,0 1-2 15,3 0-4-15,-1-1-7 16,1 1-7-16,1 0 7 16,-2-2-8-16,0 1-3 15,-2 0-3-15,-2-1-3 16,0-1-2-16,0 0 2 15,-1 0-1-15,2 0-7 16,1 0 12-16,2 0-5 0,0 0-2 16,2 1-5-16,0 0 14 15,1 0-15-15,0 0 6 16,1 1-7-16,0-1 1 16,2 1-5-16,-1 0 5 15,0 1 0-15,0-1 1 16,0 0-1-16,0 0 2 15,1 0-1-15,-1-1 5 16,1 1-6-16,1-2 0 16,-1 1 1-16,0-1 0 15,-1 0 13-15,-2 0-13 16,-1 0 0-16,-1 0-1 16,-1 0-1-16,0 0 1 0,-1 0 1 15,-1 0 0-15,1-1 5 16,1 1-4-16,-2-1 4 15,1 1-5-15,-3 0 7 16,1 0 0-16,-1 0-7 16,0 0 7-16,-1 0-8 15,0 0 0-15,2-1 6 16,-1 1-5-16,1-1 10 16,0 0 4-16,-1 0-14 15,-1 1 0-15,1-2 7 16,0 1 1-16,0 0-3 15,2 0 0-15,-1-2 0 16,2 2 1-16,0-1 1 16,2-1 1-16,1 1-3 0,-2-1 3 15,2 2 6-15,-1-2-3 16,0 1 1-16,0-1 1 16,1 1-1-16,-2 0 2 15,0 0-1-15,-3 0 1 16,0 0 4-16,-4 0-2 15,-4 1-17-15,-4 0 1 16,-3-1 7-16,-5 1-7 16,-3 0 0-16,-2 1 7 15,-1 0-8-15,-1 0-67 16,-33-2-87-16,1 0-443 0,-10-1-738 16</inkml:trace>
  <inkml:trace contextRef="#ctx0" brushRef="#br0" timeOffset="302912.6186">10590 3159 221 0,'0'0'944'16,"0"0"-593"-16,0 0-7 16,0 0-71-16,0 0-29 0,0 0-33 15,0 0-7-15,-3 0-38 16,11 0-30-16,5 0 5 15,4 0-29-15,5 0-34 16,1 0-15-16,3 0-26 16,1 0-13-16,2 0-7 15,-2 0-7-15,1-3-2 16,-3 1-7-16,-3-1 0 16,-3 2-1-16,-6 0-38 15,-5-1-40-15,-4 2-51 16,-3 0-77-16,-6 0-126 0,-5 0-131 15,-3 3-362-15</inkml:trace>
  <inkml:trace contextRef="#ctx0" brushRef="#br0" timeOffset="303181.5924">10643 3275 1521 0,'0'0'506'16,"0"0"-215"-16,0 0-92 16,0 0 78-16,0 0-63 15,0 0-41-15,47 3-41 0,-22-3-33 16,3 0-23 0,2 0-14-16,1-3-20 0,0-1-17 15,0 0-11-15,-2 1-7 16,-1 0-2-16,-4 0-5 15,-5 2-61-15,-7 1-92 16,-6 2-211-16,-6 4-583 0</inkml:trace>
  <inkml:trace contextRef="#ctx0" brushRef="#br0" timeOffset="326054.0093">2514 6848 758 0,'0'0'132'0,"0"0"-109"16,0 0-23-16,0 0-197 0</inkml:trace>
  <inkml:trace contextRef="#ctx0" brushRef="#br0" timeOffset="326586.2583">4330 6470 740 0,'0'0'569'0,"0"0"-376"15,0 0-20-15,0 0-64 16,0 0-21-16,0 0-43 16,0 0-34-16,0 3-11 15,0 0-170-15,0-1-194 0</inkml:trace>
  <inkml:trace contextRef="#ctx0" brushRef="#br0" timeOffset="327071.0024">6480 6288 675 0,'0'0'398'0,"0"0"-244"15,0 0-91-15,0 0-53 16,0 0-10-16,0 0-242 16,0 0-642-16</inkml:trace>
  <inkml:trace contextRef="#ctx0" brushRef="#br0" timeOffset="337536.3426">2764 7566 1443 0,'0'0'402'16,"0"0"-116"-16,0 0 16 15,0 0-3-15,0 0-93 16,0 0-93-16,0 0-71 16,-19 2-25-16,24 20 5 15,3 5 2-15,0 0-10 16,1 1-8-16,-1-1-5 16,-1-2-1-16,0-1-18 15,-4-2-85-15,-1-3-159 16,-2-2-31-16,-2-3-236 15,-5-6-82-15,-4-5-561 0</inkml:trace>
  <inkml:trace contextRef="#ctx0" brushRef="#br0" timeOffset="338158.6807">2554 7669 1328 0,'0'0'252'0,"0"0"-127"16,0 0-20-16,38-54-5 15,5 27 11-15,17-5-32 16,5 1-22-16,-11 9-17 16,-15 7-22-16,-19 7-9 15,-5 4-9-15,-4 0 1 16,-1 2-2-16,-3 2 2 16,-5 1 9-16,-2 9 110 15,0 5 13-15,0 4-11 0,1 5-22 16,2 1-15-16,4 0-36 15,-1 1-16-15,2-2-18 16,1-2-2-16,-2-3 2 16,0 0-9-16,0-4-5 15,-1-4 0-15,-1-4-1 16,-3-5-21-16,1-2 10 16,0-5 11-16,1-5 6 15,1-3-6-15,-1 0 0 16,0 3 0-16,2 2 1 0,0 3-1 15,1 4-6 1,3 1-3-16,2 0 9 0,2 0 0 16,3 3 0-16,1-1 2 15,-1-1-2-15,0-1 0 16,-3 0 1-16,-2-3-1 16,-2-4-1-16,-4-2-20 15,-2-3 0-15,-4-3 5 16,0-1 8-16,-1 0 8 15,-4 3 0-15,-2 4 13 16,0 6 47-16,-2 3-12 16,-1 6-18-16,0 9 1 15,0 6 38-15,3 2-5 16,4 1-10-16,3-1-24 16,0-3-12-16,12-1-9 0,6-5-3 15,5-3-6-15,15-6-31 16,27-7-195-16,-5-7-374 15,0-6-1467-15</inkml:trace>
  <inkml:trace contextRef="#ctx0" brushRef="#br0" timeOffset="339333.6524">4590 7450 1333 0,'0'0'400'0,"0"0"-59"15,-39-11-25-15,20 11-80 16,-2 3-42-16,-1 11-53 16,0 11-37-16,1 14-39 15,7 0-10-15,8-4-13 16,6-4-9-16,6-9-12 0,11 0-13 15,13 3-7-15,11-6-1 16,12-8-17-16,3-11-82 16,-4-6-162-16,-15-8-89 15,-13 0-414-15</inkml:trace>
  <inkml:trace contextRef="#ctx0" brushRef="#br0" timeOffset="339918.615">4796 7481 1340 0,'0'0'506'15,"0"0"-154"-15,0 0-19 16,0 0-97-16,-39-3-74 16,29 15-57-16,1 4-9 15,3 5-17-15,2 0-19 0,4 3-21 16,0-3-18-16,2 0-6 16,5-4-9-16,3-3-6 15,1-3 0-15,-1-4 0 16,1-3-43-16,-2-4-31 15,0 0-8-15,-2-5-23 16,0-6-4-16,-1-2-6 16,-2-2 37-16,-2-2 50 15,-2 3 21-15,0 2 7 16,0 2 6-16,0 5 34 16,-1 4 56-16,-1 1 7 15,2 0-40-15,-1 4-41 16,1 6-10-16,0 4 10 0,0 2 1 15,5-1-4 1,3-1-5-16,2-2-5 0,2-2-8 16,0-5 5-16,2-1 0 15,-1-4-4-15,-3 0-2 16,0-7-15-16,-2-5-27 16,-3-5-6-16,-3-5 13 15,-2-4 23-15,0-4 12 16,-4 0 0-16,-2 2 1 15,0 4 11-15,0 5 31 16,2 6 26-16,1 6-6 16,2 4-7-16,1 3-25 15,0 2-26-15,2 8-5 0,6 5 0 16,4 5 1 0,1 2-1-16,1 1 1 0,1-1 0 15,-2 1-1-15,-1-4-40 16,-3-3-101-16,-2 0-169 15,-2-5-209-15,-5-5-395 0</inkml:trace>
  <inkml:trace contextRef="#ctx0" brushRef="#br0" timeOffset="340114.2801">4773 7544 2244 0,'0'0'274'0,"0"0"-192"16,0 0-64-16,0 0 3 15,62-25 0-15,-17 9-11 16,12-5-10-16,-6 2-248 16,-11 2-863-16</inkml:trace>
  <inkml:trace contextRef="#ctx0" brushRef="#br0" timeOffset="340916.6845">6347 7464 591 0,'0'0'176'0,"0"0"25"16,0 0 17-16,0 0-15 15,0 0 4-15,-17-39 6 16,8 36 7-16,-3 3-40 16,-3 0-11-16,-4 7-64 15,-2 7-14-15,0 5 15 16,2 4-9-16,6 1-8 16,7-1-32-16,6-1-14 15,6-3-23-15,13-3-11 16,4-4 1-16,2-3 1 15,1-2-10-15,-2-2 1 16,-5 0 4-16,-6 0-6 0,-6 0-23 16,-6 3-2-16,-1 0 13 15,-11 3 12-15,-6 2 8 16,-5 0-7-16,-5 0 0 16,-3 0-1-16,-1-2-55 15,2-3-44-15,6-1-33 16,6-4-29-16,17-3-102 15,2-7-129-15,12-3-635 0</inkml:trace>
  <inkml:trace contextRef="#ctx0" brushRef="#br0" timeOffset="341476.9827">6459 7524 1333 0,'0'0'367'0,"0"0"-45"0,0 0-133 15,0 0-11-15,0 0-55 16,-44 33-29-16,36-15 7 16,3 1-7-16,2-1-40 15,3-2-27-15,2-3-13 16,6-2-9-16,4-4-5 16,1-3-13-16,2-4-34 15,1 0 5-15,-1-6 4 16,-1-6-34-16,-3-3 8 15,-2-1 18-15,-5-1 16 16,-1 1 29-16,-3 2 1 0,0 3 7 16,0 6 14-1,0 0 40-15,-1 5 18 0,-1 0-4 16,2 0-48-16,0 6-27 16,0 4 2-16,3 1 7 15,3 2 1-15,4-2-4 16,0-2-4-16,3-1 5 15,-3-5-6-15,0-3 0 16,-2 0 1-16,-2-6 4 16,-2-4 3-16,-2-6-8 15,-2-2 5-15,0-5-5 16,-1-1 5-16,-5-1-3 16,1 0 3-16,1 5 1 15,1 4 40-15,1 7 13 0,2 6-16 16,0 3-27-16,5 4-16 15,5 7 0-15,6 5 8 16,1 3-3-16,1 2-5 16,-3-1 5-16,-1 0-6 15,-5-1-103-15,-5 1-102 16,-3-6-253-16,-1-3-368 0</inkml:trace>
  <inkml:trace contextRef="#ctx0" brushRef="#br0" timeOffset="341638.6093">6509 7493 1935 0,'0'0'267'16,"0"0"-100"-16,0 0-103 0,38-24-40 16,6 10-24-16,20-4-31 15,-7 3-321-15,-8 2-826 0</inkml:trace>
  <inkml:trace contextRef="#ctx0" brushRef="#br0" timeOffset="342488.3853">7951 7409 1378 0,'0'0'381'0,"0"0"-19"16,0 0-71-16,0 0-112 0,0 0-23 16,-50 10-20-1,33 5-12-15,-2 4-16 16,1 4-32-16,5 2-29 16,3-1-8-16,7 0-20 0,3-3-8 15,5-3-11-15,8-5 1 16,6-6-1-16,4-6-1 15,2-1-22-15,0-12-44 16,-5-7-37-16,-4-3-35 16,-5-6 21-16,-8-2 66 15,-3-1 35-15,-2 0 17 16,-7 4 0-16,0 7 0 16,1 6 18-16,2 6 30 15,2 6 7-15,4 2-40 16,0 2-15-16,5 9-7 0,9 2-1 15,5 0-2 1,5 1-3-16,4-3-46 0,1-3-33 16,-2-3-35-16,-3-4-20 15,-5-1-24-15,-5-3 34 16,-5-5 74-16,-5-1 63 16,-3 0 9-16,-1 1 58 15,0 1 23-15,0 3 13 16,0 2-12-16,0 1-43 15,0 1-30-15,0 0-18 16,0 5 0-16,0 1 25 16,-2 0-3-16,-1 0 5 15,-1-2-3-15,0-2 4 16,2-2 8-16,1-3 124 16,1-9-54-16,0-6-72 0,0-3-14 15,7-3-2-15,1 3 0 16,3 5 11-16,0 6 10 15,3 5-6-15,2 5-4 16,5 0-8-16,5 10 1 16,1 5-4-16,1 3 0 15,-4 3-12-15,-7 3-6 16,-17 11-113-16,-6-5-234 16,-15-4-615-16</inkml:trace>
  <inkml:trace contextRef="#ctx0" brushRef="#br0" timeOffset="345509.0771">2468 2008 962 0,'0'0'328'16,"0"0"-16"-16,0 0 21 15,0 0-111-15,-52-16-6 16,32 16-66-16,0 0-42 15,0 2-3-15,-1 7-13 0,3 2-13 16,3 3-28 0,2 2-22-16,4 1-16 0,5 0-5 15,4-1-7-15,0-2 0 16,10 0-1-16,7-3-21 16,12-3-107-16,15-5-62 15,-4-3-273-15,-3 0-349 0</inkml:trace>
  <inkml:trace contextRef="#ctx0" brushRef="#br0" timeOffset="346102.3832">2586 2001 1347 0,'0'0'553'16,"0"0"-248"-16,0 0-23 15,-38 9-65-15,26 3-25 0,1 3-51 16,2 3-48-16,1 2-30 15,6 0-23-15,2-1-23 16,0-1-1-16,7-4-10 16,4-3-5-16,1-5-1 15,1-5-22-15,1-1-18 16,-2-5-25-16,0-6-28 16,-3-1 16-16,-1-2 44 15,-3-1 24-15,-2 2 7 16,-2 1 2-16,-1 3 6 15,0 2 21-15,0 3 29 16,-1 1 17-16,-1 2 6 16,0 1-10-16,0 0-48 15,1 7-19-15,0 3 13 16,1 2-8-16,0 0-1 0,6 1 2 16,3-2-8-16,3-2 1 15,1-3 0-15,1-3-1 16,0-3-13-16,-1-1-5 15,0-8-14-15,-2-3-16 16,-3-4-3-16,-4-3 15 16,-1-1 24-16,-3-2 11 15,0-3 1-15,-6 2 0 16,-1 1 13-16,1 4 25 16,1 6 13-16,1 4 6 0,2 6-17 15,2 2-27-15,0 2-13 16,0 10-1-16,6 2 1 15,3 7 5-15,0 1-4 16,1 0 5-16,-1-2-6 16,-2-1-24-16,-1-3-96 15,-2-2-49-15,-4-4-200 16,0-3-317-16,-1-6-579 0</inkml:trace>
  <inkml:trace contextRef="#ctx0" brushRef="#br0" timeOffset="346284.6498">2566 2047 1943 0,'0'0'395'16,"0"0"-228"0,0 0-28-16,0 0 16 0,66-13-24 15,-19 1-65-15,13 0-40 16,3 2-26-16,-16 3-99 15,-16 4-488-15</inkml:trace>
  <inkml:trace contextRef="#ctx0" brushRef="#br0" timeOffset="351993.6584">4207 2041 857 0,'0'0'690'0,"0"0"-494"16,0 0 33-16,-40-28-15 15,24 27-63-15,-3 1-46 16,0 9-23-16,3 7 4 0,3 2-32 16,7 2-13-16,6-1-20 15,2-2-3-15,13-3 2 16,5-1-11-16,3-2-1 16,2 1-1-16,-1-3-6 15,-4 1-1-15,-5 0 0 16,-5 0 6-16,-8 0-6 15,-2 2 0-15,-11 0 1 16,-8 2 7-16,-4-1-7 16,-3 0 7-16,0-2 0 15,4-2-8-15,4-4-1 0,8-2-60 16,7-3-69-16,13-6-198 16,7-5-335-16,6-1-327 0</inkml:trace>
  <inkml:trace contextRef="#ctx0" brushRef="#br0" timeOffset="352552.4028">4354 2111 1452 0,'0'0'358'16,"0"0"-39"-16,0 0-100 16,0 0-39-16,-48 21-46 15,35-5-36-15,3 3-11 16,3 0-14-16,4 1-30 0,3-1-26 15,2-3 1-15,9-3-18 16,3-5 6-16,5-5-5 16,0-3 0-16,2-6-1 15,-3-6-13-15,0-3-28 16,-5-1 20-16,-4 1 8 16,-4 0 12-16,-2 2 1 15,-3 2 0-15,0 2 22 16,-2 3 44-16,-1 2-5 15,1 2 5-15,-1 2-20 16,3 0-23-16,0 7-16 16,0 2-5-16,1 4 10 15,7 1-12-15,6-1 0 16,2-1 6-16,4-4-6 16,0-2 0-16,2-6-1 0,-2 0-26 15,-3-6-18-15,-3-6-8 16,-5-4 37-16,-4-3 8 15,-5-3 8-15,0-3 1 16,-5-2 18-16,-4 1 17 16,0 3 15-16,3 6 5 15,1 7-25-15,3 7-17 16,2 3-9-16,0 6-5 16,4 8-1-16,4 5 1 15,2 5 13-15,2 2-4 16,-1-1-8-16,-1-1-1 15,-3-2-71-15,-3-2-161 16,-3-5-235-16,-1-7-432 0</inkml:trace>
  <inkml:trace contextRef="#ctx0" brushRef="#br0" timeOffset="352740.0369">4388 2122 1949 0,'0'0'477'16,"0"0"-281"-16,0 0-111 16,0 0-40-16,43-7 19 15,-5-2-14-15,2 1-29 16,-3 1-21-16,6 3-26 0,-15 3-260 16,-3 1-790-16</inkml:trace>
  <inkml:trace contextRef="#ctx0" brushRef="#br0" timeOffset="354887.006">6143 1901 502 0,'0'0'888'16,"0"0"-690"-16,0 0 29 15,-47-7-30-15,25 7-11 16,-2 5-2-16,-3 8-31 15,-2 11-19-15,-1 12-21 0,4 9-26 16,8-4-7 0,10-7-18-16,8-11-10 0,1-6-19 15,10 0-15-15,5 1-9 16,7-1-2-16,4-6-5 16,2-5-2-16,1-6-18 15,-1-5-48-15,-3-9-16 16,-4-6-21-16,-6-5 38 15,-6-3 33-15,-6-2 17 16,-4-1 7-16,-1-2 8 16,-10 2 0-16,-3 2 1 15,-3 4 5-15,1 5 8 16,2 7 21-16,3 7 21 0,2 4-7 16,5 2-31-16,2 10-17 15,2 5-1-15,3 3-5 16,11 4 4-16,6 0-6 15,8-1-10-15,9 0-53 16,0-6-76-16,0-4 58 16,-3-6-49-16,-7-5-70 15,-4-4-21-15,-7-5 43 16,-8-2 102-16,-7-4 83 16,-1 0 78-16,-4 1 55 15,-2 3 52-15,-2 1 26 16,3 5-27-16,1 4-33 0,3 1-61 15,1 3-66 1,0 8-9-16,1 5-4 0,6 3 16 16,0 4-14-16,1-1 12 15,1 0-8-15,-2-2-8 16,-2-3 1-16,-1-2-10 16,-2-6 11-16,-1-4-11 15,-1-5 6-15,0 0 6 16,0-10-3-16,-4-8 3 15,0-3-11-15,1-3-1 16,2 2 0-16,1 2 11 16,0 8 5-16,5 5-7 15,5 7-8-15,4 1 1 16,6 11 4-16,5 6 1 16,10 7-5-16,8 12-2 0,3 8-81 15,-9-7-303-15,-12-7-1253 0</inkml:trace>
  <inkml:trace contextRef="#ctx0" brushRef="#br0" timeOffset="358355.8356">7727 2038 1345 0,'0'0'283'15,"0"0"-64"-15,0 0-50 16,0 0-89-16,0 0-37 16,0 0 25-16,-4 43 31 15,4-19-19-15,0 1-30 0,0-1-16 16,0-2-16-16,1-4-12 16,1-3-6-16,-1-5 7 15,0-4-7-15,-1-3 1 16,0-3-1-16,0-2 15 15,0-7-15-15,-1-7-5 16,-2-4 4-16,0-5 1 16,2-2 0-16,0 0-1 15,1 3 1-15,0 4 1 16,2 6 5-16,3 6 0 16,2 5-6-16,1 3-1 15,2 3 0-15,3 9-8 0,0 3 9 16,-2 2 0-16,-2 1 6 15,-3-1-6-15,-1-2-1 16,-4-2 1-16,0-5 0 16,-1-3 6-16,0-4-6 15,0-1 12-15,0-3 28 16,-2-6-5-16,-1-4-10 16,1-2 2-16,2-3-6 15,0 2-1-15,2 2-5 16,5 3-4-16,1 5-4 15,4 5-7-15,0 1 0 16,2 8-8-16,1 5 7 16,0 3 0-16,0 1 1 0,0 1 0 15,-1 0-11 1,11 3-115-16,-4-5-193 0,-2-6-423 16</inkml:trace>
  <inkml:trace contextRef="#ctx0" brushRef="#br0" timeOffset="358971.0509">8088 2004 1520 0,'0'0'305'0,"0"0"-40"16,0 0-90-16,-44 25-27 15,32-7-38-15,2 2-34 0,2 3-16 16,4 0-13-1,4-2-29-15,0-3-4 0,7-3 1 16,3-6-14-16,4-4-1 16,1-5-3-16,0 0-24 15,0-8-24-15,-2-4-13 16,-2-3-15-16,-3-3 38 16,-2 0 24-16,-2 0 17 15,-3 1 0-15,0 4 0 16,-1 3 19-16,0 4 47 15,0 4 7-15,0 2-6 16,-2 0-25-16,0 6-22 16,-2 5-11-16,4 4 8 15,0 1 4-15,0 2-6 0,8-2-3 16,5-2 3-16,3-3 3 16,4-3-1-16,1-6-6 15,-1-2-2-15,-1-4-3 16,-3-7-5-16,-2-4 0 15,-5-5-1-15,-3-4-1 16,-6-9-5-16,-4-8 5 16,-9-7 0-16,-2 5 0 15,4 12 1-15,3 13 0 16,5 12 6-16,0 1-4 16,1 3 5-16,1 2-6 15,1 2-1-15,0 13-11 16,0 6 11-16,6 5 17 0,4 4 37 15,1 0-24-15,1-1-19 16,-1-2-5-16,1-4-6 16,-3-4-28-16,-2-3-129 15,-4-6-125-15,-1-4-313 16,-2-5-656-16</inkml:trace>
  <inkml:trace contextRef="#ctx0" brushRef="#br0" timeOffset="359184.2096">8124 2025 2011 0,'0'0'395'0,"0"0"-181"16,0 0-90-16,0 0 25 0,0 0-21 15,64-18-67-15,-31 9-24 16,0 0-20-16,0 1-8 15,-8 4-9-15,2 3-105 16,-8 1-400-16,-7 0-1275 0</inkml:trace>
  <inkml:trace contextRef="#ctx0" brushRef="#br0" timeOffset="360547.155">9735 7432 842 0,'0'0'544'0,"0"0"-436"0,0 0 58 16,-41 2 141-16,37-2 34 16,4 0-80-16,0 0-106 15,11 0-31-15,19 0 18 16,26-4 35-16,35-4-45 15,16-2-59-15,8 0-16 16,-6-1-5-16,-18-2-7 16,-5 0-1-16,-12-1-14 15,-8 2-3-15,-17 1-20 0,-14 3 1 16,-14 2-7-16,-8 0 1 16,-1 2-1-16,-2-1 0 15,-3 3 5-15,-6 1-6 16,-1 1-1-16,-9 2-47 15,-32 17-71-15,0-1-243 16,-7 3-684-16</inkml:trace>
  <inkml:trace contextRef="#ctx0" brushRef="#br0" timeOffset="373080.6334">8708 4462 1175 0,'0'0'562'0,"0"0"-241"16,0 0-50-16,0 0-54 15,0 0-20-15,0 0-26 16,0 0-2-16,34 12-22 16,6-10-52-16,13-2-39 15,6 0-24-15,-3-2-16 16,-12-1-1-16,-14 2-7 15,-9 0-2-15,-6 1-6 0,-1 0-6 16,-4 0-4 0,-1 0-113-16,-9-3-135 0,-9 3-127 15,-3-3-564-15</inkml:trace>
  <inkml:trace contextRef="#ctx0" brushRef="#br0" timeOffset="373469.8679">8787 4274 1753 0,'0'0'363'0,"0"0"-94"0,0 0-108 16,0 0-81-16,0 0-40 15,0 0-22-15,0 0-9 16,0-18-3-16,-13 35 12 15,-6 6 36-15,-2 4 22 16,-4 2 12-16,2 2-33 16,0-1 6-16,6 0-17 15,2-3 1-15,5-1 1 16,5-3 2-16,4-3-16 16,1-4-14-16,8-1 0 15,5-2 3-15,5-2 4 16,4-3 5-16,2-4 1 15,4-1 8-15,6-3-13 16,-1-4-17-16,2-4-2 0,-2-2-6 16,-7 1-1-16,-1 0-21 15,-10-2-25-15,-8 3-252 16,-7 2-695-16</inkml:trace>
  <inkml:trace contextRef="#ctx0" brushRef="#br0" timeOffset="387116.8647">3038 2473 59 0,'0'0'1551'0,"0"0"-1181"0,0 0-114 15,0 0-64-15,0 0-25 16,0 0-32-16,21-7-56 16,-2-1-32-16,6-2-28 15,-1-1-10-15,0 1-9 16,-2-2-78-16,0-2-151 16,-5 3-137-16,-7 1-349 0</inkml:trace>
  <inkml:trace contextRef="#ctx0" brushRef="#br0" timeOffset="387424.0285">3027 2351 1500 0,'0'0'334'15,"0"0"-16"-15,0 0-87 16,0 0-95-16,0 0-58 15,0 0-35-15,0 0-10 16,-9 0 1-16,3 12 51 16,-2 5 33-16,-3 3-24 15,-3 2-9-15,0-1-34 16,1-2-4-16,2-3-17 16,5-2-2-16,5-3-14 15,1-2-7-15,14-2-1 0,17-1 2 16,24-5-1-1,23-1-7-15,8-5-151 0,-18-3-352 16,-19 0-594-16</inkml:trace>
  <inkml:trace contextRef="#ctx0" brushRef="#br0" timeOffset="396413.6133">3437 3966 1487 0,'0'0'341'0,"0"0"-134"15,0 0 84 1,0 0-98-16,0 0-52 0,-1 0-27 15,1 0-20-15,5 0-30 16,7 0 2-16,7 0 19 16,8 0-27-16,7-3-20 15,3-2-20-15,-1-1-8 16,-1-1-2-16,-7 0-7 16,0 1 1-16,-5-1-2 15,-5 1-17-15,-5 1-59 16,-5 2-95-16,-8 0-96 15,0 3-73-15,-9 0-447 0</inkml:trace>
  <inkml:trace contextRef="#ctx0" brushRef="#br0" timeOffset="396714.6852">3418 4076 2058 0,'0'0'313'0,"0"0"-193"16,0 0 96-16,0 0 18 16,68-5-84-16,-23 0-42 15,8 1-33-15,-3-2-27 16,-12 2-10-16,-11 1-3 0,-9-1-8 15,2 1-8 1,0-1-10-16,-2 1 4 0,-5 0-13 16,-7 1-36-16,-7 2-91 15,-8 0-337-15,-7 4-306 0</inkml:trace>
  <inkml:trace contextRef="#ctx0" brushRef="#br0" timeOffset="407315.3737">11731 3526 1166 0,'0'0'216'15,"0"0"-83"-15,0 0-28 0,0 0 10 16,0 0 24-16,39-4 2 15,-27 5-43-15,2 2-29 16,-2 1-5-16,1 0-10 16,1 0 10-16,1 1 6 15,1 0-26-15,2 0 7 16,1 0 1-16,3-1-2 16,0 1-11-16,3 0-8 15,1-1-1-15,3-1-4 16,0 1 12-16,2-2-3 15,-1-1-14-15,1 2-6 16,0-2 0-16,1 0-1 0,-2 0-2 16,0 0-4-16,-2-1 2 15,0 1-9-15,-3 0 7 16,0 0-7-16,-1-1 0 16,1 1 13-16,-1-1-13 15,2 0 5-15,0 0-5 16,1 0 0-16,1 0 1 15,-1 2-1-15,0-1 5 16,-1 1-6-16,0 0 1 16,0 1 0-16,-2-2 0 15,0 2-1-15,1-1 0 16,-1 1 1-16,2-1-1 16,0 0 1-16,2 1-1 15,0-1 1-15,0 2-1 16,0-2 0-16,0 2 1 15,0-1-1-15,0 0 1 0,-1 1-1 16,1-2 2-16,3 1-1 16,0 0 1-16,2-1 4 15,1 0-6-15,6 2 1 16,-4-2-1-16,1 1 0 16,0 0 0-16,-5-1 1 15,3 1-1-15,1 0 0 16,-1-2 0-16,-1 0 1 15,2 1 4-15,5-2-4 16,7 1 0-16,6 1 0 0,4 0 5 16,-4-1 3-16,-5 0 8 15,-7 0-2-15,-1 0 1 16,-1 1-3-16,-2-1-2 16,-5-1-2-16,-4 0-3 15,-6 0-5-15,-1 0 8 16,5 0-3-16,5 0-5 15,4 0 8-15,0 0-8 16,0 0 7-16,0 0 1 16,-3 0-2-16,1 0 1 15,-3 0 1-15,-1 0 3 16,-3 0 3-16,-4 0 3 16,-2 0 1-16,-3 0-1 15,-5 0-6-15,-2 0-4 16,-5 0-2-16,-3 0 0 0,-1 0-5 15,-2 0-1-15,-2 0-20 16,-32-1-156-16,1-2-354 16,-11-2-909-16</inkml:trace>
  <inkml:trace contextRef="#ctx0" brushRef="#br0" timeOffset="408162.8337">11517 3908 1657 0,'0'0'350'16,"0"0"-39"-16,0 0-102 16,0 0 31-16,0 0-58 15,0 0-58-15,43-3-33 0,-10 3-19 16,11 0-7-16,10 0-15 15,2 2-11-15,-10 2-13 16,-11-2-14-16,-13 0-6 16,-2-2 1-16,2 0-1 15,1 0-6-15,0 0 2 16,-5 0-1-16,-4 0 6 16,-3-1-6-16,-4-1-1 15,-4 1-10-15,-3 0-29 16,0-1-49-16,-24-1-143 15,-1 0-399-15,-2-2-587 0</inkml:trace>
  <inkml:trace contextRef="#ctx0" brushRef="#br0" timeOffset="482055.5903">3683 3526 532 0,'0'0'163'0,"0"0"-66"15,0 0-97-15,0 0-9 16,0 0 9-16,-41-22 0 16,28 18 9-16,1 1-9 0,-3-1-1 15,1 2 1 1,-1 0 0-16,-2 1 0 0,0 0 1 15,-1 1 0-15,-1 0 0 16,-1 0-1-16,0 2 0 16,0 0 0-16,2 0 1 15,4 2-1-15,0-2 1 16,2 0-1-16,2 2 0 16,0-1 0-16,-4 2 0 15,-2 1 0-15,-1 0 2 16,-3 2-1-16,-2 0 16 15,2 1 9-15,0 2 33 16,1 0-13-16,2 0-5 16,3 2 2-16,2 0 5 15,1 2 4-15,4 2 22 16,1 2-12-16,3 1-29 0,2 3-20 16,1 0 32-16,0 1 37 15,4 0 45-15,3 0 22 16,0 2-23-16,3-1-16 15,2 0-15-15,-1 1-12 16,2-2-7-16,1 0-8 16,1-2-11-16,2-2 1 15,2-1-4-15,1-3 2 16,0-2-8-16,0 0-8 16,1-1-2-16,-2-2 22 15,0 0-3-15,-1-2-10 16,-2-2-3-16,0-2-16 15,0-1-11-15,-2-2-8 16,2 0 7-16,1-2 9 0,0 0 5 16,2 0-1-16,0-3-10 15,-1-1-8-15,4-1-4 16,0 0-1-16,-1-2 9 16,1 0 6-16,-2-2-9 15,0-1-5-15,-2 0-5 16,-1-3 5-16,0-1-1 15,0-3-5-15,-1-2 1 16,0-3-2-16,1 0-7 16,-2-1-5-16,0 1 5 0,-1 1 1 15,-3 0-3-15,0 2 3 16,-3-1-4-16,-1 0-7 16,-1-1-2-16,-1-1-2 15,-3-1-27-15,-1 0-13 16,-1 1 19-16,0 0 40 15,-4 1 1-15,-4 2-11 16,-1-1-73-16,-2 2-28 16,-3 0 9-16,-1 1 19 15,-2 1 4-15,1 2-1 16,0 4 10-16,-1 1-11 16,0 1 29-16,1 4-15 15,-3-1 18-15,-3 4 5 0,-9 1 1 16,-12 4-98-1,-14 15-49-15,-7 8 71 0,-3 4 1 16,18-5-6-16,11-8-175 0</inkml:trace>
  <inkml:trace contextRef="#ctx0" brushRef="#br0" timeOffset="495679.4799">9848 669 1092 0,'0'0'181'0,"0"0"-59"0,0 0-28 16,0 0-40-16,-39-35-20 16,-3 35-15-16,-14 13-19 15,3 5 1-15,8 1 11 16,18-3 43-16,14-2 33 16,2 0 20-16,3 2-58 15,4 0-8-15,4 0 31 16,9-3-8-16,6 1-9 15,5-2-5-15,3-1 14 0,0 0-22 16,-1-3-4-16,-3 1-17 16,-4-1-12-16,-5-3 5 15,-5 1-4-15,-3-2-1 16,-2 0 2-16,-5 1-11 16,-9 0 9-16,-6 1-1 15,-6 0 6-15,-6 0-14 16,-2 0 6-16,2-2-7 15,5 0-4-15,7-2-26 16,12-2 6-16,6 0-158 16,2 0-438-16</inkml:trace>
  <inkml:trace contextRef="#ctx0" brushRef="#br0" timeOffset="495896.2044">9847 788 1564 0,'0'0'249'0,"0"0"-164"16,0 0-38-16,0 0-25 15,0 0 42-15,12 44 14 16,-7-26-4-16,-1 2 4 16,-2-1-20-16,1-1-26 15,-2-1-32-15,-1-1-121 16,0-3-434-16,0-7-458 0</inkml:trace>
  <inkml:trace contextRef="#ctx0" brushRef="#br0" timeOffset="496197.0383">9880 613 1041 0,'0'0'146'0,"0"0"-102"15,0 0-31-15,0 0 0 16,-6 46 25-16,6-27 41 16,0 0 5-16,2-3-17 15,4-3-32-15,0-4-1 0,1-4-14 16,0-4 3 0,-2-1 17-16,1-5-1 0,-2-6-21 15,-1-5-18-15,-1-4-34 16,-2-1-42-16,0 0-31 15,0 3-7-15,-3 5-5 16,-1 5 8-16,-2 8 7 16,-2 12-64-16,0 5 42 15,2 3 79-15</inkml:trace>
  <inkml:trace contextRef="#ctx0" brushRef="#br0" timeOffset="496582.0986">10002 800 1400 0,'0'0'177'0,"0"0"-92"0,0 0-30 16,0 0-23-16,0 0-25 15,0 0 17-15,0 0 20 16,0 46 19-16,3-30-6 15,-1-1 12-15,1-2-9 16,-1-3 4-16,1-4-15 16,-1-3 6-16,1-3-8 15,2 0-7-15,1-7 49 16,4-4-57-16,1-1-32 16,1-2-20-16,0 2-25 15,-3 3 11-15,-1 4 15 16,-3 4 19-16,0 1-8 0,1 1-37 15,0 8 31-15,0 1 14 16,2 3 1-16,1 0 6 16,1 1-7-16,10-2-44 15,-1-3-514-15,-1-4-284 0</inkml:trace>
  <inkml:trace contextRef="#ctx0" brushRef="#br0" timeOffset="497222.1032">10300 776 1305 0,'0'0'267'0,"0"0"-63"16,0 0-135-16,0 0-41 15,0 0-21-15,0 0-6 0,-42 12 0 16,36 2 22-16,3-1-2 16,2-2 12-16,1 0-12 15,1-5-21-15,4-3 15 16,1-2-7-16,1-1-2 15,0-3 3-15,0-4 11 16,-1-3 63-16,-1 1 2 16,0 3-52-16,-3 1-26 15,-1 5 0-15,0 0-7 16,2 4-8-16,3 10 8 16,4 11 7-16,3 12 34 15,3 10 23-15,-2 4-2 0,-5-1-16 16,-7-12 5-16,-2-10 8 15,-1-9-14-15,-6-4-29 16,-3 0-8 0,-3-3-7-16,-1-1 5 0,-1-6-6 15,1-5 6-15,2-4 1 16,2-8 8-16,4-4 12 16,4-4-18-16,2-2 9 15,4-1-18-15,7-2-2 16,5-1-44-16,4-1-15 15,2 0-16-15,-1-1 23 16,0 0-14-16,-3-1-20 16,-3 0-3-16,-4 0 29 0,-3-7-28 15,-4-8-42 1,-3 3 12-16,-1 6 1 0,0 7 22 16,-3 13 15-16,-1 2 43 15,1 4 39-15,-1 9 0 16,-1 8 7-16,-2 23-1 15,3 18-6-15,1 9 73 16,3-1 65-16,2-7 82 16,5-17-61-16,1-8-70 15,0-7-14-15,4 0-75 16,0-3-206-16,-2-4-381 0</inkml:trace>
  <inkml:trace contextRef="#ctx0" brushRef="#br0" timeOffset="497587.7828">10555 846 1245 0,'0'0'219'16,"0"0"-101"-16,0 0-31 16,0 0-44-16,0 0 43 15,0 0-57-15,14 36-6 16,-5-32-9-16,1-3-3 15,0-1 0-15,2 0 2 16,-2-6 29-16,-2-2 32 16,0-3 21-16,-2 0 1 15,-4 1 7-15,-1 1-45 0,-1 1-31 16,0 2-13-16,-2 3-13 16,-2 3 9-16,-3 0-8 15,-3 2-1-15,-1 7-1 16,-2 5 0-16,0 2 1 15,3 2 9-15,5 3 6 16,4 1 16-16,1 0 9 16,10 0-14-16,8-3-27 15,22-6-122-15,-3-5-462 16,0-7-440-16</inkml:trace>
  <inkml:trace contextRef="#ctx0" brushRef="#br0" timeOffset="497805.3854">11039 561 717 0,'0'0'645'0,"0"0"-547"16,0 0-42-16,0 0-24 16,-10 41-19-16,10 9 43 15,0 12 74-15,4 2 87 16,2-6-93-16,0-12 7 15,2-9 9-15,-2-11-59 16,8-3-81-16,-4-8-108 16,1-5-578-16</inkml:trace>
  <inkml:trace contextRef="#ctx0" brushRef="#br0" timeOffset="498143.3639">11234 805 1549 0,'0'0'287'0,"0"0"-57"15,0 0-132-15,0 0-49 16,0 0-34-16,-50 6 8 16,33 9 29-16,1 3-18 15,1 1-10-15,3 0 7 16,6-1 17-16,3-3-16 16,3-4-8-16,2-4 0 15,6-5-18-15,4-2 19 16,3-3 6-16,1-6-22 15,1-2-9-15,-2-1-19 16,-2 2 12-16,-3 3 7 16,-5 4-1-16,-1 3 1 0,-3 0-1 15,1 4-19-15,1 7 19 16,1 3-1-16,0 3 2 16,3 0 0-16,-1-1 0 15,1-3-1-15,4-4-69 16,-2-4-315-16,0-5-247 0</inkml:trace>
  <inkml:trace contextRef="#ctx0" brushRef="#br0" timeOffset="498541.2081">11329 841 1283 0,'0'0'262'0,"0"0"22"16,0 0-184-16,0 0-49 15,0 0-28-15,0 0-6 16,0 0 4-16,-12 26 1 15,21-22 11-15,4-2-4 16,-2-2 8-16,2 0-15 16,-1-5 3-16,-1-3-7 15,-2-4-9-15,-2-2-9 16,-1 1-10-16,-2-1-9 16,-2 4-6-16,-1 4 17 15,-1 3 8-15,0 3 7 16,0 1-7-16,0 13-14 15,0 12 14-15,0 16 49 16,0 16 58-16,-2 5 11 16,-4-2-35-16,-5-9 70 0,-1-15-17 15,-1-8-66 1,1-9 15-16,-2-6-37 0,-2 0-21 16,-1-3-12-16,-2-3-9 15,1-7-5-15,2-2 1 16,4-15-2-16,5-11-117 15,9-19-165-15,8 6-243 16,4 1-210-16</inkml:trace>
  <inkml:trace contextRef="#ctx0" brushRef="#br0" timeOffset="499073.956">11477 915 1197 0,'0'0'302'16,"0"0"72"-16,0 0-231 15,0 0-72-15,0 0-40 16,0 0-9-16,0 0 8 16,23 6-14-16,-11-4 6 15,2 0-4-15,3-2-6 16,0 0 4-16,2-6-16 16,-1-3 1-16,-2-3 6 15,-2-1 5-15,-4 0 18 16,-4 1-15-16,-4 1-7 15,-2 4-6-15,-1 3 4 16,-8 4-5-16,-3 0-1 0,-2 5 1 16,0 7 10-16,0 4-10 15,4 2 26-15,5 2 11 16,5 1-2-16,2-2 0 16,10-2-1-16,6-3-14 15,2-6-13-15,3-5-8 16,1-3 0-16,-2-1 0 15,-3-9 0-15,-2-3 0 16,-4-3 0-16,-5-2-18 16,-1 2-11-16,-3-1 1 15,-2 4-1-15,-2 4 15 16,0 3 13-16,0 2 1 16,0 3 0-16,0 1 0 0,0 0 0 15,0 6-7 1,-4 4 7-16,0 4 14 0,0 3 12 15,3 1 7-15,1 0-2 16,3 0-7-16,11-1-5 16,25 2-4-16,-2-5-15 15,3-3-479-15</inkml:trace>
  <inkml:trace contextRef="#ctx0" brushRef="#br0" timeOffset="499991.7799">12314 815 1773 0,'0'0'223'15,"0"0"-122"-15,0 0-56 0,0 0-23 16,0 0 14 0,-18 67 20-16,18-24 24 0,0-2 10 15,2-8-13-15,-2-10-10 16,0-10-12-16,-1-1-16 15,-3-1-12-15,-1-4-2 16,2-7-5-16,-1-2 13 16,0-12-21-16,1-12-12 15,3-13-34-15,7-16-24 16,12-6-23-16,2 8-22 16,-1 13-70-16,-7 19-22 15,-1 8 16-15,1 2 107 16,1 3 47-16,3 2 11 15,-3 6-13-15,1 1 16 16,-4 9 11-16,-2 4 0 0,-5 3 10 16,-4 1 22-16,-5 2 40 15,-11 0 33-15,-7-2-16 16,-4-2-4-16,-1 0-14 16,1-3-16-16,7 0-25 15,7-2-14-15,5-1-1 16,8-1-3-16,4-2 1 15,17 0 5-15,18-4-10 16,14-3-8-16,7-5-99 16,-2-11-115-16,-11-2-8 0,-17 2 39 15,-10 4 115 1,-8 2 68-16,-3-1 143 0,-3 2-26 16,-2 0-36-16,-4 4 5 15,0 3-27-15,-2 2-24 16,-7 2-19-16,-2 8-4 15,-3 6 9-15,-3 2 16 16,2 2 44-16,1 2-8 16,2-1-23-16,0-3-2 15,2-2-20-15,2-4-6 16,4-5-21-16,4-7 1 16,0 0 23-16,3-12 14 15,7-5-30-15,6-10-9 16,1-1-49-16,3-2-24 15,-1 2-39-15,-5 7 43 0,-1 1 4 16,-4 8 13-16,-4 5 31 16,-2 6 15-16,-3 1 6 15,2 7-22-15,-1 8 22 16,2 3 0-16,1 1 31 16,1 1 9-16,0-3 7 15,1-6-10-15,-2-3-7 16,2-4-7-16,1-4 10 15,4 0 5-15,2-8-20 16,3-4-13-16,0-4-5 16,-2-4-40-16,-1-1-44 15,-3 1-32-15,-3 2-19 16,-3 6 35-16,-4 5-1 0,0 7-13 16,0 3-4-1,1 4-164-15</inkml:trace>
  <inkml:trace contextRef="#ctx0" brushRef="#br0" timeOffset="500479.5238">12882 821 1664 0,'0'0'215'16,"0"0"-127"-16,0 0-32 15,0 0-33-15,0 0 13 16,0 0 29-16,-28 42 3 15,22-24 6-15,-1-1-12 16,0-1-3-16,1-3-8 0,1-2-8 16,2-5-25-16,2-3-5 15,1-3 14-15,2-3 19 16,8-8-12-16,4-5-34 16,4-4-38-16,3-4-9 15,2-1-21-15,-3 1-14 16,-3 4 19-16,-5 8 32 15,-5 4 25-15,-4 7 6 16,-2 1 0-16,1 6 0 16,2 8 0-16,0 4 40 15,1-1 15-15,0 1-15 16,-2-4-22-16,0-4-6 16,0-4 3-16,-2-3-3 0,2-3-2 15,2 0 6-15,3-3 23 16,5-9-23-16,9-9-16 15,8-15-28-15,5-13-39 16,-2 1-31-16,-8 10-63 16,-12 13-28-16,-8 13 65 15,-1 1 89-15,-2 0 4 16,-7 1-74-16,-8 4-57 16,-6 2-76-16</inkml:trace>
  <inkml:trace contextRef="#ctx0" brushRef="#br0" timeOffset="507214.5883">3099 953 510 0,'0'0'166'0,"0"0"-104"16,0 0-4-16,0 0 4 15,0 0-27-15,0 0 49 16,20 7-5-16,-4-2 1 16,3 1 21-16,4 1-8 15,3-1-24-15,3 1-3 16,9 0 25-16,7 0-2 0,8 1-6 15,1 0-4 1,-4-1-1-16,-4-1-15 0,-3-1 14 16,1-1-17-16,1 0-4 15,-2 0-1-15,-3-1-17 16,-1 0 7-16,-5 0 9 16,-8-1-8-16,-4-1-15 15,-1 1-17-15,2-1-4 16,6 1 14-16,4-1-3 15,-2 0 2-15,3-1 24 16,-2 0-21-16,9 0-14 16,5 0 2-16,-3 0 8 15,-6 0 2-15,-4 0-3 16,-7 0-12-16,4 0 1 0,4 0 2 16,0 0-3-16,2 0 6 15,-1 0 1-15,2 0 13 16,-2 0 5-16,1 0-6 15,4 0-17-15,6 0-10 16,6 0 4-16,1 0 1 16,-10-1 18-16,-11 0 7 15,1 0-14-15,5-1-10 16,7 0 4-16,6-2-5 16,0 2 4-16,-4-2 2 15,-1 0 2-15,2 1-2 16,-3-2-3-16,1 2-8 15,-1-1 0-15,-2 0 7 0,0 1 1 16,-2 0-8-16,1 1-1 16,0-1 8-16,2 1-1 15,0 0-6-15,-1 0 6 16,-1-1 7-16,-1 2-4 16,-2-1-10-16,0 1 1 15,-1-2 1-15,1 1-1 16,0 1 1-16,-7 0 4 15,-4 0 1-15,-5 1-5 16,-1 0-1-16,3 0 5 16,4 0-6-16,4 0 1 15,-1 0 1-15,1 0 5 16,6 0-1-16,6 0 9 0,-3 0-13 16,-5 0 11-16,-5 0-12 15,-5 0 0-15,5 0 0 16,10 0 10-16,-6 0-11 15,1 0 1-15,6 0 0 16,0 0 5-16,11 0 1 16,1 0-1-16,-5-2-5 15,-11 0 0-15,-10 1 8 16,-7-1-8-16,-1 1-1 16,3 0 0-16,4 0 0 15,6-2 0-15,-1 1 2 16,7 0-1-16,6 1 5 15,6-3-6-15,1 3 1 16,-2-1 1-16,-4 2-1 0,-3-1 0 16,0 1 1-16,-1-1 10 15,-6 1-12-15,-8-1 8 16,-6 1-8-16,-1 0-2 16,2-1 2-16,3 0 9 15,2 0 6-15,-3-1-9 16,-2 0-6-16,-3 0 0 15,0-1 6-15,-2 0 0 16,1-1 5-16,-3 0-1 16,1 1-1-16,-1-1-1 15,-3 1-7-15,0-1 0 16,-2 1 10-16,-3 0-4 16,-3 1 2-16,-1 1 0 0,-2 0-3 15,0 1-5-15,-2-1 7 16,0 1-7-16,-1 0 0 15,1 0-1-15,-1 0 1 16,0 0-1-16,0 0 0 16,0-1-8-16,0-1-8 15,-23-8-30-15,0 0-107 16,-6-4-854-16</inkml:trace>
  <inkml:trace contextRef="#ctx0" brushRef="#br0" timeOffset="2.17687E6">8056 4206 18 0,'0'0'336'15,"0"0"-198"-15,0 0-4 16,0 0-33-16,0 0 0 16,17-20-27-16,-14 17 10 0,-3 1 17 15,2-1 2-15,-1 1-6 16,0-1-17-16,1 1-11 15,-1-1 4-15,-1 1 26 16,1-1 32-16,-1 1-16 16,0 0-25-16,0 0-11 15,0 0-7-15,-3 0 12 16,-3 0-15-16,-3 2-16 16,-4-1-28-16,-2 1-17 15,-3 0-1-15,-2 0 1 16,-2 0-7-16,1 3 0 15,-1 2 0-15,2-2 0 16,3 2 0-16,3 0 0 0,1-1 0 16,3 1-1-16,1 1 0 15,1 0 0-15,0 1 0 16,0 4 0-16,0 1 0 16,0 2 0-16,-1 2 0 15,2 1 18-15,1 2 19 16,1-2 0-16,1 0-4 15,2 1-1-15,0-1-2 16,1 1 9-16,0 1-6 16,0 1 22-16,1 1 7 15,0-1-14-15,0 1-20 16,3-2 7-16,3-1 4 16,1-2 10-16,2 0 0 15,1-2 1-15,1 0-10 16,1-1-4-16,2-2-9 0,1 0-2 15,1-1-2-15,2-2 5 16,0-2 1-16,1 0-1 16,0-3-10-16,-1-1 6 15,0-1 7-15,-1-1-1 16,2 0-7-16,0-1-1 16,-1-3-10-16,1-1-6 15,-2 1-5-15,1-2-1 16,0 0 1-16,-2 0 0 15,1 0 0-15,-1 0 0 16,-2 0-1-16,-1-1 6 0,0 1-5 16,-3-1 5-1,0 0-6-15,-1-1 6 0,-3 0-4 16,1-2-1-16,-2 0-1 16,-1-2 0-16,-1-4 0 15,-1-1-15-15,-1-3 6 16,-1-1-6-16,0-1-2 15,0 3 11-15,0 1 6 16,-3 2-14-16,0 1-8 16,-1 2-12-16,0 1 10 15,-1 0-5-15,-1-1-4 16,0 1 12-16,0 0-13 0,0 3 1 16,-1 0 7-1,1 1-2-15,0 1 2 0,-1 1 4 16,1 0-3-16,-2 2-8 15,-1 0 3-15,1 0 24 16,-3 0-15-16,-1 1 1 16,-1 0 5-16,0 0-32 15,-2 1 14-15,2 1 18 16,1 0 0-16,2 1 4 16,1 0-20-16,1 0-8 15,-1 0-1-15,1 6 4 16,-4 3 2-16,1 5-9 15,-6 15 3-15,4-1 4 16,2-4-655-16</inkml:trace>
  <inkml:trace contextRef="#ctx0" brushRef="#br0" timeOffset="2.42309E6">1797 2130 1637 0,'0'0'391'0,"0"0"-67"16,0 0-78-16,0 0-55 16,0 0-33-16,0 0-71 0,-1 0-54 15,9 0-11-15,4-2-13 16,3-2-7-16,2 0-2 16,-1 1-17-16,-1 0-94 15,0 1-158-15,-2 1-120 16,-6 1-414-16</inkml:trace>
  <inkml:trace contextRef="#ctx0" brushRef="#br0" timeOffset="2.42326E6">1760 2222 1397 0,'0'0'324'0,"0"0"-20"0,0 0-152 15,0 0-49-15,0 0-26 16,0 0-40-16,57-27-16 15,-28 12-21-15,11-9-113 16,-8 4-130-16,-4 1-311 0</inkml:trace>
  <inkml:trace contextRef="#ctx0" brushRef="#br0" timeOffset="2.4235E6">1918 1986 1551 0,'0'0'342'0,"0"0"-93"16,0 0-132-16,0 0-71 15,43-10 25 1,-16 10 4-16,2 2 4 0,0 6-7 16,-3 3-29-16,-7 3-16 15,-6 3-17-15,-8 4 6 16,-5 3-5-16,-8 7-11 15,-14 9-12-15,-6 3-95 16,3-7-233-16,6-12-876 0</inkml:trace>
  <inkml:trace contextRef="#ctx0" brushRef="#br0" timeOffset="2.42418E6">3712 2180 1343 0,'0'0'368'0,"0"0"-37"16,0 0-125-16,0 0-77 15,0 0-39-15,0 0-36 16,0 0-23-16,17 1 2 16,-3-1-11-16,2-2-22 0,0-2-28 15,-2 0-103-15,0 2-155 16,-5 0-270-16,-6 2-333 0</inkml:trace>
  <inkml:trace contextRef="#ctx0" brushRef="#br0" timeOffset="2.42432E6">3697 2246 922 0,'0'0'269'16,"0"0"-119"-16,0 0-67 15,0 0-32-15,0 0 6 16,0 0-44-16,47-12-13 16,-9-6-140-16,-7 3-129 15,-5-1-475-15</inkml:trace>
  <inkml:trace contextRef="#ctx0" brushRef="#br0" timeOffset="2.42455E6">3770 2074 1463 0,'0'0'259'0,"0"0"-57"15,0 0-95-15,48-9 21 16,-15 9-31-16,-2 3-8 15,4 6 19-15,-4 2-17 16,-9 3-37-16,-4 3-23 0,-12 2-16 16,-7 4 1-1,-29 6-16-15,-37 12-75 0,1-7-182 16,-4-4-475-16</inkml:trace>
  <inkml:trace contextRef="#ctx0" brushRef="#br0" timeOffset="2.42538E6">901 2157 867 0,'0'0'817'0,"0"0"-463"15,0 0 6-15,0 0-103 16,0 0-100-16,0 0-77 16,0 0-42-16,6 20 53 15,11-5-19-15,4 2-17 16,3-3-16-16,2-2-18 15,-1-3-9-15,-2-2-6 16,-5-6 0-16,-3-1-4 0,-5-4 10 16,-3-8 7-1,-4-4-5-15,-3-3-13 0,0-2 7 16,-4-2-2-16,-4 4 1 16,1 3-5-16,1 6 10 15,4 4 46-15,0 6-10 16,2 3-35-16,6 14-13 15,13 12 1-15,9 12 8 16,7 5 5-16,1-1-5 16,-6-10-8-16,-7-7 16 15,-8-8-2-15,0-3-3 16,-4 2-6-16,0 0-5 0,-5 0 1 16,-6-3 13-1,-3-3-9-15,-12-2 1 0,-8-2-7 16,-10-3-17-16,-10-6-47 15,0-3-68-15,-6-19-124 16,13 1-284-16,14-1-293 0</inkml:trace>
  <inkml:trace contextRef="#ctx0" brushRef="#br0" timeOffset="2.42583E6">901 1939 1485 0,'0'0'313'16,"0"0"21"-16,0 0-127 15,0 0-76-15,0 0-36 16,0 0-52-16,0 0-9 16,-36 34-2-16,33-20-7 15,1-1-10-15,1-4-6 16,1-1-3-16,0-3-6 16,0-2 6-16,0-3-4 15,0-2 8-15,0-6 16 16,2-4 8-16,2-4-18 0,0 0-8 15,0 0-7-15,2 3 5 16,1 3 5-16,0 4-5 16,4 2-6-16,0 4-8 15,2 0 2-15,1 0 6 16,1 4 12-16,0 4-10 16,-1-1-2-16,1 9-108 15,-2-3-148-15,-4-2-407 0</inkml:trace>
  <inkml:trace contextRef="#ctx0" brushRef="#br0" timeOffset="2.42601E6">1054 1855 1637 0,'0'0'482'0,"0"0"-291"16,0 0-52-16,0 0-97 15,0 0-42-15,0 0-8 16,0 0-189-16,28 42-606 0</inkml:trace>
  <inkml:trace contextRef="#ctx0" brushRef="#br0" timeOffset="2.42685E6">5516 2184 1352 0,'0'0'372'16,"0"0"-85"-16,0 0-74 15,0 0-74-15,0 0-17 16,0 0-70-16,0 0-36 16,34-13-3-16,-16 11-13 15,-1 0-58-15,6 0-150 16,-6 2-287-16,-5 0-239 0</inkml:trace>
  <inkml:trace contextRef="#ctx0" brushRef="#br0" timeOffset="2.42702E6">5496 2252 905 0,'0'0'515'0,"0"0"-381"16,0 0-34-16,0 0-52 15,0 0 2-15,0 0-13 16,60-13-37-16,-17 1-72 16,-6 2-207-16,-4-1-297 0</inkml:trace>
  <inkml:trace contextRef="#ctx0" brushRef="#br0" timeOffset="2.42726E6">5687 2097 1475 0,'0'0'290'0,"0"0"-46"15,0 0-154-15,0 0 22 16,60-7-16-16,-31 10-42 16,3 8-19-16,1 3 21 15,-4 4-6-15,-6 3-17 16,-9 3 1-16,-11 1-17 0,-6 1 8 15,-22 5-1-15,-16 5-24 16,-12-1-40-16,5-7-297 16,12-11-1032-16</inkml:trace>
  <inkml:trace contextRef="#ctx0" brushRef="#br0" timeOffset="2.42789E6">7433 2119 1164 0,'0'0'406'16,"0"0"-73"-16,0 0-116 16,0 0-83-16,0 0-44 15,0 0-33-15,0 0-28 16,17 0-14-16,-5 0-5 0,0 0-10 15,-2 0-57-15,-1 0-108 16,-4 0-155-16,-3 4-207 16,-2 0-291-16</inkml:trace>
  <inkml:trace contextRef="#ctx0" brushRef="#br0" timeOffset="2.42806E6">7389 2196 1038 0,'0'0'331'0,"0"0"-76"15,0 0-76-15,0 0-38 16,0 0-40-16,0 0-19 16,0 0-8-16,41 2-30 0,-17-8-42 15,3 0-2-15,6-7-149 16,-7 2-150-16,-6 0-356 0</inkml:trace>
  <inkml:trace contextRef="#ctx0" brushRef="#br0" timeOffset="2.42829E6">7526 2042 1294 0,'0'0'307'16,"0"0"26"-16,0 0-132 16,0 0-93-16,0 0 6 15,68 8-26-15,-30 3-1 0,-2 3-35 16,-5 2-23-16,-10 0-3 15,-4 4 18-15,-5 2-12 16,-11 2-17-16,-14 5-15 16,-33 9-4-16,-36 7-130 15,5-6-233-15,-3-8-692 0</inkml:trace>
  <inkml:trace contextRef="#ctx0" brushRef="#br0" timeOffset="2.44057E6">72 1950 641 0,'0'0'857'0,"0"0"-652"0,0 0 18 15,0 0-33-15,0 0-94 16,0 0-40-16,-10-1-31 16,20 6-13-16,2 3 7 15,5 0 13-15,0 0-3 16,0 0-10-16,-1-2-10 16,-3-3-3-16,-1 0 2 15,-4-2-7-15,-4-1 7 0,-1 0-2 16,-1-3 13-16,-2-5 2 15,0-2 1-15,0-3-21 16,-3 1 26-16,-2 1 31 16,2 3 21-16,1 3 9 15,1 3-3-15,1 2-31 16,0 4-54-16,6 6 1 16,7 5 4-16,2 4 6 15,2 1 4-15,2 2 0 16,-1 2-2-16,-1-3 14 15,-2 0-9-15,-3 0-9 16,-4-2 2-16,-4 1-5 16,-4-2-5-16,0 0 8 15,-4 1-9-15,-6-1-3 0,-4-1-25 16,-5-3-93-16,0-3-59 16,-5-6-43-16,4-3-298 15,3-2-394-15</inkml:trace>
  <inkml:trace contextRef="#ctx0" brushRef="#br0" timeOffset="2.44083E6">191 2346 1728 0,'0'0'386'0,"0"0"-263"16,0 0-3-16,0 0-2 0,0 0-3 16,0 0-27-16,33-37-36 15,-14 18-36-15,2 0-16 16,1 0-64-16,-2 2-106 16,2 0-119-16,-7 5-270 15,-2 4-390-15</inkml:trace>
  <inkml:trace contextRef="#ctx0" brushRef="#br0" timeOffset="2.441E6">223 2430 1437 0,'0'0'304'16,"0"0"-92"-1,0 0-42-15,0 0-40 0,0 0-19 16,56-51-47-16,-12 16-61 15,11-8-3-15,-8 6-379 16,-11 7-1282-16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13:43.0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11088 2603 713 0,'0'0'166'16,"0"0"-90"-16,0 0 80 15,0 0 28-15,-46-24-35 16,32 20 27-16,-1 1-71 16,-2 3 15-16,-6 2-28 15,-10 14-29-15,-11 13 0 16,-6 15-6-16,2 9-5 15,12 5 8-15,15 2-4 0,14-5-22 16,7 1-14-16,6 0-11 16,9-1-2-16,-1 0 0 15,-3 1-6-15,-2-2 1 16,-3 0 10-16,-5-1-11 16,-1-3-1-16,-8-2-1 15,-2-11 0-15,-3-10 1 16,4-12-7-16,1-6-6 15,-1-2 6-15,2-3 7 16,1-3 20-16,1-1 34 0,3-1-10 16,2-3 5-1,0 4 23-15,4 0-53 0,12 19-17 16,9 20 2-16,3 26 30 16,-3 17 7-16,-7 14 49 15,-9 5 24-15,-6-2-29 16,-3 7-13-16,0-2-11 15,-9 4-1-15,-5-3-18 16,-2 1-4-16,-1-2-8 16,4-3 7-16,1 2-1 15,5-2 1-15,5 1-8 16,2-3-11-16,0-4 0 16,2 0-2-16,4-3 2 15,1-5-17-15,-1-1-1 16,-2-8 1-16,-1-6 5 0,-3-8 6 15,1-7-4-15,-1-13-8 16,0-13-5-16,0-11 5 16,0-7-1-16,0-3 0 15,0-4-28-15,0-6-23 16,0-3-63-16,0-24-76 16,2 0-264-16,2 1-277 0</inkml:trace>
  <inkml:trace contextRef="#ctx0" brushRef="#br0" timeOffset="120.4694">10893 5751 2576 0,'0'0'249'16,"0"0"-249"-16,-12-42-362 16,12 21-970-16</inkml:trace>
  <inkml:trace contextRef="#ctx0" brushRef="#br0" timeOffset="12022.0578">11404 5591 914 0,'0'0'588'16,"0"0"-291"-16,0 0-18 16,0 0 2-16,0 0-27 15,0 0-56-15,-9-3-51 16,9 3-34-16,3-2-30 15,5 0-20-15,4-1-11 16,6-2-11-16,3 0-15 16,1 1-11-16,-1-1-9 15,-1 2-5-15,-3 1-1 16,-4 0-13-16,-2 1-56 16,-3 1-70-16,-2 0-148 15,-5 0-77-15,0 1-252 16,-1 3-122-16</inkml:trace>
  <inkml:trace contextRef="#ctx0" brushRef="#br0" timeOffset="12224.3986">11391 5696 1532 0,'0'0'383'0,"0"0"-107"16,0 0-45-16,0 0-97 15,0 0 24-15,0 0-27 16,49-9-50-16,-21 1-44 16,2-1-14-16,-1 3-23 0,-3 1-88 15,-8 3-265 1,-10 2-604-16</inkml:trace>
  <inkml:trace contextRef="#ctx0" brushRef="#br0" timeOffset="15897.1017">11327 3704 1164 0,'0'0'720'15,"0"0"-407"-15,0 0-66 16,0 0-39-16,0 0-51 16,0 0-63-16,0 0-36 15,34-10-17-15,-17 4-20 16,3 0-15-16,-1 1-6 16,-1-1-15-16,-3 3-129 15,-2-2-147-15,-5 3-296 16,-3 1-291-16</inkml:trace>
  <inkml:trace contextRef="#ctx0" brushRef="#br0" timeOffset="16076.8841">11279 3816 1872 0,'0'0'486'0,"0"0"-229"16,0 0-132-16,0 0-42 15,0 0-13-15,55-11-38 16,-24 2-32-16,16-2-40 16,-8 3-214-16,-6 0-603 0</inkml:trace>
  <inkml:trace contextRef="#ctx0" brushRef="#br0" timeOffset="22795.7103">13353 4622 975 0,'0'0'574'0,"0"0"-270"16,0 0-9-16,0 0-30 0,0 0-33 15,0 0-40-15,2-1-30 16,0 0-47-16,3 1-31 16,5-1-15-16,3 0-9 15,6-1-17-15,1-1-21 16,2 1-7-16,-2-1-14 16,-2 0 0-16,-4 2-1 15,-2 0-59-15,-4 0-90 16,-3 1-145-16,-5 0-178 15,0 0-156-15,-4 3-400 0</inkml:trace>
  <inkml:trace contextRef="#ctx0" brushRef="#br0" timeOffset="22984.2398">13337 4699 1676 0,'0'0'505'16,"0"0"-148"-16,0 0-83 15,0 0-112-15,0 0-47 16,0 0-54-16,39-3-11 16,-15-1-26-16,4 0-24 15,1 1-3-15,0 1-126 16,-8 1-420-16,-11 0-1041 0</inkml:trace>
  <inkml:trace contextRef="#ctx0" brushRef="#br0" timeOffset="26677.407">2826 3254 880 0,'0'0'894'16,"0"0"-564"-16,0 0-37 15,0 0-12-15,0 0-22 16,0 0-82-16,16-5-50 16,1-1-24-16,6-1-25 15,12-2-19-15,9-2-16 16,-4 2-19-16,-3 1-9 16,-8 2-14-16,-9 3-1 15,0 0 0-15,-3 0-60 16,-5 2-78-16,-6 1-124 15,-6 0-271-15,-3 1-47 16,-9 3-471-16</inkml:trace>
  <inkml:trace contextRef="#ctx0" brushRef="#br0" timeOffset="26903.7425">2786 3401 2038 0,'0'0'476'15,"0"0"-168"-15,0 0-89 16,0 0-62-16,0 0-6 16,51-13-24-16,-17 2-55 15,-2-1-19-15,3 1-17 16,-1-1-17-16,-7 3-8 0,0 1-10 16,-5 0-1-16,-4 2-46 15,-3 1-86-15,-3 1-166 16,-6 0-587-16</inkml:trace>
  <inkml:trace contextRef="#ctx0" brushRef="#br0" timeOffset="29119.4757">12141 3952 975 0,'0'0'701'0,"0"0"-457"16,0 0 29-16,-40 0 53 16,37-1-19-16,3 0-96 15,0-4-69-15,18-6-34 16,21-12-17-16,23-12-10 15,12-4-23-15,1 2-23 16,-9 8-10-16,-16 8-16 0,-11 4 2 16,-10 6-11-16,-11 3-32 15,-8 0-89-15,-4 0-74 16,-13-2-255-16,-7 1-203 16,-10 2-845-16</inkml:trace>
  <inkml:trace contextRef="#ctx0" brushRef="#br0" timeOffset="29388.5573">12162 3757 2061 0,'0'0'343'16,"0"0"-183"-16,0 0-81 0,0 0 14 15,0 0 46 1,-2 52 3-16,-7-16-27 0,-1 0-45 15,-2-3-13-15,-1-5 19 16,4-8-25-16,1 0-16 16,2 0-19-16,5-5-7 15,1-5-3-15,18-6-6 16,22-6-1-16,25-21-14 16,11-13-60-16,8-11-100 15,-20 7-363-15,-21 7-579 0</inkml:trace>
  <inkml:trace contextRef="#ctx0" brushRef="#br0" timeOffset="29816.6086">12954 3459 2316 0,'0'0'297'16,"0"0"-211"-16,0 0-4 16,0 0-16-16,0 0 25 15,0 0-61-15,0 0-6 16,16 22 3-16,-12 4-7 16,-1 1 0-16,-3-1 4 15,0-3-3-15,-3-3-9 0,-1-6-6 16,0-4-4-16,2-6-1 15,1-4 10-15,1-12-1 16,0-8-4-16,0-8-6 16,7-2 1-16,1 5-1 15,2 2 8-15,0 9-1 16,1 5 5-16,0 6-3 16,3 3-3-16,1 8-5 15,1 5 5-15,0 3-5 16,1 2 1-16,-3-2-2 15,-2 0-3-15,-1-4-134 16,0-8-187-16,-3-2-246 16,-2-2-266-16</inkml:trace>
  <inkml:trace contextRef="#ctx0" brushRef="#br0" timeOffset="30191.5473">13194 3324 1644 0,'0'0'337'15,"0"0"-73"-15,0 0-174 16,0 0-29-16,0 0 22 16,11 38-33-16,-3-23-19 15,0-3-14-15,1 0-7 0,-2-5 4 16,-1-2-14 0,-2-2 1-16,0-3 11 0,-1 0-5 15,2-6 20-15,-1-5 4 16,0-3-12-16,0-1-10 15,-2 0 0-15,-2 1 48 16,0 4 31-16,0 4 30 16,-3 2 6-16,-4 3-20 15,0 1-32-15,-3 8-35 16,1 7-9-16,0 6 8 16,3 3-4-16,4 4-16 15,2 0-10-15,4 0-5 16,9-3-1-16,4-3 0 15,3-6-62-15,2-5-119 16,8-11-276-16,-5-4-171 0,-4-8-779 0</inkml:trace>
  <inkml:trace contextRef="#ctx0" brushRef="#br0" timeOffset="31423.2511">13429 3279 1669 0,'0'0'524'0,"0"0"-264"15,0 0 14-15,0 0-166 16,0 0-37-16,0 0 46 16,6 49-14-16,4-23-34 15,0 2-27-15,2-1-22 16,-2-2-13-16,0-5-1 16,-2-6-6-16,0-5-47 15,-1-7-54-15,-1-2 9 16,1-10-13-16,1-8-67 0,0-6 68 15,1-3 61-15,-1-1 37 16,-3 2 6-16,0 5 40 16,-2 5 87-16,-2 6 9 15,-1 4-16-15,1 4-7 16,0 2-47-16,1 3-34 16,3 9-31-16,0 4 13 15,3 4 2-15,2 3-5 16,-1 0-5-16,2-3-5 15,0-2 0-15,0-6-1 16,-1-6-9-16,1-5-24 16,-2-2 0-16,1-11 12 15,0-6-6-15,-1-2 17 0,1-2 10 16,-1-1 0 0,0 3 1-16,-1 2 0 0,-1 3 21 15,1 4 7-15,-1 2 7 16,-1 3-11-16,1 4-7 15,3 2-6-15,-1 0-3 16,2 4 0-16,2 5-1 16,0 2-1-16,1-1 3 15,0 1-9-15,2-2 0 16,0-2-1-16,0-5-51 16,0-2-45-16,1-1-24 15,-2-7-49-15,0-6-25 0,-1-2 74 16,-1-4 60-16,0-3 41 15,-2-2 19-15,-2-1 1 16,-3 1 45-16,-3 4 65 16,-3 4 35-16,0 6-13 15,0 5-17-15,-3 5-18 16,-4 1-50-16,-3 10-29 16,0 7-5-16,0 4 2 15,3 3 1-15,4 2-5 16,3-1-11-16,0-3 0 15,10-2 0-15,4-7-1 16,2-5-9-16,1-6-57 16,0-2-40-16,-1-10-65 15,-3-5-53-15,-3-4 78 16,-4-4 65-16,-5-2 27 0,-1-1 36 16,-2 3 10-16,-8 3 8 15,-2 6 50-15,1 6 28 16,1 6-1-16,2 2-23 15,4 3-26-15,3 7-18 16,1 3-2-16,7 1-8 16,7 1 0-16,5-2-5 15,3-4-54-15,3-4-80 16,1-5-92-16,-1 0-11 16,-2-8-148-16,-5-4 94 15,-4-2 296-15,-6 0 63 0,-4 2 258 16,-3 2 21-1,-1 4-20-15,0 2-35 0,0 4-91 16,0 0-104-16,0 5-60 16,0 7-20-16,0 4-6 15,0 2 0-15,-1 2 6 16,1-2-6-16,-1-3-6 16,-1-3-2-16,0-2 2 15,0-5 0-15,0-5 0 16,2-1 2-16,0-13-2 15,1-12 6-15,13-14 6 16,1 1-4-16,1 4 22 16,3 7 22-16,-5 14 20 15,5 3-16-15,2 5-23 0,2 6-17 16,2 8-9-16,3 10 5 16,0 7 2-16,-3 4-5 15,-1 1-2-15,-4-1-6 16,-6-2-1-16,-11 7-40 15,-3-7-173-15,-2-6-509 0</inkml:trace>
  <inkml:trace contextRef="#ctx0" brushRef="#br0" timeOffset="33625.0503">3829 3205 1197 0,'0'0'357'16,"0"0"3"-16,0 0 14 0,0 0-53 16,0 0-81-16,0 0-109 15,-13 7-80-15,13 23-30 16,2 14 45-16,1 4 7 15,0-1-11-15,-2-9-13 16,0-13-4-16,0-6-12 16,0-3-14-16,0-2-8 15,-1 1-11-15,1-2-15 16,-1-4-108-16,0-8-154 16,-2-1-266-16,-5-1-350 0</inkml:trace>
  <inkml:trace contextRef="#ctx0" brushRef="#br0" timeOffset="33976.0636">3781 3169 1445 0,'0'0'386'0,"0"0"-94"15,0 0-99-15,0 0-16 16,0 0-32-16,-41 38-76 15,31-28-21-15,3 0-8 16,0-2-7-16,1-2 6 16,2-4-2-16,1-1-4 15,3-1 1-15,-1-1 8 16,1-5-12-16,0-4-20 0,0-2-9 16,4 0-1-1,5 1-16-15,2 1-6 0,5 3 5 16,2 1-4-16,2 4 8 15,2 2 4-15,1 1 9 16,-2 7 1-16,-1 3 0 16,-2 1 6-16,-3 0-7 15,-2 9-205-15,-4-3-284 16,-4-3-595-16</inkml:trace>
  <inkml:trace contextRef="#ctx0" brushRef="#br0" timeOffset="34149.7583">4101 3307 2043 0,'0'0'521'0,"0"0"-312"16,0 0-138-16,0 0-62 15,0 0-9-15,-3 40-267 16,-6-22-714-16</inkml:trace>
  <inkml:trace contextRef="#ctx0" brushRef="#br0" timeOffset="35060.1093">3834 2689 998 0,'0'0'317'0,"0"0"-65"16,0 0 43-16,0 0-3 15,-39-29-46-15,39 22-15 16,4-5-68-16,22-8-59 16,23-12-5-16,24-12 6 15,16-5-15-15,7 0-44 16,-4 2-25-16,-10 6-6 16,-4 1-15-16,-10 6 11 15,-13 10-5-15,-18 6-6 16,-14 7-44-16,-9 3-81 15,-1-1-187-15,-5-5-62 0,-3 2-305 16,-5 1-778-16</inkml:trace>
  <inkml:trace contextRef="#ctx0" brushRef="#br0" timeOffset="35319.0893">4467 2178 1739 0,'0'0'358'0,"0"0"-119"16,0 0-164-16,0 0-36 16,46 4 64-16,-18-1 26 0,7 2-62 15,-1 1-40 1,-3 1-15-16,-5 2-11 0,-7 2 8 16,-8 1-8-16,-7 3-1 15,-4 1 1 1,-10 3-1-16,-8 3 1 0,-3 1-1 15,-2 0-72-15,4-1-62 16,5-5-89-16,6-6-311 16,7-8-618-16</inkml:trace>
  <inkml:trace contextRef="#ctx0" brushRef="#br0" timeOffset="36116.4113">5025 2075 1964 0,'0'0'248'0,"0"0"-125"16,-53-11 79-16,34 10-56 15,2 1-12-15,3 3-36 16,1 5-26-16,3 4-8 16,1 1-19-16,4 3-24 15,3 1-4-15,2-1-7 16,3 0-4-16,8-3-6 15,2-4 0-15,3-2-1 16,0-5-14-16,-3-2-15 16,-1-3-5-16,-4-8 9 15,-1-5 8-15,-3-3-5 0,-1-3 13 16,-1 0 9-16,-2 0-5 16,0 6 5-16,1 4 1 15,0 5 2-15,1 6-1 16,4 1-1-16,2 7 1 15,4 6-1-15,5 3 0 16,4 1 0-16,2-1 1 16,0-2-1-16,2-4-197 15,-4-4-21-15,-2-5-67 16,-4-1-59-16,-4-8 21 16,-3-7 53-16,-3-4 179 15,-3-3 91-15,-2-2 161 16,0 1 108-16,0 0 23 15,-1 5-2-15,-3 4-44 16,1 4 0-16,0 6-49 0,-1 4-61 16,2 0-68-16,0 7-41 15,-1 8-17-15,3 3 5 16,0 4-6-16,8 1-3 16,8-1-5-16,3-3 0 15,4-5-1-15,2-5-8 16,-1-7-53-16,-3-2-19 15,-2-11-33-15,-5-6-86 16,-5-5 60-16,-7-8 78 16,-2-12 43-16,-14-17 17 15,-5-5 1-15,1 7 0 0,3 14 19 16,5 20 35 0,4 10 107-16,-2 2-30 0,2 1-54 15,1 4-43-15,3 4-12 16,2 2-9-16,1 7-13 15,10 9-18-15,8 10 18 16,10 14 8-16,5 9 4 16,-3-4 11-16,-8-8-23 15,-10-12-11-15,-7-7-179 16,-2 6-144-16,0-4-313 16,-3-4-243-16</inkml:trace>
  <inkml:trace contextRef="#ctx0" brushRef="#br0" timeOffset="36335.7594">5397 1879 1640 0,'0'0'251'15,"0"0"52"-15,0 0-183 16,0 0-46-16,0 0-28 16,53-30-6-16,-29 34 16 15,1 8-4-15,-2 2-23 16,-2 2-9-16,-3 2-11 15,-7-1-9-15,-3-2-34 16,-5-2-76-16,-3-1-95 16,-5-3-158-16,-5-3-133 15,-1-5-674-15</inkml:trace>
  <inkml:trace contextRef="#ctx0" brushRef="#br0" timeOffset="36548.8163">5482 1721 1587 0,'0'0'208'15,"0"0"-107"-15,0 0-63 16,0 0-38-16,0 0-71 15,0 0-102-15,0 0-213 0</inkml:trace>
  <inkml:trace contextRef="#ctx0" brushRef="#br0" timeOffset="37409.5377">5595 1777 2150 0,'0'0'317'0,"0"0"-13"16,0 0-206-16,0 0-64 15,0 0 2-15,60 26 33 16,-30-9-12-16,-1 2-26 16,-3 1-13-16,-4-2-9 15,-7-4-1-15,-4-3-8 0,-6-4 1 16,-2-5 0-1,-3-2-1-15,0-4 0 0,0-10-13 16,0-6-40-16,-2-9 7 16,1 0-9-16,1-2-16 15,5 3-36-15,8 6-2 16,8 1-35-16,10 6-58 16,11 4 4-16,-1 4 1 15,-7 2 66-15,-7 3 28 16,-14 1 20-16,-2 1 64 15,-3 0 19-15,-7 0 132 16,-1 0 127-16,-7 0-46 16,-6 2-65-16,-3 5 4 15,-1 2-10-15,-3 5-4 0,0 2-26 16,2 3-13-16,4 1-29 16,4 1-28-16,5-3-19 15,5-1-16-15,0-3-6 16,11-4-1-16,5-5-1 15,3-5-28-15,2 0-38 16,-2-12-62-16,-2-2-33 16,-3-3 56-16,-4-2 39 15,-3 0 43-15,-2 2 24 16,-4 2 1-16,-1 2 9 16,0 6 31-16,0 2 20 0,0 5 18 15,-1 0-38 1,-1 6-20-16,-1 5-20 15,2 3-1-15,1 1 1 0,0 0 7 16,9-1-8-16,3-3 7 16,3-3-7-16,2-5-6 15,2-3 5-15,1-6-20 16,-2-7-67-16,-1-4-13 16,-3-4 13-16,-5-8 36 15,-5-14 34-15,-4-16 17 16,-8-4 1-16,-2 9 9 15,0 15 27-15,2 23 68 16,2 7 66-16,0 3-90 16,0 2-53-16,3 4-18 15,2 0-8-15,1 13-1 0,6 12 0 16,14 14 20-16,12 11 22 16,3 4 7-16,0-5-28 15,-11-11-21-15,-9-5-66 16,-7-11-241-16,-4-7-456 0</inkml:trace>
  <inkml:trace contextRef="#ctx0" brushRef="#br0" timeOffset="37612.7963">6218 1581 1639 0,'0'0'276'0,"0"0"-69"0,0 0-98 16,0 0-77-1,39-7 2-15,-14 22-6 0,-1 2 8 16,-1 4-20-16,-4 2-7 16,-7-1-9-16,-5-2-80 15,-7-3-141-15,-4-6-107 16,-6-3-26-16,-1-7-224 0</inkml:trace>
  <inkml:trace contextRef="#ctx0" brushRef="#br0" timeOffset="37725.3237">6324 1491 967 0,'0'0'347'0,"0"0"-83"16,0 0-187-16,0 0-77 0,59-4-46 15,-30 17-135-15,-1 0-414 16</inkml:trace>
  <inkml:trace contextRef="#ctx0" brushRef="#br0" timeOffset="38370.0395">6517 1521 1410 0,'0'0'352'16,"0"0"12"-16,0 0-165 15,0 0-48-15,0 0-79 16,-45 5-19-16,37 11 16 16,2 4-16-16,3 1-15 15,3 1-19-15,3-3-9 16,7-3-10-16,1-6 0 15,4-5-41-15,1-5-10 0,2-6-15 16,1-10-36-16,-2-4-17 16,-1-6 42-16,-5-1 40 15,-4-2 21-15,-5 2 15 16,-2 2 1-16,0 5 13 16,-7 8 24-16,0 5 9 15,-2 7-14-15,1 0-23 16,2 9-7-16,3 5-2 15,3 1 0-15,0 1-1 16,4-1-34-16,5-4-36 16,4-3 6-16,-1-5 14 15,0-3 34-15,2 0 5 0,-2-7 12 16,-1 1 0-16,-2-2 42 16,-2 2 61-16,-3 1 10 15,0 4-24-15,-1 1-40 16,0 0-30-16,1 8 1 15,1 3 23-15,0 1 2 16,0 3 4-16,-1 1-19 16,-1-3-7-16,-1 0-3 15,-2-1-13-15,0-4-7 16,0-3 6-16,0-2-5 16,0-3-1-16,0-1 12 15,0-9-3-15,0-6-8 16,0-3 7-16,5-4 20 15,4-1 15-15,1 2-7 16,2 5-6-16,0 6-19 0,1 7-5 16,-1 4-5-16,-1 4 0 15,-1 7-1-15,-2 4-75 16,-2 9-125-16,-4-5-127 16,-2-2-508-16</inkml:trace>
  <inkml:trace contextRef="#ctx0" brushRef="#br0" timeOffset="38516.1189">6936 1565 2107 0,'0'0'559'15,"0"0"-245"-15,0 0-174 0,0 0-71 16,0 0-45 0,0 0-24-16,0 0-64 0,20-10-473 15,-20 12-1331-15</inkml:trace>
  <inkml:trace contextRef="#ctx0" brushRef="#br0" timeOffset="45921.3232">4349 3240 59 0,'0'0'516'0,"0"0"-389"15,0 0 92-15,0 0 4 16,0 0-6-16,-23-7 23 16,23 7-26-16,0 0-38 15,0 0-35-15,0 0-33 16,0 0-46-16,0 0-40 15,2 0-15-15,6 1-5 0,4 3 16 16,3 0 22 0,4 0-8-16,4 1-5 0,3-1-3 15,2 1 25-15,2 0 9 16,1-1-3-16,0-1 4 16,-1 0 1-16,-1 0-32 15,1 1 11-15,-1-2-13 16,1 1-8-16,0 0 19 15,1-1-6-15,-1-1 2 16,0 1-13-16,0-2 1 16,-3 2 3-16,2-1-8 15,-2-1-6-15,2 1-2 16,1 0 19-16,0-1 3 16,2 0 1-16,1 0-13 15,0 0-6-15,7 0-6 0,6 0 11 16,7-2 7-16,0 0-11 15,-8 1 1-15,-12 1 1 16,-10-1-6-16,0 1-2 16,3 0 5-16,3-1-1 15,3 0-5-15,0 1 0 16,-2-1 4-16,1 0 3 16,0-1-12-16,1 0 1 15,2-1 5-15,0-1 5 16,1 1-11-16,-1 0 1 15,-2 0 5-15,0 2-6 16,-1 0 1-16,-2 0 4 0,2 0-6 16,0 0 11-16,0 0-2 15,0-1 3-15,1 1-3 16,0-2 0-16,2 1-3 16,0-1-5-16,0 0 6 15,-1 1-5-15,-2-1 7 16,-2 1-9-16,-2 1 0 15,-1-1 0-15,0 0 1 16,0 1 11-16,0 1-11 16,1-2 0-16,0 2 5 15,2-1-5-15,-1 0 1 0,0 1 7 16,1-1-3 0,-3 1-5-16,-2 0 0 0,-1 0 5 15,0 0-5-15,0 0 0 16,0 0 0-16,3 0 16 15,1 0-8-15,0 0-8 16,1 0 7-16,-1 0-7 16,2 0 6-16,-2 0-1 15,0 0-5-15,-2 1 0 16,-1-1-1-16,-1 2 0 16,-2-1-1-16,1 1 1 15,-1 0 8-15,1 0-7 16,1 1 7-16,0-2-2 15,-1 3-5-15,0-2 1 16,1 0-1-16,-2 1 7 0,0-1-7 16,-1 0 6-16,-1-2-1 15,-2 1 3-15,-2-1-1 16,1 0-7-16,-1 0 0 16,1 0 0-16,2 0 5 15,1 0-5-15,0 0 8 16,-2 0-3-16,0-1 2 15,-1 0-2-15,-3 0-6 16,0 0 6-16,-2-1-4 16,-1 0-1-16,-1 1 0 15,-2 1 9-15,0-2-2 16,0 2-1-16,0-1-6 0,0 1 1 16,0 0-2-16,1-1 9 15,-2 0-2-15,1 1-1 16,0-1-4-16,-2 0 8 15,-1 1-2-15,0 0-7 16,0 0 0-16,-1 0 6 16,0 0-1-16,0-1-5 15,-1 1 10-15,1 0-10 16,0 0 6-16,0-1-1 16,1 1-4-16,1-1-2 15,-2 1 6-15,2 0-5 16,-1-1 5-16,-2 1-5 15,1-1 1-15,0 1-1 16,0 0 0-16,0 0 0 16,-1 0 0-16,0 0-1 0,0 0 1 15,-2 0 0-15,1 0-1 16,0 0 0-16,-1 0 0 16,0 0 0-16,0-1 0 15,0 1 0-15,0 0 0 16,0-2-12-16,-5-4-10 15,-4-1-86-15,-5-5-601 0</inkml:trace>
  <inkml:trace contextRef="#ctx0" brushRef="#br0" timeOffset="61498.3071">6295 2390 772 0,'0'0'319'0,"0"0"-102"0,0 0-128 15,0 0-39-15,0 0-12 16,0 0 0-16,-4-12-9 15,4 14-22-15,0 9 3 16,-1 5-8-16,1 6 78 16,0 2 13-16,-1 3 1 15,1-2-43-15,-3 0 15 16,0-2-19-16,0-2 1 16,-3-3-4-16,0-5-23 0,0-3-11 15,-2-5 5 1,-1-3-14-16,1-2-1 0,-2-2 0 15,0-7-16-15,-1-3-22 16,2-2 5-16,0 1-19 16,3 0-33-16,1 5 25 15,3 2 47-15,1 3 11 16,1 2 1-16,0 1 0 16,0 0-7-16,8 7 8 15,2 1 1-15,3 2 38 16,2 1 29-16,0 0 1 15,2-2-11-15,-1 0-15 16,0-3-5-16,-1-2-17 16,-1-2-2-16,-4-2-1 15,0 0-17-15,-2-4 10 0,-1-3-11 16,-2-2 0-16,-2-1 2 16,-2 1 4-16,-1 1-5 15,0 1 0-15,0 2 5 16,-2 4 0-16,-2 1-5 15,-2 1-1-15,-1 7 0 16,-1 5 0-16,0 2 0 16,0 1 7-16,2 1-7 15,1-2 0-15,2 0 0 16,1-2-1-16,2 0-78 16,0-4-243-16,0-3-468 0</inkml:trace>
  <inkml:trace contextRef="#ctx0" brushRef="#br0" timeOffset="61678.8487">6517 2556 1560 0,'0'0'298'15,"0"0"-105"-15,0 0-50 16,0 0-87-16,0 0-56 15,0 0-12-15,0 0-302 16,-44 21-820-16</inkml:trace>
  <inkml:trace contextRef="#ctx0" brushRef="#br0" timeOffset="62969.7141">7664 2509 411 0,'0'0'386'16,"0"0"-100"-16,0 0 6 0,0 0 27 15,0 0-8 1,-26-39-75-16,19 31-36 0,2 3-125 15,0 1-45-15,3 1-15 16,0 3-5-16,0 0-8 16,-1 3-1-16,0 10 0 15,-2 4 0-15,-1 4 11 16,0 4 9-16,2-3-2 16,-1 1-4-16,1-3-7 15,0-3-8-15,-1-3-6 16,0-5-39-16,-1-2-29 15,-3-3 13-15,1-4 34 16,-3 0 21-16,1-4 6 0,1-5 0 16,1 1 2-16,3 1 10 15,2 0 10-15,3 3 21 16,0 2-10-16,0 2-13 16,8 0-14-16,4 3 9 15,2 2 11-15,4 2-12 16,0 0 1-16,4-1-9 15,0-1 0-15,1 0-5 16,0-2 0-16,-1-3-1 16,-2 0 0-16,-3 0-21 15,-5 0-40-15,-4-3-3 16,-3-2 24-16,-3 0 17 16,-2-1 17-16,0 0 6 15,0-1 0-15,-4 2 1 16,-2 0 8-16,0 4 4 0,-3 1 5 15,-2 3-7-15,-1 9-11 16,-1 2 1-16,0 4-1 16,2 0 0-16,2 6-14 15,2-5-183-15,4-4-444 0</inkml:trace>
  <inkml:trace contextRef="#ctx0" brushRef="#br0" timeOffset="63120.2194">7823 2667 1751 0,'0'0'218'16,"-40"5"-218"-16,16 1-159 16,-1 1-435-16</inkml:trace>
  <inkml:trace contextRef="#ctx0" brushRef="#br0" timeOffset="63843.0815">5159 2596 348 0,'0'0'140'16,"0"0"-68"-16,0 0-72 16,0 0-60-16,0 0 60 15,0 0 0-15,-9 4-400 0</inkml:trace>
  <inkml:trace contextRef="#ctx0" brushRef="#br0" timeOffset="64525.258">5275 2589 1069 0,'0'0'332'0,"0"0"-54"16,0 0 2-16,0 0-48 0,-6-34 2 16,5 30-36-1,-1 3-3-15,2-1-48 0,0 2-84 16,-1 0-40-16,0 3-13 16,1 8-9-16,-2 4-1 15,1 4 7-15,1 4-1 16,-1 0 2-16,1-2-7 15,0-1-1-15,0-3 0 16,0-2-40-16,-2-5-93 16,-1-2-37-16,0-3 10 15,-3-4 16-15,-2-1-20 0,0 0-53 16,-1-8-3 0,0 0 155-16,0-1 59 0,2 1 6 15,2 1 51 1,0 3 56-16,3 1 48 0,1 2-39 15,1 1-60-15,0 0-35 16,0 1-10-16,4 6-10 16,4 1 30-16,3 1 11 15,2 1 8-15,3-1-11 16,3-2-17-16,0-2-10 16,0-1-6-16,1-3-5 15,-2-1 5-15,-4 0-6 16,-1-7-24-16,-3-1 5 15,-3-1 1-15,-3 0 17 0,-1 0-1 16,-2 2 2-16,-1-1 5 16,0 5-4-16,0 1 24 15,0 2 4-15,0 0-12 16,0 7-16-16,-5 7 0 16,-5 7-1-16,-7 11 0 15,-18 22-16-15,2-7-169 16,-3-3-534-16</inkml:trace>
  <inkml:trace contextRef="#ctx0" brushRef="#br0" timeOffset="66708.3549">4464 2583 697 0,'0'0'188'0,"0"0"8"15,0 0 4-15,-6-41 2 16,4 32 19-16,0 3-15 15,0 3-112-15,1 1-46 16,0 2-17-16,1 0-18 16,-1 0-4-16,1 4-9 15,0 8-9-15,0 5 9 0,0 4 0 16,0 2 26-16,1 1 15 16,1-2 35-16,0-2-33 15,-2-4-23-15,0-3-12 16,0-5-8-16,0-3 0 15,-7-4-1-15,-4-1-5 16,-3 0-36-16,-3-4-11 16,-2-5 18-16,3 1 27 15,0-1 8-15,4 1 6 16,3 2 9-16,5 1 35 16,2 4-4-16,2 1-36 15,3 0-10-15,7 6 0 16,6 1 2-16,3 2 13 15,2 0 1-15,1-1-6 16,1-1-4-16,0-1 2 16,0-3-8-16,-3-1-1 0,-3-2 0 15,-3 0-21-15,-2-3-15 16,-4-5-7-16,-2-2 24 16,-3-2 7-16,-3-1 12 15,0 0 1-15,-1 2 9 16,-4 3 9-16,0 5 17 15,-1 3 2-15,-4 13-22 16,-10 19-14-16,-10 20 0 16,-13 15-1-16,5-10-20 15,1-8-248-15</inkml:trace>
  <inkml:trace contextRef="#ctx0" brushRef="#br0" timeOffset="76431.1196">1501 4424 651 0,'0'0'94'15,"0"0"-67"-15,0 0-27 16,-26-37-78-16</inkml:trace>
  <inkml:trace contextRef="#ctx0" brushRef="#br0" timeOffset="76465.4062">1501 4424 489 0,'-64'-20'0'0</inkml:trace>
  <inkml:trace contextRef="#ctx0" brushRef="#br0" timeOffset="76952.6686">1340 4561 393 0,'-18'42'196'0,"4"-3"1"0,14-12-34 15,8 2-45-15,6-4-34 16,4 0 22-16,5 4 33 15,6 1-4-15,6 7-8 16,4 13-32-16,-6 3-59 16,-13-4-20-16,-14-4-7 15,-6-7-8-15,-5-6 8 16,-5-6 0-16,1-6-3 16,-1-2 3-16,0 1-1 15,-1-2 1-15,-1 0 10 16,5-7 35-16,3-2-8 15,4 0-26-15,0 2-9 0,7 4-4 16,7 6 4-16,5 4-3 16,4 9 11-16,3 8 7 15,0 12 5-15,-5 2 16 16,-4 1 5-16,-7 0 3 16,-7-2 4-16,-3 7-12 15,0 3 2-15,-5 6-7 16,-7 5-2-16,-1 2-3 15,0 0-9-15,3 0-5 16,4-8 3-16,6-4 0 16,3-8 8-16,10-6 0 15,5-7-11-15,0-9-7 16,-1-7 1-16,-1-8 0 0,1-2 1 16,3 2-6-16,5 0-2 15,2 0-9-15,0-2 5 16,-1-5-5-16,0-2 0 15,-3-2-1-15,-6-2-9 16,-3-2-90-16,-8-2-105 16,-3-2-355-16,-3-1-320 0</inkml:trace>
  <inkml:trace contextRef="#ctx0" brushRef="#br0" timeOffset="77092.1586">1953 6581 2076 0,'0'0'185'0,"0"0"-185"0,0 0-145 15,0 0-494-15</inkml:trace>
  <inkml:trace contextRef="#ctx0" brushRef="#br0" timeOffset="80087.1851">3305 4416 720 0,'0'0'318'16,"0"0"-78"-16,0 0-57 16,0 0-70-16,0 0-65 15,0 0-19-15,0 0-2 16,3-8 18-16,6 3-19 15,2-1-17-15,1 0 0 16,2 1-9-16,-1 0-18 16,-2 2-21-16,-3 3-132 15,-5 0-230-15</inkml:trace>
  <inkml:trace contextRef="#ctx0" brushRef="#br0" timeOffset="80246.0871">3295 4520 1064 0,'0'0'277'0,"0"0"-132"15,0 0-52-15,0 0-39 16,45-32-26-16,-11 12-28 16,-5 4-51-16,-6 2-454 0</inkml:trace>
  <inkml:trace contextRef="#ctx0" brushRef="#br0" timeOffset="82484.4942">11457 7073 1243 0,'0'0'699'0,"0"0"-414"16,0 0-36-16,0 0 25 15,0 0-62-15,0 0-128 16,-4-33-52-16,4 37-26 15,6 9-6-15,3 6 1 16,2 6 19-16,0 1 7 16,-1 0-18-16,-3-3-3 0,-2-2-6 15,-2-2-57-15,-3 2-169 16,-2-5-91-16,-5-5-414 0</inkml:trace>
  <inkml:trace contextRef="#ctx0" brushRef="#br0" timeOffset="83244.5443">11164 7075 1790 0,'0'0'263'0,"0"0"-71"16,0 0-56-16,25-37-90 16,22 22-28-16,20-3-17 15,8-2 9-15,-3 3-8 16,-19 2 4-16,-22 5-5 15,-10 1-1-15,-9 1-6 16,-2-4 1-16,-4 0 5 16,-1-1 12-16,-5 2 87 15,0 3-46-15,0 2-21 16,0 4-2-16,-1 2-6 16,1 0-11-16,0 9-13 15,7 9 0-15,5 11 11 16,5 11 60-16,2 10-15 0,0 2 8 15,-5-10-1 1,-3-13-15-16,-5-13-20 0,0-5-1 16,1-1-17-16,-1-3-3 15,1-3-7-15,-1-4 0 16,1-3 8-16,1-8-1 16,2-4-1-16,0 2 0 15,0 0-6-15,-2 3 1 16,0 3 11-16,0 3-11 15,2 4 10-15,3 0-2 16,3 0 13-16,4 2-8 16,3 3-5-16,1-2-8 15,0-1 7-15,-1-2-7 16,-3 0 0-16,-2-4 0 16,-6-6 5-16,-2-4-5 0,-5-5 11 15,-1 0-11-15,-4-1 9 16,0 2-10-16,0 4 0 15,-1 2 0-15,-3 6 0 16,1 3 0-16,-2 3-1 16,-2 2 1-16,-2 10-1 15,-2 6-1-15,1 5 2 16,3 1 18-16,4 3 6 16,3-3 11-16,10-2 11 15,9-3 0-15,12-3-16 16,11-4 6-16,11-5 9 15,2-7-4-15,-9 0-19 16,-12-8-1-16,-12 0-12 0,-1 0-3 16,-1-2-6-1,-1 1-13-15,-3 1-13 0,-12 4-17 16,-34 6-77-16,-9 8-494 16,-17 2-1365-16</inkml:trace>
  <inkml:trace contextRef="#ctx0" brushRef="#br0" timeOffset="85833.6616">11941 7267 1187 0,'0'0'256'15,"0"0"-7"-15,0 0-136 0,0 0-37 16,0 0-21-16,0 0-22 16,-20-11-22-16,20 22-2 15,0 6 0-15,0 4 85 16,4 4 16-16,1 0-18 15,1 0-15-15,0-1-15 16,0-2-11-16,-1 0-5 16,-1-2-9-16,-3-1-15 15,0-3-8-15,-1-2-4 16,0-3-3-16,-3-3-6 16,-3-2-1-16,-2-5-32 15,-1-1-4-15,-2-1 9 0,-1-6 14 16,0-4 13-16,2 1 1 15,2 0 1-15,3 2 32 16,3 2-6-16,1 3-11 16,1 3-17-16,0 0 2 15,6 0-2-15,5 7 1 16,2 2-1-16,3 2 13 16,1 1 5-16,0 0 1 15,1-2 13-15,0 0-7 16,-1-3-3-16,-1-3-11 15,-1-3-11-15,-2-1 0 16,-2-2-50-16,-3-6-4 0,-1-4-7 16,-3-1 15-16,-2-2 16 15,-1 1 29-15,-1 2 0 16,0 3 1-16,0 3 1 16,-4 4 22-16,1 2-3 15,-2 1-13-15,-2 8-6 16,-1 5 0-16,0 4-1 15,-1 1 0-15,1 2-1 16,1-1 1-16,2-1-6 16,0 4-110-16,3-7-268 15,0-3-379-15</inkml:trace>
  <inkml:trace contextRef="#ctx0" brushRef="#br0" timeOffset="86020.4918">12156 7546 1987 0,'0'0'358'15,"0"0"-193"-15,0 0-67 16,0 0-66-16,0 0-32 16,0 0-99-16,0 0-35 15,-9 10-185-15,3-1-292 16,-3-2-443-16</inkml:trace>
  <inkml:trace contextRef="#ctx0" brushRef="#br0" timeOffset="138857.4299">11174 8346 1562 0,'0'0'362'15,"0"0"-217"-15,-12-36-2 16,10 20 36-16,2-4-74 16,0-2-60-16,1-9-26 15,6-13-4-15,1-14-15 16,3-6 0-16,-2 4-33 16,-1 17-83-16,-2 17-35 15,-4 11 30-15,-1 9 16 16,-1 1 47-16,0 2 46 15,0 3 4-15,-7 6-28 0,-8 15 17 16,1 4 19 0,0 4 33-16,2 4 22 0,8-4 8 15,2 1 3-15,2-3-21 16,11-5 3-16,5-4 9 16,5-4-12-16,1-4-18 15,1-5-6-15,-3 0-6 16,-2-3-15-16,-7 2 1 15,-3 0-1-15,-4 1 1 16,-4 2-1-16,0 3 49 16,-3 3-15-16,-4 2 5 15,-1 2-9-15,2 0-7 16,0-2-9-16,3-1-4 16,3-3-8-16,0-1-2 0,6-4 14 15,4-3-6-15,4-3-8 16,1-3-1-16,3-8-53 15,2-5-65-15,0-4-35 16,-2-2 27-16,-4-4 43 16,-4 2 34-16,-4 1 36 15,-5 2 14-15,-1 4 9 16,0 4 43-16,0 4 47 16,0 5 37-16,0 4-18 15,0 0-69-15,0 11-28 16,1 2 1-16,4 4-10 15,0 0 12-15,1 2-18 16,0-2 3-16,1-1 1 0,0-1-10 16,-1-1 9-1,-1-4-8-15,0-3 0 0,-3-3-1 16,-1-4 0-16,0-1 25 16,0-10-6-16,0-4-10 15,1-3-7-15,2-3 3 16,0 4-4-16,3 0 7 15,-1 5-8-15,0 3 6 16,2 4-5-16,-1 2-1 16,1 3 0-16,-1 0 6 15,0 2-6-15,2 4 8 16,-1 2-1-16,1 1 0 16,-1 1-5-16,2-1 4 15,1 1-6-15,-2-3 1 0,0 0 0 16,-1-3-1-16,0 0 0 15,-2-3 2-15,1 1-1 16,-2-2 1-16,0 0-2 16,0-2-1-16,0-1-31 15,-2-1-37-15,-2-3-127 16,0 0-122-16,-1 0-716 0</inkml:trace>
  <inkml:trace contextRef="#ctx0" brushRef="#br0" timeOffset="139352.5364">11622 7970 1640 0,'0'0'212'0,"0"0"-39"0,0 0 34 15,0 0-66-15,0 0-82 16,0 0-35-16,0 0 3 15,-8 32 19-15,14-14-2 16,1 4 4-16,2 1-9 16,1 2-21-16,0 1-6 15,2-1-11-15,-2-3 2 16,0-2-2-16,-3-4 1 16,-1-4-1-16,-1-5 5 15,-3-2-5-15,0-5-1 0,-2 0 18 16,0-9-3-16,0-8-4 15,0-4-5-15,2-4-5 16,1-2 8-16,4 2 2 16,2 4-10-16,1 6 0 15,0 5 1-15,1 4-2 16,0 6 1-16,-2 0-1 16,-2 5-10-16,-1 6 9 15,-2 4 2-15,-3 4 0 16,-1 2 9-16,-2 0 0 15,-8 1-4-15,-2-1-5 16,-3-1 1-16,-2-2-1 16,0-4 1-16,0-3-2 0,1-3-49 15,1-7-142 1,4-1-293-16,2 0-616 0</inkml:trace>
  <inkml:trace contextRef="#ctx0" brushRef="#br0" timeOffset="139697.557">11556 8220 1126 0,'0'0'247'0,"0"0"-110"15,7-36 23-15,3 19-13 16,3 2-30-16,1 2-40 16,2 4 8-16,0 5-16 15,-1 4-31-15,0 3-13 16,-1 9 5-16,-1 4-8 15,-2 2-4-15,-2 2-18 16,-2 0 0-16,2 4-10 16,-2-5-188-16,-1-4-349 0</inkml:trace>
  <inkml:trace contextRef="#ctx0" brushRef="#br0" timeOffset="140127.0145">12015 8049 1580 0,'0'0'239'15,"0"0"-89"-15,0 0-106 16,0 0-20-16,0 0 0 0,0 0-2 15,0 0 0 1,33 2-7-16,-23-2-2 0,-1-1-3 16,-1-4-1-16,-3-3-2 15,-2 1-5-15,-3 0 5 16,0-1-1-16,-8 2 25 16,-6 2 16-16,-3 4 4 15,-4 0 14-15,-3 5 5 16,1 6 20-16,1 2 13 15,4 4-15-15,5 2-43 16,6 1-20-16,7 1-10 16,1-1-14-16,15-2 5 15,15-3-6-15,15-4-11 16,14-11-80-16,1-4-125 16,-7-14-93-16,-20 1-377 0,-16 2-636 15</inkml:trace>
  <inkml:trace contextRef="#ctx0" brushRef="#br0" timeOffset="141027.3879">12242 8020 1164 0,'0'0'316'0,"0"0"-50"0,0 0 94 16,-43-29-88-16,32 27-59 15,2 2-75-15,1 3-54 16,2 8-45-16,2 4-29 16,2 3-1-16,2 3 0 15,0 2-7-15,6 0-1 16,2-2 9-16,4-3-10 15,1-4-2-15,1-6-17 16,-1-6-36-16,0-2 3 16,-2-12 8-16,1-12-11 15,-4-13 28-15,-3-15 27 0,-4-10 0 16,-1 0 4-16,-1 11-3 16,-4 17 0-16,2 14 1 15,0 9 17-15,1 4 29 16,0 2 13-16,1 5-27 15,1 5-26-15,0 16-7 16,1 14 11-16,6 12 18 16,4 4-15-16,2-1-13 15,0-11-1-15,-1-13-1 16,-1-10-15-16,0-5-75 0,3-3-35 16,1-3-58-1,0-5-29-15,0-5 39 0,-3-11 64 16,-2-5 78-16,-2-1 31 15,-4-1 7-15,-1 2 33 16,-3 4 75-16,0 3 40 16,0 4 42-16,-5 4-48 15,-1 4-24-15,0 2-20 16,-2 2-63-16,0 8-17 16,1 4-24-16,1 3 5 15,2 3-5-15,4 0 1 16,0 1 3-16,4 0-5 15,5-3-2-15,2-4-19 16,2-6-52-16,0-8-51 16,-1-3 10-16,-1-11-38 0,-4-15 41 15,-5-12 89-15,-2-18 22 16,-9-12 0-16,-5-3 9 16,-2 7 8-16,3 23 6 15,3 15 30-15,3 18 64 16,4 6-35-16,0 4-62 15,0 1-15-15,3 5-5 16,0 15-19-16,4 16 19 16,12 11 40-16,6 6 21 15,3-3 0-15,-2-10-28 16,-6-14-20-16,-3-7-13 16,-3-5-53-16,1-2-90 15,0-2-46-15,0-2 63 0,-4-6 82 16,-2-2 39-16,-2 0 5 15,-1-4 9-15,-1 3 12 16,0-1 7-16,1 2-12 16,0 0 30-16,2 6 8 15,1 1-8-15,-1 1-18 16,-1 1-12-16,1-3-8 16,-2 0-7-16,-1-3-1 15,-1-2-112-15,-1-4-82 16,0-7-130-16,-4-2-403 0</inkml:trace>
  <inkml:trace contextRef="#ctx0" brushRef="#br0" timeOffset="142004.4213">12582 7818 735 0,'0'0'598'16,"0"0"-326"-16,0 0 15 16,0 0-190-16,0 0-9 15,0 0 12-15,0 0 4 16,36 43-14-16,-23-25-25 15,-3 1-17-15,-1-1-22 16,-2 0-9-16,-1-2-8 16,-1-2-8-16,-2-2-1 15,0-4 1-15,0-4-1 16,0-4-10-16,1-2 10 16,1-9 0-16,1-3 2 15,1-1-1-15,0-1 8 16,1 2-3-16,-1 3 0 0,-1 3 13 15,0 3 9-15,0 3 2 16,0 2-2-16,2 0-1 16,-1 3 4-1,3 4-8-15,0-2-13 0,0 1-9 16,2-2-1-16,-2-2 0 16,0-2-78-16,1-2-86 15,0-8-108-15,-3-4-40 16,-1-3 27-16,-2-1 111 15,-3 0 127-15,-1 1 47 16,-1 4 77-16,0 3 59 16,-5 6 65-16,-2 3-49 15,0 1-43-15,-2 4-56 0,2 5-30 16,0 1-11-16,4 0-10 16,1 0 5-16,2-2-7 15,0-4 0-15,1-1 0 16,3-3 0-16,0 0 23 15,0-1-6-15,0-3 8 16,-1 2 63-16,-1 1 42 16,0 1-38-16,1 5-44 15,2 8 19-15,3 5 2 16,2 6 13-16,2 9-17 16,2 9-18-16,2 8-4 15,-1 3-7-15,-5-11-8 16,-3-12-13-16,-4-11-13 0,-1-4 5 15,-2 0-6 1,0 0-1-16,0-2 0 0,-4-7-39 16,-2-5 24-16,-2-1-7 15,1-9-4-15,1-6-4 16,5-6-6-16,1-10-7 16,12-12 13-16,12-11 6 15,3 1-4-15,-1 9 3 16,-6 12 13-16,-7 13 11 15,-3 3 1-15,-2-2 0 16,2 1 6-16,-2 0-6 16,-4 6 1-16,-2 5 21 15,-2 5 47-15,0 1-19 16,0 6-23-16,-4 6 0 0,-1 2 8 16,2 3-14-16,2-1 1 15,1 0-7-15,0-1 1 16,6-1-8-16,1 0-1 15,1-1-1-15,1-1-5 16,-3-1-1-16,0 0 0 16,-2-1 0-16,-3-1-1 15,-1-1 0-15,0-3-11 16,-8-1-42-16,-2-1-48 16,-10-3-101-16,3-5-264 15,0-2-642-15</inkml:trace>
  <inkml:trace contextRef="#ctx0" brushRef="#br0" timeOffset="142140.1959">13171 7970 2102 0,'0'0'322'16,"0"0"-210"-16,0 0-112 15,0 0-95-15,0 0-759 0</inkml:trace>
  <inkml:trace contextRef="#ctx0" brushRef="#br0" timeOffset="143768.0861">11658 8547 560 0,'0'0'553'0,"0"0"-355"15,-13-37 46-15,9 23-8 16,2 4-28-16,1 2-55 16,1 5-96-16,0 3-32 15,7 6-14-15,3 9 2 0,5 3 37 16,3 7 32-16,-1 1-5 16,1 1-10-16,-2-4-15 15,-1-3 0-15,-4-6-15 16,-3-5-13-16,-4-6-12 15,-2-3 10-15,-2-11 36 16,0-13-31-16,0-13-22 16,-5-2-5-16,2 3-30 15,1 8-24-15,2 10-29 16,0 3 13-16,7 4 10 16,4 8-23-16,3 3-61 0,10 17-99 15,-4 0-134 1,-2 1-487-16</inkml:trace>
  <inkml:trace contextRef="#ctx0" brushRef="#br0" timeOffset="144496.7536">11899 8488 1377 0,'0'0'216'0,"0"0"47"16,0 0-159-16,0 0-70 15,0 0 0-15,0 0 11 16,0 0 8-16,42 29-11 16,-28-29-17-16,-1 0-7 15,-2-4 0-15,-2-7-5 0,-2-2-1 16,-4-4-2-16,-3-2 1 16,0 1 3-16,-10 0 7 15,0 4 4-15,-3 4 14 16,0 7 31-16,0 3-20 15,0 6-19-15,2 9-16 16,1 5-8-16,3 4-7 16,4 3 0-16,3-1 6 15,5-2-4-15,10-4-1 16,5-7-1-16,9-7-26 16,2-6-87-16,2-6-8 15,1-12-62-15,-7-3-137 16,-2-5-7-16,-9 2 30 0,-8 0 249 15,-8 3 48 1,0 3 205-16,-10 3 31 0,-2 5 19 16,0 2-45-16,2 2-52 15,0 5 2-15,4 1-42 16,1 4-58-16,4 8-35 16,1 5-4-16,1 5-9 15,8 3 0-15,5 0-11 16,4 0 14-16,3-3-15 15,2-6 0-15,-1-6 0 16,-1-6-9-16,-3-4-54 16,-5-13-59-16,-6-6-5 15,-4-5 78-15,-3-10 34 16,-7 2 15-16,-5-1-1 16,-1 1 1-16,0 8 6 0,1 1 19 15,4 7 38-15,3 7 55 16,3 7-30-16,2 2-47 15,4 6-29-15,8 6-10 16,4 5 13-16,2 3-14 16,2 0 8-16,0 3-8 15,-2 2-1-15,-3-2-1 16,-3-1-139-16,-7-3-128 16,-3-6-302-16,-2-7-555 0</inkml:trace>
  <inkml:trace contextRef="#ctx0" brushRef="#br0" timeOffset="145157.3274">12191 8386 1386 0,'0'0'157'0,"37"-10"-107"16,2 2-31-16,0 0-12 15,-4 0-6-15,-7 0-1 16,-12 1 0-16,-2 0-10 15,-3 0 9-15,-6 1 1 16,-5 0 25-16,0 3 134 16,-5-1 20-16,-2 3-20 15,0 1-29-15,-2 0-20 16,1 6-30-16,1 3-22 0,0 2-3 16,2 4-10-1,4 1-10-15,1 0-12 0,0 1-11 16,8-1-6-16,2-2 5 15,2-4-3-15,0-5-8 16,0-5-16-16,-2 0-23 16,-2-10-19-16,-2-4-1 15,-3-1 14-15,-2-1 32 16,-1 1 12-16,0 2 1 16,0 3 0-16,0 2 11 15,-2 5 17-15,2 1 15 16,0 2-13-16,0 0-12 15,0 1-9-15,3 6 7 16,4 2 4-16,1 2-7 0,1 1 5 16,0 2-10-16,-1-2-7 15,-1 0 0-15,-1-4 0 16,-2-3-1-16,-1-3 0 16,-1-2 0-16,0-3 1 15,-1-7 1-15,1-2-2 16,0 0 1-16,-1 2-1 15,1 1 0-15,-1 4 0 16,0 1 2-16,1 3 11 16,-1 1-4-16,3 0 3 15,1 0-3-15,1 5 2 16,4 1-2-16,-1 0-8 16,2 0 0-16,0-2 0 0,0-3-1 15,2-1-28-15,4-6-93 16,-2-5-226-16,-3-1-438 0</inkml:trace>
  <inkml:trace contextRef="#ctx0" brushRef="#br0" timeOffset="145405.0245">12638 8244 1068 0,'0'0'628'15,"0"0"-526"-15,0 0 30 16,0 0-59-16,2 35 21 15,6-22-51-15,1-1-24 16,0 1-6-16,0-2-7 16,-1 0-5-16,1 0 1 0,-2 1-2 15,-1 0 2-15,-2 0-2 16,-4 2-1-16,0 3-8 16,-6 0-39-16,-9 1-25 15,-3 0 14-15,-13 1-45 16,5-5-91-16,4-5-197 0</inkml:trace>
  <inkml:trace contextRef="#ctx0" brushRef="#br0" timeOffset="145652.3929">12737 8147 1945 0,'0'0'247'0,"0"0"-113"0,0 0-30 15,56 41 81-15,-21-4-96 16,-5 16-20-16,-10 10-17 16,-20 7-21-16,-13 3-10 15,-24 0-21-15,-19 0-33 16,8-20-188-16,-2-11-537 0</inkml:trace>
  <inkml:trace contextRef="#ctx0" brushRef="#br0" timeOffset="146161.448">11520 8379 753 0,'0'0'354'15,"0"0"-128"-15,0 0 27 16,0 0-23-16,0 0 4 16,-40 16-88-16,28 25-35 15,2 24-47-15,3 13-27 16,7 2 24-16,12-11 15 0,18-17-3 16,14-8-15-16,16-10-32 15,13-8-7-15,10-12-19 16,0-14-99-16,-20-1-289 15,-15-11-1055-15</inkml:trace>
  <inkml:trace contextRef="#ctx0" brushRef="#br0" timeOffset="159724.4108">3156 4502 1141 0,'0'0'343'0,"0"0"-88"0,0 0-41 15,0 0-53-15,0 0-52 16,0 0-17-16,22-2 13 15,-6-3-47-15,3 0-32 16,1-2-15-16,1-1-4 16,-1 1-7-16,-2 0-96 15,-1-1-126-15,-4 3-282 16,-7 1-399-16</inkml:trace>
  <inkml:trace contextRef="#ctx0" brushRef="#br0" timeOffset="159883.8241">3158 4585 1483 0,'0'0'291'0,"0"0"-118"15,0 0-59-15,0 0-42 16,41-1-2-16,14-12-70 16,28-11-8-16,-7 1-279 15,-5-2-937-15</inkml:trace>
  <inkml:trace contextRef="#ctx0" brushRef="#br0" timeOffset="160428.7367">6174 4222 1397 0,'0'0'309'0,"0"0"-116"16,0 0-90-16,0 0-18 15,0 0-40-15,0 0 14 16,38 0-19-16,-17-5-40 15,7-1-47-15,-4 1-235 16,-7 1-248-16</inkml:trace>
  <inkml:trace contextRef="#ctx0" brushRef="#br0" timeOffset="160551.4785">6167 4350 1048 0,'0'0'143'0,"0"0"-99"15,42-21-44-15,-17 7-366 0</inkml:trace>
  <inkml:trace contextRef="#ctx0" brushRef="#br0" timeOffset="160765.6265">6341 4122 1498 0,'0'0'242'16,"0"0"-83"-16,41-1-20 16,-15 7-15-16,1 4-43 15,1 3-7-15,-3 4 25 0,-8 2-20 16,-8 4-36-16,-9 2-6 16,-15 7 1-16,-26 9-38 15,1-6-27-15,2-7-615 0</inkml:trace>
  <inkml:trace contextRef="#ctx0" brushRef="#br0" timeOffset="161368.4253">6919 4179 1300 0,'0'0'500'16,"0"0"-140"-16,0 0-74 15,0 0-81-15,0 0 1 16,0 0-68-16,-54-24-59 16,36 32-28-16,-1 6-3 15,2 1 1-15,3 3-8 16,4-1-22-16,5 1-7 0,5-3 5 16,1-1-10-16,10-2-6 15,5-5-1-15,4-4 0 16,2-3-1-16,-1-5 1 15,-2-9-51-15,-4-5 4 16,-6-5-16-16,-6-8-3 16,-4-9 44-16,-17-10 21 15,-6-4 1-15,-1 2 1 16,5 9 8-16,8 17-3 16,6 11 6-16,2 10 2 15,2 2-7-15,0 2-5 16,1 1 4-16,1 1-6 15,0 15-14-15,13 14-10 0,7 13 24 16,3 6 20-16,1 0 31 16,-1-4-5-16,0-5-16 15,-1-7-10-15,-2-7-20 16,6-1-32-16,-5-8-297 16,-2-4-555-16</inkml:trace>
  <inkml:trace contextRef="#ctx0" brushRef="#br0" timeOffset="162012.621">7371 4037 1820 0,'0'0'323'0,"0"0"-4"16,0 0-118-16,-38 6-25 16,23 1-61-16,-1 1-19 15,2 4-11-15,2 0-34 16,4 2-30-16,2 2-7 16,6 0-5-16,0 1-2 15,8-1-7-15,7-2 0 16,3-3-1-16,4-3-72 0,-1-8-72 15,1-1-17 1,-5-12 19-16,-2-6 22 0,-7-11 45 16,-8-10 56-16,-4-16 11 15,-12-8 9-15,-2 0 19 16,-1 5 45-16,5 21-11 16,5 16 9-16,4 11 26 15,3 9-3-15,1 1-41 16,0 1-20-16,1 3-24 15,0 15-6-15,6 12 6 16,11 13 0-16,6 4 15 16,4-7-3-16,-2-12-6 15,-5-11-6-15,0-5 0 16,1-1-54-16,1-2-134 16,0-3-48-16,-6-6 5 15,-7 0 67-15,-4-4 127 0,-4-3 37 16,-1 2 103-16,0 1 63 15,0 2 29-15,0 1-84 16,0 1-68-16,0 3-30 16,4 5-11-16,1 2 7 15,0 2-3-15,1-2-4 16,-1-1-2-16,-1-3 0 16,-2-3-88-16,-2-4-171 15,-2-6-220-15,-4-3-1224 0</inkml:trace>
  <inkml:trace contextRef="#ctx0" brushRef="#br0" timeOffset="162124.9668">7490 3853 1213 0,'0'0'177'0,"0"0"-126"0,0 0-34 16,0 0-17-16,56 35-171 0</inkml:trace>
  <inkml:trace contextRef="#ctx0" brushRef="#br0" timeOffset="162649.0764">7648 3919 209 0,'0'0'1455'0,"0"0"-1271"15,0 0-102-15,0 0 95 0,13 35-74 16,-4-22-36-16,-1 1-7 15,-2-2-23-15,-2-1-20 16,-1-3-10-16,-3-2 0 16,0-4-6-16,0-2 1 15,0-1 8-15,-3-10-9 16,-2-4 7-16,1-3 23 16,0-1 36-16,1 2 21 15,2 4 16-15,0 5-28 16,1 3-30-16,0 4-19 15,4 1-19-15,5 1-2 0,4 5 7 16,1 3-3 0,1 1 1-16,-2 0-1 0,-2 0-8 15,-3-2 4-15,-2-1-5 16,-2-3 0-16,-2-2 8 16,-2-1 0-16,0-1 39 15,0 0 85-15,0-7-8 16,-4-5-56-16,-1-4-34 15,2-2-15-15,1 0-7 16,2 3-4-16,0 4-9 16,0 4 0-16,5 4-6 15,2 3 5-15,3 0-6 16,5 4 6-16,2 5 0 16,3 2 1-16,-1 1-1 15,-3 2 0-15,-3 4-70 0,-5-3-202 16,-5-2-411-16</inkml:trace>
  <inkml:trace contextRef="#ctx0" brushRef="#br0" timeOffset="162810.0024">7964 3848 2145 0,'0'0'712'0,"0"0"-374"15,0 0-191-15,0 0-89 16,0 0-43-16,0 0-14 15,0 0-1-15,-2-10-68 16,-1 10-316-16,-3 0-802 0</inkml:trace>
  <inkml:trace contextRef="#ctx0" brushRef="#br0" timeOffset="163903.8845">8346 3883 1698 0,'0'0'392'0,"0"0"-57"15,0 0-131-15,0 0-82 16,4-37-44-16,5 15-42 16,3-8-7-16,2-14-15 15,-4-14 2-15,-6-6-8 16,-4 3-7-16,-3 15 5 16,-4 20-6-16,1 11-5 15,1 10-45-15,-1 1 5 16,-1 3 22-16,0 1-7 15,-1 5 10-15,-1 7 8 16,4 5 6-16,2 2 6 16,3 2 1-16,4-2 13 15,9-2-13-15,6-2 0 16,2-2-1-16,2-3 0 0,0-1-1 16,-4-1 1-16,-6-2 0 15,-4 2 0-15,-7 0 1 16,-2 4-1-16,-1 1 6 15,-8 3 6-15,-1 4 43 16,0-1-3-16,1 2-16 16,4-2 11-16,4 0-25 15,1-3-10-15,8-4 0 16,7-4-6-16,6-6-6 16,3-2-1-16,2-8-34 15,1-8-117-15,-5-4-62 16,-5-3-43-16,-5-1 34 15,-8 1 99-15,-4 3 124 16,0 1 62-16,-3 6 105 0,-2 4 24 16,0 3-23-16,2 3-10 15,1 2-40-15,2 1-75 16,0 3-31-16,0 7-3 16,2 4-9-16,4 2 8 15,1 1-7-15,0 0 5 16,0-1-5-16,0-2-1 15,-2-3-11-15,-1-2 4 16,-1-5-75-16,0-4-14 16,-1 0 62-16,-1-10 25 15,1-5 8-15,0-5 1 16,-1-1 6-16,1 1-4 16,1 3 20-16,1 3 12 0,1 6-8 15,2 3-11-15,2 4-9 16,1 1 3-16,1 4 0 15,1 4-2-15,-1 3 5 16,-1 3-1-16,-3-2 2 16,-1 2-6-16,-3-2-1 15,-3-2-5-15,0-3 0 16,0-3 5-16,0-4 0 16,-1 0 51-16,-3-5-6 15,0-5-23-15,2-3-16 16,1-2 11-16,1-1-2 15,0 2-9-15,6 3-6 0,0 3 1 16,2 2-6 0,2 4 7-16,0 2-8 0,2 0 0 15,-2 2 0-15,2 4 1 16,-3 2 5-16,0 0-6 16,-2-1-12-16,-2-2-85 15,-2 0-94-15,-3-5-84 16,0 0-290-16,0-5-276 0</inkml:trace>
  <inkml:trace contextRef="#ctx0" brushRef="#br0" timeOffset="164302.2518">8798 3497 1609 0,'0'0'582'16,"0"0"-319"-16,0 0-35 15,0 0-46-15,0 0-121 16,0 0-46-16,0 0-4 15,31 15-4-15,-10 5 10 16,1 2 5-16,-1 2-5 16,-2 0-10-16,-4-3-5 15,-4-3-2-15,-4-5 0 16,-3-4-6-16,-4-5-1 16,0-4 7-16,0-1 16 15,-1-9-5-15,-3-4-10 16,2-4 5-16,1-1 2 15,1-1 6-15,2 2-7 16,4 5 11-16,3 3-10 16,2 4-7-16,1 4 0 0,1 2 0 15,0 4 0-15,-1 5-1 16,-2 4 2-16,-4 4-1 16,-4 2-1-16,-2 0 1 15,-3 2-1-15,-8-2 0 16,-3 0-1-16,0-5-11 15,-5-3-128-15,4-6-147 16,3-5-485-16</inkml:trace>
  <inkml:trace contextRef="#ctx0" brushRef="#br0" timeOffset="164991.9427">9071 3545 1607 0,'0'0'265'0,"0"0"-133"16,0 0-78-16,0 0 41 16,38 21-16-16,-23-13-17 15,1-4-5-15,1 0-7 16,-3-4-1-16,0 0-3 16,-1-6-7-16,-4-3-11 15,-2-3-1-15,-4 0 4 16,-3 0 6-16,0 1-4 15,-7 3 10-15,-4 2 5 16,-4 6-14-16,-1 0-20 0,0 8-8 16,1 4 1-1,4 4-7-15,4 3-4 0,7-1 4 16,3 0-6-16,13-2-37 16,6-5-93-16,6-5-73 15,3-6-15-15,-1-3-17 16,-3-9-283-16,-4-4-11 15,-6-1 319-15,-4-3 216 16,-6 0 206-16,-4 3 292 16,-3 1-168-16,0 3 70 15,0 4-101-15,-4 2-55 16,-2 4-41-16,-1 3-68 16,-1 0-74-16,-1 7-37 15,2 6-11-15,1 2-7 16,3 3-5-16,3 1 0 0,0-1-1 15,5-2 0-15,3-4-8 16,2-3-10-16,-1-6-65 16,2-3-1-16,-1-5 0 15,-1-9-7-15,-2-4 18 16,-3-4 52-16,-4-8 21 16,0-12 12-16,-4 2 45 15,-2 5 5-15,0 5 10 16,3 13 48-16,0 5-68 15,1 3-27-15,0 7-14 0,2 2-11 16,0 9-14 0,6 8 12-16,6 6 1 0,5 3-8 15,3 2-9-15,3-2-173 16,10 1-186-16,-5-9-534 16,-5-5-214-16</inkml:trace>
  <inkml:trace contextRef="#ctx0" brushRef="#br0" timeOffset="165517.6115">9562 3445 1564 0,'0'0'520'0,"0"0"-148"15,0 0-134-15,0 0-29 16,0 0-101-16,-39-13-44 16,32 22-38-16,1 4-14 15,1 2-3-15,4 2-9 0,1 0 1 16,0-1-1-1,5-1 0-15,2-3-8 0,3-4-123 16,0-6-52-16,2-2 69 16,-1-10-44-16,0-6-34 15,-2-13 80-15,-2-13 78 16,-3-20 27-16,-4-8 7 16,0-3 10-16,-8 16 23 15,1 23 54-15,1 13 61 16,0 12 0-16,2 3-96 15,0 4-34-15,1 2-17 16,1 7-1-16,2 11 0 16,0 7 8-16,4 9 24 0,10 7 9 15,0-3-16 1,1-4-24-16,2-8-1 0,-1-9-30 16,1-1-106-16,1-2-66 15,-2-8 59-15,-4-6 54 16,-4-1 45-16,-2-6 44 15,-5-1 72-15,0 2 77 16,-1 2 39-16,0 4-40 16,0 0-82-16,2 0-44 15,0 9-16-15,2 3-4 16,0 2 4-16,2 2-6 16,-2 0 0-16,-1-3-8 15,-3-4-113-15,0-2-164 16,0-6-337-16</inkml:trace>
  <inkml:trace contextRef="#ctx0" brushRef="#br0" timeOffset="165915.0938">9717 3215 1124 0,'0'0'149'0,"0"0"-105"16,18 35-37-16,-5-19-7 15,1-1-19-15,0-1 18 16,-3 0 0-16,-2 0 1 16,-3-2 40-16,-2 0 76 15,-1-1 11-15,-2 0-46 0,-1-2-16 16,0-1-33 0,0-3-16-16,0-1-9 0,0-2-6 15,0-2 6-15,0 0 14 16,0-7 90-16,2-4-55 15,2-4 7-15,2-2 15 16,3 0-33-16,2 2 14 16,1 4-8-16,1 4-7 15,0 4-28-15,0 3-4 16,1 0 6-16,-2 7-9 16,1 1-8-16,-1 2 6 15,0 1-1-15,0-2-6 16,-1-1-1-16,4-7-148 15,-2-1-195-15,-2 0-324 0</inkml:trace>
  <inkml:trace contextRef="#ctx0" brushRef="#br0" timeOffset="166305.5338">10045 3231 1094 0,'0'0'265'16,"0"0"99"-16,0 0-190 15,0 0-15-15,0 0-54 16,0 0-58-16,-38 30-28 15,36-20-11-15,2 1-8 16,0-3-1-16,0-3-5 16,1-2-17-16,3-3-88 15,0 0 83-15,2-8 28 16,0 0 1-16,-2-1 90 16,-1 2 54-16,-2 1 56 0,0 3 6 15,-1 3 1-15,0 0-106 16,0 4-70-16,0 7-30 15,0 5 10-15,0 5 22 16,0 3-11-16,0 4 17 16,1 2-5-16,3-1-11 15,-2-1-8-15,-1-5-4 16,-1-3-4-16,-2-3-7 16,-7-4 14-16,-2-4-6 15,-2-2-3-15,0-3-6 16,0-4 2-16,1 0-2 15,1-6-44-15,-2-15-168 0,3 0-282 16,1 0-726-16</inkml:trace>
  <inkml:trace contextRef="#ctx0" brushRef="#br0" timeOffset="166456.8019">10162 3293 2419 0,'0'0'369'16,"0"0"-87"-16,0 0-186 16,0 0-96-16,0 0-272 15,0 0-622-15</inkml:trace>
  <inkml:trace contextRef="#ctx0" brushRef="#br0" timeOffset="173597.5061">2313 5554 743 0,'0'0'33'0,"0"0"32"0,0 0 67 15,0 0-53-15,0 0-28 16,35 0 11-16,-5-2 32 16,13-3-5-16,10-2-7 15,4-3 20-15,-2-1 17 16,-9-2-59-16,-11 3-38 15,-8 2-12-15,-8 0-10 16,-5 2 0-16,0 0-1 16,-1 1-15-16,-4-1-15 15,-8 5-2-15,-1 1-5 16,-2 0-250-16</inkml:trace>
  <inkml:trace contextRef="#ctx0" brushRef="#br0" timeOffset="173842.8005">2388 5625 1207 0,'0'0'158'16,"0"0"-100"-16,0 0-3 16,0 0-8-16,0 0 8 15,0 0 63-15,50 2 9 16,-8-5-45-16,12-6-28 15,5-2 7-15,-2 0-16 16,-5 1-10-16,-7 3-13 16,-9 2-20-16,-8 3-2 15,-2 2-68-15,-10 5-39 0,-5 0-120 0</inkml:trace>
  <inkml:trace contextRef="#ctx0" brushRef="#br0" timeOffset="174506.1509">2460 6029 1053 0,'0'0'358'0,"0"0"-28"16,0 0-147-16,0 0-91 16,0 0-35-16,0 0-22 15,0 0-4-15,-2-6 2 16,14 2 8-16,3-2 0 0,6-2-7 15,0 1 5-15,4-1-4 16,-1 0-17-16,0 0-4 16,-1 0-3-16,-3 2-9 15,-4 1-1-15,-1 0-1 16,-5 3-12-16,-4 1-40 16,-6 1-59-16,-2 1-460 15,-8 3-720-15</inkml:trace>
  <inkml:trace contextRef="#ctx0" brushRef="#br0" timeOffset="174741.8398">2503 6084 1879 0,'0'0'267'0,"0"0"-169"0,0 0-33 15,0 0-28-15,0 0 3 16,0 0 12-16,0 0-17 15,51-15 1-15,-26 5-8 16,1-1-6-16,1-1-7 16,2 0-7-16,-1 1-7 15,-2 2-1-15,-3 3-6 16,-5 3-55-16,-8 3-83 16,-9 0-1117-16</inkml:trace>
  <inkml:trace contextRef="#ctx0" brushRef="#br0" timeOffset="177451.1561">11206 4169 98 0,'0'0'78'16,"0"0"-78"-16,0 0-72 0</inkml:trace>
  <inkml:trace contextRef="#ctx0" brushRef="#br0" timeOffset="178581.636">11037 4217 1237 0,'0'0'308'16,"0"0"10"-16,0 0-63 16,0 0-109-16,0 0-96 15,0 0-31-15,0 37 23 16,2-10 56-16,1 4-8 0,2-1-5 16,-1 2-10-16,1-2-5 15,-2-1-6-15,2-1-31 16,-1-3-24-16,-2-3-8 15,0-5-1-15,-2-3-103 16,0-6-93-16,0-4-85 16,-6-4-49-16,-1-7-47 15,-1-3-370-15</inkml:trace>
  <inkml:trace contextRef="#ctx0" brushRef="#br0" timeOffset="178912.8953">11018 4272 842 0,'0'0'287'0,"9"-37"-14"15,-3 16-37 1,3 1-17-16,1 3-47 0,2 6-70 16,2 5-34-16,0 5-45 15,1 1-21-15,0 9 10 16,-1 6-3-16,-4 4 10 16,-3 2 36-16,-6 2 7 15,-1 0-6-15,-5-1-20 16,-6 0-18-16,-2-3-11 15,1-3 2-15,0-4-8 16,3-4 7-16,2-2-2 16,4-4 32-16,2-2 38 15,1 0-23-15,0 0-22 16,2 0-18-16,8 0-6 16,3 0-6-16,4-3-1 0,2 0 2 15,-1-1-2-15,1 0-77 16,2-6-111-16,-5 1-290 15,-4-1-464-15</inkml:trace>
  <inkml:trace contextRef="#ctx0" brushRef="#br0" timeOffset="179304.1558">11203 4014 1013 0,'0'0'807'0,"0"0"-613"0,0 0-104 16,0 0-41-16,0 0-33 16,0 0-15-16,0 0 27 15,-1 45 30-15,7-21 22 16,0 1 7-16,0 0-8 16,0-1-23-16,-1-3-20 15,0-2 10-15,-1-5-19 16,0-5-13-16,-1-4-8 15,-1-4-5-15,0-1 12 16,1-4 29-16,1-8-2 16,-1-3-26-16,2 0-14 15,0 1 0-15,-1 2 0 16,0 5-1-16,-1 5-5 0,1 2-7 16,2 0 9-16,2 8 4 15,1 2 7-15,2 3 0 16,1 2 7-16,2 0-13 15,12 7-1-15,-3-4-77 16,0-4-705-16</inkml:trace>
  <inkml:trace contextRef="#ctx0" brushRef="#br0" timeOffset="180528.1634">12412 5943 191 0,'0'0'1482'15,"0"0"-1191"-15,0 0-156 16,0 0-68-16,7 44 105 15,0-18-39-15,2 4-48 16,-1-4-30-16,1 1-18 16,-2-2-19-16,0-3-9 15,-2-3-7-15,-1-4-2 0,-2-3 0 16,-1-5-52-16,-1-3-27 16,0-4 51-16,-5-3-14 15,-3-9-106-15,-2-7 33 16,-3-13 69-16,0-12 33 15,1-11 13-15,4 3 0 16,6 13 37-16,2 14 34 16,6 11-5-16,5-1-15 15,5 2-11-15,3 3-16 16,1 4-13-16,0 4 1 16,-1 2-1-16,-3 4-4 15,-4 5 2-15,-3 3-7 0,-5 3 5 16,-4 1-1-16,-2 4-5 15,-9 0 10-15,-2 2-2 16,-2-1 20-16,0-2 3 16,3-2-11-16,3-5-7 15,3-2 9-15,3-6-5 16,3-1-9-16,1-3 0 16,12 0-8-16,13-10 9 15,18-8-10-15,10-10-123 16,-5 4-144-16,-9 3-502 0</inkml:trace>
  <inkml:trace contextRef="#ctx0" brushRef="#br0" timeOffset="180947.3114">12830 5751 1313 0,'0'0'539'0,"0"0"-319"15,0 0 32-15,-43-4-74 16,31 9-35-16,-1 6-46 15,0 2 2-15,3 2-17 16,2 2-37-16,3 1-23 16,4-4-7-16,1 1-9 15,3-2-6-15,6-3 10 16,2-3-10-16,1-5 0 16,1-2 1-16,-1-2 0 15,-1-8 1-15,-1-4-1 16,-4-5 7-16,-2-5-8 15,-2-7-12-15,-2-9-9 0,0 1 7 16,-1 5 8-16,-2 5 5 16,1 11-66-16,-1 2-27 15,1 3 45-15,0 6 35 16,0 5 14-16,2 2-6 16,0 4-21-16,2 10-38 15,7 6 65-15,3 6 40 16,2 2 18-16,1 3-19 15,1 0-21-15,-2-1-18 16,0-2-6-16,4 0-221 16,-4-9-458-16,-3-6-502 0</inkml:trace>
  <inkml:trace contextRef="#ctx0" brushRef="#br0" timeOffset="181091.616">13053 5800 1618 0,'0'0'486'16,"0"0"-186"-16,0 0-79 15,0 0-18-15,0 0-104 16,0 0-68-16,0 0-31 16,0-2-4-16,0 0-153 15,0 1-150-15,0-4-433 0</inkml:trace>
  <inkml:trace contextRef="#ctx0" brushRef="#br0" timeOffset="182530.8048">13398 4740 1061 0,'0'0'182'16,"0"0"16"-16,43 2 46 16,-10-2 9-16,12-4-70 15,12-9-63-15,2-5-14 16,-9 0-32-16,-14 1-22 16,-13 2-6-16,-5 0 0 15,0-6-11-15,-2-4 2 16,-3-11 0-16,-10-10-3 15,-5-11 5-15,-14-3-6 0,-7 4-6 16,0 14 0-16,4 13-8 16,3 8-19-16,-1 3-33 15,-3-3 5-15,-5-1-17 16,-6 0-9-16,-7 1-1 16,-11 6 39-16,-10 4-17 15,-2 5-31-15,10 6 52 16,15 0 6-16,12 3 6 15,4 4 0-15,-2 5 0 16,-3 4 0-16,0 6 1 16,2 4 7-16,6 3 23 15,2 7 24-15,5 6 12 16,7 8 8-16,3 2 8 0,6-2-16 16,7-4 10-1,4-7-2-15,-1-8 8 0,-2-5-15 16,-1-7-19-16,1 0-11 15,2 1 15-15,3 2-21 16,4 2-19-16,0-4 23 16,0-4-12-16,-2-4-9 15,0-4-7-15,-2-5-7 16,-3-3 1-16,-1 0-1 16,0-5-1-16,-2-5 0 0,-1-1-33 15,-1-1-78 1,-7 0-138-16,-3 3-220 0,-1 3-508 0</inkml:trace>
  <inkml:trace contextRef="#ctx0" brushRef="#br0" timeOffset="182713.6709">13590 4810 2581 0,'0'0'325'0,"0"0"-227"16,0 0-67-16,0 0 2 16,0 0-33-16,0 0-126 15,0 0-402-15,-13 21-885 0</inkml:trace>
  <inkml:trace contextRef="#ctx0" brushRef="#br0" timeOffset="186850.6733">13607 5074 1265 0,'0'0'274'15,"0"0"24"-15,0 0-86 16,0 0-131-16,0 0-47 16,0 0-19-16,-14-18-15 15,14 36-25-15,6 13 25 16,1 2 22-16,0-2 84 15,-1-3-1-15,-3-5-10 16,2 2-13-16,0 1-15 16,-1-3-13-16,0-4-13 15,-1-5-9-15,-1-4-16 0,-2-6-7 16,0-2-3-16,1-2 42 16,-1-2 80-16,2-8-62 15,-1-4-38-15,2-3-26 16,1 1-2-16,2 0-19 15,0 3-19-15,0 4 10 16,1 2-4-16,0 5-13 16,-1 1 10-16,2 1 26 15,2 0 7-15,0 7 1 16,2 2-2-16,1 1 3 16,-1 1 2-16,0 0 4 0,-2-1 4 15,-1 0 1 1,-1-1-10-16,-2-3 0 0,-2-1 0 15,-1-2 0-15,-3-1-1 16,1-1 0-16,-1-1-33 16,0 0-94-16,0 0-28 15,0 0-49-15,-1 0-170 16,-3-4-378-16</inkml:trace>
  <inkml:trace contextRef="#ctx0" brushRef="#br0" timeOffset="192765.694">3597 5353 697 0,'0'0'243'15,"0"0"-41"-15,0 0-15 0,0 0-4 16,0 0 15-16,0 0-2 16,-4 0-21-16,4-1-17 15,0 0-17-15,0 1-39 16,0-1-33-16,0 0-29 15,5-1-13-15,3 0-11 16,4-2-7-16,1 1-2 16,2 0 1-16,0-2-8 15,-2 1 1-15,0 1 0 16,-3 1-1-16,-3-1-50 0,-2 2-49 16,-2 0-82-1,-3 1-120-15,0 0-194 0,0 2-123 16</inkml:trace>
  <inkml:trace contextRef="#ctx0" brushRef="#br0" timeOffset="192954.6557">3606 5399 1300 0,'0'0'277'0,"0"0"-55"15,0 0-79-15,0 0-58 16,0 0-29-16,0 0-33 16,49-12-23-16,-33 7-69 0,-2 3-405 15</inkml:trace>
  <inkml:trace contextRef="#ctx0" brushRef="#br0" timeOffset="194369.8431">3970 5354 886 0,'0'0'335'16,"0"0"-96"-16,0 0 57 16,0 0-62-16,0 0-19 15,0 0-48-15,0 0-66 16,-3-1-40-16,7-1-29 15,4-1-11-15,1-1-9 16,2 1 0-16,0-1-5 16,0-1-5-16,0 2-4 0,-3 0 2 15,0 1-15-15,-1 0-111 16,-3 2-136-16,-1 0-281 16,-3 0-318-16</inkml:trace>
  <inkml:trace contextRef="#ctx0" brushRef="#br0" timeOffset="194589.0977">3948 5417 1448 0,'0'0'307'0,"0"0"-113"0,0 0-70 16,0 0-9-16,0 0-37 15,0 0-24-15,0 0-7 16,48-7-28-16,-31 1-10 16,1 2-9-16,3-2-32 15,-4 3-275-15,-6 0-515 0</inkml:trace>
  <inkml:trace contextRef="#ctx0" brushRef="#br0" timeOffset="201796.0722">8020 5085 1886 0,'0'0'252'0,"0"0"-36"0,0 0 10 15,0 0-64-15,0 0-99 16,0 0-45-16,-6 31-9 16,11 1-2-16,-1-2 13 15,-2-1-10-15,0-8 5 16,-1 2-8-16,1-1-1 16,-1-4-5-16,0-7 0 0,0-4-1 15,-1-5 0 1,1-2 1-16,1-1 10 0,1-7 14 15,1-5-7-15,2-2-16 16,1-1 10-16,1 2 15 16,0 5-3-16,-1 3-6 15,0 5-7-15,1 1-5 16,2 6 3-16,0 4 2 16,2 4-4-16,-2 0-5 15,0 0 10-15,1 0-12 16,-2-1 0-16,0-2-106 0,3-2-172 15,-1-4-341 1,-2-4-747-16</inkml:trace>
  <inkml:trace contextRef="#ctx0" brushRef="#br0" timeOffset="201993.7842">8341 5140 1646 0,'0'0'504'16,"0"0"-258"-16,0 0-148 15,0 0-52-15,0 0 46 16,0 0 0-16,3 50-29 16,-3-31-35-16,0-1-10 15,0-1-11-15,-5-1-7 16,-2-1-64-16,-8 0-167 16,1-4-446-16,1-5-509 0</inkml:trace>
  <inkml:trace contextRef="#ctx0" brushRef="#br0" timeOffset="202170.5171">8221 5189 1568 0,'0'0'352'0,"0"0"-105"16,0 0-166-16,0 0 20 16,51 15-2-16,-23-4-56 15,3 1-25-15,0-1-11 16,0 0-7-16,15-1-95 15,-7-3-257-15,-4-4-281 0</inkml:trace>
  <inkml:trace contextRef="#ctx0" brushRef="#br0" timeOffset="202578.4786">8682 5134 1854 0,'0'0'373'16,"0"0"-60"-16,0 0-112 15,-45 6-18-15,34 3-88 16,1 3-39-16,3 2-8 16,2 2-24-16,4 0-6 15,1 2-6-15,0-4-4 16,9 0 1-16,-1-4-9 16,2-4 1-16,0-4-1 15,0-2-12-15,0-5 3 16,0-8-39-16,-1-5 29 0,-2-11 13 15,-2-10 5-15,-2-12 1 16,-3-5 5-16,0 11 1 16,0 13 5-16,-1 15-11 15,-1 9-14-15,0 1 12 16,1 3-7-16,0 2 8 16,0 2 1-16,1 5-18 15,0 10-10-15,6 8 19 16,4 4 9-16,6 8 34 15,-1-2 6-15,1 1-16 16,-2-2-10-16,-5-5-14 16,-3 8-254-16,-4-8-393 15,-2-8-1234-15</inkml:trace>
  <inkml:trace contextRef="#ctx0" brushRef="#br0" timeOffset="202721.9361">8977 5213 2558 0,'0'0'340'0,"0"0"-123"16,0 0-133-16,0 0-54 15,0 0-30-15,-56 18-145 16,22-7-951-16</inkml:trace>
  <inkml:trace contextRef="#ctx0" brushRef="#br0" timeOffset="207190.4237">11483 3681 418 0,'0'0'104'0,"0"0"-104"16,0 0-42-16,0 0 0 16,0 0 12-16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17:20.7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11949 2437 1294 0,'0'0'319'16,"0"0"-30"-16,0 0-23 16,0 0-115-16,0 0-74 15,0 0-30-15,8-5 1 16,5 4 14-16,5-1-8 16,13-2-1-16,11-3-24 15,13-2-6-15,5-1-8 16,-11 1-9-16,-11 2 55 15,-16 3-61-15,-6 0 0 0,-1 0-23 16,-2 0-21 0,-4-2 22-16,-6 0 0 0,-11 1-25 15,-8 0-321-15,-3 1-658 0</inkml:trace>
  <inkml:trace contextRef="#ctx0" brushRef="#br0" timeOffset="386.5565">12065 2284 1470 0,'0'0'306'0,"0"0"-35"0,0 0-158 16,0 0-38-16,0 0-33 15,0 0-20-15,0 0-9 16,-5-19-1-16,0 23-12 15,-4 8 0-15,-3 4 3 16,-1 6 10-16,-1 2 33 16,0 3 14-16,5-2-13 15,0-2-8-15,5-2-1 16,1-4 6-16,3-2-1 16,0-4-10-16,0-1-14 15,6-3-1-15,4-2 3 16,4-1 16-16,6-4 6 0,12 0 14 15,10-4-11 1,11-6-16-16,1 0-21 0,-3-1-9 16,-6 4-30-16,-12 3 24 15,-7 2-34-15,-7 2-21 16,-9 4-264-16,-6 2-762 0</inkml:trace>
  <inkml:trace contextRef="#ctx0" brushRef="#br0" timeOffset="3939.8503">11556 2754 196 0,'0'0'168'0,"0"0"-69"0,0 0-6 16,0 0 8-16,0 0 13 16,0 0-38-16,0 0-41 15,0-1-25-15,0 1-10 16,0 0-29-16,0 0-150 15,-2 0-390-15</inkml:trace>
  <inkml:trace contextRef="#ctx0" brushRef="#br0" timeOffset="4860.6737">11804 3645 508 0,'0'0'168'15,"0"0"15"-15,0 0 64 16,0 0-18-16,0 0-2 16,0 0 9-16,0 0 52 15,-3 19 8-15,3-19 9 16,-1-4-23-16,0-8-79 0,0-5-72 15,-1-5-49-15,0-10-19 16,1-11-15-16,-2-14-14 16,2-7-11-16,-2-2-23 15,-1 3-5-15,0 5-22 16,-1 1-6-16,-1 4-7 16,0 5-53-16,3 12-4 15,0 12 10-15,2 11-29 16,-1 5 39-16,0 1 48 15,2 2 17-15,-2 0-16 16,1 3 6-16,1 1 11 0,-1 1-2 16,-1 0-7-16,0 2-1 15,-2 7-13-15,-1 3 28 16,-4 4 6-16,0 1 19 16,-2 1 7-16,0-2 7 15,1-1 14-15,-1-2-21 16,4-3-13-16,0-4 2 15,4-4-1-15,0-2-4 16,1 0 7-16,1-9 1 16,1-5-18-16,0-5-29 15,2-2-43-15,8 1 25 16,1 3 2-16,5 2 9 16,0 5 18-16,2 2 3 0,1 4 9 15,2 4-7-15,0 0 11 16,0 4 2-16,-2 5 6 15,0 3 0-15,-3 2 5 16,-2 4 11-16,-3 2-9 16,-3 12-13-16,-4-4-146 15,-2-5-659-15</inkml:trace>
  <inkml:trace contextRef="#ctx0" brushRef="#br0" timeOffset="5029.834">12100 3122 1098 0,'0'0'1006'0,"0"0"-753"0,0 0-7 15,0 0-110-15,0 0-47 16,0 0-89-16,0 0-28 16,-33 8-291-16,15 2-634 0</inkml:trace>
  <inkml:trace contextRef="#ctx0" brushRef="#br0" timeOffset="7247.7374">5434 3131 1627 0,'0'0'581'0,"0"0"-274"16,0 0 9-16,0 0-62 0,0 0-80 16,0 0-55-16,-1-1-38 15,11 1-16-15,4 0 10 16,7 0 0-16,2 0-23 16,1 0-11-16,2 0-17 15,-2 0-11-15,-2-3-4 16,-3 0-8-16,-3 1 7 15,-3-2-8-15,-4 3-1 16,-4-1-45-16,-3 1-44 16,-2 1-39-16,0 0-62 15,-14 0-325-15,-1 0-203 16,1 3-641-16</inkml:trace>
  <inkml:trace contextRef="#ctx0" brushRef="#br0" timeOffset="7571.1808">5420 3231 1600 0,'0'0'610'0,"0"0"-296"15,0 0-21-15,0 0-30 16,0 0-96-16,0 0-13 15,0 0-10-15,47 0-23 16,-22 0-26-16,1-1-34 16,1-2-5-16,0-1-14 15,-1 0-6-15,-3 0-9 0,-3 0-12 16,-2 0-3-16,-3 0-11 16,-2 0 1-16,-4 2-2 15,-4 1 0-15,-3 1-69 16,-2 0-77-16,-25 17-130 15,0-1-422-15,-7 1-1020 0</inkml:trace>
  <inkml:trace contextRef="#ctx0" brushRef="#br0" timeOffset="10468.6364">4929 3164 1463 0,'0'0'488'15,"0"0"-153"-15,0 0-50 16,0 0-47-16,0 0-36 15,0 0-42-15,0 0-58 16,-6 0-38-16,13 0-14 16,5 0 10-16,4-2 9 0,2-2-26 15,5-2-13 1,0 0-12-16,3-2-7 0,-1 0-2 16,-1 0-8-16,-4 0 6 15,-3 3-7-15,-3 1-21 16,-5 2-46-16,-5 2-40 15,-2 0-68-15,-2 0-147 16,-6 7-63-16,-4 1-201 16,-3 2-410-16</inkml:trace>
  <inkml:trace contextRef="#ctx0" brushRef="#br0" timeOffset="10697.2585">4945 3266 1696 0,'0'0'628'0,"0"0"-292"16,0 0-76-16,0 0-94 15,0 0-48-15,0 0-13 16,0 0-12-16,51-4-27 16,-30 1-27-16,1-3-15 15,1 2-14-15,-1-2-10 16,-3 3-3-16,-3 3-94 15,-6 0-285-15,-8 3-655 0</inkml:trace>
  <inkml:trace contextRef="#ctx0" brushRef="#br0" timeOffset="12429.7548">6292 3223 1508 0,'0'0'523'0,"0"0"-265"16,0 0-49-16,0 0 23 0,0 0-47 15,0 0-50 1,0 0-21-16,28 3-29 15,-11-2-8-15,2 1-22 0,3-1-24 16,-1-1 1-16,2 0-2 16,-1 0-24-16,-1 0 0 15,-1 0-6-15,-1-3 11 16,-2 1-11-16,-4 1-24 16,-5 0-51-16,-3 0-34 15,-4 1-102-15,-2 0-146 16,-7 0-162-16,-2 1-155 0</inkml:trace>
  <inkml:trace contextRef="#ctx0" brushRef="#br0" timeOffset="12683.9761">6340 3319 1326 0,'0'0'311'0,"0"0"-114"0,0 0 27 15,0 0 18-15,0 0-36 16,0 0 22-16,0 0-31 16,31 19-49-16,-10-18-50 15,5-1-34-15,1 0-26 16,0-2-10-16,1-4-16 16,-1 0-6-16,-3 1-5 15,-2 0-1-15,-5 1-57 16,-9 4-132-16,-4 0-302 15,-4 0-446-15</inkml:trace>
  <inkml:trace contextRef="#ctx0" brushRef="#br0" timeOffset="18308.4964">4827 2557 1156 0,'0'0'337'0,"0"0"-44"16,0 0-133-16,0 0-93 15,-53-5-25-15,31 28-28 16,-3 23-13-16,-2 26 48 16,4 18 54-16,10 3 67 15,12-4-12-15,9-12 8 16,21-8 6-16,16-8-61 16,14-9-49-16,13-12-54 0,11-14-8 15,12-13-177 1,12-12-88-16,-22-1-225 0,-10-10-385 0</inkml:trace>
  <inkml:trace contextRef="#ctx0" brushRef="#br0" timeOffset="18766.987">6365 2494 1144 0,'0'0'312'0,"0"0"-87"16,0 0 0-16,0 0 2 16,0 0-33-16,0 0-46 15,47-24-15-15,-14 25-5 16,13 17-1-16,16 17 7 15,5 12-38-15,-3 9-24 0,-7 4-15 16,-13 2-9-16,-11 8 4 16,-18 5-25-16,-18 6-17 15,-32 3-10-15,-24 4 0 16,-22 6-142-16,12-21-339 16,4-14-464-16</inkml:trace>
  <inkml:trace contextRef="#ctx0" brushRef="#br0" timeOffset="29931.7228">11793 1990 1136 0,'0'0'654'0,"0"0"-358"15,0 0-47-15,-55-3-56 16,35 11-36-16,0 5-32 0,1 5-24 16,5 1-15-1,2 3-13-15,7 1-24 0,5-2-22 16,0-4-10-16,10-2-5 15,6-5-5-15,5-6-6 16,2-4-1-16,2-6-26 16,-1-12-57-16,-1-9-6 15,-6-13 27-15,-7-11 37 16,-9-7 24-16,-1-6 1 16,-8 2 2-16,1 10 4 15,0 10 6-15,2 16 9 16,1 13 24-16,1 6 41 15,1 3 15-15,1 1-41 16,-1 3-30-16,2 10-30 16,0 16 0-16,1 16 0 0,9 7 2 15,5 0-1-15,3-12 7 16,-2-11-7-16,-1-10 0 16,3-4-1-16,2 0-27 15,3-3-60-15,0-3-43 16,-4-6-22-16,-4 0 62 15,-4-6 63-15,-3-4 26 16,-3 2 1-16,-1 0 0 16,-3 4 23-16,1 3 21 15,-2 1-14-15,1 4-14 16,0 6 21-16,1 2-13 16,0 2-9-16,-1 0-7 15,0-1-8-15,0-2-72 16,0-5-160-16,-1-5-316 15,0-1-392-15</inkml:trace>
  <inkml:trace contextRef="#ctx0" brushRef="#br0" timeOffset="30081.2767">11982 1744 1174 0,'0'0'303'15,"0"0"-121"-15,0 0-106 16,0 0-47-16,0 0-16 15,22 48-13-15,-5-28-197 16,0 0-412-16</inkml:trace>
  <inkml:trace contextRef="#ctx0" brushRef="#br0" timeOffset="30615.6963">12118 1811 1659 0,'0'0'317'0,"0"0"53"15,0 0-256-15,0 0-77 16,0 0-24-16,0 0 8 16,14 42 36-16,-6-24 1 15,0 0-9-15,0-4-22 16,-2 0-15-16,-3-5-6 16,1-1 0-16,-4-5-6 0,0-3 1 15,0 0 4 1,0-8 2-16,-2-7-6 0,-2-5 5 15,2-3 3-15,1-1 4 16,1 3 26-16,0 3 18 16,4 7-20-16,2 4-15 15,1 6-8-15,4 1-13 16,0 3 8-16,5 8 2 16,1 1 4-16,-1 2-8 15,-2 2 4-15,0-1-10 16,-4-2 7-16,-2-2-8 15,-4-3 1-15,-1-3 5 16,-3-4-5-16,0-1 12 16,0-3 15-16,-3-9 44 15,-1-12-28-15,4-12-17 16,0 1 7-16,5 3-4 0,4 5-9 16,3 11-1-16,1 1-1 15,3 3-6-15,1 6-7 16,0 6 2-16,4 3-7 15,4 10 12-15,2 7-1 16,3 2 0-16,-2 5-6 16,-3 2-6-16,-13 10-8 15,-6-5-167-15,-6-7-465 0</inkml:trace>
  <inkml:trace contextRef="#ctx0" brushRef="#br0" timeOffset="31216.7731">10838 2003 1483 0,'0'0'372'0,"0"0"-55"15,0 0-76-15,0 0-45 16,0 0-51-16,0 0-35 16,39-19 41-16,-23 32-33 15,1 5-46-15,2 4-1 16,1 1-26-16,0 1-19 15,-1-2 31-15,0-2-10 0,-2-5-22 16,-3-3-2 0,-4-4-10-16,-2-5-1 0,-2-3 3 15,-2-4 2 1,2-11 11-16,1-13-14 0,2-15-14 16,2-17 0-16,-1-6-13 15,0 3-28-15,-4 18-25 16,-1 18 20-16,-3 14 10 15,-1 8-14-15,-1 2 13 16,1 5-6-16,-1 5-192 16,3 3-563-16</inkml:trace>
  <inkml:trace contextRef="#ctx0" brushRef="#br0" timeOffset="31968.401">13277 1591 1560 0,'0'0'337'15,"0"0"29"-15,0 0-102 16,0 0 1-16,-49-12-114 16,30 20-55-16,-2 6-8 15,2 3-14-15,2 4-20 16,6 0-5-16,5 1-12 16,6 0-8-16,0-1-14 15,12-3-6-15,5-3-8 16,5-5 0-16,3-5-1 15,1-5-30-15,-1-8-13 16,-3-7 0-16,-5-7 2 0,-5-4 20 16,-6-8 21-16,-6-9 0 15,-2 2 2-15,-6 7-2 16,-4 7 1-16,2 13-1 16,-1 3 12-16,-1 4 2 15,1 7-14-15,2 0-1 16,3 10-8-16,3 3 7 15,3 2-26-15,4 1-121 16,19 3-79-16,-1-5-146 16,0-3-337-16</inkml:trace>
  <inkml:trace contextRef="#ctx0" brushRef="#br0" timeOffset="32149.3689">13370 1380 1629 0,'0'0'284'0,"0"0"197"15,0 0-243-15,0 0-22 16,0 0-110-16,0 0-74 16,0 0-5-16,20 63 22 15,4-15-22-15,2-2-11 16,1-4-16-16,-3-10-27 16,-5-8-236-16,-5-9-530 0</inkml:trace>
  <inkml:trace contextRef="#ctx0" brushRef="#br0" timeOffset="32348.3183">13624 1479 2068 0,'0'0'392'0,"0"0"-126"0,0 0-173 16,0 0 85-16,1 52-45 15,8-25-42-15,2 4-26 16,2-1-25-16,-1 1-16 15,-3 0-12-15,-4-1-12 16,-5 6-86-16,0-8-263 16,-5-8-462-16</inkml:trace>
  <inkml:trace contextRef="#ctx0" brushRef="#br0" timeOffset="32549.8856">13661 1436 1652 0,'0'0'285'0,"0"0"-19"16,0 0-95-16,39-25-27 16,-23 25-66-16,0 0-11 15,-1 10 7-15,-3 3-13 16,-6 2-20-16,-4 3 8 16,-2 2-10-16,-11 2-39 15,-15 6-2-15,3-5-211 16,0-6-399-16</inkml:trace>
  <inkml:trace contextRef="#ctx0" brushRef="#br0" timeOffset="32698.1998">13991 1506 2314 0,'0'0'573'0,"0"0"-273"15,0 0-141-15,0 0-83 16,0 0-76-16,0 0-13 15,0 0-317-15,-12-4-882 0</inkml:trace>
  <inkml:trace contextRef="#ctx0" brushRef="#br0" timeOffset="33613.4921">13217 2478 1600 0,'0'0'301'0,"0"0"31"16,0 0-43-16,0 0-27 0,0 0-63 16,0 0-104-16,-30 14-57 15,19 28 32-15,2 6 8 16,3-6-19-16,5-12-15 16,1-11-23-16,6-3-12 15,5 0 0-15,4-2-9 16,3-1-10-16,2-8-48 15,0-5-29-15,-2-1-18 16,-3-11-7-16,-4-3 57 16,-2-4 37-16,-3-2 12 15,-2 0 5-15,-1 2 1 0,-2 4 28 16,-1 5 35 0,0 4 35-16,0 5-6 0,0 1-25 15,0 5-33 1,0 7-16-16,0 6 6 0,4 2 2 15,4 1-8-15,4 0 3 16,3-2-3-16,5-5-8 16,2-4 1-16,0-5-4 15,-1-5-5-15,-1-2-2 16,-3-10 1-16,-3-6 16 16,-2-9-11-16,-7-11-5 15,-5-10-1-15,-1 4-5 16,-6 10-17-16,0 15-2 15,3 12 7-15,1 2-10 0,0 3-16 16,1 1-62 0,1 1-158-16,1 8-26 0,5 1-93 15,2-1-324-15</inkml:trace>
  <inkml:trace contextRef="#ctx0" brushRef="#br0" timeOffset="34017.3671">13621 2311 1938 0,'0'0'334'0,"0"0"25"16,0 0-102-16,0 0-97 0,0 0-91 16,-10 48-45-16,17-1-2 15,3 7 25-15,1-1 25 16,1-5-2-16,-2-7-13 15,-1-7-8-15,-3-9-19 16,0-8-13-16,-2-7-11 16,-1-3 4-16,0-2-10 15,0-4 0-15,0-1 1 16,1-12 9-16,2-5-8 16,2-5-1-16,1 0-1 15,3 3 0-15,-2 5-1 16,0 4 1-16,-1 5 0 15,1 5 0-15,0 0 0 16,1 7 0-16,1 3 0 16,-1 3 1-16,2 2-1 0,-3 1 0 15,-2 1-18-15,-2-3-96 16,-1 2-137-16,-3-4-277 16,-2-5-528-16</inkml:trace>
  <inkml:trace contextRef="#ctx0" brushRef="#br0" timeOffset="34326.3686">14018 2524 1343 0,'0'0'1038'16,"0"0"-830"-16,0 0 71 15,-39 24-52-15,32-7-63 0,4 4-66 16,3 2-15-1,0 1-19-15,3 0-25 0,7-3-9 16,3-4-15-16,1-5-13 16,2-4 10-16,1-7-6 15,1-1 0-15,2-5 0 16,-2-9 1-16,0-5-5 16,-2-9-1-16,-5 1-1 15,-5-3-1-15,-4 1-32 16,-2 7-21-16,-11 2-34 15,-29 9-95-15,2 8-364 16,-6 2-581-16</inkml:trace>
  <inkml:trace contextRef="#ctx0" brushRef="#br0" timeOffset="34985.3974">13481 2247 605 0,'0'0'205'0,"0"0"24"15,0 0-13-15,0 0-22 16,-20-42-45-16,15 35 42 15,1 0-38-15,1 1 3 16,0 2 22-16,1-1-13 16,0 1-45-16,1 1-65 15,-1 1-25-15,1 0-8 16,1 2-5-16,-1 0 2 16,1 0-6-16,-1 0 1 15,1 7-10-15,0 12-3 16,1 15-1-16,6 17 58 15,0 8 5-15,3 1 21 0,-1-7 6 16,-1-5-28-16,-5-2-62 16,-3-4-28-16,0-10-348 15,-10-12-1151-15</inkml:trace>
  <inkml:trace contextRef="#ctx0" brushRef="#br0" timeOffset="35490.365">13115 2192 1046 0,'0'0'313'0,"0"0"39"0,0 0-65 16,0 0-23-16,0 0-62 16,0 0-137-16,0 0-38 15,-7 3-26-15,4 32 8 16,-1 14 64-16,1 8 21 15,-2 1-9-15,3-6 13 16,2-7-11-16,0-2-24 16,0-2-63-16,8-1-28 15,0-11-255-15,3-9-621 0</inkml:trace>
  <inkml:trace contextRef="#ctx0" brushRef="#br0" timeOffset="35836.6317">14367 2401 1805 0,'0'0'371'0,"0"0"-67"16,0 0-132-16,0 0-55 15,0 0-64-15,0 0-35 16,45-6-3-16,-24 6-15 15,-1 0-97-15,-2 0-155 16,-6 0-315-16,-7 1-541 0</inkml:trace>
  <inkml:trace contextRef="#ctx0" brushRef="#br0" timeOffset="35969.653">14336 2481 1478 0,'0'0'328'0,"0"0"-89"15,0 0-147-15,70-20-78 16,-20 5-14-16,-6 2-102 16,-9 0-376-16</inkml:trace>
  <inkml:trace contextRef="#ctx0" brushRef="#br0" timeOffset="36179.6966">14569 2253 1500 0,'0'0'503'0,"0"0"-294"0,0 0-110 16,0 0 34-16,46 30 8 15,-17-4-45-15,3 11 30 16,-5 9-21-16,-10 2-35 16,-17-3-29-16,-15-5-15 15,-23-3-26-15,-15-3-17 16,7-8-282-16,1-9-1090 0</inkml:trace>
  <inkml:trace contextRef="#ctx0" brushRef="#br0" timeOffset="38934.9904">13748 3090 666 0,'0'0'924'0,"0"0"-648"16,-11-36 74-16,6 21-7 15,1 4-23-15,2 3-111 16,1 4-125-16,1 4-39 16,0 3-23-16,2 17-8 15,7 16 1-15,4 13 34 16,3 3 30-16,3-1-14 15,-3-9-25-15,-1-10 17 16,-3-8-4-16,-2-5-13 16,-2-6-13-16,0-1-12 15,-1-3-7-15,-2-3-7 16,-1-6 0-16,-1-3 17 16,0-11 0-16,1-7-7 0,1-4-10 15,3-2-1 1,0 0-6-16,0 5-3 0,1 5-1 15,-2 5-1-15,1 5 10 16,0 4-11-16,1 3 12 16,1 2-1-16,1 7-5 15,2 4 6-15,0 2 5 16,-1 1 1-16,-1 1 12 16,0-1-11-16,-3 1-7 15,2-1-1-15,-1-1-43 16,2 1-143-16,-1-4-453 15,-3-7-1016-15</inkml:trace>
  <inkml:trace contextRef="#ctx0" brushRef="#br0" timeOffset="42088.3012">14489 3090 1709 0,'0'0'499'0,"0"0"-167"0,0 0 2 15,0 0-72-15,0 0-78 16,0 0-106-16,0 0-48 16,-24-10-24-16,11 27 3 15,-3 5 3-15,0 3 1 16,-1 3 10-16,2-1 10 16,1-1-6-16,2-2-9 15,3-3-9-15,0-2-8 16,3-3-1-16,2-2-1 15,0-3-85-15,1-3-83 0,-1-7-190 16,1-1-280-16,0-3-320 16</inkml:trace>
  <inkml:trace contextRef="#ctx0" brushRef="#br0" timeOffset="42333.0521">14287 3119 2105 0,'0'0'509'16,"0"0"-282"-16,0 0-42 16,0 0-4-16,38 23-65 15,-17-7-31-15,2 1-21 16,2 1-8-16,-2 0-2 16,0-2-14-16,-3 0-7 0,-1-1-10 15,-3-3-13-15,-2 1-10 16,-4-3 0-16,-1-2-45 15,1-4-127-15,-3-3-411 16,0-1-710-16</inkml:trace>
  <inkml:trace contextRef="#ctx0" brushRef="#br0" timeOffset="42968.0012">14736 3014 1597 0,'0'0'516'16,"0"0"-197"-16,0 0 13 16,0 0-38-16,0 0-108 0,0 0-120 15,0 0-33-15,-4-15-21 16,7 25-3-16,4 5 25 15,2 5 19-15,2 5 1 16,2 1 3-16,1 1 7 16,0 0-10-16,1-2-3 15,-1-2 6-15,-1-5-9 16,-1-4-28-16,-3-5-8 16,-2-2 0-16,-1-6-6 15,0-1 4-15,3-3 5 16,3-9 3-16,6-10-6 15,6-15-1-15,4-12-11 16,2-5-12-16,-2 1-19 0,-3 5-8 16,-8 14-11-16,-4 8-14 15,-3 7-14-15,-3 8 30 16,0-2 18-16,0 2 13 16,0-1 2-16,-3 5 3 15,0 3 0-15,-3 2-1 16,0 0-2-16,-1 2-5 15,0 0 1-15,-3 6-8 16,-25 26-51-16,1-1 40 16,-7 1-628-16</inkml:trace>
  <inkml:trace contextRef="#ctx0" brushRef="#br0" timeOffset="55577.0612">11232 1638 1207 0,'0'0'187'0,"0"0"-94"15,-56-21 95-15,11 15-22 16,-17 6-31-16,-9 7 13 16,-3 15 16-16,4 11-23 15,5 7-37-15,1 10-25 0,-1 9-11 16,3 4-8-16,5 5-7 16,8 0 9-16,12 1 8 15,16-2-12-15,13 1-4 16,11-8 1-16,21-4-17 15,15-9-10-15,13-8-10 16,11-9 2-16,6-10-1 16,4-8 10-16,2-9-11 15,-1-3 6-15,1-12-6 16,-3-8 4-16,-4-10-3 16,-7-8-5-16,-9-6-5 15,-10-5 0-15,-11-1-3 16,-6-1 1-16,-8-4 2 15,-6-1-1-15,-5-2-7 0,-6 1 0 16,-8 0-1-16,-11 1 0 16,-7 2 0-16,-7 2 8 15,-7 3-8-15,-8 4-36 16,-5 5-5-16,-2 7-65 16,-5 9-35-16,-5 13-23 15,-12 11 17-15,-12 15 21 16,-14 25 16-16,-15 22-30 15,-17 29 33-15,27-13 58 16,4-5-302-16</inkml:trace>
  <inkml:trace contextRef="#ctx0" brushRef="#br0" timeOffset="69593.9683">5914 6503 1542 0,'0'0'581'0,"0"0"-293"15,0 0-30-15,0 0-21 16,0 0-128-16,0 0-55 16,-13 6-18-16,13-5-5 0,0-1-2 15,4 0 10-15,8 0 7 16,11-4-1-16,14-6-9 16,9-5-15-16,7-4-2 15,-4 0-10-15,-10 3-2 16,-11 4-7-16,-8 4 0 15,-4 2-25-15,0 1 2 16,-2 2-158-16,-4 3-396 16,-7 0-282-16</inkml:trace>
  <inkml:trace contextRef="#ctx0" brushRef="#br0" timeOffset="69809.3727">5848 6701 2271 0,'0'0'316'0,"0"0"-165"16,0 0 1-16,0 0 2 16,0 0-18-16,0 0-73 15,73-20 2-15,-3-3-16 16,9-4-12-16,-2 0-22 16,-13 4 2-16,-19 7-8 15,-12 4-9-15,-12 3-7 16,-2-8-150-16,-5 2-415 15,-5-4-500-15</inkml:trace>
  <inkml:trace contextRef="#ctx0" brushRef="#br0" timeOffset="70695.678">4319 2171 673 0,'0'0'0'0,"0"0"-30"16,0 0 30-16,0 0 0 15,0 0-16-15,0 0-43 16,-23 6 43-16,16 11 16 16,1 0 94-16,4 2 27 15,2-5-14-15,0 1 9 16,6-1-8-16,4-2 17 15,3-1-36-15,2 0-15 16,-1 1-26-16,0-1 15 16,-2 1-7-16,-5-2-16 0,-3 2-7 15,-4 1-2 1,-1 0 10-16,-12 2 2 0,-3 0-6 16,-4-1-15-16,0 0-12 15,-1-4-7-15,5-3-2 16,6-3-1-16,10-4-44 15,0-1-36-15,5-6-281 0</inkml:trace>
  <inkml:trace contextRef="#ctx0" brushRef="#br0" timeOffset="71018.7675">4421 2271 1030 0,'0'0'149'0,"0"0"-91"16,0 0 18-16,0 0 4 15,0 0-23-15,0 0-33 0,0 0 11 16,-16 47 28-16,16-25 20 16,0-2 9-16,8-1-18 15,1-3 4-15,4-5-3 16,-1-3-11-16,1-7-14 16,-2-1-15-16,0-6 8 15,-3-6-5-15,-3-6-20 16,-2-2-18-16,-3-2-13 15,0 1-54-15,-9 0-5 16,-3 3-58-16,-2 6-25 16,-1 5 38-16,3 6 0 15,2 1 20-15,4 6-44 16,4 3 44-16,2 2 74 0,7-2-10 16,3-4-890-16</inkml:trace>
  <inkml:trace contextRef="#ctx0" brushRef="#br0" timeOffset="71424.3803">4587 2153 1166 0,'0'0'156'16,"0"0"-69"-16,0 0-6 16,0 0-22-16,0 0-27 15,0 0-18-15,0 0 41 16,6 55 61-16,4-13 14 15,6 11 10-15,1 2 9 16,0-10-68-16,-2-13-14 0,-5-14 28 16,0-5-3-16,0-1-43 15,0-1-15-15,-1 0-1 16,-2-7-11-16,-3-2-16 16,-4-2 17-16,0-5 38 15,0-7-35-15,-8-2-26 16,-3-3-32-16,-4-1-7 15,0 2-23-15,-2 3-5 16,3 1 6-16,1 5 6 16,3 2 18-16,3 3-5 15,2 1 7-15,3 1-4 16,1 0-4-16,1 0 2 16,0 0-3-16,3 0-33 0,6-1 15 15,7-6 61-15,-2 1-125 16,-1-3-394-16</inkml:trace>
  <inkml:trace contextRef="#ctx0" brushRef="#br0" timeOffset="71753.2539">4711 2190 1355 0,'0'0'173'0,"0"0"-109"16,0 0-18-16,0 0 2 16,0 0 1-16,0 0-16 15,0 0-8-15,-3 4-24 16,13 14 86-16,3 4-1 15,3 3-10-15,0 2 5 16,1-1 5-16,0-1 1 16,-3-2-35-16,-2-4-2 15,-4-3-28-15,-5-5-22 16,-3-3-192-16,0-7-428 0</inkml:trace>
  <inkml:trace contextRef="#ctx0" brushRef="#br0" timeOffset="71920.5255">4692 2324 1341 0,'0'0'217'0,"0"0"-114"0,0 0-66 16,0 0-11-16,61-27-10 16,-29 15-16-16,2-2-9 15,2-2-174-15,-5 2-176 16,-8 3-324-16</inkml:trace>
  <inkml:trace contextRef="#ctx0" brushRef="#br0" timeOffset="72408.7395">4913 2206 1066 0,'0'0'499'0,"0"0"-263"0,0 0-130 15,0 0-61-15,0 0-23 16,0 0 6-16,-17 40 26 16,17-23-13-16,3 2 21 15,1-1-7-15,2 0-11 16,1-2-3-16,-3-4-1 15,-1-2-16-15,0-5-11 16,-1-4 2-16,-2-1 9 16,0-8 29-16,0-6-29 15,0-7-24-15,-4-5-32 16,-1-2-12-16,1 1-67 16,1 3 38-16,0 6-11 15,3 5 31-15,0 7 19 0,0 5 24 16,3 1-6-1,6 3-1-15,1 6 17 0,2 1 0 16,0 3 25-16,0 0 11 16,-4-1 9-16,0-1-7 15,-3-3 12-15,-2-2-3 16,-2-3-11-16,-1-2-7 16,0-1 31-16,0-2 2 15,0-8-20-15,-1-2-22 16,0-3-20-16,1 0-19 15,0 2-24-15,0 1 8 16,4 6 7-16,1 3 10 16,5 3-8-16,2 0 12 0,3 7 13 15,3 1 0 1,1 3 1-16,1 1 1 0,-2 1 5 16,2 1-6-16,-3-1-177 15,-5-6-677-15</inkml:trace>
  <inkml:trace contextRef="#ctx0" brushRef="#br0" timeOffset="72767.4623">5236 2115 1270 0,'0'0'591'0,"0"0"-484"15,0 0-37-15,0 0-36 16,-39 13-8-16,34-2 5 0,1 3-15 15,2 1-7 1,2 1 22-16,0 1 9 0,2-1-12 16,4-3 21-16,0-3-14 15,2-4-1-15,-1-4-13 16,1-2-3-16,-2-4 0 16,0-7-12-16,0-4-6 15,-3-2-21-15,-1-2 8 16,0 2 7-16,-2 3 5 15,0 4-23-15,0 5 17 16,0 4 6-16,0 1-10 16,1 0-35-16,3 6 11 15,1 2 18-15,1 2 17 16,2-1 0-16,4 1-7 0,-3-3-290 16,-2-2-531-16</inkml:trace>
  <inkml:trace contextRef="#ctx0" brushRef="#br0" timeOffset="73262.2474">5314 2096 1500 0,'0'0'214'16,"0"0"14"-16,0 0-117 16,0 0-28-16,41-3-9 15,-25 7-32-15,0 5-5 16,0 2-8-16,-3 2 2 15,-4 2-12-15,-3 1-4 16,-4-3 0-16,-2 1 1 0,0-4-6 16,0-1 1-16,0-4-10 15,0-3 7-15,0-2 2 16,0-6 35-16,4-7-28 16,5-4-15-16,0-5-2 15,2-2 0-15,-1-1-36 16,0 1-8-16,-3 1 5 15,-1 2-1-15,-3 4 12 16,0 4 3-16,-2 4 14 16,-1 4 11-16,0 3 0 0,0 2-1 15,-3 4-5 1,-2 8 5-16,-1 5 1 0,0 3 42 16,0 2 26-16,5 0-7 15,1-1-6-15,0-4-3 16,7-2-6-16,4-4 20 15,4-2 1 1,2-2-2-16,3-4-15 0,1-3-18 16,1 0-14-16,2-6-9 15,0-6-9-15,-1-3-7 16,-1-6-38-16,-6 1-56 16,-8 4-443-16</inkml:trace>
  <inkml:trace contextRef="#ctx0" brushRef="#br0" timeOffset="76063.6897">11744 7189 1861 0,'0'0'503'15,"0"0"-181"-15,0 0-75 16,0 0-46-16,0 0-125 15,0 0-49-15,-3 6-18 16,3 7-3-16,3 4 3 16,2 2 14-16,1 2 4 15,0 0-2-15,0-1 3 16,-1-2-16-16,0-1-4 16,-2-2-7-16,-1-1-1 15,-1-4-1-15,-1-1-72 0,0-2-113 16,-11-6-143-16,-1-1-190 15,-2 0-358-15</inkml:trace>
  <inkml:trace contextRef="#ctx0" brushRef="#br0" timeOffset="76957.6944">11372 7285 1610 0,'0'0'311'15,"0"0"-203"-15,0 0 44 16,0 0-37-16,19-38-15 16,17 18-47-16,19-5 8 0,12-3 7 15,5 4-23 1,-1 1-30-16,-8 3-14 0,-4 0 0 16,-7 1-1-16,-13 3-96 15,-11 4-71-15,-11 4-34 16,-6 0 44-16,-2 1 66 15,-3 0 60-15,-3-1 31 16,-3 3 115-16,0 0 17 16,-2 2-2-16,-1 1 12 15,1 2 0-15,1 0-40 16,1 4-62-16,0 8-24 16,1 7 10-16,7 3 36 15,1 5-5-15,3 1-6 0,2-1-15 16,1 0-20-1,-1-1 20-15,1-2-27 0,-2-2 2 16,-2-3-10 0,-3-6-1-16,-2-3-5 0,-3-7-30 15,-2-3 20-15,0-3 15 16,0-9 11-16,-1-4-5 16,1-3-5-16,2 0-1 15,0 0 1-15,3 3 10 16,1 3 7-16,-1 5 4 15,1 3-6-15,-1 5-1 16,2 0-1-16,2 5 10 0,2 6 12 16,1 2-3-16,1 0-8 15,2 2-2-15,-2-1-2 16,2-3-5-16,0-2-4 16,-1-3-4-16,-1-4-7 15,0-2 0-15,0-4 0 16,1-7 6-16,-1-6-7 15,-1-3 0-15,-1-4-16 16,-3 0-2-16,-2 0 18 16,-2 4 0-16,-4 2 2 15,-1 5 5-15,0 5 7 16,0 4 11-16,-4 3-8 16,-2 1-16-16,-1 4-1 0,-1 8 0 15,-2 3 0 1,1 4 1-16,0 0 10 0,4 0 9 15,4-2-5-15,1-1 1 16,4-2 4-16,7-3 1 16,3-2 1-16,2-4 1 15,5-3 1-15,3-2-2 16,4-6-1-16,2-6-4 16,2-3-4-16,1-3-12 15,-1 1 8-15,-3 0-9 16,-7 4-9-16,-6 4-11 15,-12 6-5-15,-21 9-37 16,-8 8-176-16,-13 4-534 0</inkml:trace>
  <inkml:trace contextRef="#ctx0" brushRef="#br0" timeOffset="79074.5729">11372 1238 1545 0,'0'0'238'0,"0"0"12"0,0 0-4 16,0 0-74-16,0 0-68 16,0 0-61-16,-46 10-21 15,33 7-7-15,2 2 5 16,2-1 8-16,5-1-3 16,4-4-11-16,0-2-5 15,4 0 7-15,5-3 7 16,2-1-1-16,1-1-6 15,2-1-2-15,-2-1-7 0,-1 0-1 16,-2 0 0-16,-3-2-6 16,-3 0 0-16,-2 2-6 15,-1-1 6-15,-2 2 7 16,-6-1-1-16,-4 3-5 16,-2 0 7-16,-2 0-8 15,-1-2 0-15,3 0-29 16,0-1-73-16,3 0-68 15,1 1-144-15,3-1-305 16,4-2-607-16</inkml:trace>
  <inkml:trace contextRef="#ctx0" brushRef="#br0" timeOffset="79436.0126">11416 1232 1018 0,'0'0'752'0,"0"0"-418"15,0 0-16-15,0 0-52 16,0 0-76-16,-45-22-81 0,29 27-32 15,0 10-23 1,-2 5-9-16,2 4-10 0,3 3-4 16,4 0-5-16,5-1-1 15,4-3-2-15,0-2 9 16,7-2-5-16,6-3-6 16,4-2-7-16,7-3-7 15,9-2-7-15,11-6-10 16,8-3-153-16,-7-1-323 15,-12-6-236-15</inkml:trace>
  <inkml:trace contextRef="#ctx0" brushRef="#br0" timeOffset="80029.1025">11668 1314 1967 0,'0'0'470'16,"0"0"-185"-16,0 0-110 15,-42 12-5-15,30-1-65 16,1 2-25-16,2 2-11 16,1 0-26-16,2 0-21 15,3-1-13-15,3-2-3 16,0-3-4-16,0-1-2 16,6-3-6-16,3-4-1 15,1-1-22-15,3-2-5 16,0-6-39-16,-1-2-22 0,-1-1 44 15,-3 0 24 1,-2 1 18-16,-3 1 9 0,-3 2 14 16,0 2 6-16,0 3 34 15,0 1 7-15,0 1-11 16,0 0-25-16,0 0-18 16,0 5-7-16,0 2-1 15,0 3 1-15,4 1 0 16,5-2-7-16,2-1 7 15,2-2 0-15,3-4 6 16,1-2-5-16,0-1 0 16,-1-8 6-16,-2-6-5 0,-1-3-2 15,-3-11 0 1,-5-10 0-16,-3-9 2 0,-2 4-2 16,0 10 1-16,-4 13 13 15,1 12-3 1,0 1 18-16,1 4 8 0,1 0-19 15,0 4-11-15,1 0-7 16,0 9-15-16,0 7 9 16,2 4 5-16,5 4 1 15,1 1-6-15,2-2 5 16,0 1-10-16,0-1-56 16,0 1-146-16,-2-6-166 15,-4-5-430-15</inkml:trace>
  <inkml:trace contextRef="#ctx0" brushRef="#br0" timeOffset="80216.7175">11728 1272 2027 0,'0'0'312'0,"0"0"-179"16,0 0-78-16,52-18-12 15,-24 8-23-15,4 1-15 16,8-3-5-16,-8 3-265 16,-9 2-591-16</inkml:trace>
  <inkml:trace contextRef="#ctx0" brushRef="#br0" timeOffset="80630.8906">10655 1427 1007 0,'0'0'847'16,"0"0"-567"-16,0 0-53 15,0 0-99-15,0 0-39 16,0 0-53-16,0 0-18 16,51-18-11-16,-32 13-7 15,0 1 0-15,2-1-158 16,-6 2-314-16,-4 1-319 0</inkml:trace>
  <inkml:trace contextRef="#ctx0" brushRef="#br0" timeOffset="80812.0087">10630 1519 1562 0,'0'0'341'0,"0"0"-102"16,0 0-140-16,0 0 22 16,0 0-32-16,44-13-38 15,-19 3-32-15,2-2-19 16,6-9-164-16,-7 3-381 15,-7 1-842-15</inkml:trace>
  <inkml:trace contextRef="#ctx0" brushRef="#br0" timeOffset="81058.1178">10761 1249 1832 0,'0'0'470'0,"0"0"-198"15,0 0-69-15,0 0-126 16,0 0-20-16,55 0 10 16,-26 6-25-16,2 4-18 15,-1 3 4-15,-3 3 37 16,-6 3-25-16,-7 0-19 16,-7 2-7-16,-7 3-7 15,-21 10-1-15,-33 14-6 16,-48 19-56-16,4-8-426 0,-6-5-1341 15</inkml:trace>
  <inkml:trace contextRef="#ctx0" brushRef="#br0" timeOffset="99445.4104">10317 7890 614 0,'0'0'1473'16,"0"0"-1193"-16,0 0-122 0,0 0-96 16,0 0-36-1,0 0-12-15,0 41 52 0,7-14 32 16,0 3-41-16,-1 1-8 16,-1-1 22-16,-1-1-31 15,-3-1-23-15,-1-5-17 16,0-5-1-16,-4-4-215 15,-5-6-126-15,-3-6-443 0</inkml:trace>
  <inkml:trace contextRef="#ctx0" brushRef="#br0" timeOffset="99616.4091">10116 7916 1655 0,'0'0'234'0,"0"0"-161"16,0 0-29-16,33-34-7 15,-2 21-8-15,14-3-2 16,12-1 11-16,4 2-20 16,-10 6-5-16,-5 4-8 15,-18 5-5-15,-10 0-491 0</inkml:trace>
  <inkml:trace contextRef="#ctx0" brushRef="#br0" timeOffset="99946.4625">10510 7856 1079 0,'0'0'255'15,"0"0"-25"-15,0 0-64 16,0 0-14-16,23 36-45 0,-9-31-50 16,0-4 41-16,0-1 13 15,-1-1-12-15,-2-7-47 16,-3-4-31-16,-2-1-2 15,-5 0 6-15,-1 1 27 16,0 3-23-16,-7 2-16 16,0 4 5-16,-1 3-6 15,-1 2-7-15,-1 10-4 16,-1 3 0-16,2 4 6 16,3 3 11-16,3 2 4 15,3 0-1-15,4 0-10 16,8-1-10-16,6 1-1 15,11-2-102-15,-3-6-471 0,-3-7-890 16</inkml:trace>
  <inkml:trace contextRef="#ctx0" brushRef="#br0" timeOffset="100572.2761">10712 7909 1655 0,'0'0'319'0,"0"0"-13"16,0 0-116-16,0 0-86 15,14-37-61-15,-1 35-27 16,3 2-7-16,-1 4-3 16,-3 6 3-16,-3 4 0 15,-5 3 6-15,-4 3 13 16,0 3 5-16,-8 1 9 0,-1-2-11 16,-2-2-4-16,2-4-10 15,3-5-11-15,3-5-5 16,2-6-1-16,1 0-1 15,3-10-7-15,6-9-8 16,4-2-13-16,0-5 8 16,1 1 14-16,-2 0 6 15,-2 3 1-15,-3 2 0 16,-2 5-12-16,-2 5 6 16,-2 4 5-16,-1 5 1 15,0 1-1-15,0 3-9 16,0 7-4-16,1 5 13 0,2 5 1 15,3 0 1-15,4 1 10 16,2 0 2-16,5-3-4 16,1-3-8-16,2-6 0 15,-1-5-1-15,-1-4 0 16,-2-5-14-16,-4-9-10 16,-2-6 9-16,-3-6 14 15,-4-9 1-15,-2-10 2 16,-1-7 8-16,0 6 7 15,-2 13-17-15,0 16-33 16,2 14-13-16,0 0 16 16,0 3 24-16,0 0-4 15,3 8-11-15,7 8 21 16,4 5 11-16,3 5 36 0,0 2 11 16,0 1 3-16,-3-1-1 15,-5 0-25-15,-4-4-35 16,-5-1-35-16,-7 0-212 15,-5-7-402-15,-3-7-477 0</inkml:trace>
  <inkml:trace contextRef="#ctx0" brushRef="#br0" timeOffset="100722.9852">10939 7876 1886 0,'0'0'243'0,"0"0"-46"15,0 0-132-15,62-10-38 16,-13 9-20-16,3 1-7 0,-12 0-233 16,-14 0-1032-16</inkml:trace>
  <inkml:trace contextRef="#ctx0" brushRef="#br0" timeOffset="100911.8881">11408 7871 2036 0,'0'0'296'16,"0"0"-104"-16,0 0-75 15,0 0 9-15,10 36-53 16,0-27-43-16,-1 0-20 0,-3-2-10 16,-5-4-83-16,-1-1-158 15,-1-2-312-15</inkml:trace>
  <inkml:trace contextRef="#ctx0" brushRef="#br0" timeOffset="101052.5483">11326 7663 103 0,'0'0'1342'0,"0"0"-1141"16,0 0-96-16,0 0-72 15,0 0-18-15,56 14-9 16,-29 0-6-16,-5-1-350 0</inkml:trace>
  <inkml:trace contextRef="#ctx0" brushRef="#br0" timeOffset="101239.2758">11517 7695 1016 0,'0'0'1071'0,"0"0"-931"15,0 0-59-15,0 0-16 16,20 50-7-16,0-28 3 16,2 2-4-16,3 10-35 15,-6-6-22-15,-5-6-472 0</inkml:trace>
  <inkml:trace contextRef="#ctx0" brushRef="#br0" timeOffset="101448.9905">11722 7764 1788 0,'0'0'607'0,"0"0"-387"0,0 0-114 15,0 0-63-15,0 0-3 16,0 0 14-16,16 44 15 16,-1-25-14-16,-1 0 5 15,0 1-17-15,-5-1-20 16,-2 1-10-16,-3-1-13 15,-4-3-78-15,0-4-394 16,-3-7-339-16</inkml:trace>
  <inkml:trace contextRef="#ctx0" brushRef="#br0" timeOffset="101668.2698">11755 7682 449 0,'0'0'1469'0,"0"0"-1182"16,0 0-15-16,-8-34-180 15,19 31-60-15,7 3-22 16,4 1 0-16,3 8 1 16,0 3 11-16,-4 3 8 15,-6 1 4-15,-7 0-5 16,-5 2-8-16,-3-1 4 16,-12-1-13-16,-5-1-12 0,-22 0-33 15,4-4-237 1,0-5-848-16</inkml:trace>
  <inkml:trace contextRef="#ctx0" brushRef="#br0" timeOffset="102859.3712">11597 7805 1303 0,'0'0'206'0,"0"0"-94"0,0 0 109 15,0 0-132-15,43-38-54 16,0 24-23-16,14-7-5 16,-1 3-6-16,-12 4 1 15,-15 2-1-15,-15 7 0 16,-2-1 0-16,-4 1 5 15,-5 1 4-15,-3 1 41 0,-11 3 23 16,-9 0-46 0,-12 10-15-16,-12 9-12 0,0 2 7 15,4 0 6-15,6 0 3 16,14-5 12-16,2 2 13 16,4 0-3-16,11-4-9 15,3-4-14-15,17-4-7 16,14-6 8-16,16-2 2 15,-1-9-9-15,-4 0-2 16,-8 0-7-16,-16 5 0 16,-3 1 0-16,-4 1-1 15,-9 2 9-15,-4 2 22 16,-14 2 8-16,-15 9-14 0,-12 8-4 16,0-1-5-1,3 0 7-15,9-2-5 0,12-4-1 16,1 0 3-16,4 1-11 15,8-3-8-15,6-1 0 16,6-2 0-16,17-1-1 16,16-5 7-16,1-1-1 15,-4 0 0-15,-5-5-5 16,-13 1 0-16,-3 1 0 16,-3 0-1-16,-8 3 1 15,-4 0 0-15,-5 5 0 16,-11 4 1-16,-6 3-2 15,-1 1 1-15,-1 0 5 0,4-1-6 16,7-2 0-16,10-7-12 16,26-11-205-16,7-5-305 15,6-5-358-15</inkml:trace>
  <inkml:trace contextRef="#ctx0" brushRef="#br0" timeOffset="103250.6468">12345 7690 1842 0,'0'0'264'0,"0"0"-94"0,0 0 61 15,-44 5-155-15,40 2-58 16,3 3-11-16,1 5-1 15,0 2 1-15,8 1 4 16,2 1 17-16,3-2 8 16,3-1 3-16,0-4-3 15,2-4 1-15,-2-4-7 16,0-4-11-16,-3 0-1 16,-2-10 6-16,-4-4-17 15,-4-4-5-15,-3-2-2 16,-3-3-14-16,-10-1-20 15,-3 1-15-15,-2 1-24 16,-1 5-21-16,2 5-7 0,4 6 47 16,4 6 2-16,5 0-53 15,7 9-199-15,7 0-187 16,1 0-410-16</inkml:trace>
  <inkml:trace contextRef="#ctx0" brushRef="#br0" timeOffset="103446.4081">12485 7559 586 0,'0'0'1330'0,"0"0"-1086"16,0 0-108-16,0 0-92 16,0 0-32-16,0 0-3 0,12 51 31 15,3-25 12-15,1 1-13 16,0 0-20-16,4 6-19 15,-4-6-181-15,-3-6-577 16</inkml:trace>
  <inkml:trace contextRef="#ctx0" brushRef="#br0" timeOffset="103658.3102">12684 7624 1989 0,'0'0'340'0,"0"0"-108"15,0 0-156-15,0 0-49 0,-4 39 14 16,9-18 7-16,4 4 6 16,1 0-5-16,2 1-12 15,-4 0-8-15,0 0-19 16,-4-2-10-16,-4-5-139 16,0-5-172-16,-8-6-436 15,0-6-401-15</inkml:trace>
  <inkml:trace contextRef="#ctx0" brushRef="#br0" timeOffset="103843.7869">12694 7559 1448 0,'0'0'284'0,"9"-43"-57"16,1 23 51-16,3 3-158 0,5 7-82 16,4 7-23-1,1 3-14-15,3 11 8 0,-3 7 3 16,-3 10 28-16,-8 10 2 15,-12 8-18-15,-6 3-9 16,-19-5-15-16,3-15-188 16,0-9-729-16</inkml:trace>
  <inkml:trace contextRef="#ctx0" brushRef="#br0" timeOffset="104129.4041">11819 8256 2428 0,'0'0'354'16,"0"0"-254"-16,55-34-39 15,11 6 35-15,15-4-42 16,11 0-23-16,0 2-5 15,-12 5-5-15,-7 5-11 16,-11 5-9-16,-17 5 0 16,-18 5-1-16,-12 2-8 15,-10 3-74-15,-7 1-223 16,-8 5-215-16,-5 2-428 0</inkml:trace>
  <inkml:trace contextRef="#ctx0" brushRef="#br0" timeOffset="104368.0684">11896 8328 2140 0,'0'0'370'15,"0"0"-259"-15,0 0 50 16,86-10 97-16,2-11-100 16,18-6-78-16,5-4-32 15,-11 2-2-15,-19 3-25 16,-11 1-14-16,-8 2 5 15,-15 5-1-15,-13 3-10 16,-11 5 13-16,-8 3-14 0,-3-1-26 16,-3 2-8-1,-6-4-86-15,-3 2-382 0,-4-1-1062 0</inkml:trace>
  <inkml:trace contextRef="#ctx0" brushRef="#br0" timeOffset="104701.7995">13345 7782 763 0,'0'0'1007'15,"0"0"-703"-15,0 0-3 16,0 0-130-16,0 0-26 16,0 0-77-16,0 0-38 15,24-3-17-15,-7 1-12 16,2-1 6-16,1 1-7 15,1 1-53-15,-6 1-184 16,-7 0-460-16</inkml:trace>
  <inkml:trace contextRef="#ctx0" brushRef="#br0" timeOffset="104848.2253">13278 7892 1748 0,'0'0'234'15,"0"0"-62"-15,0 0-87 16,43-12-64-16,-1-5-21 16,-4 2-146-16,-4 0-392 0</inkml:trace>
  <inkml:trace contextRef="#ctx0" brushRef="#br0" timeOffset="105070.5169">13460 7667 2143 0,'0'0'284'0,"0"0"-79"15,42-1-123-15,-3 8-23 16,1 4-33-16,-5 1 40 16,-6 3 0-16,-13 0-14 15,-4 4-2-15,-12 11-25 16,-22 12-7-16,-53 15-18 15,1-6-176-15,-15-6-535 0</inkml:trace>
  <inkml:trace contextRef="#ctx0" brushRef="#br0" timeOffset="106314.1815">13368 8212 1609 0,'0'0'360'0,"0"0"-69"15,-38-8-78-15,22 8-143 16,1 8-45-16,0 3-16 16,1 5-3-16,5 3-4 15,4 1 11-15,4 1 14 16,1 0-3-16,8 1 3 16,5 0 1-16,4 0-6 15,4-1-8-15,1-1-8 16,2-4-6-16,4-9-87 15,-6-6-229-15,-7-1-421 0</inkml:trace>
  <inkml:trace contextRef="#ctx0" brushRef="#br0" timeOffset="106506.1167">13399 8119 1497 0,'0'0'395'15,"0"0"-97"-15,0 0-205 16,0 0-68-16,0 0-19 15,0 0 6-15,30 46 19 16,-12-20 31-16,2 1 11 16,0 2-2-16,0-1-33 15,0 0-38-15,6 3-32 16,-5-7-323-16,-5-10-657 0</inkml:trace>
  <inkml:trace contextRef="#ctx0" brushRef="#br0" timeOffset="107324.0625">13632 8157 1646 0,'0'0'327'0,"0"0"-65"15,0 0-92-15,0 0-118 16,0 0 0-16,0 0-2 16,-6 50-9-16,10-32-21 15,1 1-2-15,0-4-17 16,1-2 0-16,-1-2 8 15,0-7-8-15,-2-2-1 16,0-2-1-16,0-8 0 16,0-6-39-16,0-2 19 15,0-2 13-15,0 1 8 16,0 2 0-16,-1 4 0 0,1 4 7 16,0 3-1-16,2 4 1 15,0 0 2-15,3 6-3 16,2 4 1-16,2 1-5 15,3-1-2-15,1-1 1 16,0-2 0-16,0-3-1 16,-1-4-113-16,-4 0-88 15,-2-6-61-15,-5-7-4 16,-3 0 128-16,-1-2 96 16,-1 2 42-16,-4 2 83 15,0 3 62-15,1 4 32 16,1 2-11-16,1 2-70 15,2 0-65-15,0 5-16 0,0 1-15 16,3 2 1-16,5 1-1 16,0-1 1-16,2 2-1 15,0 0 0-15,-2 0 1 16,0 1-1-16,-1 0 1 16,-3 2-1-16,-2-3 8 15,-2 1-8-15,0-3 0 16,0-2 6-16,0-2-6 15,0-4-7-15,0 0 6 16,2-7-71-16,6-6-51 0,2-4 2 16,3-3-21-1,-1-4 32-15,-1 0 28 0,-4-1 56 16,-2 3 26-16,-5 2 6 16,0 5 64-16,0 5 84 15,-1 3 39-15,-2 5-35 16,0 2-49-16,2 0-52 15,0 4-37-15,1 4-11 16,0 5 3-16,3 0-11 16,4 1 0-16,2 1 0 15,2 0 1-15,-1 0 7 16,0 0-8-16,-3 1-1 16,-2 1 0-16,-3-2 0 0,-2 0 0 15,-1 0 6 1,-7-1-6-16,-2-1 0 0,-5-5-92 15,2-1-194-15,3-6-399 16</inkml:trace>
  <inkml:trace contextRef="#ctx0" brushRef="#br0" timeOffset="107892.4646">14066 8103 1088 0,'0'0'136'16,"0"0"-90"-16,0 0-21 15,0 0-17-15,0 0-8 16,0 0 0-16,0 0 0 16,42 30-70-16,-37-40 64 0,-1-2 0 15,-1-5 6-15,-2-1 13 16,1 1 37-16,-2 1 36 15,0 4 52-15,0 4 64 16,0 4 48-16,-1 4-60 16,-1 0-103-16,2 10-55 15,0 4 13-15,0 4-7 16,0 3-16-16,3 1-12 16,4 0-9-16,3-3-1 15,2-1 0-15,-1-3 6 16,0-3-6-16,-2-5-10 15,0-4-64-15,-1-3 7 0,0-7 43 16,-2-9 24-16,0-4 2 16,-1-5 16-16,0 1 17 15,0 2 14-15,2 2 9 16,-3 7-8-16,3 4-2 16,0 4-23-16,0 3-7 15,4 2-11-15,0 0-7 16,2 3 7-16,0 5-6 15,1 3 5-15,-2 2-6 16,-3 2 1-16,-4 2 7 16,-3 0-8-16,-2 1 0 15,0-1 0-15,-8-2 0 16,-1-3-6-16,-4-7-79 0,4-3-197 16,1-2-519-16</inkml:trace>
  <inkml:trace contextRef="#ctx0" brushRef="#br0" timeOffset="108080.9777">14647 7948 1987 0,'0'0'244'0,"0"0"-75"15,0 0-53-15,0 0-76 16,0 0-40-16,0 0-25 15,0 0-94-15,37-7-194 0,-31 7-263 16,-4 0-489-16</inkml:trace>
  <inkml:trace contextRef="#ctx0" brushRef="#br0" timeOffset="108223.1576">14605 8040 1707 0,'0'0'214'15,"0"0"-156"-15,0 0 8 16,0 0-66-16,57-28-49 16,-31 16-228-16,-4-2-292 0</inkml:trace>
  <inkml:trace contextRef="#ctx0" brushRef="#br0" timeOffset="108462.5652">14721 7866 1925 0,'0'0'245'16,"0"0"-158"-16,0 0-21 15,0 0-8-15,51 9 15 16,-27-2-30-16,1 1 12 16,-3 2-7-16,-4-1-4 15,-4 4-21-15,-8 1-10 16,-6 3 5-16,-1 3 10 15,-15 3-13-15,-13 9-9 16,-27 11-6-16,5-6-161 0,-2-5-563 16</inkml:trace>
  <inkml:trace contextRef="#ctx0" brushRef="#br0" timeOffset="191820.9911">6593 1502 1906 0,'0'0'360'0,"0"0"-215"16,0 0-96-16,10 56-20 15,10-5 96-15,7 6 28 0,2-4-32 16,-2-13-21-16,-8-17-25 15,-3-7-35-15,-7-8-8 16,0-2-10-16,-1-2 1 16,-3-4 4-16,-1-9 64 15,-1-19 6-15,-2-15-44 16,-1-10-32-16,0-4-20 16,-3 6-1-16,1 13-36 15,1 14-18-15,1 12-15 16,0 10-75-16,0 2-112 15,12 4-304-15,-1 5 2 16,2 1-247-16</inkml:trace>
  <inkml:trace contextRef="#ctx0" brushRef="#br0" timeOffset="192128.2909">6884 1577 980 0,'0'0'839'0,"0"0"-489"15,0 0-122-15,0 0-133 16,0 0 2-16,-21 45 1 16,24-27-19-16,5-1-28 15,3-2-20-15,2-3-14 16,0-4-4-16,1-6-7 16,-1-2 1-16,1-5 4 0,-1-9-5 15,0-5 10-15,-3-3-7 16,-5-3-1-16,-3-1-2 15,-2-1-6-15,-7 3 0 16,-5 5-9-16,-3 6-24 16,-1 10 2-16,0 3-90 15,1 13-46-15,5 14-43 16,3-2-120-16,6-3-297 0</inkml:trace>
  <inkml:trace contextRef="#ctx0" brushRef="#br0" timeOffset="192368.9723">7146 1538 1952 0,'0'0'362'0,"0"0"122"0,0 0-288 16,0 0-78-16,0 0-73 15,0 0-26-15,-41 14-10 16,37 3-1-16,0 4 1 15,4 2 3-15,0-2 1 16,10 1-5-16,5-2-8 16,4-3-10-16,5-4-149 15,14-9-211-15,-5-4-301 16,-4-1-542-16</inkml:trace>
  <inkml:trace contextRef="#ctx0" brushRef="#br0" timeOffset="193074.7151">7340 1567 1497 0,'0'0'494'0,"0"0"-12"16,0 0-235-16,0 0-22 16,0 0-77-16,0 0-71 15,-41 6-46-15,33 7-14 16,3 4-8-16,1 1 7 16,4 1-4-16,0-1-4 15,1-2-8-15,6-2 0 16,2-6-13-16,1-3-73 15,1-5-13-15,0-2 19 16,0-9-29-16,1-3 4 16,-3-4 54-16,-1-1 32 15,-1 1 19-15,-3 2 0 0,-3 5 20 16,-1 3 71-16,0 5 30 16,0 1-37-16,-1 2-22 15,-1 2-32-15,-1 7-18 16,2 2-1-16,1 3-4 15,0 2 1-15,3-2-1 16,6-1-7-16,1-3 0 16,3-5-24-16,0-4-77 15,2-1-3-15,0-11-23 16,-1-7-43-16,-2-5 34 16,-2-10 60-16,-4-10 57 15,-5 3 19-15,-1 5 7 16,0 7 47-16,-4 13 51 0,0 4 80 15,1 4-16-15,2 7-103 16,1 4-66-16,0 11 2 16,7 4 8-16,3 4-2 15,2 1-8-15,0 0 1 16,0-1 0-16,-3-3-1 16,-1-1 0-16,-3-6-9 15,-3-2-40-15,0-8-4 16,-1-3 53-16,-1-3 68 15,0-10-19-15,2-2-19 16,3-2 7-16,1 0 5 16,4 2-4-16,0 4-13 0,3 2-8 15,3 5-10 1,0 2 1-16,2 2-7 0,-2 4 14 16,-1 5-13-1,-4 5 14-15,-6 2-2 0,-5 3-13 16,0 2 0-16,-13 3-1 15,-25 15-67-15,2-7-198 16,-2-2-439-16</inkml:trace>
  <inkml:trace contextRef="#ctx0" brushRef="#br0" timeOffset="193692.0192">7250 1925 1925 0,'0'0'335'0,"0"0"-126"16,0 0-106-16,-48 22 25 16,36-10 2-16,1 1-18 15,3 1-33-15,4-3-36 16,3-1-22-16,1 0-9 15,2-4-1-15,6 1-2 16,3-1-3-16,1 0-6 16,0-2 1-16,1 1 1 15,-3 1-1-15,-2 0 0 0,-4 3 0 16,-4 1 9 0,0 2 0-16,-10 2 2 0,-6 2 11 15,-3 0-1-15,-2-1-5 16,1-2-5-16,2-3-11 15,5-3 5-15,5-3-5 16,4-3 0-16,4-1-1 16,1 0-18-16,12-1-39 15,7-7 42-15,12-4 2 16,0-2-17-16,3-1-3 16,0 0-30-16,-8 2-18 15,0-1 5-15,-6 1 43 16,-7 3 26-16,-5 2 7 0,-6 3 20 15,-1 2 51 1,-2 2 55-16,0 1-26 0,0 0-49 16,0 5-27-16,0 6-4 15,3 4 25-15,3 3-3 16,0 2-5-16,1-1-9 16,0 0-16-16,-1-2-11 15,-2-3-1-15,-1-4-23 16,-2-5-95-16,-3-10-159 15,-7-8-257-15,-3-5-1002 0</inkml:trace>
  <inkml:trace contextRef="#ctx0" brushRef="#br0" timeOffset="193820.3966">7311 1832 1728 0,'0'0'256'0,"0"0"-132"0,0 0-97 16,0 0-14-16,54 39-13 15,-28-21-96-15,-2-1-380 16</inkml:trace>
  <inkml:trace contextRef="#ctx0" brushRef="#br0" timeOffset="194260.7287">7446 1951 1711 0,'0'0'516'15,"0"0"-290"-15,0 0-156 16,0 0-40-16,0 0-3 0,40-5 4 16,-24 7 41-16,0 3 19 15,-2 2-9-15,-3 1-26 16,-2 1 7-16,-2 1-12 16,-3 0-17-16,-1 1-13 15,-1 1-4-15,-1-1-2 16,2 0-3-16,0-1 7 15,1 1-1-15,2 0 0 16,1 0 9-16,3 2-3 16,0 0-10-16,2 1-5 15,-1 1-3-15,-1 1 0 16,-4-1 0-16,-5 0 4 0,-1 0-2 16,-12-2 1-1,-5-2 1-15,-4-3-2 0,1-6-1 16,1-2 2-16,3-7-2 15,5-7 4-15,5-6-10 16,5-1 0-16,1 0-1 16,6-1-21-16,5 1-32 15,5 0-52-15,2 0-100 16,13-7-121-16,-6 4-311 16,-1 4-409-16</inkml:trace>
  <inkml:trace contextRef="#ctx0" brushRef="#br0" timeOffset="194621.3423">7695 1923 80 0,'0'0'1320'15,"0"0"-813"-15,0 0-314 16,0 0-74-16,0 0-30 16,0 0-6-16,-21 34-16 15,25-25-9-15,5-2 0 16,2 0-8-16,2-3-27 15,2-3-2-15,1-1-11 16,-1-1 1-16,-1-7-3 16,-1-2-6-16,-4 1-1 15,-3-1 10-15,-4 2-2 16,-2 1 64-16,0 3 60 16,-7 2-5-16,-2 2-44 15,-3 3-40-15,-1 6-11 16,0 4 10-16,0 3 5 0,2 4-6 15,4 0-15-15,3-1-14 16,4 0-7-16,0-3-4 16,10-3-2-16,3-4-63 15,14-9-141-15,-3-3-257 16,-1-10-570-16</inkml:trace>
  <inkml:trace contextRef="#ctx0" brushRef="#br0" timeOffset="194782.708">7884 1882 1923 0,'0'0'474'0,"0"0"-258"15,0 0-132-15,0 0-54 0,0 0-21 16,0 0-9-16,37 1-9 16,-13 1-193-16,-4 0-418 15,-5-2-1199-15</inkml:trace>
  <inkml:trace contextRef="#ctx0" brushRef="#br0" timeOffset="194957.8164">7896 2009 2310 0,'0'0'590'0,"0"0"-421"0,0 0-51 15,0 0-22 1,48-8-23-16,-26 2-40 0,0 0-22 15,0-1-11-15,1-7-122 16,-6 2-422-16,-7-2-771 0</inkml:trace>
  <inkml:trace contextRef="#ctx0" brushRef="#br0" timeOffset="198767.0904">8376 1378 1156 0,'0'0'284'0,"0"0"-21"15,0 0-10-15,0 0-43 16,-44-14-79-16,22 27-67 16,-4 6-2-16,-2 4-8 15,1 3 2-15,5 0 7 0,7-3-19 16,6-2-21-16,7-4-4 16,2-3-4-16,7-2-6 15,6-2 0-15,2-2 7 16,2 0-5-16,0-1-4 15,-5 1-6-15,-2 1-1 16,-7 1 0-16,-3 0 0 16,-1 2 1-16,-7-1 6 15,-4-2-1-15,2-1-4 16,1-3-1-16,3-3 6 16,4-1 50-16,2-1 31 15,0 0 0-15,0 0-18 0,0 0-29 16,1 0-41-16,6 0-11 15,2 2 11-15,2 5 2 16,3 3 4-16,-1 5-5 16,-2 4 13-16,-2 10 2 15,-5 10 11-15,-4 8 11 16,0-4-2-16,-6-7-11 16,-1-11-8-16,0-8-8 15,-2 4-3-15,1-3 0 16,0-1-6-16,2-5 1 15,4-8 1-15,1-3-1 16,1-1 33-16,0 0 19 16,2-1-23-16,2-3-5 0,1 1-10 15,1 1-15 1,1 2 0-16,2 0-1 0,1 1 0 16,1 7 1-16,0 5 6 15,0 3-4-15,0 4-1 16,-2 5 0-16,-1 0 1 15,0 1 4-15,0-1 3 16,-2-3-9-16,1-4-6 16,-2-4 5-16,1-5-1 15,0-4 1-15,2-5-29 16,3-4-75-16,10-27-58 16,-1 1-322-16,-3-4-737 0</inkml:trace>
  <inkml:trace contextRef="#ctx0" brushRef="#br0" timeOffset="199368.5002">8488 1590 1505 0,'0'0'486'0,"0"0"-141"16,0 0-6-16,0 0-50 16,0 0-157-16,0 0-87 15,0 0-28-15,-20-1-16 16,20 19-1-16,1 6 10 15,4 2 17-15,0 1 5 16,2 0-14-16,1-1 0 16,-2-2-12-16,1-1-6 15,0 4-53-15,0-6-252 16,-3-6-461-16</inkml:trace>
  <inkml:trace contextRef="#ctx0" brushRef="#br0" timeOffset="199667.7347">8603 1594 1866 0,'0'0'346'0,"0"0"-44"16,0 0-142-16,0 0-13 16,-24 38-15-16,24-20-32 15,0 1-34-15,4-1-26 16,5-4-17-16,0-3-11 15,1-4-5-15,-1-5 5 16,1-2-4-16,0-4-8 0,0-8 15 16,-1-4-4-16,-3-4-5 15,-2-2-6-15,-4-4-19 16,0 2-50-16,-9 1-73 16,-2 8-85-16,-4 7-31 15,-4 11-229-15,5 8-92 16,4 3-62-16</inkml:trace>
  <inkml:trace contextRef="#ctx0" brushRef="#br0" timeOffset="199903.0702">8746 1701 1976 0,'0'0'491'0,"0"0"-233"15,0 0-152-15,0 0-64 16,0 0 5-16,0 0 51 16,28 43-33-16,-17-27-27 15,1 2-20-15,-1-1-11 16,-2 0-7-16,-1-2-42 16,1-3-221-16,-3-5-417 15,-2-6-1027-15</inkml:trace>
  <inkml:trace contextRef="#ctx0" brushRef="#br0" timeOffset="200673.5179">8900 1535 2039 0,'0'0'275'16,"0"0"-22"-16,0 0-123 15,0 0-73-15,0 0 37 16,-23 47-23-16,23-27-15 15,0 1-11-15,5-2-16 16,3-3-9-16,2-3-15 16,1-5-5-16,0-5-1 15,1-3 1-15,0-1-63 16,-1-9-7-16,-2-3-11 16,-3-3-20-16,-1 0 32 15,-3 1 30-15,-1 2 31 0,-1 0 8 16,0 3 1-16,0 1 11 15,0 2 18-15,1 2 11 16,1 1 13-16,1 2-23 16,0 1-16-16,0 1-7 15,2 0 1-15,0 5 3 16,0 3 0-16,0 1 3 16,1 3 1-16,1-1 0 15,0-1-7-15,0 1-3 16,1-4 0-16,0-1-5 15,2-2 0-15,-2-3 1 16,1-1-2-16,0-1 0 16,-1-6-11-16,0-3-7 0,-1-2-10 15,-3 0 0-15,-1-1 11 16,-1 1 7-16,-2 0 9 16,0 2 1-16,0 0 0 15,1 4 0-15,0-1 1 16,1 2 1-16,2 1-2 15,-1 3-6-15,0 0 6 16,1 1-6-16,-1 2 6 16,0 5 7-16,1 3 12 15,1 3 20-15,-1 0-2 16,1 2-4-16,1-1-6 16,1-1-4-16,1 0-5 15,0-3 6-15,2-2-2 0,-1-2-7 16,1-4-2-16,0-1-2 15,-1-1-4-15,-1-2-1 16,0-6 3-16,0-2-1 16,-2-4-8-16,-2-1 11 15,-3-2-11-15,-1-2 0 16,-2 0-6-16,-9 3-27 16,-4 1-36-16,-2 4-25 15,-1 3-118-15,1 6-28 16,3 2-68-16,5 0-370 0</inkml:trace>
  <inkml:trace contextRef="#ctx0" brushRef="#br0" timeOffset="201448.4959">9418 1294 464 0,'0'0'999'16,"0"0"-745"-16,0 0-13 16,0 0-127-16,0 0-45 15,0 0-20-15,51-35-6 16,-35 35-2-16,1 1-17 15,-5 6-11-15,-2 4 15 16,-4 3-6-16,-5 4 4 16,-1 3 12-16,0 1 39 0,-6 1 4 15,-1-3-17 1,1 0-11-16,3-2-15 0,3-3-14 16,0-2-11-16,1-3 2 15,7-2-8-15,0-3-6 16,2-4 8-16,0-1-4 15,1-3-4-15,-1-6 10 16,-1-1 0-16,-3 0 2 16,-3 3 13-16,0 2 12 15,-3 4 60-15,0 1 8 16,0 0-58-16,0 9-33 16,-1 7-6-16,-1 6 37 15,2 11 34-15,0 9-18 16,0-4-17-16,0-2-10 15,3-7 8-15,1-6-11 0,2 1-13 16,0 3 7-16,1-5-10 16,-1-4 1-16,-1-3-16 15,-1-5 5-15,-2-3-5 16,0-3 0-16,-1-2 8 16,-1-1-8-16,0 0 8 15,-4 2-8-15,-16 6 6 16,-28 11-7-16,-37 13-10 15,-31 8-95-15,12-7-241 16,6-5-1032-16</inkml:trace>
  <inkml:trace contextRef="#ctx0" brushRef="#br0" timeOffset="263090.7115">3626 8123 727 0,'0'0'94'0,"0"0"-65"16,0 0 40-16,0 0 41 15,0 0-31-15,0 0-37 16,-9-17-17-16,15 24-8 15,3 6 28-15,3 4 48 16,1 3 27-16,-1 3 37 0,-1 0 17 16,-2-2-12-16,-1-5-26 15,-1-3-4-15,1-5-48 16,2-5-23-16,4-3 13 16,3-6 1-16,15-19 19 15,13-25-7-15,15-28 24 16,4-15-54-16,1-6-25 15,-2 7-21-15,-1 14-11 16,1 5-55-16,-3 10-3 16,-13 15-6-16,-14 15 19 0,-11 12 8 15,-7 8 9 1,-2 2 1-16,-2 1 13 0,-2 3 13 16,-6 3 1-16,-2 3 0 15,-1 1-1-15,0 0-25 16,0 0-22-16,0 0-17 15,0 5-69-15,-6 14-68 16,-10 25-31-16,2-1 42 16,-5 0 72-16</inkml:trace>
  <inkml:trace contextRef="#ctx0" brushRef="#br0" timeOffset="265052.0222">2636 7836 1774 0,'0'0'376'0,"0"0"-156"15,0 0-48-15,0 0-2 16,0 0-49-16,0 0-59 16,22-6 4-16,-4-1 2 15,3-2-19-15,2 1-24 16,0-3-10-16,0 2-9 16,-2 0-6-16,-4 1-31 15,-2 1-98-15,-7 1-126 16,-4 3-216-16,-4 1-171 0</inkml:trace>
  <inkml:trace contextRef="#ctx0" brushRef="#br0" timeOffset="265268.0184">2616 7983 1707 0,'0'0'363'0,"0"0"-140"16,0 0-35-16,0 0-45 15,0 0 51-15,66-36-45 16,-15 8-44-16,-2 1-36 16,-7 2-24-16,-13 7-21 15,-9 5-24-15,2-2 0 16,0 0-54-16,3-4-175 16,-9 5-254-16,-9 4-374 0</inkml:trace>
  <inkml:trace contextRef="#ctx0" brushRef="#br0" timeOffset="265911.4714">932 6895 1859 0,'0'0'290'16,"0"0"-209"-16,0 0-30 15,0 0-16-15,0 0-33 16,0 0-2-16,11 41 0 16,13 5 78-16,3 5 25 15,-1 0-25-15,-5-4 41 0,-5-8-26 16,-3-6-12-16,-6-6-5 16,-2-8-52-16,-4-3-24 15,0-3-223-15,-1-5-412 0</inkml:trace>
  <inkml:trace contextRef="#ctx0" brushRef="#br0" timeOffset="266225.453">1051 6944 1532 0,'0'0'325'16,"0"0"-141"-16,0 0-90 15,0 0-33-15,0 0 30 16,0 48 10-16,-4-25 2 15,-6 3-28-15,-3 1-8 16,-3-1-14-16,2-5 24 0,1-7-10 16,6-6-1-16,3-6-5 15,3-1-11-15,1-1-13 16,0 0-3-16,3 0-26 16,5 0 1-16,5-1-9 15,5 0 6-15,4 1 3 16,3 0-8-16,1 0 7 15,0 0-7-15,-1 1-1 16,0 2 0-16,-2 0-1 16,2-2-114-16,-5-1-387 0,-6 0-647 15</inkml:trace>
  <inkml:trace contextRef="#ctx0" brushRef="#br0" timeOffset="266406.8705">1278 6961 2080 0,'0'0'353'16,"0"0"-163"-16,0 0-115 15,0 0-42-15,47-31-17 16,-28 23-7-16,-3 1-9 16,-2 3 0-16,0 3-116 15,-6 1-378-15,-3 0-712 0</inkml:trace>
  <inkml:trace contextRef="#ctx0" brushRef="#br0" timeOffset="266597.8992">1343 7109 2118 0,'0'0'616'0,"0"0"-436"15,0 0-99-15,0 0-18 16,0 0-17-16,39-21-20 15,-15 7-10-15,3-2-4 16,2-1-10-16,17-4-2 16,-7 3-184-16,-5 3-614 0</inkml:trace>
  <inkml:trace contextRef="#ctx0" brushRef="#br0" timeOffset="267277.8168">1656 6788 1706 0,'0'0'379'0,"0"0"-75"0,0 0 20 15,0 0-203-15,0 0-67 16,0 0-30-16,0 0-18 16,0-8-6-16,20 23 13 15,3 2 14-15,3 2 26 16,-1-1 8-16,-1-2-6 16,-3-3-17-16,-4-2-10 15,-5-5-11-15,-4-1-7 16,-3-5-2-16,-4 0-1 15,0-5 17-15,-1-8 20 16,0-12-13-16,-5-11-31 0,-3 0-27 16,1 2-32-16,-1 8-25 15,5 12 6-15,0 2 16 16,0 3 14-16,3 7-15 16,3 3-234-16,6 7-225 15,0 0-169-15</inkml:trace>
  <inkml:trace contextRef="#ctx0" brushRef="#br0" timeOffset="267607.7724">1940 6725 1822 0,'0'0'384'0,"0"0"8"15,0 0-218 1,0 0-101-16,0 0-19 0,-12 46-6 15,13-32 0-15,6 1-8 16,0-4-6-16,3-1-8 16,0-4-2-16,0-4 6 15,0-2-5-15,0-2-5 16,-2-8 5-16,0-5-4 16,-4-3-10-16,-3-4-11 15,-1-2-1-15,-7 2-25 16,-3 1-17-16,-4 4-2 15,-2 6-11-15,1 4-9 16,0 7-16-16,2 2-16 16,3 9-21-16,10 7-108 0,1-2-323 15,9-3-429-15</inkml:trace>
  <inkml:trace contextRef="#ctx0" brushRef="#br0" timeOffset="267846.607">2161 6624 1908 0,'0'0'368'0,"0"0"22"16,0 0-263-16,0 0-84 16,0 0-25-16,-18 48 14 15,18-27 18-15,0 0 10 0,6 0-18 16,6-1-5-1,7-1-5-15,4-4-5 0,5-3-12 16,2-5-15-16,10-8-160 16,-8-9-325-16,-7-3-448 0</inkml:trace>
  <inkml:trace contextRef="#ctx0" brushRef="#br0" timeOffset="268634.4239">2386 6654 1094 0,'0'0'931'16,"0"0"-433"-16,0 0-148 15,0 0-141-15,0 0-128 16,0 0-48-16,0 0-16 16,-28 6-10-16,28 8-1 0,0 2 11 15,0 1 1-15,7 0-3 16,3-2-3-16,1-2-5 16,1-4-6-1,0-3-1-15,-1-6-15 0,-2 0-58 16,-2-6-10-16,-3-5-24 15,-3-3 5-15,1-2 35 16,-2-1 46-16,0 1 21 16,0 3 10-16,-3 3 51 15,0 3 38-15,0 2 18 16,2 4-9-16,-1 1-47 16,1 0-37-16,1 0-16 15,0 6-8-15,1 3-1 16,5 3 1-16,4 1 5 15,3 2-5-15,3-3 6 16,0 0-6-16,-1-4-1 16,0-2-8-16,-4-4-48 0,-2-2-52 15,-3-7 4-15,-3-7-25 16,-2-4-18-16,-1-7 85 16,-4-8 47-16,-11-13 16 15,-2 3 0-15,1 5 10 16,2 8 69-16,5 15 58 15,2 4-11-15,0 2-77 16,5 9-31-16,2 0-18 16,5 10-4-16,8 7 4 15,3 4 8-15,4 4 15 0,1 1 4 16,0 0 1-16,-2-2-10 16,-3-1-16-16,-2-4-2 15,-5-3-50-15,-3-6-68 16,-4-6 50-16,-2-4 68 15,0-7 39-15,-1-7-2 16,-1-4 2-16,-1-1 9 16,3 0 11-16,0 3 2 15,1 3-13-15,4 4-15 16,2 2-15-16,1 4-11 16,1 2-1-16,1 1-5 15,0 0 5-15,0 4-4 16,0 4 5-16,-3 1 5 15,-1 1-3-15,-3 3-8 16,-3 0 5-16,0 1-4 0,-6 1-1 16,-4 0 7-16,-3-1-7 15,-3-2 3-15,1-2-4 16,-10-8-134-16,5-1-369 16,1-1-988-16</inkml:trace>
  <inkml:trace contextRef="#ctx0" brushRef="#br0" timeOffset="269386.896">3017 6594 1320 0,'0'0'209'0,"0"0"94"0,0 0-93 16,-38 1-88-16,24 12-63 16,3 5-12-16,0 2 27 15,7 1 5-15,4-3-33 16,0-2-25-16,10-4-21 16,4-4 6-16,5-4-4 15,2-2-1-15,-1-1 1 16,-2-1-1-16,-1 1 0 15,-6-1 0-15,-4 3 0 16,-5 0-1-16,-2 3 30 16,-1 1 43-16,-7 3 12 15,-4 1-15-15,-1 2-18 16,-1 0-7-16,1-3-19 0,2 0-12 16,3-4-5-16,5-3 0 15,2-2-4-15,1-1-5 16,9 0-58-16,8-3 45 15,6-5-8-15,5-4-49 16,2-4 22-16,-1-3-61 16,-3-3 17-16,-6-1 21 15,-6-1 35-15,-6 3 36 16,-5 4 19-16,-3 3 74 16,0 5 73-16,0 4 62 15,0 3-29-15,-1 2-81 16,1 0-74-16,0 5-35 15,4 5-3-15,4 4 16 16,-1 1 6-16,2 3-8 16,-1-1-10-16,-1 0-1 0,-2-3-9 15,-1-3-28-15,-4-4-108 16,0-7-150-16,-7 0-63 16,-2-5-600-16</inkml:trace>
  <inkml:trace contextRef="#ctx0" brushRef="#br0" timeOffset="269522.5909">3117 6504 1610 0,'0'0'342'16,"0"0"-26"-16,0 0-157 15,0 0-81-15,0 0-63 16,0 0-15-16,39-8-22 16,0 15-194-16,-5 0-317 15,-4-1-488-15</inkml:trace>
  <inkml:trace contextRef="#ctx0" brushRef="#br0" timeOffset="269988.3105">3281 6590 1476 0,'0'0'251'16,"0"0"-48"-16,0 0-131 15,0 0-37-15,0 0 4 16,0 0 6-16,0 0 2 15,43 8-19-15,-34-5-10 16,0 0 2-16,-1-1-6 0,0 1-3 16,-1 0-3-16,0 0-7 15,-2 0 11-15,1 1 34 16,-2 1 37-16,0 0 6 16,1 2-16-16,-1 2 6 15,2 0-2-15,2 1-2 16,1 1-23-16,1 0-19 15,0 2 0-15,3 0-3 16,0 0-9-16,0 1-2 16,-3 0 4-16,-1-1 1 15,-5 1 11-15,-4-2 6 16,0 1 13-16,-8-2 0 16,-4-1-12-16,-4-2-14 0,0-5 14 15,-1-3 9 1,1-3-15-16,2-8-18 0,4-4-11 15,3-1-7-15,4-1-25 16,3-1-32-16,1 1-66 16,8-1-89-16,11-8-110 15,-1 6-213-15,-2 1-249 0</inkml:trace>
  <inkml:trace contextRef="#ctx0" brushRef="#br0" timeOffset="270431.1372">3531 6562 386 0,'0'0'1278'0,"0"0"-911"16,0 0-133-16,0 0-84 15,0 0-45-15,0 0-29 16,0 0-9-16,10 18-31 16,-2-18-12-16,-1 0-8 0,2-1 1 15,0-7 1-15,-2-2 1 16,-1-3-10-16,-2 0 0 15,-1 0-2-15,-3 3-1 16,0 2 11-16,0 5 65 16,-6 3 33-16,-3 0-30 15,0 7-31-15,-3 5 6 16,2 5-3-16,0 1-5 16,3 2 2-16,5 0-1 15,2-2-13-15,6-1-8 0,10-4-11 16,12-2 13-1,2-5 8-15,4-5-3 0,3-1 0 16,-5-10-15-16,3-5 3 16,0-6 9-16,-3-4-12 15,-4-2-10-15,-1-1-2 16,-5 3-11-16,-6 3 0 16,-4 6-1-16,-6 6-18 15,-4 5-6-15,-2 5-11 16,-39 20-19-16,-1 4-94 15,-12 8-890-15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22:13.9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2632 3637 438 0,'0'0'1218'0,"0"0"-948"0,0 0-125 16,0 0-92-16,0 0-23 15,0 0 6-15,27 0 13 16,-9 0 0-16,3 0 1 15,4 0 2-15,5 0-4 16,3-1 8-16,8-2-10 16,7-1-4-16,8-2-4 15,1 0-3-15,-4 0-11 16,-12 2 2-16,-12 2-5 16,-7-1 0-16,0 0 3 15,4 0 13-15,5-1-1 16,2 0-12-16,1-1 7 15,-1 0-16-15,1 1-9 0,0-2 3 16,2 0 8-16,1 0 10 16,-2 0-6-16,0 2-6 15,-2-1-3-15,1 1-5 16,-3 1-6-16,0 0 10 16,-2 0 6-16,-1 1-8 15,-1-1-8-15,0 1 5 16,-1 0-6-16,1-1 9 15,-1 2 8-15,1-1-8 16,-1 1-2-16,-1-2 4 16,0 2-2-16,0-1 3 15,-2 1 1-15,0 0-5 0,-3 0-7 16,-1 1 5 0,-1 0-4-16,-2 0-2 0,-2 0 10 15,0 0-10-15,-2 0 0 16,1 0 9-16,-1 0-8 15,0 0-1-15,0 2 9 16,0-1-8-16,0 0 5 16,0 0-5-16,1 0 0 15,-1 1-1-15,-1 0 1 16,-1-1-1-16,0 1 1 16,-3-1 1-16,2 1-1 15,-1 0 0-15,1-1-1 16,-1 0 2-16,0 1-2 15,1-1 1-15,-1 2-1 16,2 0 1-16,0 0 0 0,0 0 0 16,2 1 1-16,0 0-1 15,0 0 0-15,1 0 0 16,-1 0-1-16,0-1 1 16,0 0 1-16,-1 0-1 15,-2-1-1-15,-1-1 1 16,-2-1-1-16,-3 1 1 15,-2-1-1-15,0 0 1 16,-1 1 0-16,0-1-1 16,0 0-9-16,-2 2-62 15,-5-1-259-15,-3-1-634 0</inkml:trace>
  <inkml:trace contextRef="#ctx0" brushRef="#br0" timeOffset="944.8897">11474 1848 1840 0,'0'0'280'16,"0"0"-116"-16,-44-8-8 15,22 8-18-15,-1 10-71 16,3 5-9-16,3 3 40 16,6 0-21-16,8-1-46 15,3-2-13-15,9-2 3 16,7-1 1-16,6 0 1 15,2-3-4-15,2 1-11 0,-2 1-2 16,-4-1 0-16,-4 1-5 16,-7-1-1-16,-8 3 1 15,-1 0 10-15,-11 2 0 16,-9 1 0-16,-6 1-5 16,-3-1 3-16,-1-2-9 15,2-4 0-15,5-6-51 16,12-10-125-16,7-7-136 15,4-5-463-15</inkml:trace>
  <inkml:trace contextRef="#ctx0" brushRef="#br0" timeOffset="1115.7744">11623 1943 1555 0,'0'0'242'0,"0"0"54"16,0 0-91-16,0 44-78 15,0-29-61-15,0-2-43 16,0-1-23-16,-10-5-74 16,1-3-216-16,-1-4-457 0</inkml:trace>
  <inkml:trace contextRef="#ctx0" brushRef="#br0" timeOffset="1245.0559">11524 1738 1137 0,'0'0'148'0,"0"0"-148"16,42 10-2-16,-19 2-105 16,2 1-399-16</inkml:trace>
  <inkml:trace contextRef="#ctx0" brushRef="#br0" timeOffset="2126.0471">11747 1855 1763 0,'0'0'316'16,"0"0"-83"-16,0 0-168 16,0 0-47-16,0 0 47 15,11 43 16-15,-6-28-8 0,-1-1-9 16,-1-1-24-16,1-2-21 16,-2-4-8-16,-1-3-4 15,2-4 7-15,0-2 32 16,1-10 33-16,3-5-37 15,1-5-21-15,0 0-6 16,1 2 12-16,-2 5-5 16,-1 5-2-16,-2 6-6 15,0 4-4-15,-1 3-9 16,4 9 7-16,2 4-3 16,1 2-5-16,4-1 0 15,-1-2 0-15,3-3-109 16,1-3-100-16,2-6-37 15,1-3-84-15,-1-4-161 0,-4-11 94 16,-4-4 150-16,-5-5 247 16,-4-2 195-16,-2 0 40 15,0 3 36-15,-5 5-1 16,-3 6-72-16,-1 8-55 16,-2 4-83-16,1 1-42 15,-3 8-12-15,3 4-6 16,3 2-1-16,2-1-21 15,4 1-51-15,1-4-36 16,0-3-51-16,5-5 17 16,0-3 106-16,1 0 37 0,0-8 38 15,-2-1 31 1,-1 1 58-16,-1 1 14 0,0 2-15 16,-2 5-54-16,3 0-39 15,1 10-24-15,4 7-8 16,3 5 0-16,3 5 16 15,4 7 5-15,0 8 23 16,-2 5-2-16,-4-5-24 16,-7-10-10-16,-5-10-7 15,0-9-1-15,-6 1 0 16,-2-4-1-16,-4-2 0 16,1-8-1-16,0 0 0 15,2-13 0-15,3-7-13 16,6-9 1-16,0-10-27 15,12-11-2-15,2-7 12 0,-1-2 8 16,-2 1 3-16,-5 1 10 16,-2 1 9-16,-1 12 6 15,-3 12 0-15,1 12 5 16,-1 9 31-16,0 5 34 16,0 6 0-16,0 5-47 15,3 23-28-15,5 16 12 16,3 9 3-16,5 2-2 15,-1-6 2-15,-1-14-3 16,-1-9-13-16,-3-8-6 16,1-5-88-16,8-1-89 15,-2-3-309-15,0-4-300 0</inkml:trace>
  <inkml:trace contextRef="#ctx0" brushRef="#br0" timeOffset="2446.9096">12271 1802 1330 0,'0'0'168'0,"0"0"-117"15,0 0-25-15,0 0 12 16,43 33 1-16,-23-29-23 16,-2-3-5-16,-1-1-4 15,-4-3-6-15,-2-6 8 16,-4-4 4-16,-3-2 16 15,-3-1 57-15,-1-1 77 16,-3 1 8-16,-5 3 11 0,-2 4-4 16,-1 6-11-16,-2 3-57 15,1 5-42-15,0 9-22 16,3 5 2-16,2 4-12 16,6 2-21-16,1 0-3 15,10-1-12-15,8-2 0 16,16-3-68-16,-2-5-194 15,-2-7-376-15</inkml:trace>
  <inkml:trace contextRef="#ctx0" brushRef="#br0" timeOffset="2643.0925">12649 1454 2292 0,'0'0'271'15,"0"0"-122"-15,0 0-104 0,2 53-18 16,21-6 25-16,9 4 27 16,4-1-14-16,-1-6-26 15,-9-12-39-15,0-3-32 16,-8-10-286-16,-5-8-434 0</inkml:trace>
  <inkml:trace contextRef="#ctx0" brushRef="#br0" timeOffset="2986.6836">12914 1573 1952 0,'0'0'242'0,"0"0"4"15,0 0-146-15,0 0-42 16,0 0-11 0,0 0-21-16,-42 45-11 0,38-29-5 15,2 0-5-15,1-2-5 16,1-3-7-16,0-4-47 15,0-4-56-15,5-3 39 16,1-3 43-16,1-8 17 16,1-2-2-16,0-2 12 15,-3 1 1-15,1 2 6 16,-3 4 18-16,-1 2 31 0,-1 5-6 16,-1 1-24-16,1 4-25 15,1 6-7-15,2 5 7 16,2 2 1-16,2 1-1 15,-1 0-7-15,3-3-83 16,-1-4-107-16,3-6-120 16,-2-5-22-16,-2 0-262 0</inkml:trace>
  <inkml:trace contextRef="#ctx0" brushRef="#br0" timeOffset="3274.8464">12972 1572 403 0,'0'0'1146'15,"0"0"-801"-15,0 0-192 16,0 0-106-16,0 0-39 16,0 0 3-16,0 0 11 0,13 39 21 15,-6-20 30-15,1 1 7 16,0 3-6-16,-2 2-13 16,1 0 6-16,-1 1-18 15,-1 0 3-15,-1 0-2 16,-3 0-22-16,-1-4-12 15,0-2-2-15,-7-3-5 16,-6-5 0-16,-3-4-2 16,-2-4-5-16,0-4 4 15,0-4-6-15,5-14-15 16,11-19-145-16,2 2-208 16,2 1-512-16</inkml:trace>
  <inkml:trace contextRef="#ctx0" brushRef="#br0" timeOffset="3955.9019">13063 1582 1205 0,'0'0'277'15,"0"0"123"-15,0 0-242 16,0 0-94-16,0 0-41 16,0 0-13-16,0 0-3 15,2 7-5-15,1-4-1 16,-1-2 5-16,2 1-6 15,0-2 0-15,-1 0-18 16,2 0 8-16,0-2 9 16,-1-2-5-16,-1-3-2 15,-2 1-6-15,0 0 9 16,0 0 5-16,-1 2 24 0,0 0 14 16,0 1 31-1,0 1 51-15,0 1-34 0,0 1-47 16,0 0-25-16,2 0-14 15,1 4 0-15,3 1 0 16,3 1 8-16,2-2-1 16,1 0 0-16,1-1-6 15,-1-3 0-15,-1 0 0 16,-2-1-1-16,-3-6 0 16,-1-1 0-16,-3-2 1 0,-2 0 6 15,0 0-1 1,-4 3-5-16,-4 4 40 0,-2 3 19 15,-3 0-18-15,-2 9-20 16,0 6-3-16,2 3 4 16,6-1-8-16,5 1-5 15,2-4 2-15,9-1 0 16,9-5 9-16,7-5-11 16,3-3-2-16,3-3-8 15,-1-8-1-15,-4-4-17 16,-5-2-8-16,-7-4 2 15,-5-2 13-15,-6 1 4 16,-3 0 5-16,-3 4 2 16,-7 5 0-16,1 4 6 15,0 5-6-15,3 2 0 0,2 2 2 16,3 4-1 0,1 6-1-16,0 4-6 0,9 2 4 15,4 3-5-15,4-1 1 16,6 0-61-16,18-2-153 15,-3-4-383-15,-1-5-459 0</inkml:trace>
  <inkml:trace contextRef="#ctx0" brushRef="#br0" timeOffset="4390.5405">13926 1381 497 0,'0'0'1590'15,"0"0"-1329"-15,0 0-38 16,0 0-153-16,0 0-37 16,0 0 1-16,-25 54 11 15,33-29 20-15,2 0-14 0,-1-2-33 16,-2-2-15-16,-1-5-3 16,-2-4-60-16,-2-5-56 15,0-6-46-15,-1-1 92 16,1-10 6-16,0-8-49 15,3-7 79-15,0-3 34 16,2-3 30-16,4-1 12 16,1 4 5-16,3-3-11 0,2 3-17 15,0 7-7 1,0 6-11-16,-2 5 0 0,-2 7-1 16,-4 3 2-16,-3 4 10 15,-5 9 0-15,-1 5 10 16,-4 4 15-16,-6 2 6 15,-1-1-4-15,0 0-18 16,4-2-13-16,6-3-8 16,1-2-41-16,11-4-83 15,7-6-115-15,14-6-145 16,-4-4-204-16,-2-5-340 0</inkml:trace>
  <inkml:trace contextRef="#ctx0" brushRef="#br0" timeOffset="4788.4">14235 1392 928 0,'0'0'413'0,"0"0"-14"15,14-49-71-15,-12 40-72 0,-2 6-86 16,0 3-99-16,0 1-50 16,0 10-12-16,-3 3-8 15,-2 0 10-15,0 1-10 16,0-1 0-16,-1-3 1 16,2-1-1-16,0-4-1 15,1-3 0-15,2-3-1 16,1 0 1-16,0-8 1 15,0-2 1-15,2-4 9 16,4 0-3-16,1-2-1 16,0 3 4-16,0 5 11 15,0 4-4-15,0 4-15 16,1 4-3-16,3 8 2 0,0 1 5 16,0 2-1-1,0-2-5-15,-2-3 0 0,-2-2-1 16,-2-4 0-16,-1-2 1 15,0-2 6-15,1-2 7 16,1-6-5-16,0-5-2 16,-1-4 1-16,1-4-2 15,1-4-6-15,0-3-28 16,1 0-44-16,0 5-42 16,5 10-102-16,-1 7-168 15,-2 6-318-15</inkml:trace>
  <inkml:trace contextRef="#ctx0" brushRef="#br0" timeOffset="5225.2875">14515 1287 1128 0,'0'0'513'16,"0"0"-293"-16,0 0-47 15,0 0-85-15,0 0 11 16,0 0-43-16,-21 47-4 15,19-30-22-15,1-4-14 16,-1-1-10-16,-1-4-5 16,1-2 0-16,1-3 1 15,1-3-2-15,0-1 12 16,0-8 1-16,4-5-7 16,3-4 0-16,0-2 36 0,1-1 11 15,0 4-7-15,-3 3-29 16,0 6-11-16,-3 6-5 15,1 2-1 1,-1 8-21-16,2 8 21 0,2 4 0 16,3 3 37-16,2-1 54 15,1-4-49-15,1-2-21 16,2-7-12-16,1-2 11 16,0-6 42-16,2-1 0 15,1-6-3-15,0-8-32 16,-1-4-11-16,2-10-16 15,0-14-6-15,-9 1-46 16,-19-2-56-16,-12 14-80 0,-18 15-701 16</inkml:trace>
  <inkml:trace contextRef="#ctx0" brushRef="#br0" timeOffset="10740.1807">1970 3703 1358 0,'0'0'317'0,"0"0"-172"16,0 0-49 0,0 0-13-16,0 0-24 0,0 0-19 15,-1-5-15-15,10-3 12 16,4-1-19-16,6-4-8 15,2-2-10-15,0 1 0 16,1 2-26-16,-5 3-238 16,-6 4-225-16,-5 3-624 0</inkml:trace>
  <inkml:trace contextRef="#ctx0" brushRef="#br0" timeOffset="10895.4118">1973 3763 1129 0,'0'0'268'0,"0"0"-28"16,0 0-71-16,0 0-72 16,0 0-25-16,0 0-31 15,0 0-8-15,55-27-33 0,-23 0-10 16,-5 3-262-16,-6 2-334 0</inkml:trace>
  <inkml:trace contextRef="#ctx0" brushRef="#br0" timeOffset="11149.9892">2022 3522 1375 0,'0'0'184'0,"0"0"-124"16,0 0-3-16,0 0-5 15,56-1 18-15,-29 2 31 0,2 5 8 16,-3 2-4-16,-5 2-16 15,-2 2-11 1,-9 4-10-16,-6 3-9 0,-4 3-1 16,-11 8-16-16,-17 11-21 15,-12 6-12-15,-3 2-9 16,6-7-158-16,13-14-238 16,12-13-754-16</inkml:trace>
  <inkml:trace contextRef="#ctx0" brushRef="#br0" timeOffset="11825.2385">2822 3509 261 0,'0'0'0'0,"0"0"-3"0</inkml:trace>
  <inkml:trace contextRef="#ctx0" brushRef="#br0" timeOffset="14564.2039">2696 4179 872 0,'0'0'122'0,"0"0"-52"0,0 0 16 16,0 0-11-16,0 0-13 15,0 0 1-15,0 0 37 16,42-4-17-16,-15 2 7 15,5-2-7-15,5-1 19 16,11-3-19-16,8-3-6 16,2-2-35-16,-10 2 30 15,-11 3-44-15,-14 2-22 0,-3 1 7 16,-1 0-13-16,1 1 0 16,-2 1-9-16,-6 1-4 15,-6 2-39-15,-6 1-41 16,0 5-67-16,-9 0-157 0</inkml:trace>
  <inkml:trace contextRef="#ctx0" brushRef="#br0" timeOffset="14880.6474">2735 4301 1365 0,'0'0'183'16,"0"0"-131"-16,0 0-28 15,0 0 31-15,0 0 1 16,70-4 24-16,-18-5 6 16,6-2 4-16,0 0-14 15,-5-1-13-15,-15 2-22 16,-8 1-17-16,-8 1-8 15,-4 3-1-15,2-2-15 16,-1 1 0-16,1 0-5 16,-7 2-6-16,-1 3-34 15,1 1-47-15,-4 0-119 0,-1 0-713 16</inkml:trace>
  <inkml:trace contextRef="#ctx0" brushRef="#br0" timeOffset="17013.5054">11440 2758 1311 0,'0'0'948'0,"0"0"-813"0,0 0-15 16,0 0 1-16,0 0 0 16,0 0-69-16,-21 13-43 15,23 33 1-15,6 6 20 16,0-7-10-16,-1-12-10 15,0-15-10-15,1-6 1 16,1 0 1-16,2-2-2 16,0-3-4-16,-1-5-48 15,-3-2 23-15,-1-8 29 16,-1-8 2-16,-1-5 4 16,-1-1 0-16,-2 1 1 15,1 3 13-15,-2 5-11 16,1 8-9-16,0 5 0 15,3 0-18-15,2 12 18 0,4 4 8 16,3 1 6-16,1 1-5 16,4-2-3-16,-1-3 1 15,2-4 12-15,-1-5-7 16,0-4-3-16,-2-1 3 16,-1-9 0-16,-2-7 3 15,-5-5 2-15,-3-9-1 16,-3 1-15-16,-2-3 11 15,-4 3-12-15,-4 8-3 16,1 5-29-16,0 7-8 0,2 8-66 16,1 2-78-1,1 9-64-15,3 13-12 0,0-4-86 16,6-1-313-16</inkml:trace>
  <inkml:trace contextRef="#ctx0" brushRef="#br0" timeOffset="17545.3538">11822 2801 1400 0,'0'0'246'16,"0"0"-17"-16,0 0-138 16,0 0-59-16,0 0-10 15,0 0-2-15,0 0-10 16,31 32-8-16,-15-30-2 0,0-2-1 15,-3-2 0 1,-1-6 1-16,-4-2 6 0,-3-2-4 16,-3 0 8-16,-2 0 6 15,-2 2 30-15,-5 2 50 16,-3 3 30-16,-1 2-30 16,-1 3-37-16,1 0-5 15,0 7-20-15,1 4-11 16,3 3-9-16,3 4 0 15,4 1-2-15,0 1-2 16,10-1-10-16,6-2 0 16,7-5 0-16,6-5 1 15,4-6 5-15,2-1-5 0,-3-11-1 16,-3-4-15-16,-7-5-5 16,-8-1 12-16,-5-1 8 15,-6 0 11-15,-2 3 7 16,-1 4 29-16,0 6 86 15,0 4-34-15,0 5-20 16,0 0-58-16,2 6-21 16,2 6 0-16,3 4-2 15,0 3 2-15,0 0-1 16,-3 0-5-16,1-2-114 16,-2-5-67-16,-3-9-87 15,0-3-77-15,-5-4-347 0</inkml:trace>
  <inkml:trace contextRef="#ctx0" brushRef="#br0" timeOffset="17667.6478">12055 2567 1084 0,'0'0'135'16,"0"0"-129"-16,0 0-4 16,0 0-2-16,44 50-12 15,-25-33-348-15</inkml:trace>
  <inkml:trace contextRef="#ctx0" brushRef="#br0" timeOffset="18623.5298">12218 2646 1114 0,'0'0'171'0,"0"0"-42"15,0 0-56-15,0 0-17 16,0 0-31-16,-42 31-19 15,39-25-5-15,2-3 1 16,1-2-2-16,0-1 0 16,0 0 13-16,1-6 2 15,2-1-2-15,0 0 4 16,0 1 50-16,-2 4 62 16,1 2-10-16,1 0-53 15,1 5-15-15,3 6 37 16,5 5 41-16,2 4-14 15,8 8-21-15,4 11-8 0,2 6-24 16,-2 4-15-16,-9-9-10 16,-8-10-15-16,-8-12-5 15,-1-1-16-15,-1 0 5 16,-8 1 4-16,-3-2-1 16,-2-6-1-16,-1-6-8 15,0-4 16-15,1-5 2 16,2-8-1-16,5-5-8 15,6-4-9-15,1-7-21 16,11 1-48-16,5-3-14 16,6-6-29-16,2-1-23 15,0-9-43-15,-3 1 64 16,-9 7-37-16,-6 10 70 0,-4 9 46 16,-2 2 35-1,0 1 30-15,0 1 92 0,-2 2 37 16,-1 6-9-16,0 5 20 15,1 3-45-15,1 4-77 16,1 11-29-16,0 6-10 16,2 4 0-16,8 4 6 15,0 1 3-15,5-2 10 16,1 0-11-16,0-4-17 16,0-3 0-16,-1-7-65 15,-4-7-43-15,-1-7 16 16,-4-2 28-16,-1-13-34 15,-1-4-7-15,-2-2 64 16,1-1 34-16,-1 1 7 0,-1 3 27 16,0 5 17-1,-1 6 47-15,0 4 30 0,0 3-42 16,0 0-34-16,1 6-32 16,3 4-2-16,2 2-1 15,4 0-1-15,2 0-8 16,3-5 0-16,1-2 1 15,-1-4-2-15,1-1-11 16,-2-6-3-16,-3-7-29 16,-5-4 15-16,-4-4 19 15,-2-4 9-15,-2-1 5 16,-5 0 17-16,0 5 42 16,2 6 85-16,1 7-8 0,3 7-51 15,1 1-65-15,0 7-25 16,9 7 0-16,3 6 6 15,5 4-6-15,1 1 0 16,0 0-8-16,-3-1-156 16,-4 0-116-16,-5-6-410 15,-4-7-571-15</inkml:trace>
  <inkml:trace contextRef="#ctx0" brushRef="#br0" timeOffset="18973.5632">12594 2616 469 0,'0'0'1198'0,"0"0"-1099"16,0 0-96-16,70-34-3 15,-30 21 0-15,-2 0-89 16,-5 0-147-16,-12 3-424 16,-2-1 337-16,-2 0 323 15,-11 3 0-15,-6 4 259 16,-5 3 256-16,-8 1-251 15,-2 2-14-15,-2 6-14 16,3 2-51-16,3 3-69 16,6-1-58-16,3 3-27 15,2 0-11-15,4 1 2 16,5 2-3-16,3 0-10 0,0 2 0 16,1-1-3-1,-2 0 9-15,-1 0 6 0,-5-2-5 16,-2-2-10-16,-3-4-1 15,0-3-5 1,-8-8-69-16,1-8-256 0,0-5-1025 0</inkml:trace>
  <inkml:trace contextRef="#ctx0" brushRef="#br0" timeOffset="19134.5457">13086 2544 1750 0,'0'0'333'16,"0"0"-107"-16,0 0-121 16,0 0-105-16,0 0 0 15,55 2-99-15,-37 1-270 16,-5 1-484-16</inkml:trace>
  <inkml:trace contextRef="#ctx0" brushRef="#br0" timeOffset="19258.1364">13085 2654 1587 0,'0'0'274'16,"0"0"-104"-16,0 0-142 15,74-50-28-15,-39 28-183 16,-5 1-650-16</inkml:trace>
  <inkml:trace contextRef="#ctx0" brushRef="#br0" timeOffset="19469.8571">13193 2411 1818 0,'0'0'226'15,"0"0"-154"-15,40 14-44 16,-13-2 82-16,3 3 12 16,2 3-32-16,-2 2 4 15,-5 4 9-15,-7 2-36 16,-9 2-17-16,-9 2-11 15,-6 0-16-15,-35 11-23 16,1-6-118-16,-4-7-609 0</inkml:trace>
  <inkml:trace contextRef="#ctx0" brushRef="#br0" timeOffset="20217.5937">13831 2252 1713 0,'0'0'289'0,"0"0"67"16,0 0-86-16,0 0-72 15,0 0-71-15,0 0-79 16,-32 38-15-16,27 2 21 16,2 0-11-16,1-3-5 15,2-5-14-15,2-11-15 0,5 1 1 16,2-1-8-16,1-5-2 16,0-5-8-16,-1-8-48 15,0-3 8-15,-1-9 39 16,-1-8-9-16,-1-4-20 15,-2-2 32-15,-3 0 6 16,-1 5 6-16,0 3 16 16,0 7 35-16,0 4 33 15,0 4-41-15,0 2-28 16,1 9-20-16,4 6-1 16,4 3 1-16,6 3 13 15,3-2-7-15,3-1 4 16,3-4-2-16,-1-5 0 15,-1-5 2-15,-3-6-4 16,-1-3-6-16,-2-12 13 0,-1-11-2 16,-6-15-4-1,-7-22-8-15,-3-13 11 0,-12-6 5 16,-5 8-8-16,3 25-8 16,4 18-40-16,3 16-47 15,4 11 18-15,1 2 20 16,2 2 1-16,1 0-31 15,0 11-41-15,21 16-16 16,2-3-229-16,3 0-417 0</inkml:trace>
  <inkml:trace contextRef="#ctx0" brushRef="#br0" timeOffset="20818.8269">14273 2337 1179 0,'0'0'746'0,"0"0"-353"15,0 0-3-15,0 0-136 16,0 0-86-16,0 0-107 16,0 0-47-16,-9 16-13 15,9 2 15-15,4 2 4 16,0 1-19-16,1-2 14 0,0-2-9 16,-1-1-5-1,-1-4 0-15,0-4-1 0,-1-4 0 16,-1-3 0-16,0-1 0 15,1-1 11-15,-1-6-4 16,1 0-6-16,1 1 0 16,1 2-1-16,-1 2 0 15,2 2-1-15,2 0-5 16,4 2 5-16,0 5-1 16,3 1 2-16,1 1 1 15,-2 1-1-15,0-1-20 16,1-2-183-16,-2-2-140 15,-5-3-396-15</inkml:trace>
  <inkml:trace contextRef="#ctx0" brushRef="#br0" timeOffset="21345.1817">14457 2379 1438 0,'0'0'888'15,"0"0"-769"-15,0 0-66 16,0 0 59-16,0 0 46 16,52 15-48-16,-32-6-20 15,-2 2-26-15,-4 0-22 16,-4 1-23-16,-5-1 1 16,-4 1-2-16,-1 0-5 15,-5-1-5-15,-5-1-7 16,-2-2 8-16,1-2-8 0,3-3 0 15,2-3-1 1,3 0-5-16,3-7-27 0,0-3-34 16,10-3 10-16,3-2 26 15,4-2 16-15,2-1 7 16,-1-1 7-16,-2 0 0 16,-3 1 1-16,-3 2 5 15,-4 3 3-15,-3 3 11 16,-3 4 44-16,0 4 33 15,0 2-23-15,-2 1-32 16,-5 11-23-16,-1 3-10 16,-2 7 14-16,1 2 20 15,2 0-3-15,4-1 5 0,3-2-6 16,1-4-10 0,11-2-11-16,4-5 1 0,6-3-1 15,3-3-1-15,3-4 1 16,2 0-12-16,1-8-6 15,-4 0-19-15,-1-2-95 16,-6 2-235-16,-11 3-884 0</inkml:trace>
  <inkml:trace contextRef="#ctx0" brushRef="#br0" timeOffset="22469.7219">13867 2930 1891 0,'0'0'510'0,"0"0"-127"16,0 0-220-16,0 0-86 15,0 0-31-15,0 0-26 16,0 0-19-16,-5 56-1 16,5-11 60-16,4 1 7 15,2-10-1-15,0-11-22 16,-1-6 2-16,4-4-9 16,0 1-10-16,3-3-7 15,2-3-12-15,0-5-7 16,-1-5-1-16,1-6 1 15,-2-9-1-15,1-5 6 0,-1-3-4 16,-3 1 7 0,-2 2-3-16,-2 7-5 0,-3 4 6 15,0 5-6-15,-1 4-1 16,1 0 0-16,1 5-2 16,2 6 2-16,4 2 0 15,1 1 11-15,1 0-10 16,1-4 1-16,2-2 13 15,-1-3-6-15,0-5 9 16,1 0 1-16,0-9-1 16,-1-6 0-16,-1-5-7 15,-2-11-10-15,-6-14 0 0,-4-18-1 16,-3-5-23-16,-6 11-17 16,1 16 7-16,4 23-33 15,1 11-9-15,1 2-3 16,0 5 5-16,0 0-22 15,2 13-86-15,3 22 75 16,5-3-213-16,4 0-535 0</inkml:trace>
  <inkml:trace contextRef="#ctx0" brushRef="#br0" timeOffset="22898.4093">14341 2961 2022 0,'0'0'269'0,"0"0"98"16,0 0-139-16,0 0-77 16,0 0-109-16,0 0-32 15,0 0-4-15,-7 41 0 16,11-17-6-16,2 2 12 15,1 0 15-15,1 1-8 16,0-2-7-16,-1-3-10 16,-1-3-2-16,-3-6-20 15,0-6-29-15,-1-7 21 16,0 0 28-16,1-12 15 16,1-4-9-16,2-3-4 0,1 1-2 15,2 3 16 1,-1 4 7-16,1 4-14 15,1 3 7-15,0 4-5 0,0 0-11 16,0 6 11-16,0 3-2 16,-1 1-3-16,-1 1 1 15,0 0-7-15,-2-1-21 16,-1-2-156-16,-1-3-193 16,-1-4-576-16</inkml:trace>
  <inkml:trace contextRef="#ctx0" brushRef="#br0" timeOffset="23294.9826">14557 2972 2179 0,'0'0'307'0,"0"0"-57"0,0 0-165 15,0 0 81-15,8 34-50 16,4-15-30-16,0 2-23 15,3 2-23-15,-1-1-11 16,-1-1-9-16,0-3-12 16,-3-4-7-16,-3-3 0 15,-1-4-1-15,-3-6-27 16,0-1 26-16,0-8 1 16,2-5 1-16,-1-3 0 15,1-1 0-15,0 4 9 16,-1 3-4-16,-2 4 8 0,0 3-1 15,0 3-7-15,1 0-5 16,3 8 5-16,2 4 4 16,2 1 2-16,3 3 17 15,-1 0-11-15,1 0-11 16,0-2 1-16,0-4-8 16,2-1-19-16,9-5-134 15,-4-2-477-15,-2-2-1415 0</inkml:trace>
  <inkml:trace contextRef="#ctx0" brushRef="#br0" timeOffset="24361.4993">13979 3515 1888 0,'0'0'349'0,"0"0"-36"0,0 0-69 16,0 0-157-16,0 0-60 15,-14 37-14-15,14 4 34 16,2-1 36-16,3-7-9 16,2-10-20-16,0-7-3 15,3 1-18-15,3-2-6 16,3-1-11-16,2-6-5 15,1-8-10-15,0 0 12 16,0-12-13-16,-3-6 10 16,-2-5-9-16,-1-1 11 15,-4 0-12-15,-2 3 1 16,-2 6 5-16,-2 6-5 16,-1 7-1-16,-1 2-12 0,1 8 0 15,3 8 12-15,3 5 0 16,3 4 18-16,3 0 3 15,3-1-1-15,2-5-6 16,1-5-13-16,0-5 9 16,-1-7-1-16,0-2-3 15,-3-9 7-15,-1-9 8 16,-3-11 3-16,-3-15-7 16,-9-16-16-16,-2-12-1 15,-14-3-1-15,-2 10-40 16,3 20-22-16,5 18-31 15,3 16-35-15,2 11 14 16,0 1-6-16,1 16-27 0,4 18 2 16,4-1-316-1,7-1-500-15</inkml:trace>
  <inkml:trace contextRef="#ctx0" brushRef="#br0" timeOffset="25496.5127">14226 3514 1453 0,'0'0'300'0,"0"0"44"0,-44-9-62 16,25 7-118-1,2 2-23-15,1 0-63 0,6 3-46 16,3 4-20-16,5-1-10 15,2 0-2-15,7 0 1 16,9-3-1-16,7-3 0 16,4 0 2-16,2-6 11 15,-1-5-4-15,-6 0-1 16,-7 0-2-16,-7 2 3 16,-6 1 40-16,-2 1 5 15,-9 2-30-15,-4 2-15 16,-5 3-5-16,-3 0-4 15,-2 9-1-15,-1 6-8 16,-1 7 9-16,3 5 0 16,5 3 1-16,7-1 23 15,8-1 0-15,4-4 3 0,19-4-3 16,18-10 7-16,16-10-2 16,-2-3 7-16,-9-10-14 15,-16-2-2-15,-13 2-7 16,-2-5-4-16,-3-3-3 15,-2-1 2-15,-7 0-2 16,-1 4-6-16,-12 3 8 16,-3 6-8-16,-6 6-11 15,-3 3-5-15,-6 10 2 16,-6 13 7-16,3 3 7 16,3 4 0-16,7 2 9 15,12-4 6-15,6 2 1 0,5-2-1 16,11-5 0-16,16-3-1 15,12-9 1-15,0-8-5 16,-2-3 3-16,-7-9-4 16,-9-7-7-16,-1-9 4 15,-6-12-1-15,-14-10-4 16,-6-2-1-16,-14 9 8 16,-2 13-8-16,4 14-36 15,2 6-13-15,-4 4 7 16,0 3-10-16,-1 1-1 15,3 10-2-15,6 6 13 16,9 3-3-16,4 1-16 0,23 1-142 16,29-2-168-1,-2-4-228-15,-1-7-672 0</inkml:trace>
  <inkml:trace contextRef="#ctx0" brushRef="#br0" timeOffset="25992.0012">14637 3382 2140 0,'0'0'267'16,"0"0"-3"-16,0 0-147 0,0 0-78 16,0 0-27-1,-16 58-6-15,27-14 0 16,4 4 51-16,2-4 24 15,-4-10-13-15,-3-9 0 16,-2-5-13-16,-1-3-17 0,1 1-23 16,1-2-10-16,-2-1-5 15,-3-9-21-15,0-6 21 16,-2-4 1-16,1-13 8 16,1-3-1-16,1-5-7 15,2 1 11-15,2 2 2 16,2 4-2-16,3 6-11 15,0 5 5-15,3 5-6 16,0 2-1-16,1 2-1 16,-2 6 2-16,-2 4 0 0,-2 2 2 15,-5 1-1 1,-5 1 0-16,-2 1 5 0,-2-1-4 16,-9 0 8-16,-4-2-2 15,-4-2-1-15,-1-2-1 16,-1-3-5-16,1-3 0 15,2-1-1-15,4-2-27 16,4-1-82-16,6 0-122 16,5 0-90-16,7-1-490 15,4-3-448-15</inkml:trace>
  <inkml:trace contextRef="#ctx0" brushRef="#br0" timeOffset="26577.4519">15034 3514 950 0,'0'0'258'0,"0"0"64"15,0 0 31-15,0 0-72 16,0 0-22-16,0 0-64 16,0 0 39-16,-16-24-101 15,15 24-73-15,1 0-29 16,-1 0-13-16,1 0-9 0,0 7-9 16,0 5-1-1,0 6 1-15,2 4 32 0,5 4 10 16,1 1 3-16,2 1 1 15,0-1-1-15,0 0-14 16,0-5-10-16,-3-2-13 16,-1-7-7-16,-3-4-1 15,0-4 1-15,-2-5 1 16,2 0 14-16,-1-9 31 16,2-4-11-16,2-4-23 15,-1 1-7-15,1 2-5 16,0 4-1-16,-2 6 1 0,-1 3-1 15,2 1-1 1,1 0-5-16,2 4 6 0,2 4 0 16,2 0 9-16,1 0 2 15,1 0 1-15,1-1 1 16,1-2 4-16,0-3-5 16,2-2-3-16,0 0-8 15,2-5 7-15,2-4-8 16,-1-2-1-16,2-5-67 15,-6 3-197-15,-7 3-630 0</inkml:trace>
  <inkml:trace contextRef="#ctx0" brushRef="#br0" timeOffset="30195.4482">11764 3258 1751 0,'0'0'245'0,"0"0"-22"15,0 0 26-15,0 0-87 16,0 0-95-16,0 0-55 16,-8 75-12-16,22-16 15 15,1-1 33-15,-2-15 13 0,-4-15 8 16,-1-8-41-1,0-3-17-15,2-1-10 0,-1 0 0 16,0-3-1-16,-2-6-27 16,-2-7-12-16,-2-1 39 15,0-11 3-15,1-5 5 16,0-2-8-16,1-1 10 16,-1 2-1-16,-1 4 6 15,0 5 4-15,-1 6-1 16,0 1-12-16,1 2-6 15,4 0 6-15,3 4 2 16,3 3 1-16,3 1-3 16,4 0-6-16,2 0 1 15,1 0 1-15,0 0-1 16,-1-3 5-16,-2-1-6 0,-5-1 0 16,-4-3-9-16,-5 1-39 15,-3-1-26-15,-3 0-18 16,0-3-28-16,-4-2-215 15,-3-1-406-15</inkml:trace>
  <inkml:trace contextRef="#ctx0" brushRef="#br0" timeOffset="30414.4677">11960 3375 1026 0,'0'0'175'0,"0"0"-36"16,0 0-54-16,0 0-26 0,0 0-27 15,0 0-10-15,0 0-13 16,1 0-9-16,3 3-1 16,0-1-85-16,1-1-173 15,-1 0-527-15</inkml:trace>
  <inkml:trace contextRef="#ctx0" brushRef="#br0" timeOffset="32227.1295">12051 3403 967 0,'0'0'1024'16,"0"0"-814"-16,0 0-24 16,0 0-86-16,0 0-13 15,0 0-21-15,42 23-21 16,-29-8-19-16,-3-1-8 15,-2-2-18-15,-3-4-38 16,-4-4-134-16,-1-3-168 0,0-1-246 16</inkml:trace>
  <inkml:trace contextRef="#ctx0" brushRef="#br0" timeOffset="32359.5245">12053 3197 1101 0,'0'0'161'0,"0"0"-86"15,0 0-43-15,0 0-9 16,63 16-10-16,-17 0-13 16,-6-2-162-16,-2-3-616 0</inkml:trace>
  <inkml:trace contextRef="#ctx0" brushRef="#br0" timeOffset="32748.8208">12344 3270 1594 0,'0'0'292'0,"0"0"-64"16,0 0 65-16,-38-4-83 16,30 6-60-16,0 8-84 15,1 7-1-15,3 3 18 16,1 4-9-16,3 1-35 16,0 0-15-16,5 0-3 15,6-5-20-15,3-4 1 16,1-5 2-16,-2-7-4 15,0-4-66-15,-4-7 19 16,-3-10 18-16,-5-11 16 16,-1-13 12-16,-13-14 1 15,-3-6 1-15,2 2 5 16,2 15 0-16,8 19 5 0,2 13 5 16,1 9 39-16,1 2-7 15,0 1-31-15,0 7-17 16,7 15 0-16,9 13 0 15,7 12 1-15,3 2-1 16,-3-8 0-16,-3-10-22 16,-5-12-152-16,9-2-279 15,-4-4-284-15,-2-5-653 0</inkml:trace>
  <inkml:trace contextRef="#ctx0" brushRef="#br0" timeOffset="33319.3742">12536 3248 1655 0,'0'0'354'16,"0"0"36"-16,0 0-120 0,0 0-110 16,0 0-109-16,0 0-34 15,0 0-9-15,-11 50 1 16,14-31-2-16,4 2-6 16,3-3 5-16,2-2-5 15,0-4-1-15,1-5-11 16,0-6-113-16,-2-1-64 15,-2-12-5-15,-1-7-53 16,-3-4 35-16,-3-10 113 16,-2-13 75-16,-2-12 23 15,-6-3 70-15,0 10 84 16,1 15 18-16,4 17 3 0,-1 10-12 16,0 2 22-16,1 2-37 15,-1 3-4-15,0 2-52 16,0 15-59-16,-3 14-27 15,3 13 3-15,1 4-1 16,3-5-7-16,4-11 0 16,5-11 1-16,4-5-2 15,4 0-6-15,5-3-27 16,5-4-100-16,1-7-67 16,0-4-5-16,-3-12-69 15,-4-4 17-15,-5-2 63 16,-4-2 93-16,-6 3 101 0,-3 1 71 15,-3 4 123 1,0 6 35-16,0 4-13 0,-1 4 3 16,-2 2-93-16,3 1-82 15,-1 6-24-15,1 5-14 16,0 1-6-16,5 2 0 16,6-1-12-16,5-4-58 15,2-3-65-15,4-4-64 16,6-6-184-16,-5-6-212 15,-6-4-167-15</inkml:trace>
  <inkml:trace contextRef="#ctx0" brushRef="#br0" timeOffset="33611.3353">12944 3118 1175 0,'0'0'519'15,"0"0"-177"-15,0 0-51 16,0 0-115-16,0 0-116 16,0 0-41-16,0 0 26 0,17 30 19 15,-10-14-6-15,-1 0-1 16,-1 0-29-16,-2-3-11 15,-2-3-8-15,-1-2-8 16,0-6 7-16,0-2-7 16,0-6 48-16,-3-10-19 15,1-8 27-15,1-4 83 16,1-1-35-16,0 4-6 16,6 5-14-16,0 8-25 15,2 5-33-15,3 7-12 16,3 1-3-16,4 9 6 15,2 6-7-15,2 4-4 16,0 2-5-16,-5 4-2 0,-8 12-114 16,-5-7-427-1,-4-2-1440-15</inkml:trace>
  <inkml:trace contextRef="#ctx0" brushRef="#br0" timeOffset="34515.105">12397 4514 1228 0,'0'0'238'16,"0"0"-59"-16,0 0 113 16,0 0 8-16,0 0-58 15,0 0-101-15,0 0-74 16,-24-20-43-16,25 38-17 16,4 5 1-16,2 5 1 15,1 0-3-15,1 0-5 0,1-2 5 16,1-4-6-16,1-2 0 15,-2-5 0-15,-2-4-1 16,-2-4-55-16,-1-6-31 16,-1-1 35-16,0-5 36 15,0-7 8-15,1-2 8 16,0-3 0-16,-1 2 0 16,0 3 0-16,-2 4 0 15,0 3 6-15,-2 3 9 16,1 2-4-16,1 0-10 15,3 4 1-15,2 1 5 16,2 1-1-16,2 0-5 16,0-3 0-16,1-2 11 15,1-1 1-15,-1 0-1 16,-1-4 7-16,-2-5-2 0,0-4-5 16,-3 0-2-16,-2-4 1 15,-2-4 9-15,-2-3 12 16,-5-6-8-16,-5 0-2 15,-3-1-9-15,-2 2-7 16,3 8-6-16,-1 5 0 16,1 6-17-16,2 8-60 15,1 2-47-15,5 18-122 16,3 0-108-16,1-1-235 0</inkml:trace>
  <inkml:trace contextRef="#ctx0" brushRef="#br0" timeOffset="35167.1057">12438 4516 2016 0,'0'0'252'0,"0"0"-5"16,0 0 42-16,0 0-38 15,0 0-155-15,0 0-63 16,-18 41-27-16,33 10 5 16,0 4 7-16,1-3 6 15,-3-12-11-15,-4-12-4 16,-1-8-3-16,-3 0-6 16,-1 1-9-16,-1 0-130 15,-3-1-144-15,0-10-184 16,-6-10 189-16,-7-9 38 0,-4-23-101 15,-6-21 194 1,0-12 106-16,2-8 41 0,8 1 32 16,8 10 128-16,5 9 12 15,3 14 49-15,4 13-28 16,3 10-41-16,2 5-38 16,5 1-43-16,3 4-4 15,4 2-9-15,1 4-3 16,-2 4-7-16,-1 7-17 15,-5 5-7-15,-4 2-12 16,-6 2-5-16,-6 0-1 16,-1 2 5-16,-9-1 39 15,-7-1-21-15,-2-2-17 16,-2-2-12-16,-1-4-20 16,3-3-86-16,8-5-72 0,5-4-113 15,5 0-334-15</inkml:trace>
  <inkml:trace contextRef="#ctx0" brushRef="#br0" timeOffset="36396.5734">12843 4436 1672 0,'0'0'307'0,"0"0"16"15,0 0-75-15,0 0-41 16,-51-7-72-16,38 15-46 15,-2 4 0-15,0 5-5 16,2 2-13-16,1 2-23 16,4 0-20-16,4-1-13 0,3-1-7 15,1-2-7-15,7-3 0 16,6-3-1-16,3-5-8 16,3-6-11-16,1-1-14 15,-1-11-8-15,-1-6 2 16,-3-3-6-16,-4-4 9 15,-5 0 26-15,-2 3 8 16,-2 1 2-16,-2 6 13 16,0 5 5-16,0 5 24 15,0 4 3-15,0 1-24 16,0 7-21-16,4 6-1 0,2 6 0 16,2 2 1-1,4 1-1-15,-1-1 0 0,4-1 1 16,-1-4 0-1,0-4-1-15,-1-4-8 0,-3-7-20 16,-1-1-8-16,-1-7 24 16,-2-7 13-16,2-5 1 15,-1-4 0-15,0-1 0 16,1 1 0-16,-1 4 1 16,0 4-1-16,1 6-1 15,0 4 0-15,2 3-1 16,2 2-5-16,4 3-6 15,2 5 4-15,3 2 7 16,1 1-11-16,2 2-76 16,0-3-109-16,-2-4-33 0,-2-3-87 15,-4-3-44-15,-5-3 43 16,-2-8 42-16,-6-3 152 16,-3-5 124-16,0 1 127 15,0-2 53-15,-6 3 68 16,1 3-5-16,0 3-38 15,0 4-18-15,0 3-31 16,2 4-25-16,-1 2-66 16,0 9-44-16,-1 6-12 15,1 5-9-15,1 3 1 16,3 0 0-16,0-1-1 0,3-4 0 16,5-4 0-16,3-5-1 15,0-5-1-15,-1-5-87 16,0-1 36-16,-2-9-2 15,0-6-12-15,-2-4-22 16,-2-5 54-16,-2 0 24 16,0 0 11-16,-2 3 1 15,0 5 53-15,0 7 14 16,0 4 21-16,0 5-23 16,0 0-23-16,0 7-28 15,3 5-14-15,6 2 1 16,2 0-1-16,3 2-1 15,2-2 1-15,3-3-1 16,-1-3-17-16,0-4-96 0,-1-4-70 16,-3-3-36-1,-2-9-51-15,-5-3 6 0,-4-4 118 16,-3-2 130-16,0 0 16 16,-3 1 108-16,-1 3 77 15,0 4 36-15,0 5 25 16,2 4-60-16,2 4-74 15,0 0-68-15,0 4-32 16,3 6-6-16,4 4-5 16,2 3 5-16,1 1 0 15,-1 2 1-15,0 0-6 16,-1-1 0-16,-3 0 0 16,-1-5-1-16,-1-1-21 0,-2-6-79 15,-1-4 32 1,0-3 62-16,0-1-3 0,-1-8 8 15,-3-1-35 1,-2-3 21-16,2 1 9 0,1 1-20 16,0 1-44-16,3 1-33 15,0 2-18-15,0 2-44 16,0 1-18-16,0 1-38 16,1 3-426-16</inkml:trace>
  <inkml:trace contextRef="#ctx0" brushRef="#br0" timeOffset="37411.2511">13494 4312 1311 0,'0'0'285'0,"0"0"-116"16,0 0 21-16,0 0-100 16,0 0-23-16,0 0-6 15,0 0 2-15,36 21 10 16,-22-8-26-16,-2 2-14 16,1-2-7-16,-2-1-9 15,-2-3-11-15,-2-4-5 16,-4-2 5-16,0-3 9 15,-1-1 24-15,-1-9 5 16,-1-4-23-16,0-3-9 16,1-3-2-16,-1-1 17 15,1 0 24-15,2 3 22 16,0 4 10-16,0 4-20 0,2 6-23 16,2 4-23-16,2 0-16 15,4 8 7-15,2 4-7 16,3 4 7-16,1 4-7 15,-1-1 5-15,-1-1-4 16,-2-2-1-16,-2-2 1 16,-1-5-2-16,-2-4 1 15,-1-4 0-15,2-1-1 16,-1-8-5-16,3-3-56 16,0-3-53-16,-1-2 19 15,-3 0 20-15,-2 0 29 0,-3 1 36 16,-3 2 10-1,-1 2 21-15,0 2 28 0,-6 3 11 16,1 2 37-16,0 3-39 16,-1 1-35-16,1 2-10 15,-2 7-6-15,2 6-1 16,1 2-6-16,2 2 0 16,2 0-1-16,3 1-8 15,6-3 9-15,4-2-2 16,4-2 2-16,0-6 2 15,2-5 0-15,1-2-2 16,-1-3 0-16,-1-8-62 16,-3-3-7-16,-3-5 2 15,-4-4 33-15,-4-8 22 0,-4-9 12 16,0 3 0-16,0 4 2 16,-3 7 11-16,-1 11 50 15,1 4 79-15,0 2-17 16,2 6-17-16,0 3-60 15,1 7-33-15,0 8-14 16,3 5 11-16,5 4-11 16,2 1 0-16,2 1 1 15,1-1-2-15,-2-1 0 16,-1-1-23-16,-3-3-153 16,-5-2-104-16,-2-6-318 15,0-5-367-15</inkml:trace>
  <inkml:trace contextRef="#ctx0" brushRef="#br0" timeOffset="37580.5301">13935 4252 1307 0,'0'0'892'16,"0"0"-812"-16,0 0-59 15,59-16-15-15,-20 11-6 16,0 1-108-16,10-1-92 15,-16 2-75-15,-4 0-214 0</inkml:trace>
  <inkml:trace contextRef="#ctx0" brushRef="#br0" timeOffset="38188.6047">14206 4171 1298 0,'0'0'339'0,"0"0"-250"15,0 0-60-15,0 0-9 16,0 0-5-16,0 0-3 16,0 0-5-16,48 29 2 15,-35-29-8-15,-1 0 0 16,-2-2 17-16,-3-5-2 16,-3-2 50-16,-3 0 54 15,-1 2 42-15,0 0 27 16,-8 5-5-16,-2 2-57 0,-3 0-32 15,-1 9-24 1,-1 5-13-16,0 5-7 0,3 0-8 16,4 2 2-1,5-2-12-15,3-2-18 0,8-4-5 16,9-4 11-16,5-4-9 16,4-5-3-16,2 0-1 15,1-8-8-15,-4-4 0 16,-2-4-15-16,-3-3-12 15,-4-3 6-15,-4-1 12 16,-3-1 2-16,-2 5 7 16,-4 4 0-16,-3 6 0 15,0 3 8-15,0 4-7 16,0 2 13-16,0 0-14 0,0 1-12 16,0 7-3-1,0 3 14-15,0 5 1 0,0 4 1 16,0 3-1-16,0-1 1 15,0 2 14-15,0-2 5 16,2-2-1-16,4-4-8 16,1-2-4-16,2-5 7 15,2-4 11-15,0-3 13 16,2-2-4-16,0 0-5 16,2-8-13-16,-2 0-16 15,-1-3-12-15,0-4-124 16,-3 4-235-16,-4 1-480 0</inkml:trace>
  <inkml:trace contextRef="#ctx0" brushRef="#br0" timeOffset="38704.8188">14731 4107 1448 0,'0'0'340'0,"0"0"-115"15,0 0-3-15,0 0-74 16,0 0-5-16,-40 13-76 15,31-2-21-15,3 2 15 16,3-1 5-16,3-1-1 0,0-2 22 16,8 0-3-1,4-1-13-15,2-1 6 0,3 0-31 16,0 0-19-16,-2 0-4 16,-1 0-10-16,-3 1-1 15,-5 0-11-15,-6 0-1 16,-3 2-5-16,-34 12-115 15,0-4-178-15,-6 0-662 0</inkml:trace>
  <inkml:trace contextRef="#ctx0" brushRef="#br0" timeOffset="39897.2851">13247 5018 1580 0,'0'0'267'16,"0"0"53"-16,0 0-58 15,0 0-84-15,-46-6-71 16,37 17-48-16,-2 6-3 15,2 6 37-15,3 2-17 16,3 2-21-16,3-2-13 16,4-2-27-16,8-5-9 15,5-5 3-15,2-5 12 16,-1-5-10-16,-1-3-5 16,-4-1-6-16,-4-8 0 0,-5-4 8 15,-3-5-7-15,-1-3 0 16,-7-3-1-16,-7-2-14 15,-2 0-1-15,-4 0-31 16,1 1 14-16,2 8-3 16,4 7 3-16,3 8-31 15,5 3-91-15,4 12-12 16,7 10-94-16,7-2-228 16,2-4-180-16</inkml:trace>
  <inkml:trace contextRef="#ctx0" brushRef="#br0" timeOffset="40079.837">13353 4883 1553 0,'0'0'260'0,"0"0"48"0,0 0-155 16,0 0-117-16,0 0-14 15,14 58-15-15,-1-30-5 16,2 2-2-16,9 10-89 15,-4-9-309-15,-1-6-704 0</inkml:trace>
  <inkml:trace contextRef="#ctx0" brushRef="#br0" timeOffset="40460.89">13575 4949 1781 0,'0'0'286'0,"0"0"-173"15,-8 39-5-15,8-8 64 16,3 8-71-16,10 8-36 16,2 2-14-16,0-3-5 15,-4-5-13-15,-5-10-18 16,-1-7-6-16,-3-8-9 16,0-7-50-16,-2-3-62 15,0-4-28-15,0-2 110 16,-2-13-39-16,-5-15 12 15,-2-15 41-15,0-17 16 16,3-4 22-16,6 5 25 16,4 13 20-16,8 21-10 15,-1 9 3-15,1 8-19 0,3 2-25 16,4 6-1-16,1 2-3 16,-2 14-2-16,-4 8 1 15,-3 9-5-15,-4-2-5 16,-5 3 1-16,-2-1-2 15,0 3-106-15,-3-5-133 16,1-7-368-16</inkml:trace>
  <inkml:trace contextRef="#ctx0" brushRef="#br0" timeOffset="40642.1574">13931 5113 443 0,'0'0'1654'0,"0"0"-1452"16,0 0-52-16,0 0-108 16,0 0-17-16,50-20-25 15,-34 19-9-15,-3 1-209 16,-5 3-291-16,-7 4-311 0</inkml:trace>
  <inkml:trace contextRef="#ctx0" brushRef="#br0" timeOffset="40760.0216">13898 5228 1192 0,'0'0'190'0,"0"0"-49"16,0 0-80-16,0 0 35 15,58-26-89-15,-26 9-7 16,-5-1-266-16</inkml:trace>
  <inkml:trace contextRef="#ctx0" brushRef="#br0" timeOffset="40977.374">14008 4959 568 0,'0'0'1176'15,"0"0"-1069"-15,0 0-47 16,52 16 72-16,-24 0 61 16,3 5-53-16,-2 4-45 15,-4 2-35-15,-6 8-32 0,-12 8-15 16,-9 8-4-16,-15 0-1 15,-6-10-8-15,3-11-11 16,-1-9-109-16,5-8-272 16,3-6-859-16</inkml:trace>
  <inkml:trace contextRef="#ctx0" brushRef="#br0" timeOffset="41549.7106">14601 4735 2206 0,'0'0'289'0,"0"0"39"16,0 0-194-16,-43 16-78 15,31 3-10-15,1 11 6 16,2 9-4-16,6 8-12 15,3 1-10-15,6-9 20 16,4-12-4-16,0-11-17 16,2-6-11-16,2-3-8 15,3-2-6-15,2-5 0 16,0-1-10-16,-2-13-6 16,-3-3-14-16,-3-3 28 0,-3 0 2 15,-4 3 1 1,-1 5 8-16,-3 4 12 15,0 6 41-15,0 2-12 16,0 2-35-16,0 10-15 16,0 6 6-16,5 5 3 0,4 2 5 15,4-1 1-15,3-3 6 16,3-5-6-16,0-5 3 16,1-5-9-16,-1-6 3 15,0-2 6-15,0-12 6 16,0-11-12-16,-1-17 3 15,-6-22-8-15,-5-12-7 16,-7-10-12-16,-7 1-21 16,-4 21-24-16,3 17-30 15,1 21-45-15,2 15-55 0,1 5 72 16,0 6 19 0,1 4-16-16,3 24-5 0,10 17 61 15,3-4 13-15,3-5-926 16</inkml:trace>
  <inkml:trace contextRef="#ctx0" brushRef="#br0" timeOffset="41983.8764">15096 4893 2058 0,'0'0'365'0,"0"0"-181"0,0 0 137 16,0 0-107-16,0 0-130 15,0 0-63-15,0 0-12 16,-8 26-3-16,8-4-6 16,0 4 27-16,0 0 5 15,1 1-10-15,2-3-12 16,-1-2-2-16,-1-5-7 15,0-6-1-15,-1-4 2 16,1-5-1-16,1-2 11 16,0-7 24-16,1-6 6 15,1-4-27-15,3-1-8 16,0 2 1-16,2 4-8 16,-1 4 0-16,1 3-1 0,1 5 0 15,2 0-5-15,1 8-1 16,1 3 6-16,2 3 1 15,-2 1 1-15,-1 1-1 16,-3-1-6-16,0 4-101 16,-4-3-226-16,-2-4-405 0</inkml:trace>
  <inkml:trace contextRef="#ctx0" brushRef="#br0" timeOffset="42317.9826">15372 4965 2067 0,'0'0'464'0,"0"0"-191"0,0 0-112 15,0 0-43-15,0 0 22 16,0 0-28-16,-3 51-45 16,3-30-17-16,0-1-4 15,6-2-13-15,1 0-10 16,0-4-5-16,1-5-2 15,0-3-5-15,1-4 4 16,2-2 9-16,0-5 1 16,2-5-2-16,-1-5-7 15,-2-3-8-15,-3-2-8 16,-2-2-5-16,-5 3-13 0,0 1-14 16,-4 5 4-1,-8 6-14-15,-7 6 1 16,-24 9-22-16,4 8-490 15,-4 1-1490-15</inkml:trace>
  <inkml:trace contextRef="#ctx0" brushRef="#br0" timeOffset="43831.7866">14887 5449 880 0,'0'0'1067'0,"0"0"-903"16,0 0 100-16,-25-34-129 15,22 34-87-15,2 8-39 16,1 23-9-16,0 4 0 15,0 2 4-15,1-1 62 16,2-11-14-16,2 2 30 16,0 1-7-16,0-4-10 15,-1-4-11-15,0-7-25 16,-1-6-13-16,-1-4-7 0,2-3 34 16,2-4 82-16,3-7-46 15,4-3-50-15,4-2-17 16,1 3-11-16,2 2 0 15,1 5-1-15,-2 4-6 16,-3 2-3-16,-3 1-2 16,-4 5 4-16,-5 3-4 15,-4 0 6-15,0 4 5 16,-12 2 0-16,-4 0 2 16,-5 0 4-16,-3 0-6 15,-2-2 0-15,1-4-18 0,4-1-96 16,5-3-66-1,12-5-88-15,4 0-360 16,0-6-693-16</inkml:trace>
  <inkml:trace contextRef="#ctx0" brushRef="#br0" timeOffset="44161.0714">15257 5580 1659 0,'0'0'390'0,"0"0"-170"16,0 0 69-16,-41 27-89 16,32-11-45-16,4 1-70 0,3 0-6 15,2 0-11-15,1-2-17 16,9-3-9-16,2-3 0 16,3-3-5-16,1-4-9 15,0-2 4-15,0-3-4 16,-2-6-4-16,-1-5-10 15,-3-1-4-15,-2-4-5 16,-3 0-5-16,-5 0-19 16,0 1-19-16,-2 4-1 15,-7 5-2-15,-3 4-12 16,-4 5-26-16,-4 0-13 16,-13 14-15-16,3 1-35 15,3-2-721-15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28:41.7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3866 4842 848 0,'0'0'734'0,"0"0"-416"16,0 0 2-16,0 0-90 15,0 0 11-15,0 0-53 16,1 0-74-16,21 0-41 16,19 1 60-16,16 0-4 15,8-1-50-15,-1 0-20 16,-8 0-10-16,-8 0-14 15,-9 0-17-15,-9 0 4 16,-10 0 10-16,-3 0-16 16,-2 0-7-16,0 0-1 15,0 0-7-15,-7 0 0 16,-2 1-1-16,-3-1-1 0,-1 2-9 16,-2-2-10-1,0 1-59-15,0 1-52 0,-2 0-129 16,-16 4-124-1,0-1-305-15,-1-2-797 0</inkml:trace>
  <inkml:trace contextRef="#ctx0" brushRef="#br0" timeOffset="307.9287">3920 4962 1787 0,'0'0'295'0,"0"0"-127"16,0 0-64-16,0 0 108 15,0 0 33-15,66 3-13 16,-9-3-33-16,11-2-54 16,-1-4-64-16,-9 0-20 15,-12 1-8-15,-10 0-13 16,-9 1-2-16,-6 1-19 15,-4 1-10-15,-1 0 6 16,0 0-13-16,-4 1-2 16,-7 1-25-16,-3 0-94 15,-15 8-98-15,-7 3-382 0,-7 0-572 16</inkml:trace>
  <inkml:trace contextRef="#ctx0" brushRef="#br0" timeOffset="1526.7637">3225 4580 1521 0,'0'0'368'16,"0"0"-107"-16,0 0-27 15,0 0-89-15,0 0-42 16,0 0-48-16,0 0-3 16,36-1-9-16,-16-1-14 15,1 0-11-15,-1-1-6 16,-1 0-11-16,-2 1-1 0,-2 0-56 15,-5 1-124-15,-3 1-173 16,-4 0-313-16,-3 0-498 0</inkml:trace>
  <inkml:trace contextRef="#ctx0" brushRef="#br0" timeOffset="1723.5216">3206 4683 918 0,'0'0'970'0,"0"0"-773"16,0 0 32-16,0 0-72 16,0 0-36-16,0 0-59 15,0 0-14-15,49-2 0 0,-20-5-14 16,2-1-19 0,2-1-15-16,3-4-87 0,-9 1-166 15,-7 1-417-15</inkml:trace>
  <inkml:trace contextRef="#ctx0" brushRef="#br0" timeOffset="2072.2814">3357 4441 1984 0,'0'0'528'16,"0"0"-306"-16,0 0 12 0,0 0-86 15,0 0-50 1,0 0-50-16,0 0 9 0,29 33 34 16,-8-19-13-16,5 2-32 15,0-1-7-15,0-1 0 16,-2-1-7-16,-1 0-17 16,-1-1-5-16,-5 0-4 15,-4 0-4-15,-5 1-1 16,-4-1 1-16,-4 3-1 15,-4 1 0-15,-9 1 7 16,-2 2 4-16,-5-1-11 16,-1 0 0-16,-1-1-1 15,1-2-44-15,0 0-38 0,-2 2-68 16,4-4-195 0,3-4-564-16</inkml:trace>
  <inkml:trace contextRef="#ctx0" brushRef="#br0" timeOffset="9244.0922">4881 4058 523 0,'0'0'495'15,"0"0"-298"-15,0 0 22 16,0 0-14-16,0 0 30 16,0 0-14-16,-1-10-29 15,0 10-62-15,0 0-38 16,0 4-41-16,-1 7-35 15,-1 7 5-15,0 2 36 16,0 4-2-16,0-2-21 16,0 0-14-16,0-2-7 15,0-2-6-15,0-2-5 0,-1-1-1 16,0-4-1 0,0-1-4-16,-1-3-59 0,0-3-1 15,-3-2 8-15,0-2 1 16,-2 0 13-16,0-5 9 15,-2-5 27-15,2-3 5 16,0-3 1-16,1 2 8 16,2 0 5-16,2 2 18 15,2 3 18-15,0 3-7 16,3 2 4-16,0 3-4 16,0 1-32-16,0 0-2 15,3 7-7-15,4 2 16 0,3 3 12 16,2 1 2-1,1 0-19-15,1-1 4 0,1 0-7 16,-1-3-3-16,0 0-5 16,-1-3 0-16,-3-1-1 15,-2-3-2-15,0 0 1 16,-3-1-20-16,0-1-13 16,-1 0 16-16,0-5 6 15,-1-2-9-15,0 1-9 16,-2-2 2-16,0 2 11 15,-1 2 4-15,0 0-1 16,0 4 13-16,0 0-11 16,0 0 3-16,-2 1-1 15,-2 6 4-15,-2 2 6 16,0 1 0-16,0 0-1 0,2 2-1 16,-2-2-5-16,2 1-70 15,1-2-82-15,-1 2-91 16,1-2-140-16,1-3-519 15</inkml:trace>
  <inkml:trace contextRef="#ctx0" brushRef="#br0" timeOffset="9456.6813">4932 4276 1536 0,'0'0'348'0,"0"0"-99"16,0 0-96-16,0 0-74 15,0 0-48-15,0 0-31 16,0 0-161-16,-8-2-237 16,3 2-633-16</inkml:trace>
  <inkml:trace contextRef="#ctx0" brushRef="#br0" timeOffset="10481.5552">5407 2910 1128 0,'0'0'239'16,"0"0"34"-16,0 0 54 16,0 0-15-16,0 0-81 15,0 0-33-15,0 0-35 16,-30 0-28-16,30 0-41 15,6 2-33-15,6 0-10 0,6 1 30 16,6 1-8-16,7-1-25 16,2-1-19-16,1 0-17 15,-3 0-12-15,-3 0 12 16,-4-1-12-16,-6-1-29 16,-3 0-86-16,-5 0-154 15,-10-1-215-15,0-3-175 16,-10-2-761-16</inkml:trace>
  <inkml:trace contextRef="#ctx0" brushRef="#br0" timeOffset="10678.8324">5364 2986 1857 0,'0'0'297'16,"0"0"-79"-16,0 0-100 15,0 0 7-15,0 0 40 16,0 0-13-16,49 5 1 15,-9-4-62-15,1-1-47 16,-3 0-25-16,-7 0-7 16,-7 0-12-16,10 2-100 15,-5 0-225-15,-6 0-405 0</inkml:trace>
  <inkml:trace contextRef="#ctx0" brushRef="#br0" timeOffset="13027.9985">6040 4211 1141 0,'0'0'387'16,"0"0"-113"-16,0 0-12 15,0 0-50-15,0 0-30 16,0 0-18-16,0 0-10 0,0-9-62 16,-1 9-43-16,-2 1-14 15,-3 7-17-15,-1 3-5 16,-2 3 16-16,-1 1-2 16,0 0-10-16,-1 0-12 15,1 0-5-15,1-2 0 16,-1 0 0-16,3-2-10 15,0-1-78-15,0-2-87 16,-1-1-68-16,3-1-124 16,-1-4-277-16</inkml:trace>
  <inkml:trace contextRef="#ctx0" brushRef="#br0" timeOffset="13378.9832">5904 4231 1425 0,'0'0'488'0,"0"0"-317"15,0 0-35-15,0 0-43 16,0 0 54-16,0 0-18 16,-16 45 14-16,10-28-38 15,1 2-41-15,-1-1-7 16,3 0-6-16,1-3-15 15,1-1-7-15,1-3-5 0,0-1-9 16,0-1-3-16,5-2-1 16,1-1 1-16,1-2 0 15,3-3-2-15,2-1 1 16,4 0 2-16,1-1-12 16,5-7 9-16,-2-2-10 15,1-1-39-15,-3-1-94 16,-1 2-87-16,-4 0-118 15,-2 3-299-15,-5 2-946 0</inkml:trace>
  <inkml:trace contextRef="#ctx0" brushRef="#br0" timeOffset="14680.1218">5094 2458 1388 0,'0'0'387'15,"0"0"-73"-15,0 0-78 16,0 0-77-16,0 0-5 16,0 0-34-16,0 0-23 15,23 6 19-15,-5-4-28 16,4 0-17-16,1-2-44 15,0 0-9-15,0 0-6 0,-4 0-2 16,-3-2-10-16,-4 0-17 16,-3 0-103-16,-7 2-141 15,-2-1-215-15,0 1-174 0</inkml:trace>
  <inkml:trace contextRef="#ctx0" brushRef="#br0" timeOffset="14896.6575">5056 2580 1944 0,'0'0'381'0,"0"0"-109"16,0 0-107-16,0 0 11 0,0 0-32 16,52 0-53-16,-26-1-28 15,2-2-30-15,-1 0-21 16,-1 1-12-16,-3 1 0 15,-6 0-28-15,-2 1-152 16,-5 5-177-16,-5 2-450 0</inkml:trace>
  <inkml:trace contextRef="#ctx0" brushRef="#br0" timeOffset="17209.0133">3967 5502 1347 0,'0'0'524'0,"0"0"-365"16,0 0 34-16,0 0-5 15,0 0 16-15,0 0 14 16,44 5-24-16,0-1-43 16,16-4-41-16,3 0-21 15,-9 0-36-15,-15-4-1 16,-16 0-2-16,-2 2-29 0,1-2 0 15,2 2-15-15,0-2-5 16,-4 2 11-16,-6 1-10 16,-5 1-2-16,-3-1-30 15,-3 1-21-15,-3 0-67 16,-1 0-110-16,-21 2-125 16,0 4-163-16,-4-1-290 0</inkml:trace>
  <inkml:trace contextRef="#ctx0" brushRef="#br0" timeOffset="17493.3568">3979 5641 1947 0,'0'0'362'0,"0"0"-204"0,0 0 22 16,0 0 17-16,0 0 39 15,62 5-42-15,-10-5-58 16,5 0-58-16,-3 0-26 16,-12-5-8-16,-15 1-17 15,-5 0 1-15,-4 0-2 16,5-3-25-16,0-1 7 16,3-1-8-16,-4 0 0 15,-4 1-46-15,-5 1-47 16,-13 6-105-16,0 1-320 15,-9 0-322-15</inkml:trace>
  <inkml:trace contextRef="#ctx0" brushRef="#br0" timeOffset="19572.6775">9973 3358 1164 0,'0'0'171'15,"-10"-41"-70"-15,-2 20 15 16,-5 0-68-16,-3 4-26 15,-4 4-22-15,-12 5-1 16,-15 8-39-16,-18 23 5 16,-10 25 35-16,0 21 23 15,9 12 98-15,17 7 106 16,15 5 2-16,16 3-22 16,21 5-10-16,16-5 34 15,28-7-52-15,21-11-49 0,20-16 5 16,14-12-20-1,11-14-19-15,5-16-21 0,-6-17 12 16,-9-11-52-16,-13-21-13 16,-12-14-2-16,-13-15-1 15,-11-15-19-15,-13-14 0 16,-15-14-12-16,-13-12-21 16,-9-6-38-16,-22-3 20 15,-13 9-66-15,-17 18-8 16,-13 19-39-16,-11 24-8 15,-6 20 11-15,-4 16 46 16,0 16 39-16,5 13 2 16,11 18 44-16,23 11 0 0,25 9 30 15,27 7 0-15,42-1-6 16,2-14-16-16,13-12-829 16</inkml:trace>
  <inkml:trace contextRef="#ctx0" brushRef="#br0" timeOffset="20180.9022">13043 3487 709 0,'0'0'268'16,"-3"-35"-9"-16,-8 11-27 15,-5-3 13-15,-11-3 33 16,-14 3-61-16,-13 8-96 15,-11 13-72-15,-4 16-34 16,-2 26-3-16,5 15 38 16,3 13 35-16,10 8 31 15,13 5 35-15,15 4 27 16,15 3-11-16,11-2-30 0,24-3-27 16,19-7-26-16,14-9-3 15,13-11 9-15,4-11 2 16,0-14-14-16,-5-13-27 15,-6-13-36-15,-6-7-3 16,-4-17-2-16,-5-12-2 16,-2-11-7-16,-3-12-1 15,-5-14 0-15,-5-9-37 16,-10-5 11-16,-10-4-52 16,-14 3-4-16,-13 1 7 15,-25 2-21-15,-23 6-3 16,-21 9-3-16,-23 15-55 0,-16 19 3 15,-9 18-38 1,1 17 48-16,9 11 36 0,11 20 15 16,7 15 39-16,2 12 17 15,24-10 21-15,10-9-656 0</inkml:trace>
  <inkml:trace contextRef="#ctx0" brushRef="#br0" timeOffset="20655.8318">10779 3648 1573 0,'0'0'228'15,"0"0"26"-15,0 0-117 16,0 0 22-16,0 0-15 15,0 0-97-15,0 0 120 16,78 13-45-16,10-2-41 0,27 3-5 16,22-4-10-1,11-1-14-15,2-1-8 0,7-2-1 16,0 1-2-16,-8-2-23 16,-16 1-6-16,-19 0-6 15,-23-2 1-15,-29-1-7 16,-23-2-12-16,-20-1 0 15,-11 0-27-15,-6-3-35 16,-17-14-161-16,-7 1-336 16,-11-2-779-16</inkml:trace>
  <inkml:trace contextRef="#ctx0" brushRef="#br0" timeOffset="20893.9308">11965 3528 1950 0,'0'0'259'0,"0"0"-64"0,0 0-60 15,0 0-69-15,0 0-37 16,55-6-8-16,-25 14 15 16,4 3 12-16,2 2-7 15,-6 3 24-15,1 2 0 16,-6 2-35-16,-6 1-13 16,-5 0 40-16,-9 0-5 15,-5 1-16-15,-25 0-5 16,-31 4 22-16,-36-1-28 15,-17-4-25-15,-3-8-102 0,31-7-402 16,29-6-650-16</inkml:trace>
  <inkml:trace contextRef="#ctx0" brushRef="#br0" timeOffset="21556.314">11143 3091 1625 0,'0'0'207'16,"0"0"-107"-16,0 0-41 16,0 0-8-16,0 0-12 15,0 0-17-15,0 0-16 16,-32 22-5-16,23 24 42 16,3 4 71-16,6-1-11 15,0-13-57-15,7-13-9 16,2-6 36-16,2-4 3 15,3 0-36-15,0-4-16 16,3-3-9-16,-2-6-7 16,-3-2 0-16,-1-10 0 0,-3-3-7 15,-2-1 11 1,-3 2-11-16,-2 1 8 0,-1 6 20 16,0 4 9-16,0 3-14 15,0 4-16-15,-1 9-8 16,-1 5 9-16,1 4 19 15,1 1 5-15,3-1-2 16,6-3-1-16,3-3 3 16,2-4 0-16,3-6-9 15,-1-6-2-15,0-1 10 16,2-13-17-16,2-13 1 16,0-15-16-16,0-21-11 15,-6-12-19-15,-5-3-55 16,-9 10-48-16,0 21-28 0,-4 19-28 15,-1 15-41-15,2 9 60 16,1 3 53-16,-2 1 7 16,-1 8-20-16,3 25 70 15,1-2 44-15,1 1-256 0</inkml:trace>
  <inkml:trace contextRef="#ctx0" brushRef="#br0" timeOffset="21942.0958">11483 3259 2032 0,'0'0'251'0,"0"0"-130"16,0 0-69-16,0 0-29 0,0 0-11 15,-8 47 20-15,8-19 10 16,0 3 28-16,0 3 25 15,2-6-28-15,-2 2-10 16,1-4-15-16,-1-5-6 16,0-6-18-16,1-6-6 15,0-6-5-15,2-3 19 16,1-5 38-16,4-8-18 16,3-5-29-16,0-3-17 15,2 1-22-15,-2 3 1 16,-2 5 6-16,-2 5 14 15,-1 5-11-15,0 2 5 16,0 4-2-16,2 6-5 0,0 2 7 16,0 4 6-16,-1 1 1 15,0-1-1-15,-2 5-196 16,-2-5-279-16,-3-3-422 0</inkml:trace>
  <inkml:trace contextRef="#ctx0" brushRef="#br0" timeOffset="22281.8842">11691 3336 1785 0,'0'0'315'0,"0"0"-82"16,0 0-152-16,0 0 17 16,0 0-37-16,2 52-26 15,0-28 5-15,1 0 31 16,0-2 22-16,0-1-17 15,0-5-25-15,-1-5-23 16,0-3-20-16,-1-6 1 16,2-2-9-16,0-1 35 15,4-8 20-15,2-5-45 16,1-3-5-16,2 2-5 16,-4 3-22-16,0 4-2 15,0 5 14-15,-1 3 2 16,6 4 2-16,3 10 6 15,4 3 1-15,4 6 18 0,0 3-7 16,-2 16-12 0,-7-5-135-16,-9-4-503 0</inkml:trace>
  <inkml:trace contextRef="#ctx0" brushRef="#br0" timeOffset="24452.024">4830 5425 816 0,'0'0'1102'0,"0"0"-825"15,0 0-81 1,0 0-60-16,0 0 55 0,0 0-6 16,22 0-110-16,21-3-48 15,26-4-17-15,12 1-10 16,5 1-237-16,-22 3-242 16,-20 2-615-16</inkml:trace>
  <inkml:trace contextRef="#ctx0" brushRef="#br0" timeOffset="24864.7955">5540 5552 1239 0,'0'0'615'0,"0"0"-454"16,0 0 36-16,0 0 22 15,0 0 53-15,0 0-57 0,0 0-95 16,48-5-32-16,19 5-28 16,17-1-27-16,5 1-6 15,-6 0-27-15,-12 2-116 16,-20 1-187-16,-15-1-448 0</inkml:trace>
  <inkml:trace contextRef="#ctx0" brushRef="#br0" timeOffset="26522.6197">10478 3647 580 0,'0'0'655'0,"0"0"-466"16,0 0 29-16,0 0 39 16,56 16-42-16,-23-10-33 15,13 1-38-15,8 1-31 0,1-2-39 16,-8 0-13-16,-14-2-18 16,-12-2-19-16,-3-1-1 15,0 2-14-15,1 0-8 16,-3-1-2-16,-5 1-22 15,-6-1-116-15,-7 0-182 16,-9-1-361-16,-2-1-396 0</inkml:trace>
  <inkml:trace contextRef="#ctx0" brushRef="#br0" timeOffset="27228.3229">10729 3024 1438 0,'0'0'485'15,"0"0"-263"-15,0 0-95 16,0 0-81-16,0 0-27 15,-18 43-3-15,11-16 54 0,-1 3-9 16,2 1 4 0,1-3 2-16,-1-1-10 0,1-2-32 15,-1-2-20-15,1-3-5 16,-2-4-1-16,2-4-7 16,2-4-11-16,2-6 8 15,1-2 11-15,0-3 16 16,0-8-14-16,5-2 7 15,3-1 4-15,-1 1-1 16,2 3 4-16,-1 4 2 16,-1 5-16-16,1 1-2 15,1 5 2-15,0 5 10 16,2 3-5-16,-1 1-6 0,3 2-1 16,5 0-4-1,29 6-126-15,-2-4-333 0,4-6-334 16</inkml:trace>
  <inkml:trace contextRef="#ctx0" brushRef="#br0" timeOffset="29960.6971">5262 5852 1640 0,'0'0'478'0,"0"0"-338"16,0 0 29-16,0 0-9 16,0 0 64-16,0 0-69 15,-4 0-49-15,7 0-47 16,5 0-23-16,5 0-2 15,4 0 11-15,4 0-4 0,3 0-16 16,-1 0-10 0,0-2-5-16,-3-1-9 0,-2 0-1 15,-3-1-32-15,-3 1-64 16,-3 0-132-16,-4-4-117 16,-3 1-270-16,-2-1-539 0</inkml:trace>
  <inkml:trace contextRef="#ctx0" brushRef="#br0" timeOffset="30335.8911">5266 5758 1850 0,'0'0'313'0,"0"0"-170"16,0 0 46-16,0 0-29 15,0 0-3-15,0 0-44 16,0 0-30-16,-17-7-30 16,10 16-30-16,-3 5-11 15,-4 5 12-15,-4 5 30 16,1 2 9-16,2 0-33 16,3 0-5-16,4-1 5 15,6-2-5-15,2-4-2 16,4-3-7-16,10-3-1 15,5-5 0-15,6-4 2 16,3-4-2-16,4 0-2 16,2-6-4-16,0-4-7 0,-1-1-1 15,-2-2-1-15,-6 2-39 16,-3 1-77-16,-1-2-142 16,-7 3-287-16,-5 1-521 0</inkml:trace>
  <inkml:trace contextRef="#ctx0" brushRef="#br0" timeOffset="31010.6302">8682 4015 1640 0,'0'0'313'0,"0"0"-9"16,0 0-13-16,0 0-90 0,0 0-63 16,57-37-13-16,6 15-34 15,15-2-38-15,5-1-19 16,-4 1-14-16,-12 6 17 16,-9 3-4-16,-13 3-19 15,-14 4-1-15,-13 4-13 16,-6 0-13-16,-4 0-10 15,-6-4-118-15,-2 1-180 16,0-1-527-16</inkml:trace>
  <inkml:trace contextRef="#ctx0" brushRef="#br0" timeOffset="31259.0726">9031 3680 1330 0,'0'0'721'0,"0"0"-448"16,0 0-46-16,0 0-65 15,0 0-62-15,40-19-47 16,-12 21-15-16,11 9 6 16,12 7-10-16,-4 0 22 15,-8-2 9-15,-12-3-14 16,-9-2-10-16,0 3-11 16,1 2-8-16,-4 4-5 15,-6-1-16-15,-9 2 0 16,-7 0-1-16,-19 7-47 15,-18 5-185-15,4-7-297 16,2-5-653-16</inkml:trace>
  <inkml:trace contextRef="#ctx0" brushRef="#br0" timeOffset="32166.8478">8592 3278 971 0,'0'0'230'16,"0"0"37"-16,0 0 27 0,0 0 6 15,0 0-87 1,0 0-126-16,0 0-23 0,-7 83 69 15,14-26-1-15,-1-7-58 16,-1-13-5-16,0-16-21 16,-1-3-20-16,0 4-12 15,1-1-8-15,0 1-7 16,0-5-1-16,-2-6 1 16,-1-6 0-16,0-5 0 15,0 0 17-15,1-11 22 16,1-7 20-16,2-6-41 15,2-3-7-15,3 3-6 16,0 5-4-16,2 4 7 0,0 7-9 16,1 4 0-16,-1 4-8 15,0 3 4-15,-1 7 4 16,-2 2 6-16,-5 3-6 16,-3 1 6-16,-2 2 0 15,-2-1 0-15,-6 0 3 16,-5 0-1-16,0-2 4 15,-2-2-12-15,-1-3 0 16,0-4-12-16,0-3-45 16,-4-3-102-16,3-7-206 15,5-3-510-15</inkml:trace>
  <inkml:trace contextRef="#ctx0" brushRef="#br0" timeOffset="32835.8541">8822 3473 1540 0,'0'0'278'15,"0"0"21"-15,0 0-3 16,0 0-78-16,0 0-49 16,0 0-77-16,0 0-59 15,-5 0-22-15,5 13-10 16,0 4 0-16,3 3 0 15,2 2 1-15,-2 0 8 0,1-1-10 16,-1-2 6-16,0-3-5 16,-1-4-1-16,0-3 0 15,0-5-5-15,-1-3-1 16,2-1 6-16,0-2 8 16,2-8 10-16,2-4-13 15,1-1-4-15,0 0-1 16,1 2 0-16,-2 5-1 15,1 5 0-15,-1 3-12 16,1 0-5-16,2 6 18 16,-1 4 5-16,0 2-4 0,0 0-1 15,-2 0-1 1,-1-1-29-16,-2-2-123 0,3-2-74 16,-3-3-236-16,-1-3-249 0</inkml:trace>
  <inkml:trace contextRef="#ctx0" brushRef="#br0" timeOffset="34362.3743">5039 5891 354 0,'0'0'891'0,"0"0"-891"15,0 0-32 1,0 0-313-16,0 0-258 0</inkml:trace>
  <inkml:trace contextRef="#ctx0" brushRef="#br0" timeOffset="35788.9065">9957 3064 1707 0,'0'0'513'0,"0"0"-380"16,-25-52 41-16,14 5 45 15,1-22-9-15,2-16-63 16,4-10-47-16,4-1-25 16,0 3-31-16,4-7-37 15,4-2-5-15,2-1 4 16,1 4 5-16,1 17 8 15,-2 19-4-15,-4 24-1 0,-2 20-7 16,-2 10-6-16,-1 5 5 16,-1 1-6-16,0 3-12 15,0 3-40-15,-5 16-3 16,-8 14 39-16,-5 13 16 16,-1-2 0-16,2-8 9 15,4-12-9-15,4-8 7 16,1-1-6-16,1-2 1 15,0-2-2-15,3-5 0 16,3-5 1-16,1-1-1 16,0-8 12-16,2-8 10 15,5-7-22-15,2-3-1 0,2 0-7 16,2 4 7-16,-2 6 1 16,2 7-1-16,-1 4 0 15,0 5 0-15,2 3-11 16,1 10-3-16,0 3 14 15,-1 3-14-15,-1 2-75 16,-1 1-136-16,3 2-98 16,-3-5-367-16,-4-6-876 0</inkml:trace>
  <inkml:trace contextRef="#ctx0" brushRef="#br0" timeOffset="36403.9431">10001 1130 1245 0,'0'0'235'16,"0"0"-19"-16,-49-18-4 15,16 16 27-15,-13 4-41 16,-13 18-71-16,-6 13-61 16,1 14-26-16,8 11-3 0,15 1 49 15,11 5 23-15,15 3 11 16,15 3-1-16,12 3-15 15,23 0 2-15,17-8 0 16,17-8-26-16,15-8-31 16,9-11 13-16,1-11-13 15,-3-12-11-15,-9-8-8 16,-11-7-8-16,-13-11-5 16,-15-5-16-16,-8-17 16 15,-10-12-1-15,-9-12-4 16,-2-17-12-16,-11-6 0 15,-3-3-19-15,-8 0-23 16,-7 5-36-16,-7 9-5 16,-5 7 1-16,-6 8-10 0,-5 8-12 15,-7 7 32-15,-1 7-75 16,-1 7 0-16,2 10 10 16,2 8 13-16,4 7 23 15,6 8 11-15,5 5 17 16,5 2 28-16,1 8 39 15,-2 13 6-15,3 14 9 16,3 4-9-16,11-12-9 16,6-12-899-16</inkml:trace>
  <inkml:trace contextRef="#ctx0" brushRef="#br0" timeOffset="36592.8672">10214 1252 2246 0,'0'0'265'0,"0"0"-185"0,0 0-11 15,0 0 8-15,0 0-32 16,0 0-27-16,0 0-18 16,-10 4-61-16,7 10-421 15,-3-2-1121-15</inkml:trace>
  <inkml:trace contextRef="#ctx0" brushRef="#br0" timeOffset="38279.661">10349 2162 1844 0,'0'0'561'0,"0"0"-231"0,0 0-41 16,0 0-83-16,0 0-88 15,0 0-71-15,-6 5-37 16,2 26 5-16,-1 13 29 16,2-2 1-16,2-7-15 15,1-11-14-15,1-6-4 16,6 0-11-16,1-1 1 16,1-2-2-16,1-6-8 15,0-6-6-15,2-3-7 16,1-12 15-16,0-6 5 15,0-5 0-15,0-5 1 0,-3 2 0 16,-1 1 9 0,-4 7-9-16,-2 6 10 0,-1 5-9 15,-2 6 11-15,1 1-12 16,0 5-5-16,3 8 5 16,2 6 0-16,3 2 8 15,2 0-2-15,2-2 0 16,3-3-6-16,2-6 2 15,-1-4 7-15,0-6-9 16,0-1 0-16,-2-11 2 16,-1-6-1-16,-1-10 7 15,-5-12 4-15,-3-14-5 16,-5-7-5-16,-2 4 5 0,-5 14-7 16,0 18-13-16,2 11 2 15,1 9-1-15,0 2-10 16,-2 3-26-16,0 0-36 15,1 12-40-15,2 6-43 16,8 16-138-16,6-5-200 16,5-3-239-16</inkml:trace>
  <inkml:trace contextRef="#ctx0" brushRef="#br0" timeOffset="38656.2792">10785 2103 2076 0,'0'0'389'16,"0"0"-85"-16,0 0-202 15,0 0-61-15,0 0 69 16,-1 51 23-16,7-24-48 16,2 2-29-16,-1 0-19 15,-1 1-28-15,-1-2 1 16,-1-5-1-16,-2-2-7 15,0-8-1-15,0-6 5 16,0-7 2-16,1 0-2 16,3-11 12-16,1-4-8 15,1-3 4-15,2 0 1 16,0 2 7-16,-1 5-11 16,0 4 3-16,-2 5-13 0,1 2-2 15,2 2 0-15,-1 6 1 16,2 3 0-16,-2 1-15 15,0 1-50-15,-2-2-66 16,2 3-185-16,-2-3-333 16,0-5-610-16</inkml:trace>
  <inkml:trace contextRef="#ctx0" brushRef="#br0" timeOffset="38976.4326">11085 2212 2165 0,'0'0'368'0,"0"0"-100"0,0 0-114 16,0 0 34-16,-20 36-59 15,18-17-35-15,2 0-26 16,0 1-26-16,2-1-23 16,4-2-5-16,2-5 2 15,0-3-16-15,3-5 1 16,-1-4 6-16,3-2 1 15,0-9-1-15,-1-3 1 16,0-5-7-16,-3-2 0 16,-2-2-1-16,-4-1-1 15,-3 1-8-15,0 3-2 16,-5 4-14-16,-4 4-28 16,-3 6-32-16,-2 3-59 0,-6 3-140 15,2 0-281 1,3 2-642-16</inkml:trace>
  <inkml:trace contextRef="#ctx0" brushRef="#br0" timeOffset="39136.8784">11383 2248 2318 0,'0'0'285'0,"0"0"-41"15,0 0-244-15,-48 2-15 16,24 3-553-16</inkml:trace>
  <inkml:trace contextRef="#ctx0" brushRef="#br0" timeOffset="41548.1314">4878 6649 1960 0,'0'0'380'16,"0"0"-118"-16,0 0-57 15,0 0-10-15,0 0-44 16,0 0-46-16,31-4-26 16,-10-1-19-16,2-2-26 15,2-2-20-15,-1 0 4 16,-1-1-9-16,-4 0-3 0,-2 0-6 15,-3 2 0 1,-5 2-41-16,-3 2-74 0,-5 4-131 16,-1 0-219-16,-8 7-168 15,-1 0-515-15</inkml:trace>
  <inkml:trace contextRef="#ctx0" brushRef="#br0" timeOffset="41802.7981">4869 6727 2131 0,'0'0'476'0,"0"0"-207"0,0 0-83 16,0 0-24-16,0 0-14 15,0 0-59-15,41-8-40 16,-19 0-19-16,2-1-13 15,2-2-10-15,0 1-5 16,-1-3 5-16,-1 3-7 16,-1 0-18-16,4-4-69 15,-5 4-165-15,-2 2-443 0</inkml:trace>
  <inkml:trace contextRef="#ctx0" brushRef="#br0" timeOffset="44536.5625">5565 6638 1629 0,'0'0'483'0,"0"0"-270"15,0 0-1-15,0 0-14 16,0 0-13-16,0 0-26 0,0 0-38 16,18 2-29-16,-1-2-24 15,2 0-18-15,2 0-17 16,1 0-8-16,0-4-7 16,0 0-9-16,-1 0-3 15,-3 0-6-15,-1 0 1 16,-3 0-1-16,-2 0-17 15,-4 2-32-15,-2 0-50 16,-3 2-93-16,-3 0-126 16,0 0-173-16,-3 0-170 0</inkml:trace>
  <inkml:trace contextRef="#ctx0" brushRef="#br0" timeOffset="44811.6682">5611 6719 1906 0,'0'0'375'0,"0"0"-208"16,0 0-3-16,0 0 40 16,0 0 4-16,0 0-36 15,0 0-49-15,43 18-32 16,-16-22-35-16,2-4-22 15,0-2-14-15,0-2-13 16,-1 0-1-16,-1 1-5 16,-4-1-1-16,-4 3-10 0,-4 2-47 15,-10 7-83-15,-3 0-312 16,-2 1-692-16</inkml:trace>
  <inkml:trace contextRef="#ctx0" brushRef="#br0" timeOffset="50067.7214">5153 8059 1204 0,'0'0'342'0,"0"0"-185"16,0 0-69-16,0 0-18 16,0 0-1-16,0 0 21 15,0 0 40-15,67 23 9 16,-21-13-40-16,12 2-26 16,5-1-11-16,-1 0-13 0,-1-1-7 15,-1-3-14 1,5 0-4-16,6-1-1 0,4-1 14 15,3 0-7-15,3 0-2 16,1-1-10-16,3 0 7 16,2 1 2-16,1-2-6 15,-1 1-3-15,0 0-5 16,-2 0-2-16,0 0-4 16,-2 1-6-16,-2 0 5 15,-2-1 2-15,-1 1 2 16,-2 1-4-16,-3 0-5 15,-4-1-1-15,-2 1 0 16,-3-1 5-16,-2 0-4 16,-1-1 4-16,-2 0-5 15,0-1 0-15,-4 0 0 0,1 0 1 16,-4 0-1-16,-2 1 1 16,-3 1-1-16,-1-2 1 15,-3 2 0-15,1-1 0 16,-2 1 0-16,-1-2 0 15,-1 1 0-15,-5-2 0 16,-8 0-1-16,-5-1 0 16,-1 1 1-16,2 0-1 15,3-1 1-15,2 1 0 16,-3-1-1-16,-2 1-1 16,-2-2 1-16,-1 0 1 15,-1 0 0-15,-1 0 0 0,0-1 0 16,-2-1 5-1,-1-1 0-15,-2-1-5 0,-2 1 5 16,-3 1-4-16,-3 2-1 16,-1 0-1-16,-3 0-8 15,1 0-57-15,-1 0-127 16,0 0-125-16,2 0-363 0</inkml:trace>
  <inkml:trace contextRef="#ctx0" brushRef="#br0" timeOffset="50810.1705">9987 8249 707 0,'0'0'763'0,"0"0"-508"16,0 0-45-16,0 0-51 16,0 0 1-16,0 0-37 15,0 0 17-15,53 3 13 16,-6-3 2-16,24 0-47 15,15-7-6-15,7-1-10 16,4-1-12-16,-4 1-26 16,0 0-26-16,-2 1 2 15,-4 0 7-15,-8 1-2 16,-11 0-5-16,-10 2-11 16,-16 1-8-16,-12 2-11 15,-11 0 1-15,-6 1 2 16,-1-1-2-16,-2 1-2 0,-2 0 1 15,-4 0-1 1,-4 0-20-16,0 0-23 0,0 0-42 16,-6 0-70-16,-6 1-143 15,-16 6-89-15,3 0-311 16,-2-1-416-16</inkml:trace>
  <inkml:trace contextRef="#ctx0" brushRef="#br0" timeOffset="51148.4993">10304 8390 1847 0,'0'0'395'0,"0"0"-275"0,0 0-37 15,0 0 88-15,0 0 33 16,39 2-45-16,10-2-10 15,25-2-20-15,17-5-42 16,7-1-21-16,0-1-14 16,-9-1-5-16,-3 0-13 15,-8 0-7-15,-12 0-2 16,-17 2-25-16,-16 2 0 16,-13 2-1-16,-5-1 2 15,-3 2-1-15,-1-1 0 16,-3 2-7-16,-7 0-20 0,-1 1-24 15,-18 1-71 1,-37 0-153-16,1 4-290 0,-9 2-564 16</inkml:trace>
  <inkml:trace contextRef="#ctx0" brushRef="#br0" timeOffset="143937.4232">4746 7295 654 0,'0'0'756'16,"0"0"-500"-16,0 0 6 16,0 0-54-16,0 0 40 15,0 0 3-15,19 3-37 16,-3-3-44-16,4 0-43 16,3 0-46-16,3-2-16 0,0-2-15 15,0 2-14-15,-1-1-16 16,0 0-8-16,-2 0-11 15,-3 2 5-15,-1-2-5 16,-5 2-1-16,-4 1-30 16,-2-1-47-16,-5 1-66 15,-3 0-148-15,-9 3-76 16,-5 3-386-16,-4 0-608 0</inkml:trace>
  <inkml:trace contextRef="#ctx0" brushRef="#br0" timeOffset="144222.9078">4747 7394 1982 0,'0'0'375'16,"0"0"-209"-16,0 0-17 15,0 0 76-15,0 0-2 16,53 6-85-16,-27-6-49 15,5 0-32-15,2 0-19 16,1-5-14-16,0-2-5 16,-1 0-5-16,-5-2-7 15,1 0 8-15,-5 0-15 16,-2 1 1-16,-6 1-2 0,-2 2-17 16,-7 2-74-16,-7 3-92 15,-5 2-312-15,-9 4-488 0</inkml:trace>
  <inkml:trace contextRef="#ctx0" brushRef="#br0" timeOffset="148505.1909">3540 5992 415 0,'0'0'0'0</inkml:trace>
  <inkml:trace contextRef="#ctx0" brushRef="#br0" timeOffset="148817.8633">3682 5946 1250 0,'0'0'353'0,"0"0"-115"16,0 0-20-16,0 0 0 15,0 0-25-15,0 0-31 16,0 0-32-16,0-5-50 15,5 1-48-15,5-1-19 16,3-3-4-16,3 2-9 16,-1 1 0-16,1 0-82 15,-2 2-37-15,-3 3-57 0,-3 0-123 16,-3 0-245 0,-4 4-66-16</inkml:trace>
  <inkml:trace contextRef="#ctx0" brushRef="#br0" timeOffset="149006.9103">3585 6073 1437 0,'0'0'260'15,"0"0"-137"-15,0 0 23 16,0 0-5-16,0 0 24 16,0 0-23-16,0 0-78 15,62-23-34-15,-33 10-18 16,1 0-12-16,-3-1-8 0,4-2-130 15,-9 4-126 1,-5 1-330-16</inkml:trace>
  <inkml:trace contextRef="#ctx0" brushRef="#br0" timeOffset="149239.0209">3677 5832 1774 0,'0'0'253'16,"0"0"-138"-16,0 0-31 16,48-16 26-16,-6 14 14 15,12 2-21-15,-3 6-30 16,-12 4-30-16,-16 2-18 16,-14 0-17-16,-8 13-1 0,-9 14-7 15,-36 21-7-15,-27 8-100 16,3-12-259-16,-3-11-691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29:42.8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5304 2651 1182 0,'0'0'338'0,"0"0"-45"16,0 0 1-16,0 0-62 0,0 0-51 16,0 0-12-1,-3-6-43-15,3 6-64 0,3 0-13 16,6 0-7-16,4 0 40 16,5 0-6-16,2 0-29 15,3 0-7-15,0 0-28 16,-2-2-6-16,-1 1 0 15,-2-1-6-15,-3 0-7 16,-3 1-70-16,-3 0-102 16,-3 1-96-16,-6-1-105 15,0 1-233-15,-1 0-415 0</inkml:trace>
  <inkml:trace contextRef="#ctx0" brushRef="#br0" timeOffset="204.5966">5302 2702 1482 0,'0'0'354'0,"0"0"-178"16,0 0-52-16,0 0-17 16,0 0 1-16,0 0-30 15,0 0-8-15,62-1-34 16,-7-5-36-16,21-4-39 15,-7 2-248-15,-9 0-361 0</inkml:trace>
  <inkml:trace contextRef="#ctx0" brushRef="#br0" timeOffset="718.0127">6217 2695 1094 0,'0'0'270'16,"0"0"1"-16,0 0-12 15,0 0-32-15,0 0-45 16,0 0-41-16,0 0-23 16,-6-6-21-16,6 6-27 0,1-1-28 15,7 0-5 1,3 1-7-16,3-1 5 0,7 1-12 16,2-2-8-16,2 1-5 15,-1-1-9-15,1 0-1 16,-2 0 0-16,0 0-87 15,-4 0-75-15,-1 0-122 16,-5 1-229-16,-5-1-195 0</inkml:trace>
  <inkml:trace contextRef="#ctx0" brushRef="#br0" timeOffset="952.5778">6147 2755 1523 0,'0'0'296'15,"0"0"-73"-15,0 0-82 16,0 0-32-16,0 0 26 16,46 0-3-16,-1 0-44 15,20-3-27-15,7-1-37 16,-1 4-24-16,-14 0-70 15,-23 0-161-15,-14 0-543 0</inkml:trace>
  <inkml:trace contextRef="#ctx0" brushRef="#br0" timeOffset="12867.0776">4760 1556 806 0,'0'0'939'16,"0"0"-610"-16,0 0-7 15,0 0-29-15,0 0-102 16,-6-16-101-16,6 16-39 0,0 2-33 16,0 8-12-1,0 6-6-15,0 6 12 0,0 2 3 16,0 2 1-16,2-2 20 15,0-1-16-15,0-3-20 16,-2-1-2-16,0-2-116 16,-6 2-167-16,-1-4-304 15,-2-4-290-15</inkml:trace>
  <inkml:trace contextRef="#ctx0" brushRef="#br0" timeOffset="13694.7624">4432 1493 1437 0,'0'0'283'0,"0"0"-57"16,0 0-105-16,62-23-12 15,-19 15 21-15,17-2-48 16,7 1-36-16,-1 0-37 15,-8 2 1-15,-16 2-10 16,-14 1-55-16,-10 0-83 16,-6 1-25-16,-1-3-18 15,-3 1 96-15,-2-2 85 0,-2 1 24 16,-4 3 115 0,0-1 55-16,0 3-6 0,-1 1-29 15,0 0-94-15,-2 5-38 16,1 11-18-16,2 10 6 15,0 12 35-15,5 9 0 16,2 2 30-16,1-9 22 16,-2-11-32-16,-2-11-18 15,-1-5-31-15,1-1-12 16,0-2-8-16,0 0-1 16,-1-6-35-16,-1-4-8 15,1 0 43-15,0-5 3 16,1-6 8-16,1-3-1 15,0-1-2-15,0 1-7 16,0 3-1-16,-1 4 7 0,0 3-6 16,0 3-1-16,2 1-17 15,1 2 14-15,3 6 3 16,0 1 6-16,2 0 0 16,1 0-5-16,1-2 8 15,0-1-4-15,1-2-4 16,-3-3 4-16,-1-1 1 15,-1 0-4-15,-2-7 7 16,-1-3-8-16,-1-2 4 16,-3-2-5-16,0-1 0 15,-3-1 0-15,0 3 0 16,0 3 1-16,0 2 6 16,-3 4 19-16,-1 4 10 0,-2 0-5 15,-1 5-16 1,-3 7-7-16,0 3 5 0,1 3-5 15,3 1 11-15,4-1 1 16,2-1-1-16,1-3-1 16,7-1 9-16,5-1-14 15,2-2 5-15,2-2 5 16,3-1-7-16,2-3-15 16,0-3 5-16,0-1-6 15,-2 0-30-15,-2-2-100 16,-4-8-132-16,-3 1-373 15,-6 0-562-15</inkml:trace>
  <inkml:trace contextRef="#ctx0" brushRef="#br0" timeOffset="14054.8217">5370 1225 909 0,'0'0'655'0,"0"0"-296"16,0 0-70-16,0 0-110 16,0 0-75-16,0 0-64 15,0 0-22-15,-10 29-2 16,9-11 5-16,0 1-12 16,1 0-9-16,0-2 0 15,0 1-136-15,0-5-236 16,2-5-498-16</inkml:trace>
  <inkml:trace contextRef="#ctx0" brushRef="#br0" timeOffset="14211.6">5411 1188 1450 0,'0'0'398'0,"0"0"-247"15,0 0-96-15,0 0 32 16,2 47-21-16,1-24-38 15,-2 13-28-15,-1-6-72 16,0-3-518-16</inkml:trace>
  <inkml:trace contextRef="#ctx0" brushRef="#br0" timeOffset="14565.2075">4202 1091 1234 0,'0'0'256'0,"0"0"-31"15,0 0-117-15,0 0-53 0,0 0-37 16,0 0-18-16,0 0 0 16,-5 32 9-16,5-11 9 15,2 1 4-15,2 6-22 16,-1-7-170-16,0-4-471 0</inkml:trace>
  <inkml:trace contextRef="#ctx0" brushRef="#br0" timeOffset="14745.7786">4239 1071 681 0,'0'0'769'0,"0"0"-673"0,0 0-64 15,8 51 23 1,2-12 7-16,13 12 37 0,12 4-22 16,13-3-77-16,-6-14-138 15,-4-13-649-15</inkml:trace>
  <inkml:trace contextRef="#ctx0" brushRef="#br0" timeOffset="15137.0881">5566 1544 1622 0,'0'0'333'0,"0"0"-182"16,0 0-88-16,0 0-7 16,0 0-19-16,0 0-37 15,42-8-9-15,-28 4-260 16,-5 1-393-16</inkml:trace>
  <inkml:trace contextRef="#ctx0" brushRef="#br0" timeOffset="15291.4999">5517 1611 1395 0,'0'0'335'16,"0"0"-164"-16,0 0-76 16,0 0-29-16,58 3-66 0,-35-2-208 15,-4-1-964-15</inkml:trace>
  <inkml:trace contextRef="#ctx0" brushRef="#br0" timeOffset="16590.766">6224 1334 1287 0,'0'0'283'15,"0"0"-102"-15,0 0-40 16,0 0-28-16,0 0-12 16,-50 13-22-16,34-3 12 15,0 2-4-15,2 0-23 16,-1 1-15-16,4-1-15 16,2 1-11-16,3-2-13 0,2-1-2 15,3-1-7-15,1 0 2 16,0-2-3-16,0-1 6 15,5 0-4-15,0 0-2 16,-1-1-1-16,-1 0-14 16,-2 1-15-16,-1 1 4 15,0 0 14-15,-3 2 10 16,-4-1-13-16,-1 0-20 16,0-1 4-16,0-2 19 15,3-3 11-15,1 0 1 16,1-2 0-16,2 0 9 15,1 0 23-15,0 0 10 16,0 0 2-16,0 0-15 16,3 0-21-16,3 0-7 15,1 0-1-15,3 2 1 0,0 4 0 16,0 1 10-16,-3 3 0 16,-1 3 5-16,-3 0 10 15,-2 1 3-15,-1 1 3 16,-1 1 17-16,-5 0 0 15,-2 0 5-15,-1 0-5 16,0-1-22-16,1 0-6 16,1-3-5-16,2-3 5 15,1-4-1-15,3-2-7 16,1-1-2-16,0-2-11 16,0 0 16-16,0 0 15 15,0 0-8-15,0 0-7 0,4 0-8 16,1 1-2-16,2 4-5 15,1-1 7-15,-2 3-8 16,0 3 1-16,-1 1 0 16,-2 2 16-16,0 2-11 15,-2 3 9-15,0-1-9 16,0 0 0-16,0-3-5 16,0-2 5-16,1-1-6 15,-1-5 1-15,2 0-1 16,0-4-1-16,0 0-22 15,3-2-68-15,9-1-144 16,-1-6-82-16,2-5-565 0</inkml:trace>
  <inkml:trace contextRef="#ctx0" brushRef="#br0" timeOffset="19513.5568">6310 1550 1077 0,'0'0'302'16,"0"0"-95"-16,0 0 2 0,0 0-42 15,0 0-75 1,0 0-26-16,0 0-2 0,25 4 33 16,-15 14-30-16,0 2-20 15,-4 2-10-15,-2 0-7 16,-4 0-3-16,0-2-13 16,0-3-3-16,-5-2-10 15,-1-2 5-15,0-4-5 16,2-4-1-16,1-2 1 15,2-3 8-15,1 0-3 16,0-9 5-16,4-6-11 16,4-5-17-16,2-2-7 0,3-4-7 15,-2 0 10 1,1-2-10-16,-1 2 8 0,-3 0 14 16,-1 2 9-16,-3 2 0 15,-1 3 1-15,-2 6 15 16,-1 4 10-16,0 3 24 15,0 5 7-15,0 1-7 16,-4 3-22-16,0 9-17 16,-2 4-5-16,2 5 10 15,0 2 4-15,3 1-4 16,1 0 3-16,2-1-8 16,6-1-5-16,4-4-5 15,2-2 5-15,-1-5-6 0,1-4-12 16,-2-3-61-1,-2-3 15-15,-2-1 14 0,-3-1 18 16,0-7 14-16,-1-2-1 16,-2-1 13-16,-2 0 0 15,1 1 22-15,-1 2 42 16,0 4 30-16,0 3 37 16,0 1-51-16,0 4-49 15,0 5-13-15,0 4 15 16,0 3 39-16,1 2-10 15,0 0-21-15,0 0-10 16,-1-2-20-16,1 0 2 16,-1-1-13-16,0-1 0 15,1-1-2-15,2-2-97 16,2-1-173-16,0-6-380 0</inkml:trace>
  <inkml:trace contextRef="#ctx0" brushRef="#br0" timeOffset="19857.5353">7107 1681 1920 0,'0'0'248'16,"0"0"-163"-16,0 0-65 15,0 0 3-15,0 0-12 16,0 0-11-16,46-4-110 16,-23 1-370-16,2-1-1003 0</inkml:trace>
  <inkml:trace contextRef="#ctx0" brushRef="#br0" timeOffset="20023.5593">7516 1675 1594 0,'0'0'286'0,"0"0"-108"15,0 0-132-15,37-7-46 16,2 0-46-16,-3 1-233 16,-3-1-678-16</inkml:trace>
  <inkml:trace contextRef="#ctx0" brushRef="#br0" timeOffset="20203.3114">8131 1662 1235 0,'0'0'624'0,"0"0"-378"16,0 0-79-16,0 0-43 15,0 0-5-15,0 0-48 16,0 0-71-16,27-6-49 15,-2 1-268-15,2-1-443 0</inkml:trace>
  <inkml:trace contextRef="#ctx0" brushRef="#br0" timeOffset="20960.7454">8571 1430 816 0,'0'0'718'0,"0"0"-493"15,0 0-20-15,4-35-82 0,1 27-34 16,-2 4-14-16,1 0 27 16,-2 1-34-16,0 3-37 15,1 0-11-15,0 0-19 16,3 0 15-16,0 0 3 16,2 0 1-16,0 2-2 15,0 1 4-15,0 0 5 16,0 0 2-16,-2 1-12 15,-2-2 2-15,0 1-4 16,-2 2-6-16,-1 0 1 16,1 3-1-16,-2 0-7 15,0 4 5-15,0 1 1 16,-1 0-7-16,-3 1 0 16,0 0 1-16,-2-1-1 15,0-1 0-15,0-2 1 0,2-1-1 16,0-2 0-16,0-2-1 15,1-2 1-15,1-2-1 16,1 1-1-16,1-2-42 16,0 0 8-16,0 0 7 15,3-5-12-15,4-2-9 16,1-3-35-16,4-3 22 16,0 0 6-16,2-2 17 15,-1-1 22-15,1 0 5 16,-1-1 7-16,-1 1 5 15,-1 0 9-15,-3 2 10 16,-2 1 35-16,-2 2 20 16,-2 3 30-16,-2 3 21 0,0 3 6 15,0 2-38-15,0 0-38 16,-2 5-33-16,-3 6-11 16,0 4-10-16,-1 4 7 15,1 3-7-15,2 0 1 16,2 0-2-16,1 0-6 15,4 5-107-15,4-7-208 16,-2-5-481-16</inkml:trace>
  <inkml:trace contextRef="#ctx0" brushRef="#br0" timeOffset="21181.9101">8877 1445 1820 0,'0'0'527'0,"0"0"-303"16,0 0-125-16,0 0-37 16,0 0-10-16,0 0 60 15,0 38-40-15,5-21-40 16,1 1-14-16,0 0-11 16,0-1-7-16,-2-2-58 15,2-1-157-15,-2-4-263 16,1-5-396-16</inkml:trace>
  <inkml:trace contextRef="#ctx0" brushRef="#br0" timeOffset="21702.9025">9025 1444 1185 0,'0'0'678'0,"0"0"-398"16,0 0-150-16,0 0-37 15,0 0 46-15,0 0-45 16,-30 47-40-16,27-31-23 16,2 1-16-16,1-1-6 15,0-4-9-15,1-3-2 16,6-3-44-16,1-4-24 16,2-2-35-16,1-1 7 15,0-7 22-15,0-2 11 16,0-1 34-16,-2-1 25 0,-2 0 6 15,-2 1 31 1,-2 2 51-16,-1 4 27 0,-2 0 18 16,0 3-33-16,0 0 12 15,0 2-36-15,0 0-29 16,-1 3-34-16,-1 6-6 16,-1 2 5-16,2 2-6 15,1 1 2-15,0-1 4 16,3-1-6-16,5-2 0 15,2-3 0-15,2-3 9 16,1-2 1-16,0-2-4 16,2-2 6-16,-1-6 2 15,0-1-2-15,-3-4-5 0,-1-2-5 16,-3-2 11 0,-2 0-4-16,-4-1 9 0,-1 2-16 15,-3 3-2-15,-4 5-76 16,-2 3-60-16,2 5-30 15,3 0-211-15,2 6-435 0</inkml:trace>
  <inkml:trace contextRef="#ctx0" brushRef="#br0" timeOffset="21982.7333">9306 1184 1949 0,'0'0'488'15,"0"0"-295"-15,0 0-145 16,0 0 29-16,31 71 28 16,-7-17-23-16,1 5-4 15,-4-3 14-15,-9-9-44 16,-8-7-27-16,-4-2-6 15,-8-2-13-15,-6-5-2 16,-4-8-68-16,-18-4-176 16,6-7-294-16,-2-4-766 0</inkml:trace>
  <inkml:trace contextRef="#ctx0" brushRef="#br0" timeOffset="23492.735">9751 1458 753 0,'0'0'767'0,"0"0"-514"15,0 0-6-15,0 0-142 16,0 0-44-16,0 0-28 15,39-7-19-15,-21 5-1 16,0 1-13-16,1 0-16 16,3 1-144-16,-5 0-189 15,-5 0-466-15</inkml:trace>
  <inkml:trace contextRef="#ctx0" brushRef="#br0" timeOffset="23693.633">9710 1531 1117 0,'0'0'219'0,"0"0"-119"16,0 0-13-16,0 0 28 16,38 1 6-16,-13-1-52 15,5-4-41-15,0-2-28 16,7-4-100-16,-7 1-263 15,-6-1-633-15</inkml:trace>
  <inkml:trace contextRef="#ctx0" brushRef="#br0" timeOffset="23942.2686">9924 1375 1422 0,'0'0'321'0,"0"0"-167"15,0 0-103-15,40 0-11 16,-18 6 25-16,3 4-6 16,-4 1 2-16,-3 1-13 15,-6 2-17-15,-5 0-14 16,-5-3 2-16,-2 1-9 16,-4 0-4-16,-6 1-4 15,-6-2-2-15,-1 0-53 16,-3 0-109-16,4-3-202 15,5-3-579-15</inkml:trace>
  <inkml:trace contextRef="#ctx0" brushRef="#br0" timeOffset="24255.9236">10226 1358 1847 0,'0'0'255'0,"0"0"45"16,0 0-162-16,0 0-80 16,0 0-34-16,1 37 50 15,4-12 4-15,1 2-23 16,3 2-25-16,-1-2-9 16,0-4-13-16,0-4 0 0,-1-5 1 15,-1-5-3-15,-2-5 0 16,1-4 5-16,-1 0 14 15,3-12-10-15,0-4-15 16,1-6-42-16,-1-4-35 16,1-2-61-16,-1 3-52 15,5 3-73-15,-2 9-104 16,-1 5-211-16</inkml:trace>
  <inkml:trace contextRef="#ctx0" brushRef="#br0" timeOffset="24624.7332">10470 1440 1181 0,'0'0'303'0,"0"0"-130"16,0 0-111-16,0 0 70 15,0 0-27-15,0 0-20 16,-1 35-23-16,6-28-24 15,1-2-14-15,0-2-12 16,0-2 5-16,0-1 16 16,0-1 11-16,-1-6 38 15,-3-1-22-15,-1-4-6 16,-1-3-2-16,-3 0-25 0,-4 0-16 16,-3 3 3-16,1 3 11 15,-2 5 11-15,2 4-23 16,-1 0-7-16,2 10-6 15,0 4-1-15,4 4-11 16,3 2-46-16,1 1-116 16,10-1-57-16,17 1-124 15,-3-7-5-15,1-5-168 0</inkml:trace>
  <inkml:trace contextRef="#ctx0" brushRef="#br0" timeOffset="25005.9193">10649 1471 978 0,'0'0'317'0,"0"0"56"0,0 0-61 16,0 0-80 0,0 0-59-16,0 0-102 0,0 0-42 15,-45-12-19-15,36 26 2 16,4 4-3-16,2 2 1 16,3-1-4-16,5-1-5 15,7-2 7-15,4-4-2 16,2-5-6-16,1-5-1 15,2-2 1-15,-2-7-9 16,-1-6-19-16,-2-5 18 16,-5-6 10-16,-1-8 8 15,-4-12 9-15,-2 1 4 16,-2 5 44-16,-2 7 44 16,0 13 39-16,0 3-17 15,0 5-43-15,0 8-53 0,0 3-35 16,0 18-13-16,3 4 13 15,4 6 0-15,2 4 0 16,0-4 0-16,1 2-1 16,-2-2-105-16,-3-3-97 15,-2-1-58-15,-1-8-262 16,-2-5-466-16</inkml:trace>
  <inkml:trace contextRef="#ctx0" brushRef="#br0" timeOffset="25704.9695">10673 1410 1227 0,'0'0'360'15,"0"0"-172"-15,0 0-102 16,0 0-64-16,48 4 27 16,-4 3-14-16,12 1-19 15,-5-3-10-15,-12-2-6 16,-15-3 0-16,-12 0-64 15,0 0-1-15,-1-3-8 16,-1-3 41-16,-5-1 32 16,-3-2 32-16,-2 1 59 15,0 0 0-15,-2 0 23 16,-2 2 11-16,-1 1 14 16,-1 3-31-16,1 1-42 15,-1 1-36-15,0 3-19 16,-1 7-9-16,0 3-1 0,3 1 1 15,1 2-2-15,3 0 0 16,0-2-14-16,2-2-49 16,5-4-33-16,2-3-1 15,0-5 3-15,1 0 51 16,0-5 21-16,-1-4 22 16,-1-1 0-16,-1 1 14 15,-3 1 43-15,-3 3 45 16,-1 3 15-16,0 2-47 15,0 0-33-15,0 1-29 16,0 6-8-16,0 2 1 16,0 0-1-16,4 1 0 15,4-2 0-15,2-2 2 0,2-2-1 16,0-2-1-16,2-2 0 16,-2 0-1-16,0-7-5 15,0-4 0-15,0-3 6 16,-2-3 0-16,0-1 0 15,-2 1 2-15,-2 2 4 16,-2 3 3-16,-1 4 13 16,0 3 12-16,-3 3 6 15,0 2-14-15,1 1-26 16,2 8 0-16,-1 3 1 16,1 3 0-16,1 2 5 15,0 1 3-15,-1 0 1 16,1-2-9-16,2-2-1 0,17 4-7 15,-1-4-203 1,5-4-338-16</inkml:trace>
  <inkml:trace contextRef="#ctx0" brushRef="#br0" timeOffset="27056.1331">11793 1355 1272 0,'0'0'354'0,"0"0"0"16,0 0-91-16,3-43-72 15,-3 31-63-15,-4 0-19 16,-2 4-12-16,0 1-12 15,0 2-35-15,-2 3-27 16,1 2-11-16,-1 0-11 16,1 1 5-16,1 5-6 15,2 1-6-15,2 1-10 16,2 0-5-16,0-2-30 0,1 0 26 16,3-2 12-16,2-2 13 15,1-1 7-15,-1 1-1 16,-1-2-4-16,-2 1-1 15,0 2 6-15,-1 4-6 16,-1 4-1-16,-1 4 9 16,0 5 14-16,0 3-7 15,-3 9 11-15,-1-2-6 16,-1 1 34-16,0 2-16 16,2-5-17-16,0 2-10 15,2-3-10-15,1-4 4 16,0-5-6-16,0-5 0 0,2-5 0 15,4-4 0 1,0-4 1-16,3 0 7 0,3-10-8 16,1-5 0-16,1-6-12 15,-1-4-12-15,-3-1-4 16,-3-1 4-16,-5 3 1 16,-2 2 14-16,-3 3 8 15,-6 3-12-15,-4 2-1 16,1 5 5-16,0 4 9 15,3 2-7-15,4 3-7 16,2 0-48-16,2 4-32 16,1 1-5-16,4 2 0 15,7-1 64-15,6-1 22 0,4-1 6 16,2-3-11 0,0-1-12-16,0-1-43 0,-3-7-4 15,-2-2 3-15,-2-4 21 16,-1-3 28-16,-1-2 19 15,-4 2 6-15,-1 1 7 16,-4 3 40-16,-3 5 45 16,-2 3 41-16,0 3-41 15,0 2-23-15,0 3-42 16,-3 9-15-16,-1 4-5 16,-1 6 8-16,3 4 6 15,0 2 7-15,2 2 20 16,0 0 5-16,0-1-29 15,3-3-10-15,1-4-4 16,2-6 4-16,-1-3-8 0,-1-7-6 16,1-1 1-16,-1-5 8 15,1 0 6-15,-1-6-9 16,0-6-6-16,-2-2-43 16,-2-2-16-16,0-1 19 15,-7 1 22-15,-4 2 3 16,0 3 3-16,1 4 12 15,1 2 5-15,4 2-5 16,2 2 14-16,2 0-5 16,1 1-8-16,0 0 0 15,0 0-1-15,7 0 6 16,1 0 2-16,6 0 1 16,1 2 1-16,2-1-9 0,2 1-1 15,1-1-86 1,-4-1-152-16,-5 1-364 0</inkml:trace>
  <inkml:trace contextRef="#ctx0" brushRef="#br0" timeOffset="28664.4709">12042 1400 620 0,'0'0'340'15,"0"0"-56"-15,0 0-42 0,0 0-15 16,0 0 16 0,0 0 10-16,0 0-61 0,-12-27-79 15,3 30-46-15,-5 5-37 16,-5 4-11-16,2 4 23 15,1 1 17-15,6 1-18 16,6-2-4-16,4 0 5 16,0-2 23-16,8 0-3 15,5-1-23-15,3-2-17 16,0 0 0-16,1-1-5 16,0 0-7-16,-3-1-4 15,-3 1 2-15,-2-2-8 0,-4-2 6 16,-2 2-6-1,-3-2 6-15,0 1-5 0,-1 0 0 16,-7 0 1-16,-3-2-1 16,-4 2 6-16,-2-2-7 15,0-2 0-15,0 0-13 16,1-2-34-16,5-1-57 16,5 0-141-16,2-4-221 15,4-3-331-15</inkml:trace>
  <inkml:trace contextRef="#ctx0" brushRef="#br0" timeOffset="28879.8694">12176 1443 1694 0,'0'0'401'15,"0"0"-209"-15,0 0-130 0,0 0 64 16,-2 36-11-16,1-17-35 15,0 0-35-15,1 0-29 16,0-3-9-16,0-1-7 16,0-4-100-16,0-4-92 15,0-2-352-15,-1-5-435 0</inkml:trace>
  <inkml:trace contextRef="#ctx0" brushRef="#br0" timeOffset="29002.5951">12221 1362 365 0,'0'0'0'0</inkml:trace>
  <inkml:trace contextRef="#ctx0" brushRef="#br0" timeOffset="29467.3189">12280 1447 605 0,'0'0'828'0,"0"0"-522"16,0 0-34-16,0 0-159 16,0 0-41-16,0 0-54 15,0 0 3-15,10 8 19 16,-2 1 4-16,0 1-10 15,-1 0 2-15,1 1-13 16,-2 0 3-16,0-1 5 16,0 1 7-16,-1-1-11 15,0 1-6-15,-2 0 1 16,0 0 19-16,-1 1-6 16,0-1-12-16,-1 1 0 15,-1 1-5-15,0 0 9 16,0 0-7-16,0 0-3 15,-2-1-6-15,-4-1-4 16,0-2 4-16,-3-1 1 0,-1-3 9 16,1-2 7-16,2-1-3 15,2-2 38-15,1-2-3 16,3-8-9-16,1-5-18 16,1-4-18-16,8-3-15 15,4-1-18-15,2 0-33 16,0 4-10-16,1 3-69 15,-1 3-67-15,4 3-29 16,-3 3-142-16,-3 1-311 0</inkml:trace>
  <inkml:trace contextRef="#ctx0" brushRef="#br0" timeOffset="29924.1699">12483 1468 1440 0,'0'0'326'0,"0"0"-158"16,0 0-90-16,0 0 16 15,0 0-32-15,0 0 1 16,0 0-11-16,42 10-18 16,-32-10-10-16,3-1 1 15,-1-5-7-15,1-3 2 16,-3 0-5-16,-1-1-6 15,-2 1 19-15,-4 1 68 16,-3 1 5-16,0 4 42 16,0 1-19-16,-2 2-37 15,-5 0-51-15,-5 5-20 16,-3 5-9-16,0 3 2 0,1 1 26 16,5 3-25-16,5 1 22 15,4 1 17-15,1-1 17 16,9-2-7-16,6-1-21 15,2-4-9-15,4-3 2 16,2-2 1-16,2-4-8 16,1-2-15-16,-1 0-3 15,0-2 3-15,-1-5-8 16,-3-1 0-16,-4 0-1 16,-6 1-14-16,-7 1-17 15,-11 2-85-15,-8 2-171 16,-6 0-545-16</inkml:trace>
  <inkml:trace contextRef="#ctx0" brushRef="#br0" timeOffset="30700.4982">12651 1652 1527 0,'0'0'516'0,"0"0"-216"15,0 0 0-15,0 0-38 16,0 0-85-16,0 0-78 16,0 0-51-16,-2-6-29 15,2 14-19-15,0 6 6 16,0 3-5-16,0 3 10 16,0 2-5-16,2-1-6 15,-1-2-1-15,0 0 0 16,-1-3-42-16,0 2-189 15,0-6-140-15,0-4-417 0</inkml:trace>
  <inkml:trace contextRef="#ctx0" brushRef="#br0" timeOffset="31441.2739">12854 1679 1785 0,'0'0'469'0,"0"0"-189"16,0 0-107-16,0 0-15 15,0 0-55-15,0 0-62 0,0 0 15 16,-37 21 0 0,27-9-20-16,2 2-14 0,3 1-21 15,3-1 9-15,2 0-9 16,3-1 7-16,8-3-8 15,5-2 0-15,3-2-6 16,3-4-36-16,0-2-18 16,-1-3-7-16,-3-5 23 15,-5-5 38-15,-4 1 6 16,-5-1 12-16,-3 0-6 16,-1 1-4-16,-1 3 5 15,-4 1 4-15,1 2 19 16,1 2 2-16,2 2 0 15,1 1-13-15,0 1 6 16,0-1-24-16,3 1 5 0,2 0-6 16,5 0-7-16,2 0 6 15,2 3 1-15,-1 1-9 16,-1 1 3-16,-2-1 6 16,-3 0 0-16,-4 1 0 15,0 0 0-15,-2 0-1 16,-1 3 1-16,0 0 1 15,0 3 5-15,0 0 5 16,0 1 13-16,-1 0 4 16,1 0-1-16,0-1-6 15,0-2 12-15,0-2-1 16,4-2 0-16,3-2-2 0,3-3 8 16,3 0-8-16,4 0-15 15,2-7 6-15,1-2-5 16,0-5-2-16,-1-3 5 15,-2-2 5-15,-2-2-7 16,-4 0-5-16,-4 2-12 16,-2 3-6-16,-4 3-3 15,-1 4 1-15,0 4-4 16,-4 1 2-16,-5 3 1 16,-3 0-5-16,-5 1-1 15,-5 0 5-15,-4 3-14 16,-17 0-66-16,7 0-417 15,3-3-1006-15</inkml:trace>
  <inkml:trace contextRef="#ctx0" brushRef="#br0" timeOffset="34306.1098">2687 5079 1918 0,'0'0'369'0,"0"0"-133"0,0 0-86 16,0 0-28-16,0 0-36 16,44-6-19-16,-16 2-16 15,6 0-12-15,1 0-22 16,-4 0-3-16,2 1-14 16,-5-2-51-16,-5 2-114 15,-5-2-115-15,-8 2-400 16,-6 1-560-16</inkml:trace>
  <inkml:trace contextRef="#ctx0" brushRef="#br0" timeOffset="34505.8719">2682 5158 1857 0,'0'0'307'0,"0"0"-165"0,0 0-68 15,0 0 52-15,76-4-12 16,-23-4-27-16,5 0-42 16,-10-1-32-16,-13 2-13 15,4-5-136-15,-10 3-201 16,0-3-570-16</inkml:trace>
  <inkml:trace contextRef="#ctx0" brushRef="#br0" timeOffset="35798.0551">6497 3095 1000 0,'0'0'308'0,"0"0"-44"15,0 0-1-15,0 0-32 16,0 0-20-16,0 0-43 0,-3-1-32 15,3 0-3 1,2 1-57-16,6 0-33 0,4 0 2 16,5 0-9-16,4 0-11 15,4 0-11-15,1 0-8 16,-2 0-6-16,-1 0-26 16,-3 0-129-16,-3-1-88 15,-4 0-311-15,-6 0-255 0</inkml:trace>
  <inkml:trace contextRef="#ctx0" brushRef="#br0" timeOffset="36021.1419">6468 3164 1667 0,'0'0'342'0,"0"0"-160"15,0 0-109-15,0 0 59 16,0 0-12-16,50 0-61 16,-17 0-24-16,-1 0-31 15,4 0-4-15,5 0-152 16,-11 0-383-16,-8 0-589 0</inkml:trace>
  <inkml:trace contextRef="#ctx0" brushRef="#br0" timeOffset="41285.8028">3607 5024 1247 0,'0'0'294'0,"0"0"-119"16,0 0-70-16,0 0-26 15,0 0-8-15,0 0 7 16,0 0 57-16,41 2-4 15,-22 3-30-15,3-2-28 16,-1 2-11-16,4 1-2 16,0-1 5-16,3 0-8 15,2 1-18-15,0-1-4 16,2-2 1-16,1-1 2 16,-1 0 2-16,0-1-13 15,0-1-6-15,0 0 0 0,6 0-2 16,6 0 13-1,-3 0-3-15,-4 0-14 0,-5 1-3 16,-5-1-11-16,2 2 9 16,5-1 1-16,-1 0-4 15,0 1 4-15,0 0 5 16,-1-2 4-16,0 1 2 16,-1 0 8-16,2-1 0 15,-2 0-1-15,0 0-5 16,0 0-1-16,-2 0 3 15,1 0-2-15,-1 0-3 16,0 0 0-16,-2 0 4 0,-1-1-5 16,-2 0 8-1,-1-1 1-15,-1-1-5 0,-4 1 1 16,0 0-8-16,-4-1 7 16,0 1-5-16,-4 0-2 15,0 0-2-15,-3 0-6 16,-1 1-9-16,-1 1 2 15,-3-1 4-15,0 1 3 16,-2 0-8-16,0-1 4 16,0 1-4-16,0 0-1 15,0 0 0-15,0 0-17 16,0 0-29-16,-2 0-70 16,-15 0-113-16,3-1-486 0,-5 1-1007 15</inkml:trace>
  <inkml:trace contextRef="#ctx0" brushRef="#br0" timeOffset="44372.3493">2891 5589 910 0,'0'0'250'0,"0"0"-57"15,0 0 23-15,0 0 3 16,0 0-31-16,0 0-9 16,0 0-4-16,26 4-32 15,-8-1-41-15,1-1-14 16,2-2-10-16,2 1-16 15,1-1-21-15,0 0-19 16,-1 0-13-16,-3-1-9 16,-4-1-48-16,-1-2-126 15,-5 2-153-15,-5 0-422 0</inkml:trace>
  <inkml:trace contextRef="#ctx0" brushRef="#br0" timeOffset="44576.8283">2907 5677 1502 0,'0'0'401'16,"0"0"-274"-16,0 0-65 16,0 0 1-16,0 0 94 15,0 0-55-15,59-4-55 16,-16-2-27-16,11-1-20 15,-7 0-212-15,-9 0-582 0</inkml:trace>
  <inkml:trace contextRef="#ctx0" brushRef="#br0" timeOffset="45737.1832">3667 5602 971 0,'0'0'296'0,"0"0"-112"16,0 0-11 0,0 0 37-16,0 0-16 0,0 0-48 15,0 0-19-15,-3 1-35 16,3-1-30-16,2 0-11 15,5 1 10-15,5 1 39 16,6-1 7-16,4 0-19 16,5 1-22-16,2 1-2 15,2-1-3-15,-1 0-16 16,2 2-3-16,-2-2-7 16,2 0-7-16,-1 1 1 15,0-2-10-15,0 0 7 16,-1 1-5-16,1-1-5 15,-2 1-5-15,0 0-1 16,0-1 6-16,-2 1-4 0,1 0 6 16,-1 1-4-16,-2-2-13 15,1 1 19-15,1-1-13 16,1 1 13-16,-1 1 2 16,1-2-11-16,-2 0 10 15,0 0 0-15,0-1 3 16,0 0 3-16,-2 0-3 15,0 0 4-15,0 0 7 16,-1-3-16-16,0 0 4 16,1 0 1-16,0 1-5 15,0-1 5-15,0 0-12 16,-1 1 8-16,-1 1-7 16,-4-1 14-16,1 0-18 0,-4 2 8 15,0-1-1 1,-3 1 2-16,0-1 2 0,-1 0-10 15,0 0 7-15,-1-1 4 16,0 0-9-16,0 0 0 16,0 0 7-16,0-2-5 15,0 1-13-15,2 0 11 16,-2-1-5-16,0 1-7 16,-3 0 0-16,0 0 0 15,-1 1 10-15,0 0-10 16,-3 1 1-16,-2 0-2 15,0 0 2-15,-1 0-2 16,-1-1-38-16,-12 2-69 16,-33 0-89-16,2 7-137 15,-10 2-639-15</inkml:trace>
  <inkml:trace contextRef="#ctx0" brushRef="#br0" timeOffset="49276.9851">2316 5503 863 0,'0'0'383'0,"0"0"-160"15,0 0-24-15,0 0 22 16,0 0-23-16,0 0-49 15,-10-20-16-15,10 16-65 0,3 0-43 16,4-2-17-16,3 0-8 16,3-1 0-16,1 2 0 15,3 1-92-15,-2 1-126 16,-1 3-116-16,-4 5-191 16,-5 2-391-16</inkml:trace>
  <inkml:trace contextRef="#ctx0" brushRef="#br0" timeOffset="49448.2388">2264 5584 914 0,'0'0'173'0,"0"0"-18"16,0 0-9-16,0 0-57 16,0 0-2-16,0 0-17 0,52-8-34 15,-29 1-21-15,1 0-15 16,3-5-98-16,-7 2-198 15,-6 0-581-15</inkml:trace>
  <inkml:trace contextRef="#ctx0" brushRef="#br0" timeOffset="49676.0768">2368 5389 1213 0,'0'0'179'0,"0"0"-131"16,0 0 1-16,41 3 38 0,-23 5 8 16,-1 2-6-1,0 4-22-15,-4 2-26 0,-6 3-16 16,-5 4-18-16,-3 3-7 16,-20 9-9-16,-25 12-115 15,1-7-209-15,-3-2-1013 0</inkml:trace>
  <inkml:trace contextRef="#ctx0" brushRef="#br0" timeOffset="52904.352">2754 6190 1144 0,'0'0'345'0,"0"0"-79"16,0 0 9-16,0 0-5 15,0 0-68-15,0 0-46 16,0 0-13-16,-11-6-32 15,11 5-41-15,5-2-38 16,4-1-14-16,4-1-12 16,3-1-6-16,1 0 0 15,-1 1-63-15,-3 1-91 16,-2 1-72-16,-7 3-119 0,-2 0-230 16,-2 3-172-16</inkml:trace>
  <inkml:trace contextRef="#ctx0" brushRef="#br0" timeOffset="53066.3033">2689 6271 1075 0,'0'0'282'0,"0"0"-77"15,0 0-42-15,0 0-4 16,0 0-49-16,0 0-65 16,0 0-11-16,29 1-10 15,-5-13-24-15,2-3-25 16,6-9-138-16,-7 5-158 0,-7 1-743 15</inkml:trace>
  <inkml:trace contextRef="#ctx0" brushRef="#br0" timeOffset="53305.5299">2748 6066 1192 0,'0'0'215'15,"0"0"-124"-15,0 0 30 16,49 2-13-16,-16 3 0 16,0 1 38-16,2 1-14 15,-2 2-57-15,-12 1-39 0,-4 3-8 16,-8 4-13-16,-9 3 5 16,-15 9-5-16,-19 9-10 15,-16 7-5-15,4-6-132 16,4-10-383-16</inkml:trace>
  <inkml:trace contextRef="#ctx0" brushRef="#br0" timeOffset="54123.9575">4261 5960 1189 0,'0'0'480'0,"0"0"-177"16,0 0-9-16,0 0-84 15,0 0-12-15,0 0-28 16,0 0-47-16,31 0-13 0,6-5-21 16,10 0-22-16,1 0-10 15,-7-1-12-15,-13 1-15 16,-8 0-11-16,3 0-8 15,-1-1-10-15,1 0-1 16,-7 1-24-16,-7 1-63 16,-4 2-105-16,-7 0-129 15,-8 0-265-15,-5 0-440 0</inkml:trace>
  <inkml:trace contextRef="#ctx0" brushRef="#br0" timeOffset="54544.9648">4260 5793 1587 0,'0'0'312'0,"0"0"-135"16,0 0 60-16,0 0-27 15,0 0-6-15,0 0-56 16,0 0-64-16,-4-16-38 16,1 16-7-16,-2 4-11 15,-3 5-8-15,-2 3-19 16,-1 4 5-16,1 2 4 16,2 1-10-16,1 1 0 15,4 1 6-15,2-1-5 0,1 0-1 16,0-1 2-16,8-1 8 15,3-3 2-15,4-2 8 16,2-3 7-16,4-2-6 16,1-3 3-16,4-4-18 15,0-1 6-15,3-1-6 16,-2-6-6-16,0-1-25 16,-2 0-109-16,-2 0-148 15,-7 2-240-15,-8 2-423 0</inkml:trace>
  <inkml:trace contextRef="#ctx0" brushRef="#br0" timeOffset="57841.7123">2608 6802 1234 0,'0'0'383'16,"0"0"-54"-16,0 0-16 16,0 0-86-16,0 0-26 0,0 0-25 15,0 0-55-15,8-9-56 16,5 3-27-16,5-2-4 16,4-1-5-16,3 0-14 15,2 1-14-15,0 0 5 16,0 1-6-16,-5 4-56 15,-3 1-115-15,-8 2-147 16,-4 1-310-16,-7 3-236 0</inkml:trace>
  <inkml:trace contextRef="#ctx0" brushRef="#br0" timeOffset="58059.2451">2478 6909 1802 0,'0'0'291'0,"0"0"-68"0,0 0-76 15,0 0-39-15,0 0-8 16,38-15-18-16,-8 2-31 16,2 2-26-16,2-1-25 15,2 2-27-15,7 3-111 0,-6 1-149 16,-5 3-444-16</inkml:trace>
  <inkml:trace contextRef="#ctx0" brushRef="#br0" timeOffset="59454.6562">6294 3639 1315 0,'0'0'258'16,"0"0"-42"-16,0 0 59 15,-43-7 12-15,37 6-24 16,5 1-49-16,1 0-61 16,0-1-26-16,1 1-42 0,9 0-16 15,13 0-45-15,18 1 17 16,23 1 21-16,14-2-27 15,5 0-7-15,-3 0-5 16,-9-2-11-16,-3-1 1 16,-5 2-4-16,-7-1 3 15,-14 2-11-15,-13 0 1 16,-12 0-1-16,-6 0-1 16,-3 0-11-16,-2 0-1 15,-2 0-31-15,-4 0-53 0,-3 0-58 16,-15 0-95-1,-27 2-263-15,3 2-183 0,-5 0-434 16</inkml:trace>
  <inkml:trace contextRef="#ctx0" brushRef="#br0" timeOffset="59733.0408">6272 3745 1817 0,'0'0'277'0,"0"0"-63"15,0 0-19-15,0 0-3 16,0 0 58-16,0 0-74 16,52-6-42-16,20-2-21 15,16-1-33-15,7-1-28 16,-5 1-25-16,-15 3-3 0,-7 1-6 16,-7 1-3-16,-6 2-4 15,-14 0-6-15,-11 0-5 16,-9 1-1-16,-4-1 1 15,-3 2-19-15,-3-1-44 16,-5 1-84-16,-20 1-165 16,-9 6-355-16,-12-3-610 0</inkml:trace>
  <inkml:trace contextRef="#ctx0" brushRef="#br0" timeOffset="67022.5945">3726 6798 25 0,'0'0'1214'0,"0"0"-891"15,0 0-72-15,0 0 60 16,0 0-51-16,0 0-92 15,-31-13-26-15,38 13-31 16,15 0-5-16,18 2 36 16,24 3-6-16,10-2-20 15,4-1-27-15,-6-1-9 16,-12 0-10-16,-5-1-19 16,-5 0-15-16,-11 0-13 15,-10 0-8-15,-8 0-3 16,-4 0 4-16,1 0 2 0,0 0-17 15,-1 0 8 1,-3 0-9-16,-5 0 0 0,-2 0 6 16,-2 0-6-16,-4 0-13 15,1 0-47-15,-1 0-73 16,2 12-125-16,0 3-247 16,1 0-228-16</inkml:trace>
  <inkml:trace contextRef="#ctx0" brushRef="#br0" timeOffset="67736.1377">5219 6800 414 0,'0'0'116'0,"0"0"19"16,0 0 88-16,0 0 25 16,-39 2-35-16,37-1 2 15,2 0-9-15,0-1-13 0,0 1-10 16,10 1 30-16,6 0 28 15,16 0 14-15,21-1-55 16,20 0-47-16,11-1-45 16,-3 0-25-16,-7 0 1 15,-12 0-16-15,-7-1-23 16,-6-2-8-16,-10 2-10 16,-10-2-15-16,-7 2-11 15,-5 0 0-15,0 0 0 16,-2 0 0-16,0 0 0 15,-5-1-1-15,-5 1-18 16,-4 1-43-16,-1 0-55 16,-27 0-99-16,-1 0-386 0,-7 0-334 15</inkml:trace>
  <inkml:trace contextRef="#ctx0" brushRef="#br0" timeOffset="71250.0699">3729 7409 1536 0,'0'0'355'0,"0"0"-193"15,0 0 23-15,0 0 67 16,0 0 5-16,0 0-46 15,0 0-50-15,-29 0-47 16,29-1-37-16,4-1-31 16,10-2-7-16,15-3 12 15,16-3 0-15,14-3-15 16,4 0-11-16,-7 1-7 16,-13 4-7-16,-15 3-10 15,-6 1 0-15,-5 2-1 16,4-1 0-16,-2 0-16 0,-1 1-26 15,-7-1-21 1,-3 3-29-16,-5-1-63 0,-3 1-55 16,-2 0-77-16,-22 6-177 15,1 2-123-15,-2-1-228 0</inkml:trace>
  <inkml:trace contextRef="#ctx0" brushRef="#br0" timeOffset="71557.4772">3680 7485 1624 0,'0'0'324'16,"0"0"-149"-16,0 0 65 16,0 0-42-16,0 0 14 0,0 0-47 15,0 0-6 1,67-11-30-16,-9-2-36 0,7-3-17 15,0-1-16-15,-6 1-5 16,-5 2-10-16,-4 0-19 16,-1 0-20-16,-2-1 1 15,-8 3-7-15,-9 4 1 16,-9 1 0-16,-3 2-1 16,-2 2-24-16,-2 0-33 15,-3 3-57-15,-11 8-139 16,-10 6-293-16,-8 4-165 0</inkml:trace>
  <inkml:trace contextRef="#ctx0" brushRef="#br0" timeOffset="78570.3401">6425 7010 916 0,'0'0'341'0,"0"0"-163"16,0 0-31-16,0 0-3 16,0 0 16-16,0 0-24 15,7-10-13-15,-1 7-27 16,1-1-35-16,1 1-21 16,1 1-20-16,0-2-5 15,1 2-7-15,0-2-8 0,0 2-79 16,3 0-118-16,-3 1-154 15,-3 1-402-15</inkml:trace>
  <inkml:trace contextRef="#ctx0" brushRef="#br0" timeOffset="78758.0977">6483 7014 1114 0,'0'0'929'0,"0"0"-786"16,0 0-70-16,0 0 9 16,0 0-14-16,0 0-34 0,0 0-34 15,62-34-74 1,-35 23-414-16,-3 3-800 0</inkml:trace>
  <inkml:trace contextRef="#ctx0" brushRef="#br0" timeOffset="95119.1948">11945 6708 1220 0,'0'0'648'0,"0"0"-389"15,0 0 34-15,0 0-40 0,0 0-25 16,0 0-86 0,0-6-75-16,0 17-40 15,0 5 27-15,0 8 39 16,0 2-15-16,4 3-20 0,-1-1-14 16,0-2-11-16,0-2-20 15,-1-3-7-15,-1-3-6 16,1-3 2-16,-1-2-4 15,-1-3-2-15,0-2-10 16,0-3-25-16,0-3-64 16,0-2-63-16,-6-11-119 15,2-5-284-15,0-2-302 0</inkml:trace>
  <inkml:trace contextRef="#ctx0" brushRef="#br0" timeOffset="95512.1498">11940 6687 1139 0,'0'0'813'16,"0"0"-622"-16,0 0-35 15,0 0-12-15,0 0 26 16,-48 14-39-16,36-7-55 15,2 0 6-15,2-2-16 16,1-1-20-16,2-2-4 16,4-1-2-16,0-1 14 15,1 0 6-15,0-2 17 0,1-6-13 16,5-2-33-16,2-2-17 16,3 1 10-16,1 2-8 15,2 2-10-15,3 4 8 16,1 1-8-16,2 2-5 15,3 4-1-15,-1 6 6 16,0 3-5-16,-1 4 5 16,-3-1-5-16,-2 3-1 15,-4 0-1-15,-8 11-104 16,-3-5-362-16,-2-4-610 0</inkml:trace>
  <inkml:trace contextRef="#ctx0" brushRef="#br0" timeOffset="98260.8853">11458 2892 1393 0,'0'0'622'15,"0"0"-325"-15,0 0-34 16,0 0 13-16,0 0-73 15,0 0-79-15,0 0-46 16,-10-38-7-16,10 31-28 0,0-2-18 16,0 1-7-1,0-1-4-15,0 1 0 0,3-2-13 16,0 0 7-16,-1 1-8 16,0-1 0-16,0 1 0 15,0 0 0-15,-1 1 0 16,0 0-8-16,0 3-8 15,-1 1 8-15,0 1 7 16,0 0-5-16,0 2 5 16,0 0 0-16,0 1-1 15,0 0-5-15,0 0 6 16,0 0-6-16,0 0 5 16,-1 0-11-16,-4 3-2 15,-5 4 3-15,-3 5 1 16,-2-1 10-16,1 2 1 0,1-1 0 15,3-3 0-15,2-2 0 16,3-2 0-16,3-3 0 16,1-2 0-16,1 0 1 15,0-5 5-15,0-5-4 16,0-3-1-16,3-5-1 16,4 0-20-16,3 1 8 15,1 2-3-15,2 2 0 16,0 5-11-16,1 3 17 15,1 2 3-15,-1 3-3 16,3 0-1-16,-2 7 1 16,1 2 3-16,-1 1-9 15,-1 1-69-15,9 5-187 16,-3-2-207-16,1-4-277 0</inkml:trace>
  <inkml:trace contextRef="#ctx0" brushRef="#br0" timeOffset="98716.9515">12028 2650 222 0,'0'0'1371'0,"0"0"-972"15,0 0-36-15,0 0-114 16,0 0 3-16,0 0-59 16,0 0-67-16,-10 0-44 0,10 0-35 15,3 0-23 1,6 0-10-16,7 0-3 0,5 0 7 16,4-2-17-1,2-1 1-15,1 1-2 0,-1 0 0 16,-4 0-29-16,-4 0-60 15,-4 2-102-15,-10 0-116 16,-4 0-218-16,-1 0-143 0</inkml:trace>
  <inkml:trace contextRef="#ctx0" brushRef="#br0" timeOffset="98968.2418">12018 2716 1587 0,'0'0'491'16,"0"0"-188"-16,0 0-64 16,0 0 18-16,0 0-37 15,0 0-94-15,0 0-32 16,31 0-19-16,-11 0-35 16,4 0-14-16,2-1-14 15,2-3-11-15,1 0 5 16,-3-1-6-16,-3 1 0 15,-6 0-60-15,-8 4-121 16,-7 0-356-16,-2 0-501 0</inkml:trace>
  <inkml:trace contextRef="#ctx0" brushRef="#br0" timeOffset="101367.348">13999 4697 1332 0,'0'0'505'16,"0"0"-217"-16,0 0-21 0,0 0-123 15,0 0-58-15,0 0 1 16,0 0-4-16,12-10-17 16,3 6-40-16,7 0-4 15,12 0-12-15,12 3 7 16,11 1-4-16,4 0 4 16,-4 1-17-16,-7 4 7 15,-13-2-1-15,-7 0-6 16,-9 0-5-16,-3-1-21 15,-1-1-1-15,-1 0-5 0,-2 1 3 16,-5-1-7-16,-7-1-10 16,-7 0-5-16,-8 0-129 15,-5-3-518-15</inkml:trace>
  <inkml:trace contextRef="#ctx0" brushRef="#br0" timeOffset="101697.3245">13913 4783 1540 0,'0'0'240'0,"0"0"15"0,0 0 67 16,0 0-18-1,0 0-80-15,64 9-116 0,-20-6-44 16,14 2-30-16,4 0 2 15,-2-1 8-15,-6-1-26 16,-8 0-9-16,-3-2-2 16,-6 1-5-16,-9-2 4 15,-7 1-6-15,-2-1 0 16,1 0-6-16,0 0 5 16,-3 0 0-16,-4 0-9 15,-6 0-20-15,-5 0-6 16,-2 0 0-16,-32 0-55 15,0-1-241-15,-11-4-768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11:38.4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1918 1523 818 0,'0'0'137'0,"0"0"-75"16,0 0 83-16,-44 0-47 15,28 0 47-15,-1 0-1 16,0 0 3-16,-1-1-39 15,1 0-26-15,0 1-9 16,-2 0 11-16,-2 0-3 0,-2 0-34 16,-1 0-15-1,-4 0 30-15,-4 1-20 0,1 3-22 16,-3-1-6-16,-1 2-4 16,6-2 49-16,-3 0-35 15,3 2-3-15,0-1-20 16,1 1 6-16,-2 0-4 15,2 1-3-15,-1 1 0 16,-1 0 0-16,0 1-4 16,2 0 4-16,0 0 0 15,1 2 1-15,-1-2-1 16,1 2-1-16,-2 0-8 0,0 0-1 16,0 1 3-16,0-1 1 15,0 1 6-15,1 0-9 16,-2 1 8-16,4 0 1 15,-2 1 2-15,2 0-2 16,-1 0 1-16,1 2 6 16,1 0-7-16,4 1 6 15,-1 3-6-15,2 1-1 16,0 3-5-16,2 1 6 16,-1 1 7-16,0 1-1 15,1 2 4-15,-4 8 17 16,-1 7-7-16,-1 6 9 15,0 2-2-15,6-4-11 0,4-2 13 16,3-5 20-16,2 1-16 16,0 2-4-16,0-1-6 15,4-2-10-15,-1 0-7 16,0-1-4-16,-1 2-1 16,3 1 9-16,-1 0-9 15,1 0 8-15,2-1 5 16,-2 1-2-16,1 1 2 15,2 3-4-15,-2 0 2 16,1 2-3-16,0-1 5 16,2 1 7-16,0 1-4 15,0 1 0-15,0 2 2 16,0-1 1-16,2 2 2 0,2 1-11 16,0 0 13-1,0 0 0-15,1-1-7 0,2 0 1 16,-2 0-3-16,4 3-4 15,1-1 8-15,0 1-5 16,0-2-2-16,0-3-6 16,0-3-5-16,-1-3 0 15,1-6 0-15,-1-3 10 16,-1 1-11-16,1-2 15 16,0-4-6-16,-2-5-1 15,-2-6-1-15,1 1-5 16,1 3 4-16,5 9-6 15,4 10 0-15,2 6 0 16,2 1 0-16,-2-10 0 0,-6-9 1 16,-1-10 0-1,-1-1 0-15,3 4-1 0,2 3 0 16,2 3 1-16,2 0-1 16,0-2 14-16,0-1-8 15,0 0-5-15,-1-1 5 16,2-1 2-16,0-1-8 15,1 1 1-15,1-1 0 16,1 0 0-16,-1 0 12 16,1-1-7-16,-3 0 11 15,0 0-7-15,-1-2-4 16,-1-1-5-16,0-2 0 16,0-2 1-16,1-2 4 0,1-2-6 15,-2-1 0-15,2-1-4 16,-1-2 4-16,0 0 1 15,1-1-1-15,-1-1 2 16,-1 0 10-16,1-1-12 16,1-1 8-16,0 1-8 15,0-1 0-15,1 0 8 16,0-1-7-16,2 0 5 16,-1 1-5-16,0-1 0 15,1 0-1-15,-1-1 10 16,1-2-9-16,0 0 10 15,0 0-11-15,0 0 1 16,1-2 13-16,3-2-8 0,-1-2-5 16,1-1 1-1,2 0-1-15,0-2 0 0,1-1 15 16,0 1-7-16,2-2 5 16,-2-1-8-16,0 0-5 15,-1 0 5-15,-1-1-5 16,2 0 1-16,-2-1-1 15,1 0 0-15,0 0 5 16,-1-2 0-16,0-1-5 16,-3-1 0-16,0-1 1 15,-2-1 10-15,-2-3-11 16,-1-3 1-16,-1-1-1 16,1-3 0-16,-2-1-1 15,1-1 0-15,-2-1-1 16,-1 1 1-16,-1 0-1 0,-1 1-5 15,-3-1 6-15,1-5 1 16,1-9-1-16,0-10 1 16,0-1-2-16,-1 2 2 15,-3 8 5-15,0 9-5 16,-4 6-1-16,-2 7 0 16,-1 4 1-16,1 1-1 15,0-5-6-15,1-8 5 16,2-10 1-16,1-7-1 15,2-2 1-15,0 4 4 16,-3 10-4-16,0 12 0 16,-1 6 2-16,-1 1-1 0,0-2 0 15,-1-4-1 1,2-3 0-16,-2 0 1 0,-1 0-1 16,0 1-4-16,-1 0 4 15,-1 1 2-15,1 2-2 16,0 3-6-16,1 0 6 15,0 2 0-15,0-1 0 16,2 0 8-16,-2-2-7 16,1 0-1-16,0-1 0 15,1 1 1-15,-1 3-1 16,1-1 1-16,2 4 0 16,0 2-1-16,0 0 1 15,1 1 4-15,-1-1-5 0,0 2 0 16,-1-3 1-1,1 0-1-15,-2 0 0 0,2-1 0 16,-2 1 0-16,2 0 0 16,-1 0-6-16,0 1 6 15,1-2 0-15,0 0 1 16,1 0-2-16,0 1 1 16,2 0 0-16,0 0 5 15,0 1-4-15,1 1 0 16,-1-1 1-16,0 2-1 15,-1-1 5-15,-1 2-5 16,1-2 5-16,0 1 0 16,-2-2-5-16,1 1 0 15,-2-3 7-15,-1-3-8 16,0 0 0-16,-3-3 1 0,-1-1 1 16,0-1-1-16,0-1 13 15,0-1-8-15,-4 0-5 16,-3-1 0-16,0-1-1 15,-3 0-1-15,0-1 0 16,-3 0 1-16,0-1-1 16,-2 0 1-16,0 1 0 15,-1-1 8-15,0-1-7 16,0 0 5-16,-1-1-5 16,0 0 5-16,0 3-5 15,1 0-1-15,-1 2 1 16,1 2-1-16,0 2-5 0,0 1-10 15,1 1 2-15,-2 0-5 16,2 0 12-16,-1 0-14 16,0-1 2-16,-1 1-1 15,1-1-1-15,-1-1-1 16,-1 1-7-16,1 1-1 16,2 1 4-16,-2 0 3 15,-1 0-5-15,-1-1-11 16,-1 0 8-16,-1 0 29 15,-2 2-17-15,0 1-40 16,1 2-2-16,1 2 19 16,1 1 13-16,3 2 9 15,-1 2 1-15,3-2 0 0,0 2-18 16,1 1 0 0,1-1 11-16,-2 1 5 0,4 0-5 15,-1 2-4-15,1 0 0 16,1 0 0-16,0 1 5 15,0 0 5-15,0 1-6 16,0 0-2-16,-1-1 6 16,-1 2-7-16,0-1-1 15,1 2 20-15,1-1-14 16,1 1 3-16,2 0 0 16,3 1-13-16,1 0-31 15,0 0 14-15,2 1 2 16,0 0-9-16,0-1-20 0,0 1-32 15,-2-2-971-15</inkml:trace>
  <inkml:trace contextRef="#ctx0" brushRef="#br0" timeOffset="158.0435">1882 1639 1403 0,'0'0'166'15,"0"0"-102"-15,0 0 34 16,0 0-9-16,0 0-23 16,0 0-66-16,0 0-33 0</inkml:trace>
  <inkml:trace contextRef="#ctx0" brushRef="#br0" timeOffset="5739.5065">869 4248 1588 0,'0'0'473'0,"0"0"-350"16,0 0 2-16,0 0-54 15,0 0-31-15,0 0-17 16,21-2-3-16,-5-2-11 16,0 0-1-16,0 0-8 15,-2 1-35-15,1 0-160 16,-5 3-198-16,-4 0-304 0</inkml:trace>
  <inkml:trace contextRef="#ctx0" brushRef="#br0" timeOffset="5906.4404">841 4334 1435 0,'0'0'362'0,"0"0"-145"0,0 0-107 15,0 0-18-15,0 0-11 16,0 0-66-16,52-10-15 16,-23 3-164-16,-3-1-597 0</inkml:trace>
  <inkml:trace contextRef="#ctx0" brushRef="#br0" timeOffset="6779.7591">2481 4088 595 0,'0'0'1200'16,"0"0"-854"-16,0 0-30 0,0 0-115 15,0 0-34-15,0 0-74 16,0 0-44-16,6 29-2 16,1-4 90-16,-1 4-42 15,1 2-44-15,0-2-23 16,1-4-15-16,0-4-5 16,2-5-8-16,-1-6 0 15,-1-4-1-15,1-5-16 16,-2-1-10-16,2-8 3 15,-1-6 6-15,-2-2-5 16,1-2 16-16,-3 0 6 16,0 1-6-16,-2 4 7 15,0 3 0-15,-2 5 21 16,0 2 18-16,0 3-6 16,0 2-16-16,0 7-6 0,0 4 4 15,1 3 9-15,4 1-12 16,2-2 9-16,1-1-11 15,2-3-4-15,0-5-6 16,1-2 1-16,1-4 5 16,-1 0-5-16,0-7 8 15,-1-5-7-15,-1-5-1 16,-4-3 7-16,-2-4-8 16,-3-9-1-16,0 2-5 15,-7-1 5-15,-2 1-17 16,-1 9-15-16,-1 3 4 15,1 7-23-15,1 7-57 16,-1 5-74-16,4 8-160 0,2 4-263 16,2 1-331-16</inkml:trace>
  <inkml:trace contextRef="#ctx0" brushRef="#br0" timeOffset="7299.2574">2893 4114 2036 0,'0'0'376'0,"0"0"-62"0,0 0-105 16,0 0-88-16,0 0-23 15,-11 53 2-15,11-26-26 16,0 1-24-16,1 0-18 16,4-1-17-16,-1-3-8 15,0-4-5-15,0-3-1 16,-1-4-1-16,0-5 7 15,-2-5-7-15,1-3 0 16,-1-2 0-16,2-9 0 16,1-4-8-16,1-1 8 0,0-1 0 15,0 3 6-15,1 4-6 16,-2 3 0-16,0 5 1 16,2 2 5-16,0 0-6 15,2 9 1-15,1 2 10 16,-1 3 1-16,0 3-5 15,1 0-5-15,-2-1-2 16,0-2 0-16,-2-1-8 16,-1-3-58-16,0-4-147 15,-1-4-328-15,-1-2-401 0</inkml:trace>
  <inkml:trace contextRef="#ctx0" brushRef="#br0" timeOffset="7852.828">3088 4238 2049 0,'0'0'324'15,"0"0"-103"-15,0 0-109 16,0 0 40-16,0 0-58 16,43 23-17-16,-32-11-10 15,-3 3-6-15,-5 1-1 16,-3 0-16-16,0 2-4 15,-8-1-9-15,-3 0-13 16,0-3-7-16,0-2-4 16,3-4-6-16,1-3-1 15,6-4 6-15,1-1-4 16,0-3 5-16,1-6-6 0,7-2 0 16,3-2 8-16,1-1-9 15,2 0-2-15,0-1 1 16,0 1 1-16,-1-1-8 15,0 1 8-15,-4 1 0 16,-1 1 8-16,-3 3-8 16,-1 2 1-16,-3 4 4 15,-1 1 1-15,0 2 24 16,0 0 6-16,-5 8-8 16,-2 5-7-16,-2 3 12 15,1 4 3-15,0 1 0 16,4-1-6-16,1 0-10 0,1-2-7 15,2-3-2-15,1-2-10 16,6-4 0-16,3-4 1 16,3-3 5-16,2-2-1 15,1-3-4-15,3-6-2 16,-3-1-24-16,0 0-40 16,-3 1-22-16,-3 1-50 15,-5 1-155-15,-2 3-310 16,-3 1-722-16</inkml:trace>
  <inkml:trace contextRef="#ctx0" brushRef="#br0" timeOffset="8019.0606">3427 4379 2225 0,'0'0'555'0,"0"0"-317"16,0 0-117-16,0 0-38 15,0 0-83-15,0 0-32 16,0 0-471-16,-27 16-1454 0</inkml:trace>
  <inkml:trace contextRef="#ctx0" brushRef="#br0" timeOffset="13589.2937">2429 1623 116 0,'0'0'314'0,"0"0"-151"16,0 0 7-16,0 0-1 16,0 0 12-16,0 0 13 15,-14-24-26-15,10 18 13 16,-1-1 45-16,0 0-46 15,0 1-7-15,2 2-65 0,1 0-62 16,1 3-18-16,-1 1-18 16,2 0 7-16,0 0-17 15,0 7-8-15,3 6-10 16,4 6 18-16,2 5 17 16,2 2 19-16,0 1-5 15,-1-2-7-15,1 1-2 16,-3-4-7-16,-2-2-14 15,-2-3 5-15,-1-3-5 16,-2-5-1-16,-1-2 0 16,0-4 0-16,0-3 10 15,0 0 4-15,0-3 1 16,0-5 5-16,0-4-8 0,0-1 2 16,0-3-5-16,0 2-3 15,0 0-5-15,2 3 1 16,2 2 5-16,1 2-5 15,-3 1-1-15,3 4 0 16,-2-1 0-16,1 2-1 16,1 1 1-16,0 0-1 15,2 0 0-15,2 0 0 16,-2 3 0-16,3 2 0 16,-2 1 1-16,0 1 0 15,-1 1 0-15,-1-2-1 16,-2 1 0-16,0-2 1 0,0-1 2 15,-2-1 7-15,0-1-10 16,-1-2 0-16,-1 0 0 16,0 0 9-16,1 0-1 15,1-1 2-15,-1-5 16 16,1-2-10-16,1-1-7 16,0 1-9-16,-1 0 1 15,-1 3-1-15,1 0 2 16,0 2-1-16,-1 0-1 15,1 1 0-15,-1 1 0 16,1 0-2-16,0 1 1 16,0 0-7-16,1 0 2 15,0 0-6-15,-1 1 12 16,1-1-1-16,-1 1 0 16,0-1 1-16,0 1-1 0,0-1 1 15,0 0 0-15,1 0 6 16,1 0-6-16,0-3 0 15,1-3 0-15,0 0 6 16,-1-1-5-16,0-1-1 16,-1-2 1-16,-3-1 8 15,0-1-2-15,0-2-6 16,-7-3 5-16,-1 1 0 16,-1-2-6-16,-3-1-9 15,1-1-22-15,-1-1 5 16,-1-1-14-16,1 2-12 0,1 0-15 15,2 3-49 1,2 3 25-16,0 4 22 0,4 4 16 16,0 2 5-1,2 2 7-15,1 2-2 0,0 0-24 16,0 3-43-16,6 6 40 16,10 9 43-16,-1-1 11 15,1-3-895-15</inkml:trace>
  <inkml:trace contextRef="#ctx0" brushRef="#br0" timeOffset="14300.6453">2762 1540 1064 0,'0'0'498'16,"0"0"-178"-16,0 0 12 15,0 0-127-15,0 0-126 16,0 0-43-16,0 0-24 15,0 0-11-15,4 14 12 16,1 4 30-16,4 3 9 16,-2 1 9-16,0 0-2 15,2-2-7-15,-2-1-10 16,-1-3-8-16,-1-3 0 16,-1-1-4-16,-2-4-4 15,1-4-13-15,-2 0 1 0,0-4-2 16,0 0 7-16,-1 0 5 15,0 0 10-15,1-8 1 16,1-2-19-16,-1-3-16 16,2 2 0-16,0 2-1 15,-1 3-5-15,-1 2 6 16,0 2-1-16,1 2 1 16,-1 0-2-16,3 0-8 15,4 4 9-15,0 2 1 16,1 1 2-16,1 0-1 15,-2 1 0-15,1 0 7 16,-3-1-8-16,-1-1 0 16,-2-2 0-16,0-2-5 0,3-2-139 15,-2 0-165 1,0-4-318-16</inkml:trace>
  <inkml:trace contextRef="#ctx0" brushRef="#br0" timeOffset="14815.4304">3017 1548 1375 0,'0'0'486'0,"0"0"-153"15,0 0-79-15,0 0-33 0,0 0-95 16,0 0-57-16,0 0-26 16,-13-9-23-16,11 9-5 15,0 1-15-15,0 5 6 16,-1 5 18-16,-1 2 16 16,2 3 12-16,2 1-5 15,0 0-4-15,0-1-10 16,4-1-3-16,4-2-15 15,-1-3 2-15,2-2 2 16,-1-2 1-16,-1-2-4 0,2-3-1 16,0-1 7-1,0 0-5-15,2-5 2 0,0-4-5 16,1-4-5-16,-1-3-8 16,-1-2 1-16,-4-3-2 15,-1 1 0-15,-3 1-13 16,-2 1-8-16,0 4 1 15,0 2 4-15,-5 4-8 16,-1 0 3-16,0 3-10 16,-4 2-4-16,-4 3-23 15,-5 0-11-15,-30 24 9 16,5-1-181-16,-8 1-1338 0</inkml:trace>
  <inkml:trace contextRef="#ctx0" brushRef="#br0" timeOffset="26645.7236">1809 3077 129 0,'0'0'147'16,"0"0"-35"-16,0 0-27 15,0 0-30-15,0 0-26 16,31-16-7-16,-25 12-2 15,-1 2 0-15,2 0-1 16,-2 1-8-16,0 0-2 16,-1-1-2-16,1 1-5 15,-1 1 5-15,0-1-6 16,1 0 0-16,-1 1 0 16,2 0 0-16,0-1 0 15,1 1 0-15,-2 0 0 0,1 0 0 16,0 0 0-16,-2 0-1 15,0 0 1-15,1 0-1 16,2 1 0-16,-1 1 0 16,1-1 2-16,2 1 15 15,1 0 21-15,0-1-22 16,0 1-9-16,-1-1-6 16,-1 1 0-16,1 0 5 15,-2 1 2-15,0 0-6 16,0 0 9-16,1 0 17 15,0 1 11-15,-1 0-13 16,2 1-2-16,-1 0-5 16,0 0-2-16,0 0-5 15,1-1-3-15,-1 1 2 16,1 1 2-16,1 0-3 0,-3 2 5 16,2-2-4-16,-2 4-9 15,-1-2 4-15,0 2-4 16,-1 0-1-16,2 0 6 15,-1 1-5-15,-2-1-2 16,2 0 0-16,0-1 1 16,-2 1-1-16,1 0 2 15,-1 0 0-15,-1 0-1 16,1 0 1-16,-1 0-1 16,-2 1 9-16,1 0 4 0,-1 0 1 15,-1 2 2-15,0 1 2 16,0-1 0-16,0 3-3 15,0 0 4-15,0 0-19 16,0 1 11-16,0-1-11 16,0-2 6-16,0 0-6 15,0-2 0-15,0 0 0 16,3-2 2-16,-1 1 6 16,0 0-8-16,1 0 0 15,-1-1-1-15,0 1 1 16,-1 1-1-16,0-1 2 15,0 1-2-15,-1-1 0 16,0 0 0-16,0-1-9 16,0 0 9-16,-2 0-2 15,-1-3 1-15,-2 1-19 0,1 0 11 16,-1-1 8-16,0 0-5 16,-1-1 6-16,1-1 0 15,0 1 0-15,-1-1-1 16,1-1 1-16,-1 1 1 15,1 0-1-15,0-1-6 16,-2 0 6-16,1 0 1 16,0-1 0-16,1 0 0 15,-3 0-1-15,3 0 0 16,-1 0 0-16,0-1-10 16,0 0 9-16,0 0-5 15,1-2-17-15,-2 2 7 16,1-1 11-16,0-1 5 0,-1 0 2 15,0 0 4 1,-1 0-5-16,0 0 13 0,0 0-1 16,-1 0 38-16,0-3-11 15,2 1-5-15,0-1-4 16,0 0-1-16,-1-1 5 16,1 0-6-16,-1 0-9 15,1 0 6-15,0 0-4 16,-1 0 0-16,2 0 0 15,-1 0-9-15,1 0 1 16,0-1-12-16,0 2 15 16,-2-2 12-16,3 1 2 15,-1-1 20-15,0 0-2 16,-1-1-12-16,1 0-1 0,0-1 8 16,1 1-17-16,-1-2-5 15,3 0 5-15,-1 0-5 16,1 0 11-16,0 0 11 15,1-1 5-15,0 0 4 16,0 1-16-16,1-2-12 16,-1 2-12-16,2-1 1 15,-1 2-14-15,0 0 11 16,0 1-3-16,1 0 0 16,0 0-1-16,-1 2 1 15,0 0 2-15,1 0-1 16,-2 1 4-16,1 0 3 15,1 1-2-15,-1 1 3 0,0 0 9 16,0 0-7-16,0-1-1 16,-1 2 7-16,1-1-3 15,-1 1 12-15,1 0 8 16,-1 0-23-16,1 0-8 16,-2 0-11-16,-1 0 0 15,0 5 1-15,-1 1 0 16,-1 0 5-16,1 2-5 15,1 1 0-15,0 1 1 16,1 0-2-16,1 0 0 16,0-2 0-16,1 0-9 15,1-2 3-15,-2-1 5 16,2-3 0-16,0-1-8 0,0-1 9 16,0 0 1-1,0-1 11-15,0-6-12 0,0-3-5 16,2-4 4-16,-1-1 0 15,1 0 0-15,1 1 1 16,0 2-1-16,0 3 1 16,0 2 0-16,-1 4 1 15,1 0 0-15,1 1 0 16,1 2 0-16,1 0 0 16,0 0 0-16,4 2 0 15,-1 4 0-15,0 1-1 16,1-1 0-16,-2 2-6 15,1-2-3-15,-1 1-23 16,0 1-158-16,-1-2-203 16,-3-2-461-16</inkml:trace>
  <inkml:trace contextRef="#ctx0" brushRef="#br0" timeOffset="26819.7654">2007 3515 1759 0,'0'0'383'0,"0"0"-175"15,0 0-114-15,0 0-94 16,0 0-18-16,0 0-662 0</inkml:trace>
  <inkml:trace contextRef="#ctx0" brushRef="#br0" timeOffset="31584.0416">2391 3155 927 0,'0'0'344'0,"0"0"-90"15,0 0-26-15,0 0-46 16,0 0-17-16,0 0-24 15,0 0-37-15,4 0-26 0,2-4-24 16,2 0-23-16,1 0-13 16,3 0-11-16,-1 0-1 15,2 1-6-15,-2-1-7 16,2 3-103-16,-1 0-116 16,-3 1-285-16,-4 0-243 0</inkml:trace>
  <inkml:trace contextRef="#ctx0" brushRef="#br0" timeOffset="31784.4046">2416 3215 1114 0,'0'0'489'0,"0"0"-277"15,0 0-14-15,0 0-94 16,0 0-44-16,0 0 2 15,0 0-1-15,28 1-30 16,-12-1-19-16,7-3-12 16,-3-1-209-16,-6 0-482 0</inkml:trace>
  <inkml:trace contextRef="#ctx0" brushRef="#br0" timeOffset="42507.8903">4953 3844 1141 0,'0'0'313'0,"0"0"7"0,0 0-13 16,0 0-93-16,0 0-97 15,0 0-42-15,-1-2-34 16,1 2-24-16,0 0-1 16,0-2-9-16,0 1 4 15,2-2-5-15,4-1-5 16,2-1 7-16,0 0 1 16,2-1-8-16,0 0-1 15,-1 1-9-15,0 2-18 16,-2 1-71-16,0 0-115 15,-4 2-169-15,-2 0-157 0,-1 0-212 16</inkml:trace>
  <inkml:trace contextRef="#ctx0" brushRef="#br0" timeOffset="42684.3212">4926 3899 872 0,'0'0'246'0,"0"0"-56"16,0 0-19-16,0 0-11 15,0 0-44-15,0 0-37 16,0 0 3-16,-9 9 8 16,16-12-23-16,4-3-55 15,1-1-12-15,7-7-226 0,-3 2-140 16,-5 1-574-16</inkml:trace>
  <inkml:trace contextRef="#ctx0" brushRef="#br0" timeOffset="42954.242">4992 3737 1627 0,'0'0'286'16,"0"0"-42"-16,0 0-138 15,0 0-52-15,0 0-29 16,0 0-16-16,0 0-8 0,49-27 6 15,-30 24-5-15,0 3-1 16,-2 0 0-16,-3 6 1 16,-4 4 8-16,-3 6-1 15,-6 4 5-15,-2 4-6 16,-15 9-8-16,-17 14-5 16,3-7-225-16,-4-2-560 0</inkml:trace>
  <inkml:trace contextRef="#ctx0" brushRef="#br0" timeOffset="44936.9291">9728 3095 192 0,'0'0'1019'0,"0"0"-743"16,0 0-23-16,0 0-3 0,0 0-54 16,0 0-52-16,0 0-47 15,-15 1-50-15,15-1-16 16,0 0-8-16,1 0 1 15,6-1-2-15,3-3-1 16,6-1-3-16,2-1-1 16,2-1-17-16,-1-1-31 15,-1 2-103-15,-3-5-171 16,-4 3-295-16,-5 0-456 0</inkml:trace>
  <inkml:trace contextRef="#ctx0" brushRef="#br0" timeOffset="45146.2951">9804 2998 780 0,'0'0'760'15,"0"0"-490"-15,0 0-96 16,0 0-138-16,0 0 20 16,0 0-3-16,0 0 55 15,57 4-29-15,-35-2-42 16,0 2-21-16,-4 3-6 15,-5 3-10-15,-9 5-81 16,-19 20-9-16,-8-3-204 16,-10 1-478-16</inkml:trace>
  <inkml:trace contextRef="#ctx0" brushRef="#br0" timeOffset="84177.821">294 1674 1185 0,'0'0'671'16,"0"0"-468"-16,0 0-76 15,0 0-58-15,0 0-38 16,0 0-11-16,11 46 15 16,0-24 1-16,-1-1-18 15,2-1-11-15,-4-3-4 16,0-5-2-16,-3-2 0 0,-3-5 5 15,-2-3 0-15,0-2 9 16,0-1 56-16,-6-10 13 16,-4-4-49-16,-2-6-11 15,-3-10-6-15,3 1 2 16,1-3-6-16,4 0-5 16,4 6-7-16,3 2-1 15,0 5 5-15,5 5-6 16,5 5 0-16,2 6 0 15,1 4-8-15,0 0 2 16,-1 4 0-16,-1 7-1 16,-4 3-6-16,-2 2-2 0,-4 3 9 15,-1 1 6 1,-3 1 3-16,-7-1 4 0,-1-3-6 16,0-2 1-1,3-5 5-15,2-4 2 0,3-3-2 16,3-3-6-16,0 0 0 15,0 0 6-15,3 0-7 16,7-3-1-16,5-4 0 16,4-3 1-16,6-3-56 15,12-9-200-15,-4 2-305 16,-4 1-296-16</inkml:trace>
  <inkml:trace contextRef="#ctx0" brushRef="#br0" timeOffset="84614.1002">552 1534 801 0,'0'0'787'0,"0"0"-607"16,0 0-37-16,0 0-58 15,-19 41-16-15,19-26-22 16,0 1-13-16,0-3-23 16,0 0 2-16,3-3-12 15,-2-3-1-15,1-2 1 16,-1-5 0-16,-1 0 14 15,0-4 34-15,0-7-15 16,0-5-22-16,0-4-2 16,0-1-9-16,0 1 7 15,0 2 1-15,0 3 4 0,3 6 8 16,2 3-5-16,2 5-10 16,1 1 1-16,4 3-5 15,1 7-1-15,1 1-1 16,2 0 0-16,-2 1 0 15,2-4 0-15,-3-2 0 16,-2-3 1-16,-1-3 1 16,-3 0-1-16,-2-7 8 15,-2-4-3-15,-1-4-5 16,-2-2 0-16,0-3 0 16,-4 1-1-16,-2 0-8 15,1 3-37-15,-2 5-29 16,1 4-115-16,1 5-155 15,2 2-316-15</inkml:trace>
  <inkml:trace contextRef="#ctx0" brushRef="#br0" timeOffset="85139.7377">781 1434 905 0,'0'0'365'0,"0"0"-233"16,0 0-6-16,0 0-18 0,0 0-3 15,-1 39-41 1,1-31-23-16,0-2-15 0,0-2-5 15,0-2 8-15,0-2 20 16,0 0 75-16,0-1 41 16,0-6-68-16,0-4-53 15,0-2-22-15,0-2-5 16,0 1-4-16,0 1 2 16,3 5 3-16,4 3-8 15,1 3-1-15,4 2-8 16,1 2 8-16,3 8-3 15,1 0 0-15,-1 0-5 0,0 1 0 16,-2-3 0-16,-4-2-1 16,0-4 0-16,-4-2 1 15,-2 0 5-15,0-8 9 16,2-5 1-16,-3-5 8 16,0-11 1-16,-1-11 8 15,-2-11-18-15,0 2-6 16,0 10-8-16,0 15 0 15,0 14-1-15,-2 10-42 16,-4 0-138-16,-2 9-518 0</inkml:trace>
  <inkml:trace contextRef="#ctx0" brushRef="#br0" timeOffset="86243.4562">625 5489 1497 0,'0'0'309'0,"0"0"-173"16,0 0 99-16,-42-13-5 15,28 14-97-15,-1 11-62 16,0 7-26-16,3 4-4 16,2 3 18-16,6-1 26 15,4-3-48-15,3-5-20 16,8-3-17-16,4-4-8 15,3-4 7-15,2-1 1 16,0-1 1-16,-1-2-1 16,-1 0 1-16,-7 0-1 15,-2 2-1-15,-5 0 1 0,-4 2 0 16,0 2 0 0,-7 4 13-16,-6 3-13 0,-3 1-5 15,-4-1-100-15,1-2-67 16,-2-4-118-16,6-4-290 15,5-5-184-15</inkml:trace>
  <inkml:trace contextRef="#ctx0" brushRef="#br0" timeOffset="86415.551">697 5555 1245 0,'0'0'560'0,"0"0"-478"16,0 0 98-16,0 0-12 15,38 40-41-15,-26-23-57 0,-2 1-42 16,-2-2-28-16,-2-2-46 16,-4-6-227-16,-2-4-297 15,0-4-510-15</inkml:trace>
  <inkml:trace contextRef="#ctx0" brushRef="#br0" timeOffset="86551.7243">652 5399 1242 0,'0'0'216'0,"0"0"-164"16,0 0-52-16,0 0-10 0,52 27-28 15,-25-12-175-15,-3 0-438 16</inkml:trace>
  <inkml:trace contextRef="#ctx0" brushRef="#br0" timeOffset="86875.8676">846 5502 1508 0,'0'0'353'0,"0"0"-189"16,0 0-86-16,0 0-40 15,0 0 94-15,0 0-20 16,10 44-45-16,-7-32-25 16,0-3-11-16,-1-2-6 15,0-2-12-15,-1-3-5 16,1-2 1-16,-1 0 28 15,2-9-6-15,2-3-13 0,0-3-7 16,1-2-1-16,2 2 0 16,1 4 2-16,0 2 2 15,0 4-7-15,1 2 1 16,0 3 1-16,1 0 0 16,3 8 0-16,-1 1-2 15,2 0-6-15,-2-1-1 16,0 0-29-16,1-5-129 15,-4-1-318-15,-2-2-344 0</inkml:trace>
  <inkml:trace contextRef="#ctx0" brushRef="#br0" timeOffset="87301.8027">1024 5414 1483 0,'0'0'210'0,"0"0"31"15,0 0-96-15,0 0-88 16,0 0-21-16,0 0-20 15,0 0-1-15,-10 41-15 16,14-32-1-16,1-1 1 16,-1-5-1-16,0-1-19 15,-1-2-23-15,0-2 24 16,-2-6 18-16,1-1 1 16,-2 0 6-16,0 2 44 15,0 1 33-15,0 3 26 16,1 3-8-16,1 0-40 15,2 0-30-15,4 7-5 0,3 4 72 16,4 5-26-16,1 4 2 16,1 3-26-16,-1 1-12 15,-1 2-15-15,-1 1-15 16,-4 0 9-16,-3 0-9 16,-3-1 0-16,-4-2-5 15,0-2 10-15,-5-4-10 16,-4-5 8-16,-2-3-7 15,-1-6-2-15,-1-4 0 16,2-1-16-16,1-11-40 16,3-3-23-16,2-5-42 15,4-13-115-15,1 5-136 16,0 1-342-16</inkml:trace>
  <inkml:trace contextRef="#ctx0" brushRef="#br0" timeOffset="87528.8011">1102 5324 1453 0,'0'0'502'16,"0"0"-192"-16,0 0-96 15,0 0-113-15,0 0-37 16,0 0 112-16,24 45-24 16,-6-22-49-16,4 4-43 15,0-1-18-15,0 1-21 16,-1-1-12-16,-3-3-7 15,-3-1-2-15,-1-5-46 16,-4-3-150-16,-4-9-174 0,-2-3-355 16,-4-2-869-16</inkml:trace>
  <inkml:trace contextRef="#ctx0" brushRef="#br0" timeOffset="87886.6264">1290 5430 1805 0,'0'0'380'0,"0"0"-288"16,0 0-45-16,0 0 29 16,0 0-25-16,48 13-22 15,-33-12-3-15,-2-1-17 16,-5 0 0-16,1-5-7 0,-6-4 10 16,-1-2-5-1,-2-2-5-15,0-1 4 0,-1 1-4 16,-4 2 4-16,0 3 69 15,1 3 56-15,1 3 32 16,-1 2-20-16,1 0-42 16,-1 9-47-16,0 5-21 15,0 4 15-15,3 4-1 16,1 2-5-16,0-1-19 16,3-2-4-16,6-2-2 15,0-3-5-15,3-5-11 16,-1-4 5-16,2-6-6 15,-3-1-7-15,4-11-80 16,-6-3-160-16,-3-2-542 0</inkml:trace>
  <inkml:trace contextRef="#ctx0" brushRef="#br0" timeOffset="88629.0971">1715 5234 1780 0,'0'0'356'16,"0"0"-48"-16,0 0 24 15,0 0-140-15,0 0-101 16,0 0-53-16,0 0-28 15,13 36 20-15,15 9 26 16,1-1 10-16,-5-9-45 0,-7-10-14 16,-2-9-5-1,-2 1-1-15,2 0-1 16,-2-1 0-16,-4-8-10 16,-3-5-37-16,-3-3 5 0,-3-7 26 15,0-7-16-15,0-4-11 16,0 0 22-16,0-1 20 15,-2 6 1-15,2 2 1 16,0 6 0-16,0 3-1 16,6 2-1-16,4 0-14 15,3 4 15-15,4 4 0 16,2 0 0-16,1 0-1 16,0-1-5-16,-3-4 5 15,-4-2 1-15,-3-1-37 16,-5 0 10-16,-2-5 27 0,-3-4 0 15,0 1 12-15,0-1 14 16,0 3 24-16,0 3 4 16,0 2-27-16,0 1-9 15,0 0-18-15,7 5 12 16,2 3-11-16,0 1 1 16,0 1-1-16,0-1 5 15,-4-2-6-15,-1-1-28 16,-3-4-122-16,-1-2-85 15,-9-7-28-15,-2-4-414 16,-2-2-262-16</inkml:trace>
  <inkml:trace contextRef="#ctx0" brushRef="#br0" timeOffset="88760.8785">1982 5249 1252 0,'0'0'289'0,"0"0"-79"0,0 0-153 15,0 0-44-15,0 0 1 16,0 0-7-16,54 33-7 15,-21-16-29-15,-3-3-231 16,-4-2-558-16</inkml:trace>
  <inkml:trace contextRef="#ctx0" brushRef="#br0" timeOffset="89163.6071">2224 5321 1716 0,'0'0'287'0,"0"0"53"15,0 0-175 1,0 0-89-16,0 0-5 0,0 0 38 16,-26 45-30-16,26-28-37 15,0 1-15-15,2-2-9 16,6-1-5-16,0-4-13 16,0-3 0-16,1-6-13 15,-2-2-1-15,-1-5-23 16,-1-10 25-16,-4-7 2 15,-1-10 9-15,-6-12-1 16,-7-15 2-16,-5-4 0 16,3 9 0-16,4 15 0 0,5 20 1 15,3 8 13 1,0 4 51-16,3 3 15 0,0 3-40 16,0 2-37-1,7 11 3-15,10 12-3 0,8 11-2 16,1 0 7-16,-3-2-8 15,-2-5-1-15,-4-6-12 16,3 1-150-16,5-3-107 16,5-9-39-16,-6-6-268 15,-6-5-457-15</inkml:trace>
  <inkml:trace contextRef="#ctx0" brushRef="#br0" timeOffset="90041.5411">2441 5241 1267 0,'0'0'351'16,"0"0"-4"-16,0 0 10 15,0 0-101-15,0 0-45 0,0 0-85 16,0 0-38-16,-23-7-49 16,23 19-6-16,0 5-5 15,0 1-5-15,0 1-4 16,4-1-14-16,5 0-5 16,-1-4-1-16,2-3-1 15,1-5-7-15,-3-5-24 16,0-1-19-16,-3-11-9 15,-3-9-5-15,-2-11-19 16,-3-16 52-16,-10-16 19 16,0-3 13-16,0 4 0 15,3 17 1-15,5 21 6 16,1 10 13-16,3 8 65 16,-1 3 12-16,2 2-13 0,-1 1-42 15,1 12-25-15,0 16-10 16,7 14 9-16,6 6 11 15,5-1-8-15,0-11-5 16,0-13-6-16,-2-7-7 16,2-6-1-16,2-2-5 15,3-3-42-15,1-4-86 16,-4-1-31-16,-6-10 34 16,-6-3 38-16,-5-3 52 15,-3-2 35-15,0 0 6 16,-4 1 11-16,-4 2 42 0,1 4 34 15,1 4 50 1,1 2-10-16,1 3-30 16,1 2-22-16,2 0-39 0,0 9-27 15,1 4 8 1,0 4-17-16,1 1 0 0,7 0 6 16,2-2-6-16,4-4-8 15,0-5-35-15,-1-6-79 16,0-1-21-16,-3-10 25 15,0-7-19-15,-3-2 61 16,-1-3 44-16,-2 2 19 16,-2 3 13-16,-1 4 8 15,-1 4 55-15,1 5 23 16,-1 2 32-16,2 2-46 16,0 0-56-16,2 5 2 15,0 3 14-15,2 2 19 16,-2 2-20-16,0 1-3 0,-1-2-10 15,-2-1 3-15,-1-2-9 16,0-4 0-16,0-2 0 16,-2-2 15-16,-2-4 39 15,0-9-25-15,-1-5-22 16,4-2-5-16,1 0 0 16,0 2 13-16,5 5 8 15,3 4-11-15,2 3-6 16,4 4-11-16,4 2 1 15,3 1-1-15,1 8-5 16,0 4-2-16,-3 2 0 0,-3 3-27 16,-7 10-128-1,-6-4-446-15,-3-2-991 0</inkml:trace>
  <inkml:trace contextRef="#ctx0" brushRef="#br0" timeOffset="90386.8321">2319 5612 1145 0,'0'0'717'0,"0"0"-493"0,0 0 79 16,0 0-86-16,0 0-38 15,0 0-55-15,0 0-66 16,4-5 42-16,8 27 8 16,5 4-46-16,1 4-25 15,0 1-25-15,2-2-6 16,-1-2-6-16,0-5 0 15,0-4-83-15,7-12-198 16,-5-6-277-16,-4 0-582 0</inkml:trace>
  <inkml:trace contextRef="#ctx0" brushRef="#br0" timeOffset="90709.4904">2588 5550 1770 0,'0'0'339'0,"0"0"-144"15,0 0-2-15,0 0-87 16,0 0-29-16,-34 40 7 16,32-24-7-16,0 0-32 15,2 0-30-15,0-5-8 16,0-1-1-16,2-5-6 16,0-5-38-16,4 0-10 15,1-3 46-15,1-7 2 16,0 0 0-16,1 1 0 15,1 1 0-15,0 4 1 0,2 1-1 16,2 3 1-16,1 1 20 16,2 6 12-16,0 3-5 15,-2 0-11-15,-1-1-12 16,-3-1-5-16,-3-1-56 16,-2-7-138-16,-2 0-280 15,-4-3-461-15</inkml:trace>
  <inkml:trace contextRef="#ctx0" brushRef="#br0" timeOffset="91093.6106">2704 5519 1280 0,'0'0'588'16,"0"0"-499"-16,0 0-49 16,0 0 58-16,0 0-28 15,43 19-39-15,-24-15-17 0,1-4-6 16,-3 0-6-16,-4-6-1 15,-3-4-1-15,-8-3 0 16,-2-3 0-16,-1 0 5 16,-6 2 23-16,-2 2 122 15,2 3 33-15,3 4 34 16,2 4-63-16,2 1-57 16,0 3-62-16,2 10-26 15,9 4 1-15,5 6 14 16,6 2 3-16,0 4-13 15,2-2 1-15,-3 1-9 0,-5-1-5 16,-6 0 11-16,-4 0-11 16,-6 0 7-16,-3-1-7 15,-8-4 0-15,-6-2-1 16,-4-6-33-16,-1-7-62 16,0-7-48-16,-1-17-65 15,5-7-124-15,10-5-423 0</inkml:trace>
  <inkml:trace contextRef="#ctx0" brushRef="#br0" timeOffset="91649.1976">2979 5449 1652 0,'0'0'245'15,"0"0"-176"-15,0 0-42 16,0 0-14-16,0 0-12 15,0 0 10-15,38 24-10 16,-32-24 0-16,-2-1 17 16,0-7-6-16,0-4 19 15,-1 1 32-15,-1 0 41 16,-1 3 36-16,-1 2 43 16,0 5 11-16,0 1-54 15,-3 7-53-15,-3 7-60 16,2 6 5-16,0 2-14 15,2 2 0-15,2-4-11 16,2 0-7-16,6-7 0 0,5-5 1 16,1-5 0-16,3-3-1 15,-1-14 10-15,-1-6-10 16,2-10-1-16,-3-11 1 16,-5 4 1-16,-2 4 0 15,-5 7 1-15,-2 8-2 16,0 2 9-16,0 1-8 15,0 5 0-15,0 3 0 16,0 2-1-16,0 3-4 16,1 1 3-16,4 1 1 15,1 0 0-15,2 6 0 16,1 5 1-16,0 4 0 16,-1 5 17-16,-2 3 5 15,0 2-17-15,1-1-5 16,0-3 0-16,1-3-1 0,0-6-6 15,0-7-58-15,2-5-131 16,-1-19-48-16,-1-1-329 16,-5-6-929-16</inkml:trace>
  <inkml:trace contextRef="#ctx0" brushRef="#br0" timeOffset="92777.2395">753 3388 1215 0,'0'0'295'0,"0"0"-29"15,0 0 96-15,0 0-82 16,-39 0-39-16,37 0-46 16,2 0-84-16,0 0-54 15,0 0-29-15,6-2-22 16,6-4-5-16,5-2 8 0,5-3-8 15,1-1-1-15,1-3-86 16,3-8-160-16,-5 5-283 16,-7 0-527-16</inkml:trace>
  <inkml:trace contextRef="#ctx0" brushRef="#br0" timeOffset="93015.3438">803 3258 1468 0,'0'0'755'16,"0"0"-590"-16,0 0-26 16,0 0-81-16,0 0-32 15,0 0 58-15,50 8 54 16,-21-4-41-16,1 1-39 16,0 3-4-16,-4 1-14 0,-5 1-19 15,-6 4-3-15,-8 1-4 16,-7 6-5-16,-8 8 1 15,-10 1-10-15,-29 12-87 16,5-6-366-16,0-12-926 0</inkml:trace>
  <inkml:trace contextRef="#ctx0" brushRef="#br0" timeOffset="102975.0486">2064 2804 727 0,'0'0'877'0,"0"0"-711"15,0 0 38-15,0 0-46 16,0 0-12-16,0 0-24 16,10-23-47-16,0 13-24 15,1 1-33-15,2-1-2 16,-2 2-15-16,0 0 4 16,-3 2-5-16,-1 1-101 15,-4 1-113-15,-3 2-170 16,0-1-295-16</inkml:trace>
  <inkml:trace contextRef="#ctx0" brushRef="#br0" timeOffset="103279.0533">2051 2669 1422 0,'0'0'218'16,"0"0"-58"-16,0 0 29 15,0 0-92-15,0 0-35 16,0 0-21-16,0 0-16 16,-23 15-16-16,17 3-8 15,2 3 16-15,0 3 6 16,2 0 13-16,0-2 23 0,2-2 6 16,0-2-10-1,0-3-13-15,4-5-8 0,4-1-6 16,0-4-10-16,5-3 9 15,2-2 3-15,3 0-14 16,3-8 3-16,16-12-19 16,-4 3-132-16,-3-2-460 0</inkml:trace>
  <inkml:trace contextRef="#ctx0" brushRef="#br0" timeOffset="106200.9985">7379 5377 857 0,'0'0'177'0,"0"0"18"16,-51 5 15-16,34-3 18 15,5 0 25-15,4-1 10 16,7 0-78-16,1 0-56 16,17 1-6-16,23-2 47 15,29 0-1-15,21-3-22 16,14-7-51-16,5-2-30 16,1 0-15-16,8-1-11 15,3 2-7-15,3-1-12 0,-6 3 1 16,-11 2-22-16,-14 3 0 15,-18 2 1-15,-23 2-1 16,-19 0-2-16,-16 0-53 16,-10 0-42-16,-5 0-49 15,-2 0-42-15,-10 0 7 16,-17 0-117-16,-21 6-205 16,4 0-66-16,0 0-225 0</inkml:trace>
  <inkml:trace contextRef="#ctx0" brushRef="#br0" timeOffset="106553.9633">7595 5545 1523 0,'0'0'258'0,"0"0"-81"0,-48 7 11 16,38-5 64-16,7-1-37 15,3 0-63-15,9 0-24 16,21 0 3-16,26-1-6 16,31 0-17-16,22-9-24 15,13-5-33-15,7-2-6 16,-1 0 1-16,3-2 11 16,-1 2-42-16,-12-1-4 15,-15 5 1-15,-20 2-2 16,-27 4-10-16,-21 1 0 0,-18 3-6 15,-10 1-30-15,-5 0-22 16,-2 1 5-16,-6 0-22 16,-11 0-100-16,-6 0-166 15,-17 3-42-15,6-1-176 16,2 0-282-16</inkml:trace>
  <inkml:trace contextRef="#ctx0" brushRef="#br0" timeOffset="106961.5387">8645 5176 2326 0,'0'0'261'0,"0"0"-177"16,0 0 7-16,0 0 55 15,0 0-11-15,0 0-17 16,0 0-7-16,-4 44-25 15,36-23-23-15,14-1-24 16,16 0-9-16,4-3-7 16,-4-5-7-16,-14-4-10 15,-17-2-4-15,-9-3-1 16,-5 0 8-16,-1 0-9 16,-4 1 1-16,-1 2 0 15,-9 0-1-15,-2 2 1 16,-10 6 8-16,-7 2 16 0,-6 5 11 15,-3 3 0 1,-4 1-9-16,0 1-1 0,-1 0-13 16,1 0-5-16,1-1-7 15,4-3 7-15,4-2-8 16,3-3-43-16,6-4-85 16,-6-4-91-16,4-4-396 15,-1-4-760-15</inkml:trace>
  <inkml:trace contextRef="#ctx0" brushRef="#br0" timeOffset="700440.5577">2029 6693 1527 0,'0'0'249'15,"0"0"-62"-15,0 0 8 16,0 0-28-16,0 0-48 16,0 0-39-16,-9-1-32 15,9 1-21-15,9 0-4 16,8 1 62-16,11-1 42 15,15 0-18-15,13-3-26 16,5-4-21-16,-3 0-14 16,-4 1-9-16,-9 2-4 15,1 0-14-15,-3 1-8 0,0 0-1 16,-3 0 2-16,2 1 2 16,0-1-2-16,4-1-4 15,4 0-1-15,1-1 6 16,4 0 3-16,-2 1 3 15,-1 1-11-15,0 1-9 16,-3 1 1-16,-3-1 5 16,-7 2-6-16,-9 0-1 15,-7 0 9-15,0 0-7 16,3 0-1-16,4 0 5 16,6 0-5-16,0-2 0 15,-2-1 0-15,1 0 8 16,-1 0-9-16,1 0 1 0,-2 2-1 15,1-1 0 1,0 1 1-16,0 0-1 0,0 1 0 16,5-1 1-16,7-1 0 15,6-1 0-15,2-2 0 16,1 0 5-16,-6 1-5 16,-5 2 0-16,1 0 0 15,-2 2 5-15,1 0-6 16,0 0-1-16,0 2 0 15,-2 1 0-15,-1 0 1 16,1 0 0-16,0-1 0 16,3 0 0-16,1-1 1 15,0 1 0-15,-1-2 0 16,-1 1 0-16,0 0 8 0,-2 0-9 16,0 0 0-16,1 1 2 15,-8-1 5-15,-6 1-5 16,-6-1-1-16,0-1 1 15,3 1 4-15,7 0-5 16,9 0 0-16,-6 0 0 16,0 0 5-16,1-1-5 15,-6 1 8-15,4 0-3 16,-2 0-5-16,0 0-1 16,-2 0 11-16,1 1-10 15,-1-1 5-15,1 1 0 0,-1 0 0 16,0-1 0-1,-1 0-5-15,-1 1 8 0,1-1-1 16,0 0 2-16,1 1 1 16,2-1 4-16,1 0-2 15,2 1 2-15,-1-1 0 16,1 0-1-16,-1 0-13 16,0 0 20-16,0-1-1 15,0 0-4-15,1 0 5 16,-2 0 0-16,0 0-7 15,-1 0 5-15,-4-1 4 16,0 0-7-16,-3 1 13 16,-1-1-8-16,-4 1 3 15,-3 0-3-15,-2 0 0 16,-1 0 0-16,-3 0-9 0,-1 0-2 16,-2 0 4-16,0 0-2 15,-2 0-5-15,-1 0 1 16,0 0 1-16,-1 0-8 15,-1 0 10-15,-1 0-10 16,0 0 4-16,-1 0-4 16,0 0-2-16,-1-1 1 15,-1 0 0-15,0 0-33 16,-3-2-60-16,-11 0-53 16,-30 3-74-16,1 0-280 15,-6 0-501-15</inkml:trace>
  <inkml:trace contextRef="#ctx0" brushRef="#br0" timeOffset="702906.8027">8923 6691 146 0,'0'0'1098'15,"0"0"-892"-15,0 0-9 0,-40 2 30 16,31-2 18 0,2 0-11-16,3 0-59 0,1 0-7 15,1 0-10-15,1 0-7 16,1 0-24-16,0 0-17 16,0 0-12-16,0 2-27 15,1-1-22-15,9 1-4 16,8 1 24-16,11 0 15 15,13 1-16-15,12-1-11 16,3 1-11-16,-2-3-4 16,-5 0 0-16,-7-1-1 15,-3 0-5-15,-4 0-11 16,-7-1-1-16,-7-2 0 0,-1 0-6 16,3-2-3-16,3 0-15 15,1-2 0-15,-3 2 0 16,-3-1 0-16,-1 2 0 15,-2-1 0-15,0 1 0 16,-2 0 0-16,-1 0 0 16,0 0 0-16,-2 0 0 15,-1 1 0-15,0-1 0 16,-3 0 0-16,0 0 0 16,-2 1 0-16,0 0 0 15,-3 2 0-15,-1-1 0 16,-2 1 0-16,-1 1 0 15,-1 0 0-15,0 0 0 0,0 0 0 16,0 0 0 0,-7 0 0-16,-9 0-75 0,-28 12-194 15,4-1-318-15,-8 0-1056 16</inkml:trace>
  <inkml:trace contextRef="#ctx0" brushRef="#br0" timeOffset="708095.9205">3146 6004 1480 0,'0'0'511'0,"0"0"-229"15,0 0-3-15,0 0-18 16,0 0-148-16,0 0-47 15,31-14-18-15,-17 3-14 16,3 0-2-16,4-4-13 16,2-2-5-16,3-2-1 15,1-1-5-15,1 0-7 16,-3 2-1-16,-3 2-10 0,-4 3-13 16,-6 3-7-1,-4 3-10-15,-6 4-65 0,-2 3-220 16,-6 0-299-16,-5 4-456 0</inkml:trace>
  <inkml:trace contextRef="#ctx0" brushRef="#br0" timeOffset="708733.5612">3206 5816 1213 0,'0'0'324'16,"0"0"10"-16,0 0-5 16,0 0-91-16,0 0-80 15,0 0-73-15,0 0-27 16,-6-34-15-16,5 34-18 15,1 0-5-15,-2 0-8 16,1 7-12-16,-2 5 0 16,0 5 11-16,-1 4 10 15,0 4 8-15,0 1 9 16,-1-1 14-16,0 0-2 16,0-2 3-16,0-2-17 15,0-2 0-15,1-1-9 0,0 0-1 16,-1-4-2-16,3 0-3 15,-1-1 3-15,1-1-5 16,0-1 2-16,1-2 6 16,-1-1-8-16,1-2-1 15,1-3 3-15,0 0-6 16,0-1-3-16,0-2-3 16,0 0 0-16,0 1-3 15,0-1-6-15,0 0 0 16,1 1 7-16,6-1 5 15,3 0 0-15,5 0 2 16,2-2 10-16,3-4-5 16,1-2-5-16,0-2-2 15,-1-1-2-15,-1 0-4 16,-3-1-4-16,-2 1 4 0,-2 0-5 16,-3 0 0-16,-1 2-1 15,-2 1-9-15,-2 2-5 16,-3 2-10-16,-1 5-12 15,-2 7-49-15,-9 6-628 0</inkml:trace>
  <inkml:trace contextRef="#ctx0" brushRef="#br0" timeOffset="712984.6132">5069 5863 1285 0,'0'0'629'16,"0"0"-341"-16,0 0-30 15,0 0-7-15,0 0-55 16,0 0-45-16,28-31-76 15,-11 20-33-15,6-3-15 16,2-3-6-16,2-1-2 0,2-3-5 16,-1-1-13-1,-2 0 16-15,0 1-16 0,-4 1 7 16,-3 2-8-16,-4 3 0 16,-4 3-10-16,-3 3 9 15,-5 3-16-15,-3 4-11 16,-2 2-77-16,-19 12-227 15,1 4-202-15,-1 1-208 0</inkml:trace>
  <inkml:trace contextRef="#ctx0" brushRef="#br0" timeOffset="713509.3724">5051 5765 985 0,'0'0'299'0,"0"0"-32"15,0 0 0-15,0 0-44 16,0 0-63-16,0 0-3 15,0 0 15-15,-29-25-90 16,28 25-54-16,-1 0-16 16,2 0-10-16,-3 5-1 15,0 6 7-15,-3 4-7 0,-2 3 7 16,2 3 3-16,1 0 15 16,-1 0-2-16,3-1 11 15,0-1 5-15,3-2-21 16,0-1 2-16,0-3 8 15,5-1 11-15,0-3 2 16,1-2-2-16,3-1-1 16,1-3 3-16,1-1-5 15,5-2 7-15,2 0-16 16,3-6 14-16,2-6-18 16,2 0 0-16,-1-3-10 15,0-1-14-15,-2 0 0 0,-4 1 0 16,-2 2 0-1,-4 3-1-15,-4 2-14 16,-4 3-46-16,-4 5-183 0,0 0-258 16,-7 6-479-16</inkml:trace>
  <inkml:trace contextRef="#ctx0" brushRef="#br0" timeOffset="718299.9892">4191 5822 1239 0,'0'0'325'0,"0"0"-61"16,0 0-51-16,0 0-52 15,0 0-70-15,0 0-57 16,0 0-22-16,-36 46 30 15,28-23 2-15,-1 1-4 16,2 2-7-16,0 1-11 16,1-2-13-16,0-1-9 15,1-2-4-15,1-4-119 0,2 0-138 16,0-5-140-16,0-5-468 16</inkml:trace>
  <inkml:trace contextRef="#ctx0" brushRef="#br0" timeOffset="718756.7699">4014 6029 1194 0,'0'0'230'0,"0"0"-76"16,0 0 5-16,0 0 24 15,0 0-53-15,0 39-23 16,6-30-22-16,2 0-19 0,0-1-17 16,2-2-21-16,1 0-6 15,4-2 11-15,2-2-24 16,2-2 0-16,2 0-3 16,1-2-6-16,1-4-19 15,-1-1-73-15,0-1-17 16,-2-1-29-16,-4-2-65 15,-1-1 2-15,-2 1-5 16,-5 0-34-16,0 0 0 16,-4 2 34-16,0-1 25 15,-3 4 18-15,-1-1 117 16,0 2 46-16,0 1 101 16,0 1 36-16,0 1 15 0,-2 1 64 15,-1 0-25-15,1 1-47 16,-2 0-40-16,0 2-37 15,-2 3-35-15,-1 2-12 16,-6 6-20-16,1-1-32 16,1-1-303-16</inkml:trace>
  <inkml:trace contextRef="#ctx0" brushRef="#br0" timeOffset="719792.8534">2217 5918 383 0,'0'0'852'0,"0"0"-595"16,0 0-103-16,0 0-69 15,0 0 24-15,-13 40 1 0,10-19-31 16,0 1-16-1,1 1-19-15,-1-2-29 0,-2-1-6 16,1-2-8-16,0-3 1 16,-1-2-2-16,1-3-60 15,0-3-36-15,1-4 3 16,-1-2 39-16,-1-1 28 16,2 0-2-16,-1-5 11 15,0-2 15-15,1 0 2 16,2 0 0-16,-1 3 52 15,2 0-27-15,0 4 12 16,7 0-11-16,2 0 28 16,1 4 15-16,2 3-25 15,0 1-17-15,3 1-8 16,-1-1-9-16,1 0-9 0,-1-3 6 16,0 1-6-16,-2-2-1 15,-1-2-10-15,-4-1-40 16,1-1-49-16,-4 0-4 15,-3 0 2-15,-1 0 21 16,0 0 42-16,0 0-70 16,-4 0 3-16,-2 0 5 15,-1 0 36-15,-3 3-44 16,0 3-131-16,1-1-123 0</inkml:trace>
  <inkml:trace contextRef="#ctx0" brushRef="#br0" timeOffset="720725.352">6266 5787 472 0,'0'0'1332'0,"0"0"-1101"15,0 0-121-15,0 0-74 16,0 0-23-16,-21 37-6 0,16-17 5 16,0 2-11-16,0 0-1 15,0 0 0-15,2-1-1 16,1 3-43-16,-1-5-108 15,2-3-125-15</inkml:trace>
  <inkml:trace contextRef="#ctx0" brushRef="#br0" timeOffset="720926.4853">6162 5924 1156 0,'0'0'226'0,"0"0"-144"0,0 0 13 16,0 0 30-16,0 0-35 16,43 12-35-16,-26-7-32 15,1 0-13-15,1-1-10 16,5 3-9-16,-4-2-166 16,-4-1-187-16</inkml:trace>
  <inkml:trace contextRef="#ctx0" brushRef="#br0" timeOffset="724169.0402">8629 6615 127 0,'0'0'977'0,"0"0"-648"16,0 0-43-16,0 0-19 16,0 0-38-16,0 0-28 0,0 0-28 15,-19-15-20 1,19 15-62-16,0 0-55 0,0 7-24 15,6 4-6-15,3 5 4 16,2 2 1-16,1 1-4 16,0-1-5-16,0 0 4 15,-1-2 1-15,-2-2-7 16,-2-1-58-16,-2-2-112 16,-3 0-31-16,-2-1-39 15,0-2-62-15,-5-1 25 16,-5-2-75-16,-2-3-189 15,-1-2 328-15,-1 0 99 16,0-3 114-16,2-3 255 16,2-1 260-16,4 3-180 0,1-1-27 15,3 3-76-15,2 1-68 16,0 1-83-16,4 0-42 16,5 0 1-16,5 0 34 15,4 0-4-15,0 0-28 16,2 0-25-16,-1 0-6 15,-1 0-10-15,-2 0 0 16,-3-2-1-16,0-3-7 16,-4 0-32-16,-1-3-38 15,-2-1 5-15,-3-1-25 16,-1-2 0-16,-2 0 21 16,0 0 31-16,0 3 22 0,0 1 23 15,-2 3 1 1,1 2 27-16,-1 3 19 0,0 0-23 15,0 2-11-15,-2 7-12 16,0 2 6-16,1 4-6 16,-1 1 5-16,2-1-5 15,0 1-1-15,1 4-55 16,-1-4-231-16,1-3-460 0</inkml:trace>
  <inkml:trace contextRef="#ctx0" brushRef="#br0" timeOffset="724313.0983">8860 6718 1555 0,'0'0'289'0,"0"0"-193"16,0 0-96-16,-38 24-162 0</inkml:trace>
  <inkml:trace contextRef="#ctx0" brushRef="#br0" timeOffset="727323.6293">4908 7907 1194 0,'0'0'374'0,"0"0"6"16,0 0-86-16,0 0-59 0,0 0-23 15,0 0-50-15,0 0-39 16,-12-7-43-16,12 3-29 15,4-2-16-15,5-1-13 16,4-2-7-16,3 0-6 16,1 0-1-16,3-2-7 15,-1 2 0-15,0 1 0 16,-3-1-1-16,-1 1-58 16,-2 0-94-16,-2-1-134 15,-4 1-193-15,-3 0-194 0</inkml:trace>
  <inkml:trace contextRef="#ctx0" brushRef="#br0" timeOffset="727586.854">4982 7730 993 0,'0'0'696'0,"0"0"-414"15,0 0-56-15,0 0-113 16,0 0-11-16,0 0 9 15,44-13-14-15,-22 12-12 16,1 1-19-16,-2 0-19 16,-2 0-18-16,-3 4-14 15,-4 2-8-15,-4 3 1 16,-4 3-7-16,-4 4 0 0,0 2 4 16,-7 5-5-1,-6 2-104-15,-10 10-140 0,6-7-286 16,0-5-390-16</inkml:trace>
  <inkml:trace contextRef="#ctx0" brushRef="#br0" timeOffset="732641.8951">7173 7850 1012 0,'0'0'277'0,"0"0"-25"15,0 0-51-15,0 0 35 16,0 0-14-16,0 0-37 15,-23 3-15-15,23-3-16 16,0 0-35-16,0 1-17 16,0-1-21-16,0 0-26 15,0 0-21-15,2 0-13 16,5 1 0-16,3-1 5 16,2 0 8-16,3 0-1 15,2 0-1-15,2 0-8 16,1 0 0-16,0 0-7 0,1-1-2 15,1 0 0 1,2 0-1-16,0 1-1 0,1-2 1 16,0 0 2-16,0-1-1 15,0 0 2-15,-2 1-8 16,0-1-4-16,0 0-4 16,-1 1-1-16,2 1 1 15,0 0 0-15,2-1 13 16,-1 1-7-16,0-1 2 15,0 0-7-15,-1 1 7 16,-1-2-3-16,0 1-5 16,-1-1 0-16,0 1 5 15,0 1-5-15,1-3 11 16,3 3-4-16,1-2-1 16,2 0 1-16,2 0-2 0,1 0-5 15,3-2 11 1,-1 2-10-16,2 0 3 0,-3 1-5 15,0 0 0-15,-3 1 7 16,0 0-7-16,-1 1 0 16,-3-1 6-16,-2 1-5 15,-1 0 7-15,-1-1-7 16,-2 1 5-16,-1 0 4 16,0 0-2-16,-1 0-7 15,0 0 1-15,0 0 7 16,-1 0 3-16,0 0 1 15,0 0 2-15,1 0-1 0,0 0-4 16,1 0 1-16,1 0-1 16,0 0-2-16,2 0-2 15,-1 0 0-15,2 0 3 16,-1 0 1-16,0 0-4 16,1 0 3-16,0 0 0 15,2 0 0-15,-1 0 6 16,1 0 0-16,-1 0-3 15,-1 1 0-15,0 1 2 16,-1-1-4-16,-1 1 1 16,-1-1 2-16,0 0 1 15,-1 1 2-15,0-2 4 16,-2 0-2-16,0 0-6 16,-2 0 0-16,-3 0 0 15,0 0 1-15,-2-3 8 0,1 1-9 16,-2 0 3-16,1-1-3 15,-1 1-6-15,-2 0-4 16,0 1 6-16,-1-1-8 16,-1 1 0-16,0-1 0 15,-1 2 0-15,1-1 0 16,-1 0 0-16,-2 0 0 16,0 1 0-16,-1-1 0 15,0 1 0-15,-1-1 0 16,0 1 0-16,0-1 0 15,0 1 0-15,-2-2 0 0,-5 1-21 16,-7 1-143 0,-17 0-113-16,2 3-399 0,-2 1-1196 15</inkml:trace>
  <inkml:trace contextRef="#ctx0" brushRef="#br0" timeOffset="734000.7068">6348 7833 1521 0,'0'0'663'0,"0"0"-284"16,0 0-21-16,0 0-121 16,0 0-74-16,0 0-76 15,0 0-54-15,-10 36 3 16,14-11 27-16,0 4 4 16,2 0-22-16,-2-1-3 15,0-2-18-15,0-3-13 16,-1-2-10-16,0-2-1 15,-1-4-12-15,-2-2-83 0,0-7-70 16,0-2-199-16,-3-4-420 16</inkml:trace>
  <inkml:trace contextRef="#ctx0" brushRef="#br0" timeOffset="734332.6011">6298 7833 1520 0,'0'0'781'0,"0"0"-533"16,0 0 0-16,0 0-116 15,0 0 22-15,0 0-37 16,-40 42-35-16,31-29-6 16,1-1-28-16,1-3-21 15,1-2-7-15,3-2-8 0,0-4 0 16,3-1 6-16,0 0 25 15,0-8 13-15,0-4-41 16,4-1-8-16,4-2-7 16,2 2 0-16,5 1-1 15,3 3-8-15,4 1 0 16,3 4-4-16,3 3 2 16,1 1 10-16,3 5-29 15,13 14-102-15,-8-2-364 16,-7 0-1171-16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24:11.1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1504 3541 1741 0,'0'0'319'16,"0"0"-119"-16,0 0 15 15,0 0 0-15,0 0-42 16,0 0-61-16,-15-11-57 16,15 12-31-16,3 7-23 15,6 5 9-15,2 4 1 16,2 1-10-16,1 1 8 16,0 0-8-16,0-2-1 15,-3 0 0-15,-2-2-12 16,-3 0-4-16,-4-1-160 0,-2-3-36 15,0 1 61-15,-5-3-27 16,-4-1-11-16,-4-2 54 16,-1-3 81-16,-2-2 54 15,0-1 9-15,3 0 47 16,1-3 25-16,4-1 31 16,2 1 36-16,4 1-27 15,2 2-38-15,0-1-44 16,8 1-14-16,5 0-13 15,7 0 6-15,3 0 11 0,4 0-3 16,2-1-8-16,0-3-6 16,0-3-8-16,-2-2-4 15,-4 0 0-15,-6-3-15 16,-6 1-78-16,-6-2-32 16,-5 1 15-16,0-1 42 15,-6-1 49-15,-2 0 18 16,-1 1 1-16,0 3 32 15,4 2 101-15,0 4 5 16,2 3-2-16,3 1-39 16,0 2-34-16,0 9-18 15,5 4 30-15,2 5-25 16,1 2-23-16,1 0-16 16,-2 1-4-16,0-3-7 15,-4-2-75-15,-6 0-146 0,-5-5-318 16,-9-6-1210-16</inkml:trace>
  <inkml:trace contextRef="#ctx0" brushRef="#br0" timeOffset="578.4146">837 3276 1320 0,'0'0'396'0,"0"0"98"16,0 0-232-16,0 0 0 16,0 0-32-16,0 0-94 15,-44-2-85-15,38 16-30 16,0 6-11-16,5 3 8 15,1 3-1-15,1-2-2 0,8-1-14 16,2-5-1-16,3-4-1 16,0-6-7-16,0-4-1 15,-1-4 8-15,-3-5 0 16,0-6-25-16,-5-4 25 16,-4-2-5-16,-1-2 6 15,-3 0 0-15,-7 0-1 16,-5-1 1-16,-2 3-8 15,-1 2-5-15,0 4-1 16,5 5-7-16,2 3-16 16,4 3-75-16,1 0-38 15,5 4-29-15,1 4-133 0,2-1-224 16,3-2-648-16</inkml:trace>
  <inkml:trace contextRef="#ctx0" brushRef="#br0" timeOffset="777.4196">778 3086 1585 0,'0'0'540'0,"0"0"-199"16,0 0-165-16,0 0-118 16,0 0-43-16,0 0 33 15,0 0-1-15,40 49-20 16,-23-29-17-16,1 1-10 0,6 3-54 15,-5-5-324-15,-3-6-714 16</inkml:trace>
  <inkml:trace contextRef="#ctx0" brushRef="#br0" timeOffset="977.8709">934 3102 1833 0,'0'0'548'0,"0"0"-162"16,0 0-132-16,0 0-132 15,0 0-83-15,0 0-19 16,0 0 23-16,28 54 2 16,-9-29-7-16,1 1 2 15,2 1-14-15,-4 0-26 16,0 1-1-16,-5-2-90 16,-5 0-266-16,-4-8-355 0,-4-8-704 15</inkml:trace>
  <inkml:trace contextRef="#ctx0" brushRef="#br0" timeOffset="1194.2337">916 3057 1579 0,'0'0'316'0,"0"0"-109"16,0 0-116-16,0 0-60 15,0 0 70-15,51-9 9 0,-30 10-29 16,-1 7-23-16,-4 2-19 15,-3 4 1-15,-6 2-11 16,-5 4 2-16,-2 1 23 16,-6 0-31-16,-14 4-23 15,3-6-272-15,0-7-677 0</inkml:trace>
  <inkml:trace contextRef="#ctx0" brushRef="#br0" timeOffset="1701.8588">1097 2888 1753 0,'0'0'350'0,"0"0"-51"16,0 0-185-16,0 0-59 15,0 0 55-15,0 0-3 16,45 41-30-16,-29-26-7 15,-2-1-34-15,-3-1-15 0,-2-3-11 16,-3-2-10-16,-3-3 1 16,-2-3-1-16,-1-2 13 15,0-2 26-15,-4-10-20 16,-2-5-5-16,0-4 4 16,2-3 3-16,2 2-9 15,2 4-2-15,3 5-2 16,7 7-7-16,5 4-1 15,2 2-1-15,5 6 1 16,1 5-1-16,1 5-8 16,0 0 1-16,-3-1-8 15,-1 1-215-15,-8-3-391 16,-3-5-625-16</inkml:trace>
  <inkml:trace contextRef="#ctx0" brushRef="#br0" timeOffset="2071.7894">1269 2779 1243 0,'0'0'368'0,"0"0"-252"16,0 0 7-16,0 0 2 16,0 0-38-16,45 8-25 15,-32-8-12-15,0 0-11 16,-3-1 20-16,0-6 10 0,-2-2-11 15,-2-3-9 1,0 1 0-16,-3 0 5 0,-3 0 8 16,0 4 2-16,0 3 48 15,-3 2 52-15,-4 2-35 16,-1 2-53-16,-1 7-44 16,0 5-20-16,0 2-3 15,1 3 3-15,3 1 1 16,4 0 5-16,1-1-6 15,3-2-11-15,8-3-1 16,2-3 0-16,4-5-13 16,4-5 5-16,0-2-74 15,9-23-149-15,-4 0-225 16,-4 0-530-16</inkml:trace>
  <inkml:trace contextRef="#ctx0" brushRef="#br0" timeOffset="3046.2515">1425 2616 120 0,'0'0'1772'15,"0"0"-1424"-15,0 0-136 16,0 0-138-16,0 0-29 16,0 0 93-16,0 0 7 15,29 29-25-15,-17-17-50 16,1 0-34-16,1 0-26 15,-1-1 0-15,0-2-10 16,-2-2-2-16,-2-1-8 0,-3-4 2 16,-1-2-14-16,-2 0-30 15,-1-8-17-15,-2-3 30 16,0-3 17-16,0-2 11 16,-3-1 10-16,-2-3 1 15,-1 2 2-15,1 2 11 16,0 4 14-16,2 3 37 15,0 5 32-15,3 2-12 16,0 2-36-16,0 3-39 16,3 7-2-16,6 4 17 15,2 1-3-15,5 1-7 16,3-1-2-16,1-4-3 16,1-6-8-16,0-5-1 15,-1-1 11-15,-2-12-11 0,-2-5 0 16,-6-4 0-16,-5-3-1 15,-5-3 1-15,0 1 0 16,-9 0 0-16,-4 4-1 16,0 7 0-16,0 6 0 15,3 4-9-15,1 4-13 16,2 2-1-16,3 0 24 16,4 3 0-16,0 2-13 15,5 0-11-15,5 0 10 16,6 1 7-16,0 0 6 15,1 0-5-15,2 1 6 16,-2 1 0-16,-1 2 0 16,-3 0 7-16,1 1-6 15,0-1 0-15,-1-3 0 16,4-3-1-16,0-4 0 0,3 0 0 16,1-8-45-16,2-6-45 15,-3-6-49-15,-3-2 22 16,-4-2 31-16,-7-2 10 15,-5 1 28-15,-1 0 29 16,0 2 19-16,-6 3 21 16,-2 4 56-16,-2 5 35 15,2 4 19-15,-1 4 22 16,2 3-11-16,0 0-82 16,-1 8-39-16,4 7-7 15,1 4-13-15,3 2 1 0,3 2-1 16,9-3 0-1,4-3-1-15,3-6 0 0,4-4 0 16,-1-5 0-16,-2-2 0 16,-3-6-8-16,-2-7-29 15,-7-3 16 1,-2-4 12-16,-6-2 8 0,0-1 1 16,-10 0 0-16,-4 4 0 15,-1 4 6-15,-1 5-6 16,2 8-14-16,3 2-29 15,3 2-2-15,7 8-105 16,1 0-78-16,16 3-104 16,0-4-254-16,1-2-678 0</inkml:trace>
  <inkml:trace contextRef="#ctx0" brushRef="#br0" timeOffset="3399.5924">2078 2251 1285 0,'0'0'554'15,"0"0"-221"-15,0 0-104 16,0 0-122-16,0 0-62 16,0 0 23-16,0 0-8 15,24 30-14-15,-14-18-19 16,1 0-17-16,-3 0-8 16,-2-2-2-16,-2 0-8 15,-4-4-40-15,0-3 47 16,0-3 1-16,-3 0 40 0,-1-9 51 15,-2-6-9-15,0-4 53 16,1-5-5-16,2-3-37 16,3 2-46-16,0 5-28 15,0 6-13-15,6 6-6 16,5 5 0-16,6 3 1 16,4 0-1-16,4 7 2 15,2 5 13-15,-1 4 4 16,-3 3-2-16,-6 6-17 15,-5 15-29-15,-7-5-222 16,-5-2-1223-16</inkml:trace>
  <inkml:trace contextRef="#ctx0" brushRef="#br0" timeOffset="4376.9586">5964 5944 1431 0,'0'0'382'0,"0"0"-132"0,0 0-92 16,0 0 40-16,0 0-16 15,57-42-8-15,-9 11 2 16,19-14-26-16,11-8-44 16,2-1-35-16,-3 4-38 15,-10 9-13-15,-7 6-19 16,-16 10-1-16,-16 10-7 16,-16 8-4-16,-10 4-64 15,-2 3-69-15,-33 12-56 16,0 4-305-16,-10 3-442 0</inkml:trace>
  <inkml:trace contextRef="#ctx0" brushRef="#br0" timeOffset="4857.3146">5987 5819 988 0,'0'0'261'0,"0"0"16"16,0 0-13-16,0 0-8 15,0 0-50-15,0 0-31 16,0 0-61-16,-4-17-28 16,1 22-19-16,-3 7-7 15,-1 7 16-15,-5 11 36 16,-5 9-19-16,-3 10-18 16,2-3-38-16,3-9 1 15,8-14-4-15,4-8-7 16,3-1-1-16,0-1-19 15,1 0-5-15,8-5 7 16,5-4-9-16,4-4 0 0,5 0 10 16,4-9-10-1,0-5 8-15,3-5-7 0,2-3 5 16,-2-1-6-16,0-1-34 16,7 0-150-16,-7 4-191 15,-7 7-656-15</inkml:trace>
  <inkml:trace contextRef="#ctx0" brushRef="#br0" timeOffset="7224.3763">6747 5406 1455 0,'0'0'391'15,"0"0"-38"-15,0 0-82 16,0 0-94-16,0 0-80 0,0 0-51 15,0 0-16-15,-3 30 0 16,11-8 19-16,2 1-17 16,0 1-10-16,-1-2-21 15,0-2-1-15,0-1-6 16,-1-3-57-16,-3-3-183 16,-2-4-231-16,-3-5-145 0</inkml:trace>
  <inkml:trace contextRef="#ctx0" brushRef="#br0" timeOffset="7576.7826">6685 5308 1169 0,'0'0'322'0,"-4"-42"-16"0,4 19-80 16,3 0-102-16,8 6-41 16,6 5-21-16,3 7-12 15,2 5-11-15,1 8 23 16,-3 10 18-16,-3 9-14 15,-6 12-17-15,-8 5-9 16,-3-1-13-16,-1-9-20 16,-6-10-6-16,1-9-1 15,-1 0 1-15,0-1-1 16,0-3 1-16,2-8 12 16,1-3 87-16,1-4-28 15,3-6-45-15,0 0-11 16,0 0-15-16,6 3-1 0,5 3 1 15,3 4-1-15,2 0 1 16,2 6-1-16,0 3 0 16,0 0-8-16,-2 0-50 15,1-1-142-15,-4-4-340 16,-4-4-555-16</inkml:trace>
  <inkml:trace contextRef="#ctx0" brushRef="#br0" timeOffset="7950.3375">6943 5315 1607 0,'0'0'216'0,"0"0"-82"16,0 0-76-16,0 0-22 0,0 0-20 15,0 0-7-15,45 34-2 16,-35-34 1-16,-3 0-1 15,-2-6 12-15,-2-4 49 16,-2-1 4-16,-1-1-11 16,0-1 4-16,-3 1 24 15,-3 1 12-15,-1 4 7 16,1 3 27-16,-2 2 10 16,1 2-40-16,1 4-35 15,0 7-35-15,0 4-10 16,2 4 19-16,2 2-10 15,2 1-20-15,1 0-4 0,9-1-10 16,3-3 0-16,5-4-9 16,2-3-7-16,1-7-119 15,10-9-133-15,-5-8-186 16,-5-3-219-16</inkml:trace>
  <inkml:trace contextRef="#ctx0" brushRef="#br0" timeOffset="8169.984">7134 5182 1637 0,'0'0'539'16,"0"0"-176"-16,0 0-118 15,0 0-46-15,0 0-90 16,0 0-38-16,0 0 25 0,6 30-32 16,6-14-25-1,2 0-9-15,2 1 0 0,2 0-8 16,0-3-11-16,0-2-11 15,-1-3-1-15,-2-4-68 16,-1-7-104-16,-3-6-165 16,-5-3-320-16</inkml:trace>
  <inkml:trace contextRef="#ctx0" brushRef="#br0" timeOffset="9715.2272">7263 5082 454 0,'0'0'1557'16,"0"0"-1190"-16,0 0-186 0,0 0-2 16,0 0-9-16,8 50-53 15,3-30-5-15,0 1-38 16,2 0-26-16,0-1-15 16,0-1-18-16,-1-4-8 15,-2-3-7-15,-2-5-1 16,-2-6-42-16,-2-1-28 15,1-9-4-15,-2-7-59 16,-1-4-26-16,0-2 40 16,-2-1 50-16,0 4 47 15,0 3 22-15,0 4 1 16,0 5 22-16,0 3 57 16,0 4 28-16,0 0-38 15,0 7-30-15,0 4 16 0,0 3 15 16,7 0-17-16,5-1-19 15,2-3-2-15,3-5-17 16,4-4-6-16,1-1-9 16,1-11 0-16,-1-4-1 15,-4-5 0-15,-5-1-12 16,-6-2-38-16,-7 1-20 16,0 2-5-16,-9 3 22 15,-4 5 24-15,-2 4-25 16,1 6-11-16,1 1 46 15,3 1 20-15,5 0 1 16,3 0-1-16,2 0 0 16,0 0-6-16,5 0 6 15,5 5 1-15,2 0 8 0,1 3 2 16,0 3 8-16,0 0 23 16,0 3-11-16,-2 0 8 15,1 0-9-15,-2-3-17 16,1-2-12-16,-1-5-1 15,1-4 0-15,1 0 7 16,-1-8-6-16,0-4-1 16,-3-3-42-16,-2-1-14 15,-4 0 15-15,-2 2 1 16,0 2 15-16,-6 1 8 16,-1 2 10-16,1 1-1 0,1 1 8 15,2 1 1-15,3-1 0 16,0 0-1-16,1 1-1 15,6 2 1-15,0 3 0 16,3 1 1-16,0 3 0 16,2 7 27-16,-1 3 24 15,0 3 28-15,0 1-21 16,0-1 6-16,-1-2-21 16,2-4-20-16,0-2-10 15,0-5-13-15,1-3 5 16,0-1-6-16,-2-9-51 15,0-3-53-15,-4-4-13 16,-2-3 31-16,-4-2 13 16,-1-2 41-16,0 2 23 15,-4 3 9-15,-1 3 6 0,0 6 41 16,1 3 27-16,1 4 16 16,0 3 31-16,0 1-39 15,1 8-45-15,1 4-17 16,0 3 20-16,1 0-19 15,0 2-10-15,7-1-11 16,2-3-6-16,3-1 6 16,4-5-1-16,2-6-26 15,3-2-83-15,2-10-22 16,-2-6-104-16,-3-3-111 16,-6-2-156-16,-5-2 220 15,-6 2 184-15,-1 1 99 0,-1 3 242 16,-4 4 103-16,0 4-5 15,2 4-72-15,1 1-58 16,1 4-53-16,1 0-94 16,0 4-47-16,4 5 8 15,5 5 15-15,3 3 15 16,1 2-18-16,-1 0-24 16,1-1 2-16,-2-3-14 15,-2-4-1-15,-1-6-11 16,-1-5-54-16,-1-1-5 15,-1-11-14-15,-2-4-5 16,1-2 23-16,0-1 48 16,-2 1 8-16,1 3 11 0,-2 3 5 15,1 4 9 1,-2 3 41-16,1 4 33 0,0 1-38 16,2 0-36-1,2 6 7-15,4 1 20 0,1 1-10 16,2-1-19-16,1-2 0 15,2-3-10-15,-2-2-1 16,-2 0 5-16,1-8-5 16,-3-4-1-16,-3-2-10 15,-2-4 2-15,-3-1-2 16,-1-4 10-16,0-2 7 16,-3 0-7-16,-2 4 0 15,2 5 25-15,1 6 46 16,0 6 0-16,2 4-26 15,0 0-31-15,4 9-13 0,7 5 5 16,3 4-5-16,5 3 0 16,-2 2-1-16,0 0 0 15,-3 0-66-15,-5-3-125 16,-5-1-156-16,-4-6-352 16,0-6-924-16</inkml:trace>
  <inkml:trace contextRef="#ctx0" brushRef="#br0" timeOffset="9895.8903">8136 4850 2286 0,'0'0'282'16,"0"0"-118"-16,0 0-112 15,61-28-1-15,-30 12-24 16,2-1-21-16,-1 0-6 15,-5 3-84-15,-6 4-469 0</inkml:trace>
  <inkml:trace contextRef="#ctx0" brushRef="#br0" timeOffset="10713.844">7368 5560 1311 0,'0'0'307'16,"0"0"70"-16,-25-35-75 16,17 23-89-16,4 5-15 15,1 4-7-15,3 3-78 16,0 11-67-16,12 18-28 16,6 12 15-16,3 5-2 15,1 0-5-15,-4-11-20 16,-5-11 7-16,-2-4-13 15,0-4 0-15,1 0-13 16,-1-2-55-16,-1-2-99 0,-3-8 11 16,-3-4 58-16,-4-7 68 15,0-8-1-15,0-3-20 16,-2-2 23-16,-1 1 22 16,-1 2 6-16,3 4 6 15,1 4 9-15,0 3 9 16,0 4 3-16,0 2-8 15,4 0-13-15,4 4 4 16,7 3 4-16,2-1-4 16,5 0-4-16,2-3 0 15,0-3 1-15,-3 0-7 16,-3-7 0-16,-4-3 1 0,-5-1 0 16,-5-1 12-16,-4 1 14 15,0 2 94-15,0 2-3 16,0 4-18-16,0 2-34 15,0 1-39-15,3 0-15 16,3 5-10-16,1 3 8 16,2 2-8-16,-2-1-2 15,-2 1-6-15,-3-2-186 16,-4-5-102-16,-6-3-345 16,-5 0-929-16</inkml:trace>
  <inkml:trace contextRef="#ctx0" brushRef="#br0" timeOffset="10845.4633">7575 5505 1482 0,'0'0'355'0,"0"0"-192"0,0 0-134 15,0 0-23-15,0 0-6 16,79 30-29-16,-42-19-204 16,-1-1-278-16</inkml:trace>
  <inkml:trace contextRef="#ctx0" brushRef="#br0" timeOffset="11230.7957">7820 5528 1448 0,'0'0'274'16,"0"0"93"-16,0 0-111 16,0 0-90-16,0 0-81 15,0 0-29-15,0 0 34 0,-32 51-2 16,32-31-27-16,1 0-37 15,6-1-23-15,5-3-1 16,1-3-7-16,1-4-4 16,-2-7-2-16,-1-2-14 15,-2-6 2-15,-2-8-14 16,-4-5-16-16,-3-4 26 16,-3-11 22-16,-13-12 5 15,-7-12-2-15,2 4 4 16,3 11 9-16,8 18 10 15,6 15 36-15,2 4 23 16,1 2-9-16,1 3-47 16,1 2-14-16,9 10-8 15,7 7 1-15,5 5-1 16,7 9 0-16,4 7 0 0,-3-2-20 16,1 1-98-1,-10-12-235-15,-10-13-561 0</inkml:trace>
  <inkml:trace contextRef="#ctx0" brushRef="#br0" timeOffset="12125.7567">7984 5409 1672 0,'0'0'397'0,"0"0"-75"16,0 0-113-16,0 0-66 15,0 0-106-15,0 0 5 16,-8 35 18-16,15-17-29 0,2 1-14 15,3 1-8-15,1-3-9 16,2-5-15-16,0-2-2 16,-2-7-72-16,-2-3-28 15,-2-5-12-15,-3-7-81 16,-3-7-69-16,-3-2 61 16,-3-9 139-16,-12-11 79 15,-7-15 5-15,-4-7 46 16,4 10 38-16,5 12 50 15,9 20 41-15,2 9 20 16,1 3-54-16,1 1-17 0,2 4-9 16,2 4-46-1,0 6-48-15,6 15-11 0,9 14 7 16,7 10 2-16,3 6-12 16,0-10-4-16,-4-11-8 15,-5-13-15-15,1-4-6 16,4-3-95-16,4-5-19 15,4-5 70-15,-2-3-144 16,-3-14-267-16,-5-3-75 16,-6-4 44-16,-8-1 472 15,-5 1 35-15,-2 3 369 16,-6 3 19-16,0 6-4 16,1 4-93-16,1 4-55 15,2 4-41-15,1 0-110 16,3 8-56-16,0 5-9 0,0 3-6 15,3 1-9 1,6 1-5-16,3-3-7 0,3-3-15 16,2-4-28-16,0-4-99 15,-2-4-116-15,-2-8-67 16,-4-5-158-16,-3-4 182 16,-4-1 153-16,-2 0 155 15,0 2 227-15,0 3 111 16,-2 3 4-16,0 4-72 15,1 4-48-15,1 2-88 16,0 0-79-16,2 3-31 16,5 6 46-16,2 3-8 0,1 1-19 15,1 1-10-15,-1-1-14 16,-3-2-10-16,-1-1-7 16,-4-5-2-1,-1-2 1-15,-1-3 8 0,-1-2 6 16,-5-9 0-16,-2-5-1 15,0-4 3-15,4-1 1 16,0 0 32-16,2 3 14 16,2 7-2-16,0 4-19 15,6 5-13-15,4 2-21 16,6 1 0-16,3 8 10 16,2 2 1-16,-2 3-15 15,-3 3-5-15,-8 12-94 0,-4-3-255 16,-4-3-672-16</inkml:trace>
  <inkml:trace contextRef="#ctx0" brushRef="#br0" timeOffset="12560.9668">7692 6078 677 0,'0'0'1535'16,"0"0"-1342"-16,0 0-102 0,0 0-64 16,0 0 17-1,0 0 17-15,41 48-2 0,-28-29-9 16,-2 1-20-16,-2 0-12 15,-2-2-9-15,-3-3 3 16,-1-4-11-16,-3-6 0 16,0-5 15-16,0-4 2 15,-1-13-7-15,-2-5-10 16,1-6 1-16,2 1-2 16,0 3 14-16,6 4 15 15,4 7 6-15,2 5-10 16,2 5-13-16,3 3 8 15,2 5-2-15,1 4 3 16,0 3-9-16,-1 1-12 16,-3-1-3-16,-3-1-154 0,-4-3-169 15,-5-3-493-15</inkml:trace>
  <inkml:trace contextRef="#ctx0" brushRef="#br0" timeOffset="12929.7724">7905 5985 1194 0,'0'0'528'15,"0"0"-450"-15,0 0-33 16,0 0-23-16,38 31-7 16,-25-26-8-16,-1-3 2 0,-2-2-8 15,-3-3 10-15,-1-6 6 16,-3-3 45-16,-1-3 2 15,-2-1-13-15,0-2 14 16,-3 2 27-16,-3 2 62 16,-2 3-3-16,2 3 3 15,0 5 9-15,0 3-6 16,3 0-45-16,0 7-66 16,2 7-22-16,1 4-6 15,3 5 8-15,8 1-10 16,4 2-5-16,3-2-5 15,3-1-5-15,1-4-1 16,0-5-13-16,-2-6-115 0,0-8-141 16,-5-7-195-16,-4-6-411 15</inkml:trace>
  <inkml:trace contextRef="#ctx0" brushRef="#br0" timeOffset="13822.4558">8117 5856 1947 0,'0'0'257'16,"0"0"48"-16,0 0-186 16,0 0-19-16,0 0-8 15,18 40-16-15,-4-24-10 16,0 0 3-16,1 0-36 16,-2-3-23-16,-3-2-2 0,-1-5-8 15,-1-2-8-15,-3-4-89 16,-1-4 5-16,-3-8 5 15,1-5 9-15,-2-4 25 16,0 0 32-16,0 1 19 16,-1 4 2-16,-1 2 12 15,0 5 28-15,1 5 23 16,1 3 34-16,0 1-45 16,0 7-13-16,6 5 37 15,4 1-15-15,2 1-22 16,3 0-13-16,2-2-19 15,0-4-5-15,-2-4 10 0,-1-4-6 16,-1-1-6-16,-1-9 10 16,-3-4-10-16,-1-3-35 15,-4 0-21-15,-3 0 14 16,-1 1 4-16,0 3 15 16,-3 1 13-16,-1 2 2 15,1 1 8-15,0 3 0 16,1-1 1-16,2 4 5 15,0-1 0-15,0 2-5 16,2 2 5-16,4 0 0 16,2 3 13-16,0 6 24 15,-1 3 5-15,2 0-3 16,-1 1-6-16,1-1-19 0,0-2-13 16,-1-3-5-1,2-4-2-15,0-3-11 0,-1 0-69 16,0-6-65-16,-1-5-48 15,0-4-88-15,-1-2-13 16,-2-4 11-16,-2 0 80 16,0-1 26-16,-3 3 177 15,0 4 21-15,0 3 152 16,-3 4 108-16,-2 4-48 16,2 3 14-16,-2 1-78 15,1 5-52-15,-1 6-8 16,3 4-5-16,2 3-27 15,0 2-21-15,4-1-17 16,5-2-17-16,0-3-8 16,2-5-7-16,1-5-6 15,-1-4 0-15,0-4 1 16,1-8-2-16,-3-5-9 0,-3-2-15 16,-2-2 5-16,-4-1-1 15,0-1 20-15,-7 2-6 16,-5 2-3-16,-1 5 7 15,-1 5 1-15,1 7-7 16,1 2-2-16,4 3-22 16,4 6-36-16,4 1-91 15,4 0-39-15,7-3-169 16,1-2-389-16</inkml:trace>
  <inkml:trace contextRef="#ctx0" brushRef="#br0" timeOffset="14175.1501">8649 5593 1874 0,'0'0'276'0,"0"0"-32"15,0 0-163-15,0 0-15 16,0 0 2-16,0 0-22 16,44 42-14-16,-32-31-9 15,-5 0-6-15,0-2-11 16,-4-1 0-16,-3-2-5 15,0-2 5-15,0-4-4 16,-2 0 10-16,-4-6-2 0,0-8 9 16,1-4 26-1,3-3 19-15,2-2-26 0,0 3 7 16,6 2-5-16,4 6-4 16,3 3 3-16,2 4-5 15,2 4 7-15,1 1-13 16,-1 1-11-16,-2 6-7 15,-2 2-4-15,-4 0-6 16,-4 2 0-16,-5 3-110 16,0-3-145-16,-1-2-403 0</inkml:trace>
  <inkml:trace contextRef="#ctx0" brushRef="#br0" timeOffset="14327.2431">8964 5469 1397 0,'0'0'1429'16,"0"0"-1251"-16,0 0-153 15,0 0-25-15,0 0-158 16,0 0-322-16</inkml:trace>
  <inkml:trace contextRef="#ctx0" brushRef="#br0" timeOffset="36368.8146">2603 7387 836 0,'0'0'168'16,"0"0"322"-16,0 0-181 15,0 0-16-15,0 0-26 16,0 0-47-16,-33-28-6 16,32 28-70-16,1 3-66 15,0 6-47-15,3 7 0 16,3 5 17-16,2 1-7 15,1 1-16-15,0-1-8 0,2-2-11 16,-1-4 1-16,1-3 1 16,-1-4-8-16,0-4-1 15,-1-4-42-15,-2-1-1 16,-1-8 7-16,-2-4-2 16,-2-3-1-16,-2-1 14 15,0 2 16-15,0 2 10 16,0 4 0-16,0 2 0 15,0 4 1-15,0 2 9 16,0 0 5-16,0 4-1 16,7 6 14-16,2 2 2 15,3 1 1-15,1-2-11 0,1 0-2 16,1-4-2-16,-1-2 1 16,0-4 4-1,-2-1-6-15,0-5 1 0,-2-5-1 16,-3-4-4-16,-4-4-5 15,-3-2 1-15,0-3 1 16,-3-3-8-16,-7-2 10 16,-3-1-10-16,-2 0 0 15,0 4 0-15,0 4-1 16,1 5-6-16,4 6-16 16,0 5-29-16,5 5-103 15,5 5-126-15,0 6-310 16,2-1-315-16</inkml:trace>
  <inkml:trace contextRef="#ctx0" brushRef="#br0" timeOffset="38071.9698">2860 7203 1117 0,'0'0'335'16,"0"0"-35"-16,0 0 3 0,0 0-35 15,-23-37-45-15,22 34-44 16,1 3-22-16,0 1-65 16,4 10-50-16,9 12 45 15,3 2 6-15,0 5-21 16,1 1-27-16,-2-5-10 16,3 4-12-16,-2-3-13 15,-2-1-8-15,-1-3-1 16,-3-3 0-16,-1-4 0 15,-4-5 0-15,-2-5-1 16,-2-4 0-16,-1-2 11 0,0-6 2 16,-6-7-4-1,-2-7-7-15,1-3 4 0,1-3-5 16,3 2 1-16,3 3-1 16,0 5 0-16,1 6-1 15,6 4 0-15,4 6-1 16,1 0-7-16,2 6 8 15,3 4 0-15,-2 3-1 16,1 2 0-16,-2 0 0 16,-1 1 1-16,-1-2-77 15,4 3-146-15,-2-3-161 16,-4-4-465-16</inkml:trace>
  <inkml:trace contextRef="#ctx0" brushRef="#br0" timeOffset="38651.3017">3096 7272 1694 0,'0'0'358'0,"0"0"-172"15,0 0-4-15,0 0-30 16,0 0 18-16,44-11-28 15,-31 11-18-15,-3 3-26 16,-1 3-27-16,-2 1-19 16,-3 3-10-16,-1 1-13 15,-3 0-8-15,0 2-4 0,0-2-9 16,-4-2-2-16,1-2 1 16,0-4-5-16,0-3 4 15,2 0 1-15,1-5-7 16,0-4-10-16,0-6-2 15,0-1 4-15,3-3-5 16,1-1 10-16,-1 1-4 16,0-1 1-16,-2 1 5 15,-1 1-1-15,0 3 2 16,0 3 0-16,0 5 1 16,0 3 17-16,0 4 13 15,0 0 1-15,0 8-19 0,0 8 7 16,-1 4 37-1,1 4 15-15,0 2 1 0,0-2-8 16,4-2-7-16,3-3-13 16,2-4-12-16,1-5-9 15,1-4-7-15,2-5-7 16,0-1-1-16,2-3 0 16,0-8-1-16,1-3-2 15,-2-3-6-15,-1 2-14 16,-4 2-64-16,-3 4-78 15,-4 5-72-15,-2 3-381 16,0 1-994-16</inkml:trace>
  <inkml:trace contextRef="#ctx0" brushRef="#br0" timeOffset="39656.3762">5320 7348 1300 0,'0'0'388'0,"0"0"-59"15,0 0-24-15,0 0-57 16,0 0-48-16,0 0-93 0,0 0-61 16,6 22 55-1,11 3 2-15,1 1-40 0,1-1-33 16,-1-1-12-16,-3-4-6 16,-1-1-5-16,-1-3-5 15,-3-2-1-15,-3-5-1 16,0-3-14-16,-4-4-25 15,-1-2 12-15,-2-9 26 16,1-4 1-16,-1-4 0 16,0 1 1-16,0 1 0 15,0 2 1-15,1 5-1 16,1 3 0-16,2 5 0 16,2 0 0-16,3 3 8 15,3 6 10-15,2 4 5 0,3-1-6 16,1 0-4-16,1-2 2 15,-2-5-2-15,2-2-4 16,-3-3-4-16,-5 0 0 16,-2-7 4-16,-5-4-1 15,-4-5-7-15,0-4 5 16,-4-3 1-16,-9-4-8 16,-2-1-1-16,-3 0-19 15,-3 0-8-15,2 6-29 16,3 7-12-16,5 6-45 15,3 8-120-15,7 3-133 0,1 8-334 16,0-2-392-16</inkml:trace>
  <inkml:trace contextRef="#ctx0" brushRef="#br0" timeOffset="40084.6428">5615 7157 598 0,'0'0'1500'0,"0"0"-1227"15,0 0 29-15,0 0-165 16,0 0-49-16,0 0 21 16,21 38 11-16,-2-12-26 15,1 3-35-15,2 2-16 0,-3 0-7 16,1 0-18-16,-3-3-9 15,-1-3-8-15,-3-5-1 16,-3-6-10-16,-3-7-2 16,-4-7-3-16,-3-2 15 15,0-12 6-15,0-7 6 16,-3-2-4-16,0-1-7 16,1 3 0-16,2 6 0 15,0 4 0-15,0 5 1 16,1 4-1-16,5 2 1 15,3 1-2-15,3 6 14 16,2 2-5-16,1 2-2 16,0 0-7-16,0 0-5 15,-2 0 4-15,-2 1-60 0,4 0-132 16,-5-3-284-16,-3-4-354 0</inkml:trace>
  <inkml:trace contextRef="#ctx0" brushRef="#br0" timeOffset="40661.5003">5980 7259 1774 0,'0'0'559'0,"0"0"-451"16,0 0-5-16,0 0-38 16,19-40 62-16,-4 36-53 15,1 2-8-15,1 2 7 16,-1 3 1-16,-1 6-7 16,-4 3-12-16,-4 2-17 15,-2 4-16-15,-4 2-7 16,-1 0-6-16,0-1-1 15,-3-4-7-15,-1-4 5 16,-1-6-6-16,1-4 0 0,2-1-10 16,0-12-28-1,2-5-5-15,0-5 11 0,0-2-5 16,2-2 7-16,1 0 11 16,-1 2 11-16,-1 1 2 15,-1 2 6-15,0 4 2 16,0 3 7-16,-1 4 23 15,-1 4 30-15,1 4 23 16,0 2-8-16,0 4-34 16,1 9-19-16,0 7 25 15,0 6 31-15,2 5-5 16,6 0-11-16,3 0-8 16,1-4-17-16,2-4-11 15,1-6-13-15,1-4-7 16,-2-6-8-16,1-4 0 0,0-3-29 15,1-10-61-15,7-22-79 16,-3 2-339-16,-5-3-705 0</inkml:trace>
  <inkml:trace contextRef="#ctx0" brushRef="#br0" timeOffset="41002.2981">6335 7075 1986 0,'0'0'524'0,"0"0"-293"0,0 0-5 15,0 0-140-15,0 0-11 16,0 0-43-16,0 0-17 16,51-35-8-16,-34 27-7 15,-2-1-81-15,-1 0-158 16,-2 3-218-16,-6 2-345 0</inkml:trace>
  <inkml:trace contextRef="#ctx0" brushRef="#br0" timeOffset="41143.6208">6376 7181 1842 0,'0'0'246'0,"0"0"-101"16,0 0-92-16,58-26-53 15,-22 5-142-15,-2 0-540 0</inkml:trace>
  <inkml:trace contextRef="#ctx0" brushRef="#br0" timeOffset="42027.861">6791 7061 1190 0,'0'0'353'0,"0"0"-41"0,0 0-60 16,0 0-34 0,0 0-51-16,0 0-63 0,0 0-24 15,-4-7-8-15,4 5 2 16,0-1 1-16,0-1-3 16,0-2 1-16,1-2-18 15,2-2-19-15,0-3-10 16,1-2-4-16,0-1-5 15,-1-2-1-15,-1 0-1 16,0 0 0-16,-2 1 9 16,0 3 9-16,-1 1 9 15,-3 3-2-15,0 3-4 16,2 2 11-16,-1 3 1 16,1 2-3-16,0 0-29 15,1 6 2-15,1 6-7 0,0 5-5 16,0 3 24-16,0 3-3 15,7 0-8-15,3 0 2 16,2-2-1-16,2-3-19 16,3-5 11-16,0-3-12 15,0-5 0-15,2-5 6 16,-2 0-6-16,-1-10 0 16,-1-4 10-16,-3-3-10 15,-2-3-2-15,-4-1 2 16,-2-2-10-16,-3-1 10 15,-1 0-1-15,-2 1 0 16,-4 1 0-16,-2 2 1 0,-1 3-1 16,1 3 1-1,-1 3 0-15,2 2 0 0,0 2 2 16,2 1-1-16,1 3 6 16,1 2 0-16,3 1-7 15,0 0-1-15,0 4-5 16,0 10 6-16,8 4 10 15,1 5-4-15,3 2 13 16,1 1-7-16,1-4-4 16,-1-2 1-16,1-3-3 15,-2-3-5-15,-1-4 0 16,-2-2 0-16,-1-4 0 16,-1-2 0-16,1-2-1 0,0-1 0 15,1-6 0 1,0-2-38-16,-1-1-43 0,-2 1-52 15,-4 1-80-15,-2 3-314 16,0 1-296-16</inkml:trace>
  <inkml:trace contextRef="#ctx0" brushRef="#br0" timeOffset="42195.8296">7137 6903 2250 0,'0'0'303'16,"0"0"-123"-16,0 0-105 16,0 0-42-16,0 0-33 15,0 0-23-15,0 0-239 0,-2 0-663 0</inkml:trace>
  <inkml:trace contextRef="#ctx0" brushRef="#br0" timeOffset="43860.1492">9553 6639 1778 0,'0'0'397'0,"0"0"-222"15,0 0-58-15,0 0-71 16,0 0 34-16,0 0-26 16,0 0-26-16,18 9-10 15,-7-9-18-15,0 3-58 16,-3-2-82-16,-2 1-121 16,-3 1-68-16,-3 2-299 15,-1 2 25-15</inkml:trace>
  <inkml:trace contextRef="#ctx0" brushRef="#br0" timeOffset="43972.7806">9574 6698 549 0,'-14'10'358'0,"1"0"22"16,2-1-57-16,2-1-55 16,3-3-60-16,4-2-71 0,2-3-58 15,4 0-45 1,10-2-8-16,6-7-26 0,15-9-161 16,-6 2-166-16,-4 0-529 0</inkml:trace>
  <inkml:trace contextRef="#ctx0" brushRef="#br0" timeOffset="44206.5438">9598 6565 1967 0,'0'0'285'16,"0"0"-122"-16,0 0-96 15,42 1 73-15,-18 6-1 0,1 2-30 16,-1 3-11-16,-3 0-32 15,-5 3-21-15,-7 1-9 16,-8 4-8-16,-1 2-7 16,-16 2-10-16,-6 3-11 15,-7 1-21-15,-14 6-177 16,7-8-268-16,7-7-796 0</inkml:trace>
  <inkml:trace contextRef="#ctx0" brushRef="#br0" timeOffset="44980.3994">10039 6506 1363 0,'0'0'802'0,"0"0"-566"16,0 0-31-16,0 0-116 15,0 0 47-15,-13 35-8 16,13-12-28-16,6 2-20 15,5-2-35-15,1-3-29 16,3-3 4-16,1-4-14 16,-2-4 6-16,0-6-12 15,-3-3-10-15,-3 0-6 0,-1-9 10 16,-2-4-2-16,-1-1 2 16,-3 0 6-16,-1 3 1 15,0 2 5-15,0 3 12 16,0 3 26-16,0 3 1 15,0 0-20-15,0 9-18 16,2 5 2-16,5 1 12 16,0 2 9-16,2-2-10 15,3-4-5-15,2-3 0 16,0-3-5-16,1-5 1 16,-1-2-1-16,0-9 1 15,-1-6-4-15,-2-4-5 16,-1-11-1-16,-5-10 8 0,-5-12-8 15,-7-2 0-15,-6 12-1 16,0 15-1-16,3 15-7 16,2 10 1-16,-1 2-11 15,1 2-20-15,0 4-34 16,2 7-16-16,6 4-84 16,10 10-129-16,4-4-196 15,4-1-244-15</inkml:trace>
  <inkml:trace contextRef="#ctx0" brushRef="#br0" timeOffset="45348.8579">10451 6430 2076 0,'0'0'321'0,"0"0"-55"15,0 0-135-15,0 0 44 16,1 36-4-16,9-15-68 15,2 5-20-15,0 1-21 16,0 0-11-16,-1 0-19 16,-3-3-11-16,-1-2-2 15,-3-5-13-15,0-4 6 16,-2-7-12-16,0-6 1 16,0 0 21-16,1-13-13 15,2-4 3-15,1-2-12 16,0 0 9-16,2 2-3 15,0 6-5-15,0 3 9 0,1 6-4 16,2 2-5-16,2 3-1 16,0 6 1-16,0 3 0 15,-1 1-1-15,-2 0-9 16,-3 1-45-16,-4 5-99 16,0-4-303-16,-3-3-430 0</inkml:trace>
  <inkml:trace contextRef="#ctx0" brushRef="#br0" timeOffset="45850.503">10755 6538 2328 0,'0'0'331'0,"0"0"-185"15,0 0-71-15,0 0 24 0,48 1 28 16,-30 5-60-16,-1 2-16 15,-4 2-15-15,-2 1 0 16,-4 2-7-16,-5 0 0 16,-2 0-14-16,-1 0 2 15,-8-1-7-15,-1 0-8 16,1-3-1-16,1-5-1 16,3-3-22-16,4-1-16 15,1-7-15-15,4-6-1 16,8-4 7-16,3-3 17 15,3-1 18-15,0-3 6 16,1 1 6-16,-1 0 0 0,-3 2 0 16,-1 4 10-16,-4 3 17 15,-4 5 32-15,-2 6 16 16,-3 3-19-16,-1 5-26 16,0 9 15-16,-7 8 54 15,0 6 0-15,0 0-25 16,2 2-10-16,3-5-17 15,2-5-8-15,0-4-12 16,8-5 6-16,4-6-17 16,5-5-1-16,5-3-1 15,4-10-7-15,4-6-7 16,3-5-12-16,1-4-70 16,11-14-97-16,-9 7-116 0,-7 5-435 0</inkml:trace>
  <inkml:trace contextRef="#ctx0" brushRef="#br0" timeOffset="48193.4112">9540 7078 1640 0,'0'0'481'0,"0"0"-190"16,0 0-27-16,0 0-27 16,0 0-86-16,0 0-73 15,0 0-27-15,26-8-3 16,0 8 13-16,4 0-25 15,3 0-18-15,-2 0-8 0,0-1-10 16,-4-1-21 0,-4-2-116-16,-7-2-191 0,-4 0-272 15,-8-1-446-15</inkml:trace>
  <inkml:trace contextRef="#ctx0" brushRef="#br0" timeOffset="48425.9194">9685 6960 1674 0,'0'0'269'0,"0"0"-161"15,0 0 36-15,45 21 66 16,-22-10-101-16,1 2-57 16,-1-2-15-16,-4 3-10 15,-3-1 0-15,-6 2-6 0,-6 2-1 16,-4 2 10-16,-5 2 6 15,-8 1-5-15,-3 0-16 16,0 0-15-16,1 0-25 16,5-6-142-16,5-6-379 0</inkml:trace>
  <inkml:trace contextRef="#ctx0" brushRef="#br0" timeOffset="49064.0678">10119 6881 1661 0,'0'0'354'0,"0"0"-2"15,0 0-113-15,0 0-14 16,0 0-68-16,0 0-91 16,0 0-35-16,-3 19 35 15,9 5 0-15,3 2-22 16,1 0-19-16,3-2-11 0,0-2-7 15,2-4-5-15,0-4 5 16,-2-6-7-16,-1-4 0 16,-2-4-27-16,-2-6 11 15,-2-8 2-15,-1-3 5 16,-2-1-2-16,-2 0 11 16,0 5 2-16,0 2-1 15,-1 5 7-15,0 3 13 16,0 3 7-16,1 0-8 15,2 9-10-15,2 3 2 16,3 4 16-16,3 0 8 0,4-1-4 16,3-1-10-1,2-4-1-15,1-4 12 0,-1-3-19 16,-2-3-2-16,-1-5 3 16,-4-7-9-16,-2-5 7 15,-3-4-12-15,-3-3 11 16,-4-2-5-16,-1-3-6 15,-2 0 4-15,-6 3-5 16,-2 5-27-16,0 6-14 16,-2 8-35-16,-2 7-108 15,2 6-329-15,1 4-413 0</inkml:trace>
  <inkml:trace contextRef="#ctx0" brushRef="#br0" timeOffset="49801.6531">10567 6882 1192 0,'0'0'411'0,"0"0"-47"0,0 0-57 16,0 0-47-16,0 0-65 16,0 0-61-16,0 0-67 15,-16-12-44-15,23 28 17 16,3 7 41-16,1 3-24 16,0 1-24-16,0 1-15 15,-2-2-8-15,-2-2-1 16,-2-2-7-16,-1-5-1 15,-3-3 1-15,1-5 8 16,-2-5-9-16,1-4-1 16,-1-4 7-16,1-10 5 15,2-4-10-15,2-4-1 16,0 2 0-16,3 4 0 0,0 5 0 16,-1 5 0-1,2 4 0-15,0 2-1 0,-1 2 1 16,2 6 0-16,0 2 0 15,-1 1 1-15,0 1-2 16,-2 0-39-16,1 3-171 16,-2-2-154-16,-2-4-612 0</inkml:trace>
  <inkml:trace contextRef="#ctx0" brushRef="#br0" timeOffset="50189.9459">10798 6902 1854 0,'0'0'513'16,"0"0"-251"-16,0 0-152 15,0 0-13-15,0 0 102 16,20 39-75-16,-7-20-25 16,2 2-26-16,0-1-14 15,-1 0-35-15,-1-3-9 16,-2-1-3-16,-2-5 1 15,-3-3-13-15,-2-3 6 16,-2-5-6-16,-1-2 0 16,0-9 0-16,0-7-1 15,0-5 1-15,2-1 6 0,1 0-5 16,1 4 0 0,1 5 0-16,1 6-1 0,1 5 0 15,2 4 0-15,0 1 9 16,3 10 4-16,0 2 13 15,1 3 4-15,-1 3-6 16,0 0-5-16,-1 0-13 16,-2-1-6-16,0 6-49 15,-4-5-132-15,-3-3-521 0</inkml:trace>
  <inkml:trace contextRef="#ctx0" brushRef="#br0" timeOffset="50887.1046">9391 7480 1565 0,'0'0'540'16,"0"0"-225"-16,0 0-31 15,0 0-19-15,0 0-60 16,0 0-82-16,0 0-55 16,10-24-20-16,8 20-1 15,3 0-20-15,3-2-15 16,2 2-3-16,0-2 0 16,0 2-3-16,-2-1-5 15,-3 2-1-15,-4-1-13 0,-4 2-79 16,-1-3-152-16,-4 0-269 15,-5 1-389-15</inkml:trace>
  <inkml:trace contextRef="#ctx0" brushRef="#br0" timeOffset="51158.0486">9533 7310 1780 0,'0'0'560'16,"0"0"-260"-16,0 0-165 15,0 0-31-15,0 0 22 16,0 0 19-16,49 24-30 16,-28-13-46-16,1-1-21 0,-2 0-18 15,-1 1-6-15,-3-3-12 16,-5 0-12-16,-3 1 7 16,-4 1-6-16,-4 1 0 15,0 3 1-15,-8 2-2 16,-3 2-1-16,-5 1 0 15,2 1-77-15,-2 2-85 16,6-5-332-16,3-7-526 0</inkml:trace>
  <inkml:trace contextRef="#ctx0" brushRef="#br0" timeOffset="52068.0848">10078 7284 1189 0,'0'0'390'0,"0"0"-53"0,0 0-6 16,0 0-48-16,0 0-31 15,0 0-76-15,0 0-76 16,-16-8-56-16,20 21-11 16,4 4 31-16,1 0-7 15,1 0-28-15,0-2-11 16,2-3-9-16,-2-3-8 15,1-4 7-15,-1-2-8 16,-2-3 0-16,-1-1-9 16,-2-7-10-16,1-5 5 15,-2 1-1-15,-1-2 15 0,0 2-1 16,-1 3-5-16,-1 3 6 16,-1 3 6-16,0 2 15 15,2 1-3-15,0 4-3 16,4 7 3-16,4 2 19 15,0 1 5-15,4 0-4 16,2-2-2-16,0-2-6 16,0-5-11-16,-2-1-11 15,-1-4 8-15,0 0-2 16,-3-6-4-16,-1-4 1 16,-2-4-2-16,-2-4-8 15,-3-4 4-15,-2-9-5 16,-3-7 0-16,-7 1-1 15,-1 4-6-15,-1 8-26 0,1 11-10 16,1 2-1-16,-1 4 4 16,5 7-56-16,4 5-157 15,2 8-219-15,0-1-356 0</inkml:trace>
  <inkml:trace contextRef="#ctx0" brushRef="#br0" timeOffset="53299.7524">10496 7263 1287 0,'0'0'392'0,"0"0"-58"0,0 0-44 15,-27-40-42-15,23 32-35 16,1 2-22-16,1 4-42 16,2 2-63-16,0 1-50 15,3 10-20-15,5 7 7 16,3 3 20-16,1 4-10 16,0-1-15-16,1 0-8 15,-1-3-8-15,-1-2 5 16,-2-5-7-16,-3-4-1 15,-2-4 1-15,-1-3 0 16,-2-3 0-16,0 0 7 16,0-9 4-16,0-3-10 0,2-3 6 15,0 0-7-15,2 1 0 16,0 5 1-16,1 2-1 16,1 4-8-16,0 1 7 15,1 2 1-15,0 3-6 16,0 2 6-16,0 4 1 15,0 0-1-15,-1 1-4 16,-1-1-98-16,4 3-123 16,-2-3-127-16,0-2-449 0</inkml:trace>
  <inkml:trace contextRef="#ctx0" brushRef="#br0" timeOffset="53628.468">10786 7290 1661 0,'0'0'361'0,"0"0"15"0,0 0-171 15,0 0 8-15,0 0-32 16,-24 44-51-16,21-26-17 16,3 0-31-16,0-1-15 15,2-2-31-15,6-2-10 16,3-3-2-16,2-3-5 15,2-5 7-15,1-2-10 16,0-4 1-16,-1-7-8 16,0-4 0-16,-5-2-3 0,-3-1 1 15,-3-2-1-15,-4 1-5 16,0 1-1-16,-7 3-1 16,-4 5-12-16,-2 6-20 15,-6 4-47-15,-22 9-92 16,3 6-309-16,-4-1-496 0</inkml:trace>
  <inkml:trace contextRef="#ctx0" brushRef="#br0" timeOffset="55441.5871">770 7712 651 0,'0'0'393'15,"0"0"-70"-15,0 0-31 0,0 0-9 16,0 0-57-16,0 0-38 16,-7-5-66-16,7 4-26 15,0-1-39-15,2-1-32 16,6-2-16-16,3-1-8 15,3-1-1-15,-1 0-1 16,-1 1-14-16,-2 4-98 16,-3 1-161-16,-5 2-238 15,-2 6-29-15,0 2-213 0</inkml:trace>
  <inkml:trace contextRef="#ctx0" brushRef="#br0" timeOffset="55586.9565">770 7806 789 0,'0'0'359'0,"0"0"-52"15,0 0-4-15,0 0-73 16,0 0-64-16,0 0-90 16,0 0-45-16,0 16 9 15,14-26-16-15,2-4-24 16,8-7-47-16,-4 1-189 16,-3 3-391-16</inkml:trace>
  <inkml:trace contextRef="#ctx0" brushRef="#br0" timeOffset="55852.4159">839 7564 1461 0,'0'0'264'15,"0"0"-165"-15,0 0 8 16,47-2 14-16,-22 4-20 15,0 4-4-15,1 5-13 16,-2 0 53-16,-5 3-66 16,-4 3-17-16,-7 0-7 15,-5 4-12-15,-3 2-10 16,-5 3-9-16,-10 7-16 16,-9 11-19-16,2-7-224 15,0-5-497-15</inkml:trace>
  <inkml:trace contextRef="#ctx0" brushRef="#br0" timeOffset="75272.658">8491 6751 717 0,'0'0'81'0,"0"0"-74"16,0 0-7-16,0 0 0 15,0 0-39-15,0 0-130 0</inkml:trace>
  <inkml:trace contextRef="#ctx0" brushRef="#br0" timeOffset="75538.6596">8482 7155 405 0,'0'0'83'0,"0"0"-83"0</inkml:trace>
  <inkml:trace contextRef="#ctx0" brushRef="#br0" timeOffset="75917.879">8428 7464 1056 0,'0'0'227'0,"0"0"-128"16,0 0-63-16,0 0-7 15,0 0 2-15,0 0-20 16,0 0-11-16,0 2-59 16,0 0-217-16</inkml:trace>
  <inkml:trace contextRef="#ctx0" brushRef="#br0" timeOffset="78693.244">2735 5408 584 0,'0'0'279'15,"0"0"-30"-15,0 0-41 16,0 0-31-16,0 0 56 16,0 0-25-16,-11 1-44 15,11-1-42-15,0 0-58 16,0 1-26-16,1-1-8 0,8 2 4 15,1 0 6-15,5 0-1 16,6 0 2-16,2 0 16 16,2 0 1-16,3 0-3 15,4-2-1-15,0 0-20 16,3 0-1-16,1-2-8 16,-2-3-4-16,-4 2-4 15,-1-2-5-15,-5 0 0 16,-5 2-2-16,-4 0 5 15,-5 0-15-15,-3 1 0 16,-4 2 11-16,0-1-11 16,-3 1-1-16,1 0-8 15,9 1-41-15,-3 5-201 0,4-1-614 16</inkml:trace>
  <inkml:trace contextRef="#ctx0" brushRef="#br0" timeOffset="79571.7769">5532 5427 1284 0,'0'0'312'0,"0"0"-96"16,0 0-14-16,0 0 22 15,0 0-20-15,0 0-24 16,0 0-21-16,46 6-11 16,-22-6-12-16,5 0-47 15,3 0-26-15,1 0-15 16,2-1-15-16,-1-3-17 16,-1 1-5-16,-2 0 18 15,-1 0-12-15,-4 0-16 0,-3 1 9 16,-6-2-1-1,-4 3-7-15,-3-1 5 0,-4 1-5 16,-3 1-1-16,0 0 5 16,-3 0-6-16,0 0-27 15,-3 0-128-15,-6 5-383 16,-5 1-861-16</inkml:trace>
  <inkml:trace contextRef="#ctx0" brushRef="#br0" timeOffset="81186.4159">1296 7950 616 0,'0'0'225'0,"0"0"-6"0,0 0 11 15,0 0-61-15,0 0-33 16,0 0 2-16,0 0-18 16,5-1 16-16,5-2 20 15,1 1-26-15,4-2-13 16,1 1-28-16,1-2-21 16,2 2-7-16,1-2-15 15,0 0-13-15,-1 2-8 16,-1-1-8-16,-1 1-10 15,-1 0 1-15,-2 2-7 16,-2-1 0-16,-2 2-1 16,0 0-26-16,5 2-129 15,-3 2-185-15,0 1-442 0</inkml:trace>
  <inkml:trace contextRef="#ctx0" brushRef="#br0" timeOffset="81983.1494">4093 7940 1288 0,'0'0'318'15,"0"0"-194"-15,0 0-23 16,0 0 78-16,0 0 21 15,0 0-52-15,37 2-34 16,-19-2-25-16,1 0-12 16,2 0-4-16,1-1-20 15,-2-3-19-15,0 1-19 16,-3-1-6-16,-2 0-9 16,-4 2-32-16,0-1-108 15,-4 1-151-15,-4 1-422 0</inkml:trace>
  <inkml:trace contextRef="#ctx0" brushRef="#br0" timeOffset="89854.5741">8171 6656 1403 0,'0'0'478'16,"0"0"-268"-16,0 0-50 0,0 0-41 15,0 0-23-15,3 0-30 16,8 0-32-16,5 0-7 16,4 0-14-16,2 0 3 15,-1-2-9-15,0 0-7 16,-3 1-59-16,-3-1-103 16,-1-3-119-16,-5 1-268 15,-3 0-363-15</inkml:trace>
  <inkml:trace contextRef="#ctx0" brushRef="#br0" timeOffset="90056.474">8277 6591 1255 0,'0'0'348'0,"0"0"-142"0,0 0-128 15,0 0 1-15,0 0 33 16,0 0-38-16,42 24-36 15,-32-15-17-15,-3 3-5 16,-3 2-8-16,-4 2 1 16,0 11-9-16,-4-5-138 15,-2 0-392-15</inkml:trace>
  <inkml:trace contextRef="#ctx0" brushRef="#br0" timeOffset="90475.8088">8229 7022 1313 0,'0'0'551'0,"0"0"-333"16,0 0-70-16,0 0-6 15,0 0-37-15,0 0-54 16,0 0-14-16,21 3 0 16,-7-2-6-16,0-1-17 15,1 0-7-15,-2 0-6 16,-1 0-1-16,-1-3-80 16,-1-6-153-16,-2 1-333 15,-2 1-285-15</inkml:trace>
  <inkml:trace contextRef="#ctx0" brushRef="#br0" timeOffset="90701.8405">8293 6955 91 0,'0'0'1431'16,"0"0"-1065"-16,0 0-137 16,0 0-141-16,0 0-23 15,0 0-29-15,0 0 29 16,25 9 3-16,-9-4-25 15,0 2-19-15,-2 1-11 16,-1 0-2-16,-4 1 4 16,-2 3-5-16,-6 1-4 15,-1 3-6-15,-8 9-2 0,-3-4-155 16,-2-2-494-16</inkml:trace>
  <inkml:trace contextRef="#ctx0" brushRef="#br0" timeOffset="91256.4156">8204 7377 1520 0,'0'0'513'16,"0"0"-286"-16,0 0-113 16,0 0-7-16,0 0-21 15,0 0-41-15,0 0 10 16,34 0-18-16,-16 0-18 16,1 0-10-16,0-4-9 15,-3 1-15-15,-2-2-107 16,-2-4-160-16,-4 1-299 15,-3 0-240-15</inkml:trace>
  <inkml:trace contextRef="#ctx0" brushRef="#br0" timeOffset="91474.707">8261 7285 1498 0,'0'0'400'0,"0"0"-145"16,0 0-150-16,0 0-19 15,0 0-31-15,0 0-17 16,0 0 27-16,39 9-21 16,-26-3-16-16,-3 1-7 15,-4 2-8-15,-5 3-1 16,-1 4-3-16,-9 4-9 16,-22 15-36-16,-1-5-216 15,0-3-657-15</inkml:trace>
  <inkml:trace contextRef="#ctx0" brushRef="#br0" timeOffset="92720.9274">8878 7901 540 0,'0'0'579'15,"0"0"-345"-15,0 0-49 16,0 0 18-16,0 0 16 16,0 0-40-16,0 0-13 15,-11 4-45-15,11-4-29 0,0 0-29 16,4 0-17-16,5 0 39 15,5 0 12-15,2 0-28 16,3 0-32-16,1 0-21 16,1 0-7-16,-2 0-9 15,-1-4-1-15,-2 3-111 16,-3-2-61-16,-2-2-124 16,-3 2-286-16,-3-1-272 0</inkml:trace>
  <inkml:trace contextRef="#ctx0" brushRef="#br0" timeOffset="92974.3566">8989 7842 1337 0,'0'0'401'16,"0"0"-179"-16,0 0-103 15,0 0-82-15,0 0 29 16,0 0 3-16,0 0 10 15,49 18-20-15,-31-12-26 16,-2 0-18-16,0-2-8 16,-6 2 3-16,-1 0-10 15,-5 1 1-15,-4 3 5 16,-3 3-6-16,-11 4 0 16,-22 13-123-16,3-3-265 15,-3-1-766-15</inkml:trace>
  <inkml:trace contextRef="#ctx0" brushRef="#br0" timeOffset="94891.5269">1143 7213 793 0,'0'0'627'0,"0"0"-459"16,0 0 126-16,0 0-47 15,0 0 11-15,0 0-40 16,0 0-72-16,-16-29-94 0,31 11-31 15,12-10-13-15,18-14 7 16,17-12 1-16,7-3 2 16,0 4 1-16,-8 8-4 15,-14 12 2-15,-7 6 2 16,-11 9-17-16,-9 5 4 16,-5 5-6-16,-1 0 0 15,-3 3-6-15,-2 1-28 16,-6 4-87-16,-9 4-88 15,-5 5-181-15,-5 1-551 0</inkml:trace>
  <inkml:trace contextRef="#ctx0" brushRef="#br0" timeOffset="95152.7361">1416 6789 1528 0,'0'0'270'15,"0"0"-69"-15,0 0-36 16,0 0-27-16,42-31-70 16,-19 25-22-16,2 2 6 15,4 2-5-15,1 1-2 16,0 1 0-16,-3 1-5 16,-2 6-3-16,-6 4-4 15,-3 4-12-15,-6 3-2 0,-6 5-8 16,-4 8-4-1,-8 11-7-15,-17 10-66 0,-1-8-205 16,0-7-503-16</inkml:trace>
  <inkml:trace contextRef="#ctx0" brushRef="#br0" timeOffset="96023.1505">499 7060 1230 0,'0'0'298'0,"0"0"24"15,0 0-116-15,0 0-141 0,0 0-46 16,0 0-17 0,0 0 4-16,31 45 19 0,-11-25 44 15,0 0 20-15,-2-2-21 16,0-1-12-16,-2-2-8 15,-3-3-9-15,-2-1-16 16,-3-4-15-16,-2-1-2 16,-4-4-5-16,-1-2 9 15,-1 0 109-15,0-4-11 16,0-5-42-16,0-2-42 16,1-2-24-16,3 1-12 15,3 1-1-15,5 3-1 16,2 2 1-16,0 2 11 0,2 3 2 15,-2 1 0 1,-2 0 6-16,-2 3 0 0,-2 4 6 16,-5 2 4-16,-1 2 7 15,-2 3-1-15,-2 3 5 16,-6 2-1-16,-5 3-7 16,-3-1-1-16,-2 0-3 15,-1-5 0-15,1-6-14 16,3-4 4-16,4-5-5 15,2-1-100-15,4-5-217 16,4-1-449-16</inkml:trace>
  <inkml:trace contextRef="#ctx0" brushRef="#br0" timeOffset="96826.3595">1083 4689 1382 0,'0'0'369'16,"0"0"-51"-16,0 0-81 15,0 0-26-15,0 0-1 0,0 0-64 16,57-42-59-16,-8 8-26 16,17-12-19-16,6-5-15 15,-5 1-8-15,-9 8 2 16,-18 13-9-16,-8 6-6 15,-11 8 0-15,-4 3-6 16,-1 0 0-16,-3 1-11 16,-1 1-7-16,-7 3-7 15,-3 4-29-15,-11 2-178 16,-6-1-349-16,-6 2-898 0</inkml:trace>
  <inkml:trace contextRef="#ctx0" brushRef="#br0" timeOffset="97097.7576">1360 4290 1905 0,'0'0'349'15,"0"0"-92"-15,0 0-141 16,0 0-49-16,0 0-36 16,0 0-13-16,54-23 5 15,-23 16 9-15,2-1 1 16,2 2 8-16,-1 2-4 15,-3 2-9-15,-5 2-10 16,-3 0-4-16,-4 9 1 16,-4 4 0-16,-4 3-2 15,-6 5 2-15,-3 11-8 0,-4 8-6 16,-14 9-2-16,-9-3-131 16,5-12-398-16,-1-14-1155 0</inkml:trace>
  <inkml:trace contextRef="#ctx0" brushRef="#br0" timeOffset="97711.4201">547 4441 884 0,'0'0'696'0,"0"0"-384"16,0 0 19-16,0 0-70 0,-41-17-20 15,34 16-49-15,1 1-120 16,1 0-42-16,0 6-12 16,-1 12-12-16,2 5-5 15,1 6 7-15,2 2 15 16,1-5 5-16,8 1 2 16,5-5 18-16,6-5-7 15,2-4-5-15,4-4 0 16,2-6 1-16,4-3-4 0,1-1-2 15,3-10-7 1,-1-3-10-16,0-5-8 0,-4-1-6 16,0-1 0-16,-5 3-7 15,-6 4-29-15,-6 14-37 16,-5 4-397-16,-8 11-587 16</inkml:trace>
  <inkml:trace contextRef="#ctx0" brushRef="#br0" timeOffset="102140.3778">9254 8319 1309 0,'0'0'328'0,"0"0"-86"16,0 0-19-16,0 0-10 15,0 0-4-15,0 0 2 0,-5-2-103 16,5 2-55 0,0-2-17-16,3 0-13 0,5-1-5 15,4 1-2-15,3-3 2 16,3 1-1-16,-1-1-5 16,2 2-5-16,-2 1-5 15,-1 0-2-15,-2 2-13 16,-3 0-161-16,-4 2-94 15,-3 3-227-15,-4 1-134 0</inkml:trace>
  <inkml:trace contextRef="#ctx0" brushRef="#br0" timeOffset="102354.7824">9276 8443 1657 0,'0'0'637'0,"0"0"-437"0,0 0-36 16,0 0-36-16,0 0 18 16,0 0-65-16,41-31-42 15,-20 16-20-15,2 1-17 16,1 1-2-16,4 2-111 16,-6 4-181-16,-5 4-551 0</inkml:trace>
  <inkml:trace contextRef="#ctx0" brushRef="#br0" timeOffset="106755.2523">2419 6732 975 0,'0'0'407'0,"0"0"-184"15,0 0 15-15,0 0-30 16,0 0-59-16,0 0-29 16,-24-13-2-16,17 12-36 15,-2 0 6-15,0 0 7 16,-1 1-6-16,-1 0 10 0,-1 0-24 16,-1 0-11-16,-1 0-3 15,1 1-10-15,-2 3-21 16,0 0-7-16,1 0-4 15,0 0-1-15,1 1-7 16,1 0-1-16,-1-1-2 16,3 1 1-16,0-1-8 15,1 2 8-15,1 0-2 16,-1 0-6-16,2 0-1 16,0 2 2-16,0-1 10 15,0 1-11-15,0 0 5 16,1 0-5-16,1 0 1 0,-1 0-1 15,2 0 7-15,-1-1-2 16,2 0-5-16,0 0 8 16,0 0-8-16,0 0 0 15,0 1 1-15,0 0-2 16,-1 0 9-16,1 1-9 16,2-1 1-16,-2-1 8 15,1-1-3-15,1 0 6 16,0-1-11-16,0 2 4 15,1-1-4-15,0 1-1 16,0 0 9-16,2 1-8 16,3 1 5-16,0 0 0 15,2 0 0-15,-1-1 0 0,3 1-5 16,-1 0 15-16,1 0-5 16,1-1-1-16,0 0-4 15,1-1 8-15,-1 0-2 16,2-1-2-16,-2 0-1 15,3-1 0-15,-2-1 0 16,2 0-1-16,-1 0-1 16,-1-1-6-16,1-1 10 15,0 1-10-15,-1-2 11 16,0 0-2-16,1 0-9 16,-1-1 15-16,-1 0-6 15,2 0-8-15,-2 0 14 16,2 0-4-16,-3 0 0 15,3 0 0-15,-2-1-1 16,0-1-1-16,0 0-1 0,1 0-3 16,-2-1 0-16,1-1 3 15,0 1-1-15,0-2-7 16,-1 1 11-16,-1-1-1 16,2 0-1-16,-2-1-1 15,-1 1-7-15,0 0 5 16,-2 0 1-16,-1 0 1 15,0-1 1-15,0-1 1 16,0-1-2-16,0-1-2 16,-1-1-1-16,-1-1 3 15,1-1-7-15,-2 0 4 0,2 3-5 16,-3-2 6 0,0 1-5-16,0 1-1 0,0 0 7 15,0-1-8-15,0 1 1 16,0 1 1-16,0-1-1 15,0 1-1-15,-3 0 2 16,2 1-2-16,-2 1 0 16,2 0-1-16,-2-1-5 15,0 0 4-15,0 0-4 16,-1 0-4-16,-1 0 9 16,1 1 0-16,0 1 0 15,0 0-5-15,-1 1 0 16,-1 0 4-16,3-1 1 15,-2 0-9-15,-1 0 9 16,0 1 1-16,1-1-1 16,-1 1-11-16,1-1 12 0,0 2-2 15,0-1-4-15,2 2 0 16,-1-1-1-16,0 1 1 16,1 0 0-16,-1 0 4 15,-1 0-5-15,2 0-4 16,-2 0 5-16,1 1 5 15,-2-1-11-15,1 1 4 16,0 0 2-16,-1 0-4 16,0 0 1-16,0 1 0 15,1 0 1-15,-1 0-1 16,-1 0-1-16,0 0-5 16,-2 0-3-16,-1 2-2 0,-3 3-2 15,-1 5-8 1,-19 16-14-16,4-4-264 0,-5 3-1118 15</inkml:trace>
  <inkml:trace contextRef="#ctx0" brushRef="#br0" timeOffset="110154.1771">7258 2722 1001 0,'0'0'307'16,"0"0"-46"-16,0 0 2 15,0 0-24-15,0 0-14 16,0 0-42-16,-11 1-26 15,11-1-18-15,0 0-23 16,0 0-17-16,0 0-11 16,0 0-25-16,0 1-3 15,2 2-3-15,5-1 5 16,4 1 20-16,1 2-25 16,3-3-8-16,2 1-5 15,0-1 4-15,0-2 4 16,2 0-4-16,0 0-10 0,-2 0-7 15,0-1-2 1,-1-3-4-16,0 1-2 0,-2 0-4 16,0 0 2-16,0 1-10 15,-3-1-10-15,-2 2 6 16,-3 0-6-16,-3 0 1 16,-1 1-2-16,-1 0 1 15,-1 0 5-15,0 0-5 16,0 0-1-16,0 0-21 15,-1 0-62-15,-15 6-62 16,1 2-85-16,-2-1-497 0</inkml:trace>
  <inkml:trace contextRef="#ctx0" brushRef="#br0" timeOffset="114005.621">7959 2728 660 0,'0'0'272'0,"0"0"14"0,0 0-10 16,0 0-27-16,0 0-27 16,0 0-21-16,0 0-23 15,-8 0-34-15,8 0-27 16,0 0 1-16,0 0-23 16,0 0-16-16,4 0-25 0,6 0 17 15,3 2 15 1,4 0-3-16,1-1-19 0,2 1-14 15,0-1-10-15,0-1-22 16,-2 0-6-16,0 0-5 16,-3 0 2-16,-1-4-7 15,-3 1 4-15,-1 1-5 16,-3-1 0-16,-2 2-1 16,-2 0-9-16,-2 0-50 15,-1 1-51-15,0 0-92 16,-6 2-114-16,-3 3-183 15,1-1-161-15</inkml:trace>
  <inkml:trace contextRef="#ctx0" brushRef="#br0" timeOffset="115537.9743">391 6290 1192 0,'0'0'408'0,"0"0"-56"0,0 0-30 16,0 0-89-16,0 0-10 16,0 0-63-16,0 0-67 15,-6 0-45-15,6 0-17 16,6 0-21-16,5 0 4 16,1 0 5-16,2-1 13 15,3-1-13-15,-1 0-11 16,2-2-2-16,-1 1-6 15,-1-1-19-15,-1 0-144 16,3-2-143-16,-6 1-257 16,-1 0-240-16</inkml:trace>
  <inkml:trace contextRef="#ctx0" brushRef="#br0" timeOffset="115876.4181">488 6193 1232 0,'0'0'347'0,"0"0"-29"16,0 0-76-16,0 0-89 16,0 0-52-16,0 0-39 15,0 0 16-15,35-6 4 16,-18 6-18-16,2 0-8 15,-2 4-20-15,1-1-9 16,-3 3 1-16,-1-1-10 16,-2 2-6-16,-6-1-4 15,-2 2 1-15,-3 2 3 0,-1 1 10 16,0 2 11-16,-7 2 1 16,-3 0-13-16,-2 1-13 15,0 0-8-15,-3 2-73 16,4-6-132-16,2-2-443 0</inkml:trace>
  <inkml:trace contextRef="#ctx0" brushRef="#br0" timeOffset="118038.8094">412 6007 829 0,'0'0'347'0,"0"0"-80"16,0 0 30-16,0 0-26 15,0 0-32-15,0 0-40 16,0 0-31-16,-10 0-20 16,9 0-84-16,1 0-33 15,0 0-11-15,0 0-7 16,0 0-3-16,0 0 5 15,1 0-3-15,4-2-1 16,2-1 8-16,2-1-1 0,1 0-1 16,2 0 2-16,0 0 4 15,1-2-14 1,-1 2 2-16,0-2-5 0,0 1-4 16,1 1-2-16,-2-1 2 15,2-1-1-15,-1 3-1 16,-1-1 0-16,-1 0-1 15,-3 2-24-15,-2 1-122 16,-1-2-158-16,-3 2-251 16,-1-1-263-16</inkml:trace>
  <inkml:trace contextRef="#ctx0" brushRef="#br0" timeOffset="118384.8477">470 5884 1620 0,'0'0'395'0,"0"0"-49"15,0 0-185-15,0 0-102 16,0 0-38-16,0 0-9 16,0 0 19-16,35 11 27 15,-18-7 4-15,0 0 0 16,0 0-5-16,-1-2-12 15,-2 2-14-15,1-2 2 16,-1 1-1-16,-4 0-11 16,-3 0-7-16,0 1-5 15,-4 0-1-15,0 0-7 0,-3 0 1 16,0 3 5 0,0 3-1-16,-6 2-4 0,-4 2 4 15,-3 3-5-15,-1 1-1 16,-6 7-35-16,6-3-272 15,0-5-808-15</inkml:trace>
  <inkml:trace contextRef="#ctx0" brushRef="#br0" timeOffset="119558.7235">8621 2658 611 0,'0'0'326'16,"0"0"-265"-16,0 0-61 15,0 0-191-15</inkml:trace>
  <inkml:trace contextRef="#ctx0" brushRef="#br0" timeOffset="126233.4993">2399 8161 1326 0,'0'0'276'0,"0"0"-55"15,0 0-32-15,0 0-6 16,-11-43-30-16,8 27-51 16,0-4-13-16,0 0-10 15,0-2 4-15,-1-2-17 16,2-2-5-16,0 0-13 16,-1-4-18-16,2 1-6 15,-1 0 6-15,2-1-3 16,0 2 7-16,0-1 5 15,0 0-2-15,0 2 2 16,1 0-7-16,1 1-8 16,-1 2-3-16,0 0-2 15,-1 1 1-15,0-1-2 0,0 1-2 16,0 2-1 0,0 2 2-16,0 2 3 0,-1 2-3 15,0 2-4-15,-1 2-4 16,1 2-7-16,-1 2 5 15,0 1-5-15,0 2-1 16,1 0 0-16,-1 2 1 16,2 0-1-16,-1 2-1 15,1 0 0-15,0 0-10 16,0 0-5-16,0 0-55 16,0 0-77-16,0 0-160 15,0 0-207-15,0 2-223 0</inkml:trace>
  <inkml:trace contextRef="#ctx0" brushRef="#br0" timeOffset="126666.2696">2347 7337 1465 0,'0'0'332'0,"0"0"-16"15,0 0-91-15,0 0-56 16,0 0-41-16,-40 21-30 16,27-8-7-16,-2 2-10 15,-1-1-15-15,2 1-3 16,0-2-1-16,3-1-27 0,3-2-20 16,3-2-9-16,1-3-5 15,3-2 0-15,1-1 1 16,0-2-2-16,0 0 1 15,0-3-1-15,5-6 6 16,3-3-5-16,3-3 1 16,2-1 4-16,1-1-5 15,2 2 13-15,0 2-8 16,2 4-6-16,2 1 0 16,0 5 0-16,2 3 0 15,0 0 1-15,-2 6 1 0,-1 2-1 16,-2 0 5-16,-3 1-6 15,-1 0-6-15,-3 0-95 16,0 3-144-16,-2-1-111 16,-4-4-302-16</inkml:trace>
  <inkml:trace contextRef="#ctx0" brushRef="#br0" timeOffset="126840.6012">2534 7334 1920 0,'0'0'528'16,"0"0"-236"-16,0 0-90 16,0 0-65-16,0 0-80 15,0 0-42-15,0 0-15 16,-8-1-12-16,9 3-154 0,3-1-319 16,3-1-851-16</inkml:trace>
  <inkml:trace contextRef="#ctx0" brushRef="#br0" timeOffset="127915.2789">9269 2713 365 0,'0'0'608'0,"0"0"-308"15,0 0-17-15,0 0-5 16,0 0 18-16,0 0-40 15,-29 1 45-15,27-1-52 16,2 0-55-16,-1 0-47 16,0 0-24-16,1 0-33 0,0 1-50 15,0-1-17-15,6 0-8 16,5 0 3-16,5 0 3 16,2 0-3-16,1 0-9 15,0-2-8-15,-3 0 5 16,-2 1-5-16,-3-1 0 15,-2 2-1-15,-1-1-24 16,3-2-100-16,-1-1-197 16,-1-1-590-16</inkml:trace>
  <inkml:trace contextRef="#ctx0" brushRef="#br0" timeOffset="128613.2903">9655 2720 818 0,'0'0'371'0,"0"0"-53"16,0 0-87-16,0 0 37 15,0 0-22-15,0 0-43 0,0 0-13 16,-21 3 1-16,20-3-13 16,1 0-37-16,0 0-33 15,0 0-19-15,0 1-11 16,5 0-7-16,5 1 8 16,5-1-22-16,4-1-18 15,5 0 5-15,0 0-17 16,1 0-5-16,-1 0 4 15,-3-2-25-15,-3-1 14 16,-3 1-4-16,-3 0-4 16,-3-1-1-16,-3 2-4 15,-2 0 4-15,-3 0 4 0,-1 1-10 16,0 0 0 0,0 0-2-16,-6 0-20 0,-28 11-139 15,1 2-409-15,-6 0-1079 0</inkml:trace>
  <inkml:trace contextRef="#ctx0" brushRef="#br0" timeOffset="130769.5829">11280 2455 1056 0,'0'0'581'16,"0"0"-310"-16,0 0 75 15,0 0-36-15,0 0-31 16,0 0-64-16,-11-2-54 15,11 2-53-15,4 0-29 16,8 0-19-16,8 0 22 16,11-3-8-16,1 1-28 0,3-1-19 15,1-1-15-15,-7 1-3 16,4 0-3-16,-3-1 1 16,-5 1-7-1,-6 0-11-15,-7 1-34 0,-7 1-57 16,-5 1-39-16,-15 0-121 15,-6 0-434-15,-5 3-360 0</inkml:trace>
  <inkml:trace contextRef="#ctx0" brushRef="#br0" timeOffset="131246.6915">11266 2298 1549 0,'0'0'388'0,"0"0"-37"16,0 0-64-16,0 0-37 15,0 0-57-15,0-35-61 16,0 35-66-16,-3 2-38 15,-2 8-19-15,-2 6-3 16,-5 6 3-16,-3 6 12 16,-3 1-9-16,-4 2-3 15,1-3-3-15,0-1 6 16,3-6-12-16,5-3 7 16,5-5-6-16,4-4 5 0,4-2-5 15,3 0 12-15,8-1 10 16,6 0 23-1,6 0 14-15,4 0-21 0,3-2 2 16,1 0-7-16,1-2-1 16,-2-1-12-16,-1-1-7 15,-4 0-5-15,-4 0-3 16,-4 0-5-16,-4 0 0 16,-4 0-1-16,-5 0-9 15,-2 0-60-15,-2 0-51 16,-6 0-152-16,-3 0-536 0</inkml:trace>
  <inkml:trace contextRef="#ctx0" brushRef="#br0" timeOffset="131468.7397">11697 2774 2784 0,'0'0'333'0,"0"0"-202"16,0 0-86-16,0 0 31 15,0 0-1-15,0 0-50 0,0 0-25 16,-28 24-67 0,8-8-451-16,-8 3-651 0</inkml:trace>
  <inkml:trace contextRef="#ctx0" brushRef="#br0" timeOffset="137863.1119">6622 2873 468 0,'0'0'251'0,"0"0"-32"16,0 0-9-16,0 0-57 15,0 0 8-15,-9-12 4 16,9 10-24-16,0-1 4 15,0-1-3-15,0-1-18 16,4 0-21-16,2-3-27 16,2 0-32-16,0 1-26 15,4-1-8-15,0 0-1 16,1 1-8-16,0 2-1 0,-2 1-34 16,-2 2-135-16,-2 2-106 15,-3 4-102-15,-3 2-221 0</inkml:trace>
  <inkml:trace contextRef="#ctx0" brushRef="#br0" timeOffset="138030.0463">6626 2932 763 0,'0'0'379'16,"0"0"-50"-16,0 0-43 15,0 0-78-15,0 0-97 16,31-40-38-16,-12 24-42 15,1 3-31-15,8 3-36 16,-5 4-257-16,-5 5-581 0</inkml:trace>
  <inkml:trace contextRef="#ctx0" brushRef="#br0" timeOffset="140408.4031">6795 3147 1460 0,'0'0'298'0,"0"0"-52"0,0 0-41 16,0 0-63-1,0 0-25-15,0 0-65 0,0 0-39 16,26-22-4-16,-11 15-9 15,0 2-125-15,0 2-106 16,-4 2-98-16,-5 1-376 0</inkml:trace>
  <inkml:trace contextRef="#ctx0" brushRef="#br0" timeOffset="140557.6321">6740 3223 1039 0,'0'0'217'0,"0"0"-21"0,0 0-96 16,0 0-41 0,39-21-59-16,-4 1-19 0,-5 2-212 15,-4 3-566-15</inkml:trace>
  <inkml:trace contextRef="#ctx0" brushRef="#br0" timeOffset="140805.2187">6862 3026 1147 0,'0'0'164'0,"0"0"-103"16,0 0 32-16,56 4-13 0,-37 5 20 15,-3 4-5-15,-4 4-2 16,-5 4 14-16,-7 3-27 15,-2 2-37-15,-11 2-21 16,-4 0-22-16,-4 0-4 16,-5 3-141-16,4-7-195 15,5-7-750-15</inkml:trace>
  <inkml:trace contextRef="#ctx0" brushRef="#br0" timeOffset="141640.2204">7867 3110 1028 0,'0'0'357'0,"0"0"-61"15,0 0-45-15,0 0-3 16,0 0-44-16,0 0-63 16,0 0-17-16,-1 0-15 15,5 0-48-15,4 0-28 16,3-3-8-16,2-1-6 16,1 1-7-16,0-1-6 15,-3 1-6-15,0-1-109 16,-4 3-95-16,-2 0-116 15,-3 1-275-15,-2 0-473 0</inkml:trace>
  <inkml:trace contextRef="#ctx0" brushRef="#br0" timeOffset="141842.0813">7855 3180 1294 0,'0'0'491'15,"0"0"-251"-15,0 0-72 16,0 0-23-16,0 0 8 16,0 0-57-16,48-12-39 15,-27 6-24-15,0-2-17 16,0 1-16-16,2 1-82 16,-6 1-177-16,-6 3-475 0</inkml:trace>
  <inkml:trace contextRef="#ctx0" brushRef="#br0" timeOffset="144167.5766">9688 3095 948 0,'0'0'287'15,"0"0"-79"-15,0 0 15 16,0 0 12-16,0 0-10 16,0 0-81-16,0 0 6 15,23 13 85-15,16-12-5 0,15-1-41 16,15 0-48-16,5-7-17 15,2 0-22-15,-4-1-25 16,-2 1-16-16,-2-1-26 16,-4 1 10-16,-9 3-17 15,-13-1-4-15,-12 2-7 16,-10 1-16-16,-5-1 0 16,-1 1 0-16,-1 1 0 15,-3-1 0-15,-4 1-1 16,-4 1 0-16,-2 0-17 15,0 0-37-15,-3 0-40 16,-6 0-80-16,-14 5-294 16,2 3-192-16,-1-1-388 0</inkml:trace>
  <inkml:trace contextRef="#ctx0" brushRef="#br0" timeOffset="150798.3614">3092 5832 339 0,'0'0'808'0,"0"0"-589"15,0 0 51-15,0 0-43 16,0 0-33-16,-39-5-17 15,29 5-39-15,1 4-33 16,2 2-19-16,1 1-14 16,2 2-7-16,2 2-3 15,2 2 2-15,0 1-12 0,6 0-4 16,3 0 16 0,1-1-22-16,1-2-2 0,2-1-5 15,-1-3-4-15,0-2-5 16,-1-2-4-16,0-1-4 15,-2-2 8-15,-1 0-10 16,-2-4-2-16,0-2 1 16,-2-2-3-16,-2-5-3 15,-1-1 0-15,-1-2-2 16,-1-1-1-16,-5 0 0 16,-3 0-6-16,-1 2 0 15,1 2-1-15,-1 3-9 0,3 3-4 16,0 3-7-16,3 4-13 15,-1 0-47 1,5 0-87-16,0 8-77 0,4 4-48 16,4-1-290-16,1-1-447 15</inkml:trace>
  <inkml:trace contextRef="#ctx0" brushRef="#br0" timeOffset="151184.7632">3238 5804 1035 0,'0'0'343'0,"0"0"-77"0,0 0-40 16,0 0-31-16,0 0-64 16,0 0-38-16,0 0 0 15,0 1-14-15,-2 1-14 16,1 0-16-16,0-1-10 16,-2-1-8-16,1 0-7 15,1 0-6-15,-1 0 4 0,1-3-7 16,0-2-15-1,0 0-6-15,1 0-3 0,0 2-29 16,0-1-41-16,0 4-52 16,0 0-106-16,3 2-120 15,2 2-205-15</inkml:trace>
  <inkml:trace contextRef="#ctx0" brushRef="#br0" timeOffset="151564.6758">3395 5641 1239 0,'0'0'271'0,"0"0"44"0,0 0-81 16,0 0-102-16,0 0 4 15,0 0 1-15,0 0-30 16,-31 25-24-16,31-19-20 16,0 0-8-16,1-2 27 15,6 1 5-15,1 0-6 16,4-1-26-16,0 2-12 16,3-1-22-16,-1 1-10 15,-3 0-5-15,0 0-1 16,-4 1-4-16,-4 0-1 0,-2 2 1 15,-1 0-1 1,-4 2-24-16,-5-2-54 0,-2 2-62 16,-1-3-69-16,-8-4-151 15,6-3-313-15,-1-1-638 0</inkml:trace>
  <inkml:trace contextRef="#ctx0" brushRef="#br0" timeOffset="151721.465">3323 5640 1030 0,'0'0'286'0,"0"0"-48"15,0 0-70-15,47-23-47 16,-28 19-48-16,2 0-43 16,7 4-30-16,-6 0-119 0,-5 0-401 0</inkml:trace>
  <inkml:trace contextRef="#ctx0" brushRef="#br0" timeOffset="152112.1274">3597 5602 1303 0,'0'0'288'15,"0"0"-11"-15,0 0-76 16,0 0-33-16,0 0-11 16,0 0-34-16,0 0-31 0,38 36-38 15,-38-23-19-15,-1 3 0 16,-7-1-14-16,-1-1-9 16,-1-2-5-16,0-3-5 15,2-4 6-15,1-2 6 16,3-3 10-16,3 0 12 15,0-3-9-15,1-1-2 16,0 0-6-16,2 1-11 16,7 2-8-16,1 1-1 15,4 0-7-15,1 0 8 16,2 2 0-16,-2 1-1 16,0 0 1-16,-2 1-45 15,1 1-115-15,-4-1-154 16,-1 0-387-16</inkml:trace>
  <inkml:trace contextRef="#ctx0" brushRef="#br0" timeOffset="152533.0611">3742 5583 1483 0,'0'0'277'16,"0"0"1"-16,0 0-91 15,0 0-30-15,0 0-7 16,0 0-48-16,0 0-21 16,17 35 1-16,-12-20-18 0,2 0-19 15,0 0-23-15,0-1-7 16,1-3-9-16,0-3 0 16,-1-3 5-16,0-3 4 15,-1-2-2-15,1 0 1 16,-2-6-13-16,0-3-1 15,1-1-13-15,-2-2 7 16,0 1 5-16,0 1 0 16,-1 3 0-16,0 1 1 15,-1 4 0-15,1 2 0 16,0 0 0-16,1 4-6 0,0 5 6 16,2 2 12-1,-1 0-4-15,0 2-7 0,-1-1 1 16,2 2-1-1,2-2 0-15,0-1-1 0,5 1-177 16,-3-5-171-16,-2-4-374 0</inkml:trace>
  <inkml:trace contextRef="#ctx0" brushRef="#br0" timeOffset="152937.2007">4051 5557 1345 0,'0'0'480'16,"0"0"-113"-16,0 0-160 16,0 0-48-16,0 0-58 15,0 0-35-15,0 0-17 16,-27 18 3-16,26-8-13 0,1 1-18 16,0-1-9-16,0-2-11 15,2-1 5-15,2-4-4 16,0-3 14-16,0 0 4 15,2-3-5-15,0-4-5 16,0-3-10-16,-1-1 1 16,-1 0 7-16,-2 2-7 15,0 3 17-15,-1 2 54 16,-1 3 13-16,0 1-11 16,1 1-32-16,1 8-8 15,2 4 33-15,-1 3-13 16,3 3 18-16,-1 0-10 0,1-1-7 15,0 1-23-15,2-2-19 16,0-1-4-16,-1-2-9 16,0-2-15-16,-2 7-84 15,-1-5-170-15,-4-3-796 0</inkml:trace>
  <inkml:trace contextRef="#ctx0" brushRef="#br0" timeOffset="153937.2346">4144 6131 1196 0,'0'0'346'16,"0"0"6"-16,0 0-41 15,0 0-52-15,0 0-15 16,0 0-69-16,0 0-40 16,-12-5-34-16,23 5 0 15,6 0 11-15,4 0-22 16,3 0-12-16,1 0-21 0,1 0-11 16,-2 0-4-16,0-4-13 15,-1 0-13-15,-1 0-4 16,-3-1-6-16,-3 1-4 15,-3 1-1-15,-5 0-1 16,-1 1-31-16,-4 1-47 16,-1-1-44-16,-2 1-102 15,-6-1-367-15,-3 1-478 0</inkml:trace>
  <inkml:trace contextRef="#ctx0" brushRef="#br0" timeOffset="154329.4102">4303 6012 1654 0,'0'0'364'16,"0"0"28"-16,0 0-151 15,0 0-15-15,0 0-57 16,0 0-81-16,0 0-15 15,10 7-1-15,2 0-8 16,0 2-19-16,3-1-10 16,-2 2-13-16,2-1 2 15,0 1-15-15,-3 0 3 0,-1 0-11 16,-4 0 5 0,-3 2 0-16,-1-1-5 0,-3 0 0 15,0 2 0-15,-3-2 5 16,-2 0 0-16,-3-1-5 15,-1 0-1-15,0-2 1 16,0 0 0-16,1-3 0 16,2-1-2-16,1-2-11 15,1 1-34-15,4 0-89 16,-1 2-227-16,1-1-451 0</inkml:trace>
  <inkml:trace contextRef="#ctx0" brushRef="#br0" timeOffset="157902.8226">2200 5715 472 0,'0'0'269'0,"0"0"67"15,0 0-85-15,0 0-16 16,0 0-9-16,0 0-11 15,0 1-35-15,0-1-12 16,0 0-5-16,0-1 35 16,0-5-32-16,0-3-63 15,0-4-19-15,0-3-6 16,0-4-12-16,-2-2-8 16,1-4-11-16,-3-9-4 15,-1-12-19-15,0-10-12 16,-1-3-6-16,3 5 3 0,1 13-8 15,2 15 6 1,0 7-1-16,0 6-6 0,0-1-1 16,0 2 1-16,0-1 0 15,0 4 0-15,0 4 1 16,0 0-1-16,0 4 0 16,0 0 1-16,0 2-1 15,0 0 6-15,0 0-6 16,0 0-1-16,0 0 1 15,0 1-1-15,-2 5 1 16,-4 5-1-16,-1 4 1 16,-1 1 1-16,0 1 0 0,1 0 1 15,1-1-2-15,1-2 1 16,1-2 0-16,0-2-1 16,3-3 0-16,-1-3 0 15,1-2-1-15,1-2 2 16,0 0-1-16,0-3 0 15,0-5 0-15,3-5 0 16,3-1-1-16,2-1 0 16,1 2-5-16,0 1-5 15,0 5 10-15,1 3-4 16,1 3 5-16,0 1 0 16,-1 2 0-16,0 6 0 15,0 1 0-15,0 3 0 0,-1 1-15 16,-2 1-67-1,0 2-79-15,-1 7-183 0,-2-3-283 16,-3-2-705-16</inkml:trace>
  <inkml:trace contextRef="#ctx0" brushRef="#br0" timeOffset="159847.494">1259 5544 644 0,'0'0'667'16,"0"0"-462"-16,0 0 75 15,0 0-48-15,0 0-42 0,0 0-55 16,0 0-58-16,-24 22-10 15,23-9 6-15,1 2-14 16,1 1 3-16,8-1-7 16,0 0-5-16,3-4-9 15,2-1-13-15,1-5 2 16,-2-1 6-16,1-4-5 16,-2 0-4-16,-2 0-6 15,-3-5-6-15,-3-3 2 16,-1-3-3-16,-3-2-8 15,0 0 0-15,-2-3 0 16,-8-1-6-16,-2 1-14 16,-4 0-29-16,0 4-22 15,-1 1 8-15,4 6-78 0,0 4 32 16,3 1-94 0,4 16-159-16,5-2-273 0,1 0-659 0</inkml:trace>
  <inkml:trace contextRef="#ctx0" brushRef="#br0" timeOffset="160016.5621">1353 5543 728 0,'0'0'996'0,"0"0"-820"16,0 0 55-16,0 0-142 15,0 0-71-15,0 0-18 16,0 0-55-16,4 0-111 15,5 0-163-15,-1-3-567 0</inkml:trace>
  <inkml:trace contextRef="#ctx0" brushRef="#br0" timeOffset="160313.2051">1406 5414 1360 0,'0'0'337'0,"0"0"13"16,0 0-95-16,0 0-83 16,-13 38-32-16,13-31-38 15,4 0-21-15,5-1-15 16,1-1 2-16,3-1-12 16,1 1-22-16,1 0-13 0,0 1-6 15,0 0-8-15,-2 1-6 16,-3 1 1-16,-3 0-2 15,-1 1 0-15,-5 0-7 16,-1 1-59-16,-1 0-59 16,-7-1-69-16,-9-3-105 15,4-3-262-15,-1-3-346 0</inkml:trace>
  <inkml:trace contextRef="#ctx0" brushRef="#br0" timeOffset="160445.8637">1385 5447 1126 0,'0'0'215'0,"0"0"-27"0,0 0-84 16,9-40-45-16,3 28-30 16,4 1-29-16,8-1-15 15,-4 3-165-15,-4 3-551 0</inkml:trace>
  <inkml:trace contextRef="#ctx0" brushRef="#br0" timeOffset="160779.2876">1521 5326 1335 0,'0'0'246'0,"0"0"-147"0,0 0-12 16,0 0 73-16,0 0-33 15,0 0-30-15,32 42 14 16,-29-29-11-16,-2 0-39 15,-1 1-18-15,0-2-13 16,-4-1-12-16,-1-5-11 16,1-2 11-16,1-4 10 15,1 0-7-15,2-1 0 16,0-3 1-16,0 1-16 16,2 0-6-16,5 0-2 15,3 1-4-15,2 1 5 16,1 0-5-16,2 0 6 15,0-2 0-15,3 2-130 0,-4 0-202 16,-3-1-345-16</inkml:trace>
  <inkml:trace contextRef="#ctx0" brushRef="#br0" timeOffset="161176.7801">1602 5238 1443 0,'0'0'355'16,"0"0"-132"-16,0 0-138 15,0 0 88-15,0 0-28 16,20 35-43-16,-9-22-20 16,0 1-21-16,1 1-24 0,-1-3-19 15,-2 0-9-15,1-2-7 16,-4-4-1-16,-2-2-1 15,-1-4-34-15,-2 0 6 16,1-3 27-16,-2-7-8 16,0-1-15-16,0-2 9 15,0 0 15-15,0 3 0 16,1 2 0-16,1 3 6 16,1 3 7-16,0 2-4 15,3 0 5-15,2 7-5 16,0 2 1-16,2 1 2 15,0 1-6-15,-1 0-5 16,0 0-1-16,-2-1 0 0,3 0-127 16,-3-2-181-16,-2-2-469 15</inkml:trace>
  <inkml:trace contextRef="#ctx0" brushRef="#br0" timeOffset="161595.8373">1751 5166 1397 0,'0'0'295'0,"0"0"-70"16,0 0-20-16,0 0-8 16,0 0-94-16,-9 43-27 0,9-33-21 15,0-1-30 1,3-1-10-16,1-3-13 0,1-3-1 15,-1-2 11-15,1-2 4 16,0-8-16-16,-1 0-19 16,0-2 1-16,-1-1 12 15,-2 2 6-15,1 2 1 16,-2 2 44-16,0 4 55 16,0 3 22-16,3 0-35 15,1 7-53-15,5 4 47 16,1 4 15-16,3 3-12 15,1 1-6-15,2 2-22 16,0-2-21-16,-1 1-17 0,-2-4-12 16,-1-2-5-1,-4-2 0-15,-2-2-1 0,-3-3-37 16,-1-1-75-16,-2-2-154 16,-6-3-346-16,-2-1-802 0</inkml:trace>
  <inkml:trace contextRef="#ctx0" brushRef="#br0" timeOffset="163978.3912">6565 3574 804 0,'0'0'935'0,"0"0"-681"0,0 0 36 15,0 0-65-15,0 0-6 16,0 0-54-16,-8-12-81 16,16 9-46-16,6-2-19 15,1 0-7-15,4-2-9 16,0 1-3-16,-2 1-121 16,0 0-192-16,-4 1-283 15,-5 3-416-15</inkml:trace>
  <inkml:trace contextRef="#ctx0" brushRef="#br0" timeOffset="164133.2044">6569 3651 1220 0,'0'0'343'0,"0"0"-100"0,0 0-148 15,0 0-45-15,48-29-25 16,-19 8-25-16,-4 4-215 15,-7 1-414-15</inkml:trace>
  <inkml:trace contextRef="#ctx0" brushRef="#br0" timeOffset="164369.3123">6654 3447 643 0,'0'0'781'16,"0"0"-619"-16,0 0 35 0,46 13-1 16,-25-4-39-16,0 2-31 15,-4 2-34-15,-4 5-26 16,-6 0-24-16,-7 4-18 16,0 2-12-16,-15 8-12 15,-14 13-33-15,3-8-272 16,-1-3-610-16</inkml:trace>
  <inkml:trace contextRef="#ctx0" brushRef="#br0" timeOffset="165299.8802">7623 3607 1255 0,'0'0'506'15,"0"0"-212"-15,0 0-37 16,0 0-64-16,0 0-61 16,0 0-39-16,25-14-14 0,-9 7-19 15,2 1-28-15,3 0-12 16,-1 0-11-16,0 0-8 15,-2 2-1-15,-2 0-46 16,-4 0-117-16,-5 3-142 16,-1 1-265-16,-5 0-348 0</inkml:trace>
  <inkml:trace contextRef="#ctx0" brushRef="#br0" timeOffset="165503.1047">7649 3661 1213 0,'0'0'565'15,"0"0"-309"-15,0 0-104 0,0 0-71 16,0 0 49-16,57-24-51 16,-31 14-38-16,0-1-24 15,-1 1-17-15,0 3-67 16,-7 2-310-16,-8 2-601 0</inkml:trace>
  <inkml:trace contextRef="#ctx0" brushRef="#br0" timeOffset="167224.2039">8232 3533 1215 0,'0'0'386'0,"0"0"-79"16,0 0-86-16,0 0-14 15,0 0-21-15,49-7 1 16,-33 3-34-16,0 1-34 15,1-3-41-15,0 1-30 16,0-2-20-16,-2 2-13 16,-1-1-7-16,-3 2-8 0,-2 1 0 15,-4 1-36-15,-3 2-86 16,-2 0-119-16,-9 2-137 16,-4 4-250-16,-3 2-332 0</inkml:trace>
  <inkml:trace contextRef="#ctx0" brushRef="#br0" timeOffset="167439.2138">8224 3608 1119 0,'0'0'609'0,"0"0"-312"15,0 0-68-15,0 0-58 0,0 0 19 16,0 0-35-16,43-4-62 15,-26-1-37-15,0 0-24 16,-2-1-20-16,0 0-12 16,-3 1-14-16,-2 0-126 15,-2 3-125-15,-6 1-470 0</inkml:trace>
  <inkml:trace contextRef="#ctx0" brushRef="#br0" timeOffset="169164.8301">8762 3589 970 0,'0'0'343'16,"0"0"-80"-16,0 0-39 15,0 0-29-15,0 0 23 16,0 0-29-16,0 0-26 16,-1-4-8-16,7 4-52 15,2-1 8-15,5 0-27 0,2 0-19 16,2-2-12 0,2 1-20-16,-1-1-12 0,-1-1-14 15,-2 2-1-15,-1 0-5 16,-3-2-1-16,-2 3-25 15,-3 1-53-15,-3 0-94 16,-3 0-95-16,0 0-106 16,-1 0-245-16</inkml:trace>
  <inkml:trace contextRef="#ctx0" brushRef="#br0" timeOffset="169459.5996">8785 3658 1235 0,'0'0'350'0,"0"0"-67"16,0 0-51-16,0 0 1 16,0 0-16-16,0 0-7 15,0 0-52-15,51 0-59 16,-33 0-29-16,1-2-10 15,-1-2-23-15,-2 0-14 16,-1-1-8-16,-2 1-6 16,0-2-8-16,-3 2 1 15,-1 0-2-15,-2 1-46 0,-6 3-101 16,-1 0-153 0,-2 3-322-16</inkml:trace>
  <inkml:trace contextRef="#ctx0" brushRef="#br0" timeOffset="174512.3263">10410 3538 1618 0,'0'0'268'0,"0"0"-77"16,0 0-45-16,0 0-42 16,0 0 28-16,0 0-33 15,26-10-29-15,-8 5-20 16,4 1-24-16,3-1-18 16,1 2-7-16,-2-1 11 0,-3 1-12 15,-3 0-24-15,-4 2-91 16,-5-1-142-16,-4 1-271 15,-4 1-254-15</inkml:trace>
  <inkml:trace contextRef="#ctx0" brushRef="#br0" timeOffset="174709.6533">10449 3587 1476 0,'0'0'372'15,"0"0"-221"-15,0 0-66 16,0 0 79-16,47-1-13 0,-5-6-70 16,14-2-39-16,4-1-26 15,-9 3-16-15,-10 3-36 16,-18 1-270-16,-10 3-330 16</inkml:trace>
  <inkml:trace contextRef="#ctx0" brushRef="#br0" timeOffset="176892.6709">7206 4112 801 0,'0'0'185'0,"0"0"-107"16,0 0-16-16,0 0 5 15,0 0-2-15,0 0-14 16,0 0-14-16,8-2 13 16,2-1-21-16,2 0-11 0,1-2 6 15,2 1-5-15,0 0 8 16,-2 0-9-16,0 0-10 16,-1 1-6-16,-1 0 4 15,-3 1-6-15,-2 0 0 16,-3 1 0-16,-3 1-23 15,0 0-169-15,-3 1-190 0</inkml:trace>
  <inkml:trace contextRef="#ctx0" brushRef="#br0" timeOffset="177082.7498">7226 4175 945 0,'0'0'263'16,"0"0"-15"-16,0 0-123 15,0 0-49-15,0 0-24 16,45-40-31-16,-27 24 1 16,1 1 7-16,-1 0-20 15,0 3-8-15,0 8-1 16,-6 4 0-16,-6 0-270 0</inkml:trace>
  <inkml:trace contextRef="#ctx0" brushRef="#br0" timeOffset="178730.4671">8023 4002 348 0,'0'0'912'0,"0"0"-688"0,0 0-64 15,0 0-23-15,0 0-11 16,0 0-22-16,0 0-11 16,-1 0-13-16,1 0-6 15,2 0-3-15,5-2-13 16,2-1-5-16,2 0-16 15,1-2-7-15,1 2-14 16,-1-2-5-16,-1 1-10 16,-1-1 5-16,0 2-6 15,-3 0 0-15,0 1-3 16,-4 1-83-16,0 1-144 16,-3 0-75-16,0 3-51 0,-3 2-53 15,-1 1-288-15</inkml:trace>
  <inkml:trace contextRef="#ctx0" brushRef="#br0" timeOffset="178987.1313">8047 4045 1023 0,'0'0'333'16,"0"0"-153"-16,0 0-46 15,0 0 19-15,0 0 2 16,0 0-20-16,0 0-42 16,28-9-26-16,-17 4-21 0,-2 1-12 15,2-1-14-15,-3 2-12 16,0 1-7-16,-1 1-1 16,-3 1-95-16,-4 1-156 15,0 4-350-15,-2 0-797 0</inkml:trace>
  <inkml:trace contextRef="#ctx0" brushRef="#br0" timeOffset="180394.9288">2593 4125 889 0,'0'0'334'0,"0"0"-105"16,0 0-15-16,0 0-14 15,0 0-29-15,0 0-47 16,0 0-52-16,3-1-11 15,3 1 3-15,2 0 4 16,1 0-6-16,1 1-17 16,-1 3-7-16,0 2-8 15,-1 0-3-15,-2 0-11 16,-2 1-1-16,-2 1-3 16,-2 0-4-16,0 1 8 0,-1 1-9 15,-7 0 5-15,-1-2-3 16,-1-1-1-16,-1-1-7 15,-1-2 8-15,1-2-7 16,1-1 5-16,1-1 1 16,1 0-1-16,2-2 1 15,3-1 6-15,0-2 12 16,3 0 1-16,0-2-3 16,2-2-6-16,6-1-2 15,2-3 2-15,4-1 6 16,2 0 7-16,3-2 2 0,1 0 5 15,0 2 2-15,-2-1-4 16,0 2-8-16,-2 0-2 16,-2 3-7-16,-1 1-4 15,-4 0-6-15,-2 4-3 16,0 1-5-16,-4 2 1 16,-2 1-1-16,-1 0 5 15,0 1-5-15,0 0-1 16,0 2-40-16,-5 6-118 15,-8 8-114-15,0-1-383 16,1 0-892-16</inkml:trace>
  <inkml:trace contextRef="#ctx0" brushRef="#br0" timeOffset="182680.2323">9601 4071 1778 0,'0'0'265'15,"0"0"-99"-15,0 0-33 16,0 0 8-16,0 0 53 16,65-11 0-16,-12 6-27 15,19-6-47-15,10 0-44 0,-1-1-29 16,-8 0-16 0,-13 3-14-16,-4 2 6 0,-7 1-9 15,-11 2-14-15,-11 1 11 16,-10 1-5-16,-6 1-6 15,-2 1-10-15,-2-2-57 16,-4 2-53-16,-3 0-97 16,-23 2-80-16,-3 2-269 15,-5 3-110-15</inkml:trace>
  <inkml:trace contextRef="#ctx0" brushRef="#br0" timeOffset="183031.8422">9655 4140 1684 0,'0'0'238'0,"0"0"-133"16,0 0-37-16,0 0 71 16,0 0 87-16,0 0-29 15,0 0 13-15,49 10-23 16,-6-10-57-16,18-3-28 15,10-8-24-15,3-2-14 16,-3-2-23-16,-6 4-7 16,-4-1-7-16,-3 2-6 15,-8 0 3-15,-8 3-7 0,-11 1-1 16,-8 1-7 0,-5 1-1-16,2 0-8 0,-1 0-1 15,-1-1 1 1,-8 2 1-16,-4 2 0 0,-6 1-1 15,-2 0-64-15,-41 3-78 16,3 3-409-16,-13 3-506 0</inkml:trace>
  <inkml:trace contextRef="#ctx0" brushRef="#br0" timeOffset="185404.6879">12014 2393 1287 0,'0'0'223'0,"0"0"-39"15,0 0 69-15,0 0-63 0,37-42-32 16,-24 36-45-16,1 1-46 16,3 3-27-16,-1 2-22 15,1 2-3-15,-1 7-1 16,-3 3-5-16,-3 5 27 16,-6 3 18-16,-4 1 10 15,-1 2 9-15,-8 1-16 16,-3 0 4-16,-1 2-19 15,1 0-15-15,3 0-2 16,1 1 1-16,5-3-10 16,2-1-3-16,1-3-1 15,4-3-10-15,6-4 4 16,2-3 0-16,0-5-6 16,0-4 1-16,0-1 1 15,0-3-1-15,0-7 7 0,-3-1-8 16,-1-2 0-16,-2 2 0 15,-2 1 0-15,-2 3 1 16,-1 3 6-16,-1 3 19 16,0 1 7-16,0 7-32 15,0 13 8-15,1 12 30 16,5 16 35-16,3 5-33 16,1 3 3-16,0-7-5 15,-3-13-11-15,-2-7 10 16,-2-10-14-16,-1-1-3 15,0 1-5-15,-2 2-2 0,0-1-13 16,0-4 14-16,0-2-15 16,-5-6 14-16,0-2-13 15,-2-3 7-15,-2-2-2 16,-1-1 1-16,-3 0-1 16,0 0-5-16,-3-2-1 15,-1 0-21-15,0 1-17 16,0 0-19-16,-2 1-18 15,-1 0-40-15,-8 0-92 16,5 2-157-16,5-1-265 0</inkml:trace>
  <inkml:trace contextRef="#ctx0" brushRef="#br0" timeOffset="185594.9386">12276 3095 2205 0,'0'0'280'16,"0"0"-75"-16,0 0-99 15,0 0 22-15,0 0-48 16,0 0-80-16,0 0-138 16,-11 3-388-16,7 0-892 0</inkml:trace>
  <inkml:trace contextRef="#ctx0" brushRef="#br0" timeOffset="187266.3383">15273 4372 1167 0,'0'0'242'0,"0"0"-40"16,0 0-37-16,0 0-96 15,0 0-37-15,44-19-3 16,-24 19-1-16,3 7 17 0,0 4 18 15,0 4 21-15,-3 4-6 16,-1 3-2-16,-6 5 15 16,-3 2-5-16,-9 6-19 15,-5 7 5-15,-17 6-4 16,-8 2-10-16,-3-4-11 16,5-8-12-16,8-10-6 15,7-7-2-15,2-1-14 16,2 2-12-16,1 2 0 15,4 1 0-15,3-2 0 16,2-5 0-16,8-3 0 16,2-4 0-16,3-5 1 15,1-5 9-15,1-1-5 0,1-8 2 16,0-5-7 0,-2-2 7-16,-3 0-7 0,-4 3 0 15,-3 1 0-15,-3 5 11 16,-3 2-12-16,0 4 35 15,0 0-4-15,0 4-13 16,0 14-7-16,0 18 18 16,2 21 61-16,1 11-6 15,1 7 5-15,0-1-4 16,-1-6-9-16,0-2 1 16,-3-2-14-16,1-4-24 15,-1-3-8-15,0-6-14 16,0-4-8-16,-4-5 3 0,0-2-3 15,-1-8 0-15,1-7-3 16,1-6 0-16,-1-2 4 16,-1 1-4-16,0 2-6 15,-3 0 0-15,2-5-2 16,-2-1 2-16,1-5 0 16,1-2 0-16,0-3 0 15,0-2 2-15,0 0-2 16,-1-2 2-16,-3 0-1 15,-2-1 5-15,-3-3-6 16,-3-1-1-16,-4 0-6 16,-4 0-1-16,-3 1 1 15,0 0 5-15,0 1-5 16,3 0 6-16,4 0-5 16,4 0-15-16,4 1-14 0,4 1-4 15,3 0-27-15,3 1-22 16,2 0-58-16,2 0-153 15,0 0-318-15,0 0-471 0</inkml:trace>
  <inkml:trace contextRef="#ctx0" brushRef="#br0" timeOffset="187448.3774">15343 5797 2212 0,'0'0'640'0,"0"0"-558"0,0 0-55 16,0 0-16-16,0 0-11 15,-47-13-132-15,22 16-339 16,-5 3-923-16</inkml:trace>
  <inkml:trace contextRef="#ctx0" brushRef="#br0" timeOffset="191779.4135">3861 7761 834 0,'0'0'223'0,"0"0"-34"16,0 0-28-16,0 0-45 15,0 0-34-15,0 0-24 16,3-8 9-16,4 5 8 16,0 2 15-16,2 0-28 15,2-2-25-15,-1 1-9 16,3 1 2-16,0 0 1 15,0 0 0-15,1 0 1 0,0 0 2 16,0 1-9-16,0 0-3 16,-1 0-1-16,1 0 6 15,0-1-5-15,1 0 16 16,1 0 5-16,1 0-13 16,-2 0-14-16,2 0-4 15,-2-1-4-15,1 1-7 16,-1 0 9-16,2 0-9 15,-2 1 5-15,1-1-6 16,0 0 1-16,0 0 0 0,-2 1 1 16,-1-1-1-16,1 0 0 15,0 0 1 1,-2 0-1-16,0 1 0 0,0 0 1 16,-1 0-1-16,-1 0 0 15,1 0 0-15,-1 0 0 16,1 0-1-16,-1 0 1 15,1 0 0-15,0 0 0 16,0 0 0-16,0 0 0 16,-1 0-1-16,0 0 1 15,0 0 0-15,-1 0-1 16,-1 0 2-16,1 0-2 16,-1 0 1-16,-2 0 1 15,2 0-1-15,-2 0 5 0,-1 0-5 16,-1 0 14-16,0 0-6 15,0-3 6-15,-2 0 8 16,1-1 6-16,-1-2-5 16,-1-2 2-16,-1-2-14 15,0-3-1-15,0-3-1 16,-1-4-2-16,-4-4-7 16,0-3-1-16,-3-2-1 15,3 0-28-15,-2 2-8 16,1 2-8-16,0 3-38 15,2 4 12-15,-1 3 22 16,2 3 19-16,-1 3 4 16,1 3-8-16,-1-1 10 15,1 3 17-15,-1 0 5 16,1 1-8-16,-3 0 4 16,2 1 0-16,-1 1-10 0,-2-1-9 15,-1 1 10-15,0 1 9 16,-4 0-10-16,-1 0-2 15,-5 0 2-15,-1 0 0 16,-3 0-12-16,-3 0-16 16,-2 3 16-16,-3 0-28 15,0 0-17-15,0 0 51 16,0-1 6-16,4 2-13 16,1-2 13-16,4 2-19 15,4-2-15-15,-1-1 15 16,4 1 26-16,-1 0-4 0,-2 0 5 15,0 2 6 1,-2 0-12-16,-3 0-21 0,-4 3 24 16,-2 0-3-16,0 0-33 15,0 0 33-15,1-1 7 16,3 0 6-16,2-3-10 16,4 0-2-16,3-3 12 15,3 0 1-15,2 0 0 16,2 0 0-16,2 0 0 15,2 0 0-15,0 0 0 16,2 0 0-16,-2 0 0 16,3 1 0-16,1-1 0 0,-2 1 1 15,2-1-1 1,-1 0 0-16,1 0 0 0,0 1 1 16,-1 0-1-16,1 1 0 15,-1 1 1-15,1 2-1 16,0 2 0-16,0 3 0 15,0 3 10-15,2 1 10 16,4 3 15-16,0 1 9 16,2 1 21-16,-1 1 4 15,2 0 24-15,0-2-9 16,0-1-8-16,1 0 0 16,1-2-10-16,-1 1-10 15,1 0 15-15,0-1 12 0,0-1-6 16,-2-1-24-1,-1-1-10-15,-1-2-15 0,-2 0-8 16,0-2-2-16,-2-1 1 16,-2-2-1-16,1-1 3 15,0 0-8-15,-2-3-3 16,1-1-2-16,-1 0-7 16,0 0 8-16,0 0-8 15,0 0 8-15,0 0-8 16,0 0 7-16,1 0-7 15,0 0-1-15,5-2-17 16,1-1-157-16,-1 1-460 0</inkml:trace>
  <inkml:trace contextRef="#ctx0" brushRef="#br0" timeOffset="191936.114">4034 7834 1835 0,'0'0'138'0,"0"0"-138"15,0 0-392-15,0 0-814 0</inkml:trace>
  <inkml:trace contextRef="#ctx0" brushRef="#br0" timeOffset="196680.3839">1086 7724 992 0,'0'0'198'0,"0"0"-81"0,0 0-37 15,0 0-15-15,0 0-10 16,0 0-26-16,40-6-1 16,-27 6 8-16,1 2 8 15,2-1 9-15,1 2-11 16,2-2 2-16,0 0 16 15,2 0 0-15,2 0-8 16,-2-1-13-16,1 1-3 16,-3-1-16-16,-1 1-3 15,0 1-10-15,-3 0 1 16,0 1-7-16,-1 0 3 16,0 0-3-16,-1 0-1 15,1-1 7-15,0-1-6 16,0 0 0-16,1-1 9 0,0 0 1 15,1 0-10-15,1 0 1 16,0 0-1-16,0 0 1 16,0 0 5-16,0 0-7 15,-1-1 1-15,-1 0-1 16,0 1 0-16,-1-3 1 16,0 2 5-16,-1-2-6 15,-1 1 0-15,1-1 0 16,-2 1 0-16,1-2 0 15,-2 1 1-15,0 0-1 16,0 0 6-16,-2 1-6 16,1-1-1-16,-2 1 1 15,-1 0 0-15,-2 2 0 16,0-1 5-16,-1 1-5 16,-1 0-1-16,0 0 0 0,0 0 1 15,-1 0 0-15,1 0 0 16,-1 0 1-16,1-1-1 15,-1 0 1-15,1-1 9 16,-1-3 37-16,-1-2 14 16,0-2 11-16,0-5-35 15,0-3-6-15,-8-9-22 16,-3-10 0-16,-2 1 2 16,1 1-11-16,0 5 0 15,-1 6-19-15,1-1-60 16,-3 0-10-16,1 4 1 15,1 5 16-15,1 3 14 16,3 2 12-16,1 4 30 0,1 0-11 16,2 2 4-16,1 2-1 15,0 0 10-15,1 1-5 16,-1 1 0-16,1 0 4 16,-3 0 2-16,1 0 4 15,-4 1 3-15,-1 2 6 16,-2 1 0-16,-1 0 0 15,-3 1 0-15,-2-1 0 16,-2 2-6-16,-1 0-2 16,-2 0-1-16,-2 0-17 15,0-2 4-15,-1 1 16 16,-1-1-1-16,1-1-46 16,1-1 4-16,-2-2 28 0,1 1-5 15,1-1 0-15,4 0-32 16,2 1 21-16,1 0 5 15,2 0 21-15,1 2 10 16,3-1 1-16,0 1-1 16,0 0-1-16,-1 1 1 15,2 1-12-15,-1 0-18 16,1 1-8-16,-1-2 25 16,1 1-28-16,1 0 29 15,1-1 11-15,-1-1-15 16,3 0 16-16,1-1 1 15,2-2 1-15,3 1-1 0,-1-1 2 16,1 0 4-16,1 0-5 16,-2 0 8-16,1 0-9 15,1 0 2-15,-1 0-1 16,1 0 8-16,-1 0-8 16,1 0 7-16,0 0-8 15,0 1 0-15,0 3-1 16,0 3-22-16,0 6 23 15,0 4 34-15,2 4 40 16,2 2 1-16,3 1-11 16,-1 1-10-16,3-3 30 15,-1-1-8-15,1-3 26 16,-2-2-11-16,1-1-13 16,0-3-14-16,-2-1-19 15,-1 0-15-15,0-3-4 0,-1-1-5 16,-1-1-6-16,-2-3-5 15,1 0-1-15,-2-2-3 16,0 1 1-16,0-2-7 16,0 0 0-16,0 0-137 15,0 0-407-15</inkml:trace>
  <inkml:trace contextRef="#ctx0" brushRef="#br0" timeOffset="196861.4707">1190 7748 1729 0,'0'0'220'16,"0"0"-157"-16,0 0-23 0,0 0-9 16,0 0-12-16,0 0-19 15,0 0-60-15,28 0-413 0</inkml:trace>
  <inkml:trace contextRef="#ctx0" brushRef="#br0" timeOffset="200237.7328">11174 692 654 0,'0'0'324'16,"0"0"-107"-16,0 0-4 16,0 0-32-16,0 0 29 15,0 0-59-15,-23-16-9 0,22 14-9 16,-1 2-1-16,2-1-32 15,0 1-33-15,0 0-24 16,0 4-16-16,2 5-4 16,4 5 21-16,2 4 16 15,0 2-5-15,1 0 11 16,0 0-11-16,0-4-7 16,-1-1-17-16,-1-3-2 15,0-4-5-15,0-2-2 16,-2-3-1-16,0-1 3 0,0-2 10 15,2-2 1 1,2-7-1-16,3-7 1 0,3-3-13 16,2-5-7-16,2-4-1 15,1-1-8-15,-1 0-5 16,-1 1 0-16,0 2 5 16,-1 3-4-16,-3 3-1 15,-1 2 1-15,-2 2-2 16,0 3 0-16,-3 2-1 15,0 1 0-15,-2 3-1 16,-3 2-4-16,0 1 5 16,-1 1 0-16,-2 2-5 15,1 0-2-15,-1 1-2 16,0 0-4-16,0 0-8 16,0 0-8-16,-2 4-30 0,-13 21-82 15,1-1-220-15,-4 3-577 16</inkml:trace>
  <inkml:trace contextRef="#ctx0" brushRef="#br0" timeOffset="203434.7947">11121 1009 1069 0,'0'0'293'16,"0"0"-55"-16,0 0 38 15,0 0-48-15,0 0-49 16,0 0-32-16,0 0-39 0,0-10-39 15,2 15-32-15,6 6-1 16,3 3 71-16,2 3 6 16,2 0-18-16,-1 0-25 15,0-2-1-15,-1-4-21 16,-1-1-2-16,-2-4 14 16,-2-2-14-16,0-3-14 15,0-1-5-15,1-2 0 16,4-8 6-16,1-4-9 15,2-5-9-15,2-4-8 16,1-1-5-16,0-2-1 16,-2 1 5-16,1 0-5 15,-1 3-1-15,-3 4 1 16,0 2-1-16,-2 2 1 16,-3 4-1-16,-1 2-1 0,-2 2 0 15,-2 1 1-15,-1 2-1 16,0 0 0-16,-2 3-7 15,-1-1-2-15,0 1-2 16,0 0-8-16,-3 5-25 16,-8 13-58-16,-17 23-192 15,1-2-355-15,-2 2-509 0</inkml:trace>
  <inkml:trace contextRef="#ctx0" brushRef="#br0" timeOffset="205824.7909">15433 473 631 0,'0'0'525'0,"0"0"-354"16,0 0-35-16,0 0-24 0,0 0 16 15,0 0-18-15,17-6-34 16,-8 6-7-16,2 1-21 16,-3 3-3-16,0 2-12 15,-3 0 2-15,-2 2 8 16,-1 0 0-16,-2 3 4 16,0 2 12-16,0 2 17 15,-2 3-21-15,-2 1-15 16,0 1-2-16,2 0-6 15,2 1-12-15,0-3-5 16,0-3-13-16,0-1 4 0,4-4 3 16,1-2-2-1,0-2-1-15,2-2 3 0,0-4-8 16,-1 0 5-16,-1 0-4 16,0-4 5-16,0-1-1 15,-1 0-5-15,-1 0 0 16,-2 3-1-16,0 2 0 15,-1 0 0-15,2 2 1 16,1 9 0-16,0 5 49 16,2 5 59-16,0 2-32 15,0 2-7-15,-2-1-1 16,1 1-11-16,-1-1-4 16,1-2-14-16,-1-2-4 15,0-3-16-15,-2-3-11 16,1-2 1-16,-2-3 2 0,0-3-4 15,0-2 4-15,-1-2 9 16,-6-1 20-16,-3 0-14 16,-4-1-9-16,-2 1-4 15,-4 1-5-15,0-1 1 16,-1 1-2-16,-1 0-7 16,0 2-1-16,-1 0 1 15,0 1 9-15,1 0-9 16,1-2 0-16,1 0-1 15,2 0 7-15,2-2-7 16,4-1 1-16,1 0 0 16,3 0 0-16,1 0-1 15,2 0-54-15,-1 0-93 16,1 0-313-16,-2 1-486 0</inkml:trace>
  <inkml:trace contextRef="#ctx0" brushRef="#br0" timeOffset="208682.1965">14220 1272 927 0,'0'0'272'16,"0"0"-121"-16,0 0-31 16,0 0 15-16,0 0 5 15,25-37-51-15,-16 31-21 16,2 2-18-16,2 1-6 0,1 3-8 15,1 0-7 1,0 3 5-16,0 5-3 16,-1 3 3-16,-2 1 0 0,-3 5-3 15,-1 1 37-15,-4 4 18 16,0 1-17-16,-3 1-21 16,-1 0-8-16,0-2-10 15,0 0-2-15,0-3-11 16,0-1 3-16,0-4-6 15,5-2-8-15,3-3 9 16,1-3-14-16,3-2 13 16,2-4 0-16,2 0-8 15,1-6-4-15,-1-3 4 16,-3-1-5-16,0-1-1 16,-3 0-1-16,-3 3 0 0,-3 1 0 15,-2 2 1-15,-1 4 0 16,-1 0 1-16,0 1 16 15,0 0 1-15,0 5 1 16,0 6-7-16,0 4 42 16,0 5 10-16,0 4-9 15,0 3 28-15,2 0-4 16,-1 1-28-16,2 0-14 16,1-2-1-16,0-2-6 15,0-2-3-15,-1-1-12 16,-1-3-7-16,0-1-7 15,-1-3 8-15,-1-3 0 16,0-3-8-16,0-1 1 0,0-3 5 16,0-2 1-16,0 1-2 15,-2-2 1-15,-2 0 4 16,-2 0 4-16,-2-1 0 16,-3 1 3-16,-3 0-2 15,-1-1 1-15,-3 0-1 16,-1 0-2-16,-1 0-4 15,-2 0 7-15,0 0-11 16,-2 0-6-16,-9 0-5 16,-10 9-22-16,-13 10-101 15,7-1-336-15,4-1-465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31:42.2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12871 527 2016 0,'0'0'258'0,"0"0"-132"15,0 0-2-15,0 0 6 16,0 0-24-16,0 0-56 15,-3 38 0-15,3-8 48 16,0 1-4-16,1-4-22 16,3-9-21-16,0 1-3 15,2-2-3-15,2-4-1 16,0-5-6-16,4-4 3 16,11-4-1-16,18-14-4 15,24-17-10-15,15-9 7 16,4-8-17-16,-6 1-5 15,-13 5-11-15,-9 7-11 0,-13 9-41 16,-14 11-10-16,-12 7-2 16,-9 4 18-16,-3 1 13 15,-2 2 3-15,-3 1 0 16,0 3-27-16,-17 16-66 16,-26 26 23-16,1-2-525 15,-6 3-993-15</inkml:trace>
  <inkml:trace contextRef="#ctx0" brushRef="#br0" timeOffset="502.8752">12753 1290 1585 0,'0'0'301'0,"0"0"-30"16,0-34 6-16,0 22 26 15,1 6-91-15,2 3-62 0,2 3-66 16,2 4-44 0,4 10 26-16,4 7 28 0,4 3-28 15,1 1-3-15,0-1-10 16,1-5-5-16,0-5 4 16,0-3-7-16,2-7-6 15,3-4-1-15,11-6-7 16,11-18-2-16,14-16-8 15,6-10-8-15,-3-3-7 16,-8 3-6-16,-18 15-10 16,-9 11-43-16,-13 11-2 15,-7 6-5-15,-3 2-8 0,-2 4 19 16,-2 1-1 0,-3 8-44-16,-12 26-147 0,-3 1-315 15,-7 0-636-15</inkml:trace>
  <inkml:trace contextRef="#ctx0" brushRef="#br0" timeOffset="1013.3929">12891 1773 874 0,'0'0'608'0,"0"0"-99"16,0 0-247-16,0 0-53 15,0 0-93-15,0 0-72 16,0 0-24-16,8 63 142 16,0-34 0-16,3-3-40 15,0-8-38-15,3-1-18 16,3-2-3-16,3-5 0 0,2-5 7 15,9-5-10-15,13-13 2 16,15-19-13-16,6-9-19 16,0-8-10-16,-7-2-13 15,-12 6-7-15,-9 9-6 16,-11 11-33-16,-11 12-33 16,-8 10-43-16,-7 3-114 15,-13 19-270-15,-7 4-43 16,-7 5-300-16</inkml:trace>
  <inkml:trace contextRef="#ctx0" brushRef="#br0" timeOffset="1470.3223">12779 2338 1846 0,'0'0'275'0,"0"0"-172"15,0 0 25-15,-1-36 53 0,1 33-10 16,5 3-83-16,3 6-19 15,7 14 14-15,1 3 37 16,1 4-24-16,2 2-14 16,-3-5-29-16,2-2 3 15,1-4-14-15,-2-5-7 16,1-5-8-16,2-5 13 16,1-3-1-16,4-9 8 15,6-16-16-15,11-16-8 16,11-18-10-16,2-5-2 15,-8 9-5-15,-13 17 1 16,-15 19-7-16,-7 10-25 16,-4 4-41-16,-4 4-41 0,-4 1-87 15,-20 28-152 1,-4 1-236-16,-8 2-468 0</inkml:trace>
  <inkml:trace contextRef="#ctx0" brushRef="#br0" timeOffset="2049.0852">12909 3130 1545 0,'0'0'374'16,"0"0"-91"-16,0 0-12 16,0 0 20-16,0 0-73 15,0 0-73-15,0 0-63 0,-6 11-40 16,15 27 39 0,0 0 30-16,1-1-42 0,-2-7-24 15,0-11-15-15,3-1 6 16,4-1 1-16,2-7 11 15,6-8-1-15,10-6 4 16,16-25-5-16,17-23-7 16,14-18-7-16,5-9-16 15,2 4-14-15,-9 14-2 16,-4 14-8-16,-19 13 8 16,-17 13-1-16,-17 10-3 15,-10 6-16-15,-5 2-14 16,-6 3-44-16,-2 1-32 0,-27 15-31 15,-44 21-145 1,2-1-434-16,-11-1-833 0</inkml:trace>
  <inkml:trace contextRef="#ctx0" brushRef="#br0" timeOffset="5984.0164">4354 1940 1092 0,'0'0'760'0,"0"0"-468"16,0 0-38-16,0 0 36 16,0 0-39-16,0 0-61 15,-5-6-64-15,6 6-72 16,8 0-23-16,6 0-10 16,7 2 3-16,11 1-5 15,1 0-2-15,1 0 4 16,1-2 7-16,-6 0-8 0,3-1-13 15,-4 0-7 1,-1 0 0-16,-4 0 6 0,-5-1-6 16,-4-1-1-16,-5 1-26 15,-5-1-40-15,-4 2-129 16,-7-3-169-16,-8-1-337 16,-4 1-692-16</inkml:trace>
  <inkml:trace contextRef="#ctx0" brushRef="#br0" timeOffset="6614.3649">4429 1762 199 0,'0'0'1127'15,"0"0"-772"-15,0 0-50 16,0 0-43-16,0 0-37 16,0 0-15-16,0 0-11 15,0-18-74-15,0 18-56 16,0 0-33-16,-1 0-18 0,-2 0-6 15,-3 3-5-15,-4 6-6 16,-4 4 0-16,-2 4 11 16,-2 3 0-16,-1 2 13 15,2 0-13-15,-1 0 12 16,1-1-10-16,1-3-13 16,2-2 10-16,3-2-10 15,3-4 0-15,1-1 7 16,3-2 1-16,1-1 6 15,1-1 1-15,2-2 17 16,0 2 13-16,4 0-7 16,5 0-1-16,4 2 2 0,4 1 11 15,3-1 0-15,2 1-3 16,1 0-16-16,1-1-14 16,2-2 7-16,0 1 7 15,3-2-1-15,-2 0-5 16,-1-2-7-16,-3-1-5 15,-2 0-5-15,-3-1-3 16,-3 0-6-16,-4 0 1 16,-2 0 0-16,-4 0-1 15,-2 0-8-15,-3 0-1 16,-8 0-68-16,-43 14-67 16,1 0-236-16,-12 2-917 0</inkml:trace>
  <inkml:trace contextRef="#ctx0" brushRef="#br0" timeOffset="10239.7974">4493 2355 1345 0,'0'0'578'0,"0"0"-350"15,0 0-10-15,0 0-11 16,0 0-2-16,0 0-42 16,0 0-40-16,1 2-50 15,9 2 10-15,4 1 8 16,5 2-13-16,2-1-5 16,3 0-16-16,0-1-7 15,2-2-19-15,0-1-7 16,1 0-10-16,0-2-4 0,1 0 2 15,0-1-4-15,-3-2-7 16,-2 0 0-16,-5-1 0 16,-5 1-1-16,-3 2-22 15,-4-1-41-15,-6 1-12 16,0 0-48-16,-25 0-167 16,0 0-368-16,-5 0-309 0</inkml:trace>
  <inkml:trace contextRef="#ctx0" brushRef="#br0" timeOffset="10818.2213">4488 2220 978 0,'0'0'323'15,"0"0"-137"-15,0 0 83 16,0 0 4-16,0 0-31 16,0 0-52-16,0 0-55 15,9-27-5-15,-8 26-12 16,-1 0-21-16,0 1-10 15,0 0-19-15,0 0-38 16,0 1-9-16,-1 6-16 0,-4 6-4 16,-1 5 7-16,-3 5 7 15,-1 2 15-15,-2 2-1 16,1 0 8-16,-1-1-5 16,4-2-8-16,1-5 7 15,2-2-10-15,2-4 3 16,2-3 4-16,1-2-13 15,0 0 2-15,7-2 7 16,2 0 12-16,5-2 4 16,7-1 4-16,9-1-7 0,12-2-2 15,-2 0-10-15,-4-2-8 16,-6-1-8-16,-11 0-8 16,1 1 5-16,-1 0 0 15,-5 1-6-15,-4 0-1 16,-5 1 1-16,-2 0-8 15,-3 0-26-15,0 0-40 16,-13 0-40-16,-31 9-82 16,0 2-421-16,-5 1-369 0</inkml:trace>
  <inkml:trace contextRef="#ctx0" brushRef="#br0" timeOffset="13387.1491">3583 3069 1370 0,'0'0'318'16,"0"0"-56"-16,0 0-23 16,0 0-63-16,0 0-39 0,0 0-12 15,0 0-9-15,-1 1-38 16,8 0-24-16,4 0 32 15,2 0-2-15,2 1-15 16,3-2-27-16,0 0-14 16,1 0-11-16,-1 0-5 15,1-3-5-15,1-1-6 16,-1 0-1-16,-3-1-19 16,-1 1-65-16,-3 1-96 15,-5 1-102-15,-3 0-198 16,-4 2-186-16</inkml:trace>
  <inkml:trace contextRef="#ctx0" brushRef="#br0" timeOffset="13654.9368">3590 3172 1846 0,'0'0'324'15,"0"0"-125"-15,0 0-12 16,0 0-20-16,0 0 21 16,0 0-25-16,0 0-61 15,51 0-37-15,-32-4-22 16,2 0-19-16,0 0-6 0,0-1-8 16,1 0-8-1,-1 1-2-15,-1 0-33 0,-2 1-81 16,-3 3-184-16,-2 0-292 15,-8 2-500-15</inkml:trace>
  <inkml:trace contextRef="#ctx0" brushRef="#br0" timeOffset="15661.78">5338 3122 1073 0,'0'0'286'15,"0"0"-27"-15,0 0 17 16,0 0-49-16,0 0-35 16,0 0-45-16,0 0-49 15,30 1 67-15,-7-2-2 16,11-3-15-16,13 0-33 0,13-1-41 15,6 1-23 1,-3 1-14-16,-6 1-13 0,-12 0-5 16,-8 2-2-16,-9 0-16 15,-10 0-1-15,-3 0 6 16,-1 0-6-16,-1 0 0 16,-1 0-23-16,-7 0-48 15,-2 0-66-15,-3 0-75 16,0 0-51-16,-21 0 15 15,1 3-345-15,-2-1-78 0</inkml:trace>
  <inkml:trace contextRef="#ctx0" brushRef="#br0" timeOffset="15947.3725">5499 3155 1287 0,'0'0'331'0,"0"0"-46"16,0 0-93-16,0 0-21 16,0 0-9-16,0 0 97 15,43 12-46-15,-11-9-64 16,11-3-30-16,10 0-32 16,1-3-10-16,-8-3-27 15,-11 1-17-15,-11 1-18 16,-2 0-15-16,4 0 1 15,1-1-1-15,2 0 0 16,-5 1-13-16,-6 1-61 0,-13 3-126 16,-5 1-317-16,-4 4-331 15</inkml:trace>
  <inkml:trace contextRef="#ctx0" brushRef="#br0" timeOffset="19520.4499">4074 4799 1564 0,'0'0'508'16,"0"0"-324"-16,0 0-6 15,0 0-11-15,0 0-5 16,0 0-11-16,-8 3-36 0,16 0-37 15,3 0-12-15,5 1-2 16,1 0-22-16,4-1-1 16,1-1-16-16,0 0-12 15,-1-2 2-15,0 0-15 16,-2 0 0-16,-3 0-1 16,-3 0-46-16,-2 0-54 15,-4-2-120-15,-7 0-124 16,0 2-226-16,-5-1-322 0</inkml:trace>
  <inkml:trace contextRef="#ctx0" brushRef="#br0" timeOffset="19766.7364">4049 4927 1765 0,'0'0'329'15,"0"0"-204"-15,0 0 23 16,0 0 17-16,0 0 38 16,0 0-21-16,52 8-53 15,-27-8-59-15,6-1-42 16,0-4-16-16,0 1-6 16,-1-2-6-16,-4 1-38 15,-1 1-149-15,-5-1-116 16,-8 1-460-16</inkml:trace>
  <inkml:trace contextRef="#ctx0" brushRef="#br0" timeOffset="21380.5567">8517 1640 1407 0,'0'0'747'0,"0"0"-591"16,0 0 56-16,-8-34-15 16,7 34-61-16,-2 0-82 15,0 17-54-15,-3 14 0 16,-2 13 7-16,2 4 34 15,3-5-8-15,3-12-17 16,0-12-5-16,5-4-10 16,3-1-1-16,2-1 0 15,1-3-5-15,0-5-12 16,0-5 5-16,0-2 11 16,0-8 1-16,-1-5 1 15,0-3 17-15,-3 0-8 16,-1 2 10-16,-3 5 15 0,-2 3 13 15,0 6 9-15,0 2-19 16,0 0-33-16,2 9-4 16,4 4 8-16,2 5-9 15,4 0 0-15,3 1 0 16,3-3 12-16,3-4 5 16,1-4-1-16,-1-4 1 15,-1-4-2-15,0-3-6 16,-3-10 6-16,2-11 1 15,-5-13-4-15,-4-17-12 16,-7-8 9-16,-4 1 4 16,-2 11-5-16,-3 19-8 15,1 13-51-15,0 7 3 0,-1 2-10 16,2 5-13-16,-2 3 2 16,0 2-50-16,4 23-172 15,0-1-219-15,1 0-183 0</inkml:trace>
  <inkml:trace contextRef="#ctx0" brushRef="#br0" timeOffset="21797.6955">8933 1741 2070 0,'0'0'285'0,"0"0"-113"0,0 0-91 16,0 0-55-16,0 0 40 16,-4 48 64-16,4-23-41 15,4 1-17-15,-1 1-30 16,-1-3-18-16,0-1-11 16,-2-5 2-16,0-4-7 15,0-4-7-15,0-4 1 16,0-5-1-16,2-1 17 15,-1-5 44-15,3-7 2 16,1-5-31-16,2-3-10 16,1 0 5-16,0 4-7 0,1 3-9 15,-1 6-11-15,2 4 0 16,-1 3-1-16,2 4-6 16,1 7 6-16,1 4 0 15,0 2 1-15,-1 1 5 16,-1 1-6-16,-1 1-18 15,-1 7-105-15,-1-5-227 16,-3-5-371-16</inkml:trace>
  <inkml:trace contextRef="#ctx0" brushRef="#br0" timeOffset="22282.8765">9200 1850 1618 0,'0'0'515'0,"0"0"-412"16,0 0-21-16,0 0 5 15,0 0 26-15,44 31-30 16,-35-15-4-16,-1 1-27 16,-6 1-20-16,-2-1-16 15,-2 1 0-15,-7 0-7 16,-2-3-3-16,0-2 0 15,4-4-6-15,1-4 0 16,4-4 0-16,2-1 0 16,0-7-43-16,5-4-4 15,4-4 26-15,2-1 11 0,2-1 10 16,1-2 0-16,0 0 0 16,-1 0 6-16,-2-1 1 15,-2 2 7-15,-2 4 26 16,-3 2 26-16,0 5 32 15,-4 3 12-15,0 3-15 16,0 1-45-16,0 3-35 16,0 9-15-16,-3 4 1 15,-1 4 22-15,3 1-4 16,-1 1-2-16,2-2-7 16,0-1-3-16,0-2-7 15,2-3 0-15,1-4 0 16,4-4-95-16,8-6-201 0,0-3-247 15,0-6-527-15</inkml:trace>
  <inkml:trace contextRef="#ctx0" brushRef="#br0" timeOffset="22466.0658">9525 1840 1305 0,'0'0'706'15,"0"0"-501"-15,0 0-98 16,0 0-67-16,0 0-17 16,0 0-4-16,0 0-19 15,49 10-113-15,-34-7-438 0,-5-3-699 16</inkml:trace>
  <inkml:trace contextRef="#ctx0" brushRef="#br0" timeOffset="22697.5347">9487 1986 2109 0,'0'0'347'0,"0"0"-147"16,0 0-44-16,0 0 24 15,0 0-38-15,0 0-34 16,40 15-41-16,-20-14-33 15,2-1-13-15,-1 0-21 16,0-2-7-16,-3-4-83 0,4-2-200 16,-5 1-348-16,-2 1-443 15</inkml:trace>
  <inkml:trace contextRef="#ctx0" brushRef="#br0" timeOffset="23762.967">10106 1754 1440 0,'0'0'580'0,"0"0"-269"16,0 0-77-16,0 0 15 0,0 0-87 15,0 0-89 1,0 0-40-16,23-9-27 0,-9 9 6 16,2 0-3-16,-1 1-3 15,-2 5-5-15,-5 1-1 16,-1 2 1-16,-4 3-1 16,-3 0-5-16,0 1 3 15,-9 1 2-15,-2-1-6 16,-1-1 6-16,0-2 6 15,1-3-5-15,2-3 1 16,4-2-2-16,3-1 12 16,1-1 33-16,1 0 15 15,0 0-11-15,0 0-8 16,6 0-24-16,1 3-11 16,6 1 2-16,1 2 10 0,1 2 3 15,-1 0 4 1,-3 1-11-16,-1-1 1 0,-4 0-6 15,-3 0 1-15,-3 0 2 16,0 0-10-16,-4 0 20 16,-6 0 2-16,-4-2 2 15,-3 2-8-15,-4-3-8 16,-2-2-4-16,1-2 0 16,1-1-6-16,2 0-6 15,6-7-24-15,5 1-110 16,6-1-524-16</inkml:trace>
  <inkml:trace contextRef="#ctx0" brushRef="#br0" timeOffset="26519.7534">10546 1758 788 0,'0'0'273'0,"0"0"-1"0,0 0 55 15,0 0 47-15,0 0-46 16,0 0-1-16,0 0-99 15,-11-16-87-15,3 19-77 16,-3 9-40-16,-5 4-15 16,-3 5 9-16,-1 2 6 15,1 1-3-15,3-2-13 16,1-2 4-16,3-3-11 16,2-3-1-16,1-2-66 15,2-4-191-15,0-3-197 16,1-3-238-16,2-2-492 0</inkml:trace>
  <inkml:trace contextRef="#ctx0" brushRef="#br0" timeOffset="26716.0178">10368 1783 1670 0,'0'0'367'0,"0"0"-146"16,0 0-107-16,0 0 62 15,0 0-11-15,28 38-37 16,-16-23-56-16,2 0-32 16,1 0-28-16,3-2-12 15,10 1-66-15,-5-4-199 0,-2-4-388 16</inkml:trace>
  <inkml:trace contextRef="#ctx0" brushRef="#br0" timeOffset="27148.7596">10688 1726 2046 0,'0'0'395'16,"0"0"-26"-16,0 0-166 16,0 0-41-16,0 0-95 15,0 0-43-15,43-16-23 16,-28 16 5-16,1 0 6 15,-2 6-6-15,-3 1 1 0,-3 1-5 16,-3 0-1-16,-4 3 11 16,-1 1 2-16,0 2 2 15,-6 2 2-15,-6 1 4 16,-2 2 5-16,-1-1-6 16,-1-1-7-16,1-1 5 15,3-4 14-15,3-2-3 16,2-4-4-16,4-3-7 15,2-2-1-15,1 0 3 16,0-1-20-16,8 0 0 16,6 0 23-16,7 0 5 15,5 0-1-15,2-2-19 16,2-1-8-16,-3-1-1 0,-3 3 0 16,-3 0-27-1,-7 1-11-15,-3 0-65 0,-11 6-144 16,0 3-387-16,-7 0-367 0</inkml:trace>
  <inkml:trace contextRef="#ctx0" brushRef="#br0" timeOffset="27404.9834">10396 2140 2345 0,'0'0'525'0,"0"0"-294"0,0 0-88 16,0 0 44 0,0 0-43-16,70-12-66 0,-14 4-39 15,5 1-15 1,-8 1-11-16,-15 3-7 0,-16 1-5 16,-4 2-1-16,1 0-16 15,-2 0-53-15,-3 0-92 16,-13 0-191-16,-1 4-352 15,-5 1-255-15</inkml:trace>
  <inkml:trace contextRef="#ctx0" brushRef="#br0" timeOffset="27613.41">10417 2250 2116 0,'0'0'481'0,"0"0"-213"16,0 0-63-16,0 0 26 15,41 17-35-15,4-11-36 16,16-2-37-16,5-2-36 16,-4-2-40-16,-18 0-22 15,-15 0-11-15,-12-2-14 16,-4-1-23-16,0-2-91 16,-2 1-126-16,-3-3-614 0</inkml:trace>
  <inkml:trace contextRef="#ctx0" brushRef="#br0" timeOffset="29987.3843">4772 5275 1081 0,'0'0'496'0,"0"0"-368"15,0 0 37-15,14-36-49 16,-6 28-21-16,2 3-35 16,0 1-32-16,0 3-17 15,-3 1-3-15,-1 4-8 16,-2 6 8-16,-3 4-1 15,-1 2 11-15,-2 1-6 0,-4 0-5 16,-4-2-5 0,2-3-2-16,1-1 5 0,1-5-4 15,3-3 17-15,3-1 35 16,0-1 8-16,1-1-8 16,8 0-28-16,2 2 16 15,1 0-1-15,1 2-14 16,-2 0-24-16,-2 0 11 15,-3 2-11-15,-3 0 10 16,-3 2-3-16,0 1-8 16,-9 1 5-16,-5 2 2 15,-4-1-8-15,-3 0-28 16,0-3-90-16,0-5-159 16,7-2-226-16,5-1-327 0</inkml:trace>
  <inkml:trace contextRef="#ctx0" brushRef="#br0" timeOffset="30220.7424">4931 5212 1542 0,'0'0'509'0,"0"0"-355"0,0 0-89 15,0 0-40-15,0 0-15 16,0 0 26-16,-2 35 25 15,-1-15 1-15,-1 1-7 16,-1 1 15-16,-2 1 4 0,1-1-16 16,0-3-47-1,-2 0-11-15,-1-2-155 0,1-2-223 16,0-7-407-16</inkml:trace>
  <inkml:trace contextRef="#ctx0" brushRef="#br0" timeOffset="30408.8443">4831 5319 1174 0,'0'0'505'0,"0"0"-331"16,0 0-16-16,0 0 44 16,38 13-53-16,-21-5-75 15,-1-1-28-15,1 1-24 16,-1-1-22-16,2 1-38 0,-3-2-227 15,-2-2-450-15</inkml:trace>
  <inkml:trace contextRef="#ctx0" brushRef="#br0" timeOffset="30843.3782">5083 5236 1204 0,'0'0'500'16,"0"0"-208"-16,0 0-158 0,0 0-63 16,0 0 27-1,0 0-32-15,40 2-24 0,-34 5-18 16,-4 3 2-16,-2 2-11 16,0 1-7-16,-4 1-7 15,-6 0 4-15,0 0-5 16,0-1-1-16,0-3-1 15,4-3 2-15,2-3-1 16,1-2 1-16,3-1 6 16,0-1 22-16,0 0 21 15,1 2-13-15,5 0-24 16,2 1 25-16,3 1 9 16,-1 1-13-16,3 1-13 15,-2 0-7-15,0 1 1 16,-3 0-6-16,-3 2 1 0,-3 0 3 15,-2 3-3 1,-2 0-3-16,-10 3-4 0,-6 2-1 16,-5 1-1-16,-5 0-119 15,-15 1-84-15,7-4-355 16,5-6-524-16</inkml:trace>
  <inkml:trace contextRef="#ctx0" brushRef="#br0" timeOffset="32061.2263">5063 5282 980 0,'0'0'632'0,"0"0"-283"0,0 0-52 16,0 0-88-16,0 0-18 15,0 0-54-15,0 0-40 16,14-29-18-16,-6 27-25 15,4 1-5-15,-1 1-11 16,4 1-4-16,-2 6-7 16,-2 2-6-16,-1 3 2 15,-3 1-14-15,-2 1 9 16,-3 1-9-16,-2-1 6 16,0 1 6-16,-5 0 1 0,-5 0 5 15,-3-1-5-15,-2 1-7 16,-1-1-6-16,0-4-8 15,2-2 1-15,3-3 4 16,2-4 12-16,4-1 15 16,3 0 1-16,2-4-4 15,0-3-12-15,0 1 2 16,4 1-19-16,2 0 5 16,2 2 6-16,0 3-12 15,0 0 9-15,2 2 6 16,-1 4 0-16,2 2 9 15,-1 1-6-15,1 1 9 16,-1-1 2-16,2 1 2 0,-1-2-1 16,2-1 5-16,-1-2-10 15,1-1 2-15,0-2-3 16,1-2-1-16,0 0-7 16,2-2-1-16,0-5-13 15,1-2-1-15,-3 0 5 16,-2 0-6-16,-2 1-29 15,-3 3-41-15,-4-2-53 16,-3 0-69-16,0 0-280 16,-1 0-598-16</inkml:trace>
  <inkml:trace contextRef="#ctx0" brushRef="#br0" timeOffset="33283.6486">5647 3603 1132 0,'0'0'666'0,"0"0"-385"15,0 0-105-15,0 0-105 16,0 0-38-16,0 0 36 16,26 35 34-16,-12-17-30 15,2 0-12-15,1 1-17 16,2-4-15-16,0-1-10 16,1-5-5-16,1-3-3 15,2-4 0-15,-1-2-5 16,-1-1-6-16,-2-6 2 15,-2-2-2-15,-3-1 0 0,-2 1 1 16,-2 1 0-16,-2 2 5 16,-3 2-4-16,-1 1 7 15,1 3-9-15,1 0 1 16,3 4 9-16,4 4 2 16,3 3 58-16,6 3-14 15,2 0-20-15,1-1-2 16,3-1-15-16,-2-2-5 15,1-3 2-15,0-1-5 16,-3-5-10-16,-2-1 8 0,-2 0-7 16,-2-6 13-1,-3-1-9-15,-2-2 3 0,-3 1 1 16,-1 0 5 0,-2 2 9-16,0 1-6 0,-2 3-3 15,0 1-4-15,1 1-5 16,3 0 3-16,1 0-3 15,3 1 6-15,2 3 1 16,2 0 4-16,1 1 5 16,-1-2-4-16,0 0 0 15,-1-1-5-15,0-1-2 16,-3-1-4-16,0 0 1 16,-2 0-8-16,-1-3 0 15,-1-2 0-15,-1 0-23 16,-1-2-99-16,-6-1-202 15,0 1-291-15,-1 0-680 0</inkml:trace>
  <inkml:trace contextRef="#ctx0" brushRef="#br0" timeOffset="33457.7148">6630 3726 2145 0,'0'0'473'0,"0"0"-174"15,0 0-182-15,0 0-27 16,0 0-48-16,0 0-30 16,0 0-12-16,-10 20-161 15,-1-7-295-15,-6 2-447 0</inkml:trace>
  <inkml:trace contextRef="#ctx0" brushRef="#br0" timeOffset="35708.0661">8170 4883 1617 0,'0'0'472'0,"0"0"-242"15,0 0-22-15,0 0-7 0,0 0-39 16,0 0-36-16,0 0-38 16,0-3-46-1,9 3-24-15,5 0-3 0,6 0 14 16,5 0-2-16,1 0-14 15,0-1-13-15,-2 1 0 16,-3 0-1-16,-4-1-50 16,-5 1-142-16,-5 0-169 15,-4 0-247-15,-3 2-248 0</inkml:trace>
  <inkml:trace contextRef="#ctx0" brushRef="#br0" timeOffset="35897.3289">8104 5044 1491 0,'0'0'314'0,"0"0"-67"15,0 0-86-15,0 0-52 16,0 0 4-16,45-4 8 16,-18-2-45-16,3 0-52 15,2 0-24-15,3 4-110 16,-8 2-172-16,-9 0-548 0</inkml:trace>
  <inkml:trace contextRef="#ctx0" brushRef="#br0" timeOffset="37448.8412">8934 2425 1386 0,'0'0'247'15,"0"0"-16"-15,0 0 30 16,0 0-30-16,0 0-25 16,0 0-85-16,0 0-92 15,-5-14-23-15,1 34 9 16,0 5-3-16,2 0 36 16,1-1-17-16,1-3-11 15,1-3-8-15,5-5-3 16,2-4-9-16,0-4-3 0,1-5 3 15,0 0-1-15,0-4 1 16,-1-5 7-16,0 1-6 16,-2-1 14-16,-1 2-6 15,-2 3 0-15,-2 1 9 16,1 3 2-16,0 0-19 16,3 8-1-16,3 4 15 15,2 1 10-15,3 2 17 16,1-1 4-16,2-2-4 15,0-3 2-15,0-3-7 16,0-5-2-16,0-1-4 16,-1-4 2-16,1-7 13 15,0-7-13-15,-3-3-10 0,0-11-19 16,-6-15-4 0,-4-15-30-16,-3-2-13 0,0 11-30 15,-2 18-26-15,-1 21-61 16,1 9-9-16,0 0 82 15,-1 3 13-15,1 2-4 16,0 4-24-16,1 11 27 16,1 17-21-16,1-1-300 15,4-2-611-15</inkml:trace>
  <inkml:trace contextRef="#ctx0" brushRef="#br0" timeOffset="37825.5423">9337 2412 1104 0,'0'0'883'0,"0"0"-588"15,0 0-89-15,0 0-137 16,0 0-34-16,0 0-14 16,0 0 16-16,4 50 16 15,0-29 0-15,-2 0 5 16,0 1-13-16,-2-4-8 15,0-3-15-15,0-3-12 16,0-5-9-16,0-5 6 16,2-2 14-16,0-4 70 0,3-8-7 15,0-4-47-15,1-2-25 16,2 1-10-16,-1 4-1 16,-1 5-2-16,-1 4 1 15,1 3 0-15,0 1-14 16,1 2-1-16,2 7-7 15,1 1 21-15,-2 4-1 16,1 2-17-16,-2 1-125 16,0 6-150-16,-1-4-301 15,-2-4-244-15</inkml:trace>
  <inkml:trace contextRef="#ctx0" brushRef="#br0" timeOffset="38179.9835">9521 2478 1485 0,'0'0'334'0,"0"0"-91"16,0 0-164-16,0 0-11 15,0 0 89-15,16 43-40 16,-9-25-17-16,0 2-21 16,-1 0-39-16,-1-1-18 15,-2-3-11-15,-1-3-10 16,0-4 5-16,-2-4 0 15,0-5 2-15,2-2 98 16,0-9 66-16,3-5-107 16,2-2-44-16,1-2-13 15,0 2 8-15,1 5 1 16,-2 5-7-16,-1 4 0 0,-1 4-10 16,2 0-10-1,-1 3-4-15,1 5 13 0,0 3-7 16,-1 1-5-1,-2 2 12-15,-1-1-82 0,-3 5-171 16,0-5-134-16,0-4-509 0</inkml:trace>
  <inkml:trace contextRef="#ctx0" brushRef="#br0" timeOffset="38367.0635">9754 2508 1920 0,'0'0'467'0,"0"0"-249"16,0 0-139-16,0 0-46 0,39-7-6 15,-22 6-19 1,-1 0-8-16,-3 1-73 0,0 0-165 16,-5 0-294-16,-3 0-189 0</inkml:trace>
  <inkml:trace contextRef="#ctx0" brushRef="#br0" timeOffset="38553.78">9780 2630 1228 0,'0'0'765'16,"0"0"-418"-16,0 0-185 0,0 0-7 15,0 0 3-15,0 0-70 16,0 0-52-16,37 0-6 15,-10-5-30-15,20-9-175 16,-5 2-324-16,-4-2-525 0</inkml:trace>
  <inkml:trace contextRef="#ctx0" brushRef="#br0" timeOffset="39041.3403">10257 2440 2046 0,'0'0'269'0,"0"0"-133"16,41-24-77-16,-15 16 38 16,2 3-25-16,-2 5-8 15,-4 0-26-15,-6 2-23 16,-7 5-13-16,-6 2 7 15,-3 1-9-15,-5 3 0 16,-8 1 1-16,-4 0 0 16,-2-1 9-16,-1-1-9 15,3-2 0-15,4-3 0 16,6-4 0-16,4-1 10 16,3-2 53-16,0 0 20 15,3 0-35-15,5 3-24 16,5 1-11-16,3 1 10 0,3 3-17 15,1 0 4-15,-1 2-4 16,-3 0 0-16,-3 2-6 16,-4 0-1-16,-4 1 23 15,-4-1-14-15,-1 0 6 16,-4-1-5-16,-10 0 1 16,-4-2-4-16,-5-1-1 15,-4-3-6-15,0-2-12 16,-1-3-66-16,7 0-79 15,8-12-152-15,9 0-297 0,4-1-665 16</inkml:trace>
  <inkml:trace contextRef="#ctx0" brushRef="#br0" timeOffset="39261.8189">10798 2437 2082 0,'0'0'291'0,"0"0"-31"16,0 0-160-16,0 0-61 16,0 0-22-16,0 0-5 15,-41 44 33-15,34-22-9 16,-1 2-15-16,0-1-12 16,0-2-9-16,-1-2-15 15,-5-1-163-15,2-6-201 0,0-6-474 16</inkml:trace>
  <inkml:trace contextRef="#ctx0" brushRef="#br0" timeOffset="39456.4988">10628 2450 1435 0,'0'0'921'0,"0"0"-669"15,0 0-101-15,0 0-98 16,0 0-30-16,42 21 26 15,-15-6 18-15,5 1-19 16,-1 1-21-16,-2-1-7 16,-3-1-20-16,3-1-134 0,-9-4-329 15,-5-5-669-15</inkml:trace>
  <inkml:trace contextRef="#ctx0" brushRef="#br0" timeOffset="39861.6505">11012 2407 2203 0,'0'0'272'15,"0"0"-37"-15,0 0-167 16,0 0-37-16,0 0 21 16,50 8-19-16,-30 1-5 15,-3 1-10-15,-5 1-17 16,-4 1 14-16,-6 0-6 15,-2 0 0-15,-4 1-9 0,-7 0 11 16,-1-1-5 0,0 0 0-16,0-4-6 0,3-3 1 15,3-1 7-15,4-3 66 16,1-1 28-16,1 0-30 16,0 0-22-16,0 0-26 15,4 1-17-15,5 3 0 16,4 1 2-16,4 3 0 15,3 3 12-15,2 0-9 16,-2 3 3-16,-2-1 5 16,-6 1 4-16,-6 0-15 15,-6 1-2-15,-19 3-7 0,-33 5 0 16,-45 6-73 0,5-5-185-16,-6-5-777 0</inkml:trace>
  <inkml:trace contextRef="#ctx0" brushRef="#br0" timeOffset="42406.9094">4138 2612 1491 0,'0'0'387'0,"0"0"-138"16,0 0-45-16,0 0-53 15,0 0-48-15,0 0-47 16,15 0-12-16,-3 0-15 16,3-2-12-16,1-1-11 15,1 0-6-15,0-1-55 0,-3 0-97 16,-4 2-153-16,-2 0-320 15,-6 0-425-15</inkml:trace>
  <inkml:trace contextRef="#ctx0" brushRef="#br0" timeOffset="42563.0969">4139 2686 927 0,'0'0'895'16,"0"0"-661"-16,0 0-57 0,0 0-76 15,0 0-40 1,45-9-23-16,-1-1-38 0,-4 1-141 16,-8 1-624-16</inkml:trace>
  <inkml:trace contextRef="#ctx0" brushRef="#br0" timeOffset="44418.5965">8663 5303 1864 0,'0'0'483'0,"0"0"-291"15,0 0-67-15,0 0-40 0,0 0-17 16,0 0-38 0,48-27-18-16,-34 27-3 0,-3 1-8 15,-2 6 8-15,-6 2-3 16,-3 2 4-16,0 1-10 15,-6 3 2-15,-4 0-1 16,-1 0 5-16,-2 0-4 16,2-3 4-16,1-1 0 15,5-4 0-15,1-4 28 16,3-2 17-16,1-1 15 16,0 0-14-16,6 1 1 15,4 0-28-15,2 1-2 16,0 1-5-16,-1 0-11 15,0 1-1-15,-2 0 2 16,-4 2-7-16,0 0 3 0,-4 2-3 16,-1 0 6-16,-1 0-6 15,-9 1 1-15,-3 1 5 16,-4 0 4-16,-2-1-10 16,-1-3 5-16,0-1-5 15,3-3-1-15,2-1-8 16,5-1-43-16,5 0-97 15,5 0-162-15,1 0-329 16,5 0-515-16</inkml:trace>
  <inkml:trace contextRef="#ctx0" brushRef="#br0" timeOffset="44688.4638">8950 5327 2104 0,'0'0'383'0,"0"0"75"16,0 0-291-16,0 0-42 15,0 0-55-15,0 0-43 16,0 0-12-16,-13 30 27 16,10-13-20-16,0 0-14 15,-1 1-8-15,0-2 0 16,1-3 0-16,-1-1-11 15,0-3-55-15,0-3-89 0,-4-6-159 16,2 0-271 0,-1 0-591-16</inkml:trace>
  <inkml:trace contextRef="#ctx0" brushRef="#br0" timeOffset="44872.274">8841 5377 628 0,'0'0'1302'15,"0"0"-1032"-15,0 0 4 16,13 37-59-16,1-20-29 16,3 0-75-16,3-1-37 15,0-3-27-15,0-1-29 16,-1-3-18-16,0-4-6 0,3-5-132 16,-5-1-178-1,-2-7-470-15</inkml:trace>
  <inkml:trace contextRef="#ctx0" brushRef="#br0" timeOffset="45303.5724">9076 5385 2072 0,'0'0'466'0,"0"0"-257"15,0 0-139-15,0 0 13 16,0 0-12-16,0 0-29 15,41 11-18-15,-31-5-7 16,-2 0 0-16,-5 2-8 16,-1 1-8-16,-2 1 10 0,-2 1-1 15,-4 0 8-15,-2-1-16 16,0 0 11-16,2-4-13 16,1-2 8-16,3-2 10 15,1-2 36-15,1 0 21 16,0 0-16-16,0 0-17 15,5 0-22-15,4 0 5 16,2 2-2-16,1 1-7 16,2 1-7-16,-1 1 0 15,0 1-1-15,-2 0-7 0,-3 1 5 16,-2 0-6 0,-4 1 0-16,-2 0 0 0,-1 1 11 15,-10 0-5-15,-3 1-6 16,-6-1 0-16,-3 1-11 15,-3-3-37-15,-13-2-94 16,7-2-155-16,4-3-401 0</inkml:trace>
  <inkml:trace contextRef="#ctx0" brushRef="#br0" timeOffset="52930.7694">9145 2858 1270 0,'0'0'244'0,"0"0"-167"16,0 0-31-16,0 0 5 15,0 0-17-15,0 0-16 16,-4-2-18-16,3 35-28 16,-1 12 28-16,1 5 117 15,-1-2-19-15,0-7 19 16,0-10-40-16,-1-5-1 16,1-7 71-16,0-4-38 15,-1-1-55-15,1-3-35 0,1-2-10 16,1-8-1-16,0-1 56 15,0-9 111-15,3-6-91 16,3-5-60-16,2-1-24 16,2 0-3-16,1 2-42 15,0 4-1-15,-1 6 24 16,-2 3 14-16,0 5 8 16,0 1-14-16,1 1-5 15,0 7 4-15,0 1 3 16,0 2 11-16,-1 1-10 15,-1 1 10-15,-2 0-18 16,1 3-164-16,-3-4-367 16,-1-3-399-16</inkml:trace>
  <inkml:trace contextRef="#ctx0" brushRef="#br0" timeOffset="53376.7607">9355 3059 1542 0,'0'0'243'0,"0"0"99"15,0 0-136-15,0 0-133 16,0 0-55-16,0 0-12 16,0 0 6-16,-7 36 5 15,11-20 37-15,-1 1-8 16,0-1-1-16,-1-3-8 15,-1-3 9-15,1-2-18 0,-1-5-17 16,1-1-2-16,0-2 33 16,1 0 44-16,1-8-13 15,2-2-44-15,2-3-29 16,1 0 0-16,1 0 0 16,0 4-10-16,-1 2-11 15,-1 3 10-15,1 4-5 16,1 0 1-16,1 0 13 15,0 6-15-15,0 2-10 16,0 3 15-16,0 4 11 0,0 3 0 16,1 2 1-1,-1 2 0-15,-1 0 0 16,-1 0-1-16,-2-1-38 0,-4-1-138 16,-3 1-133-16,0-5-194 15,-3-5-285-15</inkml:trace>
  <inkml:trace contextRef="#ctx0" brushRef="#br0" timeOffset="54051.967">9276 3117 546 0,'0'0'344'15,"0"0"-14"-15,0 0-88 16,0 0-53-16,0 0-55 16,0 0-58-16,0 0 9 15,0 14 31-15,-1-4 8 16,-1 1-14-16,-1 1-22 15,-1-1-47-15,1-1 5 0,-1-1-10 16,-1-2-8-16,0-1 5 16,-2-2 13-16,-2 0-6 15,0-2-22-15,-2-1 3 16,-1-1-20-16,-2 0 7 16,1 0-7-16,0-1 9 15,1-2-9-15,1-1-1 16,4 1 0-16,2 1-40 15,2 0-70-15,3 2-108 16,0 0-329-16,4 0-286 0</inkml:trace>
  <inkml:trace contextRef="#ctx0" brushRef="#br0" timeOffset="54549.7142">9407 2949 479 0,'0'0'178'0,"0"0"-50"0,0 0-18 16,0 0-12-16,0 0-23 15,0 0-24-15,0 0-3 16,-16-2-1-16,14 2-18 16,0 0-11-16,0 0-2 15,0 0-3-15,0 0-2 16,0 0-5-16,0 0-5 16,0 0 0-16,1 0 1 15,-1 0 3-15,1 0-5 0,0 0-64 16,-1 0-76-16,1 0-53 15,-1 0 13-15,0 0-42 16,0 0-38-16</inkml:trace>
  <inkml:trace contextRef="#ctx0" brushRef="#br0" timeOffset="54823.8334">9338 2947 198 0,'0'0'265'0,"0"0"-24"16,0 0 12-16,0 0-3 15,0 0-41-15,0 0-25 16,0 0-19-16,-10-8 2 0,8 6-31 16,1 1-46-16,1 0-27 15,0 1-18-15,0 0-16 16,0 0-12-16,0 0-6 16,0 2-11-16,0 7-1 15,0 4 1-15,2 3 42 16,0 1 19-16,1 2-15 15,-1 0 13-15,-1 0-19 16,-1-1-14-16,1 1-26 16,0 5-5-16,0-4-235 15,1-4-396-15</inkml:trace>
  <inkml:trace contextRef="#ctx0" brushRef="#br0" timeOffset="55112.0078">9833 3136 1726 0,'0'0'247'0,"0"0"7"15,0 0-55-15,0 0-76 16,0 0-41-16,0 0-46 16,0 0-18-16,26-22-17 15,-15 19-1-15,2 1-56 0,-2 2-109 16,0 0-146 0,-4 0-306-16,-3 0-591 0</inkml:trace>
  <inkml:trace contextRef="#ctx0" brushRef="#br0" timeOffset="55296.5491">9777 3217 1502 0,'0'0'348'16,"0"0"-92"-16,0 0-129 15,0 0 14-15,0 0-79 0,0 0-37 16,53-2-13-1,-20 0-12-15,15-3-76 0,-5 1-186 16,-5-1-339-16</inkml:trace>
  <inkml:trace contextRef="#ctx0" brushRef="#br0" timeOffset="55807.8672">10205 3020 1793 0,'0'0'230'0,"0"0"85"15,0 0-117-15,0 0-111 0,0 0-52 16,0 0-23-16,41-32-12 16,-23 32 11-16,4 0-11 15,-1 4 6-15,0 2 6 16,-3 1-12-16,-7 1 0 15,-2 1-2-15,-6-1 1 16,-3 2 1-16,0 1-1 16,-8-1 1-16,-4 1 9 15,-2-2-8-15,0 0 5 16,1-2-5-16,4-2 0 16,3-2 1-16,4-2 47 15,2-1 0-15,0 0-26 0,0 1 20 16,6 1-7-1,4 1 0-15,4 2-15 16,2 1 4-16,1 2-2 0,0 1-16 16,-1 0 7-16,-3 0 3 15,-3-1 7-15,-4-1-10 16,-2 0-13-16,-2-3 0 16,-2 0 5-16,0 0 0 15,-2 0 3-15,-6-1-8 16,-6 1 9-16,-12 1 2 15,-18 0-1-15,-18-1-11 16,-13 3-12-16,14-2-202 16,7-1-505-16</inkml:trace>
  <inkml:trace contextRef="#ctx0" brushRef="#br0" timeOffset="57086.9878">3812 6821 1549 0,'0'0'330'0,"0"0"-69"0,0 0-84 16,0 0-49-1,0 0-38-15,0 0-38 0,14-4-29 16,1-1-13-16,3 1-10 16,1-1-31-16,3 1-97 15,-5 1-174-15,-7 2-328 0</inkml:trace>
  <inkml:trace contextRef="#ctx0" brushRef="#br0" timeOffset="57273.649">3786 6905 1350 0,'0'0'250'0,"0"0"16"16,0 0-130-16,0 0-53 0,0 0-36 16,0 0-26-16,46-15-9 15,-23 4-12-15,12-5-81 16,-6 1-108-16,-5 1-176 0</inkml:trace>
  <inkml:trace contextRef="#ctx0" brushRef="#br0" timeOffset="57511.6965">3928 6666 1536 0,'0'0'345'0,"0"0"-204"0,0 0-42 16,43 9 21-16,-4 3 5 16,-1 0-21-16,-4 1 12 15,-8 0-61-15,-13 0-34 16,-5 4-13-16,-8 11-1 16,-22 8-7-16,-32 13-28 15,-22 5-88-15,7-11-173 16,3-9-382-16</inkml:trace>
  <inkml:trace contextRef="#ctx0" brushRef="#br0" timeOffset="59562.832">3842 7118 1187 0,'0'0'492'16,"0"0"-318"-16,0 0 12 15,0 0-33-15,9-34-33 16,1 27-60-16,3 3-31 0,0 2-15 16,1 2-5-16,-1 0-3 15,-4 8 0-15,-2 2 0 16,-4 3-4-16,-2 1 5 16,-1 0-1-16,-1 0-5 15,-5-1 7-15,0 0-7 16,2-4 13-16,1-1 1 15,0-3 16-15,3 0 7 16,0-1-11-16,0-2 4 16,6 2 4-16,1-1 0 15,2-1-3-15,0 1-14 16,-3-1-2-16,1 0-7 16,-2 1 0-16,-3 0-2 15,-2 1 1-15,0 1-2 0,-5 2-5 16,-9 1 8-1,-6 2-7-15,-11 3-2 0,-11 3-86 16,-13 0-99-16,9-3-321 16,6-4-542-16</inkml:trace>
  <inkml:trace contextRef="#ctx0" brushRef="#br0" timeOffset="60862.2247">6257 6644 962 0,'0'0'314'16,"0"0"-104"-16,0 0-63 16,0 0-3-16,0 0 17 15,0 0-20-15,3-2-7 16,0 0-14-16,3 0-33 15,1 0-2-15,2-1-17 16,2 0-16-16,2 1-17 16,1-1-17-16,1 0-18 15,1 1 0-15,-1 1 0 16,-1 1-100-16,-1 0-142 16,-3 0-267-16,-4 0-330 0</inkml:trace>
  <inkml:trace contextRef="#ctx0" brushRef="#br0" timeOffset="61019.101">6233 6726 1380 0,'0'0'297'0,"0"0"-71"16,0 0-150-16,0 0-59 15,0 0-17-15,76-8-77 16,-34-3-193-16,4-3-680 0</inkml:trace>
  <inkml:trace contextRef="#ctx0" brushRef="#br0" timeOffset="62162.4592">12986 4178 1640 0,'0'0'334'16,"0"0"-9"-16,-10-45-57 15,6 33-31-15,1 5-51 16,1 6-79-16,0 1-66 15,-2 10-28-15,-3 12-2 16,-1 11-10-16,2 2 13 16,0-4-2-16,6-3-2 15,0-7-10-15,1 0-4 0,7 1 3 16,1-6-4 0,2-6-6-16,-1-4-8 0,0-6-8 15,0 0 25 1,0-9 2-16,-1-2 7 0,-1-2-6 15,0 0 0-15,-2 3 5 16,-3 2 3-16,0 3 15 16,-1 5-3-16,-1 0-1 15,2 6-19-15,0 8 5 16,3 3 6-16,1 2 14 16,4 0-19-16,2-1 11 15,4-2 8-15,1-5 2 0,3-6-1 16,1-5-11-16,2-3 7 15,1-13-8-15,5-11-5 16,0-12-1-16,-3-18-8 16,-5-9 7-16,-7-4-8 15,-7 7-3-15,-5 19-8 16,-3 16-1-16,0 14 2 16,0 9-8-16,-2 2-11 15,-3 3-30-15,-2 0-82 16,-1 13-97-16,2 18-28 15,2-2-105-15,3 0-334 0</inkml:trace>
  <inkml:trace contextRef="#ctx0" brushRef="#br0" timeOffset="62543.8432">13398 4208 1719 0,'0'0'389'15,"0"0"-65"-15,0 0-50 16,0 0-149-16,0 0-44 16,0 0-9-16,-4 35 40 15,4-13-40-15,0 2-17 16,1 2-20-16,0-1-16 16,-1-2-7-16,0-3-6 15,0-2-5-15,0-6 1 16,0-6-1-16,0-4 6 15,0-2 4-15,5-8 1 0,5-5-2 16,2-4 3-16,3 2-4 16,-1 1-9-16,1 5 7 15,-3 4-7-15,-1 3 5 16,0 2-5-16,-2 3 0 16,0 6 0-16,0 1 0 15,-1 4-1-15,-1 0 0 16,-2 1-10-16,-1-2-74 15,-3 4-111-15,-1-4-287 16,0-6-320-16</inkml:trace>
  <inkml:trace contextRef="#ctx0" brushRef="#br0" timeOffset="62850.9776">13642 4293 1773 0,'0'0'332'0,"0"0"-149"0,0 0-14 16,0 0 17-16,-9 45-19 16,9-25-77-16,0-1-20 15,3-1-22-15,4-4-14 16,1-3-22-16,0-6 11 16,1-5-1-16,1 0 2 15,2-8 5-15,0-4-17 16,-1-4-11-16,-2-3 11 0,-2-1-5 15,-5 0-7-15,-2 2 0 16,0 3-18-16,-5 5-5 16,-3 4-32-16,-2 6-41 15,1 0-76-15,2 8-92 16,2 1-221-16,3 0-254 0</inkml:trace>
  <inkml:trace contextRef="#ctx0" brushRef="#br0" timeOffset="63042.7297">13927 4332 1699 0,'0'0'475'0,"0"0"-178"16,0 0-121-16,0 0-46 0,0 0-71 15,0 0-39 1,0 0-20-16,45 0-100 0,-29 1-99 15,-3 0-165-15,-4-1-362 0</inkml:trace>
  <inkml:trace contextRef="#ctx0" brushRef="#br0" timeOffset="63242.9851">13921 4416 202 0,'0'0'1865'15,"0"0"-1598"-15,0 0-28 16,0 0-40-16,0 0-29 0,0 0-54 16,0 0-36-16,52 20-40 15,-28-18-16-15,-1-2-24 16,-2 0-18-16,2 0-93 16,-4-1-192-16,-6-3-315 0</inkml:trace>
  <inkml:trace contextRef="#ctx0" brushRef="#br0" timeOffset="64704.3611">14291 4319 1265 0,'0'0'337'0,"0"0"-69"15,0 0 1-15,0 0-85 16,0 0-83-16,0 0-53 15,41-22-19-15,-25 22-8 16,1 4-4-16,-1 4 0 16,-2-2-5-16,-5 3-1 15,-3-1-2-15,-6 0 0 16,0 0-8-16,-2 1 11 16,-6 0 1-16,-2-1 1 15,-2 1 1-15,1-4 6 16,2-1 4-16,2-1 18 0,3-1 23 15,4-2 23 1,0 1 3-16,0 0-24 0,2 2-24 16,6 1-19-16,3 3 19 15,2 2-8-15,1 2-9 16,-1 0-12-16,-1 1-5 16,-3 0-9-16,-2 0 11 15,-4-1-11-15,-3-1 10 16,0 0 8-16,-8-1 7 15,-6 0 3-15,-12 0-11 16,-13-2-4-16,-12-1-14 16,2-4-22-16,3-2-82 0,17-2-188 15,13-5-481-15</inkml:trace>
  <inkml:trace contextRef="#ctx0" brushRef="#br0" timeOffset="66997.1887">14789 4374 1298 0,'0'0'321'0,"0"0"-20"16,0 0 34-16,0 0-51 15,0 0-71-15,0 0-83 16,0 0-59-16,-13-14-39 15,3 25-19-15,-4 5 19 16,-2 4 26-16,-3 3-16 16,0-1-21-16,1 0-11 15,0-4-8-15,1-1-2 16,1-4-32-16,-1-2-145 16,-2-4-108-16,3-2-252 15,3-4-232-15</inkml:trace>
  <inkml:trace contextRef="#ctx0" brushRef="#br0" timeOffset="67199.1426">14609 4348 1480 0,'0'0'475'16,"0"0"-190"0,0 0-113-16,0 0-55 0,0 0 43 15,0 0-29-15,52 47-33 16,-33-27-30-16,4 2-28 15,2 0-10-15,1-1-17 16,-1-1-13-16,-3-4-21 16,2-3-188-16,-5-4-278 15,-4-4-444-15</inkml:trace>
  <inkml:trace contextRef="#ctx0" brushRef="#br0" timeOffset="67619.9623">14986 4323 1796 0,'0'0'528'0,"0"0"-393"15,0 0 59-15,0 0-33 16,0 0-37-16,43-9-51 16,-29 17-30-16,-1 1-13 15,-2 2-1-15,-2 1-2 16,-3 0 1-16,-6 3-5 15,0 1 2-15,-3 0 8 16,-8 1 2-16,-3 1 2 16,-1 0 11-16,-3-1 0 15,2-2-9-15,3-4-6 0,3-1 3 16,4-4 3-16,4-3-6 16,2 0-5-16,0-1 25 15,12 0 10-15,12 0 10 16,15 0-25-16,1-2-21 15,-2 0-16-15,-4 0-5 16,-9 0-6-16,2 0 1 16,1 0-2-16,-6 0 1 15,-5 0-18-15,-6 0-20 16,-7 0-41-16,-4 0-68 0,-19 0-87 16,-4 3-441-1,-7 0-1036-15</inkml:trace>
  <inkml:trace contextRef="#ctx0" brushRef="#br0" timeOffset="80570.4362">13463 4266 143 0,'0'0'1048'16,"0"0"-880"-16,0 0-15 16,0 0 51-16,15-39 19 0,-18 36-79 15,-10 1-63-15,-14 2-43 16,-4 0-29-16,-4 3 13 16,-2 4 34-16,10 0 14 15,1 0-14-15,11 1-27 16,11-2-19-16,11 0-10 15,32-1 8-15,30-2-1 16,14-2 8-16,5-1-6 16,-9-1 0-16,-20-2 3 15,-15 0-2-15,-15 0-10 0,-14 1 9 16,-8 0-2-16,-3 1-7 16,-3 0 76-16,-1-1 48 15,-7 2-41 1,-17-1-51-16,-20 1-20 0,-17 3-6 15,-8 6 0-15,3 4 5 16,19-1-2-16,19-3 6 16,11-2 5-16,11-1 4 15,3 1-12-15,3 0-11 16,11 0 0-16,24-1 10 16,17-4-1-16,8-2-2 15,-2-2-1-15,-13-4 2 16,-16 0-3-16,-9 1 0 15,-4 0-6-15,1 0-10 16,-1 1-91-16,0 2-100 0,-9 3-132 16,-4 8-405-16,-3 1-420 15</inkml:trace>
  <inkml:trace contextRef="#ctx0" brushRef="#br0" timeOffset="81214.2664">13145 4845 1751 0,'0'0'215'0,"0"0"-89"0,0 0 113 16,0 0-9-16,0 0-72 15,0 0-94-15,0 0-38 16,-12-7-19-16,7 23 10 16,-1 4 20-16,1 1-9 15,2 0-16-15,2 0-6 16,1-1-5-16,1-4 0 15,5-3 5-15,0-4-6 16,0-4-10-16,0-4-8 16,0-1 17-16,0-1 1 15,0-5 1-15,0-2-1 0,0-1 7 16,-2 2-6-16,0 2 1 16,-2 3 17-16,1 2-7 15,-1 3-10-15,2 8-1 16,1 4 44-16,1 4-4 15,3-1 0-15,2-1 4 16,1-1-9-16,2-5 8 16,4-2-2-16,0-6-9 15,2-3 4-15,2 0-7 16,0-10-2-16,0-4-11 16,3-10-8-16,-2-12-2 15,-2-10 5-15,-6-6-12 0,-7 7 12 16,-6 12-12-16,-2 13-10 15,0 6 1-15,-4 1-12 16,-3 2-16-16,-3 4-24 16,-3 6-71-16,-1 2-114 15,-4 23-46-15,4-2-85 16,6 0-363-16</inkml:trace>
  <inkml:trace contextRef="#ctx0" brushRef="#br0" timeOffset="81711.1135">13567 5021 1167 0,'0'0'338'16,"0"0"-25"-16,0 0 10 15,0 0-41-15,0 0-60 16,0 0-87-16,0 0-58 16,-3 3-18-16,-5 11 48 15,-1 3 11-15,-1 2-45 0,4-1-17 16,2 1-20-1,2-3-15-15,2-2-2 0,0-2-7 16,2-4-3-16,4-3-2 16,1-3-1-16,3-2-5 15,2-2 12-15,1-8-4 16,1-5-8-16,-1-2 0 16,-3-4-1-16,-2-1 0 15,-3 1 0-15,-3 0-14 16,-2 5 1-16,0 2-2 15,-7 5-12-15,-2 5-18 16,-2 4-48-16,0 0-19 16,1 8-65-16,1 4-82 15,5 6-89-15,3-2-235 0,1-3-272 0</inkml:trace>
  <inkml:trace contextRef="#ctx0" brushRef="#br0" timeOffset="82214.2743">13721 4921 1594 0,'0'0'309'0,"0"0"-14"16,0 0-6-16,0 0-48 0,0 0-93 15,0 0-99 1,0 0-10-16,0 6-15 0,0 12 39 16,0 5 6-16,2 3-18 15,0 2-12-15,1-1-5 16,-1-1-10-16,-1-2-12 16,0-2-3-16,-1-2-1 15,0-3-8-15,0-4 1 16,-1-4 0-16,1-5 0 15,0-4 0-15,0 0 8 16,0-9-8-16,6-6 10 16,3-4-10-16,3-3-1 15,2 3 1-15,1 3 4 0,-2 5 2 16,-2 4 1-16,-1 6-7 16,1 1 0-16,-2 4-1 15,2 8 1-15,-1 2 0 16,0 2-1-16,-2 1 0 15,-3 0 5-15,-1-1-5 16,-3-2-1-16,0-2-12 16,0-2-56-16,-1-3-99 15,3-7-180-15,-1 0-335 16,2-2-457-16</inkml:trace>
  <inkml:trace contextRef="#ctx0" brushRef="#br0" timeOffset="82412.5183">14071 5048 2009 0,'0'0'323'0,"0"0"-233"16,0 0-41-16,0 0 73 16,0 0 18-16,0 0-92 15,0 0-30-15,36 1-18 16,-24 0-84-16,1 1-93 15,-3 0-170-15,-4-2-343 0</inkml:trace>
  <inkml:trace contextRef="#ctx0" brushRef="#br0" timeOffset="82589.7287">14002 5131 1763 0,'0'0'550'0,"0"0"-482"0,0 0-42 16,0 0 41-16,0 0 69 16,0 0-68-16,45 9-68 15,16-6-4-15,-4 0-341 16,2-1-545-16</inkml:trace>
  <inkml:trace contextRef="#ctx0" brushRef="#br0" timeOffset="83348.1287">14541 5022 1011 0,'0'0'523'0,"0"0"-306"16,0 0 105-16,-2-44-6 0,5 31-74 16,5 1-53-16,1 4-50 15,1 2-43-15,2 5-45 16,0 1-21-16,0 8-17 16,-1 7 1-16,-2 5 1 15,-4 2 1-15,-4 1-4 16,-1 0 2-16,-7-1-4 15,-6-1-1-15,-2-2 0 16,-3-3-3-16,-2-2-5 16,0-3 0-16,1-4 5 15,5-4-5-15,2-3 6 16,5 0-1-16,3-9 2 16,4-3-8-16,0-2 8 0,4 2-2 15,4 2 1-15,2 5 1 16,1 4-7-16,0 1-1 15,2 3 1-15,0 6-1 16,0 3 1-16,0 1-1 16,-1 2 0-16,0-1-1 15,1 1-70-15,8 2-49 16,-3-3-234-16,0-4-326 0</inkml:trace>
  <inkml:trace contextRef="#ctx0" brushRef="#br0" timeOffset="83573.0399">14950 5040 2038 0,'0'0'335'16,"0"0"-124"-16,0 0-104 16,0 0 93-16,0 0-67 15,-20 51-36-15,11-27-34 16,-1 0-27-16,-1 1-21 15,-1-2-4-15,-1-3-11 16,0-1-66-16,1-4-106 16,-3-5-173-16,1-6-280 15,4-3-415-15</inkml:trace>
  <inkml:trace contextRef="#ctx0" brushRef="#br0" timeOffset="83754.0185">14776 5085 1850 0,'0'0'350'0,"0"0"-180"16,0 0-78-16,0 0-19 15,39 17 26-15,4 1-12 16,10 3-35-16,4 2-28 16,-9-6-24-16,-6-4-81 15,-16-5-136-15,-6-4-512 0</inkml:trace>
  <inkml:trace contextRef="#ctx0" brushRef="#br0" timeOffset="84174.9907">15280 5019 2060 0,'0'0'348'15,"0"0"-233"-15,0 0 60 16,0 0-40-16,0 0-32 15,0 0-51-15,52-2-23 16,-38 11 3-16,-2 3 4 16,-5-1-9-16,-4 0-13 15,-3-2-2-15,-2 2-6 16,-8 0 0-16,-3-1 0 16,-1-1-5-16,2-2 1 15,2-3 4-15,4 0-5 16,4-3-1-16,2-1 9 0,0 0 44 15,1 1 4-15,8 2-15 16,2 1 10-16,5 2-18 16,0 2-5-16,1 3-1 15,2 2 1-15,-2 1-4 16,-3 2-1-16,-4-1-4 16,-4-1-4-16,-6 1-5 15,-6-2-5-15,-22-1 3 16,-30-1-8-16,-37-3-1 15,-27-4-58-15,-20-4-98 16,31 0-435-16,23-1-816 0</inkml:trace>
  <inkml:trace contextRef="#ctx0" brushRef="#br0" timeOffset="86884.0133">6021 5798 1144 0,'0'0'296'0,"0"0"28"16,0 0-22-16,0 0-40 16,0 0-64-16,0 0-109 15,0 0-61-15,-23 3 19 16,20 20 41-16,1 4-12 15,1 2-18-15,1-2-24 0,0-2-23 16,1-3-5-16,4-3-5 16,1-5 0-16,3-5-1 15,-2-5-30-15,0-4-3 16,2-1 12-16,-2-9 20 16,0-5 0-16,1-2 1 15,-3-1 1-15,1 0 5 16,-1 4-5-16,-1 2 0 15,-2 5 6-15,0 5 5 16,1 2-2-16,1 3-9 16,2 8 4-16,1 2 15 15,2 1 2-15,1 0-5 16,1-1 1-16,0-4-3 0,0-2-14 16,0-3 14-16,-2-4-13 15,-2 0 27-15,1-8 1 16,-1-3-9-16,-2-5-7 15,0-4-13-15,-3-4 10 16,-2-8-5-16,0-10-5 16,-5 2-1-16,-1 7-44 15,1 9-4-15,2 12-11 16,-1 5 15-16,-2 4-56 16,3 3-76-16,-2 10-49 15,2 15-59-15,2-2-187 16,0-1-271-16</inkml:trace>
  <inkml:trace contextRef="#ctx0" brushRef="#br0" timeOffset="87252.319">6313 5855 1517 0,'0'0'405'15,"0"0"-83"-15,0 0-193 16,0 0-25-16,0 0 28 16,-15 39 2-16,12-21-20 15,2 1-25-15,1-2-51 0,0-2-14 16,6-2-8-16,2-5-7 16,1-4 0-16,1-4 4 15,1 0 1-15,1-10 2 16,1-4-2-16,-3-3-7 15,-1-4-5-15,-3-1 10 16,-3-1-12-16,-3 1-1 16,0 3-28-16,-3 5 11 15,-3 6-3-15,-2 4-26 16,-1 4-64-16,-1 1-50 16,1 7 6-16,3 7-66 15,2 0-252-15,3-3-180 0</inkml:trace>
  <inkml:trace contextRef="#ctx0" brushRef="#br0" timeOffset="87718.3181">6459 5765 1523 0,'0'0'365'0,"0"0"26"15,0 0-146-15,0 0-83 16,0 0-71-16,0 0-25 16,0 0 47-16,-10 42-8 15,10-20-47-15,0 1-10 16,5 0-19-16,1-2-14 16,1 0-8-16,-2-2-5 0,1-5-2 15,0-2 1-15,-2-4 0 16,0-6-1-16,-1-2 0 15,2-2 0-15,2-10 6 16,0 1-5-16,0-3 1 16,-1 3 8-16,-1 3-4 15,-1 4-6-15,0 4-1 16,0 0-10-16,1 5 2 16,1 4 9-16,1 3 2 15,0-1-2-15,0-1 2 16,0-2 4-16,-1 0 4 15,2-3-10-15,0-3 9 16,1-2-9-16,2 0 2 16,1-2 10-16,3-6-12 15,-1 0-63-15,6-5-149 0,-4 4-366 16,-2 1-457-16</inkml:trace>
  <inkml:trace contextRef="#ctx0" brushRef="#br0" timeOffset="89431.5239">6976 6854 1187 0,'0'0'323'16,"0"0"-75"-16,0 0 2 16,5-38-57-16,3 30-41 15,2 1-42-15,3 5-43 16,0 2-21-16,1 1-7 15,-1 8 7-15,-1 4 36 16,-4 4-5-16,-2 1-9 16,-6 3-19-16,0-1-18 15,-7 1-10-15,-3-1 8 16,-3 0-10-16,0-2-6 0,-3 0-5 16,2-3-7-16,1-3 5 15,2-5 0-15,2-5 2 16,2-2 16-16,1-7-5 15,2-6-17-15,2-1 11 16,2 1-5-16,0 3-7 16,3 5 7-16,4 3-7 15,2 2 1-15,0 1 5 16,2 7-5-16,0 2 7 16,1 2 4-16,-2 2-1 15,0-1-3-15,-1 0-7 16,-1-1-1-16,0-2-1 15,-1-1-9-15,0-2-120 16,4-4-210-16,-2 0-379 16,1-3-1054-16</inkml:trace>
  <inkml:trace contextRef="#ctx0" brushRef="#br0" timeOffset="89706.9228">7364 6906 1776 0,'0'0'640'15,"0"0"-517"-15,0 0 59 16,0 0-97-16,0 0 27 16,0 0-57-16,0 0 27 15,-2 27 8-15,2-12-42 0,0 3-15 16,0 0-18-16,0-1-14 15,-2 1 7-15,-3-1-8 16,1-1-44-16,-2-1-73 16,-2 0-167-16,0-4-258 15,0-5-278-15</inkml:trace>
  <inkml:trace contextRef="#ctx0" brushRef="#br0" timeOffset="89895.8236">7246 6984 1681 0,'0'0'326'16,"0"0"-169"-16,0 0-33 15,0 0 11-15,54 22 15 16,-27-12-70-16,1 1-42 16,1 0-16-16,-5-1-22 15,-3 0-52-15,0-2-143 16,-7-3-393-16,-3-3-607 0</inkml:trace>
  <inkml:trace contextRef="#ctx0" brushRef="#br0" timeOffset="90360.2222">7597 6928 2242 0,'0'0'288'0,"0"0"-183"16,0 0-52-16,0 0-36 16,0 0 54-16,0 0-36 15,46 0-9-15,-34 3-11 16,-3 0-8-16,-2 2 1 16,-5 1-7-16,-1 2 8 15,-1 1 0-15,-1 2-9 16,-5-1 10-16,-1 0-4 15,1-2-4-15,0-1-1 16,3-4 1-16,2-1 11 16,0-1 64-16,1-1-4 15,0 0-24-15,3 2-17 0,4 0 7 16,2 1 7-16,3 1-14 16,1 1-13-16,0-1-2 15,0 1-7-15,-2 0 1 16,-1 1 0-16,-4-1 4 15,-1 1-7-15,-4 1-1 16,-1 0 2-16,0 1-3 16,-6 0-4-16,-6 2 5 15,-7-1 1-15,-14 4-8 16,-19 2-26-16,-25 3-112 16,9-2-381-16,3-4-577 0</inkml:trace>
  <inkml:trace contextRef="#ctx0" brushRef="#br0" timeOffset="93158.0819">10665 6774 806 0,'0'0'308'0,"0"0"-85"16,0 0 12-16,0 0 40 15,0 0-35-15,0 0-53 16,-14-11-40-16,14 10-31 16,0 0-32-16,3-2-21 15,6-1-32-15,3 0-19 0,3-2-6 16,0 1-6-16,-1 1-5 16,-1 2-71-16,-3 1-34 15,-1 1-65-15,-4 0-87 16,-3 0-64-16,-1 4-42 15,-1 0-212-15</inkml:trace>
  <inkml:trace contextRef="#ctx0" brushRef="#br0" timeOffset="93297.4104">10667 6817 426 0,'0'0'414'16,"0"0"-123"-16,0 0-67 15,0 0-78-15,0 0-55 0,0 0-46 16,0 0-1-1,18 15-26-15,14-25-18 0,-4 1-191 16,-1-1-379-16</inkml:trace>
  <inkml:trace contextRef="#ctx0" brushRef="#br0" timeOffset="93553.7172">10874 6662 1475 0,'0'0'282'16,"0"0"-115"-16,0 0-83 15,51-8 8-15,-27 8-23 16,0 4-23-16,-3 6 10 0,-5 3-10 16,-4 3-13-16,-8 2-1 15,-4 1 7-15,-6 1-8 16,-9 1-9-16,-2-1-10 15,-1-3-12-15,4-4-79 16,6-3-278-16,6-8-759 0</inkml:trace>
  <inkml:trace contextRef="#ctx0" brushRef="#br0" timeOffset="94190.9475">13199 5782 1393 0,'0'0'314'0,"0"0"-22"16,0 0-11-1,0 0-133-15,0 0-101 0,0 0-10 16,0 66 73-16,0-17 11 16,1-6-69-16,1-10-26 15,0-12-7-15,1-3-7 16,-1 2-10-16,1-1 5 16,0-2-6-16,-1-6 0 15,-1-7 0-15,2-4 10 16,2-3 11-16,4-9 62 15,4-4-51-15,4-2-15 16,4 0-18-16,0 4 0 0,0 6 1 16,0 4-1-16,-3 4 0 15,-3 0-1-15,-1 5-1 16,-5 5 1-16,-4 1 0 16,-3 2 1-16,-2 1 7 15,-5 2-6-15,-7-2 4 16,-5 0-3-16,-5-2-2 15,-2-2-13-15,-2-3-66 16,3-4-86-16,7-3-15 16,7-5-151-16,7-3-399 0</inkml:trace>
  <inkml:trace contextRef="#ctx0" brushRef="#br0" timeOffset="94506.1701">13511 5936 1485 0,'0'0'360'0,"0"0"-93"0,0 0-149 16,0 0 77-16,-16 36-45 15,10-15-23-15,1 1-30 16,2 0-33-16,3-2-18 16,0-4-17-16,1-5-14 15,7-3 4-15,0-5-1 16,3-3 0-16,1-1 11 15,2-8-13-15,0-6 3 16,1-3-10-16,-1-6-7 16,-3-1 5-16,-3 0-7 15,-3 1-18-15,-5 4-14 0,0 6-13 16,-5 5-42-16,-4 7-61 16,0 2-49-16,4 6-141 15,3 3-224-15,2-1-291 0</inkml:trace>
  <inkml:trace contextRef="#ctx0" brushRef="#br0" timeOffset="94701.4261">13832 5939 1707 0,'0'0'306'0,"0"0"-5"16,0 0-134-16,0 0-101 15,0 0-47-15,0 0-19 16,48-8-21-16,-35 8-108 16,-1 1-142-16,-2 2-233 15,-4-1-407-15</inkml:trace>
  <inkml:trace contextRef="#ctx0" brushRef="#br0" timeOffset="94873.3581">13798 6052 1092 0,'0'0'780'16,"0"0"-558"-16,0 0 12 15,0 0-90-15,0 0-40 0,0 0-63 16,65-7-22-16,-9-4-19 16,7-5-145-16,-13 3-440 15,-11 0-742-15</inkml:trace>
  <inkml:trace contextRef="#ctx0" brushRef="#br0" timeOffset="95459.2047">14278 5809 1637 0,'0'0'391'15,"0"0"-21"-15,0 0-55 16,0 0-87-16,0 0-77 16,0 0-80-16,0 0-46 15,5 13 5-15,1 8 11 0,3 3 4 16,1 2 2-16,-2 2 3 16,2-2-8-16,-1-2-3 15,-1-4-6-15,0-6-9 16,-2-3-3-16,0-4 3 15,0-6-5-15,3-1 11 16,3-3 3-16,5-7-7 16,4-6-14-16,5-5-5 15,9-12-7-15,7-9-25 16,9-11-20-16,1-2 5 16,-10 10-22-16,-14 13-19 15,-13 17-6-15,-6 6 11 16,-1 1 19-16,-2 3 23 0,-2 1 10 15,-3 3 7 1,-1 1-2-16,0 0-26 0,-11 10-40 16,-15 10 26-16,-31 17 46 15,3-5-219-15,-3-1-1385 0</inkml:trace>
  <inkml:trace contextRef="#ctx0" brushRef="#br0" timeOffset="99559.5285">11291 6903 1109 0,'0'0'390'16,"0"0"-69"-16,0 0-21 0,0 0-47 15,5-41-60 1,2 31-25-16,2 1-33 15,3 0-46-15,1 3-29 0,2 2-17 16,1 3-11-16,-1 1-5 16,0 4-9-16,-3 5-5 15,-4 3 5-15,-2 2 2 16,-5 1-2-16,-1 2 3 16,-4-1 9-16,-5 1-3 15,-4 0 1-15,-1-1 5 16,-1 0-3-16,0-3-12 15,2-2-2-15,3-2-2 16,4-4 4-16,4-2 10 16,1-2 17-16,1-1-12 15,0 0 3-15,0 0-12 0,1 0-3 16,6 0 3 0,5 0 3-16,4 0 2 0,3-4-10 15,3-2 1-15,1-1-8 16,2-2-5-16,-1-1-7 15,0 1-14-15,-3 1-70 16,-3 7-99-16,-6 1-418 16,-7 0-731-16</inkml:trace>
  <inkml:trace contextRef="#ctx0" brushRef="#br0" timeOffset="104448.2371">4257 7660 172 0,'0'0'193'0,"0"0"-124"15,0 0-5-15,0 0-6 16,0 0 12-16,0 0 1 16,-30 0 46-16,26 0 29 15,1 1 49-15,0-1 21 16,2 0 21-16,-1 0 15 15,2 0-28-15,0 0-30 0,0 0-39 16,0 0-17-16,0 0-1 16,0 0-28-16,0 0-33 15,2 0-23-15,6 0-16 16,5 0 22-16,3 0-12 16,2 0-17-16,0 0-12 15,-1 0-10-15,-1 0-2 16,-2-1-5-16,-2-1-1 15,-4 1-10-15,-2-1-71 16,-2 2-76-16,-2 0-89 16,-2 0-43-16,0 0-177 15,-5 3-190-15</inkml:trace>
  <inkml:trace contextRef="#ctx0" brushRef="#br0" timeOffset="104659.8319">4211 7773 1235 0,'0'0'337'15,"0"0"-102"-15,0 0-63 16,0 0 6-16,0 0-2 16,0 0-71-16,43-11-44 15,-25 5-30-15,0 0-21 16,-2 2-10-16,-3 4-138 15,-6 0-362-15,-5 2-667 0</inkml:trace>
  <inkml:trace contextRef="#ctx0" brushRef="#br0" timeOffset="107384.911">7104 7748 464 0,'0'0'361'0,"0"0"-33"16,0 0-84-16,0 0-32 16,0 0 5-16,0 0-26 15,0 0-17-15,0 0-30 16,0 0-40-16,0 0-3 15,3 0 27-15,3 0-19 16,4 0-21-16,1 0-30 16,1 0-28-16,1 0-14 15,1 0-7-15,-2 0-3 16,-1 0-6-16,-3 0-35 16,-1 0-96-16,-3 0-93 15,-4 0-108-15,0 0-255 0,0 0-408 16</inkml:trace>
  <inkml:trace contextRef="#ctx0" brushRef="#br0" timeOffset="107616.276">7074 7830 1345 0,'0'0'512'15,"0"0"-307"1,0 0-15-16,0 0-31 0,0 0 1 16,43 0-57-16,-19 0-39 15,3-2-34-15,3-1-17 16,-1 1-13-16,7 2-41 16,-8 0-184-16,-10 5-558 0</inkml:trace>
  <inkml:trace contextRef="#ctx0" brushRef="#br0" timeOffset="111737.0269">2187 7734 864 0,'0'0'283'0,"0"0"-99"0,0 0 46 15,0 0-10-15,0 0-42 16,0 0-40-16,-6-12-13 15,8 12-60-15,6 0 4 16,5 3 42-16,4 3 18 16,5 0-17-16,2 1 3 15,5 0-20-15,1-1-9 16,8 2-15-16,10-1-8 16,9 0-19-16,3 0-11 15,-1-3-3-15,-5-3-9 16,-5-1-5-16,1 0 1 15,-1-1-2-15,-5-3-3 16,-1-1-2-16,-8-1 8 16,-8 2-17-16,-5 0-1 0,-3 1 2 15,2 0 7-15,1-1-8 16,1 3 7-16,-4-1-2 16,-3 1 0-16,-1 1 1 15,-3 0 7-15,0 0 1 16,-1 0-3-16,0-2-3 15,1 2 0-15,0-1-2 16,1-1 2-16,1 0-1 16,2-1-2-16,3 0 0 15,1-1 3-15,2 0 3 0,0-1-3 16,3 0-8-16,-4 1 5 16,1 1-4-16,-5 0 8 15,-3 1-10-15,-5 1-1 16,-3 1 0-16,-4 0 1 15,-1 0 0-15,-1 0 0 16,0 0 0-16,0 0 0 16,0 0 0-16,0-1-16 15,0 1-11-15,0 0-26 16,-1 0-72-16,-10 6-170 16,1 3-328-16,0 0-404 0</inkml:trace>
  <inkml:trace contextRef="#ctx0" brushRef="#br0" timeOffset="113066.1085">10974 7459 584 0,'0'0'387'15,"0"0"-78"-15,0 0-2 16,0 0-7-16,0 0-22 16,0 0-50-16,3-14-11 15,13 9 8-15,13-1-62 0,14-2-34 16,14 0-38-16,5 0-20 16,-1 2-22-16,-7 2-15 15,-17 2-14-15,-8 1-10 16,-11 1-4-16,-6 0-6 15,-2 0-22-15,-4 0-72 16,-4 0-128-16,-13 0-127 16,-7 0-342-16,-6 0-612 0</inkml:trace>
  <inkml:trace contextRef="#ctx0" brushRef="#br0" timeOffset="113524.636">11014 7265 1330 0,'0'0'324'16,"0"0"-51"-16,0 0 18 15,20-41-75-15,-16 36-52 16,-2 1-39-16,-2 4-21 16,0 0-29-16,-1 5-48 15,-7 8-15-15,-4 4 36 0,-4 6 29 16,-4 3-9-16,-1 1-16 16,-1 1-4-16,2-1-6 15,4-2-24 1,4-2 3-16,4-4-19 0,7-3 15 15,1-3-5-15,5-3 3 16,8-3 23-16,6-3 20 16,6 0-7-16,9-3-21 15,0-1 2-15,1 0-17 16,-1 0-14-16,-7-2 7 16,0-1-8-16,-6 3-18 15,-7 0-57-15,-7 0-80 0,-7 13-201 16,-4 0-111-1,-8 2-210-15</inkml:trace>
  <inkml:trace contextRef="#ctx0" brushRef="#br0" timeOffset="123312.3935">12007 7189 1000 0,'0'0'357'0,"0"0"-124"16,0 0-44 0,0 0-16-16,-43-9-56 0,26 10-34 15,2 6 17-15,2 1-7 16,7 1-10-16,4 0-7 15,2 0 4-15,4 2 19 16,8 1-28-16,3 1-16 16,4 1-10-16,-3 1-16 15,-1-1-10-15,-6 1-3 16,-4-1-2-16,-5 0 1 16,-2 0-2-16,-10 0-2 15,-5-1-1-15,-5-1-9 16,-2-1-1-16,0-4-1 15,1-2 1-15,4-4-113 16,6-1-59-16,10-12-152 0,3-1-373 16,1-1-249-16</inkml:trace>
  <inkml:trace contextRef="#ctx0" brushRef="#br0" timeOffset="123724.4958">12129 7269 1255 0,'0'0'511'16,"0"0"-313"-16,0 0-66 16,0 0-68-16,0 0-31 15,0 0-15-15,0 0-1 16,0 23 1-16,4-16 1 16,3 0-4-16,1-3-5 0,3-1 10 15,2-3 8-15,1 0-9 16,2-3 2-16,-2-5-2 15,2-2 3-15,-5-1-4 16,-2-2 18-16,-3 2-1 16,-3 1 53-16,-3 2 33 15,0 1-9-15,-3 3-15 16,-4 1-46-16,-2 3-11 16,-1 0-16-16,-2 6-11 15,-1 6-5-15,-1 2-7 16,4 3 8-16,3 2-3 15,6 1-5-15,1-1-1 16,9 0-2-16,8-3-33 16,10-3-108-16,13-7-71 0,10-7 7 15,-2-11-128-15,-4-11-162 16,-15 1-121-16,-13 3-326 0</inkml:trace>
  <inkml:trace contextRef="#ctx0" brushRef="#br0" timeOffset="124078.7459">12509 7215 519 0,'0'0'598'16,"0"0"-337"-16,0 0-1 15,5-42 6-15,-5 39-28 16,-4 3-70-16,-4 0-104 16,-3 9-43-16,0 3-10 15,0 3-2-15,4 1-7 16,1 1 5-16,4-2-6 16,2-2-1-16,0-2 0 15,2-4-86-15,5-4-23 16,1-3 19-16,2-4 68 0,1-8 22 15,1-4 11-15,-1-1 25 16,-1 2 42 0,-2 3 23-16,-3 4 5 0,-2 4 25 15,-2 4 11-15,-1 1-60 16,0 9-54-16,0 8 51 16,0 5 11-16,0 6-3 15,0 2-8-15,0 2-25 16,-3-1-22-16,-1-3-22 15,0-3-8-15,1-5-1 16,0-6-1-16,1-5-1 16,1-6-71-16,1-8-85 0,0-9-126 15,0-4-584-15</inkml:trace>
  <inkml:trace contextRef="#ctx0" brushRef="#br0" timeOffset="124407.897">12674 7046 1317 0,'0'0'723'0,"0"0"-632"15,0 0-38-15,0 0 64 16,-4 41 15-16,0-26-46 16,1-1-36-16,0-3-18 15,0-2-16-15,2-4-7 0,0-2-3 16,1-3 3-1,0 0 58-15,2-7 61 0,6-5-81 16,1-4-27-16,3-2-8 16,0 1 8-16,-2 3-7 15,-2 6-2-15,-1 4-11 16,-2 4-1-16,-1 0-15 16,2 7-13-16,-1 5 28 15,1 5 0-15,1 1 1 16,-1 1-8-16,4 13-136 15,-1-7-190-15,-1-4-588 0</inkml:trace>
  <inkml:trace contextRef="#ctx0" brushRef="#br0" timeOffset="124671.5903">13354 7095 2297 0,'0'0'274'0,"0"0"-195"15,0 0-55-15,0 0-12 16,-15 35-5-16,9-3 38 16,2 14 27-16,1 10 19 15,-1 3-10-15,1-11-29 16,1-13-19-16,1-15-33 15,1-5-14-15,0-2-199 16,3-3-130-16,3-6-467 0</inkml:trace>
  <inkml:trace contextRef="#ctx0" brushRef="#br0" timeOffset="126022.4657">13452 7268 1652 0,'0'0'220'0,"0"0"-140"16,0 0-57-16,0 0 29 16,0 0 9-16,21 37-27 15,-10-27-12-15,2-2-8 16,1-3-6-16,-1-3-1 16,-1-2 2-16,-2-2 12 15,-1-6 23-15,-3-3 37 16,-1-3 17-16,-4-1-12 0,-1 1-7 15,0 1 21-15,-4 3 39 16,-2 4-36-16,-1 2-27 16,0 4-37-16,-2 0-27 15,-1 8-11-15,0 5 5 16,2 3-5-16,2 4 0 16,4 2-1-16,2 0 0 15,7-2-14-15,7-3-123 0,6-5-53 16,4-7 0-16,3-5-270 15,2-5-132-15,-3-11-72 16,-3-6 553-16,-3-2 111 16,-4-1 412-16,-3 2-9 15,-5 4-5-15,-2 6-77 16,-4 6-105-16,-1 4-39 16,-1 3-47-16,0 0-89 15,-3 8-40-15,-2 4 5 16,-1 5-5-16,0 3 8 15,-1 0-9-15,1-2 0 16,1-4-1-16,4-4-48 16,1-7-43-16,0-3 32 15,10-7 50-15,4-7 2 16,4-4 8-16,4-3 0 0,2 2 0 16,-1 2 1-1,-1 4 5-15,-4 4 7 0,-1 5 11 16,-4 4 10-16,-3 0-15 15,-1 10-1-15,-3 3 5 16,0 5-8-16,-1 0-14 16,1 1-1-16,0 0 0 15,0-5-119-15,4-5-52 16,2-6-69-16,4-3-88 16,1-7 41-16,1-9 83 15,0-5 204-15,-2-3 10 16,-2 0 147-16,-4 2 84 15,-2 3 9-15,-5 5-73 16,-3 4-45-16,0 5-34 16,-8 3-49-16,-4 2-31 0,-2 4-9 15,0 5-8-15,1 3-1 16,3 1 0-16,4 0-49 16,4-2-83-16,2-3 3 15,4-4 15-15,5-3 20 16,3-1 48-16,1-6 29 15,0-4 17-15,-2 0 71 16,-3 1 76-16,-2 2 32 16,-2 2 7-16,-3 3 15 15,-1 2-49-15,0 2-84 16,0 10-47-16,0 12-3 16,0 15 25-16,0 13-1 15,-6 5 21-15,-4-1-5 0,-3-8-34 16,-2-8-18-16,-1-8-6 15,2-9 0-15,2-8-1 16,2-6-24-16,-1-5-14 16,-1-2 4-16,-1-2 23 15,2-9 6-15,2-8-10 16,2-5 2-16,2-3 6 16,3-1 8-16,2 3 0 15,0 2 6-15,8 5 2 16,4 2-3-16,5 2-5 0,5 3 0 15,2 2-9 1,3 1 1-16,0 0-48 0,-1 1-27 16,-3-2-30-16,-3-3 17 15,-3-2 42-15,-2-5 25 16,-2-3 18-16,-1-3 10 16,-1-2 1-16,-1-1 1 15,-3 3 33-15,0 2 30 16,-4 5 53-16,0 5-11 15,-1 4-60-15,-2 3-25 16,0 4-6-16,0 0-15 16,0 9-12-16,1 6 11 15,0 7 1-15,1 4 24 16,0 4-5-16,1-1-18 16,-1 0-1-16,-1-3-6 0,-1-3-134 15,0-3-121 1,-1-6-208-16,-4-5-149 0,0-6-829 0</inkml:trace>
  <inkml:trace contextRef="#ctx0" brushRef="#br0" timeOffset="126488.6529">14163 7318 1220 0,'0'0'186'15,"0"0"-118"-15,0 0 5 16,44-9-36-16,-19 7-37 15,1 1-23-15,1-3-77 16,-2-2-60-16,-4-2 5 16,-2-5 103-16,-5-3 52 15,-1-2 148-15,-5-2 36 0,0 1 33 16,-4 0 62 0,-1 6-11-16,-3 2-40 0,0 5-33 15,0 4-85-15,0 2-74 16,0 6-34-16,-3 8-1 15,-3 6 14-15,2 5 43 16,0 4 0-16,1 0-16 16,0-1-24-16,1-1-8 15,0-6-9-15,2-6-1 16,0-5-29-16,0-6-56 16,2-4 37-16,5 0 43 15,3-7 5-15,1-1 1 0,-3 2 5 16,0 0 12-1,-3 4 28-15,-1 1-6 0,1 1-22 16,0 1-4-16,1 4 4 16,0 2 3-16,0 0-5 15,-1 0-8-15,0-2-8 16,-2 0-14-16,3-2-170 16,-1-3-201-16,1 0-534 0</inkml:trace>
  <inkml:trace contextRef="#ctx0" brushRef="#br0" timeOffset="126682.875">14770 7288 1367 0,'0'0'899'0,"0"0"-673"15,0 0 109-15,0 0-213 16,0 0-78-16,0 0-32 15,0 0-12-15,45-6-78 16,-28 9-171-16,-5-1-236 16,-4-1-349-16</inkml:trace>
  <inkml:trace contextRef="#ctx0" brushRef="#br0" timeOffset="126839.9029">14743 7343 1592 0,'0'0'248'0,"0"0"27"0,0 0-148 16,0 0-28-16,0 0-99 15,65 4-19-15,-40-4-242 16,-3 0-441-16</inkml:trace>
  <inkml:trace contextRef="#ctx0" brushRef="#br0" timeOffset="127079.7372">14958 7195 1761 0,'0'0'297'16,"0"0"18"-16,0 0-164 0,0 0-85 16,0 0-22-16,0 0 25 15,35 47 4-15,-21-29-1 16,-3 2-14-16,-3-2-10 15,-2 1-2-15,-5-2-8 16,-1 0-12-16,-15-1-11 16,-14 2-15-16,-38 0-35 15,5-3-296-15,-8-5-565 0</inkml:trace>
  <inkml:trace contextRef="#ctx0" brushRef="#br0" timeOffset="131108.5984">15208 7213 633 0,'0'0'617'0,"0"0"-457"0,0 0-102 15,38-26-26-15,-21 18-9 16,1 1-4-16,0 1-19 16,-1 2-9-16,-2 3 0 15,-2 1 2-15,-1 3-15 16,-2 6 16-16,-1 5 6 15,-2 2 18-15,-3 0 30 16,-3 1 14-16,-1 0 20 16,-1-2 1-16,-6 1-10 0,-4-2-21 15,-4-2-11-15,-3 0 10 16,-3-3 32-16,-1-1-6 16,3-2-21-16,5-3-15 15,5-2-14-15,5-1-5 16,4 0 0-16,0-3 12 15,1-3-5-15,4 0-29 16,0 2-8-16,-1 0-7 16,0 4 14-16,-2 0 0 15,0 5-1-15,0 6 2 16,1 3 17-16,-2 1 23 16,1 1 7-16,0 0 8 15,1-3 0-15,3-1 6 0,1-1 9 16,4-2 12-1,3-1-4-15,6-2-27 0,9-3-26 16,13-3-11-16,-1 0-7 16,-2 0-7-16,-6-3-15 15,-10-3-52-15,-1 0 1 16,-11-2-47-16,-10 2-23 16,-5 1-661-16</inkml:trace>
  <inkml:trace contextRef="#ctx0" brushRef="#br0" timeOffset="139207.7552">5393 7690 443 0,'0'0'183'0,"0"0"45"16,0 0-3-16,0 0-29 15,0 0-41-15,0 0 11 16,-7 0 0-16,7 0 12 15,0 0-24-15,0 0-9 0,0 0-21 16,0 0-7 0,0 0-16-16,0 0 11 0,0 0-30 15,0 0-24-15,0 0-22 16,1 0-14-16,5 1 7 16,2 0 13-16,1 2-2 15,1 0 4-15,2-1-13 16,2 1 3-16,-1 2-4 15,2-2 3-15,2 0-12 16,0 0 2-16,0 0-1 16,1 1 1-16,1-2-2 15,0 0-5-15,0 0-2 16,-1 0-1-16,0 0 0 0,0-1-1 16,-1 1-6-16,-1 1-4 15,-2-1 8-15,-1 1-4 16,0 0-5-16,-2-2 0 15,-1 1 7-15,1 0-2 16,-1-1-5-16,1 1 5 16,2-2 6-16,1 0 0 15,2 0-2-15,2 0 2 16,2 0 8-16,1 0-5 16,2-2 1-16,-1-1-7 15,-1 1 8-15,1 0-5 16,-2 0-2-16,-1-1 5 15,-1 1-4-15,-1 1 2 16,1-1-5-16,-1 0 4 0,0 1 3 16,0-1-5-16,1 0 4 15,-1 0-2-15,-2 0 1 16,0 0-1-16,0 0 3 16,-3 0 2-16,0-1-4 15,-1 2-2-15,-1-1-4 16,-1 0 1-16,-2 1-2 15,1 0 1-15,-1 0-5 16,0 0 8-16,0-2-4 16,-1 2 3-16,0 0-1 15,0-1-8-15,-1 1 8 16,1 0-7-16,-2 0 5 16,0-1-6-16,-1 2 1 15,0-1 0-15,-1 1-1 0,0-1 6 16,-1 1-5-16,0 0-1 15,-1 0 0-15,0 0-1 16,0 0-29-16,0 0-39 16,0 0-58-16,-23 1-58 15,2 4-355-15,-8 0-491 0</inkml:trace>
  <inkml:trace contextRef="#ctx0" brushRef="#br0" timeOffset="142526.6365">12095 7656 538 0,'0'0'1228'16,"0"0"-960"-16,0 0-49 16,0 0-93-16,0 0-56 15,0 0-43-15,0 0-11 16,20-16 2-16,-19 25-5 15,-1 2-1-15,0 2 0 16,-3 2 1-16,-7 0 2 16,-3-1 0-16,-3 1-4 15,-2-2-2-15,-1-1-8 16,2-2 0-16,2-4 1 16,5-2-1-16,3-3 6 15,5-1 2-15,2 0 21 16,0-3 3-16,0-4-11 0,6 1-4 15,1 0-7 1,1 3-5-16,2 3-6 0,0 0 12 16,1 1 16-16,1 8 41 15,-1 1-2-15,1 3-16 16,-1 1-10-16,1 0-16 16,0 1-10-16,1-2-14 15,0-1-1-15,2-1-6 16,10-2-108-16,-3-5-171 15,-1-2-442-15</inkml:trace>
  <inkml:trace contextRef="#ctx0" brushRef="#br0" timeOffset="143276.6086">12771 7827 669 0,'0'0'1163'0,"0"0"-888"15,0 0 12-15,0 0-107 16,-42-10-71-16,29 12-48 16,0 5-12-16,1 3 18 15,1 3-12-15,2 1-13 16,1 0-16-16,5-1-10 15,1 0-8-15,2-2-7 16,2-2-1-16,6-3-12 16,4-4-48-16,2-2-1 15,3-5-23-15,0-9-8 16,-1-6 20-16,1-11 43 0,-1-14 22 16,1-12 7-16,-1-2 1 15,-4 10 5-15,-4 15 19 16,-6 18 29-16,-2 9 62 15,0 2 6-15,0 2-68 16,0 3-36-16,0 5-18 16,-5 11-19-16,-3 8 19 15,-1 9 0-15,3 8 9 16,1-2-3-16,4-5-6 16,1-6 0-16,5-10 0 15,5 0-86-15,4-3-17 16,1-7-16-16,2-6 43 15,1-2 37-15,-1-7 1 0,-4-3 18 16,0 0 20 0,-5 1 0-16,-2 4 10 0,-3 2 14 15,-2 3-3-15,0 0-2 16,0 6-7-16,-1 3-1 16,0 3-10-16,0-1 0 15,0 1-1-15,0-3-70 16,-3-3-193-16,0-4-301 15,-1-2-400-15</inkml:trace>
  <inkml:trace contextRef="#ctx0" brushRef="#br0" timeOffset="143412.9025">12945 7653 1333 0,'0'0'211'0,"0"0"-118"15,0 0 76-15,0 0-135 16,0 0-34-16,0 0-67 15,37 48-118-15,-24-28-472 0</inkml:trace>
  <inkml:trace contextRef="#ctx0" brushRef="#br0" timeOffset="143981.4641">13037 7794 1640 0,'0'0'359'16,"0"0"-177"-16,0 0-100 0,0 0-31 16,0 0 24-16,0 39-14 15,0-22-13-15,0 0-14 16,0 0-15-16,0-3-3 16,-1-1-7-16,-3-3-3 15,2-5-5-15,1-2 0 16,1-3 8-16,0-2 9 15,1-8 22-15,5-6-10 16,3-4-6-16,1-2-6 16,1 2 12-16,-2 3 10 15,-1 6 5-15,-1 3-6 16,-2 4-7-16,-2 4-15 16,1 0-5-16,1 5-3 15,1 5 1-15,2 1 2 0,-2 2 2 16,1 0-13-16,-3-1 0 15,-1-1 1-15,0-3 6 16,-3-1-8-16,1-4 0 16,-1-2 0-16,0-1 1 15,2 0 47-15,0-8 52 16,1-4-34-16,3-4-29 16,3-1-11-16,-1 0-14 15,1 5 3-15,-1 4-9 16,-2 3-5-16,-2 5 0 15,1 0-1-15,1 8 0 16,2 4 1-16,-1 2 0 0,1 2 8 16,-3 0-8-16,1-1-1 15,-4-1-8-15,-2-1-59 16,0-1-143-16,-5-3-150 16,-1-5-520-16</inkml:trace>
  <inkml:trace contextRef="#ctx0" brushRef="#br0" timeOffset="144126.1435">13320 7819 1774 0,'0'0'492'0,"0"0"-339"16,0 0-5-16,0 0-94 16,0 0-54-16,0 0-12 15,0 0-160-15,26 2-421 0</inkml:trace>
  <inkml:trace contextRef="#ctx0" brushRef="#br0" timeOffset="144397.6831">13905 7845 2297 0,'0'0'343'0,"0"0"-196"16,0 0-93-16,0 0-21 15,0 0 9-15,12 52-2 16,-7-31-16-16,-1 1-15 0,-1-2-7 16,-1-4-2-16,-2-2-27 15,0-4-124-15,0-7-129 16,-3-3-306-16,0-3-381 0</inkml:trace>
  <inkml:trace contextRef="#ctx0" brushRef="#br0" timeOffset="144650.6135">13968 7736 1423 0,'0'0'348'0,"0"0"-57"16,0 0-145-16,0 0-79 15,0 0 8-15,-42 21-26 0,37-13-18 16,1 0-16 0,2-3-6-16,1-2-2 0,1-1-6 15,0-2 6-15,0 0 2 16,0 0-9-16,0-5-16 16,0-2-24-16,0-2-67 15,0-2-20-15,0 1-71 16,2 3 4-16,1 1-33 15,1 5-137-15</inkml:trace>
  <inkml:trace contextRef="#ctx0" brushRef="#br0" timeOffset="144890.5813">14102 7760 1958 0,'0'0'365'16,"0"0"-21"-16,0 0-203 15,0 0-102-15,0 0-16 16,8 41-1-16,0-16-4 16,0 4-6-16,-1 1-11 15,-1 1-1-15,-3 9-148 16,-2-8-181-16,-1-8-608 0</inkml:trace>
  <inkml:trace contextRef="#ctx0" brushRef="#br0" timeOffset="145319.5037">14351 7801 1969 0,'0'0'393'0,"0"0"-163"16,0 0-90-16,0 0-83 15,0 0 47-15,-22 48-33 16,13-24-17-16,1 3-23 16,0-1-18-16,0 0-11 15,0-2-2-15,-2 0-1 0,2-5-98 16,2-5-105 0,2-5-14-16,2-8-44 0,2-1 11 15,0-10-119-15,4-6 30 16,5-8 207-16,4-9 133 15,4-8 133-15,2 3 20 16,-1 3 87-16,1 9 16 16,-6 9-15-16,2 1-70 15,0 2-33-15,-5 6-38 16,0 5-42-16,-3 3-27 16,0 2-8-16,-1 9-7 15,-4 4 16-15,-2 2-9 0,-2 3-3 16,-8 0-2-1,-5-1-5-15,-4-2-5 0,-4 0-8 16,-4-4-1-16,-14-1-132 16,8-4-207-1,3-3-479-15</inkml:trace>
  <inkml:trace contextRef="#ctx0" brushRef="#br0" timeOffset="145501.5659">14400 7848 2129 0,'0'0'484'15,"0"0"-240"-15,0 0-85 16,0 0-83-16,0 0-37 0,0 0-39 16,0 0-88-16,-50 27-231 15,14-19-538-15</inkml:trace>
  <inkml:trace contextRef="#ctx0" brushRef="#br0" timeOffset="151088.608">4636 8193 772 0,'0'0'762'0,"0"0"-449"15,0 0-40-15,0 0-46 16,0 0-37-16,0 0-1 16,-5 0-51-16,5 0-40 15,4 0-48-15,5 0-31 16,3 0 14-16,2 0-23 15,1-3 6-15,-1 0-16 16,1 0 0-16,-2-2-9 16,-2 2-86-16,-1 0-113 0,-3 0-94 15,-2 0-258-15,-2 2-123 16</inkml:trace>
  <inkml:trace contextRef="#ctx0" brushRef="#br0" timeOffset="151297.5509">4613 8275 1512 0,'0'0'548'15,"0"0"-352"-15,0 0-14 16,0 0 8-16,0 0-21 16,0 0-79-16,0 0-43 15,16 0 1-15,1 0-22 16,3-1-13-16,2-3-4 15,1-1-9-15,11-4-126 0,-5 1-208 16,-3 1-556-16</inkml:trace>
  <inkml:trace contextRef="#ctx0" brushRef="#br0" timeOffset="152129.4577">5948 8294 1558 0,'0'0'495'0,"0"0"-277"16,0 0-53-16,0 0 15 16,0 0 7-16,0 0-46 15,0 0-32-15,1 1-46 16,11-1-18-16,8 0 16 16,11 0 8-16,13-3-3 15,11-4-24-15,5 0-20 0,-2 1 8 16,-6 1-12-1,-13 3-10-15,-10 0-2 16,-9 1-5-16,-3-1-1 16,-1 1 6-16,-1-1-6 0,-1 1-1 15,-4-1-29-15,-3 1-13 16,-5 0-41-16,-1-1-52 16,-1 1-93-16,-6 1-113 15,-4 0-254-15,0 0-237 16</inkml:trace>
  <inkml:trace contextRef="#ctx0" brushRef="#br0" timeOffset="152521.9033">6007 8406 1773 0,'0'0'363'16,"0"0"-153"-16,0 0-41 16,0 0 55-16,0 0-15 15,0 0-52-15,0 0-57 16,26 0 10-16,4-1-21 16,15-5-9-16,15-3-10 15,4-3-4-15,1 1-16 16,-6 0-2-16,-7 2-21 15,-10 3-17-15,-8 1 4 0,-11 1-4 16,-5 1-4 0,0 0-4-16,0 1 4 0,-2-1-5 15,-6 2 5 1,-4-1 3-16,-2 2-9 0,-4 0 0 16,0 0 0-16,0 0-25 15,-5 0-56-15,-23 6-45 16,1 3-145-16,-5 2-516 0</inkml:trace>
  <inkml:trace contextRef="#ctx0" brushRef="#br0" timeOffset="156408.0664">4946 8488 995 0,'0'0'174'15,"0"0"-86"-15,0 0 73 16,0 0 22-16,0 0-5 15,0 0-52-15,-10-13-43 0,10 13-24 16,0-1-27-16,3 0-11 16,5-2 29-16,4 0 29 15,4-3-11-15,4-2-17 16,2-1-25-16,3-1-14 16,4-1 2-16,-1 2-6 15,-1 1-8-15,-2 2-7 16,-3 4-112-16,-5 2-114 15,-7 6-271-15,-6 2-230 0</inkml:trace>
  <inkml:trace contextRef="#ctx0" brushRef="#br0" timeOffset="156852.4912">5005 8320 818 0,'0'0'664'15,"0"0"-577"-15,0 0-61 16,0 0 29-16,0 0 39 16,0 0-9-16,0 0-28 15,-13-13-6-15,12 13-20 16,0 3-17-16,-1 4 25 15,-1 2 28-15,-1 4 8 16,-2 2-9-16,1 3-8 16,0 2-5-16,0 0-8 15,1 2-14-15,3-1 1 16,1-1-14-16,0-3-3 0,0 0 0 16,0-2-2-16,5-2-4 15,0-3-3-15,1-3 6 16,1-3 9-16,3-3 24 15,1-1-16-15,4 0-11 16,2-5 2-16,4-6-5 16,1-1-8-16,2-2-4 15,-1 0-3-15,-2 3-51 0,-5 10-164 16,-5 1-314 0,-10 3-485-16</inkml:trace>
  <inkml:trace contextRef="#ctx0" brushRef="#br0" timeOffset="289242.7672">5562 7410 48 0,'0'0'160'0,"0"0"-143"0,0 0-17 15</inkml:trace>
  <inkml:trace contextRef="#ctx0" brushRef="#br0" timeOffset="289537.3566">6047 7233 644 0,'0'0'296'0,"0"0"-177"0,0 0-51 15,0 0-29-15,0 0-18 16,0 0-13-16,0 0-8 15,6-1-113-15,-5 1-194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34:26.3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2451 2661 1684 0,'0'0'357'0,"0"0"-89"16,0 0-42-16,0 0-22 15,0 0-21-15,0 0-78 16,0 0-66-16,34-26-21 16,-13 18 0-16,2 0-18 15,0 1 1-15,-2 1-1 16,-1 3-9-16,-4-1-155 16,-6 3-120-16,-4 1-345 15,-6 0-411-15</inkml:trace>
  <inkml:trace contextRef="#ctx0" brushRef="#br0" timeOffset="194.0162">2419 2745 1532 0,'0'0'604'0,"0"0"-361"16,0 0-43-16,0 0-79 15,0 0 9-15,0 0-62 16,0 0-35-16,55-14-13 15,-26 4-11-15,-1 0-9 16,0-2-124-16,5-9-115 16,-7 4-273-16,-8 1-608 0</inkml:trace>
  <inkml:trace contextRef="#ctx0" brushRef="#br0" timeOffset="450.6997">2609 2484 386 0,'0'0'1752'0,"0"0"-1480"15,0 0-6-15,0 0-136 16,0 0-75-16,0 0-28 16,0 0 1-16,40 12 14 0,-14 3 17 15,1 3-9 1,-4 3-9-16,-6 3-8 0,-9 3-8 15,-10 8-10-15,-29 8-9 16,-28 11-6-16,-24 4-17 16,11-14-265-16,6-11-471 0</inkml:trace>
  <inkml:trace contextRef="#ctx0" brushRef="#br0" timeOffset="7949.2355">4086 2691 232 0,'0'0'1075'0,"0"0"-773"16,0 0-178-16,0 0 113 0,0 0-107 16,0 0-52-1,3-1-28-15,6 1 20 0,2 5 16 16,4 0-2-16,2 2-8 15,3-1-4-15,2 2-19 16,2-1 2-16,0 1 9 16,1-2-8-16,-1 0-29 15,0 1 11-15,0-2-5 16,0-1-3-16,-1 1-13 16,0-1 7-16,0-1 14 15,1 0-12-15,0-1-5 16,1 2-8-16,-2-2-1 15,1 2 0-15,1-1-1 16,-1 1-5-16,2-1 1 16,-1 2-1-16,1-2-6 15,-1 0 1-15,2 0 7 16,-1 0 4-16,1 0-5 0,0-1-6 16,0 1 11-16,-1 0-5 15,-1-1-1-15,0 2-6 16,1-1 6-16,0 1 0 15,2 0-5-15,-1-1 5 16,0 1-4-16,-1-1 7 16,0 0-8-16,-2 1 8 15,-1-2 0-15,-1 1-3 16,0 0 2-16,-1-1-7 16,1-1-1-16,0 1 6 0,2-2 6 15,1 2-11-15,3-2 8 16,4 0-8-16,0 0 0 15,3 0 6-15,1 0-6 16,1 0 4-16,1 0-4 16,-3 0 0-16,3 0 2 15,-3 1 3-15,-1 0-5 16,0-1 5-16,-1 0-6 16,0 0 1-16,0 0 0 15,1 0 0-15,1 0 0 16,1-1 0-16,0-2 6 15,0 1-7-15,0 0 8 16,-2-1-1-16,-1 0-5 0,0 1-1 16,-1 0 7-1,-1 0-7-15,1 1 5 0,1 0-5 16,0-1 7-16,0 1-7 16,-2-1-1-16,1 0 1 15,1 1 2-15,-2-2-3 16,0 1 0-16,0-1 0 15,0 0 0-15,-1 0 9 16,-3 0-9-16,1-1 0 16,-1 1 9-16,0 0-8 15,-1 0 1-15,1 0-1 16,3 0-1-16,0 0 6 16,1 1-5-16,0 0 0 0,0 1 1 15,-2-1-2 1,-3 1 0-16,0-1-6 0,-2 1 6 15,0-1 0-15,-2 1 0 16,0-1 0-16,0 0 1 16,-1 0 0-16,1-1 1 15,-1 1 9-15,-2 0-10 16,-1 1-1-16,-2-1 1 16,-2 1 0-16,1-1 0 15,-2 1 1-15,0-2-1 16,1 2 0-16,-1-1 7 15,0 0-2-15,0 1-6 16,-1-1 0-16,0 0 11 16,0 1-2-16,1-1 3 15,-2 1-3-15,-1-1-8 16,-2 0 0-16,-1 1 1 16,-3 1 4-16,0 0-6 0,-2-1 1 15,-1 1 0-15,-1 0-1 16,0-1 0-16,0 1 0 15,0 0-2-15,-8 0-22 16,-22 0-16-16,-59 0-171 16,2 2-525-16,-12-2-907 0</inkml:trace>
  <inkml:trace contextRef="#ctx0" brushRef="#br0" timeOffset="9832.303">3982 2127 557 0,'0'0'154'0,"0"0"-108"0,0 0-26 16,0 0-20-16,0 0-18 15,0 0-274-15</inkml:trace>
  <inkml:trace contextRef="#ctx0" brushRef="#br0" timeOffset="10419.8434">4610 2191 1007 0,'0'0'208'0,"0"0"-76"16,0 0-31-16,0 0-25 16,0 0-18-16,0 0-1 0,0 0-8 15,1 0-21-15,0 0-5 16,-1 0-20-16,0 0-3 15,0 0-150-15,-5 2-384 0</inkml:trace>
  <inkml:trace contextRef="#ctx0" brushRef="#br0" timeOffset="15235.2202">3443 2129 789 0,'0'0'905'0,"0"0"-592"0,0 0-88 15,0 0-37-15,0 0-32 16,0 0-31-16,0 1-50 15,6-1-23-15,4-3-37 16,3-2 2-16,3-1-16 16,0 1-1-16,-1 0-10 15,-2 1-84-15,-1 0-77 16,-4 1-144-16,-4 2-344 16,-2 0-529-16</inkml:trace>
  <inkml:trace contextRef="#ctx0" brushRef="#br0" timeOffset="15419.278">3415 2212 791 0,'0'0'1103'0,"0"0"-859"16,0 0-45-16,0 0-15 16,0 0-5-16,0 0-67 15,0 0-66-15,38-11-28 16,-8 0-18-16,12-1-3 15,7-2-163-15,-6 1-335 16,-12 3-689-16</inkml:trace>
  <inkml:trace contextRef="#ctx0" brushRef="#br0" timeOffset="17658.1913">6225 1931 649 0,'0'0'212'0,"0"0"-53"0,0 0-104 16,0 0-13-16,0 0-22 16,0 0-7-16,0 0 9 15,-11-16-5-15,11 16 4 16,0 0 3-16,0 0-9 15,0 0 2-15,-1 0-4 16,0 2-6-16,0 7 1 16,-1 3 19-16,-1 4 40 15,1 2-8-15,-2 1 27 16,1-1-6-16,-2 1-9 0,-1-2-15 16,-1 0 5-16,-1-1-21 15,-4-1-17-15,0-2-10 16,-3-3-7-16,2-1-6 15,-1-3 0-15,0-3-1 16,3-3 1-16,1 0 0 16,4-4 11-16,1-4 14 15,3-2 9-15,1 0-16 16,1 2-10-16,0 1-2 16,0 2-4-16,0 3-2 15,3 2 5-15,3 0-5 16,3 5 0-16,2 3 6 15,2 3 17-15,1 1 16 0,0 1 8 16,1-1 8 0,-1-1-11-16,3-2 11 0,-2-1-54 15,-1-4 68-15,0-2-33 16,-3-2-12-16,0 0-2 16,-3-2-10-16,0-4-6 15,-1-4-5-15,-3 1 0 16,0-1-1-16,-1 0-8 15,0 1-2-15,-3 1-5 16,1 2-1-16,-1 3 7 16,0 3 7-16,0 0-8 15,0 0-3-15,-1 4-1 16,-4 5-3-16,-1 3 17 16,-1 0 0-16,0 2 15 0,1-2-3 15,1 1-12-15,-1-2-5 16,-2 4-71-16,1-4-313 15,-1-2-476-15</inkml:trace>
  <inkml:trace contextRef="#ctx0" brushRef="#br0" timeOffset="17877.3496">6323 2136 1144 0,'0'0'594'0,"0"0"-376"15,0 0-92-15,0 0-60 16,0 0-25-16,0 0-23 0,0 0-16 16,-11 21-2-16,-1-8-155 15,0 2-388-15</inkml:trace>
  <inkml:trace contextRef="#ctx0" brushRef="#br0" timeOffset="18732.4014">5627 2750 484 0,'0'0'216'16,"0"0"36"-16,0 0-24 16,0 0-38-16,0 0-27 0,0 0 8 15,0 0 16 1,0 0-11-16,0 0-21 0,0 0-22 16,3 0-42-16,2 0-35 15,4 0-8-15,0 0-5 16,4 0-9-16,2-2-7 15,0 1-15-15,2-1 6 16,-1 1-7-16,-2-3-5 16,0 2-5-16,-3 0-1 15,-1-1-15-15,-2 2-77 16,-1 0-127-16,-2 1-307 16,-2 0-399-16</inkml:trace>
  <inkml:trace contextRef="#ctx0" brushRef="#br0" timeOffset="20348.4727">6897 2145 1570 0,'0'0'162'15,"0"0"-100"-15,0 0 36 16,0 0-14-16,0 0-46 16,0 0-3-16,56 2-16 0,-33 2-3 15,17 2-16 1,-7 1-48-16,-7-1-503 0</inkml:trace>
  <inkml:trace contextRef="#ctx0" brushRef="#br0" timeOffset="21220.9475">3597 4130 1126 0,'0'0'252'0,"0"0"-91"16,0 0 30-16,0 0-58 15,0 0-54-15,0 0-29 16,37-25 1-16,-17 18-22 16,1 1-29-16,-2 3 0 15,2 3-157-15,-7 0-132 16,-6 0-252-16</inkml:trace>
  <inkml:trace contextRef="#ctx0" brushRef="#br0" timeOffset="21385.7484">3581 4268 1280 0,'0'0'161'0,"0"0"-133"16,57-34-28-16,-17 6-95 15,-5 4-148-15,-5 1-340 0</inkml:trace>
  <inkml:trace contextRef="#ctx0" brushRef="#br0" timeOffset="21594.0474">3903 3999 1015 0,'0'0'152'0,"0"0"-86"16,0 0 85-16,47 11-20 15,-31 0-16-15,-2 3 26 16,-3 3-21-16,-2 11-67 16,-9 10-25-16,0 8-18 15,-4 2-10-15,-1-12-184 16,5-12-466-16</inkml:trace>
  <inkml:trace contextRef="#ctx0" brushRef="#br0" timeOffset="23299.4108">14195 3781 899 0,'0'0'134'0,"0"0"-80"16,0 0 27-16,0 0 1 15,0 0-14-15,0 0-13 16,0 0-31-16,20 0-24 16,-6-1-16-16,3-2-13 15,2 0-22-15,1 0-20 16,1-1-3-16,-1 0-32 15,4-4-74-15,-6 3 48 16,-4-2-21-16</inkml:trace>
  <inkml:trace contextRef="#ctx0" brushRef="#br0" timeOffset="23735.2451">14202 3698 1005 0,'0'0'253'0,"0"0"-101"16,-33 38-24-16,22-22 0 15,4-1-29-15,3-1 6 16,4-1-8-16,0-2 3 15,1 0-40-15,6-2 3 16,4-1-18-16,0-1-19 16,5-2 1-16,1 1 0 15,3 0-4-15,0-1-9 16,-5 7-14-16,-5-2-189 16,-10-1-598-16</inkml:trace>
  <inkml:trace contextRef="#ctx0" brushRef="#br0" timeOffset="24887.0856">7291 5050 1147 0,'0'0'345'0,"0"0"-99"16,0 0-63-16,0 0-14 0,0 0 14 15,0 0-26-15,-1-2-21 16,4 2-37-16,5-1-34 15,5 0-11-15,6-1-12 16,4 0-3-16,2-1-18 16,0 2-8-16,0-3-3 15,-4 3-10-15,-2-1 0 16,-4 0-39-16,-4 1-82 16,-5-2-49-16,-4 1-100 15,-2-1-239-15,0-1-263 0</inkml:trace>
  <inkml:trace contextRef="#ctx0" brushRef="#br0" timeOffset="25281.0955">7289 4896 1438 0,'0'0'211'0,"0"0"-115"16,0 0 46-16,0 0 35 16,0 0-18-16,0 0-49 15,0 0-17-15,20-19-29 16,-18 19-22-16,-2 3-24 16,0 5 8-16,0 5 26 15,-1 2 8-15,-6 6 4 0,-1 1 2 16,0 0-6-16,0 0-5 15,2-3-21-15,3-2-5 16,3-1-4-16,0-3-13 16,5-1 4-16,8-2 11 15,4-1 9-15,7-3 5 16,9-4-19-16,11-2 4 16,-2 0-13-16,-4-5-13 15,-6 0-1-15,-11 1-11 16,-11 4-116-16,-2 0-212 15,-10 0-584-15</inkml:trace>
  <inkml:trace contextRef="#ctx0" brushRef="#br0" timeOffset="26020.241">4308 5366 1219 0,'0'0'403'16,"0"0"-72"-16,0 0-26 16,0 0-29-16,0 0 0 0,0 0-91 15,0 0-121-15,-9-11-35 16,7 20-22-16,-2 6 4 15,-1 7-11-15,0 5 25 16,-1 3 13-16,2 0 7 16,-1-1-5-16,1-3-5 15,2-3-19-15,-1-4-8 16,0-3-4-16,0-1-4 16,0-3-15-16,1-3-85 15,-2-5-164-15,-1-4-116 16,-1-4-318-16,2-8-395 0</inkml:trace>
  <inkml:trace contextRef="#ctx0" brushRef="#br0" timeOffset="26320.8918">4300 5359 1497 0,'0'0'487'15,"0"0"-308"-15,0 0-50 16,0 0 0-16,0 0-10 15,0 0-29-15,0 0-5 16,-31 27-25-16,24-21-20 16,2-2-19-16,2-2-12 15,3-1 30-15,0-1 7 16,0 0 11-16,0-6 15 16,5-3-38-16,3-2-34 15,2 0-10-15,4 1 2 16,3 4 7-16,4 3-7 0,1 3-12 15,1 4-1-15,0 10-78 16,-2 5-65-16,-4 20-33 16,-5-6-396-16,-9 1-1099 15</inkml:trace>
  <inkml:trace contextRef="#ctx0" brushRef="#br0" timeOffset="31192.0328">3501 6769 1386 0,'0'0'797'0,"0"0"-636"16,0 0 20-16,0 0-13 16,0 0-28-16,0 0-44 15,11-6-45-15,3 2-18 0,4-2-27 16,2-1-6-16,1-1-2 15,0 0-73 1,-2 0-119-16,3-4-104 0,-6 2-396 16,-5 1-700-16</inkml:trace>
  <inkml:trace contextRef="#ctx0" brushRef="#br0" timeOffset="31393.5907">3464 6831 1987 0,'0'0'380'0,"0"0"-182"15,0 0-54-15,0 0-17 16,0 0-19-16,39-8-45 0,2-5-33 16,10-3-17-16,-3 1-13 15,-1 2-69-15,-17 5-188 16,-13 3-383-16</inkml:trace>
  <inkml:trace contextRef="#ctx0" brushRef="#br0" timeOffset="33238.7556">4262 7897 1024 0,'0'0'271'15,"0"0"-79"-15,0 0 48 0,0 0 23 16,0 0-82-16,0 0-75 16,0 0-13-16,12-8-8 15,4 6-11-15,7 2 18 16,13 0 4-16,13 2 2 16,20 6-13-16,8 1-7 15,5 2 7-15,2-1-31 16,-6-1-13-16,1-2-17 15,1-2-8-15,-2-2 1 16,-3-2-10-16,-3-1 2 16,-6 0-3-16,-6-3-5 15,-3-1-1-15,-5-1 1 16,-4 1 1-16,-10 0 4 16,-8 1 0-16,-7 0-5 0,-3-1 11 15,3 1-2-15,3 0 2 16,0 0-1-16,-5-1-4 15,-3 2 7-15,-5 0-8 16,-3 0-6-16,-3 1 0 16,-4 0-1-16,-3 1-1 15,0 0-37-15,-2 0-30 16,-11 0-106-16,-19 6-167 16,1 0-197-16,-1 0-231 0</inkml:trace>
  <inkml:trace contextRef="#ctx0" brushRef="#br0" timeOffset="33684.0134">4685 8053 1400 0,'0'0'337'0,"0"0"-224"0,0 0-6 16,0 0 62 0,0 0 17-16,0 0-35 0,55 3 1 15,-3 2 3-15,23 0-18 16,14 2-19-16,6-3-15 15,-5-3-25-15,-8-1-19 16,-4 0-20-16,-8-5-26 16,-6-1-2-16,-10 0-4 15,-14 0-1-15,-10 1-5 16,-11 2 6-16,-2-2 3 16,-1 0-9-16,2-2-1 15,-1 0 10-15,-4 1-9 16,-3 0 1-16,-4 2-1 0,-4 0-1 15,-2 1-3 1,-25 3-70-16,-3 0-243 0,-9 3-388 0</inkml:trace>
  <inkml:trace contextRef="#ctx0" brushRef="#br0" timeOffset="40410.9202">6113 8124 58 0,'0'0'889'16,"0"0"-630"-16,0 0-85 15,0 0 84-15,0 0 33 16,0 0-75-16,-18-34-69 0,18 34-52 15,0 0-33 1,0 5-38-16,0 5-13 0,0 3 14 16,1 0 8-16,2 2-4 15,2-2-8-15,0-1-20 16,-1-2 10-16,3-2-10 16,0-2 1-16,0-1-2 15,0-3 0-15,0-1-17 16,-2-1-4-16,1 0 20 15,0 0 0-15,-2-3 1 16,0 0 0-16,-1 2 0 16,-1 1-1-16,2 0 1 15,0 0 0-15,3 5 7 16,1 4 1-16,2 1-1 0,0 1 10 16,3 0 2-16,-2-1-4 15,1-3 9-15,-1-2-11 16,-1-2 6-16,-2-3-5 15,0 0-5-15,-2-3 25 16,0-6 15-16,0-6-13 16,-2-3-19-16,-1-7-8 15,-3-7-9-15,0 2-9 16,0-2-50-16,-2 3 16 16,-1 8-27-16,-1 4-7 15,1 7-20-15,-1 9-78 16,1 1-106-16,-3 22-112 15,1-3-135-15,2 3-436 0</inkml:trace>
  <inkml:trace contextRef="#ctx0" brushRef="#br0" timeOffset="40792.0035">6394 8199 1534 0,'0'0'293'0,"0"0"-200"15,0 0-25 1,0 0 64-16,-7 41-28 16,7-25-49-16,2-1-28 15,2-1-5-15,1-3-9 16,1-3-2-16,-1-3 14 0,0-3-3 15,-1-2 9-15,0-1-7 16,1-6 25-16,-2-5-13 16,-1-3-13-16,-1-1-12 15,-1-2-11-15,0 1 8 16,-5 3-8-16,-2 3 0 16,-1 3-18-16,1 3-6 15,-2 5-1-15,0 0-36 16,1 5-77-16,0 4-38 15,5 5-132-15,3-3-187 0,0-1-693 16</inkml:trace>
  <inkml:trace contextRef="#ctx0" brushRef="#br0" timeOffset="41228.831">6537 8183 1898 0,'0'0'310'0,"0"0"-191"15,0 0-44-15,0 0-46 16,0 0 45-16,-4 38-23 0,7-19 1 16,1 2-12-1,0-1-25-15,-1-1 0 0,0-1-3 16,1-3 4-16,-1-2-8 15,-1-1-7-15,-1-6 0 16,2-2 1-16,-2-4-1 16,2 0 14-16,1-7-3 15,2-4-4-15,1-2-7 16,0 2 4-16,0 2-3 16,-1 4-3-16,-1 2 2 15,0 3 4-15,1 0 16 16,2 3 4-16,0 3 7 15,2 2-8-15,-1 2-1 16,1-1-11-16,-2 0-10 16,-1 0 4-16,0 0-6 0,-2-3-43 15,-2 0-90-15,0-4-119 16,-1-2-392-16,-2 0-650 0</inkml:trace>
  <inkml:trace contextRef="#ctx0" brushRef="#br0" timeOffset="41417.6069">6828 8300 2275 0,'0'0'381'0,"0"0"-244"15,0 0-66-15,0 0-40 0,0 0-31 16,0 0-13-16,0 0-140 15,29-11-223-15,-13 6-797 0</inkml:trace>
  <inkml:trace contextRef="#ctx0" brushRef="#br0" timeOffset="42267.9172">6528 8406 1204 0,'0'0'358'0,"0"0"-107"0,0 0-13 15,0 0-21-15,0 0-67 16,13-34-71-16,-6 34-44 15,2 7 17-15,-2 6 2 16,-1 6-17-16,-1 3 8 16,-3 1 7-16,-2 2-10 15,0-1-20-15,-5-1-7 16,-1-3-14-16,0-3 7 16,0-4 0-16,2-6-7 15,1-4 7-15,0-3 3 0,1-3 15 16,1-7 1-1,1-1-9-15,0-1-7 0,0 2-5 16,3 5-6-16,4 2-2 16,2 3 1-16,1 2-5 15,1 6 0-15,2 3 4 16,1 1-11-16,0 0-53 16,0 1-68-16,2-1-41 15,6-2-133-15,-4-3-298 16,-2-4-391-16</inkml:trace>
  <inkml:trace contextRef="#ctx0" brushRef="#br0" timeOffset="42464.677">6781 8448 1635 0,'0'0'402'0,"0"0"-240"15,0 0-75-15,0 0-38 16,0 0 25-16,5 45-42 15,-1-26-15-15,-3 1-9 16,0-1-8-16,-1-1-10 16,0-3-92-16,0 0-86 15,-4-5-175-15,-1-4-224 0</inkml:trace>
  <inkml:trace contextRef="#ctx0" brushRef="#br0" timeOffset="42651.1294">6731 8509 1407 0,'0'0'387'16,"0"0"-213"-16,0 0-77 15,0 0 19-15,41 1-18 16,-20 4-44-16,3 2-33 16,0-1-5-16,0-1-16 15,-1 0-13-15,4-2-153 16,-6-2-325-16,-6-1-313 0</inkml:trace>
  <inkml:trace contextRef="#ctx0" brushRef="#br0" timeOffset="43045.6019">6989 8418 1687 0,'0'0'291'16,"0"0"-175"-16,0 0-27 15,0 0-58-15,0 0 7 16,0 0-17-16,0 0 8 16,21 21 2-16,-16-13-13 15,-2 0-17-15,-2-1 9 16,0 1 4-16,0-1-13 16,-1-1 9-16,0-3-4 15,1 0 2-15,0 0 9 16,2-1 13-16,2 0 18 0,2 1 12 15,0 0-1 1,4 2-3-16,1-1 5 0,1 2-1 16,0 0-14-16,-2 1-7 15,-1 1-11-15,-2 0-2 16,-4 1-7-16,-4 1-5 16,0 3-1-16,-9 1-4 15,-8 2-1-15,-13 1-8 16,-16 0 0-16,-19-7-157 15,-10-6-119-15,14-4-412 16,13-4-697-16</inkml:trace>
  <inkml:trace contextRef="#ctx0" brushRef="#br0" timeOffset="45861.7503">4362 6928 740 0,'0'0'240'0,"0"0"-32"16,0 0 6-16,0 0-1 15,0 0 1-15,0 0-132 16,0 0-47-16,-26-13-19 0,26 13-9 15,0 3-7 1,0 6-22-16,0 6 22 0,0 4 18 16,0 3 21-16,0 1 20 15,0 0-8-15,-3 0 10 16,0 0-16-16,-1-2-9 16,-3-1-21-16,0-3-8 15,0-4 2-15,-2-3-8 16,2-4 5-16,1-4-5 15,-1-2 10-15,2-1 17 16,0-8 27-16,1 0-2 16,2-2-31-16,2 2-11 15,0 1-10-15,0 3 0 16,1 2-1-16,3 2-1 16,2 1-10-16,2 0 10 0,1 7-1 15,3 1 2-15,1 1 1 16,0 1 7-16,0 0-1 15,0-1-5-15,0-1 5 16,-2-3-6-16,-1 0 0 16,-1-4-1-16,-2-1-6 15,-1 0-6-15,0-4 3 16,0-5 3-16,-2-2-9 16,0-2-6-16,-1 0-1 15,-2 1 10-15,-1 2 12 16,0 3 0-16,0 3 0 15,-1 4 13-15,-4 0-6 16,-1 7-7-16,-3 5 0 16,-2 2 0-16,-1 2 0 0,1 0 0 15,0 1-1 1,4-2-6-16,0 4-137 16,4-5-182-16,0-2-271 0</inkml:trace>
  <inkml:trace contextRef="#ctx0" brushRef="#br0" timeOffset="46905.1771">4858 6936 512 0,'0'0'199'0,"0"0"19"16,0 0 21-16,0 0-18 15,0 0-19-15,0 0 14 16,0 0 2-16,-22-21-46 15,20 20-42-15,2 1-84 0,-2 1-32 16,1 8-14-16,1 4 1 16,-1 5 5-16,1 2 23 15,-1 1 13-15,0-1-4 16,1 0-14-16,-1-2-12 16,1-2-6-16,-1-2 6 15,-2-1-12-15,0-4-7 16,0-3-23-16,0-3-3 15,-2-3 5-15,-1 0 3 16,-1-5 1-16,-1-6 0 16,1-4 6-16,2 0 18 0,0 0 0 15,2 3 7 1,2 5 4-16,1 2 18 16,0 5-9-16,0 0-11 15,1 0-8-15,6 6 26 0,3 3 7 16,1 2-1-16,2 1-2 15,1 1-9-15,0-2-5 16,-1 0-6-16,0-2 1 16,0-2-6-16,-4-2-5 15,-1-2 5-15,-2-1-6 16,-2-1 0-16,0-1 0 16,-2 0-1-16,1 0 0 15,-2-5-12-15,1-3-12 16,-2 0-8-16,1 0 24 0,-1 0 8 15,0 3 1-15,0 4 1 16,0 0 0-16,0 1 8 16,0 0-1-16,-3 5-8 15,0 3 1-15,-1 2 0 16,0 2 0-16,0 0 0 16,-1 0-1-16,-1-1 0 15,2-1-1-15,-1 2-79 16,-2 0-105-16,2-2-211 15,-1-3-296-15</inkml:trace>
  <inkml:trace contextRef="#ctx0" brushRef="#br0" timeOffset="47095.6956">4967 7139 1699 0,'0'0'287'0,"0"0"-127"0,0 0-82 16,0 0-32-16,0 0-46 15,0 0-86-15,0 0-181 16,-40 31-527-16</inkml:trace>
  <inkml:trace contextRef="#ctx0" brushRef="#br0" timeOffset="53446.8163">5679 6950 1313 0,'0'0'377'0,"0"0"-77"0,0 0-27 15,0 0-62 1,0 0-46-16,0 0-32 0,0-5-71 16,0 17-38-16,2 5-10 15,1 7-1-15,1 1 5 16,1 1 6-16,-2-1-17 15,-1-4-1-15,0-4-5 16,-2-2 7-16,0-3-8 16,0-3-7-16,-6-1-43 15,-4-2-32-15,-1-3-21 16,-2-3 21-16,0 0 1 16,-2-4 35-16,2-6 35 15,2-2 11-15,3-2 0 0,3 1 22 16,2 4 44-1,2 1-7-15,1 4 10 0,0 4-33 16,0 0-21-16,4 4-8 16,5 5 65-16,2 3-5 15,3 1-27-15,0 0-8 16,1 0-1-16,1-1-5 16,-2-1-10-16,0-2-6 15,-2-2-4-15,-2-3-5 16,-1-2 1-16,-2-2-2 15,-2 0-30-15,0-6-19 16,-1-4-17-16,-1-2-7 16,-1-1 32-16,-2 2 26 15,0 1 8-15,0 3 6 0,0 2 1 16,0 3 0-16,0 2-1 16,0 0 0-16,0 2-8 15,-2 9 2-15,-2 1 7 16,0 4 1-16,-2 0-1 15,0 0 0-15,-1 1-6 16,1-1-51-16,-6 4-103 16,1-5-146-16,3-3-373 0</inkml:trace>
  <inkml:trace contextRef="#ctx0" brushRef="#br0" timeOffset="53626.1023">5915 7195 1829 0,'0'0'287'0,"0"0"-135"0,0 0-58 16,0 0-49-16,0 0-45 16,-41 8-105-16,14 2-399 15,-5 1-936-15</inkml:trace>
  <inkml:trace contextRef="#ctx0" brushRef="#br0" timeOffset="56521.1873">8528 6676 1084 0,'0'0'349'0,"0"0"-136"16,0 0 0-16,-17-40-7 15,14 32-10-15,0 4-99 16,3 1-57-16,-2 3-18 16,1 0-22-16,1 3-9 15,-1 8 3-15,0 5 6 16,-1 3 1-16,1 1 19 15,-2 2-4-15,0-1-15 16,-1-3 9-16,-1-2-8 16,1-3-1-16,-3-2-1 15,1-3-14-15,-2-3-41 16,0-1-2-16,-1-4-20 16,0 0 27-16,0-1-9 0,0-6 22 15,4-2 32 1,1 0 5-16,2 1 0 0,2 2 12 15,0 4-10-15,0 2-2 16,6 0 0-16,2 8 0 16,4 2 20-16,1 2 2 15,2 1-4-15,3 1-2 16,-1-3-5-16,2-2-4 16,-1-1-6-16,-2-4 0 15,-2-3 6-15,-2-1-6 16,-2-1 5-16,-1-6-5 0,-3-4 0 15,-1 0-1 1,-4-1 1-16,-1 1 5 0,0 1 5 16,0 3 12-16,-4 3 22 15,-1 3-26-15,-3 1-10 16,-3 6-9-16,-2 5 0 16,-1 3-2-16,1 2-21 15,5 0-79-15,8 2-135 16,4-6-319-16,10-4-818 0</inkml:trace>
  <inkml:trace contextRef="#ctx0" brushRef="#br0" timeOffset="57146.8265">9724 6559 1859 0,'0'0'233'15,"0"0"-139"-15,0 0 21 16,0 0-54-16,0 0-37 16,0 0-18-16,0 0 20 15,-22 50 28-15,22-29-13 16,0-1-21-16,0-1-13 15,0-1-1-15,0-3 3 0,0-2-9 16,-1-2-10-16,0-3-48 16,-1-4-13-16,-1-1-34 15,-1-3-3-15,-1-3-35 16,0-6 14-16,-1-4 46 16,1-2 59-16,1-1 24 15,2 4 16-15,1 3 51 16,0 3 37-16,1 4-4 15,0 2-40-15,0 0-29 16,0 4-3-16,2 7 37 16,4 1-22-16,2 2-9 15,-1 0-11-15,4 0-4 16,0-2 2-16,0-2-8 16,2-2-7-16,0-3-6 15,-2-4 0-15,1-1-26 0,-1-2-16 16,-1-6-7-16,-1-3 0 15,-2-1 20-15,-1 1 17 16,-2 1 11-16,-2 2 1 16,-2 4 18-16,0 2 16 15,-2 2-15-15,-6 2-7 16,-3 6-12-16,-4 3 0 16,-1 2 9-16,0 3-9 15,3 0-5-15,9 3-60 16,3-3-254-16,2-5-366 0</inkml:trace>
  <inkml:trace contextRef="#ctx0" brushRef="#br0" timeOffset="57986.9259">11217 6634 1575 0,'0'0'333'15,"0"0"-114"-15,0 0-17 16,0 0-89-16,0 0-57 16,0 0-34-16,0 0-8 15,-10 37 38-15,9-17 12 0,1 1-11 16,0-2-23-16,0 0-9 16,0-3-19-16,1-2 7 15,1-2-9-15,-2-3-35 16,0-4-56-16,0-2-20 15,0-3 19-15,-3 0-2 16,-3-4-14-16,-2-6 5 16,1-1 19-16,0-2 54 15,1 1 30-15,2 4 14 16,1 2 43-16,1 3 38 16,1 3-17-16,1 0-41 15,0 0-24-15,0 6 0 16,0 5 26-16,2-1 2 0,3 1-2 15,3 1-3 1,-1-3-11-16,2-1-15 0,0-3-2 16,0-2-7-16,0-3-1 15,2 0 0-15,1-1 0 16,0-5-24-16,-2-2-6 16,0-1 15-16,-2 2-4 15,-4 0 19-15,-1 4-7 16,-2-1 7-16,-1 3 9 15,0 1 7-15,0 0-9 16,-4 8-7-16,-4 2 0 16,-2 5 1-16,-2 2-1 0,-2 3 6 15,-1 1-6-15,-1 3 0 16,-9 10-156-16,4-6-338 16,3-5-254-16</inkml:trace>
  <inkml:trace contextRef="#ctx0" brushRef="#br0" timeOffset="58154.6901">11263 6904 1448 0,'0'0'191'15,"0"0"-140"-15,0 0-51 16,0 0-6-16,-46 2-161 0,31 2-445 15</inkml:trace>
  <inkml:trace contextRef="#ctx0" brushRef="#br0" timeOffset="59374.1671">14198 7478 1625 0,'0'0'398'0,"0"0"-130"15,0 0 11-15,0 0-32 16,0 0-84-16,0 0-60 15,0 0-37-15,40-6-31 16,-14 4-14-16,5 1-8 16,3 0-11-16,1 0 5 0,0 0-7 15,-4 0-14-15,-4 0-54 16,-5-2-63-16,-7 1-101 16,-7 0-82-16,-6 0-286 15,-2 1-172-15</inkml:trace>
  <inkml:trace contextRef="#ctx0" brushRef="#br0" timeOffset="59605.1315">14153 7558 1570 0,'0'0'339'0,"0"0"-58"15,0 0-36-15,0 0-65 0,0 0-28 16,40 4-40-1,-15-2-42-15,11 1-33 0,-1-2-16 16,2 1-9-16,0-2-6 16,-7 0-6-16,0-1-62 15,-6-6-118-15,-1-11-59 16,-7 3-385-16,-6-2-458 0</inkml:trace>
  <inkml:trace contextRef="#ctx0" brushRef="#br0" timeOffset="60020.7507">14434 7272 1748 0,'0'0'341'0,"0"0"-189"16,0 0 86-16,0 0 30 15,0 0-151-15,0 0-68 16,0 0-30-16,-73 4-4 15,19 22 29-15,-8 6 24 16,0 1 9-16,8 0 4 16,16-8-9-16,11-4-19 15,8-5 1-15,7-1-10 16,1 3-17-16,4 1 3 16,3 6 9-16,4-2-2 15,8 0 5-15,10 0-6 16,5-3 3-16,11-2 3 15,12-3-15-15,7-6-7 0,2-4 2 16,-10-4-11-16,-12-1-4 16,-13 0-6-16,-5 0-1 15,0 0-3-15,-3 0-21 16,-1-1 0-16,-6 1-4 16,-5 0-16-16,0 0-55 15,-7 0-30-15,-31 0-169 16,3 0-434-16,-4-2-533 0</inkml:trace>
  <inkml:trace contextRef="#ctx0" brushRef="#br0" timeOffset="60249.0201">14405 7790 2565 0,'0'0'352'0,"0"0"-256"16,0 0-3-16,44 0 79 16,-36 0-16-16,-4 0-48 15,-3 0-39-15,-1-1-29 16,-3-1-40-16,-15-2-9 16,-40-6-100-16,1 1-219 15,-13-2-632-15</inkml:trace>
  <inkml:trace contextRef="#ctx0" brushRef="#br0" timeOffset="86717.5977">14071 7101 702 0,'0'0'565'0,"0"0"-288"0,0 0 40 16,0 0-34-1,0 0-66-15,3-1-69 0,3-12-42 16,2-4-51-16,4-9-7 15,1-12-6-15,1-12-16 16,2-8-26-16,-1-6-99 16,2-4-21-16,-1-1-40 15,-1-6-174-15,-3 20-196 16,-3 10-94-16</inkml:trace>
  <inkml:trace contextRef="#ctx0" brushRef="#br0" timeOffset="87797.6233">14166 6776 663 0,'-3'57'384'0,"3"-20"-70"15,4-9-35-15,6-11-74 16,5-6-76-16,2-2-43 16,3-2-46-16,2-7-29 15,-1-2 8-15,-1-14-2 16,-3-6-4-16,-2-4 6 15,-3-2-19-15,-1 0 0 16,-2 2-47-16,-4 4-22 16,-1 5-12-16,-1 6 10 15,-1 5 34-15,-2 4 27 16,0 2-2-16,0 1-47 16,-3 8-47-16,-4 6 106 0,0 4 17 15,1 3 55-15,1 0 23 16,4-1 5-16,1-3-20 15,0-3-17-15,3-4-13 16,4-5-17-16,-1-2-4 16,2-4 10-16,1 0 24 15,1-9-27-15,2-5-15 16,-1-3-21-16,0-5-6 16,-2-3-46-16,-2 0-35 15,-1 1-31-15,-4 6-26 16,-1 6 11-16,-1 5 48 15,0 7 51-15,-6 1-15 16,1 10-2-16,1 5 35 0,3 5 16 16,1-1-1-16,11-1-168 15,7-4-66-15,5-3 18 16,2-7 48-16,1-5 61 16,-2 0 52-16,-3-10 56 15,-4-4 76-15,-3-3 113 16,-4-1 11-16,-2-1-15 15,-4 2-25-15,-3 4-12 16,-1 4-44-16,-2 3-62 16,-4 4-6-16,-2 2-24 15,-1 0-10-15,-1 5-1 16,0 4 1-16,1 0 6 0,3 1 5 16,2-1-3-1,4-1 8-15,0-1-2 0,4-4-15 16,5-2-1-16,1-1 6 15,1-2 1-15,-1-6-7 16,0-1 9-16,-2 0 2 16,-4 1 8-16,0 3 8 15,-3 2-13-15,-1 3-14 16,0 1-1-16,-2 11-33 16,-2 6 34-16,-2 6 44 15,0 8 42-15,-1 9 22 16,-3 7 10-16,-3-1-32 15,3-8-25-15,-2-9-6 0,5-13-29 16,0-3-17 0,-1-1-3-16,1-2 3 0,-1-1-8 15,3-8 1-15,1-2 8 16,3-10-1-16,1-7-3 16,0-5 3-1,4-4 3-15,8 1-6 0,3 1-6 16,3 2 0-16,1 3-1 15,1 3-5-15,-1 3 5 16,0 2-10-16,-1 1-14 16,-3 4-5-16,-1 2 11 15,-3 3 6-15,-2 1 5 16,-1 3-8-16,-1 7 7 16,-1 4 2-16,-1 3 7 15,-2 1 17-15,-3 0 7 0,0-2-2 16,-3-2-21-16,-6-3-1 15,-10-7-156-15,4-3-199 16,-1-1-372-16</inkml:trace>
  <inkml:trace contextRef="#ctx0" brushRef="#br0" timeOffset="87915.7777">14792 6709 324 0,'0'0'0'0</inkml:trace>
  <inkml:trace contextRef="#ctx0" brushRef="#br0" timeOffset="88197.7537">14947 6693 1410 0,'0'0'141'16,"0"0"-57"-16,0 0-14 16,0 0-35-16,0 0-23 15,0 0-9-15,4 37 41 16,-1-11 63-16,0 9 4 16,0-3 15-16,0 0-11 15,0 0-14-15,-1-6-6 16,0 1-31-16,0-5-36 0,0-3-15 15,-1-6-1-15,1-4-12 16,1-5-58-16,0-5-128 16,-1-8-76-16,0-4-390 0</inkml:trace>
  <inkml:trace contextRef="#ctx0" brushRef="#br0" timeOffset="88623.6254">14928 6813 889 0,'0'0'103'16,"59"1"-61"-16,-9-1 10 15,6 0-23-15,-10 0-20 16,-12-1-8-16,-16-1 10 16,-4-1-10-16,-1-2 35 0,-3 2 71 15,-1-2 63-15,-6 3 51 16,-3 1-135-16,-1 1-36 15,-9 0-2-15,-3 5-23 16,-2 3 44-16,1 2 26 16,2 0-19-16,3-2-14 15,5 1-9-15,4-1-10 16,0 1-1-16,3-1-8 16,6 2-8-16,2 0 1 15,3 3-5-15,0-1-8 16,-1 2-6-16,-1-1 3 0,-3 0 11 15,-3-1 14 1,-4 0-23-16,-2-3 1 16,-1-1 0-16,-7-1 4 15,-6-1-6-15,-1-2-4 0,-4-2-8 16,-1-1 0-16,0-1-29 16,-5-3-90-16,6-2-106 15,4-2-351-15</inkml:trace>
  <inkml:trace contextRef="#ctx0" brushRef="#br0" timeOffset="88788.0152">15538 7016 2068 0,'0'0'229'0,"0"0"-121"16,0 0-14-16,0 0-71 15,-57-6-23-15,17 4-870 0</inkml:trace>
  <inkml:trace contextRef="#ctx0" brushRef="#br0" timeOffset="98174.7478">12335 5293 1073 0,'0'0'336'0,"0"0"-86"15,-7-34-15-15,5 22 39 16,0 3-74-16,0 5-47 16,1 3-46-16,0 1-61 15,0 9-32-15,1 7-6 16,0 5 1-16,2 2 29 16,6 1-13-16,5 0-7 15,4-4-9-15,3-3 0 16,2-4-3-16,2-5 6 15,1-6-2-15,-2-2-8 16,-3-12 4-16,-1-7 0 16,-3-10-5-16,-3-11 8 15,-4 1-3-15,-3 4 6 0,-4 8-11 16,-2 11 54 0,0 2 13-16,0 5-28 0,0 9-9 15,0 9-18-15,0 24-12 16,-1 19 0-16,1 12 48 15,0 7 7-15,8-3 22 16,2-8-10-16,-1-4-14 16,-2-7-30-16,-2-5-12 15,-4-10-6-15,-1-9 0 16,-3-8-5-16,-5-4 0 16,-5-1 0-16,-5 0 7 15,-6-4-8-15,-3-7-9 16,-5-2-21-16,-5-19-50 15,-3-18-63-15,2-21-189 0,10 6-252 16,12 2-254-16</inkml:trace>
  <inkml:trace contextRef="#ctx0" brushRef="#br0" timeOffset="98556.3929">12493 4727 1401 0,'0'0'140'0,"0"0"-108"15,0 0-18-15,0 0-5 16,-43 17-8-16,27 2 26 16,1 2 59-16,0 1 16 0,3-3-9 15,2-3-20-15,4-5-9 16,3-5-24-16,2-4-11 15,1-2 5-15,0-5 40 16,5-10-16-16,8-10-54 16,2-3-4-16,4-1-78 15,3 1-46-15,-2 11-25 16,1 3 62-16,-3 11 37 16,-1 3 18-16,-4 15 32 15,0 6 0-15,-3 5 101 16,-3 7-4-16,-1 10-37 15,-1 9-22-15,1 6 35 0,1-4-73 16,0-14-58 0,0-15-935-16</inkml:trace>
  <inkml:trace contextRef="#ctx0" brushRef="#br0" timeOffset="98821.4418">12779 5446 2043 0,'0'0'356'16,"0"0"-260"-16,0 0-39 15,2 40 88-15,-1-20 12 0,1 1-76 16,-1 1-36-16,-1-3-24 15,0-2-11-15,0-3-10 16,0-4-39-16,-5-6-128 16,1-4-171-16,1-1-447 0</inkml:trace>
  <inkml:trace contextRef="#ctx0" brushRef="#br0" timeOffset="99000.9535">12944 5289 947 0,'0'0'1267'0,"0"0"-1054"16,0 0-29-1,0 0-114-15,0 0-43 0,0 0-17 16,49-4-10-16,-37 7-83 16,-1 2-151-16,-4-2-332 15,-4 0-336-15</inkml:trace>
  <inkml:trace contextRef="#ctx0" brushRef="#br0" timeOffset="99159.6205">12920 5374 1390 0,'0'0'616'16,"0"0"-378"-16,0 0-74 0,0 0-52 15,0 0-57 1,68-5-31-16,-16-5-24 0,-6 0-174 15,-8 0-567-15</inkml:trace>
  <inkml:trace contextRef="#ctx0" brushRef="#br0" timeOffset="99774.4934">13362 5124 1030 0,'0'0'204'0,"0"0"-32"16,0 0 86-16,0 0-6 15,0 0-70-15,0 0-76 16,-47-20-13-16,31 28 26 16,0 2-15-16,4 2-28 15,5 0-12-15,7 1-23 16,0 0 0-16,13 2-3 15,4 0-2-15,3 1-22 16,2-1-5-16,-4-1-3 16,-3-1 4-16,-5-1-10 0,-7-2 9 15,-3-1-9-15,-5-2 7 16,-10-1-7-16,-4 0 1 16,-4-3-1-16,-1-1 0 15,1-2-59-15,6-2-106 16,5-7-129-16,10-1-390 0</inkml:trace>
  <inkml:trace contextRef="#ctx0" brushRef="#br0" timeOffset="100082.3929">13483 5157 1400 0,'0'0'291'0,"0"0"-32"16,0 0-131-16,0 0 36 15,0 0-37-15,-21 39-52 0,19-25-26 16,2 1-21-16,1-3-4 16,8-3-7-16,3-3-6 15,3-3-2-15,1-3-2 16,-2-3-1-16,1-6 0 16,-2-6 0-16,-4-1 0 15,-1-3 3-15,-5-2 1 16,-3 1-2-16,0 2-8 15,-8 4 2-15,-2 4-2 16,-1 5-34-16,1 4-53 16,3 1-42-16,5 4-128 15,2 4-224-15,0-3-221 0</inkml:trace>
  <inkml:trace contextRef="#ctx0" brushRef="#br0" timeOffset="100495.5795">13689 5000 1523 0,'0'0'352'16,"0"0"200"-16,0 0-320 15,0 0-85-15,0 0-90 16,0 0-45-16,0 0-4 16,7 39 39-16,-2-3 22 15,1 11-2-15,1 12 11 16,1 3-16-16,0-6-28 0,-2-14 26 15,-1-15-33-15,0-9-27 16,0-5 0-16,0-1 0 16,0-1 0-16,-1-4 0 15,0-4-6-15,1-3 5 16,0-7-5-16,1-8-14 16,0-3-13-16,-2-4 2 15,-3-2-4-15,-1 0 14 16,-5 4 6-16,-9 2 5 15,-2 3 2-15,-4 4-4 16,1 3 11-16,5 2 0 16,5 3 0-16,6 1-1 15,4 1-7-15,22-2-18 0,23-4 15 16,23-2-58 0,12-3-102-16,-15 2-117 0,-17-1-535 0</inkml:trace>
  <inkml:trace contextRef="#ctx0" brushRef="#br0" timeOffset="101961.2966">13993 4902 916 0,'0'0'651'0,"0"0"-393"16,0 0 72-16,0 0-44 15,0 0-62-15,0 0-134 16,0 0-68-16,2-3-10 16,-2 34-5-16,0 2 26 0,0 0 42 15,1-3-6-15,1-7-6 16,2 2-13-16,-1 2-27 15,2-5-14-15,-1-4-9 16,-1-4-12-16,1-5-78 16,-2-4-100-16,0-5-78 15,0 0-54-15,-1-7-366 0</inkml:trace>
  <inkml:trace contextRef="#ctx0" brushRef="#br0" timeOffset="102119.6186">13879 4998 1320 0,'0'0'238'0,"0"0"-117"15,0 0-80-15,44-7-28 16,-15 4-13-16,15-1-80 16,-6 1-210-16,-8-1-786 0</inkml:trace>
  <inkml:trace contextRef="#ctx0" brushRef="#br0" timeOffset="102617.1323">14091 4941 1288 0,'0'0'294'0,"0"0"-26"15,0 0-91 1,0 0 40-16,0 0-41 0,-9 43-48 16,9-23 1-16,0-1-45 15,2-2-38-15,3-2-21 16,0-3-13-16,-2-3-12 15,-1-3 8-15,-1-3-8 16,0-3 0-16,-1 0 0 16,0-5 0-16,0-6-61 15,0-6 20-15,1-5 11 16,2-3 19-16,1-1 10 16,3 4-3-16,0 4 4 15,2 8 0-15,2 6 8 16,-1 4-8-16,1 2 1 15,1 8-1-15,-1 2 0 0,-1 3 0 16,-2 0 2-16,-3-2-1 16,-2 0 0-16,-2-4 7 15,-1-2-8-15,0-3 2 16,0-1 7-16,-1-3 12 16,-1 0 34-16,0-6-6 15,1-4 8-15,1-4-11 16,0-2-16-16,7 1-16 15,3 1 7-15,0 6-14 16,1 6-1-16,-2 2-5 16,1 5-1-16,-4 7 0 15,-1 2 0-15,-1 1 0 16,-1 0-27-16,-1-1-111 16,1-1-154-16,-2-3-242 15,2-4-259-15</inkml:trace>
  <inkml:trace contextRef="#ctx0" brushRef="#br0" timeOffset="102980.2903">14417 4884 1385 0,'0'0'251'16,"0"0"8"-16,0 0-101 15,0 0 22-15,0 0-38 16,0 0-37-16,-43 39-17 15,36-23-20-15,4 0-21 0,1-2-22 16,2-2-12 0,0-2-5-16,4-4-2 0,3-4-5 15,1-2 8-15,1 0-1 16,0-8-7-16,0-3 0 16,0-3-1-16,0-1 0 15,-4 2-1-15,0 3 1 16,-2 3 1-16,-2 5-1 15,-1 2 0-15,0 2 0 16,0 8-1-16,0 4-5 16,0 1 6-16,0 2-1 15,0 0-26-15,0-2-137 0,8 0-139 16,0-3-297 0,-1-7-299-16</inkml:trace>
  <inkml:trace contextRef="#ctx0" brushRef="#br0" timeOffset="103383.8928">14509 4948 1250 0,'0'0'296'16,"0"0"13"-16,0 0-74 15,0 0-79-15,0 0-52 16,0 0-41-16,40-6 1 16,-30 15-6-16,-3 2-24 15,-2 2-11-15,-3 0-11 16,-2 0-6-16,0 0 1 15,-2-3 2-15,-3-1-9 16,1-2-11-16,0-3-25 0,0-4-3 16,2 0 17-16,1-2-5 15,1-6-23-15,0-4 17 16,7-3 14-16,1-2 17 16,4 0 2-16,0 0-1 15,0 2 1-15,0 2 25 16,-2 3 4-16,-3 2 6 15,0 4-4-15,-4 3-4 16,-1 1-13-16,-2 5-3 16,0 7 3-16,-2 3 5 15,-4 3 5-15,-1 1-8 16,1 0-8-16,1-1-8 16,2-3 0-16,2-3-51 0,3-3-166 15,4-2-342 1,4-6-250-16</inkml:trace>
  <inkml:trace contextRef="#ctx0" brushRef="#br0" timeOffset="103669.4109">14939 4616 1741 0,'0'0'256'15,"0"0"-140"-15,0 0-54 0,0 0-36 16,-40 18-14 0,12 19 32-16,-4 16 75 0,0 11 10 15,5 6 18-15,10-1 1 16,10-7-17-16,7-5-1 16,6-8-37-16,9-11-28 15,2-10-20-15,2-8-20 16,6-1-23-16,13-1-2 15,12-2-155-15,-5-4-399 16,-8-11-619-16</inkml:trace>
  <inkml:trace contextRef="#ctx0" brushRef="#br0" timeOffset="105321.2096">15189 4842 867 0,'0'0'321'0,"0"0"-134"15,0 0 76-15,0 0 12 16,0 0-51-16,4-34-46 16,-4 31-32-16,-2 1-46 15,-5 2-12-15,-1 0-11 16,-2 3-30-16,-1 6-27 0,1 3-5 16,3 3 17-1,1 1 5-15,6 3 0 0,0-2-4 16,4 0-15-16,8-2 0 15,2-3 2-15,2-3-14 16,3-4 9-16,1-4-6 16,-1-1-2-16,0-3-5 15,-2-6-2-15,-2-2 12 16,-3-3-6-16,-5-2-5 16,-4-4 6-16,-3-1-7 15,-3-1-13-15,-9 1-15 16,-5 4-8-16,-3 4-15 15,-2 5-16-15,0 5-14 0,2 3-38 16,5 3-42 0,10 11-89-16,3-1-116 0,2 0-172 0</inkml:trace>
  <inkml:trace contextRef="#ctx0" brushRef="#br0" timeOffset="105706.5847">15437 4883 1295 0,'0'0'488'0,"0"0"-236"16,0 0 53-16,0 0-110 15,0 0-63-15,0 0-75 16,0 0 7-16,-2 28 3 15,2-11-30-15,0 0-29 16,0-2 2-16,0 0-10 0,0-2-56 16,0-1-186-16,3-4-262 15,-3-4-376-15</inkml:trace>
  <inkml:trace contextRef="#ctx0" brushRef="#br0" timeOffset="106065.3594">15586 4535 1420 0,'0'0'270'15,"0"0"-169"-15,0 0-31 16,37 10-11-16,-10 22-15 16,5 23 64-16,1 13 73 15,-7 8-28-15,-13 3-6 16,-13-4 47-16,-16-1-50 15,-19 0-58-15,-16-3-58 16,-13-2-28-16,-16-7-154 16,14-16-386-16,3-13-776 0</inkml:trace>
  <inkml:trace contextRef="#ctx0" brushRef="#br0" timeOffset="106965.3602">12175 6758 986 0,'0'0'252'0,"0"0"-56"16,0 0 0-16,0 0-27 15,-43 5-37-15,30 9-42 16,2 2-20-16,4 3 12 16,6 0-11-16,1-1 2 15,7-1-4-15,6 1-20 16,3-2 2-16,1-1 2 0,0-1-28 16,-3 0-10-1,-4-1-9-15,-5-1-5 0,-5-2 5 16,0 1 2-16,-7-2-2 15,-6-1-5-15,-5-1 0 16,-1-3 5-16,-2-3-6 16,0-1-67-16,4-2-92 15,7-13-114-15,6 3-270 16,4-3-376-16</inkml:trace>
  <inkml:trace contextRef="#ctx0" brushRef="#br0" timeOffset="107824.7001">12216 6815 1187 0,'0'0'236'0,"0"0"4"15,0 0-101-15,0 0-21 16,0 0 23-16,-15 44-22 16,15-29-39-16,0 1-36 15,3-4-19-15,7-2-5 16,1-4-10-16,2-4 3 15,0-2-4-15,0-2-1 16,-2-9 2-16,-3-2-9 16,-3-5 8-16,-4-2-8 15,-1-2-1-15,-2-1-27 0,-6 0-9 16,-3 5 5 0,1 4-12-16,1 5-26 0,2 5-42 15,3 4-29-15,2 0-80 16,2 1-22-16,0 3-45 15,5 0-24-15,1-2-21 16,2-2 136-16,-2 0 196 16,1-6 94-16,1-3 153 15,0-1 34-15,2-1-33 16,1 1-5-16,-2 2-27 16,1 3 16-16,-4 5-53 15,-1 1-82-15,-2 12-11 16,-1 7 12-16,-2 10 7 15,0 10-10-15,-6 7 18 16,1-3-19-16,2-8-38 0,1-11-40 16,2-7-4-16,0 3-1 15,5-1-3-15,1-2 3 16,2-5-10-16,-1-7 0 16,1-6 7-16,0-1-1 15,-1-11 4-15,-3-6-10 16,-1-2-1-16,-3-3-15 15,0 1 2-15,-3 3-5 16,-4 4 16-16,-1 3 0 16,0 4-22-16,2 1-10 15,2 4-11-15,1 1-22 16,2 1-26-16,1-1-26 0,0 0-27 16,8-2-27-1,2-2 27-15,4-3 42 0,-1-3-18 16,-1-3 30-16,1-3 60 15,-4-3 22-15,1 0 10 16,-2-1 1-16,0 4 32 16,-2 3 56-16,-1 6 34 15,-2 4 19-15,-2 3-2 16,1 2-63-16,-1 8-50 16,1 6 2-16,2 6 47 15,0 4-11-15,0 1-32 16,1 0-5-16,-1 0-13 15,-1-4-10-15,0-2-5 0,-2-3-80 16,-1-6-89 0,0-5-116-16,0-2-189 0,-4-3-225 0</inkml:trace>
  <inkml:trace contextRef="#ctx0" brushRef="#br0" timeOffset="108446.2101">12437 6808 71 0,'0'0'507'16,"0"0"-417"-16,39-13 57 15,-19 7-73-15,0 0 27 16,-2 0-25-16,-4 1 57 16,-3 0-15-16,-4 2 14 15,-2 1 31-15,-4 2 16 16,0 0-30-16,0 0-69 15,-1 7-18-15,0 3 6 0,2 4 4 16,-1 1-20-16,-1 2-12 16,1-1-10-16,-1 0-7 15,0-2-15-15,0-3-7 16,0-1 6-16,0-4-6 16,0-4-1-16,0-2 0 15,0-5 1-15,0-6-1 16,0-7-8-16,2-2 8 15,1-3-6-15,2 1 6 16,2 5-1-16,0 3 1 16,0 6-1-16,1 5 0 0,0 3 0 15,0 0 1-15,1 4 1 16,0 5 8-16,1 2 0 16,-1 1 10-16,-2 0-13 15,-3-1 6-15,-1-1-12 16,-3-2 1-16,0-2 1 15,0-3-1-15,-1-3 14 16,-2 0 13-16,0-4 62 16,0-6-29-16,2-4-31 15,1-2 3-15,0-2-17 16,3 2-4-16,4 2-4 16,2 6-7-16,-1 6 0 15,2 2 1-15,1 5-1 16,0 8 0-16,0 4 5 0,0 3-6 15,-3 0 1-15,-1 0-1 16,-1-1-94-16,1 1-105 16,-3-7-315-16,1-3-254 0</inkml:trace>
  <inkml:trace contextRef="#ctx0" brushRef="#br0" timeOffset="109233.2552">12867 6710 1418 0,'0'0'218'0,"0"0"70"16,0 0-146-16,0 0-48 15,0 0-20-15,0 0-7 0,-26 45-15 16,23-29-20-16,2 0-18 16,1-3-8-16,0-2-6 15,0-3-8 1,5-4-55-16,1-4-27 0,1 0 10 15,2-8-21-15,-1-4 23 16,0-1 52-16,-1-1 25 16,-2-1 1-16,-2 4 30 15,-1 2 38-15,-1 3 16 16,0 2 2-16,-1 3-30 16,2 1-31-16,0 1-17 15,1 6-8-15,2 3 7 16,0 1-6-16,-1 2 1 15,0 0-1-15,-2 0-1 16,-1 0-37-16,-1-2-108 0,0-2-48 16,0-2 5-16,0-3 18 15,-2-3 49-15,1-1 77 16,1-5 24-16,0-4 20 16,0-1 16-16,3-1 81 15,3-1 27-15,-1 3 6 16,0-1-17-16,0 4 11 15,1-1-48-15,0 4-29 16,0 0-13-16,1 1-10 16,2 2-9-16,-1 0-2 15,0 3-7-15,0 4 1 16,-2 1 4-16,-2 2-4 0,-1 1 5 16,-3 2 6-16,0-2-7 15,0 1-10-15,-5-3 11 16,0-1-12-16,2-2 5 15,0-4-5-15,3-2-53 16,0 0-2-16,3-8-79 16,6-5-39-16,2-5 53 15,1-4 42-15,1-2 16 16,-2 0 54-16,-2 3 8 16,-2 5 51-16,-3 4 61 15,-3 7 53-15,-1 5-14 0,0 2-86 16,-4 8-4-1,-3 6 53-15,-2 5-25 0,2 0-17 16,3 3-14-16,1 0-8 16,3 1-21-16,6-1-21 15,7 0-7-15,5-2-1 16,19 2-95-16,-5-6-201 16,-3-6-499-16</inkml:trace>
  <inkml:trace contextRef="#ctx0" brushRef="#br0" timeOffset="121733.6168">6058 2704 927 0,'0'0'723'0,"0"0"-479"15,0 0-62-15,0 0-35 16,0 0-40-16,0 0-42 15,6-4-31-15,3 3-9 16,2 0-13-16,1 0-11 16,0-1 0-16,-1 2-1 15,0 0-53-15,-2 0-97 16,0-2-134-16,-3 0-194 16,-3 1-352-16</inkml:trace>
  <inkml:trace contextRef="#ctx0" brushRef="#br0" timeOffset="121914.9314">6033 2778 1294 0,'0'0'274'16,"0"0"-123"-16,0 0-42 15,0 0-27-15,0 0-2 16,0 0-50-16,40-5-6 15,6-7-24-15,-4 1-314 16,1-1-792-16</inkml:trace>
  <inkml:trace contextRef="#ctx0" brushRef="#br0" timeOffset="128001.014">10023 2582 1817 0,'0'0'324'0,"0"0"-89"16,0 0-102-16,0 0-37 15,49-29-19-15,-35 29-16 16,0 11-16-16,-1 6 1 15,-4 6 21-15,-5 3-5 16,-4 2-4-16,-5-1-12 16,-7-1-11-16,-3-1-22 15,-2-3-1-15,0-3 6 16,3-5-18-16,2-3 1 16,5-5 0-16,4-5 1 0,3-1 5 15,3-13-7 1,8-7-29-16,6-7-25 15,3-2-50-15,2-2-2 0,-1 3 31 16,0 1 41-16,-5 5 32 16,-3 4-5-16,-5 4 7 15,-2 6 28-15,-5 3 38 16,-1 4 10-16,0 1-10 16,-2 6-36-16,-6 8-14 15,-1 5 24-15,0 4 22 16,0 3-19-16,3 1-19 15,2-2-6-15,4-2-17 16,0 0 1-16,5-4 4 0,6-3-6 16,2-3-6-16,4-6-27 15,2-5-62-15,-1-2-56 16,1-8-23-16,-4-4 51 16,-4-4 47-16,-2 1 48 15,-5 1 28-15,-1 1 43 16,-2 3 36-16,-1 4 47 15,0 2 45-15,0 2-41 16,0 2-60-16,0 4-44 16,0 9-11-16,0 5 21 15,0 4 1-15,0 3-16 16,1 1-6-16,-1 0-8 16,0-1-7-16,0 4-51 0,-4-5-172 15,0-7-461-15</inkml:trace>
  <inkml:trace contextRef="#ctx0" brushRef="#br0" timeOffset="160459.1803">7809 4516 1312 0,'0'0'305'0,"0"0"-118"16,0 0-50-16,0 0-12 16,51-21-37-16,-34 30 2 15,1 6 12-15,-1 6-2 0,-2 4-10 16,-5 8 1-16,-9 10 15 16,-5 8 18-16,-15 1-8 15,-4-3-20-15,1-11-24 16,7-12-18-16,5-6-20 15,4-4-7-15,2 1-12 16,4 0-9-16,0 0-4 16,8-3 4-16,10-5-6 15,5-3-1-15,5-6-12 16,2-4-13-16,1-9-10 16,-5-2 12-16,-5 1 18 15,-7 3 5-15,-5 5-6 0,-7 6 7 16,-2 0 31-16,0 9-1 15,0 7 30 1,-3 7 25-16,-1 6 13 0,1 2-17 16,3 8-2-16,0 6-16 15,4 7 0-15,5 3-10 16,3-3-10-16,-2-6-5 16,-1-6-13-16,1-2-5 15,-5-6-20-15,-1-6 0 16,-3-6 1-16,-1-4 0 15,0 2-1-15,0-1 2 16,-6 0 5-16,-1-4-6 16,-4-5 5-16,-2-2 0 0,-3-4-6 15,-3 0 2-15,-3-2 5 16,-1 0-7-16,-1 0 0 16,-1 0 0-16,1 0 0 15,3 0-1-15,1 0-7 16,2 0-7-16,2 0-12 15,1 0-18-15,2 0-22 16,0 0-31-16,2 0-35 16,0 0-52-16,5 0-184 15,1 0-397-15,3 0-738 0</inkml:trace>
  <inkml:trace contextRef="#ctx0" brushRef="#br0" timeOffset="160610.2917">8050 5540 2543 0,'0'0'355'0,"0"0"-240"15,0 0-52-15,0 0-48 16,0 0-15-16,0 0-215 16,0 0-329-16</inkml:trace>
  <inkml:trace contextRef="#ctx0" brushRef="#br0" timeOffset="347456.3631">14341 5507 914 0,'0'0'321'16,"0"0"-85"-16,0 0 38 16,-38 12 34-16,37-11-43 15,1-1-96-15,9 0-55 16,15-1-26-16,21-8 54 16,19-7-20-16,10-2-32 15,-2-1-35-15,-10 4-16 16,-19 5-15-16,-12 3-12 0,-9 2-4 15,-4 3-7-15,-1-1-1 16,-1 0-62-16,-2 1-102 16,-8 2-115-16,-10 0-207 15,-8 4-259-15,-6 1-572 0</inkml:trace>
  <inkml:trace contextRef="#ctx0" brushRef="#br0" timeOffset="347637.0729">14342 5605 1640 0,'0'0'219'16,"0"0"-131"-16,0 0 97 16,0 0 23-16,65 20-10 15,4-26-11-15,16-8-18 16,-1-2-72-16,-8 1-47 0,-18 4-24 16,-17 6-14-16,-13 2-12 15,-12 3-172-15,-10 5-351 16,-6 1-959-16</inkml:trace>
  <inkml:trace contextRef="#ctx0" brushRef="#br0" timeOffset="350282.6973">13130 5428 75 0,'0'0'54'0,"-40"-24"-54"0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36:39.4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10279 2554 1580 0,'0'0'502'0,"0"0"-235"15,0 0 51-15,0 0-75 16,0 0-75-16,0 0-92 16,-26 42-32-16,5 4 47 15,-1 4-19-15,0-2-24 16,6-12-21-16,6-10-21 15,0-7 1-15,3-4-7 16,0 0-12-16,-2-2-63 0,0-4-97 16,-6-9-155-16,2-4-241 15,0-9-470-15</inkml:trace>
  <inkml:trace contextRef="#ctx0" brushRef="#br0" timeOffset="197.3694">10027 2606 1774 0,'0'0'468'16,"0"0"-315"-16,0 0-23 16,0 0 47-16,62 39 65 15,-31-17-62-15,4 1-86 16,2 1-46-16,-8-3-19 16,2 1-19-16,-5-1-10 15,-5-2-1-15,-4-5-101 16,-1-4-212-16,-4-4-360 0,-4-6-692 15</inkml:trace>
  <inkml:trace contextRef="#ctx0" brushRef="#br0" timeOffset="577.7957">10428 2704 1906 0,'0'0'511'0,"0"0"-276"16,0 0-30-16,0 0-83 15,0 0-8-15,53-9-42 16,-35 14-18-16,-1 2-8 16,-4 2-16-16,-4 1-1 0,-5 2 9 15,-4 3 12-15,-3 2 2 16,-9 3 11-16,-6 3-16 16,-2 1-4-16,0 1 4 15,2-1-1-15,4-3-2 16,4-3-4-16,6-5-1 15,4-2-4-15,3-5 8 16,10-2 11-16,14-4 0 16,15-2-15-16,12-11-1 15,-2-1-38-15,-9 1 0 16,-14 5 0-16,-12 3 0 16,1 1 0-16,-3 0 0 15,-2 0 0-15,-7 4-59 16,-6 0-112-16,-39 11-121 15,1 0-372-15,-13 1-1406 0</inkml:trace>
  <inkml:trace contextRef="#ctx0" brushRef="#br0" timeOffset="1340.072">4636 3401 1117 0,'0'0'210'0,"0"0"-130"0,0 0-12 15,0 0-41 1,0 0-27-16,0 0-8 0,0 0-57 15,23 13-137-15,-11-8-427 16</inkml:trace>
  <inkml:trace contextRef="#ctx0" brushRef="#br0" timeOffset="1723.2289">6553 3580 920 0,'0'0'0'0,"0"0"-144"0</inkml:trace>
  <inkml:trace contextRef="#ctx0" brushRef="#br0" timeOffset="5926.8994">3327 2718 205 0,'0'0'1348'16,"0"0"-1066"-16,0 0-96 15,0 0-13-15,0 0-22 16,0 0-25-16,20 5 41 16,2-2 3-16,10 1-42 15,14 0-38-15,9 0-8 16,2-2-20-16,-10 0-4 0,-11-1-17 15,-14-1-10 1,-1 0-16-16,1 0-6 0,1 0 6 16,2 0-15-16,-5-3 8 15,-4 0-8-15,-6 1 0 16,-4-1-11-16,-4 2-32 16,-1-2-56-16,-1 3-112 15,-1-2-301-15,-3 0-405 0</inkml:trace>
  <inkml:trace contextRef="#ctx0" brushRef="#br0" timeOffset="6571.3799">5016 2715 1204 0,'0'0'297'0,"0"0"-30"16,0 0 15-16,0 0-64 15,0 0-27-15,0 0-17 16,0 0-10-16,-8-4-38 15,11 4-39-15,8 0 1 16,6 0 2-16,6 0 4 16,5 2-24-16,2-2-32 15,0 0-2-15,0 0-23 16,-4 0 2-16,-3 0-14 16,-4 0-1-16,-1 0 0 15,-2 0-29-15,0-1-76 16,12-3-133-16,-6 0-347 15,1-1-400-15</inkml:trace>
  <inkml:trace contextRef="#ctx0" brushRef="#br0" timeOffset="7263.5131">6152 2716 72 0,'0'0'1546'0,"0"0"-1204"16,0 0-111-16,0 0-79 16,0 0 41-16,0 0 11 15,0 0-40-15,17 5-10 16,5-3-29-16,4 0-29 16,5 1-26-16,0-3-9 0,-1 0-14 15,-4 0-22 1,-4 0-5-16,-3 0-7 0,-2-3-4 15,-3 1-7-15,-3 0-1 16,-3 1-1-16,-3 0-17 16,-3 1-67-16,-2 0-83 15,-11 6-304-15,-7 4-235 16,-7 0-1092-16</inkml:trace>
  <inkml:trace contextRef="#ctx0" brushRef="#br0" timeOffset="9409.9219">3838 4266 80 0,'0'0'983'15,"0"0"-796"-15,0 0-86 16,0 0 18-16,0 0-22 16,0 0 4-16,0 0 1 0,12-1 30 15,3 1-24-15,7 1-10 16,4 2-8-16,4 0-1 16,10 2-9-16,9-2-9 15,12 1-14-15,4-2-10 16,1-1-5-16,-3-1 8 15,-3 0 0-15,2-1 17 16,6 0 1-16,-1-1-18 16,-2 2 5-16,-2 0-15 15,-2 0-4-15,-6 1-19 16,-6 1 4-16,-10 0 2 0,-9-2 0 16,-8 0 2-16,-3 0 8 15,3 0 0-15,0 0-3 16,-1 0-3-16,-5 0-10 15,-4-2 11-15,-2 0-7 16,-3 0-10-16,-1 0 8 16,-1 1-19-16,-1-1 11 15,-2 2-11-15,0 0-27 16,-1-1-63-16,6-4-151 16,-1 1-341-16,1-3-724 0</inkml:trace>
  <inkml:trace contextRef="#ctx0" brushRef="#br0" timeOffset="10220.5189">8347 4344 1370 0,'0'0'241'16,"0"0"-35"-16,0 0-5 0,0 0-75 15,0 0 35 1,77-7-13-16,-4 7 20 0,13 0-16 16,4 3-40-16,-5-1-21 15,-17-1-34-15,-7-1-5 16,-9 0-11-16,-12 0-19 16,-13 0-5-16,-7 0-2 15,-7 0-14-15,0 0 6 16,-4-1-5-16,0 1-2 15,-4 0-56-15,-1-1-110 16,0 0-217-16,-1-1-517 0</inkml:trace>
  <inkml:trace contextRef="#ctx0" brushRef="#br0" timeOffset="20102.0897">6842 2485 795 0,'0'0'879'16,"0"0"-564"-16,0 0-37 15,0 0-22-15,-2-37 17 16,0 36-91-16,1 1-62 16,-1 6-66-16,0 7-27 15,-2 7 3-15,0 4 4 16,0 3-2-16,0-1-23 15,0-1-8-15,0-3 7 16,-1-3-4-16,0-3-4 16,1-2-31-16,-1-4-49 0,-1-4-37 15,0-5-1 1,-3-1-7-16,2-3 13 0,-3-9 15 16,2-2 46-16,0-2 38 15,2 0 13-15,2 3 0 16,2 2 16-16,1 4 16 15,1 3 15-15,0 4-8 16,2 0-3-16,5 0 6 16,4 8 37-16,2 2 10 15,3 2-23-15,2 0-9 16,0 0-27-16,0-1-14 16,0-1-7-16,0-1-7 0,-2-3-2 15,-3-2-3-15,-2-3-76 16,-5-1-47-16,-1 0-2 15,-2-6 16-15,-2-4-6 16,-1-4-27-16,0 1 48 16,0-1 59-16,0 1 29 15,0 4 9-15,0 3 7 16,0 3 41-16,0 3 6 16,0 1-17-16,-2 8-10 15,-3 6 4-15,-1 2 14 16,-2 4-9-16,0-1-16 15,0 1-12-15,0-3-8 16,-3 4-42-16,4-5-241 16,0-4-516-16</inkml:trace>
  <inkml:trace contextRef="#ctx0" brushRef="#br0" timeOffset="30837.5804">7045 2540 1187 0,'0'0'245'0,"0"0"-31"0,0 0-120 16,0 0 0-16,0 0-37 15,0 0-31-15,-18-29-26 16,18 39-26-16,0 7-38 16,0 5 64-16,0 6 76 15,2 0 13-15,0 0-17 16,-1-3-6-16,1-3-7 16,-1-4-19-16,1-4-14 15,-1-5-12-15,-1-4-13 16,0-5 8-16,1 0 34 0,0-7 74 15,0-5-62 1,2-3-34-16,1-1-6 0,1 0-15 16,1 4-1-16,0 3 0 15,0 2-21-15,1 5 3 16,1 2-1-16,1 1 4 16,3 7 3-16,-2 2 12 15,3 2 1-15,-4 0 1 16,-1-1 5-16,-2 1-6 15,-3 1-214-15,-1-4-297 16,-2-2-377-16</inkml:trace>
  <inkml:trace contextRef="#ctx0" brushRef="#br0" timeOffset="31020.5229">7190 2618 1622 0,'0'0'320'0,"0"0"-131"0,0 0-112 16,0 0-23-16,9 36 14 16,-6-17-14-16,0 3 23 15,0 4-30-15,-3 22-47 16,-2-7-87-16,-10-1-632 0</inkml:trace>
  <inkml:trace contextRef="#ctx0" brushRef="#br0" timeOffset="34435.0424">7167 5033 1400 0,'0'0'198'0,"0"0"-66"15,0 0 38-15,0 0-15 16,0 0-36-16,0 0-30 15,8-4-42-15,9 4 2 16,5 0 7-16,10 0-5 16,11-5 5-16,11-4-14 15,3-2-12-15,-8-2-6 16,-13 3-10-16,-14 3-2 0,-3 1-12 16,0 0-29-16,-2 1-85 15,-8-1-139-15,-5 3-240 16,-4 0-199-16</inkml:trace>
  <inkml:trace contextRef="#ctx0" brushRef="#br0" timeOffset="34826.9545">7210 4824 1452 0,'0'0'211'0,"0"0"-134"0,0 0-46 16,0 0 36-16,0 0-16 15,0 0-20-15,0 0-14 16,-5-29-5-16,3 37-11 16,-2 7 0-16,-5 9 6 15,-3 12 58-15,-6 9 19 16,1-2 9-16,3-9 9 15,5-11-17-15,4-8-20 16,3 1 3-16,2-1-14 16,0 1-23-16,4-3 0 15,6-2-4-15,2-4 7 0,3-2-10 16,4-3 2 0,1-2-8-16,3 0-2 0,3-5-16 15,0-2 0-15,0 3-115 16,4 0-59-16,-7 3-155 15,-7 0-328-15</inkml:trace>
  <inkml:trace contextRef="#ctx0" brushRef="#br0" timeOffset="35000.5585">7542 5205 1986 0,'0'0'269'15,"0"0"-192"-15,0 0-68 16,0 0-8-16,0 0 9 0,0 0-9 16,0 0-1-16,-3 13-291 15,-5-6-593-15</inkml:trace>
  <inkml:trace contextRef="#ctx0" brushRef="#br0" timeOffset="35945.2166">4561 7882 1415 0,'0'0'320'0,"0"0"-61"15,0 0-24-15,0 0-67 16,0 0-30-16,0 0-31 16,0 0-30-16,18 0-10 15,7-2-16-15,16-4-19 16,11-2 2-16,3-2-22 16,-8 3-3-16,-13 2-3 0,-13 3-6 15,-5 1-103-15,4 1-128 16,-3 0-155-16,-4 0-334 15</inkml:trace>
  <inkml:trace contextRef="#ctx0" brushRef="#br0" timeOffset="36162.048">4577 8004 1876 0,'0'0'296'15,"0"0"-185"-15,0 0-28 16,0 0-21-16,0 0 57 16,48-6-21-16,-2-6-34 15,17-4-20-15,7 0-26 0,-1 2-18 16,-3 4-97-16,-2-3-135 16,-12 5-349-16,-3-4-580 0</inkml:trace>
  <inkml:trace contextRef="#ctx0" brushRef="#br0" timeOffset="37131.2615">13751 7389 1423 0,'0'0'344'0,"0"0"-131"15,0 0-28-15,0 0-40 16,0 0-34-16,0 0-29 16,0 0-17-16,10 0 23 15,1 0-24-15,4 3-14 16,4 0-9-16,2 0-9 16,4 1-11-16,0-2-6 15,-1 1-6-15,0-1-2 16,-2-2-6-16,-2 0 6 15,-2 0-6-15,-5 0 5 16,-1 0-5-16,-5 0-1 16,-3 0-16-16,-4 0-79 0,-2-5-99 15,-6 1-150-15,-3-1-264 0</inkml:trace>
  <inkml:trace contextRef="#ctx0" brushRef="#br0" timeOffset="37634.0879">13859 7239 1341 0,'0'0'285'0,"0"0"3"0,0 0-33 16,0 0-80-16,0 0-73 15,0 0-23-15,0 0-18 16,-14 2-30-16,3 8 5 16,-4 4 32-16,-3 2 2 15,-2 4-14-15,0 2 3 16,0 2-17-16,1-1 0 0,5-1-1 15,5-2-13 1,5-2 3-16,4-1-5 0,4-2 2 16,10 0 20-16,7-4 6 15,10 0 11-15,13-1-6 16,8-4-15-16,-4-2-17 16,-9-3-15-16,-12-1-2 15,-9 0-4-15,0 0-4 16,-1 0-1-16,-3-1 8 15,-4 0-9-15,-5 0 0 16,-3 0-1-16,-2 1-35 16,0 0-42-16,-10 0-56 15,-23 0-199-15,2 3-218 16,-5 0-268-16</inkml:trace>
  <inkml:trace contextRef="#ctx0" brushRef="#br0" timeOffset="38747.3111">13690 6415 1493 0,'0'0'295'0,"0"0"-11"0,0 0 33 16,0 0-94-16,0 0-154 16,0 0-52-16,0 40 1 15,0 21 78-15,0 3-2 16,-5-4-1-16,-1-11-47 15,1-9-27-15,1-7-10 16,1-8-9-16,1-8-112 16,2-2-198-16,0-4-397 15,0-5-543-15</inkml:trace>
  <inkml:trace contextRef="#ctx0" brushRef="#br0" timeOffset="39051.0906">13832 6541 1612 0,'0'0'294'16,"0"0"-151"-16,0 0 7 15,-13 47 23-15,9-24-48 16,3 2-54-16,1-1-21 16,0-1-18-16,8-4-15 15,0-4-7-15,1-6 9 16,0-5 1-16,0-4 8 15,-1-1 2-15,0-9-9 16,0-4-14-16,0-4-2 16,-4-3-5-16,-2-3-50 15,-2-3-29-15,0 0-3 0,-6 4 0 16,-2 6 28 0,1 10-51-16,0 7-115 0,5 16-113 15,2 6 23-15,0-3-347 16</inkml:trace>
  <inkml:trace contextRef="#ctx0" brushRef="#br0" timeOffset="39606.4925">14111 6501 1242 0,'0'0'177'0,"0"0"-7"15,0 0 27-15,-38-25-36 16,23 25-80-16,-1 4-29 15,2 7-12-15,0 2-12 0,4 2-27 16,3-1 8-16,4 0-8 16,3-4-1-16,0-3-48 15,10-6 18-15,2-1 29 16,3-3-37-16,-1-7-29 16,-1-4 48-16,-2-1 19 15,-3 0 1-15,-2 0 27 16,-3 4 69-16,-2 4 3 15,0 4 24-15,-1 3-60 16,0 8-48-16,0 14 2 16,0 14 35-16,0 11 14 15,0 2-4-15,0-3-5 16,-1-11-9-16,-3-12-22 0,1-3-8 16,-2-6 1-16,1 2-19 15,-1-2 11-15,1-2-11 16,3-7 6-16,1-5-1 15,0-7 32-15,5-10 1 16,6-6-26-16,4-4 3 16,4-2-10-16,2 2 0 15,1 5 8-15,-1 7 1 16,-2 7 0-16,-1 7-14 16,-2 1 0-16,-1 9-1 15,-3 4 0-15,-1 3 0 16,-5 1 1-16,-3 0-1 15,-3-2 0-15,0-2-98 16,-8-3-69-16,-7-5-113 16,2-5-253-16,0 0-514 0</inkml:trace>
  <inkml:trace contextRef="#ctx0" brushRef="#br0" timeOffset="39739.8754">14318 6457 1061 0,'0'0'171'0,"0"0"-138"16,0 0-33-16,0 0 0 16,0 0-90-16,46 35-602 0</inkml:trace>
  <inkml:trace contextRef="#ctx0" brushRef="#br0" timeOffset="39945.7178">14447 6391 1639 0,'0'0'252'0,"0"0"-11"16,0 0-85-16,0 0-108 15,0 0 32-15,3 48 13 16,6-8-18-16,0 0-29 16,-2-3-27-16,-3-5-19 15,-2-10-38-15,-2 1-129 16,0 3-161-16,-4-9-271 15,-2-8-621-15</inkml:trace>
  <inkml:trace contextRef="#ctx0" brushRef="#br0" timeOffset="40301.0223">14430 6533 1328 0,'0'0'125'0,"40"0"-93"15,0 0-12-15,12 0-5 16,-1 0 13-16,-11-2-15 16,-13-2-5-16,-11-1-6 15,-2-1 4-15,-2-1 4 16,-4-1 101-16,-6 2 74 16,-2 1 10-16,-6 2-58 15,-4 3-75-15,-3 0-12 16,0 6 16-16,4 3 3 0,4 4 0 15,5 2-5-15,4 3 15 16,14 3 18-16,12 3-14 16,3-1-16-16,2 3-25 15,1 0 2-15,-12-2-14 16,-5 2-17-16,-14 0-13 16,-23 1-10-16,-70-1-112 15,1-5-164-15,-18-7-525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42:05.7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6079 6803 5 0,'0'0'971'16,"0"0"-810"-16,0 0-53 15,0 0 18-15,0 0 137 16,-43 2-3-16,40-2-37 15,2 0-81-15,1 0-28 16,0 0-18-16,0 0-42 16,1 0-27-16,8 0-11 15,8 0 9-15,11 0 9 16,14 3 7-16,11-2-4 16,6-1-1-16,-3 0 5 15,-2 0-2-15,-6 0-4 16,1 0-13-16,0 0-3 0,-2 0-7 15,-3 0 6-15,-7 0 6 16,-8 0-6-16,4 0-7 16,5 0-5-16,6 0 3 15,6 0 3-15,-6 0-3 16,-11 0 0-16,-4 0-3 16,4 0-5-16,5 0 0 15,5 3 0-15,5 0 0 16,-6-2 0-16,-4-1 1 15,1 0-1-15,2 0 1 16,0 0 5-16,2 0 2 16,-2-1-2-16,0 1 1 0,-1 0-7 15,0 0 7 1,-1 0-1-16,1 0-6 0,1 0 0 16,1 2 0-16,0 0 0 15,1 0 7-15,-2 1-2 16,1-1 0-16,-1 1 7 15,0-1 7-15,1-1-2 16,0 0 7-16,0-1-2 16,1 0-2-16,0 0 7 15,2 0 4-15,1 0-4 16,1-2-3-16,2-3 5 16,-1 0-1-16,-1-1-5 15,0 1-5-15,-3 0-1 0,-8 0 0 16,-6 1-7-16,-8 1-1 15,-3 1-2-15,3-1 1 16,0 0-8-16,1 0 8 16,-4 0-9-16,-5 1 1 15,-3 1 5-15,-3 0-5 16,-3 0 0-16,-3 1-1 16,0 0 0-16,-2 0 0 15,-3 0-6-15,-40 5-69 16,0 3-194-16,-15-2-727 0</inkml:trace>
  <inkml:trace contextRef="#ctx0" brushRef="#br0" timeOffset="24192.9961">9944 6575 1363 0,'0'0'479'0,"0"0"-247"16,0 0 4-16,0 0 4 15,0 0-43-15,0 0-66 16,-16-10-67-16,19 9-35 15,8 0-20-15,6-1 0 16,4 1-2-16,1-1-7 16,0 2-97-16,-2 0-124 15,0 2-45-15,-6 3-287 0,-6 0-171 16</inkml:trace>
  <inkml:trace contextRef="#ctx0" brushRef="#br0" timeOffset="24366.3287">9893 6657 1166 0,'0'0'377'16,"0"0"-115"-16,0 0-48 15,0 0-108-15,0 0-31 16,48-12-18-16,9-5-33 16,8-3-9-16,0 0-15 15,-9 2-120-15,-23 5-216 16,-9 3-507-16</inkml:trace>
  <inkml:trace contextRef="#ctx0" brushRef="#br0" timeOffset="24617.7324">10174 6463 1433 0,'0'0'224'15,"0"0"-164"-15,0 0-18 16,57 16 27-16,-30-2-10 15,3 2 62-15,-1 3 14 16,-3 0-5-16,-6 1-26 16,-5 0-45-16,-7-1-19 0,-8-1-10 15,-3 1-8 1,-20 3-5-16,-13 2-4 0,-2-3-6 16,3-5-7-16,5-5-59 15,18-11-95-15,5 0-227 16,3-2-961-16</inkml:trace>
  <inkml:trace contextRef="#ctx0" brushRef="#br0" timeOffset="24934.281">10840 6416 1679 0,'0'0'266'0,"-40"-1"28"0,20 1-64 15,2 3-17-15,5 6-85 16,1 6-74-16,2 6 19 16,2 4-4-16,3 4-25 15,4 1-9-15,1-2-14 16,9-1-2-16,7-4-10 15,5-3-7-15,11-2 4 16,8-5-6-16,0-4-66 16,-3-6-139-16,6-9-136 0,-14-7-288 15,-2 0-204-15</inkml:trace>
  <inkml:trace contextRef="#ctx0" brushRef="#br0" timeOffset="25518.7621">11061 6502 1154 0,'0'0'492'16,"0"0"-131"-16,0 0-31 15,0 0-64-15,0 0-41 16,0 0-85-16,0 0-83 16,-37-3-3-16,29 21 0 15,1 3-3-15,3 2-23 16,4-2-8-16,0-3-13 16,2-2-5-16,7-4 3 15,1-3-5-15,1-4-12 16,1-4-39-16,0-1-28 0,-1-7-33 15,0-5-38-15,0-3-14 16,-3-1 67-16,-1-3 54 16,-2 1 27-16,-2 1 16 15,-3 2 7-15,0 4 48 16,0 3 48-16,0 3 6 16,-2 2-15-16,1 3-25 15,-1 0-42-15,2 4-26 16,0 7 0-16,0 1 0 15,2 3 0-15,6 0 1 16,3-2-1-16,3 0 0 16,3-5 0-16,0-1 0 15,0-5-1-15,-1-2-35 16,-2-1-16-16,-3-9 5 16,-3-4 13-16,-3-6 26 0,-3-10 7 15,-2-10 8-15,0 1 4 16,0 3 25-16,0 6 24 15,-2 10 10-15,0 2 15 16,-1 2 19-16,2 8-57 16,0 4-28-16,1 4-16 15,0 4-4-15,3 8-9 16,7 8 8-16,4 5 1 16,3 2 1-16,0 3 0 15,1 1-1-15,-3-2 0 16,-5-2-12-16,-1-4-102 15,-8 0-135-15,-1-6-117 16,-1-6-379-16</inkml:trace>
  <inkml:trace contextRef="#ctx0" brushRef="#br0" timeOffset="25702.9747">11147 6426 1515 0,'0'0'390'16,"0"0"-243"-16,56-13-67 16,-1 7-28-16,9 0 8 15,-1 3-38-15,-7 1-22 16,-21 2-121-16,-10-1-1520 0</inkml:trace>
  <inkml:trace contextRef="#ctx0" brushRef="#br0" timeOffset="26074.1225">11477 6382 1234 0,'0'0'200'0,"0"0"-112"16,0 0-2-16,0 0 32 15,0 0-21-15,43 36-34 16,-26-31-24-16,1-2-17 15,-3-3-7-15,-2 0-2 16,-2-2 8-16,-4-4 15 16,-1-3 18-16,-3-1 32 0,-3-1-8 15,0-1-13-15,-4 1-6 16,-3 2 2-16,-4 1 18 16,0 3 6-16,-2 4-8 15,0 1-10-15,-1 6-13 16,3 5-3-16,1 5-8 15,4 4-13-15,3 1-12 16,3 2-8-16,4-2 2 16,8-1-6-16,7-3-6 15,11-6 0-15,22-10-136 16,-6-1-221-16,-1-6-1731 0</inkml:trace>
  <inkml:trace contextRef="#ctx0" brushRef="#br0" timeOffset="27794.4652">11875 6313 899 0,'0'0'316'0,"0"0"-47"16,0 0-31-16,0 0-36 16,-46-14-41-16,30 14-50 15,-3 2-14-15,2 5-2 0,-1 2-30 16,3 1-26-16,5 0-17 16,2 1-11-16,5-1-5 15,3-1-6-15,1-1-1 16,6-3-8-16,3-2-10 15,2-3-15-15,-1 0 22 16,-1-5 4-16,0-3 8 16,-2-2 6-16,-1 1-6 15,-1 1 12-15,-3 1 18 16,-1 4 16-16,1 2 0 16,1 1-19-16,2 4-19 15,4 10 0-15,6 4 17 16,2 7 57-16,2 3-10 0,2 7-26 15,-5-3-20-15,-4 1 2 16,-7-1-15-16,-6-7-5 16,0 1-1-16,-12-5-6 15,-4-4 7-15,-4-5-7 16,-1-5 5-16,1-6-5 16,2-1 5-16,5-11 0 15,5-14-6-15,8-12-30 16,12-10-70-16,10 3-47 15,4 8 10-15,-1 13-11 16,-4 8-28-16,4-2 16 16,1 1-16-16,1-2-17 15,-4 2 39-15,-3 0-21 16,-6 2 146-16,-2 1 29 0,-6 2 62 16,-4 1 44-16,-2 2 15 15,0 1 4-15,-1 2 29 16,-5 3-14-16,-1 1-23 15,-2 1-24-15,-1 0-7 16,0 5-14-16,1 5-15 16,1 3-17-16,1 2-7 15,5-1-14-15,2 1-9 16,0-1-10-16,2-3 0 16,8-1 0-16,-1-4 0 15,3-3-12-15,0-3-32 0,-1 0-8 16,0-6-3-1,-1-6-6-15,-2-3 12 0,-1-3 18 16,-4 0 15-16,0-1 15 16,-3 4 1-16,0 3 16 15,0 4 40-15,0 5 4 16,0 3-26-16,0 0-24 16,0 6-8-16,-1 6 4 15,1 0-5-15,0 4 9 16,5 0-4-16,4-2 3 15,3-1-7-15,2-3-1 16,2-2 1-16,0-3-1 16,0-4-1-16,-1-1-19 15,-2 0-21-15,-1-8-9 16,-4-1 10-16,-1-4 14 0,-1-1 15 16,-2 0 8-16,-1-2 1 15,0 2 1-15,-2 3 1 16,0 2 18-16,-1 2 14 15,0 4 4-15,0 2-12 16,0 1-10-16,1 0-15 16,0 7-1-16,2 2 1 15,3 1 0-15,1 2 5 16,5-1-4-16,2-1-1 16,2-2 0-16,1-2 1 15,1-2 6-15,-1-4-6 16,0 0-1-16,-3-4 0 15,-2-5 0-15,0-3-1 0,-1-1 1 16,-2 1 0-16,-2 1 11 16,-2 2 44-16,-2 2 40 15,0 3-1-15,-2 3-20 16,1 1-22-16,1 0-26 16,1 0-20-16,3 7 3 15,2 0-2-15,1 3 1 16,-2-1-2-16,0-1-5 15,-1 1-1-15,-4-3 0 16,-2-2-99-16,-1-4-111 16,-2 0-100-16,-5-4-408 0</inkml:trace>
  <inkml:trace contextRef="#ctx0" brushRef="#br0" timeOffset="27917.5799">12465 6092 464 0,'0'0'352'0,"43"26"-352"16,-15-11 32-16</inkml:trace>
  <inkml:trace contextRef="#ctx0" brushRef="#br0" timeOffset="28147.0176">12692 6149 1215 0,'0'0'285'0,"0"0"213"0,0 0-257 16,0 0-37-16,0 0-104 15,-40-2-32-15,35 14 14 16,0 1-43-16,4 3-8 16,1 2-10-16,6 0-9 15,7-2-6-15,4 0-6 16,3-3-66-16,4-5-117 15,14-8-90-15,-5 0-122 16,-5-6 20-16</inkml:trace>
  <inkml:trace contextRef="#ctx0" brushRef="#br0" timeOffset="28665.0468">12898 6155 998 0,'0'0'350'16,"0"0"49"-16,0 0-99 15,0 0-60-15,0 0-98 0,0 0-68 16,-40-18-24-16,30 30-18 15,0 1-3-15,1 4-3 16,3 1 6-16,4 0-13 16,2-2-7-16,0-2-11 15,8-5-1-15,4-5-13 16,1-4-36-16,2 0-23 16,0-9-18-16,1-3 14 15,-2-2 18-15,-4-2 42 16,0 2 16-16,-5 3 0 15,-2 1 36-15,-2 5 38 16,-1 2 8-16,0 3-23 0,0 0-38 16,0 4-19-16,0 4-1 15,4 2 5-15,2 3-4 16,2-2 8-16,3-1-4 16,2-4-5-16,0-1 5 15,1-5-5-15,-1 0-1 16,-2-8-36-16,0-6 15 15,-3-5 13-15,-3-12 4 16,-2-20 4-16,1-22 0 16,-1-5 14-16,0 11 20 15,-1 20 27-15,-2 27 52 16,0 11-62-16,0 2-45 0,0 3-6 16,0 4-1-16,0 3-17 15,0 18-29-15,3 16 47 16,5 18 8-16,1 10 61 15,3-1-8-15,-1-6-12 16,-2-7-49-16,-3-15-66 16,-6-8-580-16</inkml:trace>
  <inkml:trace contextRef="#ctx0" brushRef="#br0" timeOffset="28973.793">12602 6393 1631 0,'0'0'305'0,"0"0"-35"16,0 0-51-16,0 0-87 15,0 0-6-15,-43 25-4 16,30 3-19-16,6 10-33 16,4-2-32-16,3-5-16 15,10-4-6-15,7-9-4 16,11 3-11-16,14-3-1 16,11-10-97-16,-7-6-264 15,-11-3-532-15</inkml:trace>
  <inkml:trace contextRef="#ctx0" brushRef="#br0" timeOffset="29543.8216">12795 6442 1687 0,'0'0'331'0,"0"0"-125"16,0 0-45-16,0 0-109 16,0 0 0-16,48-3-15 15,-27 15 23-15,-3 2-4 16,-3 3-18-16,-8 2-6 15,-4 0 0-15,-3 2-17 16,-2-2-8-16,-6-2-7 16,-2-5-12-16,1-5-80 15,4-5-26-15,3-2 20 16,2-10-62-16,5-6-83 16,8-4 25-16,5-3 115 15,1 0 54-15,1 0 39 0,-1 0 10 16,-3 2 1-16,-3 3 25 15,-2 2 34-15,-4 3 52 16,-3 4 42-16,-2 3 11 16,-2 4-15-16,0 2-37 15,-1 0-59-15,-5 9-38 16,-2 5 20-16,0 2 13 16,1 5-8-16,2 3-2 15,2-1-14-15,3-1-14 16,0-4-11-16,7-3 0 0,3-6-1 15,0-6-41-15,1-3 17 16,0-3 7-16,-2-9-13 16,0-5-11-16,-1-4-9 15,-2-4 31-15,-2-1 8 16,-4-1-5-16,0 4 16 16,-2 5 1-16,-5 6-1 15,-3 7 1-15,1 5 0 16,1 4-1-16,2 7-7 15,3 4-15-15,3 2-66 16,8-1-84-16,19 0-104 16,-1-6-32-16,0-4-63 0</inkml:trace>
  <inkml:trace contextRef="#ctx0" brushRef="#br0" timeOffset="30061.8339">13196 6352 1154 0,'0'0'255'0,"0"0"23"15,0 0-27-15,0 0-64 16,0 0-97-16,0 0-61 16,0 0-17-16,-17 16-3 15,26-4-2-15,1-1 5 16,2 3-10-16,-2 0 10 16,-1 1 15-16,-3-1-6 15,-3 0-11-15,-3-1 2 16,0-2-5-16,-4-1 4 15,-2-4-5-15,1-1-5 16,3-3 0-16,2-2-1 0,1-3 0 16,10-7-116-16,6-5-23 15,3-4-16-15,2-2-30 16,1-2 12-16,-2-2 24 16,-2-1 62-16,-4 2 87 15,-5 1 9-15,-5 5 85 16,-5 5 79-16,0 5 13 15,-7 4-45-15,-3 4-5 16,-2 0 7-16,2 5-41 16,2 6-41-16,2 1-31 15,6 3-12-15,0 2-2 16,3 1 0-16,8 0-5 0,2 0-5 16,2 1 1-16,-1-1-6 15,-2 1-1-15,-2-1 1 16,-4-1 1-16,-4-1 5 15,-2-2-7-15,-4-2 7 16,-7 0-1-16,-1-3-6 16,-2-4 0-16,-3-5-107 15,3-3-379-15,4-7-1173 0</inkml:trace>
  <inkml:trace contextRef="#ctx0" brushRef="#br0" timeOffset="30648.5744">13803 6318 1290 0,'0'0'591'0,"0"0"-393"15,0 0 16-15,0 0-113 16,0 0-55-16,0 0-35 15,0 0-2-15,22-7-9 16,-4 7-12-16,1 0-19 16,1 0-27-16,-1-3-26 15,-1-2-1-15,-2-3 22 16,-3-2 39-16,-4-2 24 0,-4 1 17 16,-4-1 42-1,-1 2 22-15,-2 2 17 16,-7 2 0-16,-1 3-24 0,-3 3 13 15,0 0 29-15,-2 6-31 16,0 5-24-16,3 5-9 16,1 2-17-16,5 2-14 15,5 0-9-15,1 0 1 16,7-1-13-16,6-2 0 16,2-2-1-16,0-4-16 15,1-2-25-15,-4-2-10 16,-3-4 27-16,-3 0 17 15,-3-2 8-15,-3-1 0 16,0 0 14-16,0 1 20 0,-3 1 2 16,-5 3-21-16,-4 1 6 15,-1 2 6 1,-1 2 1-16,2 2 3 0,3 0-11 16,5 0-10-16,4-1-9 15,0-1-1-15,13-3 0 16,6-3-24-16,8-4-73 15,16-11-163-15,-7-5-211 16,-4-3-347-16</inkml:trace>
  <inkml:trace contextRef="#ctx0" brushRef="#br0" timeOffset="31197.6845">14139 6287 1086 0,'0'0'325'0,"0"0"79"0,0 0-108 15,0 0-104-15,0 0-116 16,0 0-27-16,0 0 0 15,-20 41-8-15,18-20 2 16,2 2 13-16,-1-2-13 16,1-1-15-16,0-2-15 15,0-4-7-15,4-5-6 16,1-4-49-16,1-5-21 16,2-2 0-16,2-8-13 15,-1-3 21-15,2-3 34 16,0-1 19-16,1 1 8 15,-2 3 1-15,0 1 6 16,-4 4 19-16,-1 5 15 0,-2 2 6 16,1 1-22-16,1 3-15 15,2 5 13-15,0 5 0 16,1-1-11-16,1 2-2 16,2-3 1-16,0-1-9 15,1-2 5-15,0-4-5 16,0-4-1-16,-2 0-12 15,0-7-14-15,-1-5-23 16,-3-5 12-16,0-5 26 16,-1-10 10-16,-1-14 0 15,2-10-6-15,-2 6 7 16,-2 13 22-16,-1 17 30 16,-1 16 52-16,0 2 19 15,0 2-35-15,-3 2-55 16,0 12-24-16,0 12-7 0,2 13 4 15,1 9 3 1,3 2-2-16,1-8-5 0,-1-13 12 16,-1-10-14-16,-1-5-67 15,0 3-158-15,1-4-277 16,-1-5-480-16</inkml:trace>
  <inkml:trace contextRef="#ctx0" brushRef="#br0" timeOffset="31736.8229">14440 6242 1687 0,'0'0'234'0,"0"0"-190"16,0 0-3-16,44 8 78 16,-23 4 12-16,0 2-48 15,-2 1-16-15,-2 3-14 16,-7-2-17-16,-5 0-12 15,-5-1-12-15,-2-3-11 16,-8 0 7-16,-3-2-8 16,0-3-20-16,1-5-24 15,4-2-19-15,4-2 31 16,4-9-16-16,2-4-48 16,11-3-20-16,5 0 27 15,5 0 25-15,2 2 26 0,1 0 18 16,0 3 19-1,-4 3 1-15,-3 2 19 0,-6 2 41 16,-5 4 38-16,-5 2 0 16,-3 0-29-16,0 4-38 15,-2 8 33-15,-4 1 14 16,-1 2-14-16,1 0-19 16,2 0-11-16,3-2-10 15,1-3-11-15,0-3-2 16,6-3-3-16,2-2 6 15,4-2 1-15,-1-4-3 16,2-5-2-16,0-3-9 16,-1-4 8-16,-4-2-9 15,0-1-1-15,-4-1-35 16,-4 2-28-16,0 7-15 0,-4 4-32 16,-3 6-130-1,2 4-61-15,1 7-57 0,4 1-301 0</inkml:trace>
  <inkml:trace contextRef="#ctx0" brushRef="#br0" timeOffset="32126.6619">14848 6246 892 0,'0'0'606'16,"0"0"-259"-16,0 0-20 16,0 0-164-16,0 0-104 15,0 0 24-15,0 0 14 16,-6 53-15-16,3-32-11 0,3 3-4 15,-2-1-28-15,1 1-23 16,0-2-16-16,-1-4 0 16,1-4 0-16,-1-5-11 15,2-7-14-15,0-2 10 16,0-9 14-16,3-7-18 16,3-6 7-16,4-10 12 15,2-12 0-15,4-10 0 16,2-1-1-16,0 10 1 15,-3 15 1-15,-3 15-1 16,-3 8 7-16,-1 2-7 16,3 3 0-16,1 2-6 15,-2 4 1-15,-2 9 5 16,-3 5 0-16,-5 6 1 0,-1 2 0 16,-11 1 0-16,-5-1-1 15,-2-1-106-15,-3 3-73 16,5-8-188-16,6-5-447 0</inkml:trace>
  <inkml:trace contextRef="#ctx0" brushRef="#br0" timeOffset="32509.6486">15068 6196 1702 0,'0'0'226'0,"0"0"-147"16,0 0 40-16,0 0 12 0,0 0-20 16,0 0-52-16,38 41-14 15,-26-36-26-15,1-2-7 16,-2-3-5-16,2 0-1 16,0-5-4-16,-2-2 5 15,1-2-7-15,-3 0 9 16,-3 2-8-16,-2 2 82 15,-3 4 63-15,-1 1-74 16,-6 10-36-16,-5 6 13 16,-3 5 21-16,-1 5-1 15,1 1-17-15,0 2-4 16,2-1-7-16,3-1 1 16,3 0-20-16,2-4-16 0,0-4-6 15,2-3 0-15,-2-4-39 16,-5-5-150-16,1-2-382 15,-2-5-821-15</inkml:trace>
  <inkml:trace contextRef="#ctx0" brushRef="#br0" timeOffset="37018.9378">8819 8057 846 0,'0'0'495'0,"0"0"-265"15,0 0 16-15,0 0 25 16,0 0-26-16,0 0-44 16,-18-10-30-16,18 7-56 15,9 0-49-15,3-1-20 16,7-2-1-16,4-1-17 16,3 0-10-16,1 1-9 15,1-1-3-15,-1 3-6 0,-3-1 0 16,-3 1-80-16,-1 4-154 15,-6 0-93-15,-5 0-378 0</inkml:trace>
  <inkml:trace contextRef="#ctx0" brushRef="#br0" timeOffset="37218.4763">8888 8166 1196 0,'0'0'650'0,"0"0"-454"16,0 0-37-16,0 0-78 16,0 0 45-16,46-12-33 15,-20 3-46-15,8-4-22 16,9-1-25-16,5-4-82 16,-7 5-174-16,-11 1-473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42:13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2305 2287 694 0,'0'0'759'0,"0"0"-500"16,0 0 89-16,0 0-113 15,0 0-81-15,0 0-77 16,28-11-34-16,17 5-19 15,22-3 36-15,13-4 19 16,3-1 1-16,-3 0-45 16,-11 0-13-16,-3 0 42 0,-4 1-31 15,-8 1-12-15,-11 2-13 16,-11 2-7-16,-11 4-1 16,-5 0 8-16,0 1-8 15,-3 0 0-15,-2 0 0 16,-5 1 0-16,-3 2-1 15,-3 0-13-15,-1 0-14 16,-31 9-71-16,-1 3-278 16,-8-1-566-16</inkml:trace>
  <inkml:trace contextRef="#ctx0" brushRef="#br0" timeOffset="405.7974">2363 2526 2020 0,'0'0'266'16,"0"0"-45"-16,0 0 17 16,0 0-111-16,0 0-54 15,0 0-16-15,0 0-11 16,19 3-1-16,10-10 2 15,17-5-7-15,17-6-7 16,6-4 0-16,0 0-12 16,-6 2 11-16,-10 1-7 0,-4 1-15 15,-9 2 8-15,-11 5-5 16,-8 3-13-16,-4 1 0 16,2-1 0-16,0 0 1 15,-1 0 6-15,0 1-7 16,-6 1 7-16,-3 2-7 15,-3 1-1-15,-3 1 0 16,-1 1 0-16,-1 1-5 16,-1 0-9-16,0 0-15 15,-34 11-64-15,-1 3-80 16,-10 4-916-16</inkml:trace>
  <inkml:trace contextRef="#ctx0" brushRef="#br0" timeOffset="4004.1041">3446 6569 925 0,'0'0'204'0,"0"0"-43"15,0 0 7-15,0 0 27 16,0 0-10-16,0 0-10 15,0 0-21-15,-5-2-45 16,6 2 1-16,3-2 14 16,3 0-8-16,1-1-22 0,1-1-16 15,4-2-21 1,0 1-17-16,3-2-15 0,0 1-8 16,2-2-8-16,1 1-8 15,1 0 5-15,-1 0-6 16,0 0 0-16,-3 3-81 15,-3-1-82-15,-3 4-63 16,-5 1-133-16,-3 0-251 16,-2 0-332-16</inkml:trace>
  <inkml:trace contextRef="#ctx0" brushRef="#br0" timeOffset="4295.4517">3410 6698 1577 0,'0'0'311'16,"0"0"-62"-16,0 0-93 16,0 0 9-16,0 0 4 15,0 0-18-15,44-14-35 16,-28 6-36-16,3 0-20 15,2-1-17-15,1-1-19 16,1-1-11-16,0 0-5 16,1 0-8-16,-2 0 0 15,0 1 0-15,-5 2-114 16,-5 2-185-16,-5 3-379 16,-6 2-963-16</inkml:trace>
  <inkml:trace contextRef="#ctx0" brushRef="#br0" timeOffset="7222.36">9807 6774 1144 0,'0'0'364'0,"0"0"-77"0,0 0-78 16,0 0 6-16,0 0-26 16,0 0-10-16,-1 0-27 15,4 0-37-15,5 0-6 16,4 0-5-16,4 0-17 15,4 0-18-15,3 0-12 16,4-3-21-16,0 0-14 16,2-2-5-16,-1 1-16 15,-2-1 10-15,-2-1-10 16,-3 2 7-16,-2 0-8 16,-5 0 0-16,-1 1-19 15,-5 1-35-15,-3 1-30 0,-3 0-84 16,-3-1-135-16,-6 1-76 15,-4-1-432-15</inkml:trace>
  <inkml:trace contextRef="#ctx0" brushRef="#br0" timeOffset="7799.4697">9804 6648 1267 0,'0'0'225'0,"0"0"-24"0,0 0 47 16,0 0 12-16,0 0-23 15,19-36-26-15,-18 34-33 16,-1 1-42-16,0 1-35 15,0 0-21-15,0 0-23 16,-1 3-30-16,-3 4-17 16,-4 4 1-16,-3 4-1 15,0 2 11-15,-2 2 11 16,-3 1 0-16,0 0-2 16,1 1 0-16,-1-1-10 15,1 2-1-15,1-1-1 0,2-1 2 16,3-1 1-16,2-2-2 15,3-4-5 1,4-1-5-16,0-4 4 0,5 0 19 16,5-2 8-16,5-1 17 15,4-1 3-15,5-2-9 16,4-2 2-16,4 0-7 16,2 0-13-16,0-4-15 15,1 0-9-15,-4-1 3 16,-2 1-6-16,-3 0 0 15,-5 0-5-15,-3 0 0 16,-4 2 1-16,-4 0-1 16,-3 0 0-16,-3 2-1 15,-2-2-12-15,-2 2-31 0,-13 0-50 16,-36 4-83 0,1 4-137-16,-9 2-653 0</inkml:trace>
  <inkml:trace contextRef="#ctx0" brushRef="#br0" timeOffset="11036.8504">6364 6929 512 0,'0'0'1046'0,"0"0"-773"16,0 0-9-16,0 0-33 16,0 0-2-16,0 0-13 15,-13-35-41-15,13 34-75 16,-1 0-52-16,1 1-24 0,0 0-11 16,0 1 2-16,7 6-13 15,4 3 26 1,4 4 4-16,4 4 17 0,1 1-1 15,0 2-12-15,0-1 3 16,-2-1-5-16,-2-3-1 16,-1-2-4-16,-4-3-7 15,-2-5 11-15,-2-2-7 16,-3-1-4-16,1-3 5 16,4-2-7-16,3-9 20 15,12-12 2-15,13-14-10 0,14-10-14 16,9-8-9-1,1 2 3-15,-1 4-11 0,-6 6-1 16,0 3-14-16,-1 1-19 16,-2 5 17-16,-9 4 1 15,-8 7-8-15,-10 5-1 16,-5 1 12-16,1 0-1 16,-1 0 4-16,0 1 3 15,-5 5 0-15,-6 3 6 16,-2 3 1-16,-3 3 0 15,-2 1-1-15,-1 0 0 16,0 1-7-16,0 0-7 16,0 0-10-16,0 3-21 15,-12 14-39-15,-30 28-40 16,2-3-32-16,-11 5-748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44:28.6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1284 5018 726 0,'0'0'214'0,"0"0"96"16,0 0-165-16,0 0-81 16,0 0-34-16,0 0-21 0,5 0 20 15,4 0 22 1,4 2 23-16,3 1-5 0,2-2-5 16,5 3-7-16,0-1-10 15,5 0-6-15,0 1-13 16,3-1-8-16,0 0 4 15,2-1 5-15,1-1-10 16,1 0 7-16,7-1 19 16,4 0-13-16,7 0-4 15,0 0-1-15,-3 0-7 16,-8 0 0-16,-12 0-4 16,-6 0-4-16,-2 0-1 0,6 1-3 15,8 2-2-15,11-1-6 16,7-1 11-16,1 1-5 15,-4-1-5-15,-5 0 2 16,-6 0 6-16,0 1-8 16,1-2 1-16,-1 1 5 15,0 1-7-15,-1-1 0 16,1 0 1-16,2-1 5 16,1 0-5-16,1 0-1 15,1 0 1-15,1 0 5 16,-2 0-6-16,1 0 1 15,-2 0-1-15,0 0 0 16,0 0 0-16,0 0-1 0,-1 0 1 16,1 0 0-16,0 0-1 15,1 0 2-15,1 1-1 16,1 0 2-16,1-1-1 16,-1 0 1-16,0 0-1 15,0 0-1-15,1 0 0 16,1 0-6-16,-2 0 5 15,1-2 1-15,1 0 0 16,-1-1 1-16,1 1 5 16,2-2-6-16,0 1 0 15,0-1 5-15,-2 1-5 16,-1-1 2-16,-3 2-2 16,1 0 0-16,-2 2-1 15,0 0-5-15,-3 0 6 16,0 0 0-16,-7 0 0 0,-4 0 0 15,-6 1 0-15,0 1 0 16,10 2 9-16,1-2-9 16,5 1 0-16,4 1 0 15,3-1 0-15,10 1-1 16,2-2-1-16,-4 0 2 16,-3-1-1-16,-5-1 1 15,1 0-1-15,0 0 0 16,3 0 1-16,3 0 0 15,0 0 1-15,0 0 5 16,0 0-6-16,-2 0 0 16,2 0-1-16,-2 0-1 0,-1 0 2 15,0 0-1 1,1 0 1-16,0 0 0 0,0-1 1 16,0 0 7-16,-1 1 4 15,-2-1 1-15,-1 1 5 16,-2 0-3-16,-1 0-6 15,-10 0 4-15,-5 0 6 16,-8 0-4-16,-2 0 3 16,1 0-5-16,3 3 2 15,1-1 7-15,-5 1-5 16,-1-1 10-16,-4 0-2 16,-3 0 0-16,1 0-14 15,-3-1 21-15,2 0 10 16,-1 0 10-16,2-1 5 0,-1 0-21 15,1 0-8-15,-2 0-5 16,-2 0-5-16,-1 0-8 16,-3 0-2-16,-1 0-8 15,-2 0 1-15,-1 0 0 16,0 0 0-16,0 0-1 16,0 1-64-16,-2 0-94 15,-14 0-57-15,2 1-137 16,-3-2-539-16</inkml:trace>
  <inkml:trace contextRef="#ctx0" brushRef="#br0" timeOffset="600.8787">6156 4962 1635 0,'0'0'231'16,"0"0"-67"-16,0 0-108 16,0 0 9-16,0 0 62 15,0 0-50-15,0 0 0 16,9-3-3-16,-2 5-7 16,3 2 6-16,2 2-20 15,2 0-11-15,0 1 1 16,3 1-13-16,0 0-4 15,0 1-7-15,-1 0 2 0,0 1-6 16,-1-2-6-16,-3 0-2 16,-1-2 1-16,-1 1-7 15,-2-2 5-15,-2-1 4 16,-1-1-8-16,-2 1-1 16,1-2 10-16,-3 1-10 15,0 1 5-15,-1-1-5 16,0 2 10-16,0 1-5 15,0 2 6-15,-2 1 1 16,-5 1 16-16,-3 1 17 16,-3 1 2-16,-1 0 7 15,-3 2-4-15,1-2-4 16,0 0-13-16,1-1-3 16,3-1-4-16,2-2-4 0,3-3-5 15,2 0 1-15,2-4-1 16,1 1 0-16,1-2 2 15,1 0 10-15,0 0 0 16,0 0-2-16,0 0-14 16,0 0-7-16,0 0-5 15,0 0-2-15,0 0-8 16,-3 0-62-16,-15 6-71 16,-1-1-238-16,-7 1-601 0</inkml:trace>
  <inkml:trace contextRef="#ctx0" brushRef="#br0" timeOffset="52746.8518">4950 4732 740 0,'0'0'412'0,"0"0"-146"15,0 0-4-15,0 0-47 0,0 0-26 16,0 0-21-16,-2-2-29 16,2 2-14-16,0 0-25 15,3 0-13-15,5 0 1 16,3 0 4-16,4 0-31 15,-1 0-18-15,4 0-10 16,-1 0-12-16,-1 0-9 16,-2-1-5-16,1-1-1 15,-3 0-6-15,-3 1-11 16,-1 1-38-16,-2-1-72 16,-3 1-105-16,-2 0-3 15,-1 0-77-15,-4 0-88 16,-4 0-443-16</inkml:trace>
  <inkml:trace contextRef="#ctx0" brushRef="#br0" timeOffset="52981.7908">4939 4807 1187 0,'0'0'281'16,"0"0"-32"-16,0 0-63 15,0 0-11-15,0 0 7 16,0 0-40-16,0 0-32 16,14 0-7-16,-2-2-27 15,1-2-35-15,1 1-23 0,2-1-16 16,0 2-2-16,8-1-127 16,-2 1-167-16,-3 2-449 0</inkml:trace>
  <inkml:trace contextRef="#ctx0" brushRef="#br0" timeOffset="55293.7983">7588 3915 1119 0,'0'0'242'16,"0"0"-16"-16,0 0-54 16,0 0-39-16,0 0-33 15,0 0-33-15,0 0-53 16,18-14 2-16,-7 13-16 15,0 1-22-15,-1 0-70 0,0 0-105 16,-1 2-75 0,-5 2-117-16</inkml:trace>
  <inkml:trace contextRef="#ctx0" brushRef="#br0" timeOffset="55485.809">7542 3993 772 0,'0'0'313'0,"0"0"-81"16,0 0-96-16,0 0-12 16,0 0-22-16,0 0-10 15,0 0 13-15,26 1-44 16,-8-2-34-16,1-6-27 0,0 1-90 16,2-6-117-1,-5 1-169-15,-4 1-523 0</inkml:trace>
  <inkml:trace contextRef="#ctx0" brushRef="#br0" timeOffset="55757.1549">7628 3814 1172 0,'0'0'187'0,"0"0"-41"15,0 0-16-15,0 0-27 16,0 0-5-16,0 0-8 0,50 7-23 16,-34 2-10-16,-3 1-11 15,-2 1 7 1,-5 0-3-16,-4 3-9 0,-2 1-8 16,-8 1-7-16,-7 3-17 15,-7 2-9-15,-11 11-81 16,3-5-238-16,5-4-533 0</inkml:trace>
  <inkml:trace contextRef="#ctx0" brushRef="#br0" timeOffset="59327.1758">4933 4608 208 0,'0'0'169'16,"0"0"-44"-16,0 0-15 16,0 0 13-16,0 0 2 15,0 0 2-15,0 0-10 16,2 2-8-16,-2-2-29 15,0 0-6-15,0 0-19 16,0 0-10-16,0 0-10 16,0 0-5-16,0 0-18 15,-6 3-12-15,-3-2-175 16,-1 2-362-16</inkml:trace>
  <inkml:trace contextRef="#ctx0" brushRef="#br0" timeOffset="59987.8662">3416 4572 149 0,'0'0'127'0,"0"0"-44"16,0 0-5-16,0 0-16 15,0 0-4-15,0 0-7 16,0 0 8-16,1 2 7 0,-1-2 11 15,0 1-11 1,0-1 12-16,0 0-6 0,0 0-8 16,0 0-16-16,0 0-11 15,0 0-16-15,0 0-7 16,0 0-5-16,0 0-9 16,0 0-96-16,0 0-164 15,0 1-237-15</inkml:trace>
  <inkml:trace contextRef="#ctx0" brushRef="#br0" timeOffset="60991.7702">9531 3849 1194 0,'0'0'513'16,"0"0"-235"-16,0 0-9 15,0 0-57-15,0 0 16 16,0 0-35-16,0 0-65 16,-9-1-28-16,14 1-31 15,6 0-7-15,4 0 1 16,7 0 5-16,5 0-12 15,9 0-19-15,-1-1-14 0,0 0-4 16,2-1-8-16,-9 2-10 16,2-2 5-16,-6 2-6 15,-6-1-1-15,-6 0-26 16,-6 1-28-16,-4-1-29 16,-2 0-36-16,-16-5-142 15,-3 0-248-15,-3 1-228 0</inkml:trace>
  <inkml:trace contextRef="#ctx0" brushRef="#br0" timeOffset="61461.9897">9582 3717 1380 0,'0'0'313'15,"0"0"-47"-15,0 0-44 16,0 0-29-16,0 0-16 16,0 0-30-16,0 0-36 0,0-20-39 15,-3 20-31 1,-3 4-15-16,-4 5 7 0,-3 2 6 15,-1 3 1-15,-2 2-10 16,1 2-8-16,2 0-4 16,2 0-6-16,3-1-6 15,4-1 2-15,2-1-1 16,2-1 2-16,3-3-1 16,7-2 8-16,3-2 14 15,2-2 5-15,4-3-7 16,0-2-7-16,3 0-7 15,1 0-7-15,-1-2-6 16,0-3 5-16,-2 2-5 16,-4-1-1-16,-3 1-13 15,-5 1-51-15,-2-1-67 0,-6 0-99 16,0 1-113-16,-4-1-463 16</inkml:trace>
  <inkml:trace contextRef="#ctx0" brushRef="#br0" timeOffset="61667.4816">9719 3950 1117 0,'0'0'757'0,"0"0"-563"15,0 0-32-15,0 0-35 16,0 0 36-16,0 0-47 15,0 0-69-15,0 1-47 16,-6 6-79-16,-2 1-245 16,-6-1-396-16</inkml:trace>
  <inkml:trace contextRef="#ctx0" brushRef="#br0" timeOffset="62598.228">7983 4420 1160 0,'0'0'337'0,"0"0"-103"16,0 0-60-16,0 0-48 16,0 0-8-16,0 0-39 15,0 0-30-15,0 0-27 16,0 0-22-16,0 0-139 16,1 2-183-16,2-2-425 0</inkml:trace>
  <inkml:trace contextRef="#ctx0" brushRef="#br0" timeOffset="63249.1863">9633 4271 1491 0,'0'0'388'16,"0"0"-90"-16,0 0-67 15,0 0-14-15,0 0-25 16,0 0-42-16,0 0-49 15,-5-4-32-15,15 4-21 16,5 0 5-16,6 0-10 16,4 0-8-16,3 0-10 0,-1 0-13 15,-2 0-6 1,-2 0-5-16,-3 0-1 0,-5-2-36 16,-3 0-78-16,-5 0-101 15,-7-3-114-15,-1 0-225 16,-9 0-439-16</inkml:trace>
  <inkml:trace contextRef="#ctx0" brushRef="#br0" timeOffset="63669.8775">9605 4140 1365 0,'0'0'250'0,"0"0"-2"16,0 0-21-16,0 0-11 16,0 0-6-16,0 0-31 15,0 0-37-15,1-19-39 16,-1 19-40-16,-1 0-20 16,-4 3-22-16,-2 6-2 15,-3 3-2-15,0 5 8 16,-1 3 5-16,3 0-6 15,2 0 8-15,1-1-1 16,3-1 1-16,2-2 2 16,0-3-4-16,5-2-8 0,3 0 2 15,5-3 9 1,2-2-9-16,5-2 5 0,3-1-2 16,3-3-5-16,4 0-5 15,0-3-10-15,1-3 1 16,0-1-8-16,-4 1-3 15,-3 1-50-15,-6 2-59 16,-13 3-98-16,-5 8-324 16,-5 1-246-16</inkml:trace>
  <inkml:trace contextRef="#ctx0" brushRef="#br0" timeOffset="68385.0471">10220 3771 842 0,'0'0'535'0,"0"0"-332"16,0 0 7-16,0 0-34 16,0 0-43-16,34-36-34 15,-24 35-31-15,0 1-30 16,0 2-16-16,-2 9-5 16,-3 3 3-16,-3 5 16 0,-2 4 16 15,-2 2-12 1,-5 0-3-16,-2 1-10 0,2 2-14 15,2-3-2-15,3-1-2 16,2-3-2-16,0-2 2 16,5-4 0-16,3-4-7 15,1-4 9-15,1-2-9 16,-2-4 10-16,0-1-2 16,0 0 1-16,-1-5-4 15,1-3 1-15,-1 0-7 16,-2 1 7-16,-1 2 0 15,-2 2 30-15,-1 1 17 16,-1 2-19-16,2 4-23 16,-1 8-2-16,2 10 39 15,3 13 33-15,1 10 23 16,1 5-45-16,-2-8-19 16,-2-11-1-16,-1-12-8 0,-3-1-8 15,1 1-14-15,-1 2 1 16,0 1-3-16,0-5 0 15,-1-3-1-15,-3-3-2 16,1-4-4-16,-1-2 7 16,-1-2-2-16,-2-2 1 15,-2-1-1-15,-3 0-1 16,-3-4 0-16,-2-2-6 16,-1-1-8-16,1 1-30 15,-1 0-39-15,1 2-75 16,-6 2-141-16,5 0-216 0,2 2-364 15</inkml:trace>
  <inkml:trace contextRef="#ctx0" brushRef="#br0" timeOffset="68553.0053">10432 4437 1989 0,'0'0'287'0,"0"0"-84"15,0 0-103-15,0 0-47 16,0 0-42-16,-48-4-11 16,17 4-216-16,-8 3-747 0</inkml:trace>
  <inkml:trace contextRef="#ctx0" brushRef="#br0" timeOffset="70573.0665">8020 4474 694 0,'0'0'190'0,"0"0"-60"16,0 0-8-16,0 0-1 16,0 0-3-16,0 0-28 15,0 0-19-15,0-5-32 16,0 5-21-16,0 0-1 16,0 0 9-16,0 0 8 0,0-1-9 15,0 1-5 1,0 0 2-16,0 0-3 15,0 0-4-15,0 0-2 16,0 0-2-16,0 0-11 16,0 0-40-16,0 0-86 0,0 0-95 15,0 0-160-15,0 1-646 16</inkml:trace>
  <inkml:trace contextRef="#ctx0" brushRef="#br0" timeOffset="71158.5955">8753 4427 712 0,'0'0'176'16,"0"0"3"-16,0 0-41 16,0 0-9-16,0 0-38 15,0 0-8-15,0 0-22 16,-1 0-25-16,1 0-11 15,0 0 4-15,0 0 12 16,0 0 0-16,0 0-8 16,0 0 0-16,0 0-7 15,0 0-3-15,0 0 4 16,0 0-4-16,0 0-8 16,0 0-1-16,0 0 1 0,0 0-2 15,0 0-2 1,0 0-10-16,0 0 6 0,0 0-7 15,-4 0-19-15,-1 0-180 16,-4 3-557-16</inkml:trace>
  <inkml:trace contextRef="#ctx0" brushRef="#br0" timeOffset="72261.6604">7871 4041 720 0,'0'0'217'15,"0"0"-61"-15,0 0-32 16,0 0-11-16,0 0-37 16,0 0-36-16,0 0-21 15,0 0-13-15,0 0-6 16,2 0-41-16,0 0-127 0,0 0-149 15</inkml:trace>
  <inkml:trace contextRef="#ctx0" brushRef="#br0" timeOffset="72666.1434">8926 3894 373 0,'0'0'243'16,"0"0"-34"-16,0 0-46 15,0 0-2-15,0 0-5 16,0 0-53-16,0 0-40 15,0-4-29-15,0 4-34 0,-7 0-4 16,0 1-195-16,-2 3-524 16</inkml:trace>
  <inkml:trace contextRef="#ctx0" brushRef="#br0" timeOffset="75204.3633">7844 5050 408 0,'0'0'336'16,"0"0"14"-16,0 0-85 0,0 0 28 16,0 0-49-16,0 0 6 15,0 0-24-15,-12-10-27 16,12 10-22-16,0-1-28 15,0 1-42-15,0 0-13 16,0 0-18-16,7 0-11 16,4 0-1-16,5 0 5 15,2 0-14-15,3-1-20 16,4-3-13-16,0 1-5 16,1 0-2-16,0-2-9 15,-3 2-6-15,-3-2 0 16,-3 2-1-16,-5 0-1 0,-5 2-11 15,-2 0-31 1,-3 1-25-16,-1 0-31 0,-1 0-44 16,0 0-95-16,-2 1-56 15,-13 7-248-15,2-1-62 16,-2 0-563-16</inkml:trace>
  <inkml:trace contextRef="#ctx0" brushRef="#br0" timeOffset="75480.8083">7854 5127 1382 0,'0'0'366'0,"0"0"-41"0,0 0-92 16,0 0-59-16,0 0 13 15,0 0-21-15,0 0-12 16,33 0-32-16,-14 0-36 15,1-3-25-15,1-2-8 16,2 1-10-16,3-2-18 16,-1-1-10-16,-1 1-6 15,-2 1-8-15,-3 1-1 16,-7 2-25-16,-5 2-98 16,-11 4-193-16,-7 6-372 15,-9 0-467-15</inkml:trace>
  <inkml:trace contextRef="#ctx0" brushRef="#br0" timeOffset="78160.6053">8623 4876 529 0,'0'0'200'0,"0"0"-58"16,0 0 47-16,0 0-8 15,0 0-49-15,0 0-36 16,0 0-9-16,-3-7-17 16,3 7-2-16,0-1 4 15,0 1-9-15,0 0-6 16,0-2-5-16,0 2 1 15,0 0-2-15,0 0-1 16,0-1 8-16,0 1-4 16,0 0-14-16,0 0-3 0,0 0-6 15,0 0-9-15,0 0-4 16,0 0-8-16,0 0-2 16,0 0-7-16,0 6 5 15,0 0 6-15,2 3 7 16,1 2 6-16,0 0 6 15,1 2-2-15,0-1 3 16,0-1 10-16,1 1-14 16,0-1-3-16,1 0 4 15,-2-1-8-15,1-1 2 0,-1-1 0 16,0-2-5 0,1-1 4-16,-1-1 3 0,-1-2-5 15,1 0 4-15,1-1 6 16,0-1 5-16,1 1-3 15,-1-1-7-15,1 0-4 16,1 0-6-16,0 0-4 16,2 0 2-16,-1-2-2 15,0-1-4-15,2 0 1 16,-2-1-7-16,1-1 10 16,-1 1-4-16,-1-1-6 15,-1 2 6-15,-1-1-6 16,-1 1 7-16,-1 1-2 0,-1-2-5 15,0 3 11 1,0-2 2-16,-2 0 1 0,2-1 4 16,-2 0-7-16,0-2-4 15,0 1-2-15,0-1 0 16,0-1 0-16,0 1-6 16,0 0 1-16,0 0 0 15,0 0 0-15,0 0 1 16,0 1-1-16,0 0-1 15,0 2 1-15,0 0 5 16,0 1-6-16,0 0-1 16,0 1 0-16,0 0 1 15,0 1-1-15,0-1-1 16,0-1 1-16,0 2-13 16,0-1 8-16,0 0 0 0,0 1 5 15,0 0-1-15,0 0 1 16,0 0-1-16,-1 0-8 15,0 0-2-15,-1 0-5 16,0 0 1-16,-2 3 15 16,-1 1 1-16,-1 1 0 15,1 0 1-15,-1 0-1 16,0-1 0-16,2 1-1 16,1-3-6-16,0 0-3 15,2-1-1-15,1-1 4 16,0 0 6-16,0 0 1 15,0 0 7-15,0-3-7 0,1-4-12 16,3-1-1-16,2 0 6 16,0 0 1-16,1 2 5 15,2 1 0-15,-2 0-1 16,0 4-7-16,0 0 2 16,-1 1 6-16,-1 0-8 15,-1 4 0-15,0 1-5 16,-1 2-7-16,-2 1-36 15,0 1-66-15,-1 5-21 16,0-2-122-16,0 0-318 0</inkml:trace>
  <inkml:trace contextRef="#ctx0" brushRef="#br0" timeOffset="78672.1618">9124 5083 1633 0,'0'0'357'0,"0"0"-85"15,0 0-95-15,0 0 29 16,0 0 6-16,0 0-86 16,0 0-41-16,12-4-43 15,-1 2-11-15,3 0 2 16,4 1-7-16,0-2-8 16,1 1-6-16,1 0-6 15,-2 1-5-15,0 0 0 0,-2-1-1 16,-4 2-14-16,-2 0-49 15,-3 0-74-15,-4 0-132 16,-3 0-50-16,0 2-196 16,-4 0-159-16</inkml:trace>
  <inkml:trace contextRef="#ctx0" brushRef="#br0" timeOffset="78907.2963">9134 5167 1506 0,'0'0'285'0,"0"0"-95"15,0 0-82-15,0 0 91 16,0 0-6-16,0 0-31 16,0 0-48-16,53 3-49 15,-34-3-35-15,1 0-13 16,0 0-17-16,-3-2-44 15,-3 1-179-15,-4 1-374 16,-8-1-1017-16</inkml:trace>
  <inkml:trace contextRef="#ctx0" brushRef="#br0" timeOffset="81678.8271">9925 4764 1470 0,'0'0'402'0,"0"0"-76"16,0 0-98-16,0 0-29 16,0 0-23-16,53-15-56 15,-11 9-47-15,1 0-26 16,-3 1-24-16,-5 0-12 15,-11 1-5-15,-1 1-6 16,-2-1-78-16,-9-1-149 16,-8 1-154-16,-4 0-407 0</inkml:trace>
  <inkml:trace contextRef="#ctx0" brushRef="#br0" timeOffset="81990.1254">9879 4569 803 0,'0'0'1054'0,"0"0"-756"15,0 0-61-15,0 0-62 16,0 0-2-16,0 0-37 16,0 0-54-16,-17 16 30 15,6 7-3-15,-4 4-34 16,-2 2 0-16,1 0 1 15,2-1-11-15,4-5-16 16,7-3 4-16,3-6-7 0,7-1 13 16,18-5-11-16,23-2-2 15,24-6-1-15,14 0-16 16,1-4-20-16,-9-2-9 16,-16 3-23-16,-11 3-94 15,-17 0-169-15,-13 0-509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48:00.7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6074 2303 1692 0,'0'0'471'0,"0"0"-219"16,0 0-35-16,0 0-41 16,0 0-31-16,0 0-47 15,11-3-50-15,5-3-30 16,6-1-16-16,4-1-2 16,1 0-20-16,-4 2-81 15,-2 0-123-15,-3 1-114 16,-6 1-347-16,-6 1-597 0</inkml:trace>
  <inkml:trace contextRef="#ctx0" brushRef="#br0" timeOffset="172.895">6044 2377 1691 0,'0'0'516'0,"0"0"-232"15,0 0-137-15,0 0 7 16,0 0-85-16,60-7-35 15,-9-7-18-15,6-4-16 16,-8 2-28-16,-6-3-193 16,-17 7-141-16,-7-1-519 0</inkml:trace>
  <inkml:trace contextRef="#ctx0" brushRef="#br0" timeOffset="440.4845">6329 2113 1600 0,'0'0'499'0,"0"0"-22"0,0 0-238 16,0 0-91-16,0 0-73 15,0 0-49-15,69 6-6 16,-31 7 1-16,-3 3-5 16,-6 1 29-16,-9 0-12 15,-1 3-6-15,-2 3 2 16,-9 0-4-16,-6 1-11 15,-4 1 1-15,-21 6 1 16,-20 6 6-16,-20 4-7 0,-6-2-15 16,3-5-1-1,14-11-119-15,23-9-371 0,9-7-925 0</inkml:trace>
  <inkml:trace contextRef="#ctx0" brushRef="#br0" timeOffset="5340.8187">9218 2408 1128 0,'0'0'356'15,"0"0"0"-15,0 0-69 0,0 0-83 16,0 0-11-16,0 0-22 16,-2 3-44-16,15-1-12 15,7 2 16-15,11-1-36 16,14 0-26-16,11-1-20 15,1-1-14-15,-11-1-13 16,-12 0-9-16,-15 0-2 16,-3 0-10-16,-2 0-1 15,-2 0-23-15,-2 0-65 16,-7 0-86-16,-7-3-138 16,-8 0-278-16,-2-1-506 0</inkml:trace>
  <inkml:trace contextRef="#ctx0" brushRef="#br0" timeOffset="5810.386">9321 2206 1452 0,'0'0'289'0,"0"0"-40"16,0 0-18-16,0 0-28 0,0 0-7 15,0 0-66 1,0 0-69-16,11-20-39 0,-19 32-10 16,-4 7 26-16,-6 3 20 15,-7 10 3-15,-6 8 2 16,3-3-6-16,6-5-11 15,8-6 5-15,8-7-16 16,3 1-19-16,3 1 7 16,7-2 13-16,11-3 14 15,12-2 6-15,13-3-5 16,11-4-18-16,2-4 6 16,-5-3 9-16,-11-1-23 15,-12-2-8-15,-7-2-1 16,-4 2-7-16,2-2-3 0,0 2-5 15,-3-2 5-15,-5 3-6 16,-6 1-24-16,-3 1-61 16,-2 0-59-16,-16 3-93 15,-3 5-336-15,-4-1-479 0</inkml:trace>
  <inkml:trace contextRef="#ctx0" brushRef="#br0" timeOffset="10106.5775">2700 3643 1126 0,'0'0'684'15,"0"0"-375"-15,0 0-64 16,0 0-23-16,0 0-24 15,0 0-55-15,5 0-62 16,9 0-29-16,5-4-14 16,6-2-4-16,3-2-13 15,3 0-7-15,-1-2-13 16,-2 1 1-16,-2 2-2 16,-7 1-57-16,-4 1-128 0,-6 3-282 15,-5 1-256-15</inkml:trace>
  <inkml:trace contextRef="#ctx0" brushRef="#br0" timeOffset="10329.2573">2709 3757 1905 0,'0'0'547'15,"0"0"-222"-15,0 0-109 16,0 0-69-16,0 0-80 15,0 0-25-15,62-10-6 16,-20-2-9-16,-1-2-12 0,-2 1-8 16,-7 2-6-16,-8 4-1 15,12 1-45-15,-5 2-220 16,-4 2-544-16</inkml:trace>
  <inkml:trace contextRef="#ctx0" brushRef="#br0" timeOffset="12124.0081">9246 3530 1480 0,'0'0'179'16,"0"0"-141"-16,0 0-15 15,0 0 0-15,53-19 1 16,-35 19-16-16,1 0 4 0,0 5 6 15,-2 7 61 1,-2 4 19-16,-6 4 3 0,-4 5-17 16,-5 2 0-16,-3 2-22 15,-9 0 17-15,-2 2-7 16,-1-1 7-16,2-1-12 16,2-2 2-16,5-1-13 15,4-2-14-15,2-3-3 16,5-2-8-16,9-5-8 15,4-4-8-15,5-5-2 16,4-5 0-16,0-2-5 16,-2-7-1-16,-4-4-5 15,-6 0 7-15,-5 1-8 0,-4 3 14 16,-4 2 36-16,-2 4-2 16,0 3-24-16,0 2-11 15,-5 15-14-15,-5 17 1 16,-3 17 20-16,4 7 15 15,3 1 31-15,6-6-14 16,0-6-38-16,5-1 50 16,1-4 7-16,0-8-24 15,-1-9 3-15,-2-7-21 16,0-3-4-16,-2 1-10 16,-1 0 2-16,0-1-4 15,0-5-4-15,-3-2 1 16,-4-3 2-16,-3-2 7 0,-4-3-1 15,-2 0 1 1,-4 0-8-16,-2-3-11 0,-1-3 5 16,-2 0 0-16,2 1-6 15,-3 0-5-15,0 0-1 16,0 2-8-16,-2 1-1 16,2 1-10-16,1 1-17 15,2 0-68-15,-4 0-83 16,7 3-318-16,1 0-465 0</inkml:trace>
  <inkml:trace contextRef="#ctx0" brushRef="#br0" timeOffset="16538.3223">3130 5113 1453 0,'0'0'383'16,"0"0"-66"-16,0 0-11 15,0 0-60-15,0 0-42 16,0 0-48-16,0 0-93 16,-11 2-33-16,21-2-8 15,7 0 7-15,6-5 10 16,6-2-5-16,4-2-14 0,1 0-2 16,2 0 5-1,-3 0-12-15,0 2-10 0,-6 1 5 16,-5 2-6-16,-6 1-15 15,-7 2-85-15,-4 1-115 16,-7 1-166-16,-4 6-234 16,-6 1-176-16</inkml:trace>
  <inkml:trace contextRef="#ctx0" brushRef="#br0" timeOffset="16772.2057">3168 5221 1011 0,'0'0'698'0,"0"0"-514"16,0 0 82-16,0 0-84 16,0 0 8-16,0 0 18 0,0 0-23 15,50 2-37-15,-23-5-44 16,6-3-19-16,-1-3-29 16,2 1-25-16,-3-1-16 15,-2-1-6-15,-1 1-8 16,-7 2-1-16,-4 1-48 15,-7 6-108-15,-5 1-336 16,-5 6-339-16</inkml:trace>
  <inkml:trace contextRef="#ctx0" brushRef="#br0" timeOffset="21938.1295">6976 6170 1045 0,'0'0'273'0,"0"0"-51"15,0 0-38-15,0 0 51 16,0 0-22-16,0 0-62 15,-3 0-37-15,3 0-8 16,0 0-7-16,1 0-5 16,7 0-7-16,3 0 1 15,5 0-1-15,3 0-20 16,4 0-21-16,1 0-7 16,1-1-12-16,-1-1-9 15,-1 0-7-15,-2 0-10 0,-3 1 7 16,-3 0-7-16,-5 0 0 15,-2 1-1-15,-4 0-27 16,-3 0-53-16,-1 0-60 16,0 0-116-16,-3 1-89 15,-5 4-259-15,-2-1-328 0</inkml:trace>
  <inkml:trace contextRef="#ctx0" brushRef="#br0" timeOffset="22224.272">7013 6254 1500 0,'0'0'316'0,"0"0"-160"0,0 0-50 16,0 0 42-16,0 0 65 15,0 0 0-15,39 3-48 16,-14-3-59-16,3 0-43 16,2 0-18-16,0-3-11 15,-2-1-13-15,-2 1-15 16,-5 1-6-16,-3 0-47 16,-8 2-134-16,-6 0-297 15,-4 2-559-15</inkml:trace>
  <inkml:trace contextRef="#ctx0" brushRef="#br0" timeOffset="23810.2861">10169 5376 1448 0,'0'0'375'0,"0"0"-109"15,0 0-64-15,0 0 28 16,0 0-18-16,0 0-79 16,0 0-65-16,12 0-26 15,0 0-12-15,7 0-7 16,3 0 0-16,2 0-6 15,2 0-10-15,-2 0-5 16,-3-1-2-16,-5 0-82 0,-6 1-136 16,-10-1-129-16,-3 0-300 15,-9-1-476-15</inkml:trace>
  <inkml:trace contextRef="#ctx0" brushRef="#br0" timeOffset="24107.4616">10093 5276 1540 0,'0'0'220'0,"0"0"1"16,0 0-60-16,0 0 39 16,0 0-31-16,0 0-65 0,0 0-49 15,7 0-24-15,-15 15 10 16,-5 7 57-16,-4 3-10 15,-2 2-19-15,1-1-14 16,3-2-8-16,5-3-7 16,7-1-22-16,3-3 2 15,14-2-7-15,18-3-1 16,21-3-1-16,17-3-11 16,6 0-26-16,-8-2-147 15,-25 0-374-15,-21-2-599 0</inkml:trace>
  <inkml:trace contextRef="#ctx0" brushRef="#br0" timeOffset="25864.0695">3664 6843 772 0,'0'0'934'0,"0"0"-577"15,0 0-23-15,0 0-37 0,0 0-57 16,0 0-51-16,0 0-65 15,-20 0-52-15,31-3-36 16,6-3-18-16,7-3 1 16,4 0-2-16,1-1-16 15,1 1 5-15,-4 1-6 16,-3 3-10-16,-4 1-53 16,-6 3-86-16,-3 1-145 15,-10 1-257-15,0 6-96 16,-4-1-487-16</inkml:trace>
  <inkml:trace contextRef="#ctx0" brushRef="#br0" timeOffset="26069.8679">3633 6971 1352 0,'0'0'299'16,"0"0"-54"-16,0 0-14 15,0 0-41-15,0 0 79 16,47-15-86-16,-20 2-53 15,6-2-63-15,0-1-20 16,0-1-17-16,-2 3-11 16,-3 2-19-16,-3 2-5 15,-4 6-161-15,-5 3-323 16,-9 1-482-16</inkml:trace>
  <inkml:trace contextRef="#ctx0" brushRef="#br0" timeOffset="27839.1493">9875 6940 1275 0,'0'0'877'15,"0"0"-694"-15,0 0-80 16,0 0-56-16,0 0 90 15,0 0-4-15,30-8-60 16,-4 4-33-16,5-1-20 16,-1 2-10-16,-2 0-9 15,-2 0-1-15,-6 1 0 0,-5 0-103 16,-7-1-111 0,-3 2-120-16,-5-1-350 0</inkml:trace>
  <inkml:trace contextRef="#ctx0" brushRef="#br0" timeOffset="28122.1891">9793 6809 1219 0,'0'0'585'15,"0"0"-486"-15,0 0-14 16,0 0 24-16,0 0 45 15,0 0-57-15,0 0-35 16,-13 45 67-16,-2 0 16 0,-3 6-25 16,-1-3-23-16,8-10-29 15,7-13-22-15,4-7-16 16,4-3-8-16,16-1-11 16,19-3-4-16,24-7-1 15,13-4-6-15,5-13-118 16,-20 0-392-16,-22 1-740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49:07.0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1799 2926 179 0,'0'0'307'0,"0"0"332"0,0 0-239 16,0 0-177-16,0 0-91 15,0 0-65-15,3-3-29 16,13 23 77-16,5 3 35 15,2 3-49-15,3-2-30 16,0-5-18-16,3-6 20 16,11-9 3-16,17-10 28 15,25-29 49-15,16-18-7 16,11-14-26-16,-2-5-44 16,-17 8-40-16,-13 6-21 0,-18 6-7 15,-19 13-8-15,-14 12-24 16,-9 11-45-16,-8 10-6 15,-5 6-37-15,-11 36-112 16,-8 2-343-16,-9 9-468 0</inkml:trace>
  <inkml:trace contextRef="#ctx0" brushRef="#br0" timeOffset="541.7312">1848 4789 1217 0,'0'0'190'16,"0"0"-64"-16,0 0 27 0,0 0 19 15,0 0-32-15,0 0-38 16,0 0-2-16,-7 58 35 16,24-31 9-16,6 3-6 15,4 0-2-15,0-9-42 16,5-2 4-16,7-8-8 16,11-11 0-16,11-25 3 15,7-21-9-15,3-19 1 16,0-16-19-16,0-3-17 15,-4-6-25-15,-3 0-22 16,-10 8-2-16,-18 20 0 0,-13 22-2 16,-13 22-35-16,-9 17-47 15,-13 22-81-15,-8 7-302 16,-8 9-334-16</inkml:trace>
  <inkml:trace contextRef="#ctx0" brushRef="#br0" timeOffset="1163.0448">1669 6961 1071 0,'0'0'196'16,"0"0"-83"-16,0 0 65 15,0 0 57-15,0 0-34 16,0 0-47-16,0 0-5 16,40-14 36-16,-13 25 31 15,3 3-38-15,4-1-62 16,-3-2-56-16,2-7 0 16,-2-4 7-16,10-21 29 15,9-26-6-15,13-32-5 0,2-15-16 16,-3-7-30-16,-9 6-28 15,-13 18 2-15,-5 10 1 16,-10 21-13-16,-9 17-1 16,-9 15-8-16,-7 10-76 15,-11 11-67-15,-6 6-349 16,-9 6-619-16</inkml:trace>
  <inkml:trace contextRef="#ctx0" brushRef="#br0" timeOffset="16866.2734">9803 7026 682 0,'0'0'415'0,"0"0"-229"16,0 0-46-16,0 0 8 15,0 0 40-15,0 0-30 16,-2-15-46-16,4 13-19 16,2 1-31-16,0 1 24 15,1 0-2-15,1 8 4 16,1 3 1-16,1 4-3 15,1 1-10-15,1 0 24 16,1-3-24-16,3-3-12 16,4-6 16-16,13-7 30 0,19-26 19 15,20-21-18-15,10-13-18 16,0-9-30-16,-8 0-26 16,-11 8-2-16,-7 3-22 15,-12 14-13-15,-12 17-1 16,-12 13-6-16,-11 12-26 15,-12 15-117-15,-7 7-380 16,-9 4-530-16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4-11T04:49:15.0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4854 1741 225 0,'0'0'234'0,"0"0"3"15,0 0 4-15,0 0 3 16,0 0-25-16,0 0 0 15,-17-4 15-15,15 4-4 16,2 0-7-16,0-1-51 16,0 1-102-16,0 0-38 15,0 0-5-15,2-1 4 16,8 0-4-16,4 0-4 16,5-1 8-16,3-1 5 15,3 1 5-15,1-1-9 0,2 0-5 16,-1 0 3-16,1-2-16 15,-1 2-2-15,-2-3 2 16,-2 1-14-16,-4 0 10 16,-3 0-9-16,-5 2-1 15,-3 0 0-15,-4 1-48 16,-4 2-133-16,-3 0-146 16,-6 4-432-16</inkml:trace>
  <inkml:trace contextRef="#ctx0" brushRef="#br0" timeOffset="285.2128">4837 1818 1435 0,'0'0'378'0,"0"0"-1"16,0 0-172-16,0 0-58 15,0 0-46-15,0 0-37 16,0 0 0-16,48-3-1 16,-24-2-17-16,4-1-10 15,3-1-12-15,2-1-6 16,2 0-6-16,0-1-6 16,-1 1 6-16,-1 1-12 15,-5 1-5-15,2 1-155 0,-8 4-297 16,-3-1-600-16</inkml:trace>
  <inkml:trace contextRef="#ctx0" brushRef="#br0" timeOffset="1019.3935">6833 1760 1134 0,'0'0'568'0,"0"0"-281"16,0 0-71-16,0 0-20 15,0 0-30-15,0 0-90 16,0 0-30-16,14 1 3 15,2-1 8-15,4 0 1 16,2 0 5-16,3-4-26 16,1-2-14-16,0 0-14 15,-1 0-3-15,-1 0-6 16,-3 0 1-16,-2 2-1 16,-5 1-13-16,-7 1-150 15,-3 2-124-15,-4 0-428 0</inkml:trace>
  <inkml:trace contextRef="#ctx0" brushRef="#br0" timeOffset="1233.9522">6846 1851 1637 0,'0'0'363'0,"0"0"-68"16,0 0-175-16,0 0-39 15,0 0 0-15,53-19-20 16,-13 7-31-16,13-2-18 16,6 2-4-16,2 2-8 15,0 2-130-15,-18 2-426 16,-6 1-1007-16</inkml:trace>
  <inkml:trace contextRef="#ctx0" brushRef="#br0" timeOffset="1847.1523">8445 1855 1024 0,'0'0'518'0,"0"0"-225"16,0 0-15-16,0 0-21 15,0 0-29-15,0 0-49 16,0 0-29-16,0-8-46 16,11 7-42-16,4-1-24 15,5-2-1-15,4 1-10 16,3-3-12-16,2 0 0 16,0 0 11-16,1-1-17 15,-1 0-9-15,-5 2 1 16,-3 0 0-16,-5 0-1 0,-4 2 0 15,-3 0-6 1,-3 1-11-16,-5 0-70 16,-1 1-127-16,-13 1-148 0,-2 0-450 15,-3 1-456-15</inkml:trace>
  <inkml:trace contextRef="#ctx0" brushRef="#br0" timeOffset="2102.3374">8494 1920 1377 0,'0'0'506'0,"0"0"-213"15,0 0-129-15,0 0-12 16,0 0 40-16,0 0 22 16,50 4-48-16,-18-4-85 0,0-2-28 15,3-2-35-15,2 0-3 16,-5-1 6-16,4 0-11 15,-3 0-2-15,-2 0-8 16,-3 2 0-16,-7 1 0 16,-6 2-86-16,-12 4-213 15,-3 5-373-15,-8 0-570 0</inkml:trace>
  <inkml:trace contextRef="#ctx0" brushRef="#br0" timeOffset="5074.4108">6752 2183 988 0,'0'0'394'0,"0"0"-92"15,0 0-69-15,0 0-47 16,0 0 19-16,0 0-2 0,0 0-64 15,-4 2-65 1,6-1-8-16,7-1-3 0,6 0 4 16,5 0-15-16,4 0-8 15,4-1-14-15,2-3-10 16,-1-1-6-16,-3 1-8 16,-1 0-5-16,-4 0 1 15,-3 2-1-15,-5-1-1 16,-3 1 0-16,-6 2-15 15,-1 0-94-15,-3 0-87 16,-3 0-71-16,-4 0-286 16,-3 2-134-16</inkml:trace>
  <inkml:trace contextRef="#ctx0" brushRef="#br0" timeOffset="5404.9539">6796 2241 814 0,'0'0'499'0,"0"0"-217"16,0 0 3-16,0 0-30 15,0 0-35-15,0 0-63 16,0 0-18-16,0 23 44 16,11-20-30-16,3 0-79 15,4-2-15-15,4-1-1 16,3 0-5-16,3 0-14 15,3-6-15-15,0 0 1 0,1-1-9 16,-3 1-9-16,-2 0-6 16,-4 0 0-16,-3 2 5 15,-5 0-6-15,-4 2 0 16,-4 0 0-16,-3 2-9 16,-4 0-16-16,-1 0-88 15,-31 9-243-15,1 2-313 16,-8 2-984-16</inkml:trace>
  <inkml:trace contextRef="#ctx0" brushRef="#br0" timeOffset="13328.7667">4059 3199 514 0,'0'0'497'16,"0"0"-251"-16,0 0 0 15,0 0 0-15,0 0-24 16,0 0 1-16,-28-33-63 16,17 33-75-16,-3 0-29 15,-2 6-25-15,0 6 2 16,0 5 7-16,2 1 21 0,4 3-12 16,4 0-19-1,6-1-4-15,0-1-16 0,13-2-10 16,4-1 0-16,4-2 0 15,2 0 0-15,1-1 0 16,0 0 1-16,-3 0 0 16,-5 0-1-16,-4 1-1 15,-8 1 1-15,-4 2 0 16,-1 2 17-16,-12 1 0 16,-5 1-5-16,-4-2-6 15,-1 1 1-15,1-6 1 16,3-3-7-16,4-7 19 15,6-3 17-15,3-1 5 0,5-3-12 16,1-2-20 0,0-1-4-16,9 1-6 0,2 3-1 15,3 2 0 1,1 0-1-16,-1 8 1 0,3 6 1 16,-3 7 24-16,-3 10 31 15,-2 9-7-15,-6 10 3 16,-3 1 14-16,-1-4-16 15,-5-11-5-15,2-10-6 16,1-8-9-16,1-3-2 16,1 1-3-16,1-1-5 15,-1-3-2-15,1-4-10 16,0-3 4-16,0-4-10 16,0-1 1-16,2 0 11 0,3-1-7 15,5-6 0 1,2-2-5-16,3-3-1 0,1 0-12 15,0-1-38-15,0 2-28 16,0 3-83-16,-5 2-203 16,-2 3-426-16</inkml:trace>
  <inkml:trace contextRef="#ctx0" brushRef="#br0" timeOffset="13525.122">4178 4048 2507 0,'0'0'307'0,"0"0"-222"16,0 0-58-16,0 0-17 16,0 0-10-16,0 0-135 15,0 0-323-15,17 0-1354 0</inkml:trace>
  <inkml:trace contextRef="#ctx0" brushRef="#br0" timeOffset="18165.7805">6018 2939 1151 0,'0'0'528'0,"0"0"-288"16,0 0-28-16,0 0 0 15,0 0-30-15,0 0-31 16,-5-31 1-16,4 30-79 15,1 0-46-15,-1 1-12 16,1 0-9-16,0 5-6 0,0 5-9 16,0 6 9-1,2 4 12-15,2 1-11 0,0 1 5 16,1-1-6-16,-1 0-9 16,-3-1-12-16,0-1 2 15,-1-2-115-15,0-2-7 16,-5-2 21-16,-2-3-57 15,0-4 40-15,-2-2 26 16,0-4 111-16,0 0 8 16,-2-7 33-16,2-2-12 15,0-4 8-15,2 1 44 16,2 2 13-16,1 0 1 16,3 3-2-16,1 2-8 15,0 3-36-15,0 2-16 0,0 0-18 16,8 0-7-16,3 6-7 15,4 3 5-15,3 1-5 16,0 1 11-16,1 0-12 16,-1-1 0-16,1 0 0 15,-2-2 0-15,-2-4 0 16,-3-2 0-16,-3-1-1 16,-1-1-1-16,-3 0-11 15,-1-5-4-15,-1-2-2 16,0-3 4-16,0 1 6 15,-3-1 8-15,1 1 0 0,-1 3 1 16,0 0 1 0,0 4-1-16,-1 0 0 0,-5 2-12 15,-3 1-1 1,0 6 13-16,-3 3 1 0,-1 2-1 16,2 2 0-16,1-2-42 15,1 1-47-15,5 2-106 16,0-5-102-16,3-2-307 0</inkml:trace>
  <inkml:trace contextRef="#ctx0" brushRef="#br0" timeOffset="18339.8305">6227 3126 1367 0,'0'0'403'0,"0"0"-235"16,0 0-120-16,0 0-48 16,-41 33-99-16,20-22-574 15</inkml:trace>
  <inkml:trace contextRef="#ctx0" brushRef="#br0" timeOffset="22979.4653">4945 3118 980 0,'0'0'250'16,"0"0"-18"-16,0 0 33 15,0 0-22-15,0 0 25 16,0 0-54-16,-13 0-102 16,13 0-63-16,0 0-18 15,0 0-4-15,3 0-5 16,4 0-2-16,3-2 1 16,6-2 3-16,3-2-8 15,2 0-1-15,2-1-14 16,2 0 10-16,-1-1-11 0,-1 1 0 15,-3 0 0 1,-3 2-1-16,-3 0-13 0,-5 2 6 16,-4 0-64-16,-5 1-178 15,-3 1-275-15,-5 0-641 0</inkml:trace>
  <inkml:trace contextRef="#ctx0" brushRef="#br0" timeOffset="23494.5383">4968 2974 1194 0,'0'0'393'16,"0"0"-98"-16,0 0-73 15,0 0-130-15,0 0-45 16,0 0-14-16,0 0-11 16,4-23-6-16,-4 23 2 15,0 0-6-15,0 2-9 16,-4 6 4-16,-2 4 39 16,-1 3 4-16,-2 1-11 15,2 3-5-15,-3-1 26 16,3 0-11-16,-2 0-6 0,3-3 5 15,1-1-5-15,2-2-6 16,-1 0 2-16,2-3-9 16,1-1 9-16,1-1-9 15,0-2 1-15,0 0-7 16,0-2 0-16,0 0-1 16,3-1-10-16,1 0-3 15,0-1-1-15,5 0 3 16,1-1-4-16,1 0 2 15,3 0 2-15,1 0-6 16,-1-3-4-16,1-1-1 16,-1 0-1-16,-2 0 0 0,-2 1-1 15,-3 0-11 1,-3 2-62-16,-2 0-225 0,-2 0-364 0</inkml:trace>
  <inkml:trace contextRef="#ctx0" brushRef="#br0" timeOffset="23691.3669">5118 3190 1485 0,'0'0'617'16,"0"0"-327"-16,0 0-83 15,0 0-57-15,0 0-24 16,0 0-65-16,0 0-42 15,19 0-19-15,-14 0-97 0,-1 1-446 16,-4 2-1061-16</inkml:trace>
  <inkml:trace contextRef="#ctx0" brushRef="#br0" timeOffset="24419.0023">4594 3965 1480 0,'0'0'506'0,"0"0"-221"16,0 0-33-16,0 0 22 16,0 0-55-16,0 0-47 0,0 0-42 15,9-1-19-15,1-3-45 16,4-1-30-16,4-2-5 15,2 1-5-15,2-1-13 16,1 0 2-16,1 2-4 16,-1-2-10-16,0 2 5 15,-2 0-5-15,-2 1-1 16,-5 1 0-16,-5 0 0 16,-5 2 0-16,-1 1-12 15,-3 0-55-15,0 0-64 16,-20 3-129-16,-1 3-321 15,-2 1-489-15</inkml:trace>
  <inkml:trace contextRef="#ctx0" brushRef="#br0" timeOffset="24807.9">4545 4071 1446 0,'0'0'340'15,"0"0"-141"-15,0 0 55 16,0 0-14-16,0 0-43 16,0 0 23-16,0 0-31 15,16 0-42-15,-2-1-26 0,1-2-18 16,4 1-20-16,1 0-8 15,3-1-8-15,1 0-16 16,2-1-16-16,0 0-13 16,2-2-4-16,0 0 0 15,-1-1-3-15,-2 2-4 16,-2-1-5-16,-3 0 0 16,-3 1-6-16,-4 0 2 15,-3 2 4-15,-5 0-5 16,-1 2-1-16,-3 0 0 15,-10 1-21-15,-6 6-140 16,-10 0-395-16</inkml:trace>
  <inkml:trace contextRef="#ctx0" brushRef="#br0" timeOffset="28247.9869">6573 3853 998 0,'0'0'349'16,"0"0"-107"-16,0 0-97 0,0 0-4 15,0 0-4-15,0 0-10 16,23 0 8-16,-6 0-18 15,3 0-49-15,3 0-31 16,2 0-15-16,-3-1-13 16,0-1-3-16,-1 2-6 15,-5 0-8-15,-4 0-138 16,-5 2-123-16,-5 3-266 16,-2 0-160-16</inkml:trace>
  <inkml:trace contextRef="#ctx0" brushRef="#br0" timeOffset="28444.721">6547 4011 901 0,'0'0'619'0,"0"0"-471"0,0 0-82 16,0 0 64-16,46 0 20 15,-10-8-39-15,14-6-46 16,14-4-30-16,3-2-14 15,-12 4-17-15,-12 5-4 16,-20 7-213-16,-11 2-578 0</inkml:trace>
  <inkml:trace contextRef="#ctx0" brushRef="#br0" timeOffset="33737.9471">4885 4690 712 0,'0'0'368'0,"0"0"-145"16,0 0-27-16,0 0 5 15,0 0-17-15,0 0-13 16,0 0-22-16,0 0-8 0,0 0-23 15,0 0-26-15,0 0-8 16,0 0-5-16,0 0-25 16,3-2-5-16,4 1 6 15,3-1 0-15,3-1-10 16,1 1-7-16,3-1-10 16,1 0-9-16,0 0-5 15,-1-1-7-15,-1 3-6 16,1-2 5-16,-3 1-5 15,-1 0 0-15,-1 1 0 16,-3-1-1-16,-1 1-1 0,-2-1-54 16,-3 2-96-16,-1 0-40 15,-2 0-93-15,-4 0-254 16,-3 2-250-16</inkml:trace>
  <inkml:trace contextRef="#ctx0" brushRef="#br0" timeOffset="34125.4267">4884 4805 1204 0,'0'0'283'0,"0"0"-67"0,0 0-14 16,0 0-16-16,0 0 15 16,0 0-22-16,0 0-51 15,12 0-1-15,-2 0 25 16,6 0-34-16,1 0-18 16,3-4-31-16,3-2-12 15,1 0-12-15,1-1-7 16,0-1-10-16,-2 1-10 15,-2 0-8-15,-4 1-1 16,-3 1-3-16,-3 1-5 16,-4 1-1-16,-3 1 0 0,-2 2 0 15,-2 0-15 1,0 0-54-16,-9 4-111 16,-6 4-289-16,-3 0-238 0</inkml:trace>
  <inkml:trace contextRef="#ctx0" brushRef="#br0" timeOffset="36418.5105">4783 5219 1015 0,'0'0'388'0,"0"0"-61"0,0 0-75 15,0 0-38-15,0 0-12 16,0 0-33-16,0 0-28 15,-8 0-26-15,8 0-48 16,3-1-26-16,4 0-14 16,2-1-9-16,4-1-6 15,1 0-5-15,2-1-6 16,0 0 0-16,-2 0 1 16,2 0-2-16,-3 0-5 15,-2 1-59-15,-2 1-118 16,-6 2-100-16,-1 0-267 0,-2 0-345 0</inkml:trace>
  <inkml:trace contextRef="#ctx0" brushRef="#br0" timeOffset="36667.2141">4714 5319 1605 0,'0'0'499'16,"0"0"-295"-16,0 0-32 16,0 0 6-16,0 0-20 15,0 0-53-15,46-7-48 0,-26 2-26 16,1-1-14 0,-1 1-16-16,-1-3 4 0,-1 2-5 15,-3 0-99-15,-1-3-104 16,-4 0-173-16,-4-1-524 0</inkml:trace>
  <inkml:trace contextRef="#ctx0" brushRef="#br0" timeOffset="37199.6874">4929 5080 1084 0,'0'0'325'0,"0"0"11"0,0 0-64 16,0 0-44-16,0 0-52 15,0 0-30-15,0 0-31 16,-9-3-56-16,9 3-26 15,0 0-9-15,0 0-6 16,0 0 4-16,0 0-10 16,0 0-6-16,1 0-5 15,4 3 0-15,2 1 15 16,3 1 14-16,0 1 0 0,1-2 1 16,-1 2-4-16,1-1 0 15,-1-2-6-15,1 2 3 16,-2-2-3-16,0 1-2 15,-2-2-5-15,-2 1-2 16,-1 0-2-16,0-1-1 16,-2 1 3-16,-1 1-4 15,-1 2 1-15,0 0 4 16,0 4-1-16,-6 1-4 16,-2 2 7-16,-4 0 1 15,0 1 1-15,-2 0-10 16,1 0 11-16,-1-2-10 15,-1 0-8-15,2 0-6 16,-7 7-93-16,3-3-263 0,-1-1-566 16</inkml:trace>
  <inkml:trace contextRef="#ctx0" brushRef="#br0" timeOffset="40532.1874">5352 5879 962 0,'0'0'340'16,"0"0"-54"-16,0 0 1 16,0 0-42-16,0 0-51 15,0 0-27-15,0 0-20 16,-10 0-11-16,10 0-12 16,4 0-4-16,4 0 1 15,3 0-31-15,2-1-14 16,3-2-25-16,1-2-18 15,1 0-11-15,0-1-8 16,1 0 1-16,-2 1-3 0,0 0-5 16,-2 0-6-16,-1 2 0 15,-2-1-1-15,-2 2 1 16,-2 0-1-16,-3 1-13 16,-3-1-71-16,0 2-84 15,-5 2-207-15,-4 4-332 16,-5 0-695-16</inkml:trace>
  <inkml:trace contextRef="#ctx0" brushRef="#br0" timeOffset="40898.9306">5335 6016 1403 0,'0'0'539'0,"0"0"-298"16,0 0-45-16,0 0-9 16,0 0-27-16,0 0-29 15,0 0 14-15,25 0-22 16,-10-3-18-16,0 0-20 15,1-2-15-15,1-1-19 16,-3 0-7-16,2-1-14 16,0 0-11-16,0-1-7 15,-2 2-6-15,-1-1-6 0,-2 1 7 16,-1 1-7 0,-4 2-2-16,-1 2-55 0,-3 1-82 15,-2 2-210-15,0 3-636 0</inkml:trace>
  <inkml:trace contextRef="#ctx0" brushRef="#br0" timeOffset="43085.7434">6352 6076 1247 0,'0'0'307'0,"0"0"-146"16,0 0-56-16,0 0 9 15,0 0 50-15,54-1 4 16,-5-4-5-16,17 0-44 0,7-3-31 16,2 1 12-1,-7 0-2-15,-7 1-14 16,-2 1-29-16,-3-1-14 0,-4 0-13 16,-6 1-7-16,-10 0-20 15,-9 2 5-15,-8 1-5 16,-5 0 0-16,-1 1-1 15,-3 0-22-15,-3 1-97 16,-6 0-60-16,-12 2-43 16,-7 5-290-16,-5 1-195 0</inkml:trace>
  <inkml:trace contextRef="#ctx0" brushRef="#br0" timeOffset="43429.9267">6501 6188 1707 0,'0'0'242'0,"0"0"-103"16,0 0-85-16,0 0 66 15,0 0 56-15,68 0-23 16,-2-6-8-16,14-5-32 15,5 0-20-15,-4-3-11 16,-11 1-12-16,-6 0-22 16,-8 2-24-16,-13 2-9 15,-10 2-7-15,-13 3-2 16,-7 1-5-16,1 0 0 16,-3 0 5-16,-2 1-6 0,-4 2 0 15,-4 0-35-15,-1 0-68 16,-1 0-105-16,-20 0-65 15,1 4-240-15,-4-2-450 0</inkml:trace>
  <inkml:trace contextRef="#ctx0" brushRef="#br0" timeOffset="48309.6113">6259 4746 880 0,'0'0'708'16,"0"0"-366"0,0 0 8-16,0 0 8 0,0 0-66 15,0 0-112-15,-6-27-83 16,4 33-49-16,0 9-22 16,-2 7 5-16,2 3 2 15,-1 4-15-15,0-1-17 16,0-2-1-16,-1-2 0 15,1-4-7-15,-2-1 6 16,0-5-7-16,0-2-26 16,-2-4-24-16,1-2-5 0,-2-4-11 15,-1-2 5 1,-1-4 5-16,0-6 33 0,0-2 20 16,2-2 11-16,2 2 0 15,2 2 8-15,2 3 8 16,2 3 5-16,0 4-7 15,1 0-8-15,7 4 12 16,2 4 26-16,4 3-6 16,0 1-11-16,4-1-11 15,0 0-7-15,1-3-3 16,0-1-6-16,-2-2 0 16,-2-3-22-16,-3-2-61 15,-3 0-39-15,-2-4-41 16,-1-3 21-16,-2-3 16 0,-2 1 19 15,-1-1 64-15,-1 3 33 16,0 0 10-16,0 2 13 16,-1 2 21-16,-4 3 34 15,0 0 13-15,-1 1-31 16,-1 7-32-16,-1 2-2 16,0 2 4-16,0 1-13 15,1 1-6-15,0-1 0 16,0 0-1-16,1-1-33 15,-2 2-127-15,2-4-320 16,-1-3-717-16</inkml:trace>
  <inkml:trace contextRef="#ctx0" brushRef="#br0" timeOffset="51546.6211">6702 4886 284 0,'0'0'239'0,"0"0"231"15,0 0-267-15,0 0-35 16,0 0-41-16,0 0-15 0,0 0 8 16,-29 2-40-16,24 1-2 15,0 2 4-15,-2 1-22 16,2 0 16-16,0 1 5 16,-1 2-20-16,1 1-18 15,1 1-8-15,-1 1 4 16,2 1-16-16,0 1-5 15,-1 1 1-15,2-1-2 16,1-1 2-16,0 0-12 16,1 0-1-16,0-3 8 15,0 1-13-15,3-1 13 16,2 0-1-16,-1 0-3 16,2 0-2-16,0 1-7 15,0 0 10-15,0 1-10 16,0 0-1-16,0 1 8 15,0-1-8-15,0 0 0 16,-1-1 0-16,0 0 0 0,-1-2 0 16,-1 0-1-16,0-1 0 15,-2-1 0-15,0-1 1 16,-1 1 1-16,0-1 0 16,0 0-1-16,0 0 0 15,-3 1 8-15,0 0-8 16,-2-1 0-16,1 0-2 15,0 1 1-15,0-1 0 16,-1-1 1-16,1 1 0 16,-1 1 1-16,1 0-1 15,0 0 0-15,1 1 1 16,0 0-1-16,-1 2 0 0,1-1 0 16,0 2 2-16,2-1-2 15,-2 0-2-15,1 1 2 16,1 0 0-16,-1-1 0 15,1-1 0-15,1 2-1 16,0-1 0-16,0 0 1 16,-1 1-1-16,1-1 0 15,-1 0 1-15,0-1 0 16,1 1 0-16,-1-1 0 16,0-1 0-16,-1 0 6 15,1 0-6-15,-1 0-3 16,-1-1 3-16,0 0 0 15,-1 0 0-15,-2-1 8 0,0 1-7 16,-1-2 4 0,0 0-4-16,-2 0-1 0,2-2 1 15,0 1 1-15,0-1-1 16,0 2-1-16,2-1 1 16,-1 2-1-16,1 0 0 15,0 2 1-15,2 0-1 16,-2 1 1-16,1 0 0 15,1 1 5-15,1 0 3 16,1 1-1-16,0 2-7 16,1-1 0-16,0 1 5 15,0-1-4-15,1 1-1 16,2-1-1-16,0 1 1 0,2-1-1 16,0-2-1-1,1-2 1-15,2 0-1 0,0-2 2 16,0 0-1-16,4-2 0 15,-1-1 0-15,3-1 1 16,0-1 1-16,1 0 4 16,0 0-6-16,-1 1 0 15,-2 1 0-15,0 0 0 16,-2 3 0-16,0 0 0 16,-2 1 2-16,0 1-1 15,1-1-1-15,1 1 0 16,-1-3 0-16,3 0 0 15,1-2 0-15,1-1 0 0,4-1 0 16,1-1 7-16,0 0-6 16,0 0-1-16,1-3 1 15,-1 0-1-15,-1-2-1 16,0 2 0-16,-2-2-1 16,0 1 1-16,-2 0 1 15,-1 0 1-15,-1 1-1 16,0 0 1-16,-1 0 0 15,0 1 0-15,0 0-1 16,1 0 1-16,0 0-1 16,-1 0 1-16,1-1 0 15,-2 0-1-15,1-1 1 16,-1 0 0-16,0 0-1 16,-1-1 2-16,-1-1-1 0,2 0 11 15,-2-2-12-15,1-2 2 16,-1 1-1-16,0-1 0 15,-1 0 14-15,0 0 4 16,-2 1-3-16,0 0 2 16,1 0-4-16,-2 0 2 15,1 0-2-15,0-1-13 16,1-1 8-16,0 0-1 16,-1-1 4-16,0 1-4 15,-1-1-7-15,0 0 7 16,-2-1-7-16,0-2 5 15,-2-1-5-15,1 0 0 16,-1-3 5-16,0-1-6 0,0 0 1 16,0-1-1-16,0-1 0 15,0 1 0 1,1 0 1-16,-1 1 0 16,1 2-1-16,-1-1 1 0,1 0 8 15,0 2-9-15,1 0 0 16,2 0 0-16,0 1 8 15,1 1-7-15,1-1-1 16,-1-1 5-16,1 2-4 16,-1-2 6-16,0-2-7 15,-2 1 9-15,1-1 5 16,-1 0 0-16,0 0 4 16,-1-2 3-16,0 2 0 0,-2-1-1 15,0-1-4 1,0-1 4-16,-2-2-8 0,-5-1 1 15,-1-2 3-15,-3 0-1 16,-1-1 3-16,-4 0-4 16,0 3 2-16,-2-1 5 15,-1 2 5-15,-1 3-14 16,-1 1 3-16,-2 1 0 16,-2 2-8-16,-2 2 2 15,-3 1-1-15,0 2-7 16,-1 3 7-16,1 2-4 15,0 2-4-15,3 2 0 0,1 3 0 16,3 0 4-16,1 0-4 16,2 3-6-16,2 2 6 15,1 1-9-15,1 1 4 16,1 2 4-16,0 0-7 16,3 0-16-16,0 2-30 15,3-1-73-15,2-1-48 16,4 3-26-16,2-3-151 15,1-3-410-15</inkml:trace>
  <inkml:trace contextRef="#ctx0" brushRef="#br0" timeOffset="52139.1133">7769 4794 1485 0,'0'0'499'15,"0"0"-354"-15,0 0 8 16,0 0-10-16,-3-39-6 16,21 11-33-16,14-12-4 15,16-12 2-15,9-8-20 16,3-4-6-16,-4-2-13 16,-6 1-12-16,-2-1-8 15,-5 1-10-15,-3 7-13 0,-9 12-20 16,-9 14-34-1,-6 10-7-15,-6 6 5 0,1-1-1 16,0 1 25-16,0 1-9 16,-4 3 5-16,-1 4 2 15,-2 1-1-15,-2 2-7 16,-1 3-19-16,-1 0-7 16,0 2-14-16,-2 0-213 15,-4 0-512-15</inkml:trace>
  <inkml:trace contextRef="#ctx0" brushRef="#br0" timeOffset="52416.4697">8188 3964 1633 0,'0'0'326'0,"0"0"-60"0,0 0-100 15,0 0-32-15,50-32-69 16,-29 26-38-16,2 3-15 16,-1 2-3-16,-1 1-3 15,-4 0-5-15,-3 4 8 16,-3 4-8-16,-5 2-1 16,-3 3-7-16,-3 2-10 15,0 2-79-15,-4 1-105 16,-6 8-118-16,1-4-169 0,2-2-851 15</inkml:trace>
  <inkml:trace contextRef="#ctx0" brushRef="#br0" timeOffset="52623.3249">8516 4126 2034 0,'0'0'318'0,"0"0"-79"16,0 0-141-16,0 0-41 15,0 0-26-15,0 0-31 16,-22 47-27-16,3-19-176 16,-6 1-834-16</inkml:trace>
  <inkml:trace contextRef="#ctx0" brushRef="#br0" timeOffset="55748.8496">5114 6978 1079 0,'0'0'481'0,"0"0"-246"15,0 0-17-15,0 0-42 16,0 0-23-16,0 0-32 15,-2 1-46-15,9-2-47 16,2-4-12-16,4 1 2 16,1-1-12-16,1 0-6 15,-2 1-21-15,-1 0-112 16,-2 4-149-16,-3 0-336 16,-4 0-367-16</inkml:trace>
  <inkml:trace contextRef="#ctx0" brushRef="#br0" timeOffset="55927.8559">5110 7071 1202 0,'0'0'304'0,"0"0"-141"16,0 0-11-16,0 0-57 16,0 0 1-16,0 0-36 15,0 0-35-15,47-11-25 16,-31 2-21-16,6-9-180 15,-5 3-169-15,-3 0-477 0</inkml:trace>
  <inkml:trace contextRef="#ctx0" brushRef="#br0" timeOffset="56182.8542">5182 6902 1315 0,'0'0'226'0,"0"0"-92"16,0 0-30-16,39 0 30 15,-19 0-25-15,1 0 5 16,-1 4-34-16,-3 2-34 16,-5 3-24-16,-7 3 5 15,-5 3 1-15,-5 5-10 16,-18 10-18-16,-19 9-30 15,-18 8-155-15,4-6-294 0,7-10-571 16</inkml:trace>
  <inkml:trace contextRef="#ctx0" brushRef="#br0" timeOffset="60073.8542">6939 7893 479 0,'0'0'184'16,"0"0"40"-16,0 0 16 15,0 0-21-15,0 0-10 16,0 0-2-16,0 0-7 15,-6 0-40-15,6 0-9 16,2 0-17-16,8 0 2 16,6 0-46-16,13-4-12 15,15-3-8-15,13-2-24 16,5 0-5-16,-2 2-13 16,-6 2-6-16,-10 2-11 15,-7 2-10-15,-8 0 5 0,-9 1-6 16,-5 0-19-1,1 0-113-15,-4 1-46 0,-4 4-128 16,-5 1-215-16,-3-2-44 16</inkml:trace>
  <inkml:trace contextRef="#ctx0" brushRef="#br0" timeOffset="60328.457">7048 8023 897 0,'0'0'1103'0,"0"0"-933"15,0 0-45-15,0 0-82 16,0 0 48-16,0 0 20 0,0 0-8 16,76-5-27-16,-21-9-12 15,5-2-30-15,-3-1-8 16,-6 3-13-16,-13 5-7 15,-9 3-6-15,-9 4-34 16,-4 2-133-16,-6 0-344 16,-7 5-756-16</inkml:trace>
  <inkml:trace contextRef="#ctx0" brushRef="#br0" timeOffset="62859.8599">11365 6275 1490 0,'0'0'253'0,"0"0"20"15,0 0-68-15,0 0 16 16,-6-38-123-16,6 34-67 16,0 2-11-16,-1 1-19 15,1 1 11-15,0 1-12 16,0 9-12-16,3 6 12 15,3 7 8-15,1 4 36 0,1 1-2 16,-1 1-12 0,0-3-26-16,0-1-4 0,-2-2-13 15,1-2-142-15,-3-6-207 16,0-7-334-16</inkml:trace>
  <inkml:trace contextRef="#ctx0" brushRef="#br0" timeOffset="63078.5151">11469 6244 1408 0,'0'0'490'15,"0"0"-210"-15,0 0-49 16,0 0-114-16,0 0-78 0,0 0-30 16,0 0 1-1,12 24 4-15,-5-4 23 0,1 2 30 16,-2 1-6-16,-2 1-21 15,-1-2-40-15,-3-1-80 16,0 1-155-16,-6-5-344 16,-2-5-346-16</inkml:trace>
  <inkml:trace contextRef="#ctx0" brushRef="#br0" timeOffset="63297.3915">11306 6396 1684 0,'0'0'370'16,"0"0"-69"-16,0 0-166 16,0 0-49-16,0 0-17 15,38 16 31-15,-15-5-41 16,3 3 21-16,0 0-25 16,-1 2-28-16,-1-1-20 15,-3-1-7-15,-2 0-25 16,1-2-102-16,-5-4-183 15,-4-5-451-15</inkml:trace>
  <inkml:trace contextRef="#ctx0" brushRef="#br0" timeOffset="63499.3509">11611 6354 1609 0,'0'0'384'0,"0"0"-163"0,0 0-122 15,0 0 65-15,0 0-27 16,-23 49-46-16,18-29-36 16,1 1-30-16,0 0-17 15,1 0-8-15,0-1-16 16,0 2-172-16,0-6-318 16,0-6-887-16</inkml:trace>
  <inkml:trace contextRef="#ctx0" brushRef="#br0" timeOffset="63655.6838">11639 6400 1692 0,'0'0'234'0,"0"0"-123"15,0 0-105-15,0 0-6 16,0 0-610-16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B137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1B137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9690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B137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1B137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9690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B137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9690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B137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9690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9690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6" y="80237"/>
            <a:ext cx="5759830" cy="31597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894" y="98552"/>
            <a:ext cx="3750945" cy="285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B137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1868" y="565467"/>
            <a:ext cx="4981879" cy="2289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1B137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649723" y="3145485"/>
            <a:ext cx="269875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9690">
              <a:lnSpc>
                <a:spcPts val="670"/>
              </a:lnSpc>
            </a:pPr>
            <a:fld id="{81D60167-4931-47E6-BA6A-407CBD079E47}" type="slidenum">
              <a:rPr dirty="0"/>
              <a:t>‹#›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11.xml"/><Relationship Id="rId18" Type="http://schemas.openxmlformats.org/officeDocument/2006/relationships/slide" Target="slide67.xml"/><Relationship Id="rId3" Type="http://schemas.openxmlformats.org/officeDocument/2006/relationships/image" Target="../media/image4.png"/><Relationship Id="rId21" Type="http://schemas.openxmlformats.org/officeDocument/2006/relationships/slide" Target="slide101.xml"/><Relationship Id="rId7" Type="http://schemas.openxmlformats.org/officeDocument/2006/relationships/image" Target="../media/image8.png"/><Relationship Id="rId12" Type="http://schemas.openxmlformats.org/officeDocument/2006/relationships/slide" Target="slide3.xml"/><Relationship Id="rId17" Type="http://schemas.openxmlformats.org/officeDocument/2006/relationships/slide" Target="slide58.xml"/><Relationship Id="rId2" Type="http://schemas.openxmlformats.org/officeDocument/2006/relationships/image" Target="../media/image3.png"/><Relationship Id="rId16" Type="http://schemas.openxmlformats.org/officeDocument/2006/relationships/slide" Target="slide50.xml"/><Relationship Id="rId20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35.xml"/><Relationship Id="rId10" Type="http://schemas.openxmlformats.org/officeDocument/2006/relationships/image" Target="../media/image11.png"/><Relationship Id="rId19" Type="http://schemas.openxmlformats.org/officeDocument/2006/relationships/slide" Target="slide82.xm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slide" Target="slide21.xml"/><Relationship Id="rId22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19.emf"/><Relationship Id="rId4" Type="http://schemas.openxmlformats.org/officeDocument/2006/relationships/image" Target="../media/image15.png"/><Relationship Id="rId9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jpg"/><Relationship Id="rId4" Type="http://schemas.openxmlformats.org/officeDocument/2006/relationships/image" Target="../media/image22.jpg"/><Relationship Id="rId9" Type="http://schemas.openxmlformats.org/officeDocument/2006/relationships/image" Target="../media/image2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8.png"/><Relationship Id="rId7" Type="http://schemas.openxmlformats.org/officeDocument/2006/relationships/image" Target="../media/image23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30.png"/><Relationship Id="rId10" Type="http://schemas.openxmlformats.org/officeDocument/2006/relationships/image" Target="../media/image31.emf"/><Relationship Id="rId4" Type="http://schemas.openxmlformats.org/officeDocument/2006/relationships/image" Target="../media/image29.png"/><Relationship Id="rId9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customXml" Target="../ink/ink4.xml"/><Relationship Id="rId4" Type="http://schemas.openxmlformats.org/officeDocument/2006/relationships/image" Target="../media/image3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customXml" Target="../ink/ink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slide" Target="slide1.xml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image" Target="../media/image42.png"/><Relationship Id="rId7" Type="http://schemas.openxmlformats.org/officeDocument/2006/relationships/customXml" Target="../ink/ink7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11.xml"/><Relationship Id="rId18" Type="http://schemas.openxmlformats.org/officeDocument/2006/relationships/slide" Target="slide67.xml"/><Relationship Id="rId3" Type="http://schemas.openxmlformats.org/officeDocument/2006/relationships/image" Target="../media/image4.png"/><Relationship Id="rId21" Type="http://schemas.openxmlformats.org/officeDocument/2006/relationships/slide" Target="slide101.xml"/><Relationship Id="rId7" Type="http://schemas.openxmlformats.org/officeDocument/2006/relationships/image" Target="../media/image8.png"/><Relationship Id="rId12" Type="http://schemas.openxmlformats.org/officeDocument/2006/relationships/slide" Target="slide3.xml"/><Relationship Id="rId17" Type="http://schemas.openxmlformats.org/officeDocument/2006/relationships/slide" Target="slide58.xml"/><Relationship Id="rId2" Type="http://schemas.openxmlformats.org/officeDocument/2006/relationships/image" Target="../media/image46.png"/><Relationship Id="rId16" Type="http://schemas.openxmlformats.org/officeDocument/2006/relationships/slide" Target="slide50.xml"/><Relationship Id="rId20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35.xml"/><Relationship Id="rId10" Type="http://schemas.openxmlformats.org/officeDocument/2006/relationships/image" Target="../media/image47.png"/><Relationship Id="rId19" Type="http://schemas.openxmlformats.org/officeDocument/2006/relationships/slide" Target="slide82.xm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slide" Target="slide21.xml"/><Relationship Id="rId22" Type="http://schemas.openxmlformats.org/officeDocument/2006/relationships/slide" Target="sl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emf"/><Relationship Id="rId4" Type="http://schemas.openxmlformats.org/officeDocument/2006/relationships/customXml" Target="../ink/ink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52.emf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slide" Target="slide1.xml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54.png"/><Relationship Id="rId7" Type="http://schemas.openxmlformats.org/officeDocument/2006/relationships/slide" Target="slide1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60.png"/><Relationship Id="rId7" Type="http://schemas.openxmlformats.org/officeDocument/2006/relationships/slide" Target="slide1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68.emf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slide" Target="slide1.xml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0.emf"/><Relationship Id="rId4" Type="http://schemas.openxmlformats.org/officeDocument/2006/relationships/customXml" Target="../ink/ink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4.emf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slide" Target="slide1.xml"/><Relationship Id="rId4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76.png"/><Relationship Id="rId7" Type="http://schemas.openxmlformats.org/officeDocument/2006/relationships/slide" Target="slide1.xm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8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2.emf"/><Relationship Id="rId4" Type="http://schemas.openxmlformats.org/officeDocument/2006/relationships/customXml" Target="../ink/ink1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11.xml"/><Relationship Id="rId18" Type="http://schemas.openxmlformats.org/officeDocument/2006/relationships/slide" Target="slide67.xml"/><Relationship Id="rId3" Type="http://schemas.openxmlformats.org/officeDocument/2006/relationships/image" Target="../media/image83.png"/><Relationship Id="rId21" Type="http://schemas.openxmlformats.org/officeDocument/2006/relationships/slide" Target="slide101.xml"/><Relationship Id="rId7" Type="http://schemas.openxmlformats.org/officeDocument/2006/relationships/image" Target="../media/image8.png"/><Relationship Id="rId12" Type="http://schemas.openxmlformats.org/officeDocument/2006/relationships/slide" Target="slide3.xml"/><Relationship Id="rId17" Type="http://schemas.openxmlformats.org/officeDocument/2006/relationships/slide" Target="slide58.xml"/><Relationship Id="rId2" Type="http://schemas.openxmlformats.org/officeDocument/2006/relationships/image" Target="../media/image3.png"/><Relationship Id="rId16" Type="http://schemas.openxmlformats.org/officeDocument/2006/relationships/slide" Target="slide50.xml"/><Relationship Id="rId20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35.xml"/><Relationship Id="rId10" Type="http://schemas.openxmlformats.org/officeDocument/2006/relationships/image" Target="../media/image47.png"/><Relationship Id="rId19" Type="http://schemas.openxmlformats.org/officeDocument/2006/relationships/slide" Target="slide82.xm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slide" Target="slide21.xml"/><Relationship Id="rId22" Type="http://schemas.openxmlformats.org/officeDocument/2006/relationships/slide" Target="slide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image" Target="../media/image85.png"/><Relationship Id="rId7" Type="http://schemas.openxmlformats.org/officeDocument/2006/relationships/customXml" Target="../ink/ink17.xm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1.emf"/><Relationship Id="rId4" Type="http://schemas.openxmlformats.org/officeDocument/2006/relationships/customXml" Target="../ink/ink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3.emf"/><Relationship Id="rId4" Type="http://schemas.openxmlformats.org/officeDocument/2006/relationships/customXml" Target="../ink/ink2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00.emf"/><Relationship Id="rId4" Type="http://schemas.openxmlformats.org/officeDocument/2006/relationships/image" Target="../media/image96.png"/><Relationship Id="rId9" Type="http://schemas.openxmlformats.org/officeDocument/2006/relationships/customXml" Target="../ink/ink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emf"/><Relationship Id="rId5" Type="http://schemas.openxmlformats.org/officeDocument/2006/relationships/customXml" Target="../ink/ink22.xml"/><Relationship Id="rId4" Type="http://schemas.openxmlformats.org/officeDocument/2006/relationships/slide" Target="slide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5.emf"/><Relationship Id="rId5" Type="http://schemas.openxmlformats.org/officeDocument/2006/relationships/customXml" Target="../ink/ink23.xml"/><Relationship Id="rId4" Type="http://schemas.openxmlformats.org/officeDocument/2006/relationships/image" Target="../media/image10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110.emf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4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emf"/><Relationship Id="rId3" Type="http://schemas.openxmlformats.org/officeDocument/2006/relationships/image" Target="../media/image112.png"/><Relationship Id="rId7" Type="http://schemas.openxmlformats.org/officeDocument/2006/relationships/customXml" Target="../ink/ink25.xml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113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6.emf"/><Relationship Id="rId5" Type="http://schemas.openxmlformats.org/officeDocument/2006/relationships/customXml" Target="../ink/ink26.xml"/><Relationship Id="rId4" Type="http://schemas.openxmlformats.org/officeDocument/2006/relationships/image" Target="../media/image10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8.emf"/><Relationship Id="rId4" Type="http://schemas.openxmlformats.org/officeDocument/2006/relationships/customXml" Target="../ink/ink2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0.emf"/><Relationship Id="rId4" Type="http://schemas.openxmlformats.org/officeDocument/2006/relationships/customXml" Target="../ink/ink2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11.xml"/><Relationship Id="rId18" Type="http://schemas.openxmlformats.org/officeDocument/2006/relationships/slide" Target="slide67.xml"/><Relationship Id="rId3" Type="http://schemas.openxmlformats.org/officeDocument/2006/relationships/image" Target="../media/image4.png"/><Relationship Id="rId21" Type="http://schemas.openxmlformats.org/officeDocument/2006/relationships/slide" Target="slide101.xml"/><Relationship Id="rId7" Type="http://schemas.openxmlformats.org/officeDocument/2006/relationships/image" Target="../media/image8.png"/><Relationship Id="rId12" Type="http://schemas.openxmlformats.org/officeDocument/2006/relationships/slide" Target="slide3.xml"/><Relationship Id="rId17" Type="http://schemas.openxmlformats.org/officeDocument/2006/relationships/slide" Target="slide58.xml"/><Relationship Id="rId2" Type="http://schemas.openxmlformats.org/officeDocument/2006/relationships/image" Target="../media/image3.png"/><Relationship Id="rId16" Type="http://schemas.openxmlformats.org/officeDocument/2006/relationships/slide" Target="slide50.xml"/><Relationship Id="rId20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35.xml"/><Relationship Id="rId10" Type="http://schemas.openxmlformats.org/officeDocument/2006/relationships/image" Target="../media/image47.png"/><Relationship Id="rId19" Type="http://schemas.openxmlformats.org/officeDocument/2006/relationships/slide" Target="slide82.xml"/><Relationship Id="rId4" Type="http://schemas.openxmlformats.org/officeDocument/2006/relationships/image" Target="../media/image123.png"/><Relationship Id="rId9" Type="http://schemas.openxmlformats.org/officeDocument/2006/relationships/image" Target="../media/image10.png"/><Relationship Id="rId14" Type="http://schemas.openxmlformats.org/officeDocument/2006/relationships/slide" Target="slide21.xml"/><Relationship Id="rId22" Type="http://schemas.openxmlformats.org/officeDocument/2006/relationships/slide" Target="slide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5.emf"/><Relationship Id="rId4" Type="http://schemas.openxmlformats.org/officeDocument/2006/relationships/customXml" Target="../ink/ink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7.emf"/><Relationship Id="rId4" Type="http://schemas.openxmlformats.org/officeDocument/2006/relationships/customXml" Target="../ink/ink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3.emf"/><Relationship Id="rId4" Type="http://schemas.openxmlformats.org/officeDocument/2006/relationships/customXml" Target="../ink/ink3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4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9.emf"/><Relationship Id="rId5" Type="http://schemas.openxmlformats.org/officeDocument/2006/relationships/customXml" Target="../ink/ink32.xml"/><Relationship Id="rId4" Type="http://schemas.openxmlformats.org/officeDocument/2006/relationships/image" Target="../media/image14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0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3" Type="http://schemas.openxmlformats.org/officeDocument/2006/relationships/slide" Target="slide1.xml"/><Relationship Id="rId7" Type="http://schemas.openxmlformats.org/officeDocument/2006/relationships/customXml" Target="../ink/ink33.xml"/><Relationship Id="rId2" Type="http://schemas.openxmlformats.org/officeDocument/2006/relationships/image" Target="../media/image15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5.emf"/><Relationship Id="rId5" Type="http://schemas.openxmlformats.org/officeDocument/2006/relationships/customXml" Target="../ink/ink34.xml"/><Relationship Id="rId4" Type="http://schemas.openxmlformats.org/officeDocument/2006/relationships/image" Target="../media/image14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6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7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6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11.xml"/><Relationship Id="rId18" Type="http://schemas.openxmlformats.org/officeDocument/2006/relationships/slide" Target="slide67.xml"/><Relationship Id="rId3" Type="http://schemas.openxmlformats.org/officeDocument/2006/relationships/image" Target="../media/image4.png"/><Relationship Id="rId21" Type="http://schemas.openxmlformats.org/officeDocument/2006/relationships/slide" Target="slide101.xml"/><Relationship Id="rId7" Type="http://schemas.openxmlformats.org/officeDocument/2006/relationships/image" Target="../media/image8.png"/><Relationship Id="rId12" Type="http://schemas.openxmlformats.org/officeDocument/2006/relationships/slide" Target="slide3.xml"/><Relationship Id="rId17" Type="http://schemas.openxmlformats.org/officeDocument/2006/relationships/slide" Target="slide58.xml"/><Relationship Id="rId2" Type="http://schemas.openxmlformats.org/officeDocument/2006/relationships/image" Target="../media/image3.png"/><Relationship Id="rId16" Type="http://schemas.openxmlformats.org/officeDocument/2006/relationships/slide" Target="slide50.xml"/><Relationship Id="rId20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161.png"/><Relationship Id="rId15" Type="http://schemas.openxmlformats.org/officeDocument/2006/relationships/slide" Target="slide35.xml"/><Relationship Id="rId10" Type="http://schemas.openxmlformats.org/officeDocument/2006/relationships/image" Target="../media/image47.png"/><Relationship Id="rId19" Type="http://schemas.openxmlformats.org/officeDocument/2006/relationships/slide" Target="slide82.xm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slide" Target="slide21.xml"/><Relationship Id="rId22" Type="http://schemas.openxmlformats.org/officeDocument/2006/relationships/slide" Target="slide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6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65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66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67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68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69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72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11.xml"/><Relationship Id="rId18" Type="http://schemas.openxmlformats.org/officeDocument/2006/relationships/slide" Target="slide67.xml"/><Relationship Id="rId3" Type="http://schemas.openxmlformats.org/officeDocument/2006/relationships/image" Target="../media/image4.png"/><Relationship Id="rId21" Type="http://schemas.openxmlformats.org/officeDocument/2006/relationships/slide" Target="slide101.xml"/><Relationship Id="rId7" Type="http://schemas.openxmlformats.org/officeDocument/2006/relationships/image" Target="../media/image8.png"/><Relationship Id="rId12" Type="http://schemas.openxmlformats.org/officeDocument/2006/relationships/slide" Target="slide3.xml"/><Relationship Id="rId17" Type="http://schemas.openxmlformats.org/officeDocument/2006/relationships/slide" Target="slide58.xml"/><Relationship Id="rId2" Type="http://schemas.openxmlformats.org/officeDocument/2006/relationships/image" Target="../media/image3.png"/><Relationship Id="rId16" Type="http://schemas.openxmlformats.org/officeDocument/2006/relationships/slide" Target="slide50.xml"/><Relationship Id="rId20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35.xml"/><Relationship Id="rId10" Type="http://schemas.openxmlformats.org/officeDocument/2006/relationships/image" Target="../media/image47.png"/><Relationship Id="rId19" Type="http://schemas.openxmlformats.org/officeDocument/2006/relationships/slide" Target="slide82.xm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slide" Target="slide21.xml"/><Relationship Id="rId22" Type="http://schemas.openxmlformats.org/officeDocument/2006/relationships/slide" Target="slide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7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8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82.jp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83.jp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84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85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11.xml"/><Relationship Id="rId18" Type="http://schemas.openxmlformats.org/officeDocument/2006/relationships/slide" Target="slide67.xml"/><Relationship Id="rId3" Type="http://schemas.openxmlformats.org/officeDocument/2006/relationships/image" Target="../media/image4.png"/><Relationship Id="rId21" Type="http://schemas.openxmlformats.org/officeDocument/2006/relationships/slide" Target="slide101.xml"/><Relationship Id="rId7" Type="http://schemas.openxmlformats.org/officeDocument/2006/relationships/image" Target="../media/image189.png"/><Relationship Id="rId12" Type="http://schemas.openxmlformats.org/officeDocument/2006/relationships/slide" Target="slide3.xml"/><Relationship Id="rId17" Type="http://schemas.openxmlformats.org/officeDocument/2006/relationships/slide" Target="slide58.xml"/><Relationship Id="rId2" Type="http://schemas.openxmlformats.org/officeDocument/2006/relationships/image" Target="../media/image3.png"/><Relationship Id="rId16" Type="http://schemas.openxmlformats.org/officeDocument/2006/relationships/slide" Target="slide50.xml"/><Relationship Id="rId20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35.xml"/><Relationship Id="rId10" Type="http://schemas.openxmlformats.org/officeDocument/2006/relationships/image" Target="../media/image47.png"/><Relationship Id="rId19" Type="http://schemas.openxmlformats.org/officeDocument/2006/relationships/slide" Target="slide82.xm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slide" Target="slide21.xml"/><Relationship Id="rId22" Type="http://schemas.openxmlformats.org/officeDocument/2006/relationships/slide" Target="slide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2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95.png"/><Relationship Id="rId4" Type="http://schemas.openxmlformats.org/officeDocument/2006/relationships/image" Target="../media/image19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96.jp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97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20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01.jp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02.jp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03.jp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04.jp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05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06.jp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07.jp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08.jp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09.jp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13" Type="http://schemas.openxmlformats.org/officeDocument/2006/relationships/slide" Target="slide11.xml"/><Relationship Id="rId18" Type="http://schemas.openxmlformats.org/officeDocument/2006/relationships/slide" Target="slide67.xml"/><Relationship Id="rId3" Type="http://schemas.openxmlformats.org/officeDocument/2006/relationships/image" Target="../media/image4.png"/><Relationship Id="rId21" Type="http://schemas.openxmlformats.org/officeDocument/2006/relationships/slide" Target="slide101.xml"/><Relationship Id="rId7" Type="http://schemas.openxmlformats.org/officeDocument/2006/relationships/image" Target="../media/image8.png"/><Relationship Id="rId12" Type="http://schemas.openxmlformats.org/officeDocument/2006/relationships/slide" Target="slide3.xml"/><Relationship Id="rId17" Type="http://schemas.openxmlformats.org/officeDocument/2006/relationships/slide" Target="slide58.xml"/><Relationship Id="rId2" Type="http://schemas.openxmlformats.org/officeDocument/2006/relationships/image" Target="../media/image3.png"/><Relationship Id="rId16" Type="http://schemas.openxmlformats.org/officeDocument/2006/relationships/slide" Target="slide50.xml"/><Relationship Id="rId20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35.xml"/><Relationship Id="rId10" Type="http://schemas.openxmlformats.org/officeDocument/2006/relationships/image" Target="../media/image47.png"/><Relationship Id="rId19" Type="http://schemas.openxmlformats.org/officeDocument/2006/relationships/slide" Target="slide82.xm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slide" Target="slide21.xml"/><Relationship Id="rId22" Type="http://schemas.openxmlformats.org/officeDocument/2006/relationships/slide" Target="slide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14.png"/><Relationship Id="rId4" Type="http://schemas.openxmlformats.org/officeDocument/2006/relationships/image" Target="../media/image21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15.jp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16.jp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17.jp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18.jp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19.jp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20.jp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21.jp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22.jp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23.jp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11.xml"/><Relationship Id="rId18" Type="http://schemas.openxmlformats.org/officeDocument/2006/relationships/slide" Target="slide67.xml"/><Relationship Id="rId3" Type="http://schemas.openxmlformats.org/officeDocument/2006/relationships/image" Target="../media/image4.png"/><Relationship Id="rId21" Type="http://schemas.openxmlformats.org/officeDocument/2006/relationships/slide" Target="slide101.xml"/><Relationship Id="rId7" Type="http://schemas.openxmlformats.org/officeDocument/2006/relationships/image" Target="../media/image8.png"/><Relationship Id="rId12" Type="http://schemas.openxmlformats.org/officeDocument/2006/relationships/slide" Target="slide3.xml"/><Relationship Id="rId17" Type="http://schemas.openxmlformats.org/officeDocument/2006/relationships/slide" Target="slide58.xml"/><Relationship Id="rId2" Type="http://schemas.openxmlformats.org/officeDocument/2006/relationships/image" Target="../media/image3.png"/><Relationship Id="rId16" Type="http://schemas.openxmlformats.org/officeDocument/2006/relationships/slide" Target="slide50.xml"/><Relationship Id="rId20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35.xml"/><Relationship Id="rId10" Type="http://schemas.openxmlformats.org/officeDocument/2006/relationships/image" Target="../media/image47.png"/><Relationship Id="rId19" Type="http://schemas.openxmlformats.org/officeDocument/2006/relationships/slide" Target="slide82.xml"/><Relationship Id="rId4" Type="http://schemas.openxmlformats.org/officeDocument/2006/relationships/image" Target="../media/image5.png"/><Relationship Id="rId9" Type="http://schemas.openxmlformats.org/officeDocument/2006/relationships/image" Target="../media/image226.png"/><Relationship Id="rId14" Type="http://schemas.openxmlformats.org/officeDocument/2006/relationships/slide" Target="slide21.xml"/><Relationship Id="rId22" Type="http://schemas.openxmlformats.org/officeDocument/2006/relationships/slide" Target="slide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27.jp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jp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image" Target="../media/image230.png"/><Relationship Id="rId7" Type="http://schemas.openxmlformats.org/officeDocument/2006/relationships/image" Target="../media/image234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3.png"/><Relationship Id="rId5" Type="http://schemas.openxmlformats.org/officeDocument/2006/relationships/image" Target="../media/image232.png"/><Relationship Id="rId10" Type="http://schemas.openxmlformats.org/officeDocument/2006/relationships/slide" Target="slide1.xml"/><Relationship Id="rId4" Type="http://schemas.openxmlformats.org/officeDocument/2006/relationships/image" Target="../media/image231.png"/><Relationship Id="rId9" Type="http://schemas.openxmlformats.org/officeDocument/2006/relationships/image" Target="../media/image23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37.jpg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38.jp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11.xml"/><Relationship Id="rId18" Type="http://schemas.openxmlformats.org/officeDocument/2006/relationships/slide" Target="slide67.xml"/><Relationship Id="rId3" Type="http://schemas.openxmlformats.org/officeDocument/2006/relationships/image" Target="../media/image4.png"/><Relationship Id="rId21" Type="http://schemas.openxmlformats.org/officeDocument/2006/relationships/slide" Target="slide101.xml"/><Relationship Id="rId7" Type="http://schemas.openxmlformats.org/officeDocument/2006/relationships/image" Target="../media/image8.png"/><Relationship Id="rId12" Type="http://schemas.openxmlformats.org/officeDocument/2006/relationships/slide" Target="slide3.xml"/><Relationship Id="rId17" Type="http://schemas.openxmlformats.org/officeDocument/2006/relationships/slide" Target="slide58.xml"/><Relationship Id="rId2" Type="http://schemas.openxmlformats.org/officeDocument/2006/relationships/image" Target="../media/image3.png"/><Relationship Id="rId16" Type="http://schemas.openxmlformats.org/officeDocument/2006/relationships/slide" Target="slide50.xml"/><Relationship Id="rId20" Type="http://schemas.openxmlformats.org/officeDocument/2006/relationships/slide" Target="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239.png"/><Relationship Id="rId5" Type="http://schemas.openxmlformats.org/officeDocument/2006/relationships/image" Target="../media/image6.png"/><Relationship Id="rId15" Type="http://schemas.openxmlformats.org/officeDocument/2006/relationships/slide" Target="slide35.xml"/><Relationship Id="rId10" Type="http://schemas.openxmlformats.org/officeDocument/2006/relationships/image" Target="../media/image47.png"/><Relationship Id="rId19" Type="http://schemas.openxmlformats.org/officeDocument/2006/relationships/slide" Target="slide82.xm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slide" Target="slide21.xml"/><Relationship Id="rId22" Type="http://schemas.openxmlformats.org/officeDocument/2006/relationships/slide" Target="slide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jp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88.png"/><Relationship Id="rId4" Type="http://schemas.openxmlformats.org/officeDocument/2006/relationships/image" Target="../media/image242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43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"/>
            <a:ext cx="5759830" cy="32398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82470" y="1375028"/>
            <a:ext cx="3325495" cy="518159"/>
          </a:xfrm>
          <a:prstGeom prst="rect">
            <a:avLst/>
          </a:prstGeom>
          <a:solidFill>
            <a:srgbClr val="FFFFFF">
              <a:alpha val="79606"/>
            </a:srgbClr>
          </a:solidFill>
          <a:ln w="12649">
            <a:solidFill>
              <a:srgbClr val="00000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R="238125" algn="ctr">
              <a:lnSpc>
                <a:spcPct val="100000"/>
              </a:lnSpc>
              <a:spcBef>
                <a:spcPts val="730"/>
              </a:spcBef>
            </a:pPr>
            <a:r>
              <a:rPr sz="1400" cap="small" dirty="0">
                <a:latin typeface="Cambria"/>
                <a:cs typeface="Cambria"/>
              </a:rPr>
              <a:t>Deep</a:t>
            </a:r>
            <a:r>
              <a:rPr sz="1400" cap="small" spc="100" dirty="0">
                <a:latin typeface="Cambria"/>
                <a:cs typeface="Cambria"/>
              </a:rPr>
              <a:t> </a:t>
            </a:r>
            <a:r>
              <a:rPr sz="1400" cap="small" dirty="0">
                <a:latin typeface="Cambria"/>
                <a:cs typeface="Cambria"/>
              </a:rPr>
              <a:t>Neural</a:t>
            </a:r>
            <a:r>
              <a:rPr sz="1400" cap="small" spc="90" dirty="0">
                <a:latin typeface="Cambria"/>
                <a:cs typeface="Cambria"/>
              </a:rPr>
              <a:t> </a:t>
            </a:r>
            <a:r>
              <a:rPr sz="1400" cap="small" spc="-10" dirty="0">
                <a:latin typeface="Cambria"/>
                <a:cs typeface="Cambria"/>
              </a:rPr>
              <a:t>Network</a:t>
            </a:r>
            <a:endParaRPr sz="1400">
              <a:latin typeface="Cambria"/>
              <a:cs typeface="Cambria"/>
            </a:endParaRPr>
          </a:p>
          <a:p>
            <a:pPr marR="243204" algn="ctr">
              <a:lnSpc>
                <a:spcPts val="1620"/>
              </a:lnSpc>
              <a:spcBef>
                <a:spcPts val="50"/>
              </a:spcBef>
            </a:pPr>
            <a:r>
              <a:rPr sz="1400" dirty="0">
                <a:latin typeface="Cambria"/>
                <a:cs typeface="Cambria"/>
              </a:rPr>
              <a:t>M</a:t>
            </a:r>
            <a:r>
              <a:rPr sz="1100" dirty="0">
                <a:latin typeface="Cambria"/>
                <a:cs typeface="Cambria"/>
              </a:rPr>
              <a:t>ODULE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# 7:</a:t>
            </a:r>
            <a:r>
              <a:rPr sz="1400" spc="10" dirty="0">
                <a:latin typeface="Cambria"/>
                <a:cs typeface="Cambria"/>
              </a:rPr>
              <a:t> </a:t>
            </a:r>
            <a:r>
              <a:rPr sz="1400" spc="-25" dirty="0">
                <a:latin typeface="Cambria"/>
                <a:cs typeface="Cambria"/>
              </a:rPr>
              <a:t>RNN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66742" y="2267813"/>
            <a:ext cx="910590" cy="3911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solidFill>
                  <a:srgbClr val="1B1371"/>
                </a:solidFill>
                <a:latin typeface="Arial MT"/>
                <a:cs typeface="Arial MT"/>
              </a:rPr>
              <a:t>DNN</a:t>
            </a:r>
            <a:r>
              <a:rPr sz="950" spc="-30" dirty="0">
                <a:solidFill>
                  <a:srgbClr val="1B1371"/>
                </a:solidFill>
                <a:latin typeface="Arial MT"/>
                <a:cs typeface="Arial MT"/>
              </a:rPr>
              <a:t> </a:t>
            </a:r>
            <a:r>
              <a:rPr sz="950" spc="-20" dirty="0">
                <a:solidFill>
                  <a:srgbClr val="1B1371"/>
                </a:solidFill>
                <a:latin typeface="Arial MT"/>
                <a:cs typeface="Arial MT"/>
              </a:rPr>
              <a:t>Team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BITS</a:t>
            </a:r>
            <a:r>
              <a:rPr sz="9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Pilani</a:t>
            </a:r>
            <a:r>
              <a:rPr sz="950" spc="-20" dirty="0">
                <a:solidFill>
                  <a:srgbClr val="1B1371"/>
                </a:solidFill>
                <a:latin typeface="Tahoma"/>
                <a:cs typeface="Tahoma"/>
              </a:rPr>
              <a:t> WILP</a:t>
            </a:r>
            <a:endParaRPr sz="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7071" y="950493"/>
            <a:ext cx="2847975" cy="964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8440" marR="165735" algn="ctr">
              <a:lnSpc>
                <a:spcPct val="114799"/>
              </a:lnSpc>
              <a:spcBef>
                <a:spcPts val="9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The</a:t>
            </a:r>
            <a:r>
              <a:rPr sz="10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instructor</a:t>
            </a:r>
            <a:r>
              <a:rPr sz="1050" spc="-3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is</a:t>
            </a:r>
            <a:r>
              <a:rPr sz="1050" spc="-3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gratefully</a:t>
            </a:r>
            <a:r>
              <a:rPr sz="1050" spc="-4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acknowledging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the</a:t>
            </a:r>
            <a:r>
              <a:rPr sz="10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authors</a:t>
            </a:r>
            <a:r>
              <a:rPr sz="1050" spc="-3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who</a:t>
            </a:r>
            <a:r>
              <a:rPr sz="10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made</a:t>
            </a:r>
            <a:r>
              <a:rPr sz="1050" spc="-3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their</a:t>
            </a:r>
            <a:r>
              <a:rPr sz="10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course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materials</a:t>
            </a:r>
            <a:r>
              <a:rPr sz="1050" spc="-4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freely</a:t>
            </a:r>
            <a:r>
              <a:rPr sz="1050" spc="-2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available</a:t>
            </a:r>
            <a:r>
              <a:rPr sz="1050" spc="-4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online.</a:t>
            </a:r>
            <a:endParaRPr sz="10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0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This</a:t>
            </a:r>
            <a:r>
              <a:rPr sz="10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deck</a:t>
            </a:r>
            <a:r>
              <a:rPr sz="1050" spc="-1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is</a:t>
            </a:r>
            <a:r>
              <a:rPr sz="10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prepared</a:t>
            </a:r>
            <a:r>
              <a:rPr sz="1050" spc="-5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by</a:t>
            </a:r>
            <a:r>
              <a:rPr sz="1050" spc="-1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Seetha</a:t>
            </a:r>
            <a:r>
              <a:rPr sz="1050" spc="-2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Parameswaran.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690">
              <a:lnSpc>
                <a:spcPts val="670"/>
              </a:lnSpc>
            </a:pPr>
            <a:fld id="{81D60167-4931-47E6-BA6A-407CBD079E47}" type="slidenum">
              <a:rPr dirty="0"/>
              <a:t>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29600"/>
            <a:ext cx="2555240" cy="252285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2" action="ppaction://hlinksldjump"/>
              </a:rPr>
              <a:t>Introductio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2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2" action="ppaction://hlinksldjump"/>
              </a:rPr>
              <a:t>t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2" action="ppaction://hlinksldjump"/>
              </a:rPr>
              <a:t>Sequenc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4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2" action="ppaction://hlinksldjump"/>
              </a:rPr>
              <a:t>Modeling</a:t>
            </a:r>
            <a:endParaRPr sz="1400">
              <a:latin typeface="Calibri"/>
              <a:cs typeface="Calibri"/>
            </a:endParaRPr>
          </a:p>
          <a:p>
            <a:pPr marL="12700" marR="796925">
              <a:lnSpc>
                <a:spcPct val="1170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Model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6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Theory</a:t>
            </a:r>
            <a:r>
              <a:rPr sz="1400" cap="small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Basi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c</a:t>
            </a:r>
            <a:r>
              <a:rPr sz="1400" u="sng" cap="small" spc="7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RNN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Architecture</a:t>
            </a:r>
            <a:r>
              <a:rPr sz="1400" cap="small" spc="-1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RNN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Trainin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&amp;</a:t>
            </a:r>
            <a:r>
              <a:rPr sz="1400" u="sng" cap="small" spc="-1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BPTT</a:t>
            </a:r>
            <a:r>
              <a:rPr sz="1400" cap="small" spc="-2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directiona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Dee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p</a:t>
            </a:r>
            <a:r>
              <a:rPr sz="1400" u="sng" cap="small" spc="7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(Stacked)</a:t>
            </a:r>
            <a:r>
              <a:rPr sz="1400" u="sng" cap="small" spc="4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Gate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Recurren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t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Unit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(GRU)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Lon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Short-Ter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m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Memor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y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(LSTM)</a:t>
            </a:r>
            <a:endParaRPr sz="1400">
              <a:latin typeface="Calibri"/>
              <a:cs typeface="Calibri"/>
            </a:endParaRPr>
          </a:p>
          <a:p>
            <a:pPr marL="12700" marR="6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m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Serie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Forecastin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Applications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Compariso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&amp;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690">
              <a:lnSpc>
                <a:spcPts val="670"/>
              </a:lnSpc>
            </a:pPr>
            <a:fld id="{81D60167-4931-47E6-BA6A-407CBD079E47}" type="slidenum">
              <a:rPr dirty="0"/>
              <a:t>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Motivation:</a:t>
            </a:r>
            <a:r>
              <a:rPr cap="small" spc="-1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Why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Sequence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spc="-35" dirty="0">
                <a:solidFill>
                  <a:srgbClr val="FFFFFF"/>
                </a:solidFill>
              </a:rPr>
              <a:t>Models?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542975"/>
            <a:ext cx="2482215" cy="2194560"/>
            <a:chOff x="513702" y="542975"/>
            <a:chExt cx="2482215" cy="21945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42975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586788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770303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97584" y="2540203"/>
              <a:ext cx="327025" cy="192405"/>
            </a:xfrm>
            <a:custGeom>
              <a:avLst/>
              <a:gdLst/>
              <a:ahLst/>
              <a:cxnLst/>
              <a:rect l="l" t="t" r="r" b="b"/>
              <a:pathLst>
                <a:path w="327025" h="192405">
                  <a:moveTo>
                    <a:pt x="275843" y="0"/>
                  </a:moveTo>
                  <a:lnTo>
                    <a:pt x="50546" y="0"/>
                  </a:lnTo>
                  <a:lnTo>
                    <a:pt x="30860" y="3975"/>
                  </a:lnTo>
                  <a:lnTo>
                    <a:pt x="14731" y="14820"/>
                  </a:lnTo>
                  <a:lnTo>
                    <a:pt x="3937" y="30911"/>
                  </a:lnTo>
                  <a:lnTo>
                    <a:pt x="0" y="50609"/>
                  </a:lnTo>
                  <a:lnTo>
                    <a:pt x="0" y="141465"/>
                  </a:lnTo>
                  <a:lnTo>
                    <a:pt x="3937" y="161162"/>
                  </a:lnTo>
                  <a:lnTo>
                    <a:pt x="14731" y="177241"/>
                  </a:lnTo>
                  <a:lnTo>
                    <a:pt x="30860" y="188086"/>
                  </a:lnTo>
                  <a:lnTo>
                    <a:pt x="50546" y="192074"/>
                  </a:lnTo>
                  <a:lnTo>
                    <a:pt x="275843" y="192074"/>
                  </a:lnTo>
                  <a:lnTo>
                    <a:pt x="295528" y="188086"/>
                  </a:lnTo>
                  <a:lnTo>
                    <a:pt x="311658" y="177241"/>
                  </a:lnTo>
                  <a:lnTo>
                    <a:pt x="322579" y="161162"/>
                  </a:lnTo>
                  <a:lnTo>
                    <a:pt x="326516" y="141465"/>
                  </a:lnTo>
                  <a:lnTo>
                    <a:pt x="326516" y="50609"/>
                  </a:lnTo>
                  <a:lnTo>
                    <a:pt x="322579" y="30911"/>
                  </a:lnTo>
                  <a:lnTo>
                    <a:pt x="311658" y="14820"/>
                  </a:lnTo>
                  <a:lnTo>
                    <a:pt x="295528" y="3975"/>
                  </a:lnTo>
                  <a:lnTo>
                    <a:pt x="275843" y="0"/>
                  </a:lnTo>
                  <a:close/>
                </a:path>
              </a:pathLst>
            </a:custGeom>
            <a:solidFill>
              <a:srgbClr val="D2E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97584" y="2540203"/>
              <a:ext cx="327025" cy="192405"/>
            </a:xfrm>
            <a:custGeom>
              <a:avLst/>
              <a:gdLst/>
              <a:ahLst/>
              <a:cxnLst/>
              <a:rect l="l" t="t" r="r" b="b"/>
              <a:pathLst>
                <a:path w="327025" h="192405">
                  <a:moveTo>
                    <a:pt x="275843" y="0"/>
                  </a:moveTo>
                  <a:lnTo>
                    <a:pt x="50546" y="0"/>
                  </a:lnTo>
                  <a:lnTo>
                    <a:pt x="30860" y="3975"/>
                  </a:lnTo>
                  <a:lnTo>
                    <a:pt x="14731" y="14820"/>
                  </a:lnTo>
                  <a:lnTo>
                    <a:pt x="3937" y="30911"/>
                  </a:lnTo>
                  <a:lnTo>
                    <a:pt x="0" y="50609"/>
                  </a:lnTo>
                  <a:lnTo>
                    <a:pt x="0" y="141465"/>
                  </a:lnTo>
                  <a:lnTo>
                    <a:pt x="3937" y="161162"/>
                  </a:lnTo>
                  <a:lnTo>
                    <a:pt x="14731" y="177241"/>
                  </a:lnTo>
                  <a:lnTo>
                    <a:pt x="30860" y="188086"/>
                  </a:lnTo>
                  <a:lnTo>
                    <a:pt x="50546" y="192074"/>
                  </a:lnTo>
                  <a:lnTo>
                    <a:pt x="275843" y="192074"/>
                  </a:lnTo>
                  <a:lnTo>
                    <a:pt x="295528" y="188086"/>
                  </a:lnTo>
                  <a:lnTo>
                    <a:pt x="311658" y="177241"/>
                  </a:lnTo>
                  <a:lnTo>
                    <a:pt x="322579" y="161162"/>
                  </a:lnTo>
                  <a:lnTo>
                    <a:pt x="326516" y="141465"/>
                  </a:lnTo>
                  <a:lnTo>
                    <a:pt x="326516" y="50609"/>
                  </a:lnTo>
                  <a:lnTo>
                    <a:pt x="322579" y="30911"/>
                  </a:lnTo>
                  <a:lnTo>
                    <a:pt x="311658" y="14820"/>
                  </a:lnTo>
                  <a:lnTo>
                    <a:pt x="295528" y="3975"/>
                  </a:lnTo>
                  <a:lnTo>
                    <a:pt x="27584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36240" y="797940"/>
              <a:ext cx="59690" cy="6350"/>
            </a:xfrm>
            <a:custGeom>
              <a:avLst/>
              <a:gdLst/>
              <a:ahLst/>
              <a:cxnLst/>
              <a:rect l="l" t="t" r="r" b="b"/>
              <a:pathLst>
                <a:path w="59689" h="6350">
                  <a:moveTo>
                    <a:pt x="59436" y="0"/>
                  </a:moveTo>
                  <a:lnTo>
                    <a:pt x="0" y="0"/>
                  </a:lnTo>
                  <a:lnTo>
                    <a:pt x="0" y="6095"/>
                  </a:lnTo>
                  <a:lnTo>
                    <a:pt x="59436" y="6095"/>
                  </a:lnTo>
                  <a:lnTo>
                    <a:pt x="594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2663" y="440962"/>
            <a:ext cx="4228465" cy="141414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10"/>
              </a:spcBef>
            </a:pPr>
            <a:r>
              <a:rPr sz="1050" dirty="0">
                <a:latin typeface="Tahoma"/>
                <a:cs typeface="Tahoma"/>
              </a:rPr>
              <a:t>Many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real-world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problems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involve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sequential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data:</a:t>
            </a:r>
            <a:endParaRPr sz="10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8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Natural</a:t>
            </a:r>
            <a:r>
              <a:rPr sz="950" spc="-1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Language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”The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cat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sat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on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the</a:t>
            </a:r>
            <a:r>
              <a:rPr sz="950" spc="440" dirty="0">
                <a:latin typeface="Tahoma"/>
                <a:cs typeface="Tahoma"/>
              </a:rPr>
              <a:t> </a:t>
            </a:r>
            <a:r>
              <a:rPr sz="950" spc="-50" dirty="0">
                <a:latin typeface="Tahoma"/>
                <a:cs typeface="Tahoma"/>
              </a:rPr>
              <a:t>”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1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6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Time</a:t>
            </a:r>
            <a:r>
              <a:rPr sz="9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Series</a:t>
            </a:r>
            <a:r>
              <a:rPr sz="950" spc="-5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Forecasting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Stock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prices,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temperature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prediction,</a:t>
            </a:r>
            <a:r>
              <a:rPr sz="950" spc="-6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sensor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data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Speech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Audio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signals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over</a:t>
            </a:r>
            <a:r>
              <a:rPr sz="950" spc="-20" dirty="0">
                <a:latin typeface="Tahoma"/>
                <a:cs typeface="Tahoma"/>
              </a:rPr>
              <a:t> time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Video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Frame</a:t>
            </a:r>
            <a:r>
              <a:rPr sz="950" spc="-10" dirty="0">
                <a:latin typeface="Tahoma"/>
                <a:cs typeface="Tahoma"/>
              </a:rPr>
              <a:t> sequences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4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Genomics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DNA/protein</a:t>
            </a:r>
            <a:r>
              <a:rPr sz="950" spc="-10" dirty="0">
                <a:latin typeface="Tahoma"/>
                <a:cs typeface="Tahoma"/>
              </a:rPr>
              <a:t> sequences</a:t>
            </a:r>
            <a:endParaRPr sz="9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90"/>
              </a:spcBef>
            </a:pPr>
            <a:r>
              <a:rPr sz="1050" dirty="0">
                <a:latin typeface="Tahoma"/>
                <a:cs typeface="Tahoma"/>
              </a:rPr>
              <a:t>Key</a:t>
            </a:r>
            <a:r>
              <a:rPr sz="1050" spc="20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characteristic:</a:t>
            </a:r>
            <a:r>
              <a:rPr sz="1050" dirty="0"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Order</a:t>
            </a:r>
            <a:r>
              <a:rPr sz="1050" spc="-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matters</a:t>
            </a:r>
            <a:endParaRPr sz="10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204"/>
              </a:spcBef>
            </a:pPr>
            <a:r>
              <a:rPr sz="1050" dirty="0">
                <a:latin typeface="Tahoma"/>
                <a:cs typeface="Tahoma"/>
              </a:rPr>
              <a:t>Dependencies</a:t>
            </a:r>
            <a:r>
              <a:rPr sz="1050" spc="-6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exist</a:t>
            </a:r>
            <a:r>
              <a:rPr sz="1050" spc="-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across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time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steps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30222" y="2537866"/>
            <a:ext cx="2489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ahoma"/>
                <a:cs typeface="Tahoma"/>
              </a:rPr>
              <a:t>The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51418" y="2539098"/>
            <a:ext cx="1129665" cy="194310"/>
            <a:chOff x="1951418" y="2539098"/>
            <a:chExt cx="1129665" cy="194310"/>
          </a:xfrm>
        </p:grpSpPr>
        <p:sp>
          <p:nvSpPr>
            <p:cNvPr id="13" name="object 13"/>
            <p:cNvSpPr/>
            <p:nvPr/>
          </p:nvSpPr>
          <p:spPr>
            <a:xfrm>
              <a:off x="1956180" y="2543860"/>
              <a:ext cx="273685" cy="184785"/>
            </a:xfrm>
            <a:custGeom>
              <a:avLst/>
              <a:gdLst/>
              <a:ahLst/>
              <a:cxnLst/>
              <a:rect l="l" t="t" r="r" b="b"/>
              <a:pathLst>
                <a:path w="273685" h="184785">
                  <a:moveTo>
                    <a:pt x="222757" y="0"/>
                  </a:moveTo>
                  <a:lnTo>
                    <a:pt x="50545" y="0"/>
                  </a:lnTo>
                  <a:lnTo>
                    <a:pt x="30861" y="3975"/>
                  </a:lnTo>
                  <a:lnTo>
                    <a:pt x="14731" y="14820"/>
                  </a:lnTo>
                  <a:lnTo>
                    <a:pt x="3937" y="30911"/>
                  </a:lnTo>
                  <a:lnTo>
                    <a:pt x="0" y="50609"/>
                  </a:lnTo>
                  <a:lnTo>
                    <a:pt x="0" y="134150"/>
                  </a:lnTo>
                  <a:lnTo>
                    <a:pt x="3937" y="153847"/>
                  </a:lnTo>
                  <a:lnTo>
                    <a:pt x="14731" y="169938"/>
                  </a:lnTo>
                  <a:lnTo>
                    <a:pt x="30861" y="180784"/>
                  </a:lnTo>
                  <a:lnTo>
                    <a:pt x="50545" y="184759"/>
                  </a:lnTo>
                  <a:lnTo>
                    <a:pt x="222757" y="184759"/>
                  </a:lnTo>
                  <a:lnTo>
                    <a:pt x="242443" y="180784"/>
                  </a:lnTo>
                  <a:lnTo>
                    <a:pt x="258444" y="169938"/>
                  </a:lnTo>
                  <a:lnTo>
                    <a:pt x="269367" y="153847"/>
                  </a:lnTo>
                  <a:lnTo>
                    <a:pt x="273304" y="134150"/>
                  </a:lnTo>
                  <a:lnTo>
                    <a:pt x="273304" y="50609"/>
                  </a:lnTo>
                  <a:lnTo>
                    <a:pt x="269367" y="30911"/>
                  </a:lnTo>
                  <a:lnTo>
                    <a:pt x="258444" y="14820"/>
                  </a:lnTo>
                  <a:lnTo>
                    <a:pt x="242443" y="3975"/>
                  </a:lnTo>
                  <a:lnTo>
                    <a:pt x="222757" y="0"/>
                  </a:lnTo>
                  <a:close/>
                </a:path>
              </a:pathLst>
            </a:custGeom>
            <a:solidFill>
              <a:srgbClr val="D2E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56180" y="2543860"/>
              <a:ext cx="273685" cy="184785"/>
            </a:xfrm>
            <a:custGeom>
              <a:avLst/>
              <a:gdLst/>
              <a:ahLst/>
              <a:cxnLst/>
              <a:rect l="l" t="t" r="r" b="b"/>
              <a:pathLst>
                <a:path w="273685" h="184785">
                  <a:moveTo>
                    <a:pt x="222757" y="0"/>
                  </a:moveTo>
                  <a:lnTo>
                    <a:pt x="50545" y="0"/>
                  </a:lnTo>
                  <a:lnTo>
                    <a:pt x="30861" y="3975"/>
                  </a:lnTo>
                  <a:lnTo>
                    <a:pt x="14731" y="14820"/>
                  </a:lnTo>
                  <a:lnTo>
                    <a:pt x="3937" y="30911"/>
                  </a:lnTo>
                  <a:lnTo>
                    <a:pt x="0" y="50609"/>
                  </a:lnTo>
                  <a:lnTo>
                    <a:pt x="0" y="134150"/>
                  </a:lnTo>
                  <a:lnTo>
                    <a:pt x="3937" y="153847"/>
                  </a:lnTo>
                  <a:lnTo>
                    <a:pt x="14731" y="169938"/>
                  </a:lnTo>
                  <a:lnTo>
                    <a:pt x="30861" y="180784"/>
                  </a:lnTo>
                  <a:lnTo>
                    <a:pt x="50545" y="184759"/>
                  </a:lnTo>
                  <a:lnTo>
                    <a:pt x="222757" y="184759"/>
                  </a:lnTo>
                  <a:lnTo>
                    <a:pt x="242443" y="180784"/>
                  </a:lnTo>
                  <a:lnTo>
                    <a:pt x="258444" y="169938"/>
                  </a:lnTo>
                  <a:lnTo>
                    <a:pt x="269367" y="153847"/>
                  </a:lnTo>
                  <a:lnTo>
                    <a:pt x="273304" y="134150"/>
                  </a:lnTo>
                  <a:lnTo>
                    <a:pt x="273304" y="50609"/>
                  </a:lnTo>
                  <a:lnTo>
                    <a:pt x="269367" y="30911"/>
                  </a:lnTo>
                  <a:lnTo>
                    <a:pt x="258444" y="14820"/>
                  </a:lnTo>
                  <a:lnTo>
                    <a:pt x="242443" y="3975"/>
                  </a:lnTo>
                  <a:lnTo>
                    <a:pt x="22275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88107" y="2543860"/>
              <a:ext cx="273685" cy="184785"/>
            </a:xfrm>
            <a:custGeom>
              <a:avLst/>
              <a:gdLst/>
              <a:ahLst/>
              <a:cxnLst/>
              <a:rect l="l" t="t" r="r" b="b"/>
              <a:pathLst>
                <a:path w="273685" h="184785">
                  <a:moveTo>
                    <a:pt x="222758" y="0"/>
                  </a:moveTo>
                  <a:lnTo>
                    <a:pt x="50673" y="0"/>
                  </a:lnTo>
                  <a:lnTo>
                    <a:pt x="30987" y="3975"/>
                  </a:lnTo>
                  <a:lnTo>
                    <a:pt x="14859" y="14820"/>
                  </a:lnTo>
                  <a:lnTo>
                    <a:pt x="4064" y="30911"/>
                  </a:lnTo>
                  <a:lnTo>
                    <a:pt x="0" y="50609"/>
                  </a:lnTo>
                  <a:lnTo>
                    <a:pt x="0" y="134150"/>
                  </a:lnTo>
                  <a:lnTo>
                    <a:pt x="4064" y="153847"/>
                  </a:lnTo>
                  <a:lnTo>
                    <a:pt x="14859" y="169938"/>
                  </a:lnTo>
                  <a:lnTo>
                    <a:pt x="30987" y="180784"/>
                  </a:lnTo>
                  <a:lnTo>
                    <a:pt x="50673" y="184759"/>
                  </a:lnTo>
                  <a:lnTo>
                    <a:pt x="222758" y="184759"/>
                  </a:lnTo>
                  <a:lnTo>
                    <a:pt x="242443" y="180784"/>
                  </a:lnTo>
                  <a:lnTo>
                    <a:pt x="258572" y="169938"/>
                  </a:lnTo>
                  <a:lnTo>
                    <a:pt x="269494" y="153847"/>
                  </a:lnTo>
                  <a:lnTo>
                    <a:pt x="273431" y="134150"/>
                  </a:lnTo>
                  <a:lnTo>
                    <a:pt x="273431" y="50609"/>
                  </a:lnTo>
                  <a:lnTo>
                    <a:pt x="269494" y="30911"/>
                  </a:lnTo>
                  <a:lnTo>
                    <a:pt x="258572" y="14820"/>
                  </a:lnTo>
                  <a:lnTo>
                    <a:pt x="242443" y="3975"/>
                  </a:lnTo>
                  <a:lnTo>
                    <a:pt x="222758" y="0"/>
                  </a:lnTo>
                  <a:close/>
                </a:path>
              </a:pathLst>
            </a:custGeom>
            <a:solidFill>
              <a:srgbClr val="D2E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88107" y="2543860"/>
              <a:ext cx="273685" cy="184785"/>
            </a:xfrm>
            <a:custGeom>
              <a:avLst/>
              <a:gdLst/>
              <a:ahLst/>
              <a:cxnLst/>
              <a:rect l="l" t="t" r="r" b="b"/>
              <a:pathLst>
                <a:path w="273685" h="184785">
                  <a:moveTo>
                    <a:pt x="222758" y="0"/>
                  </a:moveTo>
                  <a:lnTo>
                    <a:pt x="50673" y="0"/>
                  </a:lnTo>
                  <a:lnTo>
                    <a:pt x="30987" y="3975"/>
                  </a:lnTo>
                  <a:lnTo>
                    <a:pt x="14859" y="14820"/>
                  </a:lnTo>
                  <a:lnTo>
                    <a:pt x="4064" y="30911"/>
                  </a:lnTo>
                  <a:lnTo>
                    <a:pt x="0" y="50609"/>
                  </a:lnTo>
                  <a:lnTo>
                    <a:pt x="0" y="134150"/>
                  </a:lnTo>
                  <a:lnTo>
                    <a:pt x="4064" y="153847"/>
                  </a:lnTo>
                  <a:lnTo>
                    <a:pt x="14859" y="169938"/>
                  </a:lnTo>
                  <a:lnTo>
                    <a:pt x="30987" y="180784"/>
                  </a:lnTo>
                  <a:lnTo>
                    <a:pt x="50673" y="184759"/>
                  </a:lnTo>
                  <a:lnTo>
                    <a:pt x="222758" y="184759"/>
                  </a:lnTo>
                  <a:lnTo>
                    <a:pt x="242443" y="180784"/>
                  </a:lnTo>
                  <a:lnTo>
                    <a:pt x="258572" y="169938"/>
                  </a:lnTo>
                  <a:lnTo>
                    <a:pt x="269494" y="153847"/>
                  </a:lnTo>
                  <a:lnTo>
                    <a:pt x="273431" y="134150"/>
                  </a:lnTo>
                  <a:lnTo>
                    <a:pt x="273431" y="50609"/>
                  </a:lnTo>
                  <a:lnTo>
                    <a:pt x="269494" y="30911"/>
                  </a:lnTo>
                  <a:lnTo>
                    <a:pt x="258572" y="14820"/>
                  </a:lnTo>
                  <a:lnTo>
                    <a:pt x="242443" y="3975"/>
                  </a:lnTo>
                  <a:lnTo>
                    <a:pt x="222758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2734" y="2550045"/>
              <a:ext cx="248094" cy="17238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988947" y="2502509"/>
            <a:ext cx="2032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ahoma"/>
                <a:cs typeface="Tahoma"/>
              </a:rPr>
              <a:t>cat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04108" y="2662224"/>
            <a:ext cx="13017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ahoma"/>
                <a:cs typeface="Tahoma"/>
              </a:rPr>
              <a:t>sa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88947" y="2822854"/>
            <a:ext cx="704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latin typeface="Tahoma"/>
                <a:cs typeface="Tahoma"/>
              </a:rPr>
              <a:t>t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04108" y="2923438"/>
            <a:ext cx="730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latin typeface="Tahoma"/>
                <a:cs typeface="Tahoma"/>
              </a:rPr>
              <a:t>o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01647" y="3096092"/>
            <a:ext cx="74930" cy="1619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050" spc="-50" dirty="0">
                <a:latin typeface="Tahoma"/>
                <a:cs typeface="Tahoma"/>
              </a:rPr>
              <a:t>n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243516" y="2535440"/>
            <a:ext cx="290830" cy="201930"/>
            <a:chOff x="3243516" y="2535440"/>
            <a:chExt cx="290830" cy="201930"/>
          </a:xfrm>
        </p:grpSpPr>
        <p:sp>
          <p:nvSpPr>
            <p:cNvPr id="24" name="object 24"/>
            <p:cNvSpPr/>
            <p:nvPr/>
          </p:nvSpPr>
          <p:spPr>
            <a:xfrm>
              <a:off x="3248279" y="2540203"/>
              <a:ext cx="281305" cy="192405"/>
            </a:xfrm>
            <a:custGeom>
              <a:avLst/>
              <a:gdLst/>
              <a:ahLst/>
              <a:cxnLst/>
              <a:rect l="l" t="t" r="r" b="b"/>
              <a:pathLst>
                <a:path w="281304" h="192405">
                  <a:moveTo>
                    <a:pt x="230505" y="0"/>
                  </a:moveTo>
                  <a:lnTo>
                    <a:pt x="50672" y="0"/>
                  </a:lnTo>
                  <a:lnTo>
                    <a:pt x="30987" y="3975"/>
                  </a:lnTo>
                  <a:lnTo>
                    <a:pt x="14858" y="14820"/>
                  </a:lnTo>
                  <a:lnTo>
                    <a:pt x="4063" y="30911"/>
                  </a:lnTo>
                  <a:lnTo>
                    <a:pt x="0" y="50609"/>
                  </a:lnTo>
                  <a:lnTo>
                    <a:pt x="0" y="141465"/>
                  </a:lnTo>
                  <a:lnTo>
                    <a:pt x="4063" y="161162"/>
                  </a:lnTo>
                  <a:lnTo>
                    <a:pt x="14858" y="177253"/>
                  </a:lnTo>
                  <a:lnTo>
                    <a:pt x="30987" y="188099"/>
                  </a:lnTo>
                  <a:lnTo>
                    <a:pt x="50672" y="192074"/>
                  </a:lnTo>
                  <a:lnTo>
                    <a:pt x="230505" y="192074"/>
                  </a:lnTo>
                  <a:lnTo>
                    <a:pt x="250190" y="188099"/>
                  </a:lnTo>
                  <a:lnTo>
                    <a:pt x="266192" y="177253"/>
                  </a:lnTo>
                  <a:lnTo>
                    <a:pt x="277113" y="161162"/>
                  </a:lnTo>
                  <a:lnTo>
                    <a:pt x="281050" y="141465"/>
                  </a:lnTo>
                  <a:lnTo>
                    <a:pt x="281050" y="50609"/>
                  </a:lnTo>
                  <a:lnTo>
                    <a:pt x="277113" y="30911"/>
                  </a:lnTo>
                  <a:lnTo>
                    <a:pt x="266192" y="14820"/>
                  </a:lnTo>
                  <a:lnTo>
                    <a:pt x="250190" y="3975"/>
                  </a:lnTo>
                  <a:lnTo>
                    <a:pt x="230505" y="0"/>
                  </a:lnTo>
                  <a:close/>
                </a:path>
              </a:pathLst>
            </a:custGeom>
            <a:solidFill>
              <a:srgbClr val="D2E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48279" y="2540203"/>
              <a:ext cx="281305" cy="192405"/>
            </a:xfrm>
            <a:custGeom>
              <a:avLst/>
              <a:gdLst/>
              <a:ahLst/>
              <a:cxnLst/>
              <a:rect l="l" t="t" r="r" b="b"/>
              <a:pathLst>
                <a:path w="281304" h="192405">
                  <a:moveTo>
                    <a:pt x="230505" y="0"/>
                  </a:moveTo>
                  <a:lnTo>
                    <a:pt x="50672" y="0"/>
                  </a:lnTo>
                  <a:lnTo>
                    <a:pt x="30987" y="3975"/>
                  </a:lnTo>
                  <a:lnTo>
                    <a:pt x="14858" y="14820"/>
                  </a:lnTo>
                  <a:lnTo>
                    <a:pt x="4063" y="30911"/>
                  </a:lnTo>
                  <a:lnTo>
                    <a:pt x="0" y="50609"/>
                  </a:lnTo>
                  <a:lnTo>
                    <a:pt x="0" y="141465"/>
                  </a:lnTo>
                  <a:lnTo>
                    <a:pt x="4063" y="161162"/>
                  </a:lnTo>
                  <a:lnTo>
                    <a:pt x="14858" y="177253"/>
                  </a:lnTo>
                  <a:lnTo>
                    <a:pt x="30987" y="188099"/>
                  </a:lnTo>
                  <a:lnTo>
                    <a:pt x="50672" y="192074"/>
                  </a:lnTo>
                  <a:lnTo>
                    <a:pt x="230505" y="192074"/>
                  </a:lnTo>
                  <a:lnTo>
                    <a:pt x="250190" y="188099"/>
                  </a:lnTo>
                  <a:lnTo>
                    <a:pt x="266192" y="177253"/>
                  </a:lnTo>
                  <a:lnTo>
                    <a:pt x="277113" y="161162"/>
                  </a:lnTo>
                  <a:lnTo>
                    <a:pt x="281050" y="141465"/>
                  </a:lnTo>
                  <a:lnTo>
                    <a:pt x="281050" y="50609"/>
                  </a:lnTo>
                  <a:lnTo>
                    <a:pt x="277113" y="30911"/>
                  </a:lnTo>
                  <a:lnTo>
                    <a:pt x="266192" y="14820"/>
                  </a:lnTo>
                  <a:lnTo>
                    <a:pt x="250190" y="3975"/>
                  </a:lnTo>
                  <a:lnTo>
                    <a:pt x="230505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281553" y="2537866"/>
            <a:ext cx="21526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ahoma"/>
                <a:cs typeface="Tahoma"/>
              </a:rPr>
              <a:t>the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34815" y="2538793"/>
            <a:ext cx="172123" cy="194881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3770503" y="2539085"/>
            <a:ext cx="895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latin typeface="Tahoma"/>
                <a:cs typeface="Tahoma"/>
              </a:rPr>
              <a:t>?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0" y="2175654"/>
            <a:ext cx="5760085" cy="1057910"/>
            <a:chOff x="0" y="2175654"/>
            <a:chExt cx="5760085" cy="1057910"/>
          </a:xfrm>
        </p:grpSpPr>
        <p:sp>
          <p:nvSpPr>
            <p:cNvPr id="30" name="object 30"/>
            <p:cNvSpPr/>
            <p:nvPr/>
          </p:nvSpPr>
          <p:spPr>
            <a:xfrm>
              <a:off x="1778254" y="2180704"/>
              <a:ext cx="1954530" cy="420370"/>
            </a:xfrm>
            <a:custGeom>
              <a:avLst/>
              <a:gdLst/>
              <a:ahLst/>
              <a:cxnLst/>
              <a:rect l="l" t="t" r="r" b="b"/>
              <a:pathLst>
                <a:path w="1954529" h="420369">
                  <a:moveTo>
                    <a:pt x="0" y="356971"/>
                  </a:moveTo>
                  <a:lnTo>
                    <a:pt x="39877" y="325399"/>
                  </a:lnTo>
                  <a:lnTo>
                    <a:pt x="80137" y="295313"/>
                  </a:lnTo>
                  <a:lnTo>
                    <a:pt x="121031" y="266674"/>
                  </a:lnTo>
                  <a:lnTo>
                    <a:pt x="162432" y="239509"/>
                  </a:lnTo>
                  <a:lnTo>
                    <a:pt x="204215" y="213804"/>
                  </a:lnTo>
                  <a:lnTo>
                    <a:pt x="246506" y="189560"/>
                  </a:lnTo>
                  <a:lnTo>
                    <a:pt x="289178" y="166789"/>
                  </a:lnTo>
                  <a:lnTo>
                    <a:pt x="332231" y="145465"/>
                  </a:lnTo>
                  <a:lnTo>
                    <a:pt x="375538" y="125615"/>
                  </a:lnTo>
                  <a:lnTo>
                    <a:pt x="419353" y="107213"/>
                  </a:lnTo>
                  <a:lnTo>
                    <a:pt x="463295" y="90271"/>
                  </a:lnTo>
                  <a:lnTo>
                    <a:pt x="507619" y="74790"/>
                  </a:lnTo>
                  <a:lnTo>
                    <a:pt x="552069" y="60769"/>
                  </a:lnTo>
                  <a:lnTo>
                    <a:pt x="596900" y="48196"/>
                  </a:lnTo>
                  <a:lnTo>
                    <a:pt x="641731" y="37096"/>
                  </a:lnTo>
                  <a:lnTo>
                    <a:pt x="686943" y="27432"/>
                  </a:lnTo>
                  <a:lnTo>
                    <a:pt x="732154" y="19227"/>
                  </a:lnTo>
                  <a:lnTo>
                    <a:pt x="777494" y="12484"/>
                  </a:lnTo>
                  <a:lnTo>
                    <a:pt x="822959" y="7188"/>
                  </a:lnTo>
                  <a:lnTo>
                    <a:pt x="868426" y="3340"/>
                  </a:lnTo>
                  <a:lnTo>
                    <a:pt x="914019" y="952"/>
                  </a:lnTo>
                  <a:lnTo>
                    <a:pt x="959612" y="0"/>
                  </a:lnTo>
                  <a:lnTo>
                    <a:pt x="1005077" y="508"/>
                  </a:lnTo>
                  <a:lnTo>
                    <a:pt x="1050544" y="2463"/>
                  </a:lnTo>
                  <a:lnTo>
                    <a:pt x="1096009" y="5867"/>
                  </a:lnTo>
                  <a:lnTo>
                    <a:pt x="1141348" y="10718"/>
                  </a:lnTo>
                  <a:lnTo>
                    <a:pt x="1186560" y="17005"/>
                  </a:lnTo>
                  <a:lnTo>
                    <a:pt x="1231519" y="24752"/>
                  </a:lnTo>
                  <a:lnTo>
                    <a:pt x="1276477" y="33934"/>
                  </a:lnTo>
                  <a:lnTo>
                    <a:pt x="1321181" y="44564"/>
                  </a:lnTo>
                  <a:lnTo>
                    <a:pt x="1365631" y="56629"/>
                  </a:lnTo>
                  <a:lnTo>
                    <a:pt x="1409700" y="70154"/>
                  </a:lnTo>
                  <a:lnTo>
                    <a:pt x="1453641" y="85102"/>
                  </a:lnTo>
                  <a:lnTo>
                    <a:pt x="1497203" y="101498"/>
                  </a:lnTo>
                  <a:lnTo>
                    <a:pt x="1540509" y="119341"/>
                  </a:lnTo>
                  <a:lnTo>
                    <a:pt x="1583435" y="138607"/>
                  </a:lnTo>
                  <a:lnTo>
                    <a:pt x="1625981" y="159321"/>
                  </a:lnTo>
                  <a:lnTo>
                    <a:pt x="1668018" y="181483"/>
                  </a:lnTo>
                  <a:lnTo>
                    <a:pt x="1709673" y="205066"/>
                  </a:lnTo>
                  <a:lnTo>
                    <a:pt x="1750948" y="230085"/>
                  </a:lnTo>
                  <a:lnTo>
                    <a:pt x="1791588" y="256552"/>
                  </a:lnTo>
                  <a:lnTo>
                    <a:pt x="1831847" y="284441"/>
                  </a:lnTo>
                  <a:lnTo>
                    <a:pt x="1871471" y="313766"/>
                  </a:lnTo>
                  <a:lnTo>
                    <a:pt x="1910460" y="344525"/>
                  </a:lnTo>
                  <a:lnTo>
                    <a:pt x="1948942" y="376720"/>
                  </a:lnTo>
                </a:path>
                <a:path w="1954529" h="420369">
                  <a:moveTo>
                    <a:pt x="1954021" y="328955"/>
                  </a:moveTo>
                  <a:lnTo>
                    <a:pt x="1948307" y="344424"/>
                  </a:lnTo>
                  <a:lnTo>
                    <a:pt x="1946656" y="358114"/>
                  </a:lnTo>
                  <a:lnTo>
                    <a:pt x="1948433" y="369976"/>
                  </a:lnTo>
                  <a:lnTo>
                    <a:pt x="1952751" y="380022"/>
                  </a:lnTo>
                  <a:lnTo>
                    <a:pt x="1942210" y="377228"/>
                  </a:lnTo>
                  <a:lnTo>
                    <a:pt x="1930272" y="377177"/>
                  </a:lnTo>
                  <a:lnTo>
                    <a:pt x="1916937" y="380746"/>
                  </a:lnTo>
                  <a:lnTo>
                    <a:pt x="1902459" y="388797"/>
                  </a:lnTo>
                </a:path>
                <a:path w="1954529" h="420369">
                  <a:moveTo>
                    <a:pt x="450088" y="360616"/>
                  </a:moveTo>
                  <a:lnTo>
                    <a:pt x="493521" y="332638"/>
                  </a:lnTo>
                  <a:lnTo>
                    <a:pt x="537209" y="306425"/>
                  </a:lnTo>
                  <a:lnTo>
                    <a:pt x="581025" y="281965"/>
                  </a:lnTo>
                  <a:lnTo>
                    <a:pt x="625094" y="259270"/>
                  </a:lnTo>
                  <a:lnTo>
                    <a:pt x="669416" y="238328"/>
                  </a:lnTo>
                  <a:lnTo>
                    <a:pt x="713866" y="219138"/>
                  </a:lnTo>
                  <a:lnTo>
                    <a:pt x="758444" y="201701"/>
                  </a:lnTo>
                  <a:lnTo>
                    <a:pt x="803147" y="186029"/>
                  </a:lnTo>
                  <a:lnTo>
                    <a:pt x="847978" y="172097"/>
                  </a:lnTo>
                  <a:lnTo>
                    <a:pt x="892937" y="159918"/>
                  </a:lnTo>
                  <a:lnTo>
                    <a:pt x="937894" y="149491"/>
                  </a:lnTo>
                  <a:lnTo>
                    <a:pt x="982852" y="140817"/>
                  </a:lnTo>
                  <a:lnTo>
                    <a:pt x="1027938" y="133883"/>
                  </a:lnTo>
                  <a:lnTo>
                    <a:pt x="1073022" y="128689"/>
                  </a:lnTo>
                  <a:lnTo>
                    <a:pt x="1118108" y="125247"/>
                  </a:lnTo>
                  <a:lnTo>
                    <a:pt x="1163193" y="123545"/>
                  </a:lnTo>
                  <a:lnTo>
                    <a:pt x="1208151" y="123583"/>
                  </a:lnTo>
                  <a:lnTo>
                    <a:pt x="1253108" y="125361"/>
                  </a:lnTo>
                  <a:lnTo>
                    <a:pt x="1297939" y="128879"/>
                  </a:lnTo>
                  <a:lnTo>
                    <a:pt x="1342770" y="134137"/>
                  </a:lnTo>
                  <a:lnTo>
                    <a:pt x="1387347" y="141122"/>
                  </a:lnTo>
                  <a:lnTo>
                    <a:pt x="1431925" y="149847"/>
                  </a:lnTo>
                  <a:lnTo>
                    <a:pt x="1476247" y="160299"/>
                  </a:lnTo>
                  <a:lnTo>
                    <a:pt x="1520444" y="172491"/>
                  </a:lnTo>
                  <a:lnTo>
                    <a:pt x="1564385" y="186410"/>
                  </a:lnTo>
                  <a:lnTo>
                    <a:pt x="1608200" y="202069"/>
                  </a:lnTo>
                  <a:lnTo>
                    <a:pt x="1651761" y="219443"/>
                  </a:lnTo>
                  <a:lnTo>
                    <a:pt x="1695069" y="238544"/>
                  </a:lnTo>
                  <a:lnTo>
                    <a:pt x="1737995" y="259372"/>
                  </a:lnTo>
                  <a:lnTo>
                    <a:pt x="1780794" y="281927"/>
                  </a:lnTo>
                  <a:lnTo>
                    <a:pt x="1823211" y="306209"/>
                  </a:lnTo>
                  <a:lnTo>
                    <a:pt x="1865375" y="332206"/>
                  </a:lnTo>
                  <a:lnTo>
                    <a:pt x="1907032" y="359918"/>
                  </a:lnTo>
                  <a:lnTo>
                    <a:pt x="1948433" y="389356"/>
                  </a:lnTo>
                </a:path>
                <a:path w="1954529" h="420369">
                  <a:moveTo>
                    <a:pt x="1949831" y="341337"/>
                  </a:moveTo>
                  <a:lnTo>
                    <a:pt x="1945258" y="357212"/>
                  </a:lnTo>
                  <a:lnTo>
                    <a:pt x="1944750" y="370979"/>
                  </a:lnTo>
                  <a:lnTo>
                    <a:pt x="1947418" y="382676"/>
                  </a:lnTo>
                  <a:lnTo>
                    <a:pt x="1952624" y="392353"/>
                  </a:lnTo>
                  <a:lnTo>
                    <a:pt x="1941830" y="390385"/>
                  </a:lnTo>
                  <a:lnTo>
                    <a:pt x="1929892" y="391274"/>
                  </a:lnTo>
                  <a:lnTo>
                    <a:pt x="1916810" y="395859"/>
                  </a:lnTo>
                  <a:lnTo>
                    <a:pt x="1903095" y="405003"/>
                  </a:lnTo>
                </a:path>
                <a:path w="1954529" h="420369">
                  <a:moveTo>
                    <a:pt x="885825" y="375234"/>
                  </a:moveTo>
                  <a:lnTo>
                    <a:pt x="933831" y="350443"/>
                  </a:lnTo>
                  <a:lnTo>
                    <a:pt x="981582" y="328028"/>
                  </a:lnTo>
                  <a:lnTo>
                    <a:pt x="1029081" y="307975"/>
                  </a:lnTo>
                  <a:lnTo>
                    <a:pt x="1076325" y="290283"/>
                  </a:lnTo>
                  <a:lnTo>
                    <a:pt x="1123314" y="274967"/>
                  </a:lnTo>
                  <a:lnTo>
                    <a:pt x="1170177" y="262001"/>
                  </a:lnTo>
                  <a:lnTo>
                    <a:pt x="1216787" y="251383"/>
                  </a:lnTo>
                  <a:lnTo>
                    <a:pt x="1263269" y="243128"/>
                  </a:lnTo>
                  <a:lnTo>
                    <a:pt x="1309496" y="237236"/>
                  </a:lnTo>
                  <a:lnTo>
                    <a:pt x="1355725" y="233692"/>
                  </a:lnTo>
                  <a:lnTo>
                    <a:pt x="1401698" y="232486"/>
                  </a:lnTo>
                  <a:lnTo>
                    <a:pt x="1447545" y="233641"/>
                  </a:lnTo>
                  <a:lnTo>
                    <a:pt x="1493393" y="237134"/>
                  </a:lnTo>
                  <a:lnTo>
                    <a:pt x="1539112" y="242976"/>
                  </a:lnTo>
                  <a:lnTo>
                    <a:pt x="1584706" y="251155"/>
                  </a:lnTo>
                  <a:lnTo>
                    <a:pt x="1630171" y="261670"/>
                  </a:lnTo>
                  <a:lnTo>
                    <a:pt x="1675637" y="274523"/>
                  </a:lnTo>
                  <a:lnTo>
                    <a:pt x="1721104" y="289712"/>
                  </a:lnTo>
                  <a:lnTo>
                    <a:pt x="1766443" y="307225"/>
                  </a:lnTo>
                  <a:lnTo>
                    <a:pt x="1811908" y="327075"/>
                  </a:lnTo>
                  <a:lnTo>
                    <a:pt x="1857247" y="349250"/>
                  </a:lnTo>
                  <a:lnTo>
                    <a:pt x="1902586" y="373761"/>
                  </a:lnTo>
                  <a:lnTo>
                    <a:pt x="1948053" y="400583"/>
                  </a:lnTo>
                </a:path>
                <a:path w="1954529" h="420369">
                  <a:moveTo>
                    <a:pt x="1945512" y="352615"/>
                  </a:moveTo>
                  <a:lnTo>
                    <a:pt x="1942210" y="368820"/>
                  </a:lnTo>
                  <a:lnTo>
                    <a:pt x="1942845" y="382574"/>
                  </a:lnTo>
                  <a:lnTo>
                    <a:pt x="1946529" y="394004"/>
                  </a:lnTo>
                  <a:lnTo>
                    <a:pt x="1952370" y="403237"/>
                  </a:lnTo>
                  <a:lnTo>
                    <a:pt x="1941448" y="402158"/>
                  </a:lnTo>
                  <a:lnTo>
                    <a:pt x="1929637" y="404012"/>
                  </a:lnTo>
                  <a:lnTo>
                    <a:pt x="1917065" y="409651"/>
                  </a:lnTo>
                  <a:lnTo>
                    <a:pt x="1903983" y="419887"/>
                  </a:lnTo>
                </a:path>
                <a:path w="1954529" h="420369">
                  <a:moveTo>
                    <a:pt x="1302765" y="397738"/>
                  </a:moveTo>
                  <a:lnTo>
                    <a:pt x="1352422" y="377532"/>
                  </a:lnTo>
                  <a:lnTo>
                    <a:pt x="1400809" y="360616"/>
                  </a:lnTo>
                  <a:lnTo>
                    <a:pt x="1448308" y="346951"/>
                  </a:lnTo>
                  <a:lnTo>
                    <a:pt x="1494790" y="336562"/>
                  </a:lnTo>
                  <a:lnTo>
                    <a:pt x="1540636" y="329412"/>
                  </a:lnTo>
                  <a:lnTo>
                    <a:pt x="1585848" y="325526"/>
                  </a:lnTo>
                  <a:lnTo>
                    <a:pt x="1630680" y="324891"/>
                  </a:lnTo>
                  <a:lnTo>
                    <a:pt x="1675383" y="327482"/>
                  </a:lnTo>
                  <a:lnTo>
                    <a:pt x="1719960" y="333324"/>
                  </a:lnTo>
                  <a:lnTo>
                    <a:pt x="1764665" y="342392"/>
                  </a:lnTo>
                  <a:lnTo>
                    <a:pt x="1809622" y="354685"/>
                  </a:lnTo>
                  <a:lnTo>
                    <a:pt x="1854961" y="370192"/>
                  </a:lnTo>
                  <a:lnTo>
                    <a:pt x="1900935" y="388924"/>
                  </a:lnTo>
                  <a:lnTo>
                    <a:pt x="1947545" y="410870"/>
                  </a:lnTo>
                </a:path>
              </a:pathLst>
            </a:custGeom>
            <a:ln w="10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6916" y="2538959"/>
              <a:ext cx="208508" cy="10418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410203" y="2847543"/>
            <a:ext cx="76708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latin typeface="Tahoma"/>
                <a:cs typeface="Tahoma"/>
              </a:rPr>
              <a:t>Dependencies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690">
              <a:lnSpc>
                <a:spcPts val="670"/>
              </a:lnSpc>
            </a:pPr>
            <a:fld id="{81D60167-4931-47E6-BA6A-407CBD079E47}" type="slidenum">
              <a:rPr dirty="0"/>
              <a:t>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8" name="Ink 37"/>
              <p14:cNvContentPartPr/>
              <p14:nvPr/>
            </p14:nvContentPartPr>
            <p14:xfrm>
              <a:off x="1972800" y="787680"/>
              <a:ext cx="1084320" cy="916200"/>
            </p14:xfrm>
          </p:contentPart>
        </mc:Choice>
        <mc:Fallback>
          <p:pic>
            <p:nvPicPr>
              <p:cNvPr id="38" name="Ink 37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63440" y="773640"/>
                <a:ext cx="1107720" cy="94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46" y="125944"/>
            <a:ext cx="5145905" cy="326281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2081" spc="47" dirty="0">
                <a:solidFill>
                  <a:schemeClr val="bg1"/>
                </a:solidFill>
                <a:cs typeface="Microsoft Sans Serif"/>
              </a:rPr>
              <a:t>Sequential</a:t>
            </a:r>
            <a:r>
              <a:rPr sz="2081" spc="-71" dirty="0">
                <a:solidFill>
                  <a:schemeClr val="bg1"/>
                </a:solidFill>
                <a:cs typeface="Microsoft Sans Serif"/>
              </a:rPr>
              <a:t> </a:t>
            </a:r>
            <a:r>
              <a:rPr sz="2081" spc="59" dirty="0">
                <a:solidFill>
                  <a:schemeClr val="bg1"/>
                </a:solidFill>
                <a:cs typeface="Microsoft Sans Serif"/>
              </a:rPr>
              <a:t>data</a:t>
            </a:r>
            <a:endParaRPr sz="2081" dirty="0">
              <a:solidFill>
                <a:schemeClr val="bg1"/>
              </a:solidFill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567" y="630947"/>
            <a:ext cx="3137856" cy="20983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  <a:tabLst>
                <a:tab pos="114111" algn="l"/>
              </a:tabLst>
            </a:pPr>
            <a:r>
              <a:rPr sz="1324" spc="17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“I</a:t>
            </a:r>
            <a:r>
              <a:rPr sz="1324" spc="-3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324" spc="-1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took</a:t>
            </a:r>
            <a:r>
              <a:rPr sz="1324" spc="-3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324" spc="-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the</a:t>
            </a:r>
            <a:r>
              <a:rPr sz="1324" spc="-3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324" spc="2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dog</a:t>
            </a:r>
            <a:r>
              <a:rPr sz="1324" spc="-3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324" spc="-38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for</a:t>
            </a:r>
            <a:r>
              <a:rPr sz="1324" spc="-3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a</a:t>
            </a:r>
            <a:r>
              <a:rPr sz="1324" spc="-31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324" spc="-7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walk</a:t>
            </a:r>
            <a:r>
              <a:rPr sz="1324" spc="-3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324" spc="-12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this</a:t>
            </a:r>
            <a:r>
              <a:rPr sz="1324" spc="-3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324" spc="-9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morning.”</a:t>
            </a:r>
            <a:endParaRPr sz="1324" dirty="0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5048" y="630947"/>
            <a:ext cx="721326" cy="20983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324" spc="28" dirty="0">
                <a:solidFill>
                  <a:srgbClr val="3CA483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sentence</a:t>
            </a:r>
            <a:endParaRPr sz="1324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5048" y="1237797"/>
            <a:ext cx="1243251" cy="20983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324" spc="33" dirty="0">
                <a:solidFill>
                  <a:srgbClr val="3CA483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medical</a:t>
            </a:r>
            <a:r>
              <a:rPr sz="1324" spc="-76" dirty="0">
                <a:solidFill>
                  <a:srgbClr val="3CA483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324" spc="69" dirty="0">
                <a:solidFill>
                  <a:srgbClr val="3CA483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signals</a:t>
            </a:r>
            <a:endParaRPr sz="1324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75048" y="1844647"/>
            <a:ext cx="1420129" cy="20983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324" spc="50" dirty="0">
                <a:solidFill>
                  <a:srgbClr val="3CA483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speech</a:t>
            </a:r>
            <a:r>
              <a:rPr sz="1324" spc="-54" dirty="0">
                <a:solidFill>
                  <a:srgbClr val="3CA483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324" spc="52" dirty="0">
                <a:solidFill>
                  <a:srgbClr val="3CA483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waveform</a:t>
            </a:r>
            <a:endParaRPr sz="1324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75048" y="2589878"/>
            <a:ext cx="1046553" cy="20983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324" spc="50" dirty="0">
                <a:solidFill>
                  <a:srgbClr val="3CA483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video</a:t>
            </a:r>
            <a:r>
              <a:rPr sz="1324" spc="-71" dirty="0">
                <a:solidFill>
                  <a:srgbClr val="3CA483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324" spc="43" dirty="0">
                <a:solidFill>
                  <a:srgbClr val="3CA483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frames</a:t>
            </a:r>
            <a:endParaRPr sz="1324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6842" y="1608641"/>
            <a:ext cx="1488898" cy="712016"/>
            <a:chOff x="712265" y="3399852"/>
            <a:chExt cx="3148330" cy="150558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8310" y="3399852"/>
              <a:ext cx="2713012" cy="8812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265" y="3487991"/>
              <a:ext cx="3148287" cy="1416888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4531" y="2426091"/>
            <a:ext cx="697445" cy="58962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0018" y="2426091"/>
            <a:ext cx="701674" cy="58962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59729" y="2426091"/>
            <a:ext cx="1517474" cy="58962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0238" y="1003771"/>
            <a:ext cx="1454795" cy="56931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684244" y="3143111"/>
            <a:ext cx="72973" cy="243098"/>
          </a:xfrm>
          <a:prstGeom prst="rect">
            <a:avLst/>
          </a:prstGeom>
        </p:spPr>
        <p:txBody>
          <a:bodyPr vert="horz" wrap="square" lIns="0" tIns="3003" rIns="0" bIns="0" rtlCol="0">
            <a:spAutoFit/>
          </a:bodyPr>
          <a:lstStyle/>
          <a:p>
            <a:pPr marL="18017">
              <a:spcBef>
                <a:spcPts val="24"/>
              </a:spcBef>
            </a:pPr>
            <a:fld id="{81D60167-4931-47E6-BA6A-407CBD079E47}" type="slidenum">
              <a:rPr sz="520" spc="1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pPr marL="18017">
                <a:spcBef>
                  <a:spcPts val="24"/>
                </a:spcBef>
              </a:pPr>
              <a:t>5</a:t>
            </a:fld>
            <a:endParaRPr sz="520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/>
              <p14:cNvContentPartPr/>
              <p14:nvPr/>
            </p14:nvContentPartPr>
            <p14:xfrm>
              <a:off x="127080" y="807840"/>
              <a:ext cx="4005000" cy="203652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7360" y="795600"/>
                <a:ext cx="4030920" cy="20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522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46" y="155054"/>
            <a:ext cx="5145905" cy="267675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pc="95" dirty="0">
                <a:solidFill>
                  <a:schemeClr val="bg1"/>
                </a:solidFill>
                <a:cs typeface="Microsoft Sans Serif"/>
              </a:rPr>
              <a:t>Modeling</a:t>
            </a:r>
            <a:r>
              <a:rPr spc="-50" dirty="0">
                <a:solidFill>
                  <a:schemeClr val="bg1"/>
                </a:solidFill>
                <a:cs typeface="Microsoft Sans Serif"/>
              </a:rPr>
              <a:t> </a:t>
            </a:r>
            <a:r>
              <a:rPr spc="50" dirty="0">
                <a:solidFill>
                  <a:schemeClr val="bg1"/>
                </a:solidFill>
                <a:cs typeface="Microsoft Sans Serif"/>
              </a:rPr>
              <a:t>sequential</a:t>
            </a:r>
            <a:r>
              <a:rPr spc="-47" dirty="0">
                <a:solidFill>
                  <a:schemeClr val="bg1"/>
                </a:solidFill>
                <a:cs typeface="Microsoft Sans Serif"/>
              </a:rPr>
              <a:t> </a:t>
            </a:r>
            <a:r>
              <a:rPr spc="59" dirty="0">
                <a:solidFill>
                  <a:schemeClr val="bg1"/>
                </a:solidFill>
                <a:cs typeface="Microsoft Sans Serif"/>
              </a:rPr>
              <a:t>data</a:t>
            </a:r>
            <a:endParaRPr dirty="0">
              <a:solidFill>
                <a:schemeClr val="bg1"/>
              </a:solidFill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567" y="631908"/>
            <a:ext cx="3335154" cy="483631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114111" indent="-108105">
              <a:spcBef>
                <a:spcPts val="47"/>
              </a:spcBef>
              <a:buFont typeface="Arial MT"/>
              <a:buChar char="•"/>
              <a:tabLst>
                <a:tab pos="114111" algn="l"/>
              </a:tabLst>
            </a:pPr>
            <a:r>
              <a:rPr sz="1135" spc="19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Sample</a:t>
            </a:r>
            <a:r>
              <a:rPr sz="1135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-14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data</a:t>
            </a:r>
            <a:r>
              <a:rPr sz="1135" spc="-43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28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sequences</a:t>
            </a:r>
            <a:r>
              <a:rPr sz="1135" spc="-43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12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from</a:t>
            </a:r>
            <a:r>
              <a:rPr sz="1135" spc="-38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-28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</a:t>
            </a:r>
            <a:r>
              <a:rPr sz="1135" spc="-43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certain</a:t>
            </a:r>
            <a:r>
              <a:rPr sz="1135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distribution</a:t>
            </a:r>
          </a:p>
          <a:p>
            <a:pPr marL="114111" indent="-108105">
              <a:spcBef>
                <a:spcPts val="952"/>
              </a:spcBef>
              <a:buFont typeface="Arial MT"/>
              <a:buChar char="•"/>
              <a:tabLst>
                <a:tab pos="114111" algn="l"/>
              </a:tabLst>
            </a:pPr>
            <a:r>
              <a:rPr sz="1135" spc="12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Generate</a:t>
            </a:r>
            <a:r>
              <a:rPr sz="1135" spc="-43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-17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natural</a:t>
            </a:r>
            <a:r>
              <a:rPr sz="1135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28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sentences</a:t>
            </a:r>
            <a:r>
              <a:rPr sz="1135" spc="-43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</a:t>
            </a:r>
            <a:r>
              <a:rPr sz="1135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17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describe</a:t>
            </a:r>
            <a:r>
              <a:rPr sz="1135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-17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</a:t>
            </a:r>
            <a:r>
              <a:rPr sz="1135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9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image</a:t>
            </a:r>
            <a:endParaRPr sz="1135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567" y="1994079"/>
            <a:ext cx="2854672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114111" indent="-108105">
              <a:spcBef>
                <a:spcPts val="47"/>
              </a:spcBef>
              <a:buFont typeface="Arial MT"/>
              <a:buChar char="•"/>
              <a:tabLst>
                <a:tab pos="114111" algn="l"/>
              </a:tabLst>
            </a:pPr>
            <a:r>
              <a:rPr sz="1135" spc="12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Activity</a:t>
            </a:r>
            <a:r>
              <a:rPr sz="1135" spc="-43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recognition</a:t>
            </a:r>
            <a:r>
              <a:rPr sz="1135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12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from</a:t>
            </a:r>
            <a:r>
              <a:rPr sz="1135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-28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</a:t>
            </a:r>
            <a:r>
              <a:rPr sz="1135" spc="-43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7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video</a:t>
            </a:r>
            <a:r>
              <a:rPr sz="1135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24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sequence</a:t>
            </a:r>
            <a:endParaRPr sz="1135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9126" y="618953"/>
            <a:ext cx="981087" cy="192537"/>
          </a:xfrm>
          <a:prstGeom prst="rect">
            <a:avLst/>
          </a:prstGeom>
        </p:spPr>
        <p:txBody>
          <a:bodyPr vert="horz" wrap="square" lIns="0" tIns="6906" rIns="0" bIns="0" rtlCol="0">
            <a:spAutoFit/>
          </a:bodyPr>
          <a:lstStyle/>
          <a:p>
            <a:pPr marL="18017">
              <a:spcBef>
                <a:spcPts val="54"/>
              </a:spcBef>
            </a:pPr>
            <a:r>
              <a:rPr sz="1206" i="1" spc="12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P</a:t>
            </a:r>
            <a:r>
              <a:rPr sz="1206" i="1" spc="-19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spc="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(</a:t>
            </a:r>
            <a:r>
              <a:rPr sz="1206" i="1" spc="87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x</a:t>
            </a:r>
            <a:r>
              <a:rPr sz="1277" spc="142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1</a:t>
            </a:r>
            <a:r>
              <a:rPr sz="1206" i="1" spc="9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,</a:t>
            </a:r>
            <a:r>
              <a:rPr sz="1206" i="1" spc="-108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.</a:t>
            </a:r>
            <a:r>
              <a:rPr sz="1206" i="1" spc="-16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i="1" spc="9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..</a:t>
            </a:r>
            <a:r>
              <a:rPr sz="1206" i="1" spc="-108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,</a:t>
            </a:r>
            <a:r>
              <a:rPr sz="1206" i="1" spc="-16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i="1" spc="87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x</a:t>
            </a:r>
            <a:r>
              <a:rPr sz="1277" i="1" spc="337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N</a:t>
            </a:r>
            <a:r>
              <a:rPr sz="1277" i="1" spc="-156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spc="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)</a:t>
            </a:r>
            <a:endParaRPr sz="1206">
              <a:latin typeface="Cambria" panose="02040503050406030204" pitchFamily="18" charset="0"/>
              <a:ea typeface="Cambria" panose="02040503050406030204" pitchFamily="18" charset="0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7954" y="939196"/>
            <a:ext cx="1098505" cy="192537"/>
          </a:xfrm>
          <a:prstGeom prst="rect">
            <a:avLst/>
          </a:prstGeom>
        </p:spPr>
        <p:txBody>
          <a:bodyPr vert="horz" wrap="square" lIns="0" tIns="6906" rIns="0" bIns="0" rtlCol="0">
            <a:spAutoFit/>
          </a:bodyPr>
          <a:lstStyle/>
          <a:p>
            <a:pPr marL="18017">
              <a:spcBef>
                <a:spcPts val="54"/>
              </a:spcBef>
            </a:pPr>
            <a:r>
              <a:rPr sz="1206" i="1" spc="12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P</a:t>
            </a:r>
            <a:r>
              <a:rPr sz="1206" i="1" spc="-19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spc="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(</a:t>
            </a:r>
            <a:r>
              <a:rPr sz="1206" i="1" spc="-2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y</a:t>
            </a:r>
            <a:r>
              <a:rPr sz="1277" spc="142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1</a:t>
            </a:r>
            <a:r>
              <a:rPr sz="1206" i="1" spc="9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,</a:t>
            </a:r>
            <a:r>
              <a:rPr sz="1206" i="1" spc="-108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.</a:t>
            </a:r>
            <a:r>
              <a:rPr sz="1206" i="1" spc="-16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i="1" spc="9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..</a:t>
            </a:r>
            <a:r>
              <a:rPr sz="1206" i="1" spc="-108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,</a:t>
            </a:r>
            <a:r>
              <a:rPr sz="1206" i="1" spc="-16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i="1" spc="-2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y</a:t>
            </a:r>
            <a:r>
              <a:rPr sz="1277" i="1" spc="415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M</a:t>
            </a:r>
            <a:r>
              <a:rPr sz="1277" i="1" spc="-159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spc="-125" dirty="0">
                <a:latin typeface="Cambria" panose="02040503050406030204" pitchFamily="18" charset="0"/>
                <a:ea typeface="Cambria" panose="02040503050406030204" pitchFamily="18" charset="0"/>
                <a:cs typeface="Yu Gothic"/>
              </a:rPr>
              <a:t>|</a:t>
            </a:r>
            <a:r>
              <a:rPr sz="1206" i="1" spc="291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I</a:t>
            </a:r>
            <a:r>
              <a:rPr sz="1206" spc="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)</a:t>
            </a:r>
            <a:endParaRPr sz="1206">
              <a:latin typeface="Cambria" panose="02040503050406030204" pitchFamily="18" charset="0"/>
              <a:ea typeface="Cambria" panose="02040503050406030204" pitchFamily="18" charset="0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9064" y="2004908"/>
            <a:ext cx="1104811" cy="192537"/>
          </a:xfrm>
          <a:prstGeom prst="rect">
            <a:avLst/>
          </a:prstGeom>
        </p:spPr>
        <p:txBody>
          <a:bodyPr vert="horz" wrap="square" lIns="0" tIns="6906" rIns="0" bIns="0" rtlCol="0">
            <a:spAutoFit/>
          </a:bodyPr>
          <a:lstStyle/>
          <a:p>
            <a:pPr marL="18017">
              <a:spcBef>
                <a:spcPts val="54"/>
              </a:spcBef>
            </a:pPr>
            <a:r>
              <a:rPr sz="1206" i="1" spc="15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</a:t>
            </a:r>
            <a:r>
              <a:rPr sz="1206" i="1" spc="-10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spc="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(</a:t>
            </a:r>
            <a:r>
              <a:rPr sz="1206" i="1" spc="9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y</a:t>
            </a:r>
            <a:r>
              <a:rPr sz="1206" spc="-125" dirty="0">
                <a:latin typeface="Cambria" panose="02040503050406030204" pitchFamily="18" charset="0"/>
                <a:ea typeface="Cambria" panose="02040503050406030204" pitchFamily="18" charset="0"/>
                <a:cs typeface="Yu Gothic"/>
              </a:rPr>
              <a:t>|</a:t>
            </a:r>
            <a:r>
              <a:rPr sz="1206" i="1" spc="1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x</a:t>
            </a:r>
            <a:r>
              <a:rPr sz="1277" spc="142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1</a:t>
            </a:r>
            <a:r>
              <a:rPr sz="1206" i="1" spc="23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3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23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..</a:t>
            </a:r>
            <a:r>
              <a:rPr sz="1206" i="1" spc="3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1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x</a:t>
            </a:r>
            <a:r>
              <a:rPr sz="1277" i="1" spc="337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N</a:t>
            </a:r>
            <a:r>
              <a:rPr sz="1277" i="1" spc="-156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spc="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)</a:t>
            </a:r>
            <a:endParaRPr sz="1206">
              <a:latin typeface="Cambria" panose="02040503050406030204" pitchFamily="18" charset="0"/>
              <a:ea typeface="Cambria" panose="02040503050406030204" pitchFamily="18" charset="0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5351" y="1147732"/>
            <a:ext cx="1623579" cy="651841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483900" y="2241115"/>
            <a:ext cx="2787404" cy="813819"/>
            <a:chOff x="3137763" y="4737243"/>
            <a:chExt cx="5894070" cy="1720850"/>
          </a:xfrm>
        </p:grpSpPr>
        <p:sp>
          <p:nvSpPr>
            <p:cNvPr id="10" name="object 10"/>
            <p:cNvSpPr/>
            <p:nvPr/>
          </p:nvSpPr>
          <p:spPr>
            <a:xfrm>
              <a:off x="3137763" y="4737243"/>
              <a:ext cx="5894070" cy="1720850"/>
            </a:xfrm>
            <a:custGeom>
              <a:avLst/>
              <a:gdLst/>
              <a:ahLst/>
              <a:cxnLst/>
              <a:rect l="l" t="t" r="r" b="b"/>
              <a:pathLst>
                <a:path w="5894070" h="1720850">
                  <a:moveTo>
                    <a:pt x="5893828" y="0"/>
                  </a:moveTo>
                  <a:lnTo>
                    <a:pt x="0" y="0"/>
                  </a:lnTo>
                  <a:lnTo>
                    <a:pt x="0" y="1720265"/>
                  </a:lnTo>
                  <a:lnTo>
                    <a:pt x="5893828" y="1720265"/>
                  </a:lnTo>
                  <a:lnTo>
                    <a:pt x="5893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2916" y="5372779"/>
              <a:ext cx="472975" cy="47263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6551" y="5384596"/>
              <a:ext cx="425703" cy="42538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889023" y="5110644"/>
              <a:ext cx="292735" cy="289560"/>
            </a:xfrm>
            <a:custGeom>
              <a:avLst/>
              <a:gdLst/>
              <a:ahLst/>
              <a:cxnLst/>
              <a:rect l="l" t="t" r="r" b="b"/>
              <a:pathLst>
                <a:path w="292734" h="289560">
                  <a:moveTo>
                    <a:pt x="0" y="0"/>
                  </a:moveTo>
                  <a:lnTo>
                    <a:pt x="292124" y="0"/>
                  </a:lnTo>
                  <a:lnTo>
                    <a:pt x="292124" y="289358"/>
                  </a:lnTo>
                  <a:lnTo>
                    <a:pt x="0" y="289358"/>
                  </a:lnTo>
                  <a:lnTo>
                    <a:pt x="0" y="0"/>
                  </a:lnTo>
                  <a:close/>
                </a:path>
              </a:pathLst>
            </a:custGeom>
            <a:ln w="11814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7889023" y="5452605"/>
              <a:ext cx="292735" cy="289560"/>
            </a:xfrm>
            <a:custGeom>
              <a:avLst/>
              <a:gdLst/>
              <a:ahLst/>
              <a:cxnLst/>
              <a:rect l="l" t="t" r="r" b="b"/>
              <a:pathLst>
                <a:path w="292734" h="289560">
                  <a:moveTo>
                    <a:pt x="0" y="0"/>
                  </a:moveTo>
                  <a:lnTo>
                    <a:pt x="292124" y="0"/>
                  </a:lnTo>
                  <a:lnTo>
                    <a:pt x="292124" y="289358"/>
                  </a:lnTo>
                  <a:lnTo>
                    <a:pt x="0" y="289358"/>
                  </a:lnTo>
                  <a:lnTo>
                    <a:pt x="0" y="0"/>
                  </a:lnTo>
                  <a:close/>
                </a:path>
              </a:pathLst>
            </a:custGeom>
            <a:ln w="11814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7889023" y="5794575"/>
              <a:ext cx="292735" cy="289560"/>
            </a:xfrm>
            <a:custGeom>
              <a:avLst/>
              <a:gdLst/>
              <a:ahLst/>
              <a:cxnLst/>
              <a:rect l="l" t="t" r="r" b="b"/>
              <a:pathLst>
                <a:path w="292734" h="289560">
                  <a:moveTo>
                    <a:pt x="0" y="0"/>
                  </a:moveTo>
                  <a:lnTo>
                    <a:pt x="292124" y="0"/>
                  </a:lnTo>
                  <a:lnTo>
                    <a:pt x="292124" y="289358"/>
                  </a:lnTo>
                  <a:lnTo>
                    <a:pt x="0" y="289358"/>
                  </a:lnTo>
                  <a:lnTo>
                    <a:pt x="0" y="0"/>
                  </a:lnTo>
                  <a:close/>
                </a:path>
              </a:pathLst>
            </a:custGeom>
            <a:ln w="11814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7889023" y="6136543"/>
              <a:ext cx="292735" cy="289560"/>
            </a:xfrm>
            <a:custGeom>
              <a:avLst/>
              <a:gdLst/>
              <a:ahLst/>
              <a:cxnLst/>
              <a:rect l="l" t="t" r="r" b="b"/>
              <a:pathLst>
                <a:path w="292734" h="289560">
                  <a:moveTo>
                    <a:pt x="0" y="0"/>
                  </a:moveTo>
                  <a:lnTo>
                    <a:pt x="292124" y="0"/>
                  </a:lnTo>
                  <a:lnTo>
                    <a:pt x="292124" y="289358"/>
                  </a:lnTo>
                  <a:lnTo>
                    <a:pt x="0" y="289358"/>
                  </a:lnTo>
                  <a:lnTo>
                    <a:pt x="0" y="0"/>
                  </a:lnTo>
                  <a:close/>
                </a:path>
              </a:pathLst>
            </a:custGeom>
            <a:ln w="11814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97428" y="2208668"/>
            <a:ext cx="371474" cy="818449"/>
          </a:xfrm>
          <a:prstGeom prst="rect">
            <a:avLst/>
          </a:prstGeom>
        </p:spPr>
        <p:txBody>
          <a:bodyPr vert="horz" wrap="square" lIns="0" tIns="6306" rIns="0" bIns="0" rtlCol="0">
            <a:spAutoFit/>
          </a:bodyPr>
          <a:lstStyle/>
          <a:p>
            <a:pPr marL="6006" marR="2402" algn="just">
              <a:lnSpc>
                <a:spcPct val="144400"/>
              </a:lnSpc>
              <a:spcBef>
                <a:spcPts val="50"/>
              </a:spcBef>
            </a:pPr>
            <a:r>
              <a:rPr sz="733" spc="7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Running  Jumping  Dancing </a:t>
            </a:r>
            <a:r>
              <a:rPr sz="733" spc="-199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733" spc="2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Fighting </a:t>
            </a:r>
            <a:r>
              <a:rPr sz="733" spc="-199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733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Eating</a:t>
            </a:r>
            <a:endParaRPr sz="733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99985" y="2253185"/>
            <a:ext cx="2392507" cy="590694"/>
            <a:chOff x="3171774" y="4762764"/>
            <a:chExt cx="5059045" cy="1249045"/>
          </a:xfrm>
        </p:grpSpPr>
        <p:sp>
          <p:nvSpPr>
            <p:cNvPr id="19" name="object 19"/>
            <p:cNvSpPr/>
            <p:nvPr/>
          </p:nvSpPr>
          <p:spPr>
            <a:xfrm>
              <a:off x="7889024" y="4768672"/>
              <a:ext cx="292735" cy="289560"/>
            </a:xfrm>
            <a:custGeom>
              <a:avLst/>
              <a:gdLst/>
              <a:ahLst/>
              <a:cxnLst/>
              <a:rect l="l" t="t" r="r" b="b"/>
              <a:pathLst>
                <a:path w="292734" h="289560">
                  <a:moveTo>
                    <a:pt x="0" y="0"/>
                  </a:moveTo>
                  <a:lnTo>
                    <a:pt x="292124" y="0"/>
                  </a:lnTo>
                  <a:lnTo>
                    <a:pt x="292124" y="289358"/>
                  </a:lnTo>
                  <a:lnTo>
                    <a:pt x="0" y="289358"/>
                  </a:lnTo>
                  <a:lnTo>
                    <a:pt x="0" y="0"/>
                  </a:lnTo>
                  <a:close/>
                </a:path>
              </a:pathLst>
            </a:custGeom>
            <a:ln w="11814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4376" y="5060443"/>
              <a:ext cx="395937" cy="3897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71774" y="5184457"/>
              <a:ext cx="975070" cy="82674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00029" y="5184457"/>
              <a:ext cx="980979" cy="82674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34190" y="5184457"/>
              <a:ext cx="2121515" cy="82674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684244" y="3143111"/>
            <a:ext cx="72973" cy="243098"/>
          </a:xfrm>
          <a:prstGeom prst="rect">
            <a:avLst/>
          </a:prstGeom>
        </p:spPr>
        <p:txBody>
          <a:bodyPr vert="horz" wrap="square" lIns="0" tIns="3003" rIns="0" bIns="0" rtlCol="0">
            <a:spAutoFit/>
          </a:bodyPr>
          <a:lstStyle/>
          <a:p>
            <a:pPr marL="18017">
              <a:spcBef>
                <a:spcPts val="24"/>
              </a:spcBef>
            </a:pPr>
            <a:fld id="{81D60167-4931-47E6-BA6A-407CBD079E47}" type="slidenum">
              <a:rPr sz="520" spc="1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pPr marL="18017">
                <a:spcBef>
                  <a:spcPts val="24"/>
                </a:spcBef>
              </a:pPr>
              <a:t>6</a:t>
            </a:fld>
            <a:endParaRPr sz="520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17998" y="3150318"/>
            <a:ext cx="892798" cy="83054"/>
          </a:xfrm>
          <a:prstGeom prst="rect">
            <a:avLst/>
          </a:prstGeom>
        </p:spPr>
        <p:txBody>
          <a:bodyPr vert="horz" wrap="square" lIns="0" tIns="3003" rIns="0" bIns="0" rtlCol="0">
            <a:spAutoFit/>
          </a:bodyPr>
          <a:lstStyle/>
          <a:p>
            <a:pPr marL="6006">
              <a:spcBef>
                <a:spcPts val="24"/>
              </a:spcBef>
            </a:pPr>
            <a:r>
              <a:rPr sz="520" spc="-2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Adapted</a:t>
            </a:r>
            <a:r>
              <a:rPr sz="520" spc="-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520" spc="-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from</a:t>
            </a:r>
            <a:r>
              <a:rPr sz="520" spc="-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520" spc="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Xiaogang</a:t>
            </a:r>
            <a:r>
              <a:rPr sz="520" spc="-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520" spc="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Wang</a:t>
            </a:r>
            <a:endParaRPr sz="520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7" name="Ink 26"/>
              <p14:cNvContentPartPr/>
              <p14:nvPr/>
            </p14:nvContentPartPr>
            <p14:xfrm>
              <a:off x="334440" y="551520"/>
              <a:ext cx="4477320" cy="1963800"/>
            </p14:xfrm>
          </p:contentPart>
        </mc:Choice>
        <mc:Fallback>
          <p:pic>
            <p:nvPicPr>
              <p:cNvPr id="27" name="Ink 2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4000" y="539640"/>
                <a:ext cx="4502160" cy="199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73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46" y="125944"/>
            <a:ext cx="5145905" cy="326281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2081" spc="95" dirty="0">
                <a:solidFill>
                  <a:schemeClr val="bg1"/>
                </a:solidFill>
                <a:cs typeface="Microsoft Sans Serif"/>
              </a:rPr>
              <a:t>Modeling</a:t>
            </a:r>
            <a:r>
              <a:rPr sz="2081" spc="-50" dirty="0">
                <a:solidFill>
                  <a:schemeClr val="bg1"/>
                </a:solidFill>
                <a:cs typeface="Microsoft Sans Serif"/>
              </a:rPr>
              <a:t> </a:t>
            </a:r>
            <a:r>
              <a:rPr sz="2081" spc="50" dirty="0">
                <a:solidFill>
                  <a:schemeClr val="bg1"/>
                </a:solidFill>
                <a:cs typeface="Microsoft Sans Serif"/>
              </a:rPr>
              <a:t>sequential</a:t>
            </a:r>
            <a:r>
              <a:rPr sz="2081" spc="-47" dirty="0">
                <a:solidFill>
                  <a:schemeClr val="bg1"/>
                </a:solidFill>
                <a:cs typeface="Microsoft Sans Serif"/>
              </a:rPr>
              <a:t> </a:t>
            </a:r>
            <a:r>
              <a:rPr sz="2081" spc="59" dirty="0">
                <a:solidFill>
                  <a:schemeClr val="bg1"/>
                </a:solidFill>
                <a:cs typeface="Microsoft Sans Serif"/>
              </a:rPr>
              <a:t>data</a:t>
            </a:r>
            <a:endParaRPr sz="2081" dirty="0">
              <a:solidFill>
                <a:schemeClr val="bg1"/>
              </a:solidFill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567" y="631908"/>
            <a:ext cx="1355564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114111" indent="-108105">
              <a:spcBef>
                <a:spcPts val="47"/>
              </a:spcBef>
              <a:buFont typeface="Arial MT"/>
              <a:buChar char="•"/>
              <a:tabLst>
                <a:tab pos="114111" algn="l"/>
              </a:tabLst>
            </a:pPr>
            <a:r>
              <a:rPr sz="1135" spc="26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Speech</a:t>
            </a:r>
            <a:r>
              <a:rPr sz="1135" spc="-6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recognition</a:t>
            </a:r>
            <a:endParaRPr sz="1135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567" y="1705789"/>
            <a:ext cx="1089796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114111" indent="-108105">
              <a:spcBef>
                <a:spcPts val="47"/>
              </a:spcBef>
              <a:buFont typeface="Arial MT"/>
              <a:buChar char="•"/>
              <a:tabLst>
                <a:tab pos="114111" algn="l"/>
              </a:tabLst>
            </a:pPr>
            <a:r>
              <a:rPr sz="1135" spc="14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Object</a:t>
            </a:r>
            <a:r>
              <a:rPr sz="1135" spc="-66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tracking</a:t>
            </a:r>
            <a:endParaRPr sz="1135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68111" y="621116"/>
            <a:ext cx="1703313" cy="192537"/>
          </a:xfrm>
          <a:prstGeom prst="rect">
            <a:avLst/>
          </a:prstGeom>
        </p:spPr>
        <p:txBody>
          <a:bodyPr vert="horz" wrap="square" lIns="0" tIns="6906" rIns="0" bIns="0" rtlCol="0">
            <a:spAutoFit/>
          </a:bodyPr>
          <a:lstStyle/>
          <a:p>
            <a:pPr marL="18017">
              <a:spcBef>
                <a:spcPts val="54"/>
              </a:spcBef>
            </a:pPr>
            <a:r>
              <a:rPr sz="1206" i="1" spc="15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</a:t>
            </a:r>
            <a:r>
              <a:rPr sz="1206" i="1" spc="-10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spc="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(</a:t>
            </a:r>
            <a:r>
              <a:rPr sz="1206" i="1" spc="5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y</a:t>
            </a:r>
            <a:r>
              <a:rPr sz="1277" spc="142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1</a:t>
            </a:r>
            <a:r>
              <a:rPr sz="1206" i="1" spc="23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3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23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..</a:t>
            </a:r>
            <a:r>
              <a:rPr sz="1206" i="1" spc="3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5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y</a:t>
            </a:r>
            <a:r>
              <a:rPr sz="1277" i="1" spc="337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N</a:t>
            </a:r>
            <a:r>
              <a:rPr sz="1277" i="1" spc="-156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spc="-125" dirty="0">
                <a:latin typeface="Cambria" panose="02040503050406030204" pitchFamily="18" charset="0"/>
                <a:ea typeface="Cambria" panose="02040503050406030204" pitchFamily="18" charset="0"/>
                <a:cs typeface="Yu Gothic"/>
              </a:rPr>
              <a:t>|</a:t>
            </a:r>
            <a:r>
              <a:rPr sz="1206" i="1" spc="1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x</a:t>
            </a:r>
            <a:r>
              <a:rPr sz="1277" spc="142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1</a:t>
            </a:r>
            <a:r>
              <a:rPr sz="1206" i="1" spc="23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3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23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..</a:t>
            </a:r>
            <a:r>
              <a:rPr sz="1206" i="1" spc="3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1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x</a:t>
            </a:r>
            <a:r>
              <a:rPr sz="1277" i="1" spc="337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N</a:t>
            </a:r>
            <a:r>
              <a:rPr sz="1277" i="1" spc="-156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spc="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)</a:t>
            </a:r>
            <a:endParaRPr sz="1206">
              <a:latin typeface="Cambria" panose="02040503050406030204" pitchFamily="18" charset="0"/>
              <a:ea typeface="Cambria" panose="02040503050406030204" pitchFamily="18" charset="0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68111" y="1667428"/>
            <a:ext cx="1703313" cy="192537"/>
          </a:xfrm>
          <a:prstGeom prst="rect">
            <a:avLst/>
          </a:prstGeom>
        </p:spPr>
        <p:txBody>
          <a:bodyPr vert="horz" wrap="square" lIns="0" tIns="6906" rIns="0" bIns="0" rtlCol="0">
            <a:spAutoFit/>
          </a:bodyPr>
          <a:lstStyle/>
          <a:p>
            <a:pPr marL="18017">
              <a:spcBef>
                <a:spcPts val="54"/>
              </a:spcBef>
            </a:pPr>
            <a:r>
              <a:rPr sz="1206" i="1" spc="15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</a:t>
            </a:r>
            <a:r>
              <a:rPr sz="1206" i="1" spc="-10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spc="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(</a:t>
            </a:r>
            <a:r>
              <a:rPr sz="1206" i="1" spc="5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y</a:t>
            </a:r>
            <a:r>
              <a:rPr sz="1277" spc="142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1</a:t>
            </a:r>
            <a:r>
              <a:rPr sz="1206" i="1" spc="23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3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23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..</a:t>
            </a:r>
            <a:r>
              <a:rPr sz="1206" i="1" spc="3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5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y</a:t>
            </a:r>
            <a:r>
              <a:rPr sz="1277" i="1" spc="337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N</a:t>
            </a:r>
            <a:r>
              <a:rPr sz="1277" i="1" spc="-156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spc="-125" dirty="0">
                <a:latin typeface="Cambria" panose="02040503050406030204" pitchFamily="18" charset="0"/>
                <a:ea typeface="Cambria" panose="02040503050406030204" pitchFamily="18" charset="0"/>
                <a:cs typeface="Yu Gothic"/>
              </a:rPr>
              <a:t>|</a:t>
            </a:r>
            <a:r>
              <a:rPr sz="1206" i="1" spc="1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x</a:t>
            </a:r>
            <a:r>
              <a:rPr sz="1277" spc="142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1</a:t>
            </a:r>
            <a:r>
              <a:rPr sz="1206" i="1" spc="23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3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23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..</a:t>
            </a:r>
            <a:r>
              <a:rPr sz="1206" i="1" spc="3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1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x</a:t>
            </a:r>
            <a:r>
              <a:rPr sz="1277" i="1" spc="337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N</a:t>
            </a:r>
            <a:r>
              <a:rPr sz="1277" i="1" spc="-156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spc="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)</a:t>
            </a:r>
            <a:endParaRPr sz="1206">
              <a:latin typeface="Cambria" panose="02040503050406030204" pitchFamily="18" charset="0"/>
              <a:ea typeface="Cambria" panose="02040503050406030204" pitchFamily="18" charset="0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13505" y="821441"/>
            <a:ext cx="1488898" cy="712016"/>
            <a:chOff x="3623271" y="1735288"/>
            <a:chExt cx="3148330" cy="15055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9321" y="1735288"/>
              <a:ext cx="2713012" cy="8812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3271" y="1823440"/>
              <a:ext cx="3148287" cy="141688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226469" y="1052332"/>
            <a:ext cx="781386" cy="238885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513" b="1" dirty="0">
                <a:solidFill>
                  <a:srgbClr val="9D9CFE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→</a:t>
            </a:r>
            <a:r>
              <a:rPr sz="1513" b="1" spc="-85" dirty="0">
                <a:solidFill>
                  <a:srgbClr val="9D9CFE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1135" b="1" dirty="0">
                <a:solidFill>
                  <a:srgbClr val="9D9CFE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Hey</a:t>
            </a:r>
            <a:r>
              <a:rPr sz="1135" b="1" spc="-21" dirty="0">
                <a:solidFill>
                  <a:srgbClr val="9D9CFE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1135" b="1" spc="-2" dirty="0">
                <a:solidFill>
                  <a:srgbClr val="9D9CFE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Siri</a:t>
            </a:r>
            <a:endParaRPr sz="1135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0755" y="1979334"/>
            <a:ext cx="2305233" cy="85449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684244" y="3143111"/>
            <a:ext cx="72973" cy="243098"/>
          </a:xfrm>
          <a:prstGeom prst="rect">
            <a:avLst/>
          </a:prstGeom>
        </p:spPr>
        <p:txBody>
          <a:bodyPr vert="horz" wrap="square" lIns="0" tIns="3003" rIns="0" bIns="0" rtlCol="0">
            <a:spAutoFit/>
          </a:bodyPr>
          <a:lstStyle/>
          <a:p>
            <a:pPr marL="18017">
              <a:spcBef>
                <a:spcPts val="24"/>
              </a:spcBef>
            </a:pPr>
            <a:fld id="{81D60167-4931-47E6-BA6A-407CBD079E47}" type="slidenum">
              <a:rPr sz="520" spc="1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pPr marL="18017">
                <a:spcBef>
                  <a:spcPts val="24"/>
                </a:spcBef>
              </a:pPr>
              <a:t>7</a:t>
            </a:fld>
            <a:endParaRPr sz="520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17998" y="3150318"/>
            <a:ext cx="892798" cy="83054"/>
          </a:xfrm>
          <a:prstGeom prst="rect">
            <a:avLst/>
          </a:prstGeom>
        </p:spPr>
        <p:txBody>
          <a:bodyPr vert="horz" wrap="square" lIns="0" tIns="3003" rIns="0" bIns="0" rtlCol="0">
            <a:spAutoFit/>
          </a:bodyPr>
          <a:lstStyle/>
          <a:p>
            <a:pPr marL="6006">
              <a:spcBef>
                <a:spcPts val="24"/>
              </a:spcBef>
            </a:pPr>
            <a:r>
              <a:rPr sz="520" spc="-2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Adapted</a:t>
            </a:r>
            <a:r>
              <a:rPr sz="520" spc="-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520" spc="-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from</a:t>
            </a:r>
            <a:r>
              <a:rPr sz="520" spc="-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520" spc="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Xiaogang</a:t>
            </a:r>
            <a:r>
              <a:rPr sz="520" spc="-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520" spc="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Wang</a:t>
            </a:r>
            <a:endParaRPr sz="520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/>
              <p14:cNvContentPartPr/>
              <p14:nvPr/>
            </p14:nvContentPartPr>
            <p14:xfrm>
              <a:off x="617040" y="831240"/>
              <a:ext cx="4409640" cy="115740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0200" y="817920"/>
                <a:ext cx="4433040" cy="117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337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46" y="125944"/>
            <a:ext cx="5145905" cy="326281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2081" spc="95" dirty="0">
                <a:solidFill>
                  <a:schemeClr val="bg1"/>
                </a:solidFill>
                <a:cs typeface="Microsoft Sans Serif"/>
              </a:rPr>
              <a:t>Modeling</a:t>
            </a:r>
            <a:r>
              <a:rPr sz="2081" spc="-50" dirty="0">
                <a:solidFill>
                  <a:schemeClr val="bg1"/>
                </a:solidFill>
                <a:cs typeface="Microsoft Sans Serif"/>
              </a:rPr>
              <a:t> </a:t>
            </a:r>
            <a:r>
              <a:rPr sz="2081" spc="50" dirty="0">
                <a:solidFill>
                  <a:schemeClr val="bg1"/>
                </a:solidFill>
                <a:cs typeface="Microsoft Sans Serif"/>
              </a:rPr>
              <a:t>sequential</a:t>
            </a:r>
            <a:r>
              <a:rPr sz="2081" spc="-47" dirty="0">
                <a:solidFill>
                  <a:schemeClr val="bg1"/>
                </a:solidFill>
                <a:cs typeface="Microsoft Sans Serif"/>
              </a:rPr>
              <a:t> </a:t>
            </a:r>
            <a:r>
              <a:rPr sz="2081" spc="59" dirty="0">
                <a:solidFill>
                  <a:schemeClr val="bg1"/>
                </a:solidFill>
                <a:cs typeface="Microsoft Sans Serif"/>
              </a:rPr>
              <a:t>data</a:t>
            </a:r>
            <a:endParaRPr sz="2081" dirty="0">
              <a:solidFill>
                <a:schemeClr val="bg1"/>
              </a:solidFill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567" y="631908"/>
            <a:ext cx="3142961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114111" indent="-108105">
              <a:spcBef>
                <a:spcPts val="47"/>
              </a:spcBef>
              <a:buFont typeface="Arial MT"/>
              <a:buChar char="•"/>
              <a:tabLst>
                <a:tab pos="114111" algn="l"/>
              </a:tabLst>
            </a:pPr>
            <a:r>
              <a:rPr sz="1135" spc="12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Generate</a:t>
            </a:r>
            <a:r>
              <a:rPr sz="1135" spc="-43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-17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natural</a:t>
            </a:r>
            <a:r>
              <a:rPr sz="1135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28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sentences</a:t>
            </a:r>
            <a:r>
              <a:rPr sz="1135" spc="-43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</a:t>
            </a:r>
            <a:r>
              <a:rPr sz="1135" spc="-43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17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describe</a:t>
            </a:r>
            <a:r>
              <a:rPr sz="1135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-28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</a:t>
            </a:r>
            <a:r>
              <a:rPr sz="1135" spc="-43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7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video</a:t>
            </a:r>
            <a:endParaRPr sz="1135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567" y="1646689"/>
            <a:ext cx="1378987" cy="180728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114111" indent="-108105">
              <a:spcBef>
                <a:spcPts val="47"/>
              </a:spcBef>
              <a:buFont typeface="Arial MT"/>
              <a:buChar char="•"/>
              <a:tabLst>
                <a:tab pos="114111" algn="l"/>
              </a:tabLst>
            </a:pPr>
            <a:r>
              <a:rPr sz="1135" spc="33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Machine</a:t>
            </a:r>
            <a:r>
              <a:rPr sz="1135" spc="-66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1135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translation</a:t>
            </a:r>
            <a:endParaRPr sz="1135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9250" y="1623164"/>
            <a:ext cx="1723434" cy="192537"/>
          </a:xfrm>
          <a:prstGeom prst="rect">
            <a:avLst/>
          </a:prstGeom>
        </p:spPr>
        <p:txBody>
          <a:bodyPr vert="horz" wrap="square" lIns="0" tIns="6906" rIns="0" bIns="0" rtlCol="0">
            <a:spAutoFit/>
          </a:bodyPr>
          <a:lstStyle/>
          <a:p>
            <a:pPr marL="18017">
              <a:spcBef>
                <a:spcPts val="54"/>
              </a:spcBef>
            </a:pPr>
            <a:r>
              <a:rPr sz="1206" i="1" spc="15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</a:t>
            </a:r>
            <a:r>
              <a:rPr sz="1206" i="1" spc="-10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spc="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(</a:t>
            </a:r>
            <a:r>
              <a:rPr sz="1206" i="1" spc="5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y</a:t>
            </a:r>
            <a:r>
              <a:rPr sz="1277" spc="142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1</a:t>
            </a:r>
            <a:r>
              <a:rPr sz="1206" i="1" spc="23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3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23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..</a:t>
            </a:r>
            <a:r>
              <a:rPr sz="1206" i="1" spc="3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5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y</a:t>
            </a:r>
            <a:r>
              <a:rPr sz="1277" i="1" spc="415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M</a:t>
            </a:r>
            <a:r>
              <a:rPr sz="1277" i="1" spc="-159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spc="-125" dirty="0">
                <a:latin typeface="Cambria" panose="02040503050406030204" pitchFamily="18" charset="0"/>
                <a:ea typeface="Cambria" panose="02040503050406030204" pitchFamily="18" charset="0"/>
                <a:cs typeface="Yu Gothic"/>
              </a:rPr>
              <a:t>|</a:t>
            </a:r>
            <a:r>
              <a:rPr sz="1206" i="1" spc="1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x</a:t>
            </a:r>
            <a:r>
              <a:rPr sz="1277" spc="142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1</a:t>
            </a:r>
            <a:r>
              <a:rPr sz="1206" i="1" spc="23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3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23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..</a:t>
            </a:r>
            <a:r>
              <a:rPr sz="1206" i="1" spc="3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1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x</a:t>
            </a:r>
            <a:r>
              <a:rPr sz="1277" i="1" spc="337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N</a:t>
            </a:r>
            <a:r>
              <a:rPr sz="1277" i="1" spc="-156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spc="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)</a:t>
            </a:r>
            <a:endParaRPr sz="1206">
              <a:latin typeface="Cambria" panose="02040503050406030204" pitchFamily="18" charset="0"/>
              <a:ea typeface="Cambria" panose="02040503050406030204" pitchFamily="18" charset="0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29250" y="623999"/>
            <a:ext cx="1723434" cy="192537"/>
          </a:xfrm>
          <a:prstGeom prst="rect">
            <a:avLst/>
          </a:prstGeom>
        </p:spPr>
        <p:txBody>
          <a:bodyPr vert="horz" wrap="square" lIns="0" tIns="6906" rIns="0" bIns="0" rtlCol="0">
            <a:spAutoFit/>
          </a:bodyPr>
          <a:lstStyle/>
          <a:p>
            <a:pPr marL="18017">
              <a:spcBef>
                <a:spcPts val="54"/>
              </a:spcBef>
            </a:pPr>
            <a:r>
              <a:rPr sz="1206" i="1" spc="15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</a:t>
            </a:r>
            <a:r>
              <a:rPr sz="1206" i="1" spc="-10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spc="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(</a:t>
            </a:r>
            <a:r>
              <a:rPr sz="1206" i="1" spc="5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y</a:t>
            </a:r>
            <a:r>
              <a:rPr sz="1277" spc="142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1</a:t>
            </a:r>
            <a:r>
              <a:rPr sz="1206" i="1" spc="23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3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23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..</a:t>
            </a:r>
            <a:r>
              <a:rPr sz="1206" i="1" spc="3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5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y</a:t>
            </a:r>
            <a:r>
              <a:rPr sz="1277" i="1" spc="415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M</a:t>
            </a:r>
            <a:r>
              <a:rPr sz="1277" i="1" spc="-159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spc="-125" dirty="0">
                <a:latin typeface="Cambria" panose="02040503050406030204" pitchFamily="18" charset="0"/>
                <a:ea typeface="Cambria" panose="02040503050406030204" pitchFamily="18" charset="0"/>
                <a:cs typeface="Yu Gothic"/>
              </a:rPr>
              <a:t>|</a:t>
            </a:r>
            <a:r>
              <a:rPr sz="1206" i="1" spc="1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x</a:t>
            </a:r>
            <a:r>
              <a:rPr sz="1277" spc="142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1</a:t>
            </a:r>
            <a:r>
              <a:rPr sz="1206" i="1" spc="236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3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23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..</a:t>
            </a:r>
            <a:r>
              <a:rPr sz="1206" i="1" spc="3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1206" i="1" spc="-7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6" i="1" spc="17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x</a:t>
            </a:r>
            <a:r>
              <a:rPr sz="1277" i="1" spc="337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N</a:t>
            </a:r>
            <a:r>
              <a:rPr sz="1277" i="1" spc="-156" baseline="-123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1206" spc="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)</a:t>
            </a:r>
            <a:endParaRPr sz="1206">
              <a:latin typeface="Cambria" panose="02040503050406030204" pitchFamily="18" charset="0"/>
              <a:ea typeface="Cambria" panose="02040503050406030204" pitchFamily="18" charset="0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16375" y="964418"/>
            <a:ext cx="564268" cy="467871"/>
            <a:chOff x="5320969" y="2037620"/>
            <a:chExt cx="1193165" cy="989330"/>
          </a:xfrm>
        </p:grpSpPr>
        <p:sp>
          <p:nvSpPr>
            <p:cNvPr id="8" name="object 8"/>
            <p:cNvSpPr/>
            <p:nvPr/>
          </p:nvSpPr>
          <p:spPr>
            <a:xfrm>
              <a:off x="6418618" y="2571120"/>
              <a:ext cx="95885" cy="53340"/>
            </a:xfrm>
            <a:custGeom>
              <a:avLst/>
              <a:gdLst/>
              <a:ahLst/>
              <a:cxnLst/>
              <a:rect l="l" t="t" r="r" b="b"/>
              <a:pathLst>
                <a:path w="95884" h="53339">
                  <a:moveTo>
                    <a:pt x="0" y="52794"/>
                  </a:moveTo>
                  <a:lnTo>
                    <a:pt x="95401" y="52794"/>
                  </a:lnTo>
                  <a:lnTo>
                    <a:pt x="95401" y="0"/>
                  </a:lnTo>
                  <a:lnTo>
                    <a:pt x="0" y="0"/>
                  </a:lnTo>
                  <a:lnTo>
                    <a:pt x="0" y="52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0969" y="2037620"/>
              <a:ext cx="1185289" cy="989208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232" y="956532"/>
            <a:ext cx="560543" cy="46781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6360" y="964418"/>
            <a:ext cx="560543" cy="46781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723788" y="1019292"/>
            <a:ext cx="186187" cy="244424"/>
          </a:xfrm>
          <a:prstGeom prst="rect">
            <a:avLst/>
          </a:prstGeom>
        </p:spPr>
        <p:txBody>
          <a:bodyPr vert="horz" wrap="square" lIns="0" tIns="7808" rIns="0" bIns="0" rtlCol="0">
            <a:spAutoFit/>
          </a:bodyPr>
          <a:lstStyle/>
          <a:p>
            <a:pPr marL="6006">
              <a:spcBef>
                <a:spcPts val="61"/>
              </a:spcBef>
            </a:pPr>
            <a:r>
              <a:rPr sz="1537" b="1" spc="14" dirty="0">
                <a:latin typeface="Cambria" panose="02040503050406030204" pitchFamily="18" charset="0"/>
                <a:ea typeface="Cambria" panose="02040503050406030204" pitchFamily="18" charset="0"/>
                <a:cs typeface="Malgun Gothic"/>
              </a:rPr>
              <a:t>…</a:t>
            </a:r>
            <a:endParaRPr sz="1537">
              <a:latin typeface="Cambria" panose="02040503050406030204" pitchFamily="18" charset="0"/>
              <a:ea typeface="Cambria" panose="02040503050406030204" pitchFamily="18" charset="0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60199" y="1063863"/>
            <a:ext cx="1721631" cy="238885"/>
          </a:xfrm>
          <a:prstGeom prst="rect">
            <a:avLst/>
          </a:prstGeom>
        </p:spPr>
        <p:txBody>
          <a:bodyPr vert="horz" wrap="square" lIns="0" tIns="6006" rIns="0" bIns="0" rtlCol="0">
            <a:spAutoFit/>
          </a:bodyPr>
          <a:lstStyle/>
          <a:p>
            <a:pPr marL="6006">
              <a:spcBef>
                <a:spcPts val="47"/>
              </a:spcBef>
            </a:pPr>
            <a:r>
              <a:rPr sz="1513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→</a:t>
            </a:r>
            <a:r>
              <a:rPr sz="1513" b="1" spc="-108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1135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</a:t>
            </a:r>
            <a:r>
              <a:rPr sz="1135" b="1" spc="-43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1135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man</a:t>
            </a:r>
            <a:r>
              <a:rPr sz="1135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1135" b="1" spc="-2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</a:t>
            </a:r>
            <a:r>
              <a:rPr sz="1135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</a:t>
            </a:r>
            <a:r>
              <a:rPr sz="1135" b="1" spc="-2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1135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</a:t>
            </a:r>
            <a:r>
              <a:rPr sz="1135" b="1" spc="-2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idin</a:t>
            </a:r>
            <a:r>
              <a:rPr sz="1135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</a:t>
            </a:r>
            <a:r>
              <a:rPr sz="1135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1135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</a:t>
            </a:r>
            <a:r>
              <a:rPr sz="1135" b="1" spc="-2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bi</a:t>
            </a:r>
            <a:r>
              <a:rPr sz="1135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ke</a:t>
            </a:r>
            <a:endParaRPr sz="1135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028" y="1902685"/>
            <a:ext cx="4207034" cy="114404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684244" y="3143111"/>
            <a:ext cx="72973" cy="243098"/>
          </a:xfrm>
          <a:prstGeom prst="rect">
            <a:avLst/>
          </a:prstGeom>
        </p:spPr>
        <p:txBody>
          <a:bodyPr vert="horz" wrap="square" lIns="0" tIns="3003" rIns="0" bIns="0" rtlCol="0">
            <a:spAutoFit/>
          </a:bodyPr>
          <a:lstStyle/>
          <a:p>
            <a:pPr marL="18017">
              <a:spcBef>
                <a:spcPts val="24"/>
              </a:spcBef>
            </a:pPr>
            <a:fld id="{81D60167-4931-47E6-BA6A-407CBD079E47}" type="slidenum">
              <a:rPr sz="520" spc="1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pPr marL="18017">
                <a:spcBef>
                  <a:spcPts val="24"/>
                </a:spcBef>
              </a:pPr>
              <a:t>8</a:t>
            </a:fld>
            <a:endParaRPr sz="520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17998" y="3150318"/>
            <a:ext cx="892798" cy="83054"/>
          </a:xfrm>
          <a:prstGeom prst="rect">
            <a:avLst/>
          </a:prstGeom>
        </p:spPr>
        <p:txBody>
          <a:bodyPr vert="horz" wrap="square" lIns="0" tIns="3003" rIns="0" bIns="0" rtlCol="0">
            <a:spAutoFit/>
          </a:bodyPr>
          <a:lstStyle/>
          <a:p>
            <a:pPr marL="6006">
              <a:spcBef>
                <a:spcPts val="24"/>
              </a:spcBef>
            </a:pPr>
            <a:r>
              <a:rPr sz="520" spc="-2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Adapted</a:t>
            </a:r>
            <a:r>
              <a:rPr sz="520" spc="-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520" spc="-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from</a:t>
            </a:r>
            <a:r>
              <a:rPr sz="520" spc="-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520" spc="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Xiaogang</a:t>
            </a:r>
            <a:r>
              <a:rPr sz="520" spc="-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520" spc="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Wang</a:t>
            </a:r>
            <a:endParaRPr sz="520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/>
              <p14:cNvContentPartPr/>
              <p14:nvPr/>
            </p14:nvContentPartPr>
            <p14:xfrm>
              <a:off x="690120" y="817920"/>
              <a:ext cx="4512600" cy="1105200"/>
            </p14:xfrm>
          </p:contentPart>
        </mc:Choice>
        <mc:Fallback>
          <p:pic>
            <p:nvPicPr>
              <p:cNvPr id="18" name="Ink 1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1480" y="808560"/>
                <a:ext cx="4536360" cy="112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080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Why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Feedforward</a:t>
            </a:r>
            <a:r>
              <a:rPr cap="small" spc="8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Networks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70" dirty="0">
                <a:solidFill>
                  <a:srgbClr val="FFFFFF"/>
                </a:solidFill>
              </a:rPr>
              <a:t>Fail?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916863"/>
            <a:ext cx="2875280" cy="1584325"/>
            <a:chOff x="513702" y="916863"/>
            <a:chExt cx="2875280" cy="15843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916863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668449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431440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327399" y="1943226"/>
              <a:ext cx="60960" cy="6350"/>
            </a:xfrm>
            <a:custGeom>
              <a:avLst/>
              <a:gdLst/>
              <a:ahLst/>
              <a:cxnLst/>
              <a:rect l="l" t="t" r="r" b="b"/>
              <a:pathLst>
                <a:path w="60960" h="6350">
                  <a:moveTo>
                    <a:pt x="60960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960" y="6096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321868" y="565467"/>
            <a:ext cx="4981879" cy="1974392"/>
          </a:xfrm>
          <a:prstGeom prst="rect">
            <a:avLst/>
          </a:prstGeom>
        </p:spPr>
        <p:txBody>
          <a:bodyPr vert="horz" wrap="square" lIns="0" tIns="289057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550"/>
              </a:spcBef>
            </a:pPr>
            <a:r>
              <a:rPr dirty="0"/>
              <a:t>Key</a:t>
            </a:r>
            <a:r>
              <a:rPr spc="-25" dirty="0"/>
              <a:t> </a:t>
            </a:r>
            <a:r>
              <a:rPr spc="-10" dirty="0"/>
              <a:t>issues:</a:t>
            </a:r>
          </a:p>
          <a:p>
            <a:pPr marL="49022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/>
              <a:t>Fixed</a:t>
            </a:r>
            <a:r>
              <a:rPr sz="950" spc="-15" dirty="0"/>
              <a:t> </a:t>
            </a:r>
            <a:r>
              <a:rPr sz="950" dirty="0"/>
              <a:t>input</a:t>
            </a:r>
            <a:r>
              <a:rPr sz="950" spc="-30" dirty="0"/>
              <a:t> </a:t>
            </a:r>
            <a:r>
              <a:rPr sz="950" dirty="0"/>
              <a:t>size</a:t>
            </a:r>
            <a:r>
              <a:rPr sz="950" dirty="0">
                <a:solidFill>
                  <a:srgbClr val="000000"/>
                </a:solidFill>
              </a:rPr>
              <a:t>:</a:t>
            </a:r>
            <a:r>
              <a:rPr sz="950" spc="-1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Cannot</a:t>
            </a:r>
            <a:r>
              <a:rPr sz="950" spc="-1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handle</a:t>
            </a:r>
            <a:r>
              <a:rPr sz="950" spc="-10" dirty="0">
                <a:solidFill>
                  <a:srgbClr val="000000"/>
                </a:solidFill>
              </a:rPr>
              <a:t> variable-</a:t>
            </a:r>
            <a:r>
              <a:rPr sz="950" dirty="0">
                <a:solidFill>
                  <a:srgbClr val="000000"/>
                </a:solidFill>
              </a:rPr>
              <a:t>length</a:t>
            </a:r>
            <a:r>
              <a:rPr sz="950" spc="-30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sequences</a:t>
            </a:r>
            <a:endParaRPr sz="950" dirty="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/>
              <a:t>No</a:t>
            </a:r>
            <a:r>
              <a:rPr sz="950" spc="-30" dirty="0"/>
              <a:t> </a:t>
            </a:r>
            <a:r>
              <a:rPr sz="950" dirty="0"/>
              <a:t>memory</a:t>
            </a:r>
            <a:r>
              <a:rPr sz="950" dirty="0">
                <a:solidFill>
                  <a:srgbClr val="000000"/>
                </a:solidFill>
              </a:rPr>
              <a:t>:</a:t>
            </a:r>
            <a:r>
              <a:rPr sz="950" spc="-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Each</a:t>
            </a:r>
            <a:r>
              <a:rPr sz="950" spc="-1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input</a:t>
            </a:r>
            <a:r>
              <a:rPr sz="950" spc="-5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processed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independently</a:t>
            </a:r>
            <a:endParaRPr sz="950" dirty="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5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/>
              <a:t>No</a:t>
            </a:r>
            <a:r>
              <a:rPr sz="950" spc="-30" dirty="0"/>
              <a:t> </a:t>
            </a:r>
            <a:r>
              <a:rPr sz="950" dirty="0"/>
              <a:t>parameter</a:t>
            </a:r>
            <a:r>
              <a:rPr sz="950" spc="-25" dirty="0"/>
              <a:t> </a:t>
            </a:r>
            <a:r>
              <a:rPr sz="950" dirty="0"/>
              <a:t>sharing</a:t>
            </a:r>
            <a:r>
              <a:rPr sz="950" dirty="0">
                <a:solidFill>
                  <a:srgbClr val="000000"/>
                </a:solidFill>
              </a:rPr>
              <a:t>: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Different</a:t>
            </a:r>
            <a:r>
              <a:rPr sz="950" spc="-4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weights</a:t>
            </a:r>
            <a:r>
              <a:rPr sz="950" spc="-4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for</a:t>
            </a:r>
            <a:r>
              <a:rPr sz="950" spc="-4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each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position</a:t>
            </a:r>
            <a:endParaRPr sz="950" dirty="0">
              <a:latin typeface="Arial MT"/>
              <a:cs typeface="Arial MT"/>
            </a:endParaRPr>
          </a:p>
          <a:p>
            <a:pPr marL="388620">
              <a:lnSpc>
                <a:spcPct val="100000"/>
              </a:lnSpc>
              <a:spcBef>
                <a:spcPts val="40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Problem</a:t>
            </a:r>
            <a:r>
              <a:rPr dirty="0">
                <a:solidFill>
                  <a:srgbClr val="000000"/>
                </a:solidFill>
              </a:rPr>
              <a:t>: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Predict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next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word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sentence</a:t>
            </a:r>
          </a:p>
          <a:p>
            <a:pPr marL="502920">
              <a:lnSpc>
                <a:spcPct val="100000"/>
              </a:lnSpc>
              <a:spcBef>
                <a:spcPts val="37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</a:rPr>
              <a:t>Input: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”I</a:t>
            </a:r>
            <a:r>
              <a:rPr sz="950" spc="-1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grew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up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in</a:t>
            </a:r>
            <a:r>
              <a:rPr sz="950" spc="-3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France,</a:t>
            </a:r>
            <a:r>
              <a:rPr sz="950" spc="15" dirty="0">
                <a:solidFill>
                  <a:srgbClr val="000000"/>
                </a:solidFill>
              </a:rPr>
              <a:t> </a:t>
            </a:r>
            <a:r>
              <a:rPr lang="en-US" sz="950" spc="15" dirty="0" smtClean="0">
                <a:solidFill>
                  <a:srgbClr val="000000"/>
                </a:solidFill>
              </a:rPr>
              <a:t>…..</a:t>
            </a:r>
            <a:r>
              <a:rPr sz="950" dirty="0" smtClean="0">
                <a:solidFill>
                  <a:srgbClr val="000000"/>
                </a:solidFill>
              </a:rPr>
              <a:t>so</a:t>
            </a:r>
            <a:r>
              <a:rPr sz="950" spc="-20" dirty="0" smtClean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I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speak fluent</a:t>
            </a:r>
            <a:r>
              <a:rPr sz="950" spc="450" dirty="0">
                <a:solidFill>
                  <a:srgbClr val="000000"/>
                </a:solidFill>
              </a:rPr>
              <a:t> </a:t>
            </a:r>
            <a:r>
              <a:rPr sz="950" spc="-50" dirty="0">
                <a:solidFill>
                  <a:srgbClr val="000000"/>
                </a:solidFill>
              </a:rPr>
              <a:t>”</a:t>
            </a:r>
            <a:endParaRPr sz="950" dirty="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22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</a:rPr>
              <a:t>Need</a:t>
            </a:r>
            <a:r>
              <a:rPr sz="950" spc="-3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context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from</a:t>
            </a:r>
            <a:r>
              <a:rPr sz="950" spc="-3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7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words</a:t>
            </a:r>
            <a:r>
              <a:rPr sz="950" spc="-3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back</a:t>
            </a:r>
            <a:r>
              <a:rPr sz="950" spc="-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(”France”)</a:t>
            </a:r>
            <a:r>
              <a:rPr sz="950" spc="-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to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predict</a:t>
            </a:r>
            <a:r>
              <a:rPr sz="950" spc="-40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”French”</a:t>
            </a:r>
            <a:endParaRPr sz="950" dirty="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Feedforward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network</a:t>
            </a:r>
            <a:r>
              <a:rPr sz="950" spc="-3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treats</a:t>
            </a:r>
            <a:r>
              <a:rPr sz="950" spc="-1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each</a:t>
            </a:r>
            <a:r>
              <a:rPr sz="950" spc="-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position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independently</a:t>
            </a:r>
            <a:endParaRPr sz="950" dirty="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500"/>
              </a:spcBef>
            </a:pPr>
            <a:r>
              <a:rPr dirty="0"/>
              <a:t>We</a:t>
            </a:r>
            <a:r>
              <a:rPr spc="-15" dirty="0"/>
              <a:t> </a:t>
            </a:r>
            <a:r>
              <a:rPr dirty="0"/>
              <a:t>need</a:t>
            </a:r>
            <a:r>
              <a:rPr dirty="0">
                <a:solidFill>
                  <a:srgbClr val="000000"/>
                </a:solidFill>
              </a:rPr>
              <a:t>: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model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that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can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remember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past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information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0" name="object 10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690">
              <a:lnSpc>
                <a:spcPts val="670"/>
              </a:lnSpc>
            </a:pPr>
            <a:fld id="{81D60167-4931-47E6-BA6A-407CBD079E47}" type="slidenum">
              <a:rPr dirty="0"/>
              <a:t>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/>
              <p14:cNvContentPartPr/>
              <p14:nvPr/>
            </p14:nvContentPartPr>
            <p14:xfrm>
              <a:off x="633600" y="214560"/>
              <a:ext cx="5068080" cy="201024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5680" y="200880"/>
                <a:ext cx="5090040" cy="203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Temporal</a:t>
            </a:r>
            <a:r>
              <a:rPr cap="small" spc="90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Dependencies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879652"/>
            <a:ext cx="69850" cy="1675130"/>
            <a:chOff x="513702" y="879652"/>
            <a:chExt cx="69850" cy="16751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879652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420418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972500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485389"/>
              <a:ext cx="69291" cy="6929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81253" y="782929"/>
            <a:ext cx="4473575" cy="1809114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270"/>
              </a:spcBef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Short-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term</a:t>
            </a:r>
            <a:r>
              <a:rPr sz="1050" spc="-2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dependencies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Information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needed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is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recent</a:t>
            </a:r>
            <a:endParaRPr sz="1050">
              <a:latin typeface="Tahoma"/>
              <a:cs typeface="Tahoma"/>
            </a:endParaRPr>
          </a:p>
          <a:p>
            <a:pPr marL="231140">
              <a:lnSpc>
                <a:spcPct val="100000"/>
              </a:lnSpc>
              <a:spcBef>
                <a:spcPts val="18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”The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clouds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are in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the </a:t>
            </a:r>
            <a:r>
              <a:rPr sz="950" u="sng" spc="3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950" dirty="0">
                <a:latin typeface="Tahoma"/>
                <a:cs typeface="Tahoma"/>
              </a:rPr>
              <a:t>” </a:t>
            </a:r>
            <a:r>
              <a:rPr sz="1100" dirty="0">
                <a:latin typeface="Microsoft Sans Serif"/>
                <a:cs typeface="Microsoft Sans Serif"/>
              </a:rPr>
              <a:t>→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950" spc="-20" dirty="0">
                <a:latin typeface="Tahoma"/>
                <a:cs typeface="Tahoma"/>
              </a:rPr>
              <a:t>”sky”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950">
              <a:latin typeface="Tahoma"/>
              <a:cs typeface="Tahoma"/>
            </a:endParaRPr>
          </a:p>
          <a:p>
            <a:pPr marR="962660" algn="ctr">
              <a:lnSpc>
                <a:spcPct val="100000"/>
              </a:lnSpc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Long-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term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 dependencies</a:t>
            </a:r>
            <a:r>
              <a:rPr sz="1050" spc="-10" dirty="0">
                <a:latin typeface="Tahoma"/>
                <a:cs typeface="Tahoma"/>
              </a:rPr>
              <a:t>: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Information</a:t>
            </a:r>
            <a:r>
              <a:rPr sz="1050" spc="-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needed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is</a:t>
            </a:r>
            <a:r>
              <a:rPr sz="1050" spc="-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far</a:t>
            </a:r>
            <a:r>
              <a:rPr sz="1050" spc="10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back</a:t>
            </a:r>
            <a:endParaRPr sz="1050">
              <a:latin typeface="Tahoma"/>
              <a:cs typeface="Tahoma"/>
            </a:endParaRPr>
          </a:p>
          <a:p>
            <a:pPr marR="962660" algn="ctr">
              <a:lnSpc>
                <a:spcPct val="100000"/>
              </a:lnSpc>
              <a:spcBef>
                <a:spcPts val="180"/>
              </a:spcBef>
              <a:tabLst>
                <a:tab pos="2310765" algn="l"/>
              </a:tabLst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”I grew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up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France...</a:t>
            </a:r>
            <a:r>
              <a:rPr sz="950" spc="160" dirty="0">
                <a:latin typeface="Tahoma"/>
                <a:cs typeface="Tahoma"/>
              </a:rPr>
              <a:t>  </a:t>
            </a:r>
            <a:r>
              <a:rPr sz="950" dirty="0">
                <a:latin typeface="Tahoma"/>
                <a:cs typeface="Tahoma"/>
              </a:rPr>
              <a:t>I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speak fluent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950" dirty="0">
                <a:latin typeface="Tahoma"/>
                <a:cs typeface="Tahoma"/>
              </a:rPr>
              <a:t>” </a:t>
            </a:r>
            <a:r>
              <a:rPr sz="1100" dirty="0">
                <a:latin typeface="Microsoft Sans Serif"/>
                <a:cs typeface="Microsoft Sans Serif"/>
              </a:rPr>
              <a:t>→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950" spc="-10" dirty="0">
                <a:latin typeface="Tahoma"/>
                <a:cs typeface="Tahoma"/>
              </a:rPr>
              <a:t>”French”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50">
              <a:latin typeface="Tahoma"/>
              <a:cs typeface="Tahoma"/>
            </a:endParaRPr>
          </a:p>
          <a:p>
            <a:pPr marL="76200" marR="30480">
              <a:lnSpc>
                <a:spcPct val="114300"/>
              </a:lnSpc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Challenge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Model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must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learn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to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remember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relevant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information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and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forget </a:t>
            </a:r>
            <a:r>
              <a:rPr sz="1050" dirty="0">
                <a:latin typeface="Tahoma"/>
                <a:cs typeface="Tahoma"/>
              </a:rPr>
              <a:t>irrelevant</a:t>
            </a:r>
            <a:r>
              <a:rPr sz="1050" spc="-6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information.</a:t>
            </a:r>
            <a:endParaRPr sz="10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05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Tahoma"/>
                <a:cs typeface="Tahoma"/>
              </a:rPr>
              <a:t>Different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sequence</a:t>
            </a:r>
            <a:r>
              <a:rPr sz="1050" spc="-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lengths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require</a:t>
            </a:r>
            <a:r>
              <a:rPr sz="1050" spc="-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flexible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architectures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0" name="object 10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10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/>
              <p14:cNvContentPartPr/>
              <p14:nvPr/>
            </p14:nvContentPartPr>
            <p14:xfrm>
              <a:off x="540720" y="449280"/>
              <a:ext cx="4070520" cy="179244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2440" y="445680"/>
                <a:ext cx="4092480" cy="1803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29600"/>
            <a:ext cx="2555240" cy="252285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Modeling</a:t>
            </a:r>
            <a:endParaRPr sz="1400">
              <a:latin typeface="Calibri"/>
              <a:cs typeface="Calibri"/>
            </a:endParaRPr>
          </a:p>
          <a:p>
            <a:pPr marL="12700" marR="796925">
              <a:lnSpc>
                <a:spcPct val="117000"/>
              </a:lnSpc>
            </a:pP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3" action="ppaction://hlinksldjump"/>
              </a:rPr>
              <a:t>Sequenc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3" action="ppaction://hlinksldjump"/>
              </a:rPr>
              <a:t>Model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6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3" action="ppaction://hlinksldjump"/>
              </a:rPr>
              <a:t>Theory</a:t>
            </a:r>
            <a:r>
              <a:rPr sz="1400" cap="small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Basi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c</a:t>
            </a:r>
            <a:r>
              <a:rPr sz="1400" u="sng" cap="small" spc="7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RNN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Architecture</a:t>
            </a:r>
            <a:r>
              <a:rPr sz="1400" cap="small" spc="-1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RNN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Trainin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&amp;</a:t>
            </a:r>
            <a:r>
              <a:rPr sz="1400" u="sng" cap="small" spc="-1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BPTT</a:t>
            </a:r>
            <a:r>
              <a:rPr sz="1400" cap="small" spc="-2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directiona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Dee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p</a:t>
            </a:r>
            <a:r>
              <a:rPr sz="1400" u="sng" cap="small" spc="7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(Stacked)</a:t>
            </a:r>
            <a:r>
              <a:rPr sz="1400" u="sng" cap="small" spc="4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Gate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Recurren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t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Unit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(GRU)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Lon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Short-Ter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m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Memor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y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(LSTM)</a:t>
            </a:r>
            <a:endParaRPr sz="1400">
              <a:latin typeface="Calibri"/>
              <a:cs typeface="Calibri"/>
            </a:endParaRPr>
          </a:p>
          <a:p>
            <a:pPr marL="12700" marR="6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m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Serie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Forecastin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Applications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Compariso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&amp;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11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0008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Autoregressive</a:t>
            </a:r>
            <a:r>
              <a:rPr sz="1700" cap="small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55" dirty="0">
                <a:solidFill>
                  <a:srgbClr val="FFFFFF"/>
                </a:solidFill>
                <a:latin typeface="Calibri"/>
                <a:cs typeface="Calibri"/>
              </a:rPr>
              <a:t>Models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202"/>
            <a:ext cx="5760085" cy="2683510"/>
            <a:chOff x="0" y="550202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202"/>
              <a:ext cx="5461000" cy="241236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12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280800" y="421200"/>
              <a:ext cx="5407200" cy="173556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360" y="408600"/>
                <a:ext cx="5428800" cy="176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Autoregressive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Models:</a:t>
            </a:r>
            <a:r>
              <a:rPr cap="small" spc="235" dirty="0">
                <a:solidFill>
                  <a:srgbClr val="FFFFFF"/>
                </a:solidFill>
              </a:rPr>
              <a:t> </a:t>
            </a:r>
            <a:r>
              <a:rPr cap="small" spc="-20" dirty="0">
                <a:solidFill>
                  <a:srgbClr val="FFFFFF"/>
                </a:solidFill>
              </a:rPr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65708"/>
            <a:ext cx="5760085" cy="2668270"/>
            <a:chOff x="0" y="565708"/>
            <a:chExt cx="5760085" cy="2668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65708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762812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959916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2663" y="432968"/>
            <a:ext cx="4228465" cy="2642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2301240" algn="just">
              <a:lnSpc>
                <a:spcPct val="122900"/>
              </a:lnSpc>
              <a:spcBef>
                <a:spcPts val="9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Sequence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”The</a:t>
            </a:r>
            <a:r>
              <a:rPr sz="1050" spc="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cat</a:t>
            </a:r>
            <a:r>
              <a:rPr sz="1050" spc="5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sat</a:t>
            </a:r>
            <a:r>
              <a:rPr sz="1050" spc="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on</a:t>
            </a:r>
            <a:r>
              <a:rPr sz="1050" spc="75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the”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Predict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Next</a:t>
            </a:r>
            <a:r>
              <a:rPr sz="1050" spc="1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word (e.g.,</a:t>
            </a:r>
            <a:r>
              <a:rPr sz="1050" spc="20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”mat”)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Autoregressive</a:t>
            </a:r>
            <a:r>
              <a:rPr sz="1050" spc="5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decomposition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556895">
              <a:lnSpc>
                <a:spcPct val="100000"/>
              </a:lnSpc>
              <a:spcBef>
                <a:spcPts val="980"/>
              </a:spcBef>
            </a:pPr>
            <a:r>
              <a:rPr sz="1050" i="1" dirty="0">
                <a:latin typeface="Arial"/>
                <a:cs typeface="Arial"/>
              </a:rPr>
              <a:t>P</a:t>
            </a:r>
            <a:r>
              <a:rPr sz="1050" i="1" spc="-2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Tahoma"/>
                <a:cs typeface="Tahoma"/>
              </a:rPr>
              <a:t>The,</a:t>
            </a:r>
            <a:r>
              <a:rPr sz="1050" spc="-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cat,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sat,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on,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the,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mat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spc="-10" dirty="0">
                <a:latin typeface="Arial"/>
                <a:cs typeface="Arial"/>
              </a:rPr>
              <a:t>P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Tahoma"/>
                <a:cs typeface="Tahoma"/>
              </a:rPr>
              <a:t>The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2352675">
              <a:lnSpc>
                <a:spcPct val="100000"/>
              </a:lnSpc>
              <a:spcBef>
                <a:spcPts val="280"/>
              </a:spcBef>
            </a:pP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30" dirty="0">
                <a:latin typeface="Microsoft YaHei UI"/>
                <a:cs typeface="Microsoft YaHei UI"/>
              </a:rPr>
              <a:t> </a:t>
            </a:r>
            <a:r>
              <a:rPr sz="1050" i="1" spc="-10" dirty="0">
                <a:latin typeface="Arial"/>
                <a:cs typeface="Arial"/>
              </a:rPr>
              <a:t>P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Tahoma"/>
                <a:cs typeface="Tahoma"/>
              </a:rPr>
              <a:t>cat</a:t>
            </a:r>
            <a:r>
              <a:rPr sz="1200" spc="-10" dirty="0">
                <a:latin typeface="Microsoft YaHei UI"/>
                <a:cs typeface="Microsoft YaHei UI"/>
              </a:rPr>
              <a:t>|</a:t>
            </a:r>
            <a:r>
              <a:rPr sz="1050" spc="-10" dirty="0">
                <a:latin typeface="Tahoma"/>
                <a:cs typeface="Tahoma"/>
              </a:rPr>
              <a:t>The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2352675">
              <a:lnSpc>
                <a:spcPct val="100000"/>
              </a:lnSpc>
              <a:spcBef>
                <a:spcPts val="300"/>
              </a:spcBef>
            </a:pP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P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Tahoma"/>
                <a:cs typeface="Tahoma"/>
              </a:rPr>
              <a:t>sat</a:t>
            </a:r>
            <a:r>
              <a:rPr sz="1200" dirty="0">
                <a:latin typeface="Microsoft YaHei UI"/>
                <a:cs typeface="Microsoft YaHei UI"/>
              </a:rPr>
              <a:t>|</a:t>
            </a:r>
            <a:r>
              <a:rPr sz="1050" dirty="0">
                <a:latin typeface="Tahoma"/>
                <a:cs typeface="Tahoma"/>
              </a:rPr>
              <a:t>The,</a:t>
            </a:r>
            <a:r>
              <a:rPr sz="1050" spc="-60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cat</a:t>
            </a:r>
            <a:r>
              <a:rPr sz="1200" spc="-2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2352675">
              <a:lnSpc>
                <a:spcPct val="100000"/>
              </a:lnSpc>
              <a:spcBef>
                <a:spcPts val="300"/>
              </a:spcBef>
            </a:pPr>
            <a:r>
              <a:rPr sz="1200" spc="-135" dirty="0">
                <a:latin typeface="Microsoft YaHei UI"/>
                <a:cs typeface="Microsoft YaHei UI"/>
              </a:rPr>
              <a:t>×</a:t>
            </a:r>
            <a:r>
              <a:rPr sz="1200" spc="20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P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Tahoma"/>
                <a:cs typeface="Tahoma"/>
              </a:rPr>
              <a:t>on</a:t>
            </a:r>
            <a:r>
              <a:rPr sz="1200" dirty="0">
                <a:latin typeface="Microsoft YaHei UI"/>
                <a:cs typeface="Microsoft YaHei UI"/>
              </a:rPr>
              <a:t>|</a:t>
            </a:r>
            <a:r>
              <a:rPr sz="1050" dirty="0">
                <a:latin typeface="Tahoma"/>
                <a:cs typeface="Tahoma"/>
              </a:rPr>
              <a:t>The,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cat,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sat</a:t>
            </a:r>
            <a:r>
              <a:rPr sz="1200" spc="-2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2352675">
              <a:lnSpc>
                <a:spcPct val="100000"/>
              </a:lnSpc>
              <a:spcBef>
                <a:spcPts val="300"/>
              </a:spcBef>
            </a:pP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P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Tahoma"/>
                <a:cs typeface="Tahoma"/>
              </a:rPr>
              <a:t>the</a:t>
            </a:r>
            <a:r>
              <a:rPr sz="1200" dirty="0">
                <a:latin typeface="Microsoft YaHei UI"/>
                <a:cs typeface="Microsoft YaHei UI"/>
              </a:rPr>
              <a:t>|</a:t>
            </a:r>
            <a:r>
              <a:rPr sz="1050" dirty="0">
                <a:latin typeface="Tahoma"/>
                <a:cs typeface="Tahoma"/>
              </a:rPr>
              <a:t>The,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cat,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sat,</a:t>
            </a:r>
            <a:r>
              <a:rPr sz="1050" spc="-25" dirty="0">
                <a:latin typeface="Tahoma"/>
                <a:cs typeface="Tahoma"/>
              </a:rPr>
              <a:t> on</a:t>
            </a:r>
            <a:r>
              <a:rPr sz="1200" spc="-2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2352675">
              <a:lnSpc>
                <a:spcPct val="100000"/>
              </a:lnSpc>
              <a:spcBef>
                <a:spcPts val="300"/>
              </a:spcBef>
            </a:pP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P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Tahoma"/>
                <a:cs typeface="Tahoma"/>
              </a:rPr>
              <a:t>mat</a:t>
            </a:r>
            <a:r>
              <a:rPr sz="1200" dirty="0">
                <a:latin typeface="Microsoft YaHei UI"/>
                <a:cs typeface="Microsoft YaHei UI"/>
              </a:rPr>
              <a:t>|</a:t>
            </a:r>
            <a:r>
              <a:rPr sz="1050" dirty="0">
                <a:latin typeface="Tahoma"/>
                <a:cs typeface="Tahoma"/>
              </a:rPr>
              <a:t>The,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cat,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sat,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on,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the</a:t>
            </a:r>
            <a:r>
              <a:rPr sz="1200" spc="-2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0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Each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word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depends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on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ALL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previous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words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History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grows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with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sequence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length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13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/>
              <p14:cNvContentPartPr/>
              <p14:nvPr/>
            </p14:nvContentPartPr>
            <p14:xfrm>
              <a:off x="823320" y="353880"/>
              <a:ext cx="4933440" cy="2828520"/>
            </p14:xfrm>
          </p:contentPart>
        </mc:Choice>
        <mc:Fallback>
          <p:pic>
            <p:nvPicPr>
              <p:cNvPr id="13" name="Ink 1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2880" y="346320"/>
                <a:ext cx="4957560" cy="284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Markov</a:t>
            </a:r>
            <a:r>
              <a:rPr cap="small" spc="80" dirty="0">
                <a:solidFill>
                  <a:srgbClr val="FFFFFF"/>
                </a:solidFill>
              </a:rPr>
              <a:t> </a:t>
            </a:r>
            <a:r>
              <a:rPr cap="small" spc="-35" dirty="0">
                <a:solidFill>
                  <a:srgbClr val="FFFFFF"/>
                </a:solidFill>
              </a:rPr>
              <a:t>Assumption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815136"/>
            <a:ext cx="5760085" cy="2418715"/>
            <a:chOff x="0" y="815136"/>
            <a:chExt cx="5760085" cy="24187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815136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036624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707184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377782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599208"/>
              <a:ext cx="69291" cy="692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44448" y="676427"/>
            <a:ext cx="2891790" cy="47370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Simplification</a:t>
            </a:r>
            <a:r>
              <a:rPr sz="1050" spc="-10" dirty="0">
                <a:latin typeface="Tahoma"/>
                <a:cs typeface="Tahoma"/>
              </a:rPr>
              <a:t>: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Limit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the context </a:t>
            </a:r>
            <a:r>
              <a:rPr sz="1050" spc="-10" dirty="0">
                <a:latin typeface="Tahoma"/>
                <a:cs typeface="Tahoma"/>
              </a:rPr>
              <a:t>window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First-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order</a:t>
            </a:r>
            <a:r>
              <a:rPr sz="1050" spc="-4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Markov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Only</a:t>
            </a:r>
            <a:r>
              <a:rPr sz="1050" spc="-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immediate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past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matters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14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220970" y="1296669"/>
            <a:ext cx="20256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ahoma"/>
                <a:cs typeface="Tahoma"/>
              </a:rPr>
              <a:t>(3)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9048" y="1271092"/>
            <a:ext cx="333819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0025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latin typeface="Arial"/>
                <a:cs typeface="Arial"/>
              </a:rPr>
              <a:t>P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-15" baseline="-19841" dirty="0">
                <a:latin typeface="Arial"/>
                <a:cs typeface="Arial"/>
              </a:rPr>
              <a:t> </a:t>
            </a:r>
            <a:r>
              <a:rPr sz="1200" dirty="0">
                <a:latin typeface="Microsoft YaHei UI"/>
                <a:cs typeface="Microsoft YaHei UI"/>
              </a:rPr>
              <a:t>|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baseline="-19841" dirty="0">
                <a:latin typeface="Tahoma"/>
                <a:cs typeface="Tahoma"/>
              </a:rPr>
              <a:t>1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.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.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.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, 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9841" dirty="0">
                <a:latin typeface="Arial"/>
                <a:cs typeface="Arial"/>
              </a:rPr>
              <a:t>t </a:t>
            </a:r>
            <a:r>
              <a:rPr sz="1200" spc="-97" baseline="-20833" dirty="0">
                <a:latin typeface="Microsoft YaHei UI"/>
                <a:cs typeface="Microsoft YaHei UI"/>
              </a:rPr>
              <a:t>—</a:t>
            </a:r>
            <a:r>
              <a:rPr sz="1050" baseline="-19841" dirty="0">
                <a:latin typeface="Tahoma"/>
                <a:cs typeface="Tahoma"/>
              </a:rPr>
              <a:t>1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135" dirty="0">
                <a:latin typeface="Microsoft YaHei UI"/>
                <a:cs typeface="Microsoft YaHei UI"/>
              </a:rPr>
              <a:t>≈</a:t>
            </a:r>
            <a:r>
              <a:rPr sz="1200" spc="20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P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9841" dirty="0">
                <a:latin typeface="Arial"/>
                <a:cs typeface="Arial"/>
              </a:rPr>
              <a:t>t </a:t>
            </a:r>
            <a:r>
              <a:rPr sz="1200" dirty="0">
                <a:latin typeface="Microsoft YaHei UI"/>
                <a:cs typeface="Microsoft YaHei UI"/>
              </a:rPr>
              <a:t>|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-15" baseline="-19841" dirty="0">
                <a:latin typeface="Arial"/>
                <a:cs typeface="Arial"/>
              </a:rPr>
              <a:t> </a:t>
            </a:r>
            <a:r>
              <a:rPr sz="1200" spc="-75" baseline="-20833" dirty="0">
                <a:latin typeface="Microsoft YaHei UI"/>
                <a:cs typeface="Microsoft YaHei UI"/>
              </a:rPr>
              <a:t>—</a:t>
            </a:r>
            <a:endParaRPr sz="1200" baseline="-20833">
              <a:latin typeface="Microsoft YaHei UI"/>
              <a:cs typeface="Microsoft YaHei UI"/>
            </a:endParaRPr>
          </a:p>
          <a:p>
            <a:pPr marL="1470025">
              <a:lnSpc>
                <a:spcPts val="1385"/>
              </a:lnSpc>
              <a:spcBef>
                <a:spcPts val="50"/>
              </a:spcBef>
            </a:pPr>
            <a:r>
              <a:rPr sz="1050" spc="-37" baseline="-19841" dirty="0">
                <a:latin typeface="Tahoma"/>
                <a:cs typeface="Tahoma"/>
              </a:rPr>
              <a:t>1</a:t>
            </a:r>
            <a:r>
              <a:rPr sz="1200" spc="-2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38100">
              <a:lnSpc>
                <a:spcPts val="1205"/>
              </a:lnSpc>
            </a:pPr>
            <a:r>
              <a:rPr sz="1050" i="1" dirty="0">
                <a:solidFill>
                  <a:srgbClr val="1B1371"/>
                </a:solidFill>
                <a:latin typeface="Arial"/>
                <a:cs typeface="Arial"/>
              </a:rPr>
              <a:t>k</a:t>
            </a:r>
            <a:r>
              <a:rPr sz="1050" i="1" spc="-10" dirty="0">
                <a:solidFill>
                  <a:srgbClr val="1B1371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-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th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order</a:t>
            </a:r>
            <a:r>
              <a:rPr sz="1050" spc="-4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Markov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Last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k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050" dirty="0">
                <a:latin typeface="Tahoma"/>
                <a:cs typeface="Tahoma"/>
              </a:rPr>
              <a:t>steps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matter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61744" y="1941982"/>
            <a:ext cx="2561590" cy="39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latin typeface="Arial"/>
                <a:cs typeface="Arial"/>
              </a:rPr>
              <a:t>P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-7" baseline="-19841" dirty="0">
                <a:latin typeface="Arial"/>
                <a:cs typeface="Arial"/>
              </a:rPr>
              <a:t> </a:t>
            </a:r>
            <a:r>
              <a:rPr sz="1200" dirty="0">
                <a:latin typeface="Microsoft YaHei UI"/>
                <a:cs typeface="Microsoft YaHei UI"/>
              </a:rPr>
              <a:t>|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baseline="-19841" dirty="0">
                <a:latin typeface="Tahoma"/>
                <a:cs typeface="Tahoma"/>
              </a:rPr>
              <a:t>1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. .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.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7" baseline="-19841" dirty="0">
                <a:latin typeface="Arial"/>
                <a:cs typeface="Arial"/>
              </a:rPr>
              <a:t> </a:t>
            </a:r>
            <a:r>
              <a:rPr sz="1200" spc="-97" baseline="-20833" dirty="0">
                <a:latin typeface="Microsoft YaHei UI"/>
                <a:cs typeface="Microsoft YaHei UI"/>
              </a:rPr>
              <a:t>—</a:t>
            </a:r>
            <a:r>
              <a:rPr sz="1050" baseline="-19841" dirty="0">
                <a:latin typeface="Tahoma"/>
                <a:cs typeface="Tahoma"/>
              </a:rPr>
              <a:t>1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35" dirty="0">
                <a:latin typeface="Microsoft YaHei UI"/>
                <a:cs typeface="Microsoft YaHei UI"/>
              </a:rPr>
              <a:t>≈</a:t>
            </a:r>
            <a:r>
              <a:rPr sz="1200" spc="20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P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9841" dirty="0">
                <a:latin typeface="Arial"/>
                <a:cs typeface="Arial"/>
              </a:rPr>
              <a:t>t </a:t>
            </a:r>
            <a:r>
              <a:rPr sz="1200" dirty="0">
                <a:latin typeface="Microsoft YaHei UI"/>
                <a:cs typeface="Microsoft YaHei UI"/>
              </a:rPr>
              <a:t>|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-7" baseline="-19841" dirty="0">
                <a:latin typeface="Arial"/>
                <a:cs typeface="Arial"/>
              </a:rPr>
              <a:t> </a:t>
            </a:r>
            <a:r>
              <a:rPr sz="1200" spc="-97" baseline="-20833" dirty="0">
                <a:latin typeface="Microsoft YaHei UI"/>
                <a:cs typeface="Microsoft YaHei UI"/>
              </a:rPr>
              <a:t>—</a:t>
            </a:r>
            <a:r>
              <a:rPr sz="1050" i="1" baseline="-19841" dirty="0">
                <a:latin typeface="Arial"/>
                <a:cs typeface="Arial"/>
              </a:rPr>
              <a:t>k</a:t>
            </a:r>
            <a:r>
              <a:rPr sz="1050" i="1" spc="-15" baseline="-19841" dirty="0">
                <a:latin typeface="Arial"/>
                <a:cs typeface="Arial"/>
              </a:rPr>
              <a:t> </a:t>
            </a:r>
            <a:r>
              <a:rPr sz="1200" i="1" dirty="0">
                <a:latin typeface="Calibri"/>
                <a:cs typeface="Calibri"/>
              </a:rPr>
              <a:t>, .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.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.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15" baseline="-19841" dirty="0">
                <a:latin typeface="Arial"/>
                <a:cs typeface="Arial"/>
              </a:rPr>
              <a:t> </a:t>
            </a:r>
            <a:r>
              <a:rPr sz="1200" spc="-75" baseline="-20833" dirty="0">
                <a:latin typeface="Microsoft YaHei UI"/>
                <a:cs typeface="Microsoft YaHei UI"/>
              </a:rPr>
              <a:t>—</a:t>
            </a:r>
            <a:endParaRPr sz="1200" baseline="-20833">
              <a:latin typeface="Microsoft YaHei UI"/>
              <a:cs typeface="Microsoft YaHei UI"/>
            </a:endParaRPr>
          </a:p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sz="1050" spc="-37" baseline="-19841" dirty="0">
                <a:latin typeface="Tahoma"/>
                <a:cs typeface="Tahoma"/>
              </a:rPr>
              <a:t>1</a:t>
            </a:r>
            <a:r>
              <a:rPr sz="1200" spc="-2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20970" y="1967585"/>
            <a:ext cx="20256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ahoma"/>
                <a:cs typeface="Tahoma"/>
              </a:rPr>
              <a:t>(4)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448" y="2214778"/>
            <a:ext cx="3494404" cy="467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9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Advantage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Fixed-</a:t>
            </a:r>
            <a:r>
              <a:rPr sz="1050" dirty="0">
                <a:latin typeface="Tahoma"/>
                <a:cs typeface="Tahoma"/>
              </a:rPr>
              <a:t>size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context,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tractable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computation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Disadvantage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7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May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lose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important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long-term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dependencies</a:t>
            </a:r>
            <a:endParaRPr sz="105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Ink 19"/>
              <p14:cNvContentPartPr/>
              <p14:nvPr/>
            </p14:nvContentPartPr>
            <p14:xfrm>
              <a:off x="751680" y="1826640"/>
              <a:ext cx="142200" cy="99000"/>
            </p14:xfrm>
          </p:contentPart>
        </mc:Choice>
        <mc:Fallback>
          <p:pic>
            <p:nvPicPr>
              <p:cNvPr id="20" name="Ink 1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0880" y="1814760"/>
                <a:ext cx="164520" cy="122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Markov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Assumption:</a:t>
            </a:r>
            <a:r>
              <a:rPr cap="small" spc="-1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604570"/>
            <a:ext cx="69850" cy="1842135"/>
            <a:chOff x="513702" y="604570"/>
            <a:chExt cx="69850" cy="1842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604570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826058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047419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717979"/>
              <a:ext cx="69291" cy="69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377249"/>
              <a:ext cx="69291" cy="6929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06348" y="440715"/>
            <a:ext cx="3842385" cy="2581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889760" algn="just">
              <a:lnSpc>
                <a:spcPct val="138200"/>
              </a:lnSpc>
              <a:spcBef>
                <a:spcPts val="10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Sequence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”The</a:t>
            </a:r>
            <a:r>
              <a:rPr sz="1050" spc="5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cat</a:t>
            </a:r>
            <a:r>
              <a:rPr sz="1050" spc="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sat</a:t>
            </a:r>
            <a:r>
              <a:rPr sz="1050" spc="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on</a:t>
            </a:r>
            <a:r>
              <a:rPr sz="1050" spc="75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the”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Predict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Next</a:t>
            </a:r>
            <a:r>
              <a:rPr sz="1050" spc="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word</a:t>
            </a:r>
            <a:r>
              <a:rPr sz="1050" spc="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(e.g.,</a:t>
            </a:r>
            <a:r>
              <a:rPr sz="1050" spc="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”mat”)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First-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order</a:t>
            </a:r>
            <a:r>
              <a:rPr sz="1050" spc="-4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Markov</a:t>
            </a:r>
            <a:r>
              <a:rPr sz="1050" spc="-1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(bigram):</a:t>
            </a:r>
            <a:endParaRPr sz="10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050">
              <a:latin typeface="Tahoma"/>
              <a:cs typeface="Tahoma"/>
            </a:endParaRPr>
          </a:p>
          <a:p>
            <a:pPr marL="1003300" algn="ctr">
              <a:lnSpc>
                <a:spcPct val="100000"/>
              </a:lnSpc>
            </a:pPr>
            <a:r>
              <a:rPr sz="1050" i="1" dirty="0">
                <a:latin typeface="Arial"/>
                <a:cs typeface="Arial"/>
              </a:rPr>
              <a:t>P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Tahoma"/>
                <a:cs typeface="Tahoma"/>
              </a:rPr>
              <a:t>mat</a:t>
            </a:r>
            <a:r>
              <a:rPr sz="1200" dirty="0">
                <a:latin typeface="Microsoft YaHei UI"/>
                <a:cs typeface="Microsoft YaHei UI"/>
              </a:rPr>
              <a:t>|</a:t>
            </a:r>
            <a:r>
              <a:rPr sz="1050" dirty="0">
                <a:latin typeface="Tahoma"/>
                <a:cs typeface="Tahoma"/>
              </a:rPr>
              <a:t>The,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cat,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sat,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on,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the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135" dirty="0">
                <a:latin typeface="Microsoft YaHei UI"/>
                <a:cs typeface="Microsoft YaHei UI"/>
              </a:rPr>
              <a:t>≈</a:t>
            </a:r>
            <a:r>
              <a:rPr sz="1200" spc="20" dirty="0">
                <a:latin typeface="Microsoft YaHei UI"/>
                <a:cs typeface="Microsoft YaHei UI"/>
              </a:rPr>
              <a:t> </a:t>
            </a:r>
            <a:r>
              <a:rPr sz="1050" i="1" spc="-10" dirty="0">
                <a:latin typeface="Arial"/>
                <a:cs typeface="Arial"/>
              </a:rPr>
              <a:t>P</a:t>
            </a:r>
            <a:r>
              <a:rPr sz="1200" spc="-10" dirty="0">
                <a:latin typeface="Tahoma"/>
                <a:cs typeface="Tahoma"/>
              </a:rPr>
              <a:t>(</a:t>
            </a:r>
            <a:r>
              <a:rPr sz="1050" spc="-10" dirty="0">
                <a:latin typeface="Tahoma"/>
                <a:cs typeface="Tahoma"/>
              </a:rPr>
              <a:t>mat</a:t>
            </a:r>
            <a:r>
              <a:rPr sz="1200" spc="-10" dirty="0">
                <a:latin typeface="Microsoft YaHei UI"/>
                <a:cs typeface="Microsoft YaHei UI"/>
              </a:rPr>
              <a:t>|</a:t>
            </a:r>
            <a:r>
              <a:rPr sz="1050" spc="-10" dirty="0">
                <a:latin typeface="Tahoma"/>
                <a:cs typeface="Tahoma"/>
              </a:rPr>
              <a:t>the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5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Second-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order</a:t>
            </a:r>
            <a:r>
              <a:rPr sz="10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Markov</a:t>
            </a:r>
            <a:r>
              <a:rPr sz="1050" spc="-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(trigram):</a:t>
            </a:r>
            <a:endParaRPr sz="1050">
              <a:latin typeface="Tahoma"/>
              <a:cs typeface="Tahoma"/>
            </a:endParaRPr>
          </a:p>
          <a:p>
            <a:pPr marL="1002030" algn="ctr">
              <a:lnSpc>
                <a:spcPct val="100000"/>
              </a:lnSpc>
              <a:spcBef>
                <a:spcPts val="1180"/>
              </a:spcBef>
            </a:pPr>
            <a:r>
              <a:rPr sz="1050" i="1" dirty="0">
                <a:latin typeface="Arial"/>
                <a:cs typeface="Arial"/>
              </a:rPr>
              <a:t>P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Tahoma"/>
                <a:cs typeface="Tahoma"/>
              </a:rPr>
              <a:t>mat</a:t>
            </a:r>
            <a:r>
              <a:rPr sz="1200" dirty="0">
                <a:latin typeface="Microsoft YaHei UI"/>
                <a:cs typeface="Microsoft YaHei UI"/>
              </a:rPr>
              <a:t>|</a:t>
            </a:r>
            <a:r>
              <a:rPr sz="1050" dirty="0">
                <a:latin typeface="Tahoma"/>
                <a:cs typeface="Tahoma"/>
              </a:rPr>
              <a:t>The,</a:t>
            </a:r>
            <a:r>
              <a:rPr sz="1050" spc="-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cat,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sat,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on,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the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135" dirty="0">
                <a:latin typeface="Microsoft YaHei UI"/>
                <a:cs typeface="Microsoft YaHei UI"/>
              </a:rPr>
              <a:t>≈</a:t>
            </a:r>
            <a:r>
              <a:rPr sz="1200" spc="20" dirty="0">
                <a:latin typeface="Microsoft YaHei UI"/>
                <a:cs typeface="Microsoft YaHei UI"/>
              </a:rPr>
              <a:t> </a:t>
            </a:r>
            <a:r>
              <a:rPr sz="1050" i="1" dirty="0">
                <a:latin typeface="Arial"/>
                <a:cs typeface="Arial"/>
              </a:rPr>
              <a:t>P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dirty="0">
                <a:latin typeface="Tahoma"/>
                <a:cs typeface="Tahoma"/>
              </a:rPr>
              <a:t>mat</a:t>
            </a:r>
            <a:r>
              <a:rPr sz="1200" dirty="0">
                <a:latin typeface="Microsoft YaHei UI"/>
                <a:cs typeface="Microsoft YaHei UI"/>
              </a:rPr>
              <a:t>|</a:t>
            </a:r>
            <a:r>
              <a:rPr sz="1050" dirty="0">
                <a:latin typeface="Tahoma"/>
                <a:cs typeface="Tahoma"/>
              </a:rPr>
              <a:t>on,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the</a:t>
            </a:r>
            <a:r>
              <a:rPr sz="1200" spc="-2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Key</a:t>
            </a:r>
            <a:r>
              <a:rPr sz="1050" spc="-1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insight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205740">
              <a:lnSpc>
                <a:spcPct val="100000"/>
              </a:lnSpc>
              <a:spcBef>
                <a:spcPts val="409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Fixed context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window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(1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or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2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words)</a:t>
            </a:r>
            <a:endParaRPr sz="950">
              <a:latin typeface="Tahoma"/>
              <a:cs typeface="Tahoma"/>
            </a:endParaRPr>
          </a:p>
          <a:p>
            <a:pPr marL="20574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Ignores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earlier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words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like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”cat” and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”sat”</a:t>
            </a:r>
            <a:endParaRPr sz="950">
              <a:latin typeface="Tahoma"/>
              <a:cs typeface="Tahoma"/>
            </a:endParaRPr>
          </a:p>
          <a:p>
            <a:pPr marL="20574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1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latin typeface="Tahoma"/>
                <a:cs typeface="Tahoma"/>
              </a:rPr>
              <a:t>Computationally</a:t>
            </a:r>
            <a:r>
              <a:rPr sz="950" dirty="0">
                <a:latin typeface="Tahoma"/>
                <a:cs typeface="Tahoma"/>
              </a:rPr>
              <a:t> efficient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but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limited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expressiveness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1" name="object 11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75759" y="3145485"/>
            <a:ext cx="2438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11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96</a:t>
            </a:r>
            <a:endParaRPr sz="6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/>
              <p14:cNvContentPartPr/>
              <p14:nvPr/>
            </p14:nvContentPartPr>
            <p14:xfrm>
              <a:off x="1857600" y="408960"/>
              <a:ext cx="3039480" cy="1873800"/>
            </p14:xfrm>
          </p:contentPart>
        </mc:Choice>
        <mc:Fallback>
          <p:pic>
            <p:nvPicPr>
              <p:cNvPr id="16" name="Ink 1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45000" y="395640"/>
                <a:ext cx="3066120" cy="1902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Latent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Variable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spc="-55" dirty="0">
                <a:solidFill>
                  <a:srgbClr val="FFFFFF"/>
                </a:solidFill>
              </a:rPr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740460"/>
            <a:ext cx="69850" cy="2068830"/>
            <a:chOff x="513702" y="740460"/>
            <a:chExt cx="69850" cy="20688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740460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804466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739518"/>
              <a:ext cx="69291" cy="6928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44448" y="664844"/>
            <a:ext cx="34302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Alternative</a:t>
            </a:r>
            <a:r>
              <a:rPr sz="1050" spc="-4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approach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Summarize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past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with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a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hidden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state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8670" y="1120902"/>
            <a:ext cx="1970405" cy="46735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989330">
              <a:lnSpc>
                <a:spcPct val="100000"/>
              </a:lnSpc>
              <a:spcBef>
                <a:spcPts val="400"/>
              </a:spcBef>
            </a:pPr>
            <a:r>
              <a:rPr sz="1050" i="1" dirty="0">
                <a:latin typeface="Arial"/>
                <a:cs typeface="Arial"/>
              </a:rPr>
              <a:t>h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-7" baseline="-19841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f</a:t>
            </a:r>
            <a:r>
              <a:rPr sz="1050" i="1" spc="-1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22" baseline="-19841" dirty="0">
                <a:latin typeface="Arial"/>
                <a:cs typeface="Arial"/>
              </a:rPr>
              <a:t> 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i="1" baseline="-19841" dirty="0">
                <a:latin typeface="Arial"/>
                <a:cs typeface="Arial"/>
              </a:rPr>
              <a:t>t </a:t>
            </a:r>
            <a:r>
              <a:rPr sz="1200" spc="-89" baseline="-20833" dirty="0">
                <a:latin typeface="Microsoft YaHei UI"/>
                <a:cs typeface="Microsoft YaHei UI"/>
              </a:rPr>
              <a:t>—</a:t>
            </a:r>
            <a:r>
              <a:rPr sz="1050" spc="-37" baseline="-19841" dirty="0">
                <a:latin typeface="Tahoma"/>
                <a:cs typeface="Tahoma"/>
              </a:rPr>
              <a:t>1</a:t>
            </a:r>
            <a:r>
              <a:rPr sz="1200" spc="-25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</a:pPr>
            <a:r>
              <a:rPr sz="1050" i="1" dirty="0">
                <a:latin typeface="Arial"/>
                <a:cs typeface="Arial"/>
              </a:rPr>
              <a:t>P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9841" dirty="0">
                <a:latin typeface="Arial"/>
                <a:cs typeface="Arial"/>
              </a:rPr>
              <a:t>t </a:t>
            </a:r>
            <a:r>
              <a:rPr sz="1200" dirty="0">
                <a:latin typeface="Microsoft YaHei UI"/>
                <a:cs typeface="Microsoft YaHei UI"/>
              </a:rPr>
              <a:t>|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baseline="-19841" dirty="0">
                <a:latin typeface="Tahoma"/>
                <a:cs typeface="Tahoma"/>
              </a:rPr>
              <a:t>1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.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.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.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, 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-7" baseline="-19841" dirty="0">
                <a:latin typeface="Arial"/>
                <a:cs typeface="Arial"/>
              </a:rPr>
              <a:t> </a:t>
            </a:r>
            <a:r>
              <a:rPr sz="1200" spc="-89" baseline="-20833" dirty="0">
                <a:latin typeface="Microsoft YaHei UI"/>
                <a:cs typeface="Microsoft YaHei UI"/>
              </a:rPr>
              <a:t>—</a:t>
            </a:r>
            <a:r>
              <a:rPr sz="1050" baseline="-19841" dirty="0">
                <a:latin typeface="Tahoma"/>
                <a:cs typeface="Tahoma"/>
              </a:rPr>
              <a:t>1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 </a:t>
            </a:r>
            <a:r>
              <a:rPr sz="1050" i="1" dirty="0">
                <a:latin typeface="Arial"/>
                <a:cs typeface="Arial"/>
              </a:rPr>
              <a:t>P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-7" baseline="-19841" dirty="0">
                <a:latin typeface="Arial"/>
                <a:cs typeface="Arial"/>
              </a:rPr>
              <a:t> </a:t>
            </a:r>
            <a:r>
              <a:rPr sz="1200" dirty="0">
                <a:latin typeface="Microsoft YaHei UI"/>
                <a:cs typeface="Microsoft YaHei UI"/>
              </a:rPr>
              <a:t>|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-15" baseline="-19841" dirty="0">
                <a:latin typeface="Arial"/>
                <a:cs typeface="Arial"/>
              </a:rPr>
              <a:t> </a:t>
            </a:r>
            <a:r>
              <a:rPr sz="1200" spc="-5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20970" y="1120546"/>
            <a:ext cx="202565" cy="47370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-25" dirty="0">
                <a:latin typeface="Tahoma"/>
                <a:cs typeface="Tahoma"/>
              </a:rPr>
              <a:t>(5)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050" spc="-25" dirty="0">
                <a:latin typeface="Tahoma"/>
                <a:cs typeface="Tahoma"/>
              </a:rPr>
              <a:t>(6)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9353" y="1674229"/>
            <a:ext cx="3257550" cy="117157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4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Key</a:t>
            </a:r>
            <a:r>
              <a:rPr sz="1050" spc="-1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insight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193040">
              <a:lnSpc>
                <a:spcPct val="100000"/>
              </a:lnSpc>
              <a:spcBef>
                <a:spcPts val="38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2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h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-7" baseline="-19841" dirty="0">
                <a:latin typeface="Arial"/>
                <a:cs typeface="Arial"/>
              </a:rPr>
              <a:t> </a:t>
            </a:r>
            <a:r>
              <a:rPr sz="950" dirty="0">
                <a:latin typeface="Tahoma"/>
                <a:cs typeface="Tahoma"/>
              </a:rPr>
              <a:t>is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 </a:t>
            </a:r>
            <a:r>
              <a:rPr sz="950" i="1" dirty="0">
                <a:latin typeface="Arial"/>
                <a:cs typeface="Arial"/>
              </a:rPr>
              <a:t>latent</a:t>
            </a:r>
            <a:r>
              <a:rPr sz="950" i="1" spc="-15" dirty="0">
                <a:latin typeface="Arial"/>
                <a:cs typeface="Arial"/>
              </a:rPr>
              <a:t> </a:t>
            </a:r>
            <a:r>
              <a:rPr sz="950" dirty="0">
                <a:latin typeface="Tahoma"/>
                <a:cs typeface="Tahoma"/>
              </a:rPr>
              <a:t>(hidden)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variable</a:t>
            </a:r>
            <a:endParaRPr sz="950">
              <a:latin typeface="Tahoma"/>
              <a:cs typeface="Tahoma"/>
            </a:endParaRPr>
          </a:p>
          <a:p>
            <a:pPr marL="193040">
              <a:lnSpc>
                <a:spcPct val="100000"/>
              </a:lnSpc>
              <a:spcBef>
                <a:spcPts val="22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Contains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compressed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summary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of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history</a:t>
            </a:r>
            <a:endParaRPr sz="950">
              <a:latin typeface="Tahoma"/>
              <a:cs typeface="Tahoma"/>
            </a:endParaRPr>
          </a:p>
          <a:p>
            <a:pPr marL="19304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latin typeface="Tahoma"/>
                <a:cs typeface="Tahoma"/>
              </a:rPr>
              <a:t>Fixed-</a:t>
            </a:r>
            <a:r>
              <a:rPr sz="950" dirty="0">
                <a:latin typeface="Tahoma"/>
                <a:cs typeface="Tahoma"/>
              </a:rPr>
              <a:t>size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representation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regardless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of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sequence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length</a:t>
            </a:r>
            <a:endParaRPr sz="950">
              <a:latin typeface="Tahoma"/>
              <a:cs typeface="Tahoma"/>
            </a:endParaRPr>
          </a:p>
          <a:p>
            <a:pPr marL="19304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Updated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recursively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at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each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-20" dirty="0">
                <a:latin typeface="Tahoma"/>
                <a:cs typeface="Tahoma"/>
              </a:rPr>
              <a:t> step</a:t>
            </a:r>
            <a:endParaRPr sz="95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0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This</a:t>
            </a:r>
            <a:r>
              <a:rPr sz="1050" spc="-3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is</a:t>
            </a:r>
            <a:r>
              <a:rPr sz="1050" spc="-2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the</a:t>
            </a:r>
            <a:r>
              <a:rPr sz="1050" spc="-2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foundation</a:t>
            </a:r>
            <a:r>
              <a:rPr sz="1050" spc="-4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of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RNNs!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2" name="object 1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16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/>
              <p14:cNvContentPartPr/>
              <p14:nvPr/>
            </p14:nvContentPartPr>
            <p14:xfrm>
              <a:off x="335160" y="257400"/>
              <a:ext cx="5352480" cy="2223360"/>
            </p14:xfrm>
          </p:contentPart>
        </mc:Choice>
        <mc:Fallback>
          <p:pic>
            <p:nvPicPr>
              <p:cNvPr id="17" name="Ink 1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2920" y="242640"/>
                <a:ext cx="5377320" cy="2252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822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Latent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sz="1700" cap="small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Models: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924171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17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1575360" y="770760"/>
              <a:ext cx="2841480" cy="188964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2400" y="757800"/>
                <a:ext cx="2866680" cy="1914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894" y="98552"/>
            <a:ext cx="431200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FFFFFF"/>
                </a:solidFill>
              </a:rPr>
              <a:t>Numerical</a:t>
            </a:r>
            <a:r>
              <a:rPr sz="1400" cap="small" spc="100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Example:</a:t>
            </a:r>
            <a:r>
              <a:rPr sz="1400" cap="small" spc="45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Temperature</a:t>
            </a:r>
            <a:r>
              <a:rPr sz="1400" cap="small" spc="135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Forecasting</a:t>
            </a:r>
            <a:r>
              <a:rPr sz="1400" cap="small" spc="120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-</a:t>
            </a:r>
            <a:r>
              <a:rPr sz="1400" cap="small" spc="5" dirty="0">
                <a:solidFill>
                  <a:srgbClr val="FFFFFF"/>
                </a:solidFill>
              </a:rPr>
              <a:t> </a:t>
            </a:r>
            <a:r>
              <a:rPr sz="1400" cap="small" spc="-10" dirty="0">
                <a:solidFill>
                  <a:srgbClr val="FFFFFF"/>
                </a:solidFill>
              </a:rPr>
              <a:t>Setup</a:t>
            </a:r>
            <a:endParaRPr sz="1400" dirty="0"/>
          </a:p>
        </p:txBody>
      </p:sp>
      <p:grpSp>
        <p:nvGrpSpPr>
          <p:cNvPr id="3" name="object 3"/>
          <p:cNvGrpSpPr/>
          <p:nvPr/>
        </p:nvGrpSpPr>
        <p:grpSpPr>
          <a:xfrm>
            <a:off x="513702" y="605713"/>
            <a:ext cx="69850" cy="501015"/>
            <a:chOff x="513702" y="605713"/>
            <a:chExt cx="69850" cy="5010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605713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827201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037259"/>
              <a:ext cx="69291" cy="692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93953" y="468155"/>
            <a:ext cx="3141345" cy="149923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3500" marR="93345">
              <a:lnSpc>
                <a:spcPct val="126400"/>
              </a:lnSpc>
              <a:spcBef>
                <a:spcPts val="8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Task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Predict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tomorrow’s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temperature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(regression)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Observed</a:t>
            </a:r>
            <a:r>
              <a:rPr sz="1050" spc="-5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sequence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20</a:t>
            </a:r>
            <a:r>
              <a:rPr sz="1200" baseline="24305" dirty="0">
                <a:latin typeface="Microsoft Sans Serif"/>
                <a:cs typeface="Microsoft Sans Serif"/>
              </a:rPr>
              <a:t>◦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050" dirty="0">
                <a:latin typeface="Tahoma"/>
                <a:cs typeface="Tahoma"/>
              </a:rPr>
              <a:t>22</a:t>
            </a:r>
            <a:r>
              <a:rPr sz="1200" baseline="24305" dirty="0">
                <a:latin typeface="Microsoft Sans Serif"/>
                <a:cs typeface="Microsoft Sans Serif"/>
              </a:rPr>
              <a:t>◦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050" dirty="0">
                <a:latin typeface="Tahoma"/>
                <a:cs typeface="Tahoma"/>
              </a:rPr>
              <a:t>25</a:t>
            </a:r>
            <a:r>
              <a:rPr sz="1200" baseline="24305" dirty="0">
                <a:latin typeface="Microsoft Sans Serif"/>
                <a:cs typeface="Microsoft Sans Serif"/>
              </a:rPr>
              <a:t>◦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050" dirty="0">
                <a:latin typeface="Tahoma"/>
                <a:cs typeface="Tahoma"/>
              </a:rPr>
              <a:t>24</a:t>
            </a:r>
            <a:r>
              <a:rPr sz="1200" baseline="24305" dirty="0">
                <a:latin typeface="Microsoft Sans Serif"/>
                <a:cs typeface="Microsoft Sans Serif"/>
              </a:rPr>
              <a:t>◦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050" spc="-20" dirty="0">
                <a:latin typeface="Tahoma"/>
                <a:cs typeface="Tahoma"/>
              </a:rPr>
              <a:t>21</a:t>
            </a:r>
            <a:r>
              <a:rPr sz="1200" spc="-30" baseline="24305" dirty="0">
                <a:latin typeface="Microsoft Sans Serif"/>
                <a:cs typeface="Microsoft Sans Serif"/>
              </a:rPr>
              <a:t>◦</a:t>
            </a:r>
            <a:r>
              <a:rPr sz="1050" i="1" spc="-20" dirty="0">
                <a:latin typeface="Arial"/>
                <a:cs typeface="Arial"/>
              </a:rPr>
              <a:t>C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Approach</a:t>
            </a:r>
            <a:r>
              <a:rPr sz="1050" spc="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1:</a:t>
            </a:r>
            <a:r>
              <a:rPr sz="1050" spc="4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Autoregressive</a:t>
            </a:r>
            <a:r>
              <a:rPr sz="1050" spc="1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(First-order)</a:t>
            </a:r>
            <a:endParaRPr sz="1050">
              <a:latin typeface="Tahoma"/>
              <a:cs typeface="Tahoma"/>
            </a:endParaRPr>
          </a:p>
          <a:p>
            <a:pPr marL="218440">
              <a:lnSpc>
                <a:spcPct val="100000"/>
              </a:lnSpc>
              <a:spcBef>
                <a:spcPts val="58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Linear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relationship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learned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from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data:</a:t>
            </a:r>
            <a:endParaRPr sz="950">
              <a:latin typeface="Tahoma"/>
              <a:cs typeface="Tahoma"/>
            </a:endParaRPr>
          </a:p>
          <a:p>
            <a:pPr marL="2081530">
              <a:lnSpc>
                <a:spcPct val="100000"/>
              </a:lnSpc>
              <a:spcBef>
                <a:spcPts val="1085"/>
              </a:spcBef>
            </a:pPr>
            <a:r>
              <a:rPr sz="950" i="1" dirty="0">
                <a:latin typeface="Arial"/>
                <a:cs typeface="Arial"/>
              </a:rPr>
              <a:t>T</a:t>
            </a:r>
            <a:r>
              <a:rPr sz="1050" i="1" baseline="-19841" dirty="0">
                <a:latin typeface="Arial"/>
                <a:cs typeface="Arial"/>
              </a:rPr>
              <a:t>t </a:t>
            </a:r>
            <a:r>
              <a:rPr sz="1200" baseline="-20833" dirty="0">
                <a:latin typeface="Tahoma"/>
                <a:cs typeface="Tahoma"/>
              </a:rPr>
              <a:t>+</a:t>
            </a:r>
            <a:r>
              <a:rPr sz="1050" baseline="-19841" dirty="0">
                <a:latin typeface="Tahoma"/>
                <a:cs typeface="Tahoma"/>
              </a:rPr>
              <a:t>1</a:t>
            </a:r>
            <a:r>
              <a:rPr sz="1050" spc="7" baseline="-19841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Verdana"/>
                <a:cs typeface="Verdana"/>
              </a:rPr>
              <a:t>α</a:t>
            </a:r>
            <a:r>
              <a:rPr sz="1100" i="1" spc="-5" dirty="0">
                <a:latin typeface="Verdana"/>
                <a:cs typeface="Verdana"/>
              </a:rPr>
              <a:t> </a:t>
            </a:r>
            <a:r>
              <a:rPr sz="1100" dirty="0">
                <a:latin typeface="Calibri"/>
                <a:cs typeface="Calibri"/>
              </a:rPr>
              <a:t>·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1050" i="1" baseline="-19841" dirty="0">
                <a:latin typeface="Arial"/>
                <a:cs typeface="Arial"/>
              </a:rPr>
              <a:t>t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β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Verdana"/>
              <a:cs typeface="Verdana"/>
            </a:endParaRPr>
          </a:p>
          <a:p>
            <a:pPr marL="218440">
              <a:lnSpc>
                <a:spcPct val="100000"/>
              </a:lnSpc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From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historical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data,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we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learned:</a:t>
            </a:r>
            <a:endParaRPr sz="9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20289" y="2086762"/>
            <a:ext cx="5397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Verdana"/>
                <a:cs typeface="Verdana"/>
              </a:rPr>
              <a:t>α</a:t>
            </a:r>
            <a:r>
              <a:rPr sz="1100" i="1" spc="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0</a:t>
            </a:r>
            <a:r>
              <a:rPr sz="1100" i="1" spc="-20" dirty="0">
                <a:latin typeface="Verdana"/>
                <a:cs typeface="Verdana"/>
              </a:rPr>
              <a:t>.</a:t>
            </a:r>
            <a:r>
              <a:rPr sz="950" spc="-20" dirty="0">
                <a:latin typeface="Tahoma"/>
                <a:cs typeface="Tahoma"/>
              </a:rPr>
              <a:t>8</a:t>
            </a:r>
            <a:r>
              <a:rPr sz="1100" i="1" spc="-20" dirty="0">
                <a:latin typeface="Verdana"/>
                <a:cs typeface="Verdana"/>
              </a:rPr>
              <a:t>,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44315" y="2086762"/>
            <a:ext cx="4889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Verdana"/>
                <a:cs typeface="Verdana"/>
              </a:rPr>
              <a:t>β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950" spc="-25" dirty="0">
                <a:latin typeface="Tahoma"/>
                <a:cs typeface="Tahoma"/>
              </a:rPr>
              <a:t>4</a:t>
            </a:r>
            <a:r>
              <a:rPr sz="1100" i="1" spc="-25" dirty="0">
                <a:latin typeface="Verdana"/>
                <a:cs typeface="Verdana"/>
              </a:rPr>
              <a:t>.</a:t>
            </a:r>
            <a:r>
              <a:rPr sz="950" spc="-25" dirty="0">
                <a:latin typeface="Tahoma"/>
                <a:cs typeface="Tahoma"/>
              </a:rPr>
              <a:t>0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2101" y="2417775"/>
            <a:ext cx="3477260" cy="483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Example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If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today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25</a:t>
            </a:r>
            <a:r>
              <a:rPr sz="1200" spc="-30" baseline="24305" dirty="0">
                <a:latin typeface="Microsoft Sans Serif"/>
                <a:cs typeface="Microsoft Sans Serif"/>
              </a:rPr>
              <a:t>◦</a:t>
            </a:r>
            <a:r>
              <a:rPr sz="950" i="1" spc="-20" dirty="0">
                <a:latin typeface="Arial"/>
                <a:cs typeface="Arial"/>
              </a:rPr>
              <a:t>C</a:t>
            </a:r>
            <a:r>
              <a:rPr sz="950" spc="-20" dirty="0">
                <a:latin typeface="Tahoma"/>
                <a:cs typeface="Tahoma"/>
              </a:rPr>
              <a:t>: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50">
              <a:latin typeface="Tahoma"/>
              <a:cs typeface="Tahoma"/>
            </a:endParaRPr>
          </a:p>
          <a:p>
            <a:pPr marL="1396365">
              <a:lnSpc>
                <a:spcPct val="100000"/>
              </a:lnSpc>
            </a:pPr>
            <a:r>
              <a:rPr sz="950" i="1" dirty="0">
                <a:latin typeface="Arial"/>
                <a:cs typeface="Arial"/>
              </a:rPr>
              <a:t>T</a:t>
            </a:r>
            <a:r>
              <a:rPr sz="1050" baseline="-19841" dirty="0">
                <a:latin typeface="Tahoma"/>
                <a:cs typeface="Tahoma"/>
              </a:rPr>
              <a:t>tomorrow</a:t>
            </a:r>
            <a:r>
              <a:rPr sz="1050" spc="-30" baseline="-19841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0</a:t>
            </a:r>
            <a:r>
              <a:rPr sz="1100" i="1" dirty="0">
                <a:latin typeface="Verdana"/>
                <a:cs typeface="Verdana"/>
              </a:rPr>
              <a:t>.</a:t>
            </a:r>
            <a:r>
              <a:rPr sz="950" dirty="0">
                <a:latin typeface="Tahoma"/>
                <a:cs typeface="Tahoma"/>
              </a:rPr>
              <a:t>8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30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Tahoma"/>
                <a:cs typeface="Tahoma"/>
              </a:rPr>
              <a:t>25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 </a:t>
            </a:r>
            <a:r>
              <a:rPr sz="950" dirty="0">
                <a:latin typeface="Tahoma"/>
                <a:cs typeface="Tahoma"/>
              </a:rPr>
              <a:t>4</a:t>
            </a:r>
            <a:r>
              <a:rPr sz="1100" i="1" dirty="0">
                <a:latin typeface="Verdana"/>
                <a:cs typeface="Verdana"/>
              </a:rPr>
              <a:t>.</a:t>
            </a:r>
            <a:r>
              <a:rPr sz="950" dirty="0">
                <a:latin typeface="Tahoma"/>
                <a:cs typeface="Tahoma"/>
              </a:rPr>
              <a:t>0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950" spc="-10" dirty="0">
                <a:latin typeface="Tahoma"/>
                <a:cs typeface="Tahoma"/>
              </a:rPr>
              <a:t>24</a:t>
            </a:r>
            <a:r>
              <a:rPr sz="1100" i="1" spc="-10" dirty="0">
                <a:latin typeface="Verdana"/>
                <a:cs typeface="Verdana"/>
              </a:rPr>
              <a:t>.</a:t>
            </a:r>
            <a:r>
              <a:rPr sz="950" spc="-10" dirty="0">
                <a:latin typeface="Tahoma"/>
                <a:cs typeface="Tahoma"/>
              </a:rPr>
              <a:t>0</a:t>
            </a:r>
            <a:r>
              <a:rPr sz="1200" spc="-15" baseline="24305" dirty="0">
                <a:latin typeface="Microsoft Sans Serif"/>
                <a:cs typeface="Microsoft Sans Serif"/>
              </a:rPr>
              <a:t>◦</a:t>
            </a:r>
            <a:r>
              <a:rPr sz="950" i="1" spc="-10" dirty="0">
                <a:latin typeface="Arial"/>
                <a:cs typeface="Arial"/>
              </a:rPr>
              <a:t>C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2" name="object 1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18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/>
              <p14:cNvContentPartPr/>
              <p14:nvPr/>
            </p14:nvContentPartPr>
            <p14:xfrm>
              <a:off x="1589040" y="658440"/>
              <a:ext cx="2864160" cy="2283480"/>
            </p14:xfrm>
          </p:contentPart>
        </mc:Choice>
        <mc:Fallback>
          <p:pic>
            <p:nvPicPr>
              <p:cNvPr id="17" name="Ink 1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77880" y="645480"/>
                <a:ext cx="2887560" cy="230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FFFFFF"/>
                </a:solidFill>
              </a:rPr>
              <a:t>Temperature</a:t>
            </a:r>
            <a:r>
              <a:rPr sz="1400" cap="small" spc="130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Forecasting</a:t>
            </a:r>
            <a:r>
              <a:rPr sz="1400" cap="small" spc="125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-</a:t>
            </a:r>
            <a:r>
              <a:rPr sz="1400" cap="small" spc="15" dirty="0">
                <a:solidFill>
                  <a:srgbClr val="FFFFFF"/>
                </a:solidFill>
              </a:rPr>
              <a:t> </a:t>
            </a:r>
            <a:r>
              <a:rPr sz="1400" cap="small" dirty="0">
                <a:solidFill>
                  <a:srgbClr val="FFFFFF"/>
                </a:solidFill>
              </a:rPr>
              <a:t>Autoregressive</a:t>
            </a:r>
            <a:r>
              <a:rPr sz="1400" cap="small" spc="105" dirty="0">
                <a:solidFill>
                  <a:srgbClr val="FFFFFF"/>
                </a:solidFill>
              </a:rPr>
              <a:t> </a:t>
            </a:r>
            <a:r>
              <a:rPr sz="1400" cap="small" spc="-10" dirty="0">
                <a:solidFill>
                  <a:srgbClr val="FFFFFF"/>
                </a:solidFill>
              </a:rPr>
              <a:t>Prediction</a:t>
            </a:r>
            <a:endParaRPr sz="1400"/>
          </a:p>
        </p:txBody>
      </p:sp>
      <p:grpSp>
        <p:nvGrpSpPr>
          <p:cNvPr id="3" name="object 3"/>
          <p:cNvGrpSpPr/>
          <p:nvPr/>
        </p:nvGrpSpPr>
        <p:grpSpPr>
          <a:xfrm>
            <a:off x="513702" y="815390"/>
            <a:ext cx="69850" cy="1487805"/>
            <a:chOff x="513702" y="815390"/>
            <a:chExt cx="69850" cy="14878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815390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036878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246936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1826311"/>
              <a:ext cx="69291" cy="692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702" y="2233790"/>
              <a:ext cx="69291" cy="6929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19353" y="658809"/>
            <a:ext cx="2717165" cy="20459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Sequence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20</a:t>
            </a:r>
            <a:r>
              <a:rPr sz="1200" baseline="24305" dirty="0">
                <a:latin typeface="Microsoft Sans Serif"/>
                <a:cs typeface="Microsoft Sans Serif"/>
              </a:rPr>
              <a:t>◦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050" dirty="0">
                <a:latin typeface="Tahoma"/>
                <a:cs typeface="Tahoma"/>
              </a:rPr>
              <a:t>22</a:t>
            </a:r>
            <a:r>
              <a:rPr sz="1200" baseline="24305" dirty="0">
                <a:latin typeface="Microsoft Sans Serif"/>
                <a:cs typeface="Microsoft Sans Serif"/>
              </a:rPr>
              <a:t>◦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050" dirty="0">
                <a:latin typeface="Tahoma"/>
                <a:cs typeface="Tahoma"/>
              </a:rPr>
              <a:t>25</a:t>
            </a:r>
            <a:r>
              <a:rPr sz="1200" baseline="24305" dirty="0">
                <a:latin typeface="Microsoft Sans Serif"/>
                <a:cs typeface="Microsoft Sans Serif"/>
              </a:rPr>
              <a:t>◦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050" dirty="0">
                <a:latin typeface="Tahoma"/>
                <a:cs typeface="Tahoma"/>
              </a:rPr>
              <a:t>24</a:t>
            </a:r>
            <a:r>
              <a:rPr sz="1200" baseline="24305" dirty="0">
                <a:latin typeface="Microsoft Sans Serif"/>
                <a:cs typeface="Microsoft Sans Serif"/>
              </a:rPr>
              <a:t>◦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050" spc="-20" dirty="0">
                <a:latin typeface="Tahoma"/>
                <a:cs typeface="Tahoma"/>
              </a:rPr>
              <a:t>21</a:t>
            </a:r>
            <a:r>
              <a:rPr sz="1200" spc="-30" baseline="24305" dirty="0">
                <a:latin typeface="Microsoft Sans Serif"/>
                <a:cs typeface="Microsoft Sans Serif"/>
              </a:rPr>
              <a:t>◦</a:t>
            </a:r>
            <a:r>
              <a:rPr sz="1050" i="1" spc="-20" dirty="0">
                <a:latin typeface="Arial"/>
                <a:cs typeface="Arial"/>
              </a:rPr>
              <a:t>C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Model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T</a:t>
            </a:r>
            <a:r>
              <a:rPr sz="1050" i="1" baseline="-19841" dirty="0">
                <a:latin typeface="Arial"/>
                <a:cs typeface="Arial"/>
              </a:rPr>
              <a:t>t </a:t>
            </a:r>
            <a:r>
              <a:rPr sz="1200" baseline="-20833" dirty="0">
                <a:latin typeface="Tahoma"/>
                <a:cs typeface="Tahoma"/>
              </a:rPr>
              <a:t>+</a:t>
            </a:r>
            <a:r>
              <a:rPr sz="1050" baseline="-19841" dirty="0">
                <a:latin typeface="Tahoma"/>
                <a:cs typeface="Tahoma"/>
              </a:rPr>
              <a:t>1</a:t>
            </a:r>
            <a:r>
              <a:rPr sz="1050" spc="7" baseline="-19841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0</a:t>
            </a:r>
            <a:r>
              <a:rPr sz="1200" i="1" dirty="0">
                <a:latin typeface="Calibri"/>
                <a:cs typeface="Calibri"/>
              </a:rPr>
              <a:t>.</a:t>
            </a:r>
            <a:r>
              <a:rPr sz="1050" dirty="0">
                <a:latin typeface="Tahoma"/>
                <a:cs typeface="Tahoma"/>
              </a:rPr>
              <a:t>8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200" dirty="0">
                <a:latin typeface="Calibri"/>
                <a:cs typeface="Calibri"/>
              </a:rPr>
              <a:t>·</a:t>
            </a:r>
            <a:r>
              <a:rPr sz="1200" spc="85" dirty="0">
                <a:latin typeface="Calibri"/>
                <a:cs typeface="Calibri"/>
              </a:rPr>
              <a:t> </a:t>
            </a:r>
            <a:r>
              <a:rPr sz="1050" i="1" dirty="0">
                <a:latin typeface="Arial"/>
                <a:cs typeface="Arial"/>
              </a:rPr>
              <a:t>T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7" baseline="-19841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spc="-25" dirty="0">
                <a:latin typeface="Tahoma"/>
                <a:cs typeface="Tahoma"/>
              </a:rPr>
              <a:t>4</a:t>
            </a:r>
            <a:r>
              <a:rPr sz="1200" i="1" spc="-25" dirty="0">
                <a:latin typeface="Calibri"/>
                <a:cs typeface="Calibri"/>
              </a:rPr>
              <a:t>.</a:t>
            </a:r>
            <a:r>
              <a:rPr sz="1050" spc="-25" dirty="0">
                <a:latin typeface="Tahoma"/>
                <a:cs typeface="Tahoma"/>
              </a:rPr>
              <a:t>0</a:t>
            </a:r>
            <a:endParaRPr sz="105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9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Predict</a:t>
            </a:r>
            <a:r>
              <a:rPr sz="1050" spc="-3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next</a:t>
            </a:r>
            <a:r>
              <a:rPr sz="10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day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(day</a:t>
            </a:r>
            <a:r>
              <a:rPr sz="1050" spc="-25" dirty="0">
                <a:latin typeface="Tahoma"/>
                <a:cs typeface="Tahoma"/>
              </a:rPr>
              <a:t> 6):</a:t>
            </a:r>
            <a:endParaRPr sz="1050">
              <a:latin typeface="Tahoma"/>
              <a:cs typeface="Tahoma"/>
            </a:endParaRPr>
          </a:p>
          <a:p>
            <a:pPr marL="193040">
              <a:lnSpc>
                <a:spcPts val="131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Last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observation: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1050" baseline="-19841" dirty="0">
                <a:latin typeface="Tahoma"/>
                <a:cs typeface="Tahoma"/>
              </a:rPr>
              <a:t>5</a:t>
            </a:r>
            <a:r>
              <a:rPr sz="1050" spc="-7" baseline="-19841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21</a:t>
            </a:r>
            <a:r>
              <a:rPr sz="1200" spc="-30" baseline="24305" dirty="0">
                <a:latin typeface="Microsoft Sans Serif"/>
                <a:cs typeface="Microsoft Sans Serif"/>
              </a:rPr>
              <a:t>◦</a:t>
            </a:r>
            <a:r>
              <a:rPr sz="950" i="1" spc="-20" dirty="0">
                <a:latin typeface="Arial"/>
                <a:cs typeface="Arial"/>
              </a:rPr>
              <a:t>C</a:t>
            </a:r>
            <a:endParaRPr sz="950">
              <a:latin typeface="Arial"/>
              <a:cs typeface="Arial"/>
            </a:endParaRPr>
          </a:p>
          <a:p>
            <a:pPr marL="193040">
              <a:lnSpc>
                <a:spcPts val="1310"/>
              </a:lnSpc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Prediction: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1050" baseline="-19841" dirty="0">
                <a:latin typeface="Tahoma"/>
                <a:cs typeface="Tahoma"/>
              </a:rPr>
              <a:t>6</a:t>
            </a:r>
            <a:r>
              <a:rPr sz="1050" spc="7" baseline="-19841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0</a:t>
            </a:r>
            <a:r>
              <a:rPr sz="1100" i="1" dirty="0">
                <a:latin typeface="Verdana"/>
                <a:cs typeface="Verdana"/>
              </a:rPr>
              <a:t>.</a:t>
            </a:r>
            <a:r>
              <a:rPr sz="950" dirty="0">
                <a:latin typeface="Tahoma"/>
                <a:cs typeface="Tahoma"/>
              </a:rPr>
              <a:t>8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20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Tahoma"/>
                <a:cs typeface="Tahoma"/>
              </a:rPr>
              <a:t>21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4</a:t>
            </a:r>
            <a:r>
              <a:rPr sz="1100" i="1" dirty="0">
                <a:latin typeface="Verdana"/>
                <a:cs typeface="Verdana"/>
              </a:rPr>
              <a:t>.</a:t>
            </a:r>
            <a:r>
              <a:rPr sz="950" dirty="0">
                <a:latin typeface="Tahoma"/>
                <a:cs typeface="Tahoma"/>
              </a:rPr>
              <a:t>0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20</a:t>
            </a:r>
            <a:r>
              <a:rPr sz="1100" i="1" spc="-10" dirty="0">
                <a:latin typeface="Verdana"/>
                <a:cs typeface="Verdana"/>
              </a:rPr>
              <a:t>.</a:t>
            </a:r>
            <a:r>
              <a:rPr sz="950" spc="-10" dirty="0">
                <a:latin typeface="Tahoma"/>
                <a:cs typeface="Tahoma"/>
              </a:rPr>
              <a:t>8</a:t>
            </a:r>
            <a:r>
              <a:rPr sz="1200" spc="-15" baseline="24305" dirty="0">
                <a:latin typeface="Microsoft Sans Serif"/>
                <a:cs typeface="Microsoft Sans Serif"/>
              </a:rPr>
              <a:t>◦</a:t>
            </a:r>
            <a:r>
              <a:rPr sz="950" i="1" spc="-10" dirty="0">
                <a:latin typeface="Arial"/>
                <a:cs typeface="Arial"/>
              </a:rPr>
              <a:t>C</a:t>
            </a:r>
            <a:endParaRPr sz="9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400"/>
              </a:spcBef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Multi-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step</a:t>
            </a:r>
            <a:r>
              <a:rPr sz="1050" spc="-2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ahead</a:t>
            </a:r>
            <a:r>
              <a:rPr sz="10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(day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7,</a:t>
            </a:r>
            <a:r>
              <a:rPr sz="1050" spc="-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using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predicted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i="1" spc="-20" dirty="0">
                <a:latin typeface="Arial"/>
                <a:cs typeface="Arial"/>
              </a:rPr>
              <a:t>T</a:t>
            </a:r>
            <a:r>
              <a:rPr sz="1050" spc="-30" baseline="-19841" dirty="0">
                <a:latin typeface="Tahoma"/>
                <a:cs typeface="Tahoma"/>
              </a:rPr>
              <a:t>6</a:t>
            </a:r>
            <a:r>
              <a:rPr sz="1050" spc="-20" dirty="0">
                <a:latin typeface="Tahoma"/>
                <a:cs typeface="Tahoma"/>
              </a:rPr>
              <a:t>):</a:t>
            </a:r>
            <a:endParaRPr sz="1050">
              <a:latin typeface="Tahoma"/>
              <a:cs typeface="Tahoma"/>
            </a:endParaRPr>
          </a:p>
          <a:p>
            <a:pPr marR="457834" algn="r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1050" baseline="-19841" dirty="0">
                <a:latin typeface="Tahoma"/>
                <a:cs typeface="Tahoma"/>
              </a:rPr>
              <a:t>7</a:t>
            </a:r>
            <a:r>
              <a:rPr sz="1050" spc="7" baseline="-19841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0</a:t>
            </a:r>
            <a:r>
              <a:rPr sz="1100" i="1" dirty="0">
                <a:latin typeface="Verdana"/>
                <a:cs typeface="Verdana"/>
              </a:rPr>
              <a:t>.</a:t>
            </a:r>
            <a:r>
              <a:rPr sz="950" dirty="0">
                <a:latin typeface="Tahoma"/>
                <a:cs typeface="Tahoma"/>
              </a:rPr>
              <a:t>8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1100" spc="-130" dirty="0">
                <a:latin typeface="Microsoft YaHei UI"/>
                <a:cs typeface="Microsoft YaHei UI"/>
              </a:rPr>
              <a:t>×</a:t>
            </a:r>
            <a:r>
              <a:rPr sz="1100" spc="20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Tahoma"/>
                <a:cs typeface="Tahoma"/>
              </a:rPr>
              <a:t>20</a:t>
            </a:r>
            <a:r>
              <a:rPr sz="1100" i="1" dirty="0">
                <a:latin typeface="Verdana"/>
                <a:cs typeface="Verdana"/>
              </a:rPr>
              <a:t>.</a:t>
            </a:r>
            <a:r>
              <a:rPr sz="950" dirty="0">
                <a:latin typeface="Tahoma"/>
                <a:cs typeface="Tahoma"/>
              </a:rPr>
              <a:t>8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 </a:t>
            </a:r>
            <a:r>
              <a:rPr sz="950" dirty="0">
                <a:latin typeface="Tahoma"/>
                <a:cs typeface="Tahoma"/>
              </a:rPr>
              <a:t>4</a:t>
            </a:r>
            <a:r>
              <a:rPr sz="1100" i="1" dirty="0">
                <a:latin typeface="Verdana"/>
                <a:cs typeface="Verdana"/>
              </a:rPr>
              <a:t>.</a:t>
            </a:r>
            <a:r>
              <a:rPr sz="950" dirty="0">
                <a:latin typeface="Tahoma"/>
                <a:cs typeface="Tahoma"/>
              </a:rPr>
              <a:t>0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20</a:t>
            </a:r>
            <a:r>
              <a:rPr sz="1100" i="1" spc="-10" dirty="0">
                <a:latin typeface="Verdana"/>
                <a:cs typeface="Verdana"/>
              </a:rPr>
              <a:t>.</a:t>
            </a:r>
            <a:r>
              <a:rPr sz="950" spc="-10" dirty="0">
                <a:latin typeface="Tahoma"/>
                <a:cs typeface="Tahoma"/>
              </a:rPr>
              <a:t>64</a:t>
            </a:r>
            <a:r>
              <a:rPr sz="1200" spc="-15" baseline="24305" dirty="0">
                <a:latin typeface="Microsoft Sans Serif"/>
                <a:cs typeface="Microsoft Sans Serif"/>
              </a:rPr>
              <a:t>◦</a:t>
            </a:r>
            <a:r>
              <a:rPr sz="950" i="1" spc="-10" dirty="0">
                <a:latin typeface="Arial"/>
                <a:cs typeface="Arial"/>
              </a:rPr>
              <a:t>C</a:t>
            </a:r>
            <a:endParaRPr sz="950">
              <a:latin typeface="Arial"/>
              <a:cs typeface="Arial"/>
            </a:endParaRPr>
          </a:p>
          <a:p>
            <a:pPr marR="421005" algn="r">
              <a:lnSpc>
                <a:spcPct val="100000"/>
              </a:lnSpc>
              <a:spcBef>
                <a:spcPts val="42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Limitation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Only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uses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immediate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past</a:t>
            </a:r>
            <a:endParaRPr sz="1050">
              <a:latin typeface="Tahoma"/>
              <a:cs typeface="Tahoma"/>
            </a:endParaRPr>
          </a:p>
          <a:p>
            <a:pPr marL="19304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5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Cannot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capture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weekly/seasonal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patterns</a:t>
            </a:r>
            <a:endParaRPr sz="950">
              <a:latin typeface="Tahoma"/>
              <a:cs typeface="Tahoma"/>
            </a:endParaRPr>
          </a:p>
          <a:p>
            <a:pPr marL="19304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Error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accumulates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multi-</a:t>
            </a:r>
            <a:r>
              <a:rPr sz="950" dirty="0">
                <a:latin typeface="Tahoma"/>
                <a:cs typeface="Tahoma"/>
              </a:rPr>
              <a:t>step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predictions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1" name="object 11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19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/>
              <p14:cNvContentPartPr/>
              <p14:nvPr/>
            </p14:nvContentPartPr>
            <p14:xfrm>
              <a:off x="1357200" y="555480"/>
              <a:ext cx="1990800" cy="1628280"/>
            </p14:xfrm>
          </p:contentPart>
        </mc:Choice>
        <mc:Fallback>
          <p:pic>
            <p:nvPicPr>
              <p:cNvPr id="16" name="Ink 1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8920" y="542160"/>
                <a:ext cx="2014200" cy="165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101853"/>
            <a:ext cx="423580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Temperature</a:t>
            </a:r>
            <a:r>
              <a:rPr sz="1400" cap="small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Forecasting</a:t>
            </a:r>
            <a:r>
              <a:rPr sz="1400" cap="small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400" cap="small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Latent</a:t>
            </a:r>
            <a:r>
              <a:rPr sz="1400" cap="small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sz="1400" cap="small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spc="-35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20839"/>
            <a:ext cx="5760211" cy="2813171"/>
            <a:chOff x="0" y="420839"/>
            <a:chExt cx="5760211" cy="2813171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300" y="420839"/>
              <a:ext cx="5206365" cy="270802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20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888120" y="1250640"/>
              <a:ext cx="4542840" cy="111492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6960" y="1238040"/>
                <a:ext cx="4569120" cy="1140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29600"/>
            <a:ext cx="2555240" cy="252285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Modeling</a:t>
            </a:r>
            <a:endParaRPr sz="1400">
              <a:latin typeface="Calibri"/>
              <a:cs typeface="Calibri"/>
            </a:endParaRPr>
          </a:p>
          <a:p>
            <a:pPr marL="12700" marR="796925">
              <a:lnSpc>
                <a:spcPct val="1170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Model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6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Theory</a:t>
            </a:r>
            <a:r>
              <a:rPr sz="1400" cap="small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4" action="ppaction://hlinksldjump"/>
              </a:rPr>
              <a:t>Basi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c</a:t>
            </a:r>
            <a:r>
              <a:rPr sz="1400" u="sng" cap="small" spc="7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4" action="ppaction://hlinksldjump"/>
              </a:rPr>
              <a:t>RNN</a:t>
            </a:r>
            <a:r>
              <a:rPr sz="1400" u="sng" cap="small" spc="-2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u="sng" cap="small" spc="-1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4" action="ppaction://hlinksldjump"/>
              </a:rPr>
              <a:t>Architecture</a:t>
            </a: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RNN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Trainin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&amp;</a:t>
            </a:r>
            <a:r>
              <a:rPr sz="1400" u="sng" cap="small" spc="-1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BPTT</a:t>
            </a:r>
            <a:r>
              <a:rPr sz="1400" cap="small" spc="-2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directiona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Dee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p</a:t>
            </a:r>
            <a:r>
              <a:rPr sz="1400" u="sng" cap="small" spc="7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(Stacked)</a:t>
            </a:r>
            <a:r>
              <a:rPr sz="1400" u="sng" cap="small" spc="4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Gate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Recurren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t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Unit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(GRU)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Lon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Short-Ter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m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Memor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y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(LSTM)</a:t>
            </a:r>
            <a:endParaRPr sz="1400">
              <a:latin typeface="Calibri"/>
              <a:cs typeface="Calibri"/>
            </a:endParaRPr>
          </a:p>
          <a:p>
            <a:pPr marL="12700" marR="6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m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Serie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Forecastin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Applications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Compariso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&amp;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21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Recurrent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Neural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Network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spc="-65" dirty="0">
                <a:solidFill>
                  <a:srgbClr val="FFFFFF"/>
                </a:solidFill>
              </a:rPr>
              <a:t>(RNN)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194" y="614552"/>
            <a:ext cx="5193030" cy="489584"/>
            <a:chOff x="309194" y="614552"/>
            <a:chExt cx="5193030" cy="489584"/>
          </a:xfrm>
        </p:grpSpPr>
        <p:sp>
          <p:nvSpPr>
            <p:cNvPr id="4" name="object 4"/>
            <p:cNvSpPr/>
            <p:nvPr/>
          </p:nvSpPr>
          <p:spPr>
            <a:xfrm>
              <a:off x="309194" y="614552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>
                  <a:moveTo>
                    <a:pt x="5090845" y="0"/>
                  </a:moveTo>
                  <a:lnTo>
                    <a:pt x="50800" y="0"/>
                  </a:lnTo>
                  <a:lnTo>
                    <a:pt x="31076" y="4063"/>
                  </a:lnTo>
                  <a:lnTo>
                    <a:pt x="14922" y="14986"/>
                  </a:lnTo>
                  <a:lnTo>
                    <a:pt x="4000" y="31115"/>
                  </a:lnTo>
                  <a:lnTo>
                    <a:pt x="0" y="50800"/>
                  </a:lnTo>
                  <a:lnTo>
                    <a:pt x="0" y="207010"/>
                  </a:lnTo>
                  <a:lnTo>
                    <a:pt x="5141645" y="207010"/>
                  </a:lnTo>
                  <a:lnTo>
                    <a:pt x="5141645" y="50800"/>
                  </a:lnTo>
                  <a:lnTo>
                    <a:pt x="5137708" y="31115"/>
                  </a:lnTo>
                  <a:lnTo>
                    <a:pt x="5126786" y="14986"/>
                  </a:lnTo>
                  <a:lnTo>
                    <a:pt x="5110530" y="4063"/>
                  </a:lnTo>
                  <a:lnTo>
                    <a:pt x="5090845" y="0"/>
                  </a:lnTo>
                  <a:close/>
                </a:path>
              </a:pathLst>
            </a:custGeom>
            <a:solidFill>
              <a:srgbClr val="D5D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1002283"/>
              <a:ext cx="101600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658850"/>
              <a:ext cx="5192522" cy="44503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4" y="853185"/>
              <a:ext cx="5142230" cy="200025"/>
            </a:xfrm>
            <a:custGeom>
              <a:avLst/>
              <a:gdLst/>
              <a:ahLst/>
              <a:cxnLst/>
              <a:rect l="l" t="t" r="r" b="b"/>
              <a:pathLst>
                <a:path w="5142230" h="200025">
                  <a:moveTo>
                    <a:pt x="5141645" y="0"/>
                  </a:moveTo>
                  <a:lnTo>
                    <a:pt x="0" y="0"/>
                  </a:lnTo>
                  <a:lnTo>
                    <a:pt x="0" y="149098"/>
                  </a:lnTo>
                  <a:lnTo>
                    <a:pt x="4000" y="168783"/>
                  </a:lnTo>
                  <a:lnTo>
                    <a:pt x="14922" y="184912"/>
                  </a:lnTo>
                  <a:lnTo>
                    <a:pt x="31076" y="195834"/>
                  </a:lnTo>
                  <a:lnTo>
                    <a:pt x="50800" y="199898"/>
                  </a:lnTo>
                  <a:lnTo>
                    <a:pt x="5090845" y="199898"/>
                  </a:lnTo>
                  <a:lnTo>
                    <a:pt x="5110530" y="195834"/>
                  </a:lnTo>
                  <a:lnTo>
                    <a:pt x="5126786" y="184912"/>
                  </a:lnTo>
                  <a:lnTo>
                    <a:pt x="5137708" y="168783"/>
                  </a:lnTo>
                  <a:lnTo>
                    <a:pt x="5141645" y="149098"/>
                  </a:lnTo>
                  <a:lnTo>
                    <a:pt x="514164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0840" y="696975"/>
              <a:ext cx="0" cy="324485"/>
            </a:xfrm>
            <a:custGeom>
              <a:avLst/>
              <a:gdLst/>
              <a:ahLst/>
              <a:cxnLst/>
              <a:rect l="l" t="t" r="r" b="b"/>
              <a:pathLst>
                <a:path h="324484">
                  <a:moveTo>
                    <a:pt x="0" y="324357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077" y="684275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6077" y="671575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77" y="658875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12700"/>
                  </a:moveTo>
                  <a:lnTo>
                    <a:pt x="9525" y="12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077" y="639825"/>
              <a:ext cx="9525" cy="19050"/>
            </a:xfrm>
            <a:custGeom>
              <a:avLst/>
              <a:gdLst/>
              <a:ahLst/>
              <a:cxnLst/>
              <a:rect l="l" t="t" r="r" b="b"/>
              <a:pathLst>
                <a:path w="9525" h="19050">
                  <a:moveTo>
                    <a:pt x="0" y="19050"/>
                  </a:moveTo>
                  <a:lnTo>
                    <a:pt x="9525" y="19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6963" y="509424"/>
            <a:ext cx="3422650" cy="51371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400" cap="small" spc="-10" dirty="0">
                <a:solidFill>
                  <a:srgbClr val="3333B1"/>
                </a:solidFill>
                <a:latin typeface="Calibri"/>
                <a:cs typeface="Calibri"/>
              </a:rPr>
              <a:t>Definition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050" dirty="0">
                <a:latin typeface="Tahoma"/>
                <a:cs typeface="Tahoma"/>
              </a:rPr>
              <a:t>Neural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network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with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loops,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allowing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information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to</a:t>
            </a:r>
            <a:r>
              <a:rPr sz="1050" spc="-10" dirty="0">
                <a:latin typeface="Tahoma"/>
                <a:cs typeface="Tahoma"/>
              </a:rPr>
              <a:t> persist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0921" y="1280591"/>
            <a:ext cx="3587750" cy="1348740"/>
            <a:chOff x="460921" y="1280591"/>
            <a:chExt cx="3587750" cy="134874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921" y="1280591"/>
              <a:ext cx="69291" cy="692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0921" y="2559773"/>
              <a:ext cx="69291" cy="6929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611498" y="198250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497" y="5702"/>
                  </a:lnTo>
                  <a:lnTo>
                    <a:pt x="121030" y="21958"/>
                  </a:lnTo>
                  <a:lnTo>
                    <a:pt x="80899" y="47447"/>
                  </a:lnTo>
                  <a:lnTo>
                    <a:pt x="47498" y="80899"/>
                  </a:lnTo>
                  <a:lnTo>
                    <a:pt x="21971" y="121005"/>
                  </a:lnTo>
                  <a:lnTo>
                    <a:pt x="5714" y="166471"/>
                  </a:lnTo>
                  <a:lnTo>
                    <a:pt x="0" y="216001"/>
                  </a:lnTo>
                  <a:lnTo>
                    <a:pt x="5714" y="265531"/>
                  </a:lnTo>
                  <a:lnTo>
                    <a:pt x="21971" y="310997"/>
                  </a:lnTo>
                  <a:lnTo>
                    <a:pt x="47498" y="351104"/>
                  </a:lnTo>
                  <a:lnTo>
                    <a:pt x="80899" y="384543"/>
                  </a:lnTo>
                  <a:lnTo>
                    <a:pt x="121030" y="410044"/>
                  </a:lnTo>
                  <a:lnTo>
                    <a:pt x="166497" y="426300"/>
                  </a:lnTo>
                  <a:lnTo>
                    <a:pt x="216026" y="432003"/>
                  </a:lnTo>
                  <a:lnTo>
                    <a:pt x="265556" y="426300"/>
                  </a:lnTo>
                  <a:lnTo>
                    <a:pt x="311023" y="410044"/>
                  </a:lnTo>
                  <a:lnTo>
                    <a:pt x="351027" y="384543"/>
                  </a:lnTo>
                  <a:lnTo>
                    <a:pt x="384555" y="351104"/>
                  </a:lnTo>
                  <a:lnTo>
                    <a:pt x="410083" y="310997"/>
                  </a:lnTo>
                  <a:lnTo>
                    <a:pt x="426338" y="265531"/>
                  </a:lnTo>
                  <a:lnTo>
                    <a:pt x="431926" y="216001"/>
                  </a:lnTo>
                  <a:lnTo>
                    <a:pt x="426338" y="166471"/>
                  </a:lnTo>
                  <a:lnTo>
                    <a:pt x="410083" y="121005"/>
                  </a:lnTo>
                  <a:lnTo>
                    <a:pt x="384555" y="80899"/>
                  </a:lnTo>
                  <a:lnTo>
                    <a:pt x="351027" y="47447"/>
                  </a:lnTo>
                  <a:lnTo>
                    <a:pt x="311023" y="21958"/>
                  </a:lnTo>
                  <a:lnTo>
                    <a:pt x="265556" y="5702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11498" y="198250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431926" y="216001"/>
                  </a:moveTo>
                  <a:lnTo>
                    <a:pt x="426338" y="166471"/>
                  </a:lnTo>
                  <a:lnTo>
                    <a:pt x="410083" y="121005"/>
                  </a:lnTo>
                  <a:lnTo>
                    <a:pt x="384555" y="80899"/>
                  </a:lnTo>
                  <a:lnTo>
                    <a:pt x="351027" y="47447"/>
                  </a:lnTo>
                  <a:lnTo>
                    <a:pt x="311023" y="21958"/>
                  </a:lnTo>
                  <a:lnTo>
                    <a:pt x="265556" y="5702"/>
                  </a:lnTo>
                  <a:lnTo>
                    <a:pt x="216026" y="0"/>
                  </a:lnTo>
                  <a:lnTo>
                    <a:pt x="166497" y="5702"/>
                  </a:lnTo>
                  <a:lnTo>
                    <a:pt x="121030" y="21958"/>
                  </a:lnTo>
                  <a:lnTo>
                    <a:pt x="80899" y="47447"/>
                  </a:lnTo>
                  <a:lnTo>
                    <a:pt x="47498" y="80899"/>
                  </a:lnTo>
                  <a:lnTo>
                    <a:pt x="21971" y="121005"/>
                  </a:lnTo>
                  <a:lnTo>
                    <a:pt x="5714" y="166471"/>
                  </a:lnTo>
                  <a:lnTo>
                    <a:pt x="0" y="216001"/>
                  </a:lnTo>
                  <a:lnTo>
                    <a:pt x="5714" y="265531"/>
                  </a:lnTo>
                  <a:lnTo>
                    <a:pt x="21971" y="310997"/>
                  </a:lnTo>
                  <a:lnTo>
                    <a:pt x="47498" y="351104"/>
                  </a:lnTo>
                  <a:lnTo>
                    <a:pt x="80899" y="384543"/>
                  </a:lnTo>
                  <a:lnTo>
                    <a:pt x="121030" y="410044"/>
                  </a:lnTo>
                  <a:lnTo>
                    <a:pt x="166497" y="426300"/>
                  </a:lnTo>
                  <a:lnTo>
                    <a:pt x="216026" y="432003"/>
                  </a:lnTo>
                  <a:lnTo>
                    <a:pt x="265556" y="426300"/>
                  </a:lnTo>
                  <a:lnTo>
                    <a:pt x="311023" y="410044"/>
                  </a:lnTo>
                  <a:lnTo>
                    <a:pt x="351027" y="384543"/>
                  </a:lnTo>
                  <a:lnTo>
                    <a:pt x="384555" y="351104"/>
                  </a:lnTo>
                  <a:lnTo>
                    <a:pt x="410083" y="310997"/>
                  </a:lnTo>
                  <a:lnTo>
                    <a:pt x="426338" y="265531"/>
                  </a:lnTo>
                  <a:lnTo>
                    <a:pt x="431926" y="216001"/>
                  </a:lnTo>
                  <a:close/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667125" y="2101087"/>
            <a:ext cx="289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ahoma"/>
                <a:cs typeface="Tahoma"/>
              </a:rPr>
              <a:t>RNN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88028" y="2424671"/>
            <a:ext cx="79375" cy="355600"/>
          </a:xfrm>
          <a:custGeom>
            <a:avLst/>
            <a:gdLst/>
            <a:ahLst/>
            <a:cxnLst/>
            <a:rect l="l" t="t" r="r" b="b"/>
            <a:pathLst>
              <a:path w="79375" h="355600">
                <a:moveTo>
                  <a:pt x="39497" y="355066"/>
                </a:moveTo>
                <a:lnTo>
                  <a:pt x="39497" y="5067"/>
                </a:lnTo>
              </a:path>
              <a:path w="79375" h="355600">
                <a:moveTo>
                  <a:pt x="0" y="32397"/>
                </a:moveTo>
                <a:lnTo>
                  <a:pt x="15494" y="26708"/>
                </a:lnTo>
                <a:lnTo>
                  <a:pt x="26924" y="18961"/>
                </a:lnTo>
                <a:lnTo>
                  <a:pt x="34671" y="9842"/>
                </a:lnTo>
                <a:lnTo>
                  <a:pt x="39497" y="0"/>
                </a:lnTo>
                <a:lnTo>
                  <a:pt x="44196" y="9842"/>
                </a:lnTo>
                <a:lnTo>
                  <a:pt x="52070" y="18961"/>
                </a:lnTo>
                <a:lnTo>
                  <a:pt x="63500" y="26708"/>
                </a:lnTo>
                <a:lnTo>
                  <a:pt x="78994" y="32397"/>
                </a:lnTo>
              </a:path>
            </a:pathLst>
          </a:custGeom>
          <a:ln w="10100">
            <a:solidFill>
              <a:srgbClr val="1B13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732529" y="1395729"/>
            <a:ext cx="1758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Arial"/>
                <a:cs typeface="Arial"/>
              </a:rPr>
              <a:t>o</a:t>
            </a:r>
            <a:r>
              <a:rPr sz="1050" i="1" spc="-37" baseline="-19841" dirty="0">
                <a:latin typeface="Arial"/>
                <a:cs typeface="Arial"/>
              </a:rPr>
              <a:t>t</a:t>
            </a:r>
            <a:endParaRPr sz="1050" baseline="-19841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181985" y="1617217"/>
            <a:ext cx="690245" cy="779780"/>
            <a:chOff x="3181985" y="1617217"/>
            <a:chExt cx="690245" cy="779780"/>
          </a:xfrm>
        </p:grpSpPr>
        <p:sp>
          <p:nvSpPr>
            <p:cNvPr id="23" name="object 23"/>
            <p:cNvSpPr/>
            <p:nvPr/>
          </p:nvSpPr>
          <p:spPr>
            <a:xfrm>
              <a:off x="3788029" y="1622297"/>
              <a:ext cx="79375" cy="355600"/>
            </a:xfrm>
            <a:custGeom>
              <a:avLst/>
              <a:gdLst/>
              <a:ahLst/>
              <a:cxnLst/>
              <a:rect l="l" t="t" r="r" b="b"/>
              <a:pathLst>
                <a:path w="79375" h="355600">
                  <a:moveTo>
                    <a:pt x="39497" y="355104"/>
                  </a:moveTo>
                  <a:lnTo>
                    <a:pt x="39497" y="5079"/>
                  </a:lnTo>
                </a:path>
                <a:path w="79375" h="355600">
                  <a:moveTo>
                    <a:pt x="0" y="32384"/>
                  </a:moveTo>
                  <a:lnTo>
                    <a:pt x="15494" y="26796"/>
                  </a:lnTo>
                  <a:lnTo>
                    <a:pt x="26924" y="19050"/>
                  </a:lnTo>
                  <a:lnTo>
                    <a:pt x="34671" y="9906"/>
                  </a:lnTo>
                  <a:lnTo>
                    <a:pt x="39497" y="0"/>
                  </a:lnTo>
                  <a:lnTo>
                    <a:pt x="44196" y="9906"/>
                  </a:lnTo>
                  <a:lnTo>
                    <a:pt x="52070" y="19050"/>
                  </a:lnTo>
                  <a:lnTo>
                    <a:pt x="63500" y="26796"/>
                  </a:lnTo>
                  <a:lnTo>
                    <a:pt x="78994" y="32384"/>
                  </a:lnTo>
                </a:path>
              </a:pathLst>
            </a:custGeom>
            <a:ln w="10100">
              <a:solidFill>
                <a:srgbClr val="208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87065" y="2008746"/>
              <a:ext cx="448945" cy="382905"/>
            </a:xfrm>
            <a:custGeom>
              <a:avLst/>
              <a:gdLst/>
              <a:ahLst/>
              <a:cxnLst/>
              <a:rect l="l" t="t" r="r" b="b"/>
              <a:pathLst>
                <a:path w="448945" h="382905">
                  <a:moveTo>
                    <a:pt x="448945" y="79209"/>
                  </a:moveTo>
                  <a:lnTo>
                    <a:pt x="409956" y="58051"/>
                  </a:lnTo>
                  <a:lnTo>
                    <a:pt x="372872" y="40449"/>
                  </a:lnTo>
                  <a:lnTo>
                    <a:pt x="337438" y="26238"/>
                  </a:lnTo>
                  <a:lnTo>
                    <a:pt x="271907" y="7327"/>
                  </a:lnTo>
                  <a:lnTo>
                    <a:pt x="213487" y="0"/>
                  </a:lnTo>
                  <a:lnTo>
                    <a:pt x="186944" y="254"/>
                  </a:lnTo>
                  <a:lnTo>
                    <a:pt x="139064" y="7823"/>
                  </a:lnTo>
                  <a:lnTo>
                    <a:pt x="98298" y="23672"/>
                  </a:lnTo>
                  <a:lnTo>
                    <a:pt x="64643" y="46482"/>
                  </a:lnTo>
                  <a:lnTo>
                    <a:pt x="37973" y="74930"/>
                  </a:lnTo>
                  <a:lnTo>
                    <a:pt x="18287" y="107696"/>
                  </a:lnTo>
                  <a:lnTo>
                    <a:pt x="2032" y="162077"/>
                  </a:lnTo>
                  <a:lnTo>
                    <a:pt x="0" y="199872"/>
                  </a:lnTo>
                  <a:lnTo>
                    <a:pt x="1651" y="218732"/>
                  </a:lnTo>
                  <a:lnTo>
                    <a:pt x="17018" y="273240"/>
                  </a:lnTo>
                  <a:lnTo>
                    <a:pt x="48133" y="321132"/>
                  </a:lnTo>
                  <a:lnTo>
                    <a:pt x="77597" y="347179"/>
                  </a:lnTo>
                  <a:lnTo>
                    <a:pt x="114173" y="366979"/>
                  </a:lnTo>
                  <a:lnTo>
                    <a:pt x="157734" y="379234"/>
                  </a:lnTo>
                  <a:lnTo>
                    <a:pt x="208280" y="382600"/>
                  </a:lnTo>
                  <a:lnTo>
                    <a:pt x="236093" y="380542"/>
                  </a:lnTo>
                  <a:lnTo>
                    <a:pt x="297180" y="368109"/>
                  </a:lnTo>
                  <a:lnTo>
                    <a:pt x="365125" y="343484"/>
                  </a:lnTo>
                  <a:lnTo>
                    <a:pt x="401827" y="326199"/>
                  </a:lnTo>
                  <a:lnTo>
                    <a:pt x="440182" y="305371"/>
                  </a:lnTo>
                </a:path>
                <a:path w="448945" h="382905">
                  <a:moveTo>
                    <a:pt x="396748" y="284822"/>
                  </a:moveTo>
                  <a:lnTo>
                    <a:pt x="409448" y="295427"/>
                  </a:lnTo>
                  <a:lnTo>
                    <a:pt x="421894" y="301409"/>
                  </a:lnTo>
                  <a:lnTo>
                    <a:pt x="433705" y="303618"/>
                  </a:lnTo>
                  <a:lnTo>
                    <a:pt x="444500" y="302844"/>
                  </a:lnTo>
                  <a:lnTo>
                    <a:pt x="438404" y="311899"/>
                  </a:lnTo>
                  <a:lnTo>
                    <a:pt x="434467" y="323227"/>
                  </a:lnTo>
                  <a:lnTo>
                    <a:pt x="433450" y="336956"/>
                  </a:lnTo>
                  <a:lnTo>
                    <a:pt x="436245" y="353250"/>
                  </a:lnTo>
                </a:path>
              </a:pathLst>
            </a:custGeom>
            <a:ln w="10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225038" y="2086457"/>
            <a:ext cx="1758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solidFill>
                  <a:srgbClr val="EB1F27"/>
                </a:solidFill>
                <a:latin typeface="Arial"/>
                <a:cs typeface="Arial"/>
              </a:rPr>
              <a:t>h</a:t>
            </a:r>
            <a:r>
              <a:rPr sz="1050" i="1" spc="-37" baseline="-19841" dirty="0">
                <a:solidFill>
                  <a:srgbClr val="EB1F27"/>
                </a:solidFill>
                <a:latin typeface="Arial"/>
                <a:cs typeface="Arial"/>
              </a:rPr>
              <a:t>t</a:t>
            </a:r>
            <a:endParaRPr sz="1050" baseline="-19841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64533" y="2100173"/>
            <a:ext cx="12788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0000"/>
                </a:solidFill>
                <a:latin typeface="Tahoma"/>
                <a:cs typeface="Tahoma"/>
              </a:rPr>
              <a:t>Recurrent</a:t>
            </a:r>
            <a:r>
              <a:rPr sz="1050" spc="-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FF0000"/>
                </a:solidFill>
                <a:latin typeface="Tahoma"/>
                <a:cs typeface="Tahoma"/>
              </a:rPr>
              <a:t>connection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8" name="object 28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66013" y="1167203"/>
            <a:ext cx="2156460" cy="16878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Key</a:t>
            </a:r>
            <a:r>
              <a:rPr sz="1050" spc="-1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idea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335280" marR="404495" indent="-142240">
              <a:lnSpc>
                <a:spcPct val="120000"/>
              </a:lnSpc>
              <a:spcBef>
                <a:spcPts val="4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Process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sequential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data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-25" dirty="0">
                <a:latin typeface="Tahoma"/>
                <a:cs typeface="Tahoma"/>
              </a:rPr>
              <a:t>one </a:t>
            </a:r>
            <a:r>
              <a:rPr sz="950" dirty="0">
                <a:latin typeface="Tahoma"/>
                <a:cs typeface="Tahoma"/>
              </a:rPr>
              <a:t>step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at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</a:t>
            </a:r>
            <a:r>
              <a:rPr sz="950" spc="-20" dirty="0">
                <a:latin typeface="Tahoma"/>
                <a:cs typeface="Tahoma"/>
              </a:rPr>
              <a:t> time</a:t>
            </a:r>
            <a:endParaRPr sz="950">
              <a:latin typeface="Tahoma"/>
              <a:cs typeface="Tahoma"/>
            </a:endParaRPr>
          </a:p>
          <a:p>
            <a:pPr marL="335280" marR="281305" indent="-142240">
              <a:lnSpc>
                <a:spcPts val="1360"/>
              </a:lnSpc>
              <a:spcBef>
                <a:spcPts val="7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Maintain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hidden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state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that </a:t>
            </a:r>
            <a:r>
              <a:rPr sz="950" dirty="0">
                <a:latin typeface="Tahoma"/>
                <a:cs typeface="Tahoma"/>
              </a:rPr>
              <a:t>summarizes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past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information</a:t>
            </a:r>
            <a:endParaRPr sz="950">
              <a:latin typeface="Tahoma"/>
              <a:cs typeface="Tahoma"/>
            </a:endParaRPr>
          </a:p>
          <a:p>
            <a:pPr marL="193675">
              <a:lnSpc>
                <a:spcPct val="100000"/>
              </a:lnSpc>
              <a:spcBef>
                <a:spcPts val="13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5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Same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parameters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shared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across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-25" dirty="0">
                <a:latin typeface="Tahoma"/>
                <a:cs typeface="Tahoma"/>
              </a:rPr>
              <a:t>all</a:t>
            </a:r>
            <a:endParaRPr sz="950">
              <a:latin typeface="Tahoma"/>
              <a:cs typeface="Tahoma"/>
            </a:endParaRPr>
          </a:p>
          <a:p>
            <a:pPr marL="335280">
              <a:lnSpc>
                <a:spcPct val="100000"/>
              </a:lnSpc>
              <a:spcBef>
                <a:spcPts val="215"/>
              </a:spcBef>
            </a:pPr>
            <a:r>
              <a:rPr sz="950" dirty="0">
                <a:latin typeface="Tahoma"/>
                <a:cs typeface="Tahoma"/>
              </a:rPr>
              <a:t>time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steps</a:t>
            </a:r>
            <a:endParaRPr sz="95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The</a:t>
            </a:r>
            <a:r>
              <a:rPr sz="1050" spc="-2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loop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Hidden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state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15" baseline="-19841" dirty="0">
                <a:latin typeface="Arial"/>
                <a:cs typeface="Arial"/>
              </a:rPr>
              <a:t> </a:t>
            </a:r>
            <a:r>
              <a:rPr sz="1050" spc="-20" dirty="0">
                <a:latin typeface="Tahoma"/>
                <a:cs typeface="Tahoma"/>
              </a:rPr>
              <a:t>feeds</a:t>
            </a:r>
            <a:endParaRPr sz="105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80"/>
              </a:spcBef>
            </a:pPr>
            <a:r>
              <a:rPr sz="1050" dirty="0">
                <a:latin typeface="Tahoma"/>
                <a:cs typeface="Tahoma"/>
              </a:rPr>
              <a:t>back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into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itself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at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next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time</a:t>
            </a:r>
            <a:r>
              <a:rPr sz="1050" spc="-20" dirty="0">
                <a:latin typeface="Tahoma"/>
                <a:cs typeface="Tahoma"/>
              </a:rPr>
              <a:t> step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75759" y="3145485"/>
            <a:ext cx="24384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dirty="0">
                <a:latin typeface="Calibri"/>
                <a:cs typeface="Calibri"/>
              </a:rPr>
              <a:t>18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96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35578" y="2749397"/>
            <a:ext cx="1682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i="1" spc="-37" baseline="-19841" dirty="0">
                <a:latin typeface="Arial"/>
                <a:cs typeface="Arial"/>
              </a:rPr>
              <a:t>t</a:t>
            </a:r>
            <a:endParaRPr sz="1050" baseline="-19841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5" name="Ink 34"/>
              <p14:cNvContentPartPr/>
              <p14:nvPr/>
            </p14:nvContentPartPr>
            <p14:xfrm>
              <a:off x="1260000" y="1034280"/>
              <a:ext cx="3457800" cy="1453680"/>
            </p14:xfrm>
          </p:contentPart>
        </mc:Choice>
        <mc:Fallback>
          <p:pic>
            <p:nvPicPr>
              <p:cNvPr id="35" name="Ink 3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46320" y="1020600"/>
                <a:ext cx="3485520" cy="148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RNN:</a:t>
            </a:r>
            <a:r>
              <a:rPr cap="small" spc="-3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Unrolled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Computation</a:t>
            </a:r>
            <a:r>
              <a:rPr cap="small" spc="80" dirty="0">
                <a:solidFill>
                  <a:srgbClr val="FFFFFF"/>
                </a:solidFill>
              </a:rPr>
              <a:t> </a:t>
            </a:r>
            <a:r>
              <a:rPr cap="small" spc="-50" dirty="0">
                <a:solidFill>
                  <a:srgbClr val="FFFFFF"/>
                </a:solidFill>
              </a:rPr>
              <a:t>Graph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94894" y="477746"/>
            <a:ext cx="2522855" cy="275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Unrolling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Visualize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RNN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across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time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spc="-20" dirty="0" smtClean="0">
                <a:latin typeface="Tahoma"/>
                <a:cs typeface="Tahoma"/>
              </a:rPr>
              <a:t>steps</a:t>
            </a:r>
            <a:r>
              <a:rPr sz="975" baseline="-21367" dirty="0">
                <a:latin typeface="Tahoma"/>
                <a:cs typeface="Tahoma"/>
              </a:rPr>
              <a:t>	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321868" y="2772562"/>
            <a:ext cx="4366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Key</a:t>
            </a:r>
            <a:r>
              <a:rPr sz="1050" spc="-2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insight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Same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parameters</a:t>
            </a:r>
            <a:r>
              <a:rPr sz="1050" spc="-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W</a:t>
            </a:r>
            <a:r>
              <a:rPr sz="1050" i="1" baseline="-19841" dirty="0">
                <a:latin typeface="Arial"/>
                <a:cs typeface="Arial"/>
              </a:rPr>
              <a:t>hx</a:t>
            </a:r>
            <a:r>
              <a:rPr sz="1050" i="1" spc="-30" baseline="-19841" dirty="0">
                <a:latin typeface="Arial"/>
                <a:cs typeface="Arial"/>
              </a:rPr>
              <a:t> </a:t>
            </a:r>
            <a:r>
              <a:rPr sz="1200" i="1" dirty="0">
                <a:latin typeface="Calibri"/>
                <a:cs typeface="Calibri"/>
              </a:rPr>
              <a:t>, </a:t>
            </a:r>
            <a:r>
              <a:rPr sz="1050" i="1" dirty="0">
                <a:latin typeface="Arial"/>
                <a:cs typeface="Arial"/>
              </a:rPr>
              <a:t>W</a:t>
            </a:r>
            <a:r>
              <a:rPr sz="1050" i="1" baseline="-19841" dirty="0">
                <a:latin typeface="Arial"/>
                <a:cs typeface="Arial"/>
              </a:rPr>
              <a:t>hh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050" i="1" dirty="0">
                <a:latin typeface="Arial"/>
                <a:cs typeface="Arial"/>
              </a:rPr>
              <a:t>W</a:t>
            </a:r>
            <a:r>
              <a:rPr sz="1050" i="1" baseline="-19841" dirty="0">
                <a:latin typeface="Arial"/>
                <a:cs typeface="Arial"/>
              </a:rPr>
              <a:t>ho</a:t>
            </a:r>
            <a:r>
              <a:rPr sz="1050" i="1" spc="-30" baseline="-19841" dirty="0">
                <a:latin typeface="Arial"/>
                <a:cs typeface="Arial"/>
              </a:rPr>
              <a:t> </a:t>
            </a:r>
            <a:r>
              <a:rPr sz="1050" dirty="0">
                <a:latin typeface="Tahoma"/>
                <a:cs typeface="Tahoma"/>
              </a:rPr>
              <a:t>)</a:t>
            </a:r>
            <a:r>
              <a:rPr sz="1050" spc="-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applied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at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each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time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step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71" name="object 71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23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298072" y="796787"/>
            <a:ext cx="2757423" cy="1846923"/>
            <a:chOff x="1244264" y="788530"/>
            <a:chExt cx="2757423" cy="1846923"/>
          </a:xfrm>
        </p:grpSpPr>
        <p:grpSp>
          <p:nvGrpSpPr>
            <p:cNvPr id="81" name="Group 80"/>
            <p:cNvGrpSpPr/>
            <p:nvPr/>
          </p:nvGrpSpPr>
          <p:grpSpPr>
            <a:xfrm>
              <a:off x="1244264" y="858583"/>
              <a:ext cx="2757423" cy="1776870"/>
              <a:chOff x="1229869" y="858583"/>
              <a:chExt cx="2757423" cy="1776870"/>
            </a:xfrm>
          </p:grpSpPr>
          <p:grpSp>
            <p:nvGrpSpPr>
              <p:cNvPr id="3" name="object 3"/>
              <p:cNvGrpSpPr/>
              <p:nvPr/>
            </p:nvGrpSpPr>
            <p:grpSpPr>
              <a:xfrm>
                <a:off x="1701482" y="1476311"/>
                <a:ext cx="334010" cy="334010"/>
                <a:chOff x="1701482" y="1476311"/>
                <a:chExt cx="334010" cy="334010"/>
              </a:xfrm>
            </p:grpSpPr>
            <p:sp>
              <p:nvSpPr>
                <p:cNvPr id="4" name="object 4"/>
                <p:cNvSpPr/>
                <p:nvPr/>
              </p:nvSpPr>
              <p:spPr>
                <a:xfrm>
                  <a:off x="1706245" y="1481073"/>
                  <a:ext cx="324485" cy="324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485" h="324485">
                      <a:moveTo>
                        <a:pt x="162052" y="0"/>
                      </a:moveTo>
                      <a:lnTo>
                        <a:pt x="118999" y="5842"/>
                      </a:lnTo>
                      <a:lnTo>
                        <a:pt x="80263" y="22098"/>
                      </a:lnTo>
                      <a:lnTo>
                        <a:pt x="47498" y="47498"/>
                      </a:lnTo>
                      <a:lnTo>
                        <a:pt x="22098" y="80264"/>
                      </a:lnTo>
                      <a:lnTo>
                        <a:pt x="5842" y="118999"/>
                      </a:lnTo>
                      <a:lnTo>
                        <a:pt x="0" y="162052"/>
                      </a:lnTo>
                      <a:lnTo>
                        <a:pt x="5842" y="205105"/>
                      </a:lnTo>
                      <a:lnTo>
                        <a:pt x="22098" y="243840"/>
                      </a:lnTo>
                      <a:lnTo>
                        <a:pt x="47498" y="276606"/>
                      </a:lnTo>
                      <a:lnTo>
                        <a:pt x="80263" y="301879"/>
                      </a:lnTo>
                      <a:lnTo>
                        <a:pt x="118999" y="318262"/>
                      </a:lnTo>
                      <a:lnTo>
                        <a:pt x="162052" y="323977"/>
                      </a:lnTo>
                      <a:lnTo>
                        <a:pt x="205105" y="318262"/>
                      </a:lnTo>
                      <a:lnTo>
                        <a:pt x="243840" y="301879"/>
                      </a:lnTo>
                      <a:lnTo>
                        <a:pt x="276606" y="276606"/>
                      </a:lnTo>
                      <a:lnTo>
                        <a:pt x="301879" y="243840"/>
                      </a:lnTo>
                      <a:lnTo>
                        <a:pt x="318262" y="205105"/>
                      </a:lnTo>
                      <a:lnTo>
                        <a:pt x="323977" y="162052"/>
                      </a:lnTo>
                      <a:lnTo>
                        <a:pt x="318262" y="118999"/>
                      </a:lnTo>
                      <a:lnTo>
                        <a:pt x="301879" y="80264"/>
                      </a:lnTo>
                      <a:lnTo>
                        <a:pt x="276606" y="47498"/>
                      </a:lnTo>
                      <a:lnTo>
                        <a:pt x="243840" y="22098"/>
                      </a:lnTo>
                      <a:lnTo>
                        <a:pt x="205105" y="5842"/>
                      </a:lnTo>
                      <a:lnTo>
                        <a:pt x="162052" y="0"/>
                      </a:lnTo>
                      <a:close/>
                    </a:path>
                  </a:pathLst>
                </a:custGeom>
                <a:solidFill>
                  <a:srgbClr val="FAD2D3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" name="object 5"/>
                <p:cNvSpPr/>
                <p:nvPr/>
              </p:nvSpPr>
              <p:spPr>
                <a:xfrm>
                  <a:off x="1706245" y="1481073"/>
                  <a:ext cx="324485" cy="324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485" h="324485">
                      <a:moveTo>
                        <a:pt x="323977" y="162052"/>
                      </a:moveTo>
                      <a:lnTo>
                        <a:pt x="318262" y="118999"/>
                      </a:lnTo>
                      <a:lnTo>
                        <a:pt x="301879" y="80264"/>
                      </a:lnTo>
                      <a:lnTo>
                        <a:pt x="276606" y="47498"/>
                      </a:lnTo>
                      <a:lnTo>
                        <a:pt x="243840" y="22098"/>
                      </a:lnTo>
                      <a:lnTo>
                        <a:pt x="205105" y="5842"/>
                      </a:lnTo>
                      <a:lnTo>
                        <a:pt x="162052" y="0"/>
                      </a:lnTo>
                      <a:lnTo>
                        <a:pt x="118999" y="5842"/>
                      </a:lnTo>
                      <a:lnTo>
                        <a:pt x="80263" y="22098"/>
                      </a:lnTo>
                      <a:lnTo>
                        <a:pt x="47498" y="47498"/>
                      </a:lnTo>
                      <a:lnTo>
                        <a:pt x="22098" y="80264"/>
                      </a:lnTo>
                      <a:lnTo>
                        <a:pt x="5842" y="118999"/>
                      </a:lnTo>
                      <a:lnTo>
                        <a:pt x="0" y="162052"/>
                      </a:lnTo>
                      <a:lnTo>
                        <a:pt x="5842" y="205105"/>
                      </a:lnTo>
                      <a:lnTo>
                        <a:pt x="22098" y="243840"/>
                      </a:lnTo>
                      <a:lnTo>
                        <a:pt x="47498" y="276606"/>
                      </a:lnTo>
                      <a:lnTo>
                        <a:pt x="80263" y="301879"/>
                      </a:lnTo>
                      <a:lnTo>
                        <a:pt x="118999" y="318262"/>
                      </a:lnTo>
                      <a:lnTo>
                        <a:pt x="162052" y="323977"/>
                      </a:lnTo>
                      <a:lnTo>
                        <a:pt x="205105" y="318262"/>
                      </a:lnTo>
                      <a:lnTo>
                        <a:pt x="243840" y="301879"/>
                      </a:lnTo>
                      <a:lnTo>
                        <a:pt x="276606" y="276606"/>
                      </a:lnTo>
                      <a:lnTo>
                        <a:pt x="301879" y="243840"/>
                      </a:lnTo>
                      <a:lnTo>
                        <a:pt x="318262" y="205105"/>
                      </a:lnTo>
                      <a:lnTo>
                        <a:pt x="323977" y="162052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6" name="object 6"/>
              <p:cNvSpPr txBox="1"/>
              <p:nvPr/>
            </p:nvSpPr>
            <p:spPr>
              <a:xfrm>
                <a:off x="1796288" y="1541144"/>
                <a:ext cx="92710" cy="17018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950" i="1" spc="-50" dirty="0">
                    <a:latin typeface="Arial"/>
                    <a:cs typeface="Arial"/>
                  </a:rPr>
                  <a:t>h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" name="object 7"/>
              <p:cNvSpPr txBox="1"/>
              <p:nvPr/>
            </p:nvSpPr>
            <p:spPr>
              <a:xfrm>
                <a:off x="1863344" y="1608200"/>
                <a:ext cx="70485" cy="1244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650" spc="-50" dirty="0">
                    <a:latin typeface="Tahoma"/>
                    <a:cs typeface="Tahoma"/>
                  </a:rPr>
                  <a:t>1</a:t>
                </a:r>
                <a:endParaRPr sz="650">
                  <a:latin typeface="Tahoma"/>
                  <a:cs typeface="Tahoma"/>
                </a:endParaRPr>
              </a:p>
            </p:txBody>
          </p:sp>
          <p:grpSp>
            <p:nvGrpSpPr>
              <p:cNvPr id="8" name="object 8"/>
              <p:cNvGrpSpPr/>
              <p:nvPr/>
            </p:nvGrpSpPr>
            <p:grpSpPr>
              <a:xfrm>
                <a:off x="1731835" y="858583"/>
                <a:ext cx="273050" cy="1567180"/>
                <a:chOff x="1731835" y="858583"/>
                <a:chExt cx="273050" cy="1567180"/>
              </a:xfrm>
            </p:grpSpPr>
            <p:sp>
              <p:nvSpPr>
                <p:cNvPr id="9" name="object 9"/>
                <p:cNvSpPr/>
                <p:nvPr/>
              </p:nvSpPr>
              <p:spPr>
                <a:xfrm>
                  <a:off x="1738630" y="2161489"/>
                  <a:ext cx="259715" cy="259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714" h="259714">
                      <a:moveTo>
                        <a:pt x="129667" y="0"/>
                      </a:moveTo>
                      <a:lnTo>
                        <a:pt x="79247" y="10185"/>
                      </a:lnTo>
                      <a:lnTo>
                        <a:pt x="37972" y="37960"/>
                      </a:lnTo>
                      <a:lnTo>
                        <a:pt x="10287" y="79159"/>
                      </a:lnTo>
                      <a:lnTo>
                        <a:pt x="0" y="129603"/>
                      </a:lnTo>
                      <a:lnTo>
                        <a:pt x="10287" y="180047"/>
                      </a:lnTo>
                      <a:lnTo>
                        <a:pt x="37972" y="221246"/>
                      </a:lnTo>
                      <a:lnTo>
                        <a:pt x="79247" y="249021"/>
                      </a:lnTo>
                      <a:lnTo>
                        <a:pt x="129667" y="259206"/>
                      </a:lnTo>
                      <a:lnTo>
                        <a:pt x="180086" y="249021"/>
                      </a:lnTo>
                      <a:lnTo>
                        <a:pt x="221233" y="221246"/>
                      </a:lnTo>
                      <a:lnTo>
                        <a:pt x="249046" y="180047"/>
                      </a:lnTo>
                      <a:lnTo>
                        <a:pt x="259206" y="129603"/>
                      </a:lnTo>
                      <a:lnTo>
                        <a:pt x="249046" y="79159"/>
                      </a:lnTo>
                      <a:lnTo>
                        <a:pt x="221233" y="37960"/>
                      </a:lnTo>
                      <a:lnTo>
                        <a:pt x="180086" y="10185"/>
                      </a:lnTo>
                      <a:lnTo>
                        <a:pt x="129667" y="0"/>
                      </a:lnTo>
                      <a:close/>
                    </a:path>
                  </a:pathLst>
                </a:custGeom>
                <a:solidFill>
                  <a:srgbClr val="D1D0E2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0" name="object 10"/>
                <p:cNvSpPr/>
                <p:nvPr/>
              </p:nvSpPr>
              <p:spPr>
                <a:xfrm>
                  <a:off x="1738630" y="2161489"/>
                  <a:ext cx="259715" cy="259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714" h="259714">
                      <a:moveTo>
                        <a:pt x="259206" y="129603"/>
                      </a:moveTo>
                      <a:lnTo>
                        <a:pt x="249046" y="79159"/>
                      </a:lnTo>
                      <a:lnTo>
                        <a:pt x="221233" y="37960"/>
                      </a:lnTo>
                      <a:lnTo>
                        <a:pt x="180086" y="10185"/>
                      </a:lnTo>
                      <a:lnTo>
                        <a:pt x="129667" y="0"/>
                      </a:lnTo>
                      <a:lnTo>
                        <a:pt x="79247" y="10185"/>
                      </a:lnTo>
                      <a:lnTo>
                        <a:pt x="37972" y="37960"/>
                      </a:lnTo>
                      <a:lnTo>
                        <a:pt x="10287" y="79159"/>
                      </a:lnTo>
                      <a:lnTo>
                        <a:pt x="0" y="129603"/>
                      </a:lnTo>
                      <a:lnTo>
                        <a:pt x="10287" y="180047"/>
                      </a:lnTo>
                      <a:lnTo>
                        <a:pt x="37972" y="221246"/>
                      </a:lnTo>
                      <a:lnTo>
                        <a:pt x="79247" y="249021"/>
                      </a:lnTo>
                      <a:lnTo>
                        <a:pt x="129667" y="259206"/>
                      </a:lnTo>
                      <a:lnTo>
                        <a:pt x="180086" y="249021"/>
                      </a:lnTo>
                      <a:lnTo>
                        <a:pt x="221233" y="221246"/>
                      </a:lnTo>
                      <a:lnTo>
                        <a:pt x="249046" y="180047"/>
                      </a:lnTo>
                      <a:lnTo>
                        <a:pt x="259206" y="129603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1" name="object 11"/>
                <p:cNvSpPr/>
                <p:nvPr/>
              </p:nvSpPr>
              <p:spPr>
                <a:xfrm>
                  <a:off x="1736598" y="863345"/>
                  <a:ext cx="263525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25" h="263525">
                      <a:moveTo>
                        <a:pt x="131699" y="0"/>
                      </a:moveTo>
                      <a:lnTo>
                        <a:pt x="90043" y="6731"/>
                      </a:lnTo>
                      <a:lnTo>
                        <a:pt x="53975" y="25526"/>
                      </a:lnTo>
                      <a:lnTo>
                        <a:pt x="25400" y="53975"/>
                      </a:lnTo>
                      <a:lnTo>
                        <a:pt x="6731" y="90169"/>
                      </a:lnTo>
                      <a:lnTo>
                        <a:pt x="0" y="131699"/>
                      </a:lnTo>
                      <a:lnTo>
                        <a:pt x="6731" y="173355"/>
                      </a:lnTo>
                      <a:lnTo>
                        <a:pt x="25400" y="209550"/>
                      </a:lnTo>
                      <a:lnTo>
                        <a:pt x="53975" y="237998"/>
                      </a:lnTo>
                      <a:lnTo>
                        <a:pt x="90043" y="256667"/>
                      </a:lnTo>
                      <a:lnTo>
                        <a:pt x="131699" y="263398"/>
                      </a:lnTo>
                      <a:lnTo>
                        <a:pt x="173354" y="256667"/>
                      </a:lnTo>
                      <a:lnTo>
                        <a:pt x="209422" y="237998"/>
                      </a:lnTo>
                      <a:lnTo>
                        <a:pt x="237997" y="209550"/>
                      </a:lnTo>
                      <a:lnTo>
                        <a:pt x="256666" y="173355"/>
                      </a:lnTo>
                      <a:lnTo>
                        <a:pt x="263397" y="131699"/>
                      </a:lnTo>
                      <a:lnTo>
                        <a:pt x="256666" y="90169"/>
                      </a:lnTo>
                      <a:lnTo>
                        <a:pt x="237997" y="53975"/>
                      </a:lnTo>
                      <a:lnTo>
                        <a:pt x="209422" y="25526"/>
                      </a:lnTo>
                      <a:lnTo>
                        <a:pt x="173354" y="6731"/>
                      </a:lnTo>
                      <a:lnTo>
                        <a:pt x="131699" y="0"/>
                      </a:lnTo>
                      <a:close/>
                    </a:path>
                  </a:pathLst>
                </a:custGeom>
                <a:solidFill>
                  <a:srgbClr val="D2E7D2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2" name="object 12"/>
                <p:cNvSpPr/>
                <p:nvPr/>
              </p:nvSpPr>
              <p:spPr>
                <a:xfrm>
                  <a:off x="1736598" y="863345"/>
                  <a:ext cx="263525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25" h="263525">
                      <a:moveTo>
                        <a:pt x="263397" y="131699"/>
                      </a:moveTo>
                      <a:lnTo>
                        <a:pt x="256666" y="90169"/>
                      </a:lnTo>
                      <a:lnTo>
                        <a:pt x="237997" y="53975"/>
                      </a:lnTo>
                      <a:lnTo>
                        <a:pt x="209422" y="25526"/>
                      </a:lnTo>
                      <a:lnTo>
                        <a:pt x="173354" y="6731"/>
                      </a:lnTo>
                      <a:lnTo>
                        <a:pt x="131699" y="0"/>
                      </a:lnTo>
                      <a:lnTo>
                        <a:pt x="90043" y="6731"/>
                      </a:lnTo>
                      <a:lnTo>
                        <a:pt x="53975" y="25526"/>
                      </a:lnTo>
                      <a:lnTo>
                        <a:pt x="25400" y="53975"/>
                      </a:lnTo>
                      <a:lnTo>
                        <a:pt x="6731" y="90169"/>
                      </a:lnTo>
                      <a:lnTo>
                        <a:pt x="0" y="131699"/>
                      </a:lnTo>
                      <a:lnTo>
                        <a:pt x="6731" y="173355"/>
                      </a:lnTo>
                      <a:lnTo>
                        <a:pt x="25400" y="209550"/>
                      </a:lnTo>
                      <a:lnTo>
                        <a:pt x="53975" y="237998"/>
                      </a:lnTo>
                      <a:lnTo>
                        <a:pt x="90043" y="256667"/>
                      </a:lnTo>
                      <a:lnTo>
                        <a:pt x="131699" y="263398"/>
                      </a:lnTo>
                      <a:lnTo>
                        <a:pt x="173354" y="256667"/>
                      </a:lnTo>
                      <a:lnTo>
                        <a:pt x="209422" y="237998"/>
                      </a:lnTo>
                      <a:lnTo>
                        <a:pt x="237997" y="209550"/>
                      </a:lnTo>
                      <a:lnTo>
                        <a:pt x="256666" y="173355"/>
                      </a:lnTo>
                      <a:lnTo>
                        <a:pt x="263397" y="131699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3" name="object 13"/>
                <p:cNvSpPr/>
                <p:nvPr/>
              </p:nvSpPr>
              <p:spPr>
                <a:xfrm>
                  <a:off x="1828800" y="1812416"/>
                  <a:ext cx="79375" cy="347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347344">
                      <a:moveTo>
                        <a:pt x="39497" y="346798"/>
                      </a:moveTo>
                      <a:lnTo>
                        <a:pt x="39497" y="5079"/>
                      </a:lnTo>
                    </a:path>
                    <a:path w="79375" h="347344">
                      <a:moveTo>
                        <a:pt x="0" y="32384"/>
                      </a:moveTo>
                      <a:lnTo>
                        <a:pt x="15493" y="26669"/>
                      </a:lnTo>
                      <a:lnTo>
                        <a:pt x="26924" y="18922"/>
                      </a:lnTo>
                      <a:lnTo>
                        <a:pt x="34670" y="9905"/>
                      </a:lnTo>
                      <a:lnTo>
                        <a:pt x="39497" y="0"/>
                      </a:lnTo>
                      <a:lnTo>
                        <a:pt x="44323" y="9905"/>
                      </a:lnTo>
                      <a:lnTo>
                        <a:pt x="52069" y="18922"/>
                      </a:lnTo>
                      <a:lnTo>
                        <a:pt x="63500" y="26669"/>
                      </a:lnTo>
                      <a:lnTo>
                        <a:pt x="78993" y="32384"/>
                      </a:lnTo>
                    </a:path>
                  </a:pathLst>
                </a:custGeom>
                <a:ln w="10100">
                  <a:solidFill>
                    <a:srgbClr val="1B1371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4" name="object 14"/>
              <p:cNvSpPr txBox="1"/>
              <p:nvPr/>
            </p:nvSpPr>
            <p:spPr>
              <a:xfrm>
                <a:off x="1231608" y="1928266"/>
                <a:ext cx="599352" cy="13657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800" dirty="0">
                    <a:solidFill>
                      <a:srgbClr val="1B1371"/>
                    </a:solidFill>
                    <a:latin typeface="Tahoma"/>
                    <a:cs typeface="Tahoma"/>
                  </a:rPr>
                  <a:t>same</a:t>
                </a:r>
                <a:r>
                  <a:rPr sz="800" spc="-10" dirty="0">
                    <a:solidFill>
                      <a:srgbClr val="1B1371"/>
                    </a:solidFill>
                    <a:latin typeface="Tahoma"/>
                    <a:cs typeface="Tahoma"/>
                  </a:rPr>
                  <a:t> </a:t>
                </a:r>
                <a:r>
                  <a:rPr sz="800" i="1" spc="-25" dirty="0">
                    <a:solidFill>
                      <a:srgbClr val="1B1371"/>
                    </a:solidFill>
                    <a:latin typeface="Arial"/>
                    <a:cs typeface="Arial"/>
                  </a:rPr>
                  <a:t>W</a:t>
                </a:r>
                <a:r>
                  <a:rPr sz="800" i="1" spc="-37" baseline="-20833" dirty="0">
                    <a:solidFill>
                      <a:srgbClr val="1B1371"/>
                    </a:solidFill>
                    <a:latin typeface="Arial"/>
                    <a:cs typeface="Arial"/>
                  </a:rPr>
                  <a:t>hx</a:t>
                </a:r>
                <a:endParaRPr sz="800" baseline="-20833" dirty="0">
                  <a:latin typeface="Arial"/>
                  <a:cs typeface="Arial"/>
                </a:endParaRPr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1828800" y="1134109"/>
                <a:ext cx="79375" cy="34480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344805">
                    <a:moveTo>
                      <a:pt x="39497" y="344678"/>
                    </a:moveTo>
                    <a:lnTo>
                      <a:pt x="39497" y="5080"/>
                    </a:lnTo>
                  </a:path>
                  <a:path w="79375" h="344805">
                    <a:moveTo>
                      <a:pt x="0" y="32385"/>
                    </a:moveTo>
                    <a:lnTo>
                      <a:pt x="15493" y="26669"/>
                    </a:lnTo>
                    <a:lnTo>
                      <a:pt x="26924" y="18923"/>
                    </a:lnTo>
                    <a:lnTo>
                      <a:pt x="34670" y="9779"/>
                    </a:lnTo>
                    <a:lnTo>
                      <a:pt x="39497" y="0"/>
                    </a:lnTo>
                    <a:lnTo>
                      <a:pt x="44323" y="9779"/>
                    </a:lnTo>
                    <a:lnTo>
                      <a:pt x="52069" y="18923"/>
                    </a:lnTo>
                    <a:lnTo>
                      <a:pt x="63500" y="26669"/>
                    </a:lnTo>
                    <a:lnTo>
                      <a:pt x="78993" y="32385"/>
                    </a:lnTo>
                  </a:path>
                </a:pathLst>
              </a:custGeom>
              <a:ln w="10100">
                <a:solidFill>
                  <a:srgbClr val="208A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6"/>
              <p:cNvSpPr txBox="1"/>
              <p:nvPr/>
            </p:nvSpPr>
            <p:spPr>
              <a:xfrm>
                <a:off x="1229869" y="1248282"/>
                <a:ext cx="603884" cy="13657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800" dirty="0">
                    <a:solidFill>
                      <a:srgbClr val="208A20"/>
                    </a:solidFill>
                    <a:latin typeface="Tahoma"/>
                    <a:cs typeface="Tahoma"/>
                  </a:rPr>
                  <a:t>same</a:t>
                </a:r>
                <a:r>
                  <a:rPr sz="800" spc="-10" dirty="0">
                    <a:solidFill>
                      <a:srgbClr val="208A20"/>
                    </a:solidFill>
                    <a:latin typeface="Tahoma"/>
                    <a:cs typeface="Tahoma"/>
                  </a:rPr>
                  <a:t> </a:t>
                </a:r>
                <a:r>
                  <a:rPr sz="800" i="1" spc="-25" dirty="0">
                    <a:solidFill>
                      <a:srgbClr val="208A20"/>
                    </a:solidFill>
                    <a:latin typeface="Arial"/>
                    <a:cs typeface="Arial"/>
                  </a:rPr>
                  <a:t>W</a:t>
                </a:r>
                <a:r>
                  <a:rPr sz="800" i="1" spc="-37" baseline="-20833" dirty="0">
                    <a:solidFill>
                      <a:srgbClr val="208A20"/>
                    </a:solidFill>
                    <a:latin typeface="Arial"/>
                    <a:cs typeface="Arial"/>
                  </a:rPr>
                  <a:t>ho</a:t>
                </a:r>
                <a:endParaRPr sz="800" baseline="-20833" dirty="0">
                  <a:latin typeface="Arial"/>
                  <a:cs typeface="Arial"/>
                </a:endParaRPr>
              </a:p>
            </p:txBody>
          </p:sp>
          <p:grpSp>
            <p:nvGrpSpPr>
              <p:cNvPr id="17" name="object 17"/>
              <p:cNvGrpSpPr/>
              <p:nvPr/>
            </p:nvGrpSpPr>
            <p:grpSpPr>
              <a:xfrm>
                <a:off x="2349563" y="1476311"/>
                <a:ext cx="334010" cy="334010"/>
                <a:chOff x="2349563" y="1476311"/>
                <a:chExt cx="334010" cy="334010"/>
              </a:xfrm>
            </p:grpSpPr>
            <p:sp>
              <p:nvSpPr>
                <p:cNvPr id="18" name="object 18"/>
                <p:cNvSpPr/>
                <p:nvPr/>
              </p:nvSpPr>
              <p:spPr>
                <a:xfrm>
                  <a:off x="2354326" y="1481073"/>
                  <a:ext cx="324485" cy="324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485" h="324485">
                      <a:moveTo>
                        <a:pt x="161925" y="0"/>
                      </a:moveTo>
                      <a:lnTo>
                        <a:pt x="118872" y="5842"/>
                      </a:lnTo>
                      <a:lnTo>
                        <a:pt x="80137" y="22098"/>
                      </a:lnTo>
                      <a:lnTo>
                        <a:pt x="47371" y="47498"/>
                      </a:lnTo>
                      <a:lnTo>
                        <a:pt x="22098" y="80264"/>
                      </a:lnTo>
                      <a:lnTo>
                        <a:pt x="5715" y="118999"/>
                      </a:lnTo>
                      <a:lnTo>
                        <a:pt x="0" y="162052"/>
                      </a:lnTo>
                      <a:lnTo>
                        <a:pt x="5715" y="205105"/>
                      </a:lnTo>
                      <a:lnTo>
                        <a:pt x="22098" y="243840"/>
                      </a:lnTo>
                      <a:lnTo>
                        <a:pt x="47371" y="276606"/>
                      </a:lnTo>
                      <a:lnTo>
                        <a:pt x="80137" y="301879"/>
                      </a:lnTo>
                      <a:lnTo>
                        <a:pt x="118872" y="318262"/>
                      </a:lnTo>
                      <a:lnTo>
                        <a:pt x="161925" y="323977"/>
                      </a:lnTo>
                      <a:lnTo>
                        <a:pt x="204978" y="318262"/>
                      </a:lnTo>
                      <a:lnTo>
                        <a:pt x="243712" y="301879"/>
                      </a:lnTo>
                      <a:lnTo>
                        <a:pt x="276479" y="276606"/>
                      </a:lnTo>
                      <a:lnTo>
                        <a:pt x="301879" y="243840"/>
                      </a:lnTo>
                      <a:lnTo>
                        <a:pt x="318135" y="205105"/>
                      </a:lnTo>
                      <a:lnTo>
                        <a:pt x="323976" y="162052"/>
                      </a:lnTo>
                      <a:lnTo>
                        <a:pt x="318135" y="118999"/>
                      </a:lnTo>
                      <a:lnTo>
                        <a:pt x="301879" y="80264"/>
                      </a:lnTo>
                      <a:lnTo>
                        <a:pt x="276479" y="47498"/>
                      </a:lnTo>
                      <a:lnTo>
                        <a:pt x="243712" y="22098"/>
                      </a:lnTo>
                      <a:lnTo>
                        <a:pt x="204978" y="5842"/>
                      </a:lnTo>
                      <a:lnTo>
                        <a:pt x="161925" y="0"/>
                      </a:lnTo>
                      <a:close/>
                    </a:path>
                  </a:pathLst>
                </a:custGeom>
                <a:solidFill>
                  <a:srgbClr val="FAD2D3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" name="object 19"/>
                <p:cNvSpPr/>
                <p:nvPr/>
              </p:nvSpPr>
              <p:spPr>
                <a:xfrm>
                  <a:off x="2354326" y="1481073"/>
                  <a:ext cx="324485" cy="324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485" h="324485">
                      <a:moveTo>
                        <a:pt x="323976" y="162052"/>
                      </a:moveTo>
                      <a:lnTo>
                        <a:pt x="318135" y="118999"/>
                      </a:lnTo>
                      <a:lnTo>
                        <a:pt x="301879" y="80264"/>
                      </a:lnTo>
                      <a:lnTo>
                        <a:pt x="276479" y="47498"/>
                      </a:lnTo>
                      <a:lnTo>
                        <a:pt x="243712" y="22098"/>
                      </a:lnTo>
                      <a:lnTo>
                        <a:pt x="204978" y="5842"/>
                      </a:lnTo>
                      <a:lnTo>
                        <a:pt x="161925" y="0"/>
                      </a:lnTo>
                      <a:lnTo>
                        <a:pt x="118872" y="5842"/>
                      </a:lnTo>
                      <a:lnTo>
                        <a:pt x="80137" y="22098"/>
                      </a:lnTo>
                      <a:lnTo>
                        <a:pt x="47371" y="47498"/>
                      </a:lnTo>
                      <a:lnTo>
                        <a:pt x="22098" y="80264"/>
                      </a:lnTo>
                      <a:lnTo>
                        <a:pt x="5715" y="118999"/>
                      </a:lnTo>
                      <a:lnTo>
                        <a:pt x="0" y="162052"/>
                      </a:lnTo>
                      <a:lnTo>
                        <a:pt x="5715" y="205105"/>
                      </a:lnTo>
                      <a:lnTo>
                        <a:pt x="22098" y="243840"/>
                      </a:lnTo>
                      <a:lnTo>
                        <a:pt x="47371" y="276606"/>
                      </a:lnTo>
                      <a:lnTo>
                        <a:pt x="80137" y="301879"/>
                      </a:lnTo>
                      <a:lnTo>
                        <a:pt x="118872" y="318262"/>
                      </a:lnTo>
                      <a:lnTo>
                        <a:pt x="161925" y="323977"/>
                      </a:lnTo>
                      <a:lnTo>
                        <a:pt x="204978" y="318262"/>
                      </a:lnTo>
                      <a:lnTo>
                        <a:pt x="243712" y="301879"/>
                      </a:lnTo>
                      <a:lnTo>
                        <a:pt x="276479" y="276606"/>
                      </a:lnTo>
                      <a:lnTo>
                        <a:pt x="301879" y="243840"/>
                      </a:lnTo>
                      <a:lnTo>
                        <a:pt x="318135" y="205105"/>
                      </a:lnTo>
                      <a:lnTo>
                        <a:pt x="323976" y="162052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20" name="object 20"/>
              <p:cNvSpPr txBox="1"/>
              <p:nvPr/>
            </p:nvSpPr>
            <p:spPr>
              <a:xfrm>
                <a:off x="2444242" y="1541144"/>
                <a:ext cx="92710" cy="17018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950" i="1" spc="-50" dirty="0">
                    <a:latin typeface="Arial"/>
                    <a:cs typeface="Arial"/>
                  </a:rPr>
                  <a:t>h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1" name="object 21"/>
              <p:cNvSpPr txBox="1"/>
              <p:nvPr/>
            </p:nvSpPr>
            <p:spPr>
              <a:xfrm>
                <a:off x="2511298" y="1608200"/>
                <a:ext cx="70485" cy="1244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650" spc="-50" dirty="0">
                    <a:latin typeface="Tahoma"/>
                    <a:cs typeface="Tahoma"/>
                  </a:rPr>
                  <a:t>2</a:t>
                </a:r>
                <a:endParaRPr sz="650">
                  <a:latin typeface="Tahoma"/>
                  <a:cs typeface="Tahoma"/>
                </a:endParaRPr>
              </a:p>
            </p:txBody>
          </p:sp>
          <p:grpSp>
            <p:nvGrpSpPr>
              <p:cNvPr id="22" name="object 22"/>
              <p:cNvGrpSpPr/>
              <p:nvPr/>
            </p:nvGrpSpPr>
            <p:grpSpPr>
              <a:xfrm>
                <a:off x="2379789" y="858583"/>
                <a:ext cx="273050" cy="1567180"/>
                <a:chOff x="2379789" y="858583"/>
                <a:chExt cx="273050" cy="1567180"/>
              </a:xfrm>
            </p:grpSpPr>
            <p:sp>
              <p:nvSpPr>
                <p:cNvPr id="23" name="object 23"/>
                <p:cNvSpPr/>
                <p:nvPr/>
              </p:nvSpPr>
              <p:spPr>
                <a:xfrm>
                  <a:off x="2386710" y="2161489"/>
                  <a:ext cx="259715" cy="259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714" h="259714">
                      <a:moveTo>
                        <a:pt x="129539" y="0"/>
                      </a:moveTo>
                      <a:lnTo>
                        <a:pt x="79120" y="10185"/>
                      </a:lnTo>
                      <a:lnTo>
                        <a:pt x="37972" y="37960"/>
                      </a:lnTo>
                      <a:lnTo>
                        <a:pt x="10159" y="79159"/>
                      </a:lnTo>
                      <a:lnTo>
                        <a:pt x="0" y="129603"/>
                      </a:lnTo>
                      <a:lnTo>
                        <a:pt x="10159" y="180047"/>
                      </a:lnTo>
                      <a:lnTo>
                        <a:pt x="37972" y="221246"/>
                      </a:lnTo>
                      <a:lnTo>
                        <a:pt x="79120" y="249021"/>
                      </a:lnTo>
                      <a:lnTo>
                        <a:pt x="129539" y="259206"/>
                      </a:lnTo>
                      <a:lnTo>
                        <a:pt x="180086" y="249021"/>
                      </a:lnTo>
                      <a:lnTo>
                        <a:pt x="221233" y="221246"/>
                      </a:lnTo>
                      <a:lnTo>
                        <a:pt x="249046" y="180047"/>
                      </a:lnTo>
                      <a:lnTo>
                        <a:pt x="259206" y="129603"/>
                      </a:lnTo>
                      <a:lnTo>
                        <a:pt x="249046" y="79159"/>
                      </a:lnTo>
                      <a:lnTo>
                        <a:pt x="221233" y="37960"/>
                      </a:lnTo>
                      <a:lnTo>
                        <a:pt x="180086" y="10185"/>
                      </a:lnTo>
                      <a:lnTo>
                        <a:pt x="129539" y="0"/>
                      </a:lnTo>
                      <a:close/>
                    </a:path>
                  </a:pathLst>
                </a:custGeom>
                <a:solidFill>
                  <a:srgbClr val="D1D0E2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4" name="object 24"/>
                <p:cNvSpPr/>
                <p:nvPr/>
              </p:nvSpPr>
              <p:spPr>
                <a:xfrm>
                  <a:off x="2386710" y="2161489"/>
                  <a:ext cx="259715" cy="259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714" h="259714">
                      <a:moveTo>
                        <a:pt x="259206" y="129603"/>
                      </a:moveTo>
                      <a:lnTo>
                        <a:pt x="249046" y="79159"/>
                      </a:lnTo>
                      <a:lnTo>
                        <a:pt x="221233" y="37960"/>
                      </a:lnTo>
                      <a:lnTo>
                        <a:pt x="180086" y="10185"/>
                      </a:lnTo>
                      <a:lnTo>
                        <a:pt x="129539" y="0"/>
                      </a:lnTo>
                      <a:lnTo>
                        <a:pt x="79120" y="10185"/>
                      </a:lnTo>
                      <a:lnTo>
                        <a:pt x="37972" y="37960"/>
                      </a:lnTo>
                      <a:lnTo>
                        <a:pt x="10159" y="79159"/>
                      </a:lnTo>
                      <a:lnTo>
                        <a:pt x="0" y="129603"/>
                      </a:lnTo>
                      <a:lnTo>
                        <a:pt x="10159" y="180047"/>
                      </a:lnTo>
                      <a:lnTo>
                        <a:pt x="37972" y="221246"/>
                      </a:lnTo>
                      <a:lnTo>
                        <a:pt x="79120" y="249021"/>
                      </a:lnTo>
                      <a:lnTo>
                        <a:pt x="129539" y="259206"/>
                      </a:lnTo>
                      <a:lnTo>
                        <a:pt x="180086" y="249021"/>
                      </a:lnTo>
                      <a:lnTo>
                        <a:pt x="221233" y="221246"/>
                      </a:lnTo>
                      <a:lnTo>
                        <a:pt x="249046" y="180047"/>
                      </a:lnTo>
                      <a:lnTo>
                        <a:pt x="259206" y="129603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5" name="object 25"/>
                <p:cNvSpPr/>
                <p:nvPr/>
              </p:nvSpPr>
              <p:spPr>
                <a:xfrm>
                  <a:off x="2384551" y="863345"/>
                  <a:ext cx="263525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25" h="263525">
                      <a:moveTo>
                        <a:pt x="131699" y="0"/>
                      </a:moveTo>
                      <a:lnTo>
                        <a:pt x="90170" y="6731"/>
                      </a:lnTo>
                      <a:lnTo>
                        <a:pt x="53975" y="25526"/>
                      </a:lnTo>
                      <a:lnTo>
                        <a:pt x="25400" y="53975"/>
                      </a:lnTo>
                      <a:lnTo>
                        <a:pt x="6731" y="90169"/>
                      </a:lnTo>
                      <a:lnTo>
                        <a:pt x="0" y="131699"/>
                      </a:lnTo>
                      <a:lnTo>
                        <a:pt x="6731" y="173355"/>
                      </a:lnTo>
                      <a:lnTo>
                        <a:pt x="25400" y="209550"/>
                      </a:lnTo>
                      <a:lnTo>
                        <a:pt x="53975" y="237998"/>
                      </a:lnTo>
                      <a:lnTo>
                        <a:pt x="90170" y="256667"/>
                      </a:lnTo>
                      <a:lnTo>
                        <a:pt x="131699" y="263398"/>
                      </a:lnTo>
                      <a:lnTo>
                        <a:pt x="173355" y="256667"/>
                      </a:lnTo>
                      <a:lnTo>
                        <a:pt x="209550" y="237998"/>
                      </a:lnTo>
                      <a:lnTo>
                        <a:pt x="237998" y="209550"/>
                      </a:lnTo>
                      <a:lnTo>
                        <a:pt x="256667" y="173355"/>
                      </a:lnTo>
                      <a:lnTo>
                        <a:pt x="263398" y="131699"/>
                      </a:lnTo>
                      <a:lnTo>
                        <a:pt x="256667" y="90169"/>
                      </a:lnTo>
                      <a:lnTo>
                        <a:pt x="237998" y="53975"/>
                      </a:lnTo>
                      <a:lnTo>
                        <a:pt x="209550" y="25526"/>
                      </a:lnTo>
                      <a:lnTo>
                        <a:pt x="173355" y="6731"/>
                      </a:lnTo>
                      <a:lnTo>
                        <a:pt x="131699" y="0"/>
                      </a:lnTo>
                      <a:close/>
                    </a:path>
                  </a:pathLst>
                </a:custGeom>
                <a:solidFill>
                  <a:srgbClr val="D2E7D2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6" name="object 26"/>
                <p:cNvSpPr/>
                <p:nvPr/>
              </p:nvSpPr>
              <p:spPr>
                <a:xfrm>
                  <a:off x="2384551" y="863345"/>
                  <a:ext cx="263525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25" h="263525">
                      <a:moveTo>
                        <a:pt x="263398" y="131699"/>
                      </a:moveTo>
                      <a:lnTo>
                        <a:pt x="256667" y="90169"/>
                      </a:lnTo>
                      <a:lnTo>
                        <a:pt x="237998" y="53975"/>
                      </a:lnTo>
                      <a:lnTo>
                        <a:pt x="209550" y="25526"/>
                      </a:lnTo>
                      <a:lnTo>
                        <a:pt x="173355" y="6731"/>
                      </a:lnTo>
                      <a:lnTo>
                        <a:pt x="131699" y="0"/>
                      </a:lnTo>
                      <a:lnTo>
                        <a:pt x="90170" y="6731"/>
                      </a:lnTo>
                      <a:lnTo>
                        <a:pt x="53975" y="25526"/>
                      </a:lnTo>
                      <a:lnTo>
                        <a:pt x="25400" y="53975"/>
                      </a:lnTo>
                      <a:lnTo>
                        <a:pt x="6731" y="90169"/>
                      </a:lnTo>
                      <a:lnTo>
                        <a:pt x="0" y="131699"/>
                      </a:lnTo>
                      <a:lnTo>
                        <a:pt x="6731" y="173355"/>
                      </a:lnTo>
                      <a:lnTo>
                        <a:pt x="25400" y="209550"/>
                      </a:lnTo>
                      <a:lnTo>
                        <a:pt x="53975" y="237998"/>
                      </a:lnTo>
                      <a:lnTo>
                        <a:pt x="90170" y="256667"/>
                      </a:lnTo>
                      <a:lnTo>
                        <a:pt x="131699" y="263398"/>
                      </a:lnTo>
                      <a:lnTo>
                        <a:pt x="173355" y="256667"/>
                      </a:lnTo>
                      <a:lnTo>
                        <a:pt x="209550" y="237998"/>
                      </a:lnTo>
                      <a:lnTo>
                        <a:pt x="237998" y="209550"/>
                      </a:lnTo>
                      <a:lnTo>
                        <a:pt x="256667" y="173355"/>
                      </a:lnTo>
                      <a:lnTo>
                        <a:pt x="263398" y="131699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7" name="object 27"/>
                <p:cNvSpPr/>
                <p:nvPr/>
              </p:nvSpPr>
              <p:spPr>
                <a:xfrm>
                  <a:off x="2476753" y="1812416"/>
                  <a:ext cx="79375" cy="347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347344">
                      <a:moveTo>
                        <a:pt x="39496" y="346798"/>
                      </a:moveTo>
                      <a:lnTo>
                        <a:pt x="39496" y="5079"/>
                      </a:lnTo>
                    </a:path>
                    <a:path w="79375" h="347344">
                      <a:moveTo>
                        <a:pt x="0" y="32384"/>
                      </a:moveTo>
                      <a:lnTo>
                        <a:pt x="15493" y="26669"/>
                      </a:lnTo>
                      <a:lnTo>
                        <a:pt x="26923" y="18922"/>
                      </a:lnTo>
                      <a:lnTo>
                        <a:pt x="34797" y="9905"/>
                      </a:lnTo>
                      <a:lnTo>
                        <a:pt x="39496" y="0"/>
                      </a:lnTo>
                      <a:lnTo>
                        <a:pt x="44322" y="9905"/>
                      </a:lnTo>
                      <a:lnTo>
                        <a:pt x="52069" y="18922"/>
                      </a:lnTo>
                      <a:lnTo>
                        <a:pt x="63500" y="26669"/>
                      </a:lnTo>
                      <a:lnTo>
                        <a:pt x="78993" y="32384"/>
                      </a:lnTo>
                    </a:path>
                  </a:pathLst>
                </a:custGeom>
                <a:ln w="10100">
                  <a:solidFill>
                    <a:srgbClr val="1B1371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28" name="object 28"/>
              <p:cNvSpPr txBox="1"/>
              <p:nvPr/>
            </p:nvSpPr>
            <p:spPr>
              <a:xfrm>
                <a:off x="1879562" y="1928266"/>
                <a:ext cx="599352" cy="13657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800" dirty="0">
                    <a:solidFill>
                      <a:srgbClr val="1B1371"/>
                    </a:solidFill>
                    <a:latin typeface="Tahoma"/>
                    <a:cs typeface="Tahoma"/>
                  </a:rPr>
                  <a:t>same</a:t>
                </a:r>
                <a:r>
                  <a:rPr sz="800" spc="-10" dirty="0">
                    <a:solidFill>
                      <a:srgbClr val="1B1371"/>
                    </a:solidFill>
                    <a:latin typeface="Tahoma"/>
                    <a:cs typeface="Tahoma"/>
                  </a:rPr>
                  <a:t> </a:t>
                </a:r>
                <a:r>
                  <a:rPr sz="800" i="1" spc="-25" dirty="0">
                    <a:solidFill>
                      <a:srgbClr val="1B1371"/>
                    </a:solidFill>
                    <a:latin typeface="Arial"/>
                    <a:cs typeface="Arial"/>
                  </a:rPr>
                  <a:t>W</a:t>
                </a:r>
                <a:r>
                  <a:rPr sz="800" i="1" spc="-37" baseline="-20833" dirty="0">
                    <a:solidFill>
                      <a:srgbClr val="1B1371"/>
                    </a:solidFill>
                    <a:latin typeface="Arial"/>
                    <a:cs typeface="Arial"/>
                  </a:rPr>
                  <a:t>hx</a:t>
                </a:r>
                <a:endParaRPr sz="800" baseline="-20833">
                  <a:latin typeface="Arial"/>
                  <a:cs typeface="Arial"/>
                </a:endParaRPr>
              </a:p>
            </p:txBody>
          </p:sp>
          <p:grpSp>
            <p:nvGrpSpPr>
              <p:cNvPr id="29" name="object 29"/>
              <p:cNvGrpSpPr/>
              <p:nvPr/>
            </p:nvGrpSpPr>
            <p:grpSpPr>
              <a:xfrm>
                <a:off x="2471673" y="1129029"/>
                <a:ext cx="859790" cy="681355"/>
                <a:chOff x="2471673" y="1129029"/>
                <a:chExt cx="859790" cy="681355"/>
              </a:xfrm>
            </p:grpSpPr>
            <p:sp>
              <p:nvSpPr>
                <p:cNvPr id="30" name="object 30"/>
                <p:cNvSpPr/>
                <p:nvPr/>
              </p:nvSpPr>
              <p:spPr>
                <a:xfrm>
                  <a:off x="2476753" y="1134109"/>
                  <a:ext cx="79375" cy="34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344805">
                      <a:moveTo>
                        <a:pt x="39496" y="344678"/>
                      </a:moveTo>
                      <a:lnTo>
                        <a:pt x="39496" y="5080"/>
                      </a:lnTo>
                    </a:path>
                    <a:path w="79375" h="344805">
                      <a:moveTo>
                        <a:pt x="0" y="32385"/>
                      </a:moveTo>
                      <a:lnTo>
                        <a:pt x="15493" y="26669"/>
                      </a:lnTo>
                      <a:lnTo>
                        <a:pt x="26923" y="18923"/>
                      </a:lnTo>
                      <a:lnTo>
                        <a:pt x="34797" y="9779"/>
                      </a:lnTo>
                      <a:lnTo>
                        <a:pt x="39496" y="0"/>
                      </a:lnTo>
                      <a:lnTo>
                        <a:pt x="44322" y="9779"/>
                      </a:lnTo>
                      <a:lnTo>
                        <a:pt x="52069" y="18923"/>
                      </a:lnTo>
                      <a:lnTo>
                        <a:pt x="63500" y="26669"/>
                      </a:lnTo>
                      <a:lnTo>
                        <a:pt x="78993" y="32385"/>
                      </a:lnTo>
                    </a:path>
                  </a:pathLst>
                </a:custGeom>
                <a:ln w="10100">
                  <a:solidFill>
                    <a:srgbClr val="208A2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1" name="object 31"/>
                <p:cNvSpPr/>
                <p:nvPr/>
              </p:nvSpPr>
              <p:spPr>
                <a:xfrm>
                  <a:off x="3002279" y="1481073"/>
                  <a:ext cx="324485" cy="324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485" h="324485">
                      <a:moveTo>
                        <a:pt x="162051" y="0"/>
                      </a:moveTo>
                      <a:lnTo>
                        <a:pt x="118999" y="5842"/>
                      </a:lnTo>
                      <a:lnTo>
                        <a:pt x="80263" y="22098"/>
                      </a:lnTo>
                      <a:lnTo>
                        <a:pt x="47497" y="47498"/>
                      </a:lnTo>
                      <a:lnTo>
                        <a:pt x="22097" y="80264"/>
                      </a:lnTo>
                      <a:lnTo>
                        <a:pt x="5842" y="118999"/>
                      </a:lnTo>
                      <a:lnTo>
                        <a:pt x="0" y="162052"/>
                      </a:lnTo>
                      <a:lnTo>
                        <a:pt x="5842" y="205105"/>
                      </a:lnTo>
                      <a:lnTo>
                        <a:pt x="22097" y="243840"/>
                      </a:lnTo>
                      <a:lnTo>
                        <a:pt x="47497" y="276606"/>
                      </a:lnTo>
                      <a:lnTo>
                        <a:pt x="80263" y="301879"/>
                      </a:lnTo>
                      <a:lnTo>
                        <a:pt x="118999" y="318262"/>
                      </a:lnTo>
                      <a:lnTo>
                        <a:pt x="162051" y="323977"/>
                      </a:lnTo>
                      <a:lnTo>
                        <a:pt x="205105" y="318262"/>
                      </a:lnTo>
                      <a:lnTo>
                        <a:pt x="243712" y="301879"/>
                      </a:lnTo>
                      <a:lnTo>
                        <a:pt x="276606" y="276606"/>
                      </a:lnTo>
                      <a:lnTo>
                        <a:pt x="301879" y="243840"/>
                      </a:lnTo>
                      <a:lnTo>
                        <a:pt x="318261" y="205105"/>
                      </a:lnTo>
                      <a:lnTo>
                        <a:pt x="323977" y="162052"/>
                      </a:lnTo>
                      <a:lnTo>
                        <a:pt x="318261" y="118999"/>
                      </a:lnTo>
                      <a:lnTo>
                        <a:pt x="301879" y="80264"/>
                      </a:lnTo>
                      <a:lnTo>
                        <a:pt x="276606" y="47498"/>
                      </a:lnTo>
                      <a:lnTo>
                        <a:pt x="243712" y="22098"/>
                      </a:lnTo>
                      <a:lnTo>
                        <a:pt x="205105" y="5842"/>
                      </a:lnTo>
                      <a:lnTo>
                        <a:pt x="162051" y="0"/>
                      </a:lnTo>
                      <a:close/>
                    </a:path>
                  </a:pathLst>
                </a:custGeom>
                <a:solidFill>
                  <a:srgbClr val="FAD2D3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2" name="object 32"/>
                <p:cNvSpPr/>
                <p:nvPr/>
              </p:nvSpPr>
              <p:spPr>
                <a:xfrm>
                  <a:off x="3002279" y="1481073"/>
                  <a:ext cx="324485" cy="324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485" h="324485">
                      <a:moveTo>
                        <a:pt x="323977" y="162052"/>
                      </a:moveTo>
                      <a:lnTo>
                        <a:pt x="318261" y="118999"/>
                      </a:lnTo>
                      <a:lnTo>
                        <a:pt x="301879" y="80264"/>
                      </a:lnTo>
                      <a:lnTo>
                        <a:pt x="276606" y="47498"/>
                      </a:lnTo>
                      <a:lnTo>
                        <a:pt x="243712" y="22098"/>
                      </a:lnTo>
                      <a:lnTo>
                        <a:pt x="205105" y="5842"/>
                      </a:lnTo>
                      <a:lnTo>
                        <a:pt x="162051" y="0"/>
                      </a:lnTo>
                      <a:lnTo>
                        <a:pt x="118999" y="5842"/>
                      </a:lnTo>
                      <a:lnTo>
                        <a:pt x="80263" y="22098"/>
                      </a:lnTo>
                      <a:lnTo>
                        <a:pt x="47497" y="47498"/>
                      </a:lnTo>
                      <a:lnTo>
                        <a:pt x="22097" y="80264"/>
                      </a:lnTo>
                      <a:lnTo>
                        <a:pt x="5842" y="118999"/>
                      </a:lnTo>
                      <a:lnTo>
                        <a:pt x="0" y="162052"/>
                      </a:lnTo>
                      <a:lnTo>
                        <a:pt x="5842" y="205105"/>
                      </a:lnTo>
                      <a:lnTo>
                        <a:pt x="22097" y="243840"/>
                      </a:lnTo>
                      <a:lnTo>
                        <a:pt x="47497" y="276606"/>
                      </a:lnTo>
                      <a:lnTo>
                        <a:pt x="80263" y="301879"/>
                      </a:lnTo>
                      <a:lnTo>
                        <a:pt x="118999" y="318262"/>
                      </a:lnTo>
                      <a:lnTo>
                        <a:pt x="162051" y="323977"/>
                      </a:lnTo>
                      <a:lnTo>
                        <a:pt x="205105" y="318262"/>
                      </a:lnTo>
                      <a:lnTo>
                        <a:pt x="243712" y="301879"/>
                      </a:lnTo>
                      <a:lnTo>
                        <a:pt x="276606" y="276606"/>
                      </a:lnTo>
                      <a:lnTo>
                        <a:pt x="301879" y="243840"/>
                      </a:lnTo>
                      <a:lnTo>
                        <a:pt x="318261" y="205105"/>
                      </a:lnTo>
                      <a:lnTo>
                        <a:pt x="323977" y="162052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33" name="object 33"/>
              <p:cNvSpPr txBox="1"/>
              <p:nvPr/>
            </p:nvSpPr>
            <p:spPr>
              <a:xfrm>
                <a:off x="3092576" y="1540509"/>
                <a:ext cx="92710" cy="17018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950" i="1" spc="-50" dirty="0">
                    <a:latin typeface="Arial"/>
                    <a:cs typeface="Arial"/>
                  </a:rPr>
                  <a:t>h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34" name="object 34"/>
              <p:cNvSpPr txBox="1"/>
              <p:nvPr/>
            </p:nvSpPr>
            <p:spPr>
              <a:xfrm>
                <a:off x="3159632" y="1607565"/>
                <a:ext cx="70485" cy="1244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650" spc="-50" dirty="0">
                    <a:latin typeface="Tahoma"/>
                    <a:cs typeface="Tahoma"/>
                  </a:rPr>
                  <a:t>3</a:t>
                </a:r>
                <a:endParaRPr sz="650">
                  <a:latin typeface="Tahoma"/>
                  <a:cs typeface="Tahoma"/>
                </a:endParaRPr>
              </a:p>
            </p:txBody>
          </p:sp>
          <p:grpSp>
            <p:nvGrpSpPr>
              <p:cNvPr id="35" name="object 35"/>
              <p:cNvGrpSpPr/>
              <p:nvPr/>
            </p:nvGrpSpPr>
            <p:grpSpPr>
              <a:xfrm>
                <a:off x="3027870" y="858583"/>
                <a:ext cx="273050" cy="1567180"/>
                <a:chOff x="3027870" y="858583"/>
                <a:chExt cx="273050" cy="1567180"/>
              </a:xfrm>
            </p:grpSpPr>
            <p:sp>
              <p:nvSpPr>
                <p:cNvPr id="36" name="object 36"/>
                <p:cNvSpPr/>
                <p:nvPr/>
              </p:nvSpPr>
              <p:spPr>
                <a:xfrm>
                  <a:off x="3034664" y="2161489"/>
                  <a:ext cx="259715" cy="259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714" h="259714">
                      <a:moveTo>
                        <a:pt x="129667" y="0"/>
                      </a:moveTo>
                      <a:lnTo>
                        <a:pt x="79121" y="10185"/>
                      </a:lnTo>
                      <a:lnTo>
                        <a:pt x="37973" y="37960"/>
                      </a:lnTo>
                      <a:lnTo>
                        <a:pt x="10160" y="79159"/>
                      </a:lnTo>
                      <a:lnTo>
                        <a:pt x="0" y="129603"/>
                      </a:lnTo>
                      <a:lnTo>
                        <a:pt x="10160" y="180047"/>
                      </a:lnTo>
                      <a:lnTo>
                        <a:pt x="37973" y="221246"/>
                      </a:lnTo>
                      <a:lnTo>
                        <a:pt x="79121" y="249021"/>
                      </a:lnTo>
                      <a:lnTo>
                        <a:pt x="129667" y="259206"/>
                      </a:lnTo>
                      <a:lnTo>
                        <a:pt x="180086" y="249021"/>
                      </a:lnTo>
                      <a:lnTo>
                        <a:pt x="221234" y="221246"/>
                      </a:lnTo>
                      <a:lnTo>
                        <a:pt x="249047" y="180047"/>
                      </a:lnTo>
                      <a:lnTo>
                        <a:pt x="259207" y="129603"/>
                      </a:lnTo>
                      <a:lnTo>
                        <a:pt x="249047" y="79159"/>
                      </a:lnTo>
                      <a:lnTo>
                        <a:pt x="221234" y="37960"/>
                      </a:lnTo>
                      <a:lnTo>
                        <a:pt x="180086" y="10185"/>
                      </a:lnTo>
                      <a:lnTo>
                        <a:pt x="129667" y="0"/>
                      </a:lnTo>
                      <a:close/>
                    </a:path>
                  </a:pathLst>
                </a:custGeom>
                <a:solidFill>
                  <a:srgbClr val="D1D0E2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7" name="object 37"/>
                <p:cNvSpPr/>
                <p:nvPr/>
              </p:nvSpPr>
              <p:spPr>
                <a:xfrm>
                  <a:off x="3034664" y="2161489"/>
                  <a:ext cx="259715" cy="259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714" h="259714">
                      <a:moveTo>
                        <a:pt x="259207" y="129603"/>
                      </a:moveTo>
                      <a:lnTo>
                        <a:pt x="249047" y="79159"/>
                      </a:lnTo>
                      <a:lnTo>
                        <a:pt x="221234" y="37960"/>
                      </a:lnTo>
                      <a:lnTo>
                        <a:pt x="180086" y="10185"/>
                      </a:lnTo>
                      <a:lnTo>
                        <a:pt x="129667" y="0"/>
                      </a:lnTo>
                      <a:lnTo>
                        <a:pt x="79121" y="10185"/>
                      </a:lnTo>
                      <a:lnTo>
                        <a:pt x="37973" y="37960"/>
                      </a:lnTo>
                      <a:lnTo>
                        <a:pt x="10160" y="79159"/>
                      </a:lnTo>
                      <a:lnTo>
                        <a:pt x="0" y="129603"/>
                      </a:lnTo>
                      <a:lnTo>
                        <a:pt x="10160" y="180047"/>
                      </a:lnTo>
                      <a:lnTo>
                        <a:pt x="37973" y="221246"/>
                      </a:lnTo>
                      <a:lnTo>
                        <a:pt x="79121" y="249021"/>
                      </a:lnTo>
                      <a:lnTo>
                        <a:pt x="129667" y="259206"/>
                      </a:lnTo>
                      <a:lnTo>
                        <a:pt x="180086" y="249021"/>
                      </a:lnTo>
                      <a:lnTo>
                        <a:pt x="221234" y="221246"/>
                      </a:lnTo>
                      <a:lnTo>
                        <a:pt x="249047" y="180047"/>
                      </a:lnTo>
                      <a:lnTo>
                        <a:pt x="259207" y="129603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8" name="object 38"/>
                <p:cNvSpPr/>
                <p:nvPr/>
              </p:nvSpPr>
              <p:spPr>
                <a:xfrm>
                  <a:off x="3032632" y="863345"/>
                  <a:ext cx="263525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25" h="263525">
                      <a:moveTo>
                        <a:pt x="131699" y="0"/>
                      </a:moveTo>
                      <a:lnTo>
                        <a:pt x="90043" y="6731"/>
                      </a:lnTo>
                      <a:lnTo>
                        <a:pt x="53848" y="25526"/>
                      </a:lnTo>
                      <a:lnTo>
                        <a:pt x="25400" y="53975"/>
                      </a:lnTo>
                      <a:lnTo>
                        <a:pt x="6731" y="90169"/>
                      </a:lnTo>
                      <a:lnTo>
                        <a:pt x="0" y="131699"/>
                      </a:lnTo>
                      <a:lnTo>
                        <a:pt x="6731" y="173355"/>
                      </a:lnTo>
                      <a:lnTo>
                        <a:pt x="25400" y="209550"/>
                      </a:lnTo>
                      <a:lnTo>
                        <a:pt x="53848" y="237998"/>
                      </a:lnTo>
                      <a:lnTo>
                        <a:pt x="90043" y="256667"/>
                      </a:lnTo>
                      <a:lnTo>
                        <a:pt x="131699" y="263398"/>
                      </a:lnTo>
                      <a:lnTo>
                        <a:pt x="173228" y="256667"/>
                      </a:lnTo>
                      <a:lnTo>
                        <a:pt x="209423" y="237998"/>
                      </a:lnTo>
                      <a:lnTo>
                        <a:pt x="237870" y="209550"/>
                      </a:lnTo>
                      <a:lnTo>
                        <a:pt x="256667" y="173355"/>
                      </a:lnTo>
                      <a:lnTo>
                        <a:pt x="263397" y="131699"/>
                      </a:lnTo>
                      <a:lnTo>
                        <a:pt x="256667" y="90169"/>
                      </a:lnTo>
                      <a:lnTo>
                        <a:pt x="237870" y="53975"/>
                      </a:lnTo>
                      <a:lnTo>
                        <a:pt x="209423" y="25526"/>
                      </a:lnTo>
                      <a:lnTo>
                        <a:pt x="173228" y="6731"/>
                      </a:lnTo>
                      <a:lnTo>
                        <a:pt x="131699" y="0"/>
                      </a:lnTo>
                      <a:close/>
                    </a:path>
                  </a:pathLst>
                </a:custGeom>
                <a:solidFill>
                  <a:srgbClr val="D2E7D2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9" name="object 39"/>
                <p:cNvSpPr/>
                <p:nvPr/>
              </p:nvSpPr>
              <p:spPr>
                <a:xfrm>
                  <a:off x="3032632" y="863345"/>
                  <a:ext cx="263525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25" h="263525">
                      <a:moveTo>
                        <a:pt x="263397" y="131699"/>
                      </a:moveTo>
                      <a:lnTo>
                        <a:pt x="256667" y="90169"/>
                      </a:lnTo>
                      <a:lnTo>
                        <a:pt x="237870" y="53975"/>
                      </a:lnTo>
                      <a:lnTo>
                        <a:pt x="209423" y="25526"/>
                      </a:lnTo>
                      <a:lnTo>
                        <a:pt x="173228" y="6731"/>
                      </a:lnTo>
                      <a:lnTo>
                        <a:pt x="131699" y="0"/>
                      </a:lnTo>
                      <a:lnTo>
                        <a:pt x="90043" y="6731"/>
                      </a:lnTo>
                      <a:lnTo>
                        <a:pt x="53848" y="25526"/>
                      </a:lnTo>
                      <a:lnTo>
                        <a:pt x="25400" y="53975"/>
                      </a:lnTo>
                      <a:lnTo>
                        <a:pt x="6731" y="90169"/>
                      </a:lnTo>
                      <a:lnTo>
                        <a:pt x="0" y="131699"/>
                      </a:lnTo>
                      <a:lnTo>
                        <a:pt x="6731" y="173355"/>
                      </a:lnTo>
                      <a:lnTo>
                        <a:pt x="25400" y="209550"/>
                      </a:lnTo>
                      <a:lnTo>
                        <a:pt x="53848" y="237998"/>
                      </a:lnTo>
                      <a:lnTo>
                        <a:pt x="90043" y="256667"/>
                      </a:lnTo>
                      <a:lnTo>
                        <a:pt x="131699" y="263398"/>
                      </a:lnTo>
                      <a:lnTo>
                        <a:pt x="173228" y="256667"/>
                      </a:lnTo>
                      <a:lnTo>
                        <a:pt x="209423" y="237998"/>
                      </a:lnTo>
                      <a:lnTo>
                        <a:pt x="237870" y="209550"/>
                      </a:lnTo>
                      <a:lnTo>
                        <a:pt x="256667" y="173355"/>
                      </a:lnTo>
                      <a:lnTo>
                        <a:pt x="263397" y="131699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0" name="object 40"/>
                <p:cNvSpPr/>
                <p:nvPr/>
              </p:nvSpPr>
              <p:spPr>
                <a:xfrm>
                  <a:off x="3124834" y="1812416"/>
                  <a:ext cx="79375" cy="347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347344">
                      <a:moveTo>
                        <a:pt x="39496" y="346798"/>
                      </a:moveTo>
                      <a:lnTo>
                        <a:pt x="39496" y="5079"/>
                      </a:lnTo>
                    </a:path>
                    <a:path w="79375" h="347344">
                      <a:moveTo>
                        <a:pt x="0" y="32384"/>
                      </a:moveTo>
                      <a:lnTo>
                        <a:pt x="15493" y="26669"/>
                      </a:lnTo>
                      <a:lnTo>
                        <a:pt x="26796" y="18922"/>
                      </a:lnTo>
                      <a:lnTo>
                        <a:pt x="34670" y="9905"/>
                      </a:lnTo>
                      <a:lnTo>
                        <a:pt x="39496" y="0"/>
                      </a:lnTo>
                      <a:lnTo>
                        <a:pt x="44195" y="9905"/>
                      </a:lnTo>
                      <a:lnTo>
                        <a:pt x="52069" y="18922"/>
                      </a:lnTo>
                      <a:lnTo>
                        <a:pt x="63372" y="26669"/>
                      </a:lnTo>
                      <a:lnTo>
                        <a:pt x="78993" y="32384"/>
                      </a:lnTo>
                    </a:path>
                  </a:pathLst>
                </a:custGeom>
                <a:ln w="10100">
                  <a:solidFill>
                    <a:srgbClr val="1B1371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41" name="object 41"/>
              <p:cNvSpPr txBox="1"/>
              <p:nvPr/>
            </p:nvSpPr>
            <p:spPr>
              <a:xfrm>
                <a:off x="2527896" y="1928266"/>
                <a:ext cx="599352" cy="13657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800" dirty="0">
                    <a:solidFill>
                      <a:srgbClr val="1B1371"/>
                    </a:solidFill>
                    <a:latin typeface="Tahoma"/>
                    <a:cs typeface="Tahoma"/>
                  </a:rPr>
                  <a:t>same</a:t>
                </a:r>
                <a:r>
                  <a:rPr sz="800" spc="-10" dirty="0">
                    <a:solidFill>
                      <a:srgbClr val="1B1371"/>
                    </a:solidFill>
                    <a:latin typeface="Tahoma"/>
                    <a:cs typeface="Tahoma"/>
                  </a:rPr>
                  <a:t> </a:t>
                </a:r>
                <a:r>
                  <a:rPr sz="800" i="1" spc="-25" dirty="0">
                    <a:solidFill>
                      <a:srgbClr val="1B1371"/>
                    </a:solidFill>
                    <a:latin typeface="Arial"/>
                    <a:cs typeface="Arial"/>
                  </a:rPr>
                  <a:t>W</a:t>
                </a:r>
                <a:r>
                  <a:rPr sz="800" i="1" spc="-37" baseline="-20833" dirty="0">
                    <a:solidFill>
                      <a:srgbClr val="1B1371"/>
                    </a:solidFill>
                    <a:latin typeface="Arial"/>
                    <a:cs typeface="Arial"/>
                  </a:rPr>
                  <a:t>hx</a:t>
                </a:r>
                <a:endParaRPr sz="800" baseline="-20833">
                  <a:latin typeface="Arial"/>
                  <a:cs typeface="Arial"/>
                </a:endParaRPr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3124835" y="1134109"/>
                <a:ext cx="79375" cy="34480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344805">
                    <a:moveTo>
                      <a:pt x="39496" y="344678"/>
                    </a:moveTo>
                    <a:lnTo>
                      <a:pt x="39496" y="5080"/>
                    </a:lnTo>
                  </a:path>
                  <a:path w="79375" h="344805">
                    <a:moveTo>
                      <a:pt x="0" y="32385"/>
                    </a:moveTo>
                    <a:lnTo>
                      <a:pt x="15493" y="26669"/>
                    </a:lnTo>
                    <a:lnTo>
                      <a:pt x="26796" y="18923"/>
                    </a:lnTo>
                    <a:lnTo>
                      <a:pt x="34670" y="9779"/>
                    </a:lnTo>
                    <a:lnTo>
                      <a:pt x="39496" y="0"/>
                    </a:lnTo>
                    <a:lnTo>
                      <a:pt x="44195" y="9779"/>
                    </a:lnTo>
                    <a:lnTo>
                      <a:pt x="52069" y="18923"/>
                    </a:lnTo>
                    <a:lnTo>
                      <a:pt x="63372" y="26669"/>
                    </a:lnTo>
                    <a:lnTo>
                      <a:pt x="78993" y="32385"/>
                    </a:lnTo>
                  </a:path>
                </a:pathLst>
              </a:custGeom>
              <a:ln w="10100">
                <a:solidFill>
                  <a:srgbClr val="208A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43"/>
              <p:cNvSpPr txBox="1"/>
              <p:nvPr/>
            </p:nvSpPr>
            <p:spPr>
              <a:xfrm>
                <a:off x="2526286" y="1248282"/>
                <a:ext cx="603884" cy="13657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800" dirty="0">
                    <a:solidFill>
                      <a:srgbClr val="208A20"/>
                    </a:solidFill>
                    <a:latin typeface="Tahoma"/>
                    <a:cs typeface="Tahoma"/>
                  </a:rPr>
                  <a:t>same</a:t>
                </a:r>
                <a:r>
                  <a:rPr sz="800" spc="-10" dirty="0">
                    <a:solidFill>
                      <a:srgbClr val="208A20"/>
                    </a:solidFill>
                    <a:latin typeface="Tahoma"/>
                    <a:cs typeface="Tahoma"/>
                  </a:rPr>
                  <a:t> </a:t>
                </a:r>
                <a:r>
                  <a:rPr sz="800" i="1" spc="-25" dirty="0">
                    <a:solidFill>
                      <a:srgbClr val="208A20"/>
                    </a:solidFill>
                    <a:latin typeface="Arial"/>
                    <a:cs typeface="Arial"/>
                  </a:rPr>
                  <a:t>W</a:t>
                </a:r>
                <a:r>
                  <a:rPr sz="800" i="1" spc="-37" baseline="-20833" dirty="0">
                    <a:solidFill>
                      <a:srgbClr val="208A20"/>
                    </a:solidFill>
                    <a:latin typeface="Arial"/>
                    <a:cs typeface="Arial"/>
                  </a:rPr>
                  <a:t>ho</a:t>
                </a:r>
                <a:endParaRPr sz="800" baseline="-20833">
                  <a:latin typeface="Arial"/>
                  <a:cs typeface="Arial"/>
                </a:endParaRPr>
              </a:p>
            </p:txBody>
          </p:sp>
          <p:grpSp>
            <p:nvGrpSpPr>
              <p:cNvPr id="44" name="object 44"/>
              <p:cNvGrpSpPr/>
              <p:nvPr/>
            </p:nvGrpSpPr>
            <p:grpSpPr>
              <a:xfrm>
                <a:off x="3645471" y="858583"/>
                <a:ext cx="334010" cy="1567180"/>
                <a:chOff x="3645471" y="858583"/>
                <a:chExt cx="334010" cy="1567180"/>
              </a:xfrm>
            </p:grpSpPr>
            <p:sp>
              <p:nvSpPr>
                <p:cNvPr id="45" name="object 45"/>
                <p:cNvSpPr/>
                <p:nvPr/>
              </p:nvSpPr>
              <p:spPr>
                <a:xfrm>
                  <a:off x="3650234" y="1481073"/>
                  <a:ext cx="324485" cy="324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485" h="324485">
                      <a:moveTo>
                        <a:pt x="162051" y="0"/>
                      </a:moveTo>
                      <a:lnTo>
                        <a:pt x="118999" y="5842"/>
                      </a:lnTo>
                      <a:lnTo>
                        <a:pt x="80263" y="22098"/>
                      </a:lnTo>
                      <a:lnTo>
                        <a:pt x="47498" y="47498"/>
                      </a:lnTo>
                      <a:lnTo>
                        <a:pt x="22225" y="80264"/>
                      </a:lnTo>
                      <a:lnTo>
                        <a:pt x="5841" y="118999"/>
                      </a:lnTo>
                      <a:lnTo>
                        <a:pt x="0" y="162052"/>
                      </a:lnTo>
                      <a:lnTo>
                        <a:pt x="5841" y="205105"/>
                      </a:lnTo>
                      <a:lnTo>
                        <a:pt x="22225" y="243840"/>
                      </a:lnTo>
                      <a:lnTo>
                        <a:pt x="47498" y="276606"/>
                      </a:lnTo>
                      <a:lnTo>
                        <a:pt x="80263" y="301879"/>
                      </a:lnTo>
                      <a:lnTo>
                        <a:pt x="118999" y="318262"/>
                      </a:lnTo>
                      <a:lnTo>
                        <a:pt x="162051" y="323977"/>
                      </a:lnTo>
                      <a:lnTo>
                        <a:pt x="205104" y="318262"/>
                      </a:lnTo>
                      <a:lnTo>
                        <a:pt x="243839" y="301879"/>
                      </a:lnTo>
                      <a:lnTo>
                        <a:pt x="276605" y="276606"/>
                      </a:lnTo>
                      <a:lnTo>
                        <a:pt x="302005" y="243840"/>
                      </a:lnTo>
                      <a:lnTo>
                        <a:pt x="318262" y="205105"/>
                      </a:lnTo>
                      <a:lnTo>
                        <a:pt x="324103" y="162052"/>
                      </a:lnTo>
                      <a:lnTo>
                        <a:pt x="318262" y="118999"/>
                      </a:lnTo>
                      <a:lnTo>
                        <a:pt x="302005" y="80264"/>
                      </a:lnTo>
                      <a:lnTo>
                        <a:pt x="276605" y="47498"/>
                      </a:lnTo>
                      <a:lnTo>
                        <a:pt x="243839" y="22098"/>
                      </a:lnTo>
                      <a:lnTo>
                        <a:pt x="205104" y="5842"/>
                      </a:lnTo>
                      <a:lnTo>
                        <a:pt x="162051" y="0"/>
                      </a:lnTo>
                      <a:close/>
                    </a:path>
                  </a:pathLst>
                </a:custGeom>
                <a:solidFill>
                  <a:srgbClr val="FAD2D3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6" name="object 46"/>
                <p:cNvSpPr/>
                <p:nvPr/>
              </p:nvSpPr>
              <p:spPr>
                <a:xfrm>
                  <a:off x="3650234" y="1481073"/>
                  <a:ext cx="324485" cy="324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485" h="324485">
                      <a:moveTo>
                        <a:pt x="324103" y="162052"/>
                      </a:moveTo>
                      <a:lnTo>
                        <a:pt x="318262" y="118999"/>
                      </a:lnTo>
                      <a:lnTo>
                        <a:pt x="302005" y="80264"/>
                      </a:lnTo>
                      <a:lnTo>
                        <a:pt x="276605" y="47498"/>
                      </a:lnTo>
                      <a:lnTo>
                        <a:pt x="243839" y="22098"/>
                      </a:lnTo>
                      <a:lnTo>
                        <a:pt x="205104" y="5842"/>
                      </a:lnTo>
                      <a:lnTo>
                        <a:pt x="162051" y="0"/>
                      </a:lnTo>
                      <a:lnTo>
                        <a:pt x="118999" y="5842"/>
                      </a:lnTo>
                      <a:lnTo>
                        <a:pt x="80263" y="22098"/>
                      </a:lnTo>
                      <a:lnTo>
                        <a:pt x="47498" y="47498"/>
                      </a:lnTo>
                      <a:lnTo>
                        <a:pt x="22225" y="80264"/>
                      </a:lnTo>
                      <a:lnTo>
                        <a:pt x="5841" y="118999"/>
                      </a:lnTo>
                      <a:lnTo>
                        <a:pt x="0" y="162052"/>
                      </a:lnTo>
                      <a:lnTo>
                        <a:pt x="5841" y="205105"/>
                      </a:lnTo>
                      <a:lnTo>
                        <a:pt x="22225" y="243840"/>
                      </a:lnTo>
                      <a:lnTo>
                        <a:pt x="47498" y="276606"/>
                      </a:lnTo>
                      <a:lnTo>
                        <a:pt x="80263" y="301879"/>
                      </a:lnTo>
                      <a:lnTo>
                        <a:pt x="118999" y="318262"/>
                      </a:lnTo>
                      <a:lnTo>
                        <a:pt x="162051" y="323977"/>
                      </a:lnTo>
                      <a:lnTo>
                        <a:pt x="205104" y="318262"/>
                      </a:lnTo>
                      <a:lnTo>
                        <a:pt x="243839" y="301879"/>
                      </a:lnTo>
                      <a:lnTo>
                        <a:pt x="276605" y="276606"/>
                      </a:lnTo>
                      <a:lnTo>
                        <a:pt x="302005" y="243840"/>
                      </a:lnTo>
                      <a:lnTo>
                        <a:pt x="318262" y="205105"/>
                      </a:lnTo>
                      <a:lnTo>
                        <a:pt x="324103" y="162052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7" name="object 47"/>
                <p:cNvSpPr/>
                <p:nvPr/>
              </p:nvSpPr>
              <p:spPr>
                <a:xfrm>
                  <a:off x="3682746" y="2161489"/>
                  <a:ext cx="259715" cy="259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714" h="259714">
                      <a:moveTo>
                        <a:pt x="129539" y="0"/>
                      </a:moveTo>
                      <a:lnTo>
                        <a:pt x="79120" y="10185"/>
                      </a:lnTo>
                      <a:lnTo>
                        <a:pt x="37845" y="37960"/>
                      </a:lnTo>
                      <a:lnTo>
                        <a:pt x="10159" y="79159"/>
                      </a:lnTo>
                      <a:lnTo>
                        <a:pt x="0" y="129603"/>
                      </a:lnTo>
                      <a:lnTo>
                        <a:pt x="10159" y="180047"/>
                      </a:lnTo>
                      <a:lnTo>
                        <a:pt x="37845" y="221246"/>
                      </a:lnTo>
                      <a:lnTo>
                        <a:pt x="79120" y="249021"/>
                      </a:lnTo>
                      <a:lnTo>
                        <a:pt x="129539" y="259206"/>
                      </a:lnTo>
                      <a:lnTo>
                        <a:pt x="179958" y="249021"/>
                      </a:lnTo>
                      <a:lnTo>
                        <a:pt x="221233" y="221246"/>
                      </a:lnTo>
                      <a:lnTo>
                        <a:pt x="248919" y="180047"/>
                      </a:lnTo>
                      <a:lnTo>
                        <a:pt x="259206" y="129603"/>
                      </a:lnTo>
                      <a:lnTo>
                        <a:pt x="248919" y="79159"/>
                      </a:lnTo>
                      <a:lnTo>
                        <a:pt x="221233" y="37960"/>
                      </a:lnTo>
                      <a:lnTo>
                        <a:pt x="179958" y="10185"/>
                      </a:lnTo>
                      <a:lnTo>
                        <a:pt x="129539" y="0"/>
                      </a:lnTo>
                      <a:close/>
                    </a:path>
                  </a:pathLst>
                </a:custGeom>
                <a:solidFill>
                  <a:srgbClr val="D1D0E2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8" name="object 48"/>
                <p:cNvSpPr/>
                <p:nvPr/>
              </p:nvSpPr>
              <p:spPr>
                <a:xfrm>
                  <a:off x="3682746" y="2161489"/>
                  <a:ext cx="259715" cy="259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714" h="259714">
                      <a:moveTo>
                        <a:pt x="259206" y="129603"/>
                      </a:moveTo>
                      <a:lnTo>
                        <a:pt x="248919" y="79159"/>
                      </a:lnTo>
                      <a:lnTo>
                        <a:pt x="221233" y="37960"/>
                      </a:lnTo>
                      <a:lnTo>
                        <a:pt x="179958" y="10185"/>
                      </a:lnTo>
                      <a:lnTo>
                        <a:pt x="129539" y="0"/>
                      </a:lnTo>
                      <a:lnTo>
                        <a:pt x="79120" y="10185"/>
                      </a:lnTo>
                      <a:lnTo>
                        <a:pt x="37845" y="37960"/>
                      </a:lnTo>
                      <a:lnTo>
                        <a:pt x="10159" y="79159"/>
                      </a:lnTo>
                      <a:lnTo>
                        <a:pt x="0" y="129603"/>
                      </a:lnTo>
                      <a:lnTo>
                        <a:pt x="10159" y="180047"/>
                      </a:lnTo>
                      <a:lnTo>
                        <a:pt x="37845" y="221246"/>
                      </a:lnTo>
                      <a:lnTo>
                        <a:pt x="79120" y="249021"/>
                      </a:lnTo>
                      <a:lnTo>
                        <a:pt x="129539" y="259206"/>
                      </a:lnTo>
                      <a:lnTo>
                        <a:pt x="179958" y="249021"/>
                      </a:lnTo>
                      <a:lnTo>
                        <a:pt x="221233" y="221246"/>
                      </a:lnTo>
                      <a:lnTo>
                        <a:pt x="248919" y="180047"/>
                      </a:lnTo>
                      <a:lnTo>
                        <a:pt x="259206" y="129603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9" name="object 49"/>
                <p:cNvSpPr/>
                <p:nvPr/>
              </p:nvSpPr>
              <p:spPr>
                <a:xfrm>
                  <a:off x="3680587" y="863345"/>
                  <a:ext cx="263525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25" h="263525">
                      <a:moveTo>
                        <a:pt x="131699" y="0"/>
                      </a:moveTo>
                      <a:lnTo>
                        <a:pt x="90042" y="6731"/>
                      </a:lnTo>
                      <a:lnTo>
                        <a:pt x="53975" y="25526"/>
                      </a:lnTo>
                      <a:lnTo>
                        <a:pt x="25400" y="53975"/>
                      </a:lnTo>
                      <a:lnTo>
                        <a:pt x="6730" y="90169"/>
                      </a:lnTo>
                      <a:lnTo>
                        <a:pt x="0" y="131699"/>
                      </a:lnTo>
                      <a:lnTo>
                        <a:pt x="6730" y="173355"/>
                      </a:lnTo>
                      <a:lnTo>
                        <a:pt x="25400" y="209550"/>
                      </a:lnTo>
                      <a:lnTo>
                        <a:pt x="53975" y="237998"/>
                      </a:lnTo>
                      <a:lnTo>
                        <a:pt x="90042" y="256667"/>
                      </a:lnTo>
                      <a:lnTo>
                        <a:pt x="131699" y="263398"/>
                      </a:lnTo>
                      <a:lnTo>
                        <a:pt x="173354" y="256667"/>
                      </a:lnTo>
                      <a:lnTo>
                        <a:pt x="209423" y="237998"/>
                      </a:lnTo>
                      <a:lnTo>
                        <a:pt x="237998" y="209550"/>
                      </a:lnTo>
                      <a:lnTo>
                        <a:pt x="256666" y="173355"/>
                      </a:lnTo>
                      <a:lnTo>
                        <a:pt x="263398" y="131699"/>
                      </a:lnTo>
                      <a:lnTo>
                        <a:pt x="256666" y="90169"/>
                      </a:lnTo>
                      <a:lnTo>
                        <a:pt x="237998" y="53975"/>
                      </a:lnTo>
                      <a:lnTo>
                        <a:pt x="209423" y="25526"/>
                      </a:lnTo>
                      <a:lnTo>
                        <a:pt x="173354" y="6731"/>
                      </a:lnTo>
                      <a:lnTo>
                        <a:pt x="131699" y="0"/>
                      </a:lnTo>
                      <a:close/>
                    </a:path>
                  </a:pathLst>
                </a:custGeom>
                <a:solidFill>
                  <a:srgbClr val="D2E7D2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0" name="object 50"/>
                <p:cNvSpPr/>
                <p:nvPr/>
              </p:nvSpPr>
              <p:spPr>
                <a:xfrm>
                  <a:off x="3680587" y="863345"/>
                  <a:ext cx="263525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25" h="263525">
                      <a:moveTo>
                        <a:pt x="263398" y="131699"/>
                      </a:moveTo>
                      <a:lnTo>
                        <a:pt x="256666" y="90169"/>
                      </a:lnTo>
                      <a:lnTo>
                        <a:pt x="237998" y="53975"/>
                      </a:lnTo>
                      <a:lnTo>
                        <a:pt x="209423" y="25526"/>
                      </a:lnTo>
                      <a:lnTo>
                        <a:pt x="173354" y="6731"/>
                      </a:lnTo>
                      <a:lnTo>
                        <a:pt x="131699" y="0"/>
                      </a:lnTo>
                      <a:lnTo>
                        <a:pt x="90042" y="6731"/>
                      </a:lnTo>
                      <a:lnTo>
                        <a:pt x="53975" y="25526"/>
                      </a:lnTo>
                      <a:lnTo>
                        <a:pt x="25400" y="53975"/>
                      </a:lnTo>
                      <a:lnTo>
                        <a:pt x="6730" y="90169"/>
                      </a:lnTo>
                      <a:lnTo>
                        <a:pt x="0" y="131699"/>
                      </a:lnTo>
                      <a:lnTo>
                        <a:pt x="6730" y="173355"/>
                      </a:lnTo>
                      <a:lnTo>
                        <a:pt x="25400" y="209550"/>
                      </a:lnTo>
                      <a:lnTo>
                        <a:pt x="53975" y="237998"/>
                      </a:lnTo>
                      <a:lnTo>
                        <a:pt x="90042" y="256667"/>
                      </a:lnTo>
                      <a:lnTo>
                        <a:pt x="131699" y="263398"/>
                      </a:lnTo>
                      <a:lnTo>
                        <a:pt x="173354" y="256667"/>
                      </a:lnTo>
                      <a:lnTo>
                        <a:pt x="209423" y="237998"/>
                      </a:lnTo>
                      <a:lnTo>
                        <a:pt x="237998" y="209550"/>
                      </a:lnTo>
                      <a:lnTo>
                        <a:pt x="256666" y="173355"/>
                      </a:lnTo>
                      <a:lnTo>
                        <a:pt x="263398" y="131699"/>
                      </a:lnTo>
                      <a:close/>
                    </a:path>
                  </a:pathLst>
                </a:custGeom>
                <a:ln w="9525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52" name="object 52"/>
              <p:cNvSpPr txBox="1"/>
              <p:nvPr/>
            </p:nvSpPr>
            <p:spPr>
              <a:xfrm>
                <a:off x="3073426" y="900137"/>
                <a:ext cx="279885" cy="22762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400" i="1" spc="-25" dirty="0">
                    <a:latin typeface="Arial"/>
                    <a:cs typeface="Arial"/>
                  </a:rPr>
                  <a:t>o</a:t>
                </a:r>
                <a:r>
                  <a:rPr sz="1400" spc="-37" baseline="-21367" dirty="0">
                    <a:latin typeface="Tahoma"/>
                    <a:cs typeface="Tahoma"/>
                  </a:rPr>
                  <a:t>3</a:t>
                </a:r>
                <a:endParaRPr sz="1400" baseline="-21367" dirty="0">
                  <a:latin typeface="Tahoma"/>
                  <a:cs typeface="Tahoma"/>
                </a:endParaRPr>
              </a:p>
            </p:txBody>
          </p:sp>
          <p:sp>
            <p:nvSpPr>
              <p:cNvPr id="53" name="object 53"/>
              <p:cNvSpPr txBox="1"/>
              <p:nvPr/>
            </p:nvSpPr>
            <p:spPr>
              <a:xfrm>
                <a:off x="1792214" y="1259216"/>
                <a:ext cx="712651" cy="13529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670"/>
                  </a:spcBef>
                </a:pPr>
                <a:r>
                  <a:rPr sz="800" dirty="0" smtClean="0">
                    <a:solidFill>
                      <a:srgbClr val="208A20"/>
                    </a:solidFill>
                    <a:latin typeface="Tahoma"/>
                    <a:cs typeface="Tahoma"/>
                  </a:rPr>
                  <a:t>same</a:t>
                </a:r>
                <a:r>
                  <a:rPr sz="800" spc="-10" dirty="0" smtClean="0">
                    <a:solidFill>
                      <a:srgbClr val="208A20"/>
                    </a:solidFill>
                    <a:latin typeface="Tahoma"/>
                    <a:cs typeface="Tahoma"/>
                  </a:rPr>
                  <a:t> </a:t>
                </a:r>
                <a:r>
                  <a:rPr sz="800" i="1" spc="-25" dirty="0">
                    <a:solidFill>
                      <a:srgbClr val="208A20"/>
                    </a:solidFill>
                    <a:latin typeface="Arial"/>
                    <a:cs typeface="Arial"/>
                  </a:rPr>
                  <a:t>W</a:t>
                </a:r>
                <a:r>
                  <a:rPr sz="800" i="1" spc="-37" baseline="-20833" dirty="0">
                    <a:solidFill>
                      <a:srgbClr val="208A20"/>
                    </a:solidFill>
                    <a:latin typeface="Arial"/>
                    <a:cs typeface="Arial"/>
                  </a:rPr>
                  <a:t>ho</a:t>
                </a:r>
                <a:endParaRPr sz="800" baseline="-20833" dirty="0">
                  <a:latin typeface="Arial"/>
                  <a:cs typeface="Arial"/>
                </a:endParaRPr>
              </a:p>
            </p:txBody>
          </p:sp>
          <p:sp>
            <p:nvSpPr>
              <p:cNvPr id="54" name="object 54"/>
              <p:cNvSpPr/>
              <p:nvPr/>
            </p:nvSpPr>
            <p:spPr>
              <a:xfrm>
                <a:off x="3772789" y="1812416"/>
                <a:ext cx="79375" cy="34734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347344">
                    <a:moveTo>
                      <a:pt x="39497" y="346798"/>
                    </a:moveTo>
                    <a:lnTo>
                      <a:pt x="39497" y="5079"/>
                    </a:lnTo>
                  </a:path>
                  <a:path w="79375" h="347344">
                    <a:moveTo>
                      <a:pt x="0" y="32384"/>
                    </a:moveTo>
                    <a:lnTo>
                      <a:pt x="15494" y="26669"/>
                    </a:lnTo>
                    <a:lnTo>
                      <a:pt x="26924" y="18922"/>
                    </a:lnTo>
                    <a:lnTo>
                      <a:pt x="34671" y="9905"/>
                    </a:lnTo>
                    <a:lnTo>
                      <a:pt x="39497" y="0"/>
                    </a:lnTo>
                    <a:lnTo>
                      <a:pt x="44323" y="9905"/>
                    </a:lnTo>
                    <a:lnTo>
                      <a:pt x="52070" y="18922"/>
                    </a:lnTo>
                    <a:lnTo>
                      <a:pt x="63500" y="26669"/>
                    </a:lnTo>
                    <a:lnTo>
                      <a:pt x="78994" y="32384"/>
                    </a:lnTo>
                  </a:path>
                </a:pathLst>
              </a:custGeom>
              <a:ln w="10100">
                <a:solidFill>
                  <a:srgbClr val="1B137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55"/>
              <p:cNvSpPr txBox="1"/>
              <p:nvPr/>
            </p:nvSpPr>
            <p:spPr>
              <a:xfrm>
                <a:off x="3175978" y="1928266"/>
                <a:ext cx="599352" cy="13657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800" dirty="0">
                    <a:solidFill>
                      <a:srgbClr val="1B1371"/>
                    </a:solidFill>
                    <a:latin typeface="Tahoma"/>
                    <a:cs typeface="Tahoma"/>
                  </a:rPr>
                  <a:t>same</a:t>
                </a:r>
                <a:r>
                  <a:rPr sz="800" spc="-10" dirty="0">
                    <a:solidFill>
                      <a:srgbClr val="1B1371"/>
                    </a:solidFill>
                    <a:latin typeface="Tahoma"/>
                    <a:cs typeface="Tahoma"/>
                  </a:rPr>
                  <a:t> </a:t>
                </a:r>
                <a:r>
                  <a:rPr sz="800" i="1" spc="-25" dirty="0">
                    <a:solidFill>
                      <a:srgbClr val="1B1371"/>
                    </a:solidFill>
                    <a:latin typeface="Arial"/>
                    <a:cs typeface="Arial"/>
                  </a:rPr>
                  <a:t>W</a:t>
                </a:r>
                <a:r>
                  <a:rPr sz="800" i="1" spc="-37" baseline="-20833" dirty="0">
                    <a:solidFill>
                      <a:srgbClr val="1B1371"/>
                    </a:solidFill>
                    <a:latin typeface="Arial"/>
                    <a:cs typeface="Arial"/>
                  </a:rPr>
                  <a:t>hx</a:t>
                </a:r>
                <a:endParaRPr sz="800" baseline="-20833">
                  <a:latin typeface="Arial"/>
                  <a:cs typeface="Arial"/>
                </a:endParaRPr>
              </a:p>
            </p:txBody>
          </p:sp>
          <p:sp>
            <p:nvSpPr>
              <p:cNvPr id="56" name="object 56"/>
              <p:cNvSpPr/>
              <p:nvPr/>
            </p:nvSpPr>
            <p:spPr>
              <a:xfrm>
                <a:off x="3772789" y="1134109"/>
                <a:ext cx="79375" cy="34480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344805">
                    <a:moveTo>
                      <a:pt x="39497" y="344678"/>
                    </a:moveTo>
                    <a:lnTo>
                      <a:pt x="39497" y="5080"/>
                    </a:lnTo>
                  </a:path>
                  <a:path w="79375" h="344805">
                    <a:moveTo>
                      <a:pt x="0" y="32385"/>
                    </a:moveTo>
                    <a:lnTo>
                      <a:pt x="15494" y="26669"/>
                    </a:lnTo>
                    <a:lnTo>
                      <a:pt x="26924" y="18923"/>
                    </a:lnTo>
                    <a:lnTo>
                      <a:pt x="34671" y="9779"/>
                    </a:lnTo>
                    <a:lnTo>
                      <a:pt x="39497" y="0"/>
                    </a:lnTo>
                    <a:lnTo>
                      <a:pt x="44323" y="9779"/>
                    </a:lnTo>
                    <a:lnTo>
                      <a:pt x="52070" y="18923"/>
                    </a:lnTo>
                    <a:lnTo>
                      <a:pt x="63500" y="26669"/>
                    </a:lnTo>
                    <a:lnTo>
                      <a:pt x="78994" y="32385"/>
                    </a:lnTo>
                  </a:path>
                </a:pathLst>
              </a:custGeom>
              <a:ln w="10100">
                <a:solidFill>
                  <a:srgbClr val="208A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57"/>
              <p:cNvSpPr txBox="1"/>
              <p:nvPr/>
            </p:nvSpPr>
            <p:spPr>
              <a:xfrm>
                <a:off x="3174493" y="1248282"/>
                <a:ext cx="603884" cy="13657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800" dirty="0">
                    <a:solidFill>
                      <a:srgbClr val="208A20"/>
                    </a:solidFill>
                    <a:latin typeface="Tahoma"/>
                    <a:cs typeface="Tahoma"/>
                  </a:rPr>
                  <a:t>same</a:t>
                </a:r>
                <a:r>
                  <a:rPr sz="800" spc="-10" dirty="0">
                    <a:solidFill>
                      <a:srgbClr val="208A20"/>
                    </a:solidFill>
                    <a:latin typeface="Tahoma"/>
                    <a:cs typeface="Tahoma"/>
                  </a:rPr>
                  <a:t> </a:t>
                </a:r>
                <a:r>
                  <a:rPr sz="800" i="1" spc="-25" dirty="0">
                    <a:solidFill>
                      <a:srgbClr val="208A20"/>
                    </a:solidFill>
                    <a:latin typeface="Arial"/>
                    <a:cs typeface="Arial"/>
                  </a:rPr>
                  <a:t>W</a:t>
                </a:r>
                <a:r>
                  <a:rPr sz="800" i="1" spc="-37" baseline="-20833" dirty="0">
                    <a:solidFill>
                      <a:srgbClr val="208A20"/>
                    </a:solidFill>
                    <a:latin typeface="Arial"/>
                    <a:cs typeface="Arial"/>
                  </a:rPr>
                  <a:t>ho</a:t>
                </a:r>
                <a:endParaRPr sz="800" baseline="-20833">
                  <a:latin typeface="Arial"/>
                  <a:cs typeface="Arial"/>
                </a:endParaRPr>
              </a:p>
            </p:txBody>
          </p:sp>
          <p:sp>
            <p:nvSpPr>
              <p:cNvPr id="58" name="object 58"/>
              <p:cNvSpPr/>
              <p:nvPr/>
            </p:nvSpPr>
            <p:spPr>
              <a:xfrm>
                <a:off x="2032507" y="1603628"/>
                <a:ext cx="314960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314960" h="79375">
                    <a:moveTo>
                      <a:pt x="0" y="39497"/>
                    </a:moveTo>
                    <a:lnTo>
                      <a:pt x="309372" y="39497"/>
                    </a:lnTo>
                  </a:path>
                  <a:path w="314960" h="79375">
                    <a:moveTo>
                      <a:pt x="282067" y="0"/>
                    </a:moveTo>
                    <a:lnTo>
                      <a:pt x="287781" y="15494"/>
                    </a:lnTo>
                    <a:lnTo>
                      <a:pt x="295529" y="26924"/>
                    </a:lnTo>
                    <a:lnTo>
                      <a:pt x="304546" y="34671"/>
                    </a:lnTo>
                    <a:lnTo>
                      <a:pt x="314452" y="39497"/>
                    </a:lnTo>
                    <a:lnTo>
                      <a:pt x="304546" y="44196"/>
                    </a:lnTo>
                    <a:lnTo>
                      <a:pt x="295529" y="52070"/>
                    </a:lnTo>
                    <a:lnTo>
                      <a:pt x="287781" y="63500"/>
                    </a:lnTo>
                    <a:lnTo>
                      <a:pt x="282067" y="78994"/>
                    </a:lnTo>
                  </a:path>
                </a:pathLst>
              </a:custGeom>
              <a:ln w="10100">
                <a:solidFill>
                  <a:srgbClr val="EB1F2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59"/>
              <p:cNvSpPr txBox="1"/>
              <p:nvPr/>
            </p:nvSpPr>
            <p:spPr>
              <a:xfrm>
                <a:off x="1923923" y="1711857"/>
                <a:ext cx="603884" cy="13657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800" dirty="0">
                    <a:solidFill>
                      <a:srgbClr val="EB1F27"/>
                    </a:solidFill>
                    <a:latin typeface="Tahoma"/>
                    <a:cs typeface="Tahoma"/>
                  </a:rPr>
                  <a:t>same</a:t>
                </a:r>
                <a:r>
                  <a:rPr sz="800" spc="-10" dirty="0">
                    <a:solidFill>
                      <a:srgbClr val="EB1F27"/>
                    </a:solidFill>
                    <a:latin typeface="Tahoma"/>
                    <a:cs typeface="Tahoma"/>
                  </a:rPr>
                  <a:t> </a:t>
                </a:r>
                <a:r>
                  <a:rPr sz="800" i="1" spc="-25" dirty="0">
                    <a:solidFill>
                      <a:srgbClr val="EB1F27"/>
                    </a:solidFill>
                    <a:latin typeface="Arial"/>
                    <a:cs typeface="Arial"/>
                  </a:rPr>
                  <a:t>W</a:t>
                </a:r>
                <a:r>
                  <a:rPr sz="800" i="1" spc="-37" baseline="-20833" dirty="0">
                    <a:solidFill>
                      <a:srgbClr val="EB1F27"/>
                    </a:solidFill>
                    <a:latin typeface="Arial"/>
                    <a:cs typeface="Arial"/>
                  </a:rPr>
                  <a:t>hh</a:t>
                </a:r>
                <a:endParaRPr sz="800" baseline="-20833" dirty="0">
                  <a:latin typeface="Arial"/>
                  <a:cs typeface="Arial"/>
                </a:endParaRPr>
              </a:p>
            </p:txBody>
          </p:sp>
          <p:sp>
            <p:nvSpPr>
              <p:cNvPr id="60" name="object 60"/>
              <p:cNvSpPr/>
              <p:nvPr/>
            </p:nvSpPr>
            <p:spPr>
              <a:xfrm>
                <a:off x="2680589" y="1603628"/>
                <a:ext cx="31432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79375">
                    <a:moveTo>
                      <a:pt x="0" y="39497"/>
                    </a:moveTo>
                    <a:lnTo>
                      <a:pt x="309244" y="39497"/>
                    </a:lnTo>
                  </a:path>
                  <a:path w="314325" h="79375">
                    <a:moveTo>
                      <a:pt x="281940" y="0"/>
                    </a:moveTo>
                    <a:lnTo>
                      <a:pt x="287655" y="15494"/>
                    </a:lnTo>
                    <a:lnTo>
                      <a:pt x="295402" y="26924"/>
                    </a:lnTo>
                    <a:lnTo>
                      <a:pt x="304546" y="34671"/>
                    </a:lnTo>
                    <a:lnTo>
                      <a:pt x="314325" y="39497"/>
                    </a:lnTo>
                    <a:lnTo>
                      <a:pt x="304546" y="44196"/>
                    </a:lnTo>
                    <a:lnTo>
                      <a:pt x="295402" y="52070"/>
                    </a:lnTo>
                    <a:lnTo>
                      <a:pt x="287655" y="63500"/>
                    </a:lnTo>
                    <a:lnTo>
                      <a:pt x="281940" y="78994"/>
                    </a:lnTo>
                  </a:path>
                </a:pathLst>
              </a:custGeom>
              <a:ln w="10100">
                <a:solidFill>
                  <a:srgbClr val="EB1F2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61"/>
              <p:cNvSpPr txBox="1"/>
              <p:nvPr/>
            </p:nvSpPr>
            <p:spPr>
              <a:xfrm>
                <a:off x="2511298" y="1746160"/>
                <a:ext cx="603884" cy="13657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800" dirty="0">
                    <a:solidFill>
                      <a:srgbClr val="EB1F27"/>
                    </a:solidFill>
                    <a:latin typeface="Tahoma"/>
                    <a:cs typeface="Tahoma"/>
                  </a:rPr>
                  <a:t>same</a:t>
                </a:r>
                <a:r>
                  <a:rPr sz="800" spc="-10" dirty="0">
                    <a:solidFill>
                      <a:srgbClr val="EB1F27"/>
                    </a:solidFill>
                    <a:latin typeface="Tahoma"/>
                    <a:cs typeface="Tahoma"/>
                  </a:rPr>
                  <a:t> </a:t>
                </a:r>
                <a:r>
                  <a:rPr sz="800" i="1" spc="-25" dirty="0">
                    <a:solidFill>
                      <a:srgbClr val="EB1F27"/>
                    </a:solidFill>
                    <a:latin typeface="Arial"/>
                    <a:cs typeface="Arial"/>
                  </a:rPr>
                  <a:t>W</a:t>
                </a:r>
                <a:r>
                  <a:rPr sz="800" i="1" spc="-37" baseline="-20833" dirty="0">
                    <a:solidFill>
                      <a:srgbClr val="EB1F27"/>
                    </a:solidFill>
                    <a:latin typeface="Arial"/>
                    <a:cs typeface="Arial"/>
                  </a:rPr>
                  <a:t>hh</a:t>
                </a:r>
                <a:endParaRPr sz="800" baseline="-20833" dirty="0">
                  <a:latin typeface="Arial"/>
                  <a:cs typeface="Arial"/>
                </a:endParaRPr>
              </a:p>
            </p:txBody>
          </p:sp>
          <p:sp>
            <p:nvSpPr>
              <p:cNvPr id="62" name="object 62"/>
              <p:cNvSpPr/>
              <p:nvPr/>
            </p:nvSpPr>
            <p:spPr>
              <a:xfrm>
                <a:off x="3328542" y="1603628"/>
                <a:ext cx="314960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314960" h="79375">
                    <a:moveTo>
                      <a:pt x="0" y="39497"/>
                    </a:moveTo>
                    <a:lnTo>
                      <a:pt x="309372" y="39497"/>
                    </a:lnTo>
                  </a:path>
                  <a:path w="314960" h="79375">
                    <a:moveTo>
                      <a:pt x="282067" y="0"/>
                    </a:moveTo>
                    <a:lnTo>
                      <a:pt x="287655" y="15494"/>
                    </a:lnTo>
                    <a:lnTo>
                      <a:pt x="295402" y="26924"/>
                    </a:lnTo>
                    <a:lnTo>
                      <a:pt x="304546" y="34671"/>
                    </a:lnTo>
                    <a:lnTo>
                      <a:pt x="314452" y="39497"/>
                    </a:lnTo>
                    <a:lnTo>
                      <a:pt x="304546" y="44196"/>
                    </a:lnTo>
                    <a:lnTo>
                      <a:pt x="295402" y="52070"/>
                    </a:lnTo>
                    <a:lnTo>
                      <a:pt x="287655" y="63500"/>
                    </a:lnTo>
                    <a:lnTo>
                      <a:pt x="282067" y="78994"/>
                    </a:lnTo>
                  </a:path>
                </a:pathLst>
              </a:custGeom>
              <a:ln w="10100">
                <a:solidFill>
                  <a:srgbClr val="EB1F2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63"/>
              <p:cNvSpPr txBox="1"/>
              <p:nvPr/>
            </p:nvSpPr>
            <p:spPr>
              <a:xfrm>
                <a:off x="3157794" y="1750913"/>
                <a:ext cx="603884" cy="13657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800" dirty="0">
                    <a:solidFill>
                      <a:srgbClr val="EB1F27"/>
                    </a:solidFill>
                    <a:latin typeface="Tahoma"/>
                    <a:cs typeface="Tahoma"/>
                  </a:rPr>
                  <a:t>same</a:t>
                </a:r>
                <a:r>
                  <a:rPr sz="800" spc="-10" dirty="0">
                    <a:solidFill>
                      <a:srgbClr val="EB1F27"/>
                    </a:solidFill>
                    <a:latin typeface="Tahoma"/>
                    <a:cs typeface="Tahoma"/>
                  </a:rPr>
                  <a:t> </a:t>
                </a:r>
                <a:r>
                  <a:rPr sz="800" i="1" spc="-25" dirty="0">
                    <a:solidFill>
                      <a:srgbClr val="EB1F27"/>
                    </a:solidFill>
                    <a:latin typeface="Arial"/>
                    <a:cs typeface="Arial"/>
                  </a:rPr>
                  <a:t>W</a:t>
                </a:r>
                <a:r>
                  <a:rPr sz="800" i="1" spc="-37" baseline="-20833" dirty="0">
                    <a:solidFill>
                      <a:srgbClr val="EB1F27"/>
                    </a:solidFill>
                    <a:latin typeface="Arial"/>
                    <a:cs typeface="Arial"/>
                  </a:rPr>
                  <a:t>hh</a:t>
                </a:r>
                <a:endParaRPr sz="800" baseline="-20833" dirty="0">
                  <a:latin typeface="Arial"/>
                  <a:cs typeface="Arial"/>
                </a:endParaRPr>
              </a:p>
            </p:txBody>
          </p:sp>
          <p:sp>
            <p:nvSpPr>
              <p:cNvPr id="64" name="object 64"/>
              <p:cNvSpPr txBox="1"/>
              <p:nvPr/>
            </p:nvSpPr>
            <p:spPr>
              <a:xfrm>
                <a:off x="1695957" y="2176983"/>
                <a:ext cx="346710" cy="45847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950" i="1" spc="-25" dirty="0">
                    <a:latin typeface="Arial"/>
                    <a:cs typeface="Arial"/>
                  </a:rPr>
                  <a:t>x</a:t>
                </a:r>
                <a:r>
                  <a:rPr sz="975" spc="-37" baseline="-21367" dirty="0">
                    <a:latin typeface="Tahoma"/>
                    <a:cs typeface="Tahoma"/>
                  </a:rPr>
                  <a:t>1</a:t>
                </a:r>
                <a:endParaRPr sz="975" baseline="-21367">
                  <a:latin typeface="Tahoma"/>
                  <a:cs typeface="Tahoma"/>
                </a:endParaRPr>
              </a:p>
              <a:p>
                <a:pPr>
                  <a:lnSpc>
                    <a:spcPct val="100000"/>
                  </a:lnSpc>
                  <a:spcBef>
                    <a:spcPts val="220"/>
                  </a:spcBef>
                </a:pPr>
                <a:endParaRPr sz="650">
                  <a:latin typeface="Tahoma"/>
                  <a:cs typeface="Tahoma"/>
                </a:endParaRPr>
              </a:p>
              <a:p>
                <a:pPr algn="ctr">
                  <a:lnSpc>
                    <a:spcPct val="100000"/>
                  </a:lnSpc>
                  <a:spcBef>
                    <a:spcPts val="5"/>
                  </a:spcBef>
                </a:pPr>
                <a:r>
                  <a:rPr sz="950" i="1" dirty="0">
                    <a:latin typeface="Arial"/>
                    <a:cs typeface="Arial"/>
                  </a:rPr>
                  <a:t>t </a:t>
                </a:r>
                <a:r>
                  <a:rPr sz="1050" dirty="0">
                    <a:latin typeface="Tahoma"/>
                    <a:cs typeface="Tahoma"/>
                  </a:rPr>
                  <a:t>=</a:t>
                </a:r>
                <a:r>
                  <a:rPr sz="1050" spc="-15" dirty="0">
                    <a:latin typeface="Tahoma"/>
                    <a:cs typeface="Tahoma"/>
                  </a:rPr>
                  <a:t> </a:t>
                </a:r>
                <a:r>
                  <a:rPr sz="950" spc="-50" dirty="0">
                    <a:latin typeface="Tahoma"/>
                    <a:cs typeface="Tahoma"/>
                  </a:rPr>
                  <a:t>1</a:t>
                </a:r>
                <a:endParaRPr sz="950">
                  <a:latin typeface="Tahoma"/>
                  <a:cs typeface="Tahoma"/>
                </a:endParaRPr>
              </a:p>
            </p:txBody>
          </p:sp>
          <p:sp>
            <p:nvSpPr>
              <p:cNvPr id="65" name="object 65"/>
              <p:cNvSpPr txBox="1"/>
              <p:nvPr/>
            </p:nvSpPr>
            <p:spPr>
              <a:xfrm>
                <a:off x="2344166" y="2176983"/>
                <a:ext cx="346710" cy="45847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950" i="1" spc="-25" dirty="0">
                    <a:latin typeface="Arial"/>
                    <a:cs typeface="Arial"/>
                  </a:rPr>
                  <a:t>x</a:t>
                </a:r>
                <a:r>
                  <a:rPr sz="975" spc="-37" baseline="-21367" dirty="0">
                    <a:latin typeface="Tahoma"/>
                    <a:cs typeface="Tahoma"/>
                  </a:rPr>
                  <a:t>2</a:t>
                </a:r>
                <a:endParaRPr sz="975" baseline="-21367">
                  <a:latin typeface="Tahoma"/>
                  <a:cs typeface="Tahoma"/>
                </a:endParaRPr>
              </a:p>
              <a:p>
                <a:pPr>
                  <a:lnSpc>
                    <a:spcPct val="100000"/>
                  </a:lnSpc>
                  <a:spcBef>
                    <a:spcPts val="220"/>
                  </a:spcBef>
                </a:pPr>
                <a:endParaRPr sz="650">
                  <a:latin typeface="Tahoma"/>
                  <a:cs typeface="Tahoma"/>
                </a:endParaRPr>
              </a:p>
              <a:p>
                <a:pPr algn="ctr">
                  <a:lnSpc>
                    <a:spcPct val="100000"/>
                  </a:lnSpc>
                  <a:spcBef>
                    <a:spcPts val="5"/>
                  </a:spcBef>
                </a:pPr>
                <a:r>
                  <a:rPr sz="950" i="1" dirty="0">
                    <a:latin typeface="Arial"/>
                    <a:cs typeface="Arial"/>
                  </a:rPr>
                  <a:t>t </a:t>
                </a:r>
                <a:r>
                  <a:rPr sz="1050" dirty="0">
                    <a:latin typeface="Tahoma"/>
                    <a:cs typeface="Tahoma"/>
                  </a:rPr>
                  <a:t>=</a:t>
                </a:r>
                <a:r>
                  <a:rPr sz="1050" spc="-20" dirty="0">
                    <a:latin typeface="Tahoma"/>
                    <a:cs typeface="Tahoma"/>
                  </a:rPr>
                  <a:t> </a:t>
                </a:r>
                <a:r>
                  <a:rPr sz="950" spc="-50" dirty="0">
                    <a:latin typeface="Tahoma"/>
                    <a:cs typeface="Tahoma"/>
                  </a:rPr>
                  <a:t>2</a:t>
                </a:r>
                <a:endParaRPr sz="950">
                  <a:latin typeface="Tahoma"/>
                  <a:cs typeface="Tahoma"/>
                </a:endParaRPr>
              </a:p>
            </p:txBody>
          </p:sp>
          <p:sp>
            <p:nvSpPr>
              <p:cNvPr id="66" name="object 66"/>
              <p:cNvSpPr txBox="1"/>
              <p:nvPr/>
            </p:nvSpPr>
            <p:spPr>
              <a:xfrm>
                <a:off x="2992247" y="2176373"/>
                <a:ext cx="346710" cy="45783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950" i="1" spc="-25" dirty="0">
                    <a:latin typeface="Arial"/>
                    <a:cs typeface="Arial"/>
                  </a:rPr>
                  <a:t>x</a:t>
                </a:r>
                <a:r>
                  <a:rPr sz="975" spc="-37" baseline="-21367" dirty="0">
                    <a:latin typeface="Tahoma"/>
                    <a:cs typeface="Tahoma"/>
                  </a:rPr>
                  <a:t>3</a:t>
                </a:r>
                <a:endParaRPr sz="975" baseline="-21367">
                  <a:latin typeface="Tahoma"/>
                  <a:cs typeface="Tahoma"/>
                </a:endParaRPr>
              </a:p>
              <a:p>
                <a:pPr>
                  <a:lnSpc>
                    <a:spcPct val="100000"/>
                  </a:lnSpc>
                  <a:spcBef>
                    <a:spcPts val="220"/>
                  </a:spcBef>
                </a:pPr>
                <a:endParaRPr sz="650">
                  <a:latin typeface="Tahoma"/>
                  <a:cs typeface="Tahoma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950" i="1" dirty="0">
                    <a:latin typeface="Arial"/>
                    <a:cs typeface="Arial"/>
                  </a:rPr>
                  <a:t>t </a:t>
                </a:r>
                <a:r>
                  <a:rPr sz="1050" dirty="0">
                    <a:latin typeface="Tahoma"/>
                    <a:cs typeface="Tahoma"/>
                  </a:rPr>
                  <a:t>=</a:t>
                </a:r>
                <a:r>
                  <a:rPr sz="1050" spc="-15" dirty="0">
                    <a:latin typeface="Tahoma"/>
                    <a:cs typeface="Tahoma"/>
                  </a:rPr>
                  <a:t> </a:t>
                </a:r>
                <a:r>
                  <a:rPr sz="950" spc="-50" dirty="0">
                    <a:latin typeface="Tahoma"/>
                    <a:cs typeface="Tahoma"/>
                  </a:rPr>
                  <a:t>3</a:t>
                </a:r>
                <a:endParaRPr sz="950">
                  <a:latin typeface="Tahoma"/>
                  <a:cs typeface="Tahoma"/>
                </a:endParaRPr>
              </a:p>
            </p:txBody>
          </p:sp>
          <p:sp>
            <p:nvSpPr>
              <p:cNvPr id="67" name="object 67"/>
              <p:cNvSpPr txBox="1"/>
              <p:nvPr/>
            </p:nvSpPr>
            <p:spPr>
              <a:xfrm>
                <a:off x="3640582" y="2176983"/>
                <a:ext cx="346710" cy="45847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950" i="1" spc="-25" dirty="0">
                    <a:latin typeface="Arial"/>
                    <a:cs typeface="Arial"/>
                  </a:rPr>
                  <a:t>x</a:t>
                </a:r>
                <a:r>
                  <a:rPr sz="975" spc="-37" baseline="-21367" dirty="0">
                    <a:latin typeface="Tahoma"/>
                    <a:cs typeface="Tahoma"/>
                  </a:rPr>
                  <a:t>4</a:t>
                </a:r>
                <a:endParaRPr sz="975" baseline="-21367">
                  <a:latin typeface="Tahoma"/>
                  <a:cs typeface="Tahoma"/>
                </a:endParaRPr>
              </a:p>
              <a:p>
                <a:pPr>
                  <a:lnSpc>
                    <a:spcPct val="100000"/>
                  </a:lnSpc>
                  <a:spcBef>
                    <a:spcPts val="220"/>
                  </a:spcBef>
                </a:pPr>
                <a:endParaRPr sz="650">
                  <a:latin typeface="Tahoma"/>
                  <a:cs typeface="Tahoma"/>
                </a:endParaRPr>
              </a:p>
              <a:p>
                <a:pPr algn="ctr">
                  <a:lnSpc>
                    <a:spcPct val="100000"/>
                  </a:lnSpc>
                  <a:spcBef>
                    <a:spcPts val="5"/>
                  </a:spcBef>
                </a:pPr>
                <a:r>
                  <a:rPr sz="950" i="1" dirty="0">
                    <a:latin typeface="Arial"/>
                    <a:cs typeface="Arial"/>
                  </a:rPr>
                  <a:t>t </a:t>
                </a:r>
                <a:r>
                  <a:rPr sz="1050" dirty="0">
                    <a:latin typeface="Tahoma"/>
                    <a:cs typeface="Tahoma"/>
                  </a:rPr>
                  <a:t>=</a:t>
                </a:r>
                <a:r>
                  <a:rPr sz="1050" spc="-20" dirty="0">
                    <a:latin typeface="Tahoma"/>
                    <a:cs typeface="Tahoma"/>
                  </a:rPr>
                  <a:t> </a:t>
                </a:r>
                <a:r>
                  <a:rPr sz="950" spc="-50" dirty="0">
                    <a:latin typeface="Tahoma"/>
                    <a:cs typeface="Tahoma"/>
                  </a:rPr>
                  <a:t>4</a:t>
                </a:r>
                <a:endParaRPr sz="950">
                  <a:latin typeface="Tahoma"/>
                  <a:cs typeface="Tahoma"/>
                </a:endParaRPr>
              </a:p>
            </p:txBody>
          </p:sp>
          <p:sp>
            <p:nvSpPr>
              <p:cNvPr id="68" name="object 68"/>
              <p:cNvSpPr txBox="1"/>
              <p:nvPr/>
            </p:nvSpPr>
            <p:spPr>
              <a:xfrm>
                <a:off x="3714877" y="1441675"/>
                <a:ext cx="262890" cy="399415"/>
              </a:xfrm>
              <a:prstGeom prst="rect">
                <a:avLst/>
              </a:prstGeom>
            </p:spPr>
            <p:txBody>
              <a:bodyPr vert="horz" wrap="square" lIns="0" tIns="4445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350"/>
                  </a:spcBef>
                </a:pPr>
                <a:r>
                  <a:rPr sz="950" i="1" spc="-25" dirty="0">
                    <a:latin typeface="Arial"/>
                    <a:cs typeface="Arial"/>
                  </a:rPr>
                  <a:t>h</a:t>
                </a:r>
                <a:r>
                  <a:rPr sz="975" spc="-37" baseline="-21367" dirty="0">
                    <a:latin typeface="Tahoma"/>
                    <a:cs typeface="Tahoma"/>
                  </a:rPr>
                  <a:t>4</a:t>
                </a:r>
                <a:endParaRPr sz="975" baseline="-21367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290"/>
                  </a:spcBef>
                </a:pPr>
                <a:r>
                  <a:rPr sz="1050" dirty="0">
                    <a:latin typeface="Calibri"/>
                    <a:cs typeface="Calibri"/>
                  </a:rPr>
                  <a:t>·</a:t>
                </a:r>
                <a:r>
                  <a:rPr sz="1050" spc="95" dirty="0">
                    <a:latin typeface="Calibri"/>
                    <a:cs typeface="Calibri"/>
                  </a:rPr>
                  <a:t> </a:t>
                </a:r>
                <a:r>
                  <a:rPr sz="1050" dirty="0">
                    <a:latin typeface="Calibri"/>
                    <a:cs typeface="Calibri"/>
                  </a:rPr>
                  <a:t>·</a:t>
                </a:r>
                <a:r>
                  <a:rPr sz="1050" spc="100" dirty="0">
                    <a:latin typeface="Calibri"/>
                    <a:cs typeface="Calibri"/>
                  </a:rPr>
                  <a:t> </a:t>
                </a:r>
                <a:r>
                  <a:rPr sz="1050" spc="-60" dirty="0">
                    <a:latin typeface="Calibri"/>
                    <a:cs typeface="Calibri"/>
                  </a:rPr>
                  <a:t>·</a:t>
                </a:r>
                <a:endParaRPr sz="1050" dirty="0">
                  <a:latin typeface="Calibri"/>
                  <a:cs typeface="Calibri"/>
                </a:endParaRPr>
              </a:p>
            </p:txBody>
          </p:sp>
        </p:grpSp>
        <p:sp>
          <p:nvSpPr>
            <p:cNvPr id="76" name="Rectangle 75"/>
            <p:cNvSpPr/>
            <p:nvPr/>
          </p:nvSpPr>
          <p:spPr>
            <a:xfrm>
              <a:off x="3401543" y="821709"/>
              <a:ext cx="59477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48920">
                <a:lnSpc>
                  <a:spcPct val="100000"/>
                </a:lnSpc>
                <a:spcBef>
                  <a:spcPts val="95"/>
                </a:spcBef>
              </a:pPr>
              <a:r>
                <a:rPr lang="en-IN" sz="1400" i="1" spc="-25" dirty="0" smtClean="0">
                  <a:latin typeface="Arial"/>
                  <a:cs typeface="Arial"/>
                </a:rPr>
                <a:t>o</a:t>
              </a:r>
              <a:r>
                <a:rPr lang="en-IN" sz="1400" spc="-37" baseline="-21367" dirty="0" smtClean="0">
                  <a:latin typeface="Tahoma"/>
                  <a:cs typeface="Tahoma"/>
                </a:rPr>
                <a:t>4</a:t>
              </a:r>
              <a:endParaRPr lang="en-IN" sz="1400" baseline="-21367" dirty="0">
                <a:latin typeface="Tahoma"/>
                <a:cs typeface="Tahoma"/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687861" y="788530"/>
              <a:ext cx="34342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400" i="1" spc="-25" dirty="0" smtClean="0">
                  <a:latin typeface="Arial"/>
                  <a:cs typeface="Arial"/>
                </a:rPr>
                <a:t>o</a:t>
              </a:r>
              <a:r>
                <a:rPr lang="en-IN" sz="1400" spc="-37" baseline="-21367" dirty="0" smtClean="0">
                  <a:latin typeface="Tahoma"/>
                  <a:cs typeface="Tahoma"/>
                </a:rPr>
                <a:t>1</a:t>
              </a:r>
              <a:endParaRPr lang="en-IN" sz="1400" dirty="0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2364646" y="841442"/>
              <a:ext cx="34605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400" i="1" spc="-25" dirty="0" smtClean="0">
                  <a:latin typeface="Arial"/>
                  <a:cs typeface="Arial"/>
                </a:rPr>
                <a:t>o</a:t>
              </a:r>
              <a:r>
                <a:rPr lang="en-IN" sz="1400" i="1" spc="-25" baseline="-25000" dirty="0" smtClean="0">
                  <a:latin typeface="Arial"/>
                  <a:cs typeface="Arial"/>
                </a:rPr>
                <a:t>2</a:t>
              </a:r>
              <a:endParaRPr lang="en-IN" sz="1400" baseline="-25000" dirty="0"/>
            </a:p>
          </p:txBody>
        </p:sp>
      </p:grpSp>
      <p:sp>
        <p:nvSpPr>
          <p:cNvPr id="80" name="Rectangle 79"/>
          <p:cNvSpPr/>
          <p:nvPr/>
        </p:nvSpPr>
        <p:spPr>
          <a:xfrm>
            <a:off x="3329970" y="544761"/>
            <a:ext cx="2449295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i="1" dirty="0" err="1" smtClean="0"/>
              <a:t>W</a:t>
            </a:r>
            <a:r>
              <a:rPr lang="en-US" sz="900" i="1" baseline="-25000" dirty="0" err="1" smtClean="0"/>
              <a:t>hx</a:t>
            </a:r>
            <a:r>
              <a:rPr lang="en-US" sz="900" dirty="0" smtClean="0"/>
              <a:t>: The weight matrix between the input, </a:t>
            </a:r>
            <a:r>
              <a:rPr lang="en-US" sz="900" i="1" dirty="0" smtClean="0"/>
              <a:t>x</a:t>
            </a:r>
            <a:r>
              <a:rPr lang="en-US" sz="900" dirty="0" smtClean="0"/>
              <a:t>(</a:t>
            </a:r>
            <a:r>
              <a:rPr lang="en-US" sz="900" i="1" dirty="0" smtClean="0"/>
              <a:t>t</a:t>
            </a:r>
            <a:r>
              <a:rPr lang="en-US" sz="900" dirty="0" smtClean="0"/>
              <a:t>), and the hidden layer, </a:t>
            </a:r>
            <a:r>
              <a:rPr lang="en-US" sz="900" i="1" dirty="0" smtClean="0"/>
              <a:t>h</a:t>
            </a:r>
          </a:p>
          <a:p>
            <a:r>
              <a:rPr lang="en-US" sz="900" i="1" dirty="0" err="1" smtClean="0"/>
              <a:t>W</a:t>
            </a:r>
            <a:r>
              <a:rPr lang="en-US" sz="900" i="1" baseline="-25000" dirty="0" err="1" smtClean="0"/>
              <a:t>hh</a:t>
            </a:r>
            <a:r>
              <a:rPr lang="en-US" sz="900" dirty="0" smtClean="0"/>
              <a:t>: The weight matrix associated with the recurrent edge</a:t>
            </a:r>
          </a:p>
          <a:p>
            <a:r>
              <a:rPr lang="en-US" sz="900" i="1" dirty="0" smtClean="0"/>
              <a:t>W</a:t>
            </a:r>
            <a:r>
              <a:rPr lang="en-US" sz="900" i="1" baseline="-25000" dirty="0" smtClean="0"/>
              <a:t>ho</a:t>
            </a:r>
            <a:r>
              <a:rPr lang="en-US" sz="900" dirty="0" smtClean="0"/>
              <a:t>: The weight matrix between the hidden layer and output layer</a:t>
            </a:r>
          </a:p>
          <a:p>
            <a:r>
              <a:rPr lang="en-US" sz="900" dirty="0" smtClean="0"/>
              <a:t>Sometimes, </a:t>
            </a:r>
            <a:r>
              <a:rPr lang="en-US" sz="900" i="1" dirty="0" err="1" smtClean="0"/>
              <a:t>W</a:t>
            </a:r>
            <a:r>
              <a:rPr lang="en-US" sz="900" i="1" baseline="-25000" dirty="0" err="1" smtClean="0"/>
              <a:t>xh</a:t>
            </a:r>
            <a:r>
              <a:rPr lang="en-US" sz="900" i="1" baseline="-25000" dirty="0" smtClean="0"/>
              <a:t> </a:t>
            </a:r>
            <a:r>
              <a:rPr lang="en-US" sz="900" dirty="0" smtClean="0"/>
              <a:t>and </a:t>
            </a:r>
            <a:r>
              <a:rPr lang="en-US" sz="900" i="1" dirty="0" err="1" smtClean="0"/>
              <a:t>W</a:t>
            </a:r>
            <a:r>
              <a:rPr lang="en-US" sz="900" i="1" baseline="-25000" dirty="0" err="1" smtClean="0"/>
              <a:t>hh</a:t>
            </a:r>
            <a:r>
              <a:rPr lang="en-US" sz="900" dirty="0" smtClean="0"/>
              <a:t>, are concatenated</a:t>
            </a:r>
          </a:p>
          <a:p>
            <a:r>
              <a:rPr lang="en-US" sz="900" dirty="0" smtClean="0"/>
              <a:t>     to </a:t>
            </a:r>
            <a:r>
              <a:rPr lang="en-US" sz="900" i="1" dirty="0" err="1" smtClean="0"/>
              <a:t>W</a:t>
            </a:r>
            <a:r>
              <a:rPr lang="en-US" sz="900" i="1" baseline="-25000" dirty="0" err="1" smtClean="0"/>
              <a:t>h</a:t>
            </a:r>
            <a:r>
              <a:rPr lang="en-US" sz="900" i="1" dirty="0" smtClean="0"/>
              <a:t> </a:t>
            </a:r>
            <a:r>
              <a:rPr lang="en-US" sz="900" dirty="0" smtClean="0"/>
              <a:t>= [</a:t>
            </a:r>
            <a:r>
              <a:rPr lang="en-US" sz="900" i="1" dirty="0" err="1" smtClean="0"/>
              <a:t>W</a:t>
            </a:r>
            <a:r>
              <a:rPr lang="en-US" sz="900" i="1" baseline="-25000" dirty="0" err="1" smtClean="0"/>
              <a:t>xh</a:t>
            </a:r>
            <a:r>
              <a:rPr lang="en-US" sz="900" dirty="0" smtClean="0"/>
              <a:t>; </a:t>
            </a:r>
            <a:r>
              <a:rPr lang="en-US" sz="900" i="1" dirty="0" err="1" smtClean="0"/>
              <a:t>W</a:t>
            </a:r>
            <a:r>
              <a:rPr lang="en-US" sz="900" i="1" baseline="-25000" dirty="0" err="1" smtClean="0"/>
              <a:t>hh</a:t>
            </a:r>
            <a:r>
              <a:rPr lang="en-US" sz="900" dirty="0" smtClean="0"/>
              <a:t>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900" dirty="0" smtClean="0"/>
          </a:p>
          <a:p>
            <a:r>
              <a:rPr lang="en-US" sz="900" dirty="0" smtClean="0"/>
              <a:t>Where the parameters are: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 smtClean="0"/>
              <a:t> bias vectors </a:t>
            </a:r>
            <a:r>
              <a:rPr lang="en-US" sz="900" dirty="0" err="1" smtClean="0"/>
              <a:t>b</a:t>
            </a:r>
            <a:r>
              <a:rPr lang="en-US" sz="900" baseline="-25000" dirty="0" err="1" smtClean="0"/>
              <a:t>h</a:t>
            </a:r>
            <a:r>
              <a:rPr lang="en-US" sz="900" dirty="0" smtClean="0"/>
              <a:t> and </a:t>
            </a:r>
            <a:r>
              <a:rPr lang="en-US" sz="900" dirty="0" err="1" smtClean="0"/>
              <a:t>b</a:t>
            </a:r>
            <a:r>
              <a:rPr lang="en-US" sz="900" baseline="-25000" dirty="0" err="1" smtClean="0"/>
              <a:t>o</a:t>
            </a:r>
            <a:r>
              <a:rPr lang="en-US" sz="900" dirty="0" smtClean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 smtClean="0"/>
              <a:t> weight matrices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 smtClean="0"/>
              <a:t>Shared across timestamps</a:t>
            </a:r>
            <a:endParaRPr lang="en-IN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8" name="Ink 77"/>
              <p14:cNvContentPartPr/>
              <p14:nvPr/>
            </p14:nvContentPartPr>
            <p14:xfrm>
              <a:off x="22320" y="73080"/>
              <a:ext cx="5659560" cy="2746440"/>
            </p14:xfrm>
          </p:contentPart>
        </mc:Choice>
        <mc:Fallback>
          <p:pic>
            <p:nvPicPr>
              <p:cNvPr id="78" name="Ink 7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80" y="61560"/>
                <a:ext cx="5679720" cy="276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9152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</a:t>
            </a: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Mathematical</a:t>
            </a:r>
            <a:r>
              <a:rPr sz="1700" cap="small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Formulation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2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843653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24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470880" y="512640"/>
              <a:ext cx="4769280" cy="269100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5120" y="500040"/>
                <a:ext cx="4789080" cy="271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9705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</a:t>
            </a: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Mathematical</a:t>
            </a:r>
            <a:r>
              <a:rPr sz="1700" cap="small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Formulation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114" dirty="0">
                <a:solidFill>
                  <a:srgbClr val="FFFFFF"/>
                </a:solidFill>
                <a:latin typeface="Calibri"/>
                <a:cs typeface="Calibri"/>
              </a:rPr>
              <a:t>II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774438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25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335520" y="411480"/>
              <a:ext cx="5114160" cy="263124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5080" y="397080"/>
                <a:ext cx="5139360" cy="265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Parameter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Sharing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Across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spc="-75" dirty="0">
                <a:solidFill>
                  <a:srgbClr val="FFFFFF"/>
                </a:solidFill>
              </a:rPr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991793"/>
            <a:ext cx="69850" cy="648970"/>
            <a:chOff x="513702" y="991793"/>
            <a:chExt cx="69850" cy="6489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991793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571294"/>
              <a:ext cx="69291" cy="6929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19353" y="861301"/>
            <a:ext cx="3260725" cy="81788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4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Key</a:t>
            </a:r>
            <a:r>
              <a:rPr sz="10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insight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Same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parameters</a:t>
            </a:r>
            <a:r>
              <a:rPr sz="1050" spc="-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used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at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every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time</a:t>
            </a:r>
            <a:r>
              <a:rPr sz="1050" spc="-20" dirty="0">
                <a:latin typeface="Tahoma"/>
                <a:cs typeface="Tahoma"/>
              </a:rPr>
              <a:t> step</a:t>
            </a:r>
            <a:endParaRPr sz="1050">
              <a:latin typeface="Tahoma"/>
              <a:cs typeface="Tahoma"/>
            </a:endParaRPr>
          </a:p>
          <a:p>
            <a:pPr marL="276860" indent="-83820">
              <a:lnSpc>
                <a:spcPct val="100000"/>
              </a:lnSpc>
              <a:spcBef>
                <a:spcPts val="385"/>
              </a:spcBef>
              <a:buClr>
                <a:srgbClr val="3333B1"/>
              </a:buClr>
              <a:buSzPct val="63157"/>
              <a:buFont typeface="Arial MT"/>
              <a:buChar char="&gt;"/>
              <a:tabLst>
                <a:tab pos="276860" algn="l"/>
              </a:tabLst>
            </a:pPr>
            <a:r>
              <a:rPr sz="950" i="1" dirty="0">
                <a:latin typeface="Arial"/>
                <a:cs typeface="Arial"/>
              </a:rPr>
              <a:t>W</a:t>
            </a:r>
            <a:r>
              <a:rPr sz="1050" i="1" baseline="-19841" dirty="0">
                <a:latin typeface="Arial"/>
                <a:cs typeface="Arial"/>
              </a:rPr>
              <a:t>hx</a:t>
            </a:r>
            <a:r>
              <a:rPr sz="1050" i="1" spc="-15" baseline="-19841" dirty="0">
                <a:latin typeface="Arial"/>
                <a:cs typeface="Arial"/>
              </a:rPr>
              <a:t> </a:t>
            </a:r>
            <a:r>
              <a:rPr sz="950" dirty="0">
                <a:latin typeface="Tahoma"/>
                <a:cs typeface="Tahoma"/>
              </a:rPr>
              <a:t>,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W</a:t>
            </a:r>
            <a:r>
              <a:rPr sz="1050" i="1" baseline="-19841" dirty="0">
                <a:latin typeface="Arial"/>
                <a:cs typeface="Arial"/>
              </a:rPr>
              <a:t>hh </a:t>
            </a:r>
            <a:r>
              <a:rPr sz="950" dirty="0">
                <a:latin typeface="Tahoma"/>
                <a:cs typeface="Tahoma"/>
              </a:rPr>
              <a:t>,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b</a:t>
            </a:r>
            <a:r>
              <a:rPr sz="1050" i="1" baseline="-19841" dirty="0">
                <a:latin typeface="Arial"/>
                <a:cs typeface="Arial"/>
              </a:rPr>
              <a:t>h</a:t>
            </a:r>
            <a:r>
              <a:rPr sz="1050" i="1" spc="-30" baseline="-19841" dirty="0">
                <a:latin typeface="Arial"/>
                <a:cs typeface="Arial"/>
              </a:rPr>
              <a:t> 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Shared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across all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steps</a:t>
            </a:r>
            <a:endParaRPr sz="950">
              <a:latin typeface="Tahoma"/>
              <a:cs typeface="Tahoma"/>
            </a:endParaRPr>
          </a:p>
          <a:p>
            <a:pPr marL="276860" indent="-83820">
              <a:lnSpc>
                <a:spcPct val="100000"/>
              </a:lnSpc>
              <a:spcBef>
                <a:spcPts val="195"/>
              </a:spcBef>
              <a:buClr>
                <a:srgbClr val="3333B1"/>
              </a:buClr>
              <a:buSzPct val="63157"/>
              <a:buFont typeface="Arial MT"/>
              <a:buChar char="&gt;"/>
              <a:tabLst>
                <a:tab pos="276860" algn="l"/>
              </a:tabLst>
            </a:pPr>
            <a:r>
              <a:rPr sz="950" i="1" dirty="0">
                <a:latin typeface="Arial"/>
                <a:cs typeface="Arial"/>
              </a:rPr>
              <a:t>W</a:t>
            </a:r>
            <a:r>
              <a:rPr sz="1050" i="1" baseline="-19841" dirty="0">
                <a:latin typeface="Arial"/>
                <a:cs typeface="Arial"/>
              </a:rPr>
              <a:t>ho</a:t>
            </a:r>
            <a:r>
              <a:rPr sz="1050" i="1" spc="-15" baseline="-19841" dirty="0">
                <a:latin typeface="Arial"/>
                <a:cs typeface="Arial"/>
              </a:rPr>
              <a:t> </a:t>
            </a:r>
            <a:r>
              <a:rPr sz="950" dirty="0">
                <a:latin typeface="Tahoma"/>
                <a:cs typeface="Tahoma"/>
              </a:rPr>
              <a:t>,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b</a:t>
            </a:r>
            <a:r>
              <a:rPr sz="1050" i="1" baseline="-19841" dirty="0">
                <a:latin typeface="Arial"/>
                <a:cs typeface="Arial"/>
              </a:rPr>
              <a:t>o</a:t>
            </a:r>
            <a:r>
              <a:rPr sz="1050" i="1" spc="-7" baseline="-19841" dirty="0">
                <a:latin typeface="Arial"/>
                <a:cs typeface="Arial"/>
              </a:rPr>
              <a:t> 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Shared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across all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steps</a:t>
            </a:r>
            <a:endParaRPr sz="95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15"/>
              </a:spcBef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Advantages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0044" y="1741069"/>
            <a:ext cx="121259" cy="12125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6790" y="1726819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0044" y="1913179"/>
            <a:ext cx="121285" cy="293370"/>
            <a:chOff x="760044" y="1913179"/>
            <a:chExt cx="121285" cy="29337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044" y="1913179"/>
              <a:ext cx="121259" cy="12125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0044" y="2085252"/>
              <a:ext cx="121258" cy="12125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86790" y="2071217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6790" y="1662041"/>
            <a:ext cx="3664585" cy="55880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310"/>
              </a:spcBef>
            </a:pPr>
            <a:r>
              <a:rPr sz="950" dirty="0">
                <a:latin typeface="Tahoma"/>
                <a:cs typeface="Tahoma"/>
              </a:rPr>
              <a:t>Fixed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number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of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parameters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regardless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of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sequence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length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baseline="4629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900" spc="450" baseline="462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950" dirty="0">
                <a:latin typeface="Tahoma"/>
                <a:cs typeface="Tahoma"/>
              </a:rPr>
              <a:t>Can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process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sequences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of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any</a:t>
            </a:r>
            <a:r>
              <a:rPr sz="950" spc="-10" dirty="0">
                <a:latin typeface="Tahoma"/>
                <a:cs typeface="Tahoma"/>
              </a:rPr>
              <a:t> length</a:t>
            </a:r>
            <a:endParaRPr sz="950">
              <a:latin typeface="Tahoma"/>
              <a:cs typeface="Tahoma"/>
            </a:endParaRPr>
          </a:p>
          <a:p>
            <a:pPr marL="167005">
              <a:lnSpc>
                <a:spcPct val="100000"/>
              </a:lnSpc>
              <a:spcBef>
                <a:spcPts val="355"/>
              </a:spcBef>
            </a:pPr>
            <a:r>
              <a:rPr sz="950" dirty="0">
                <a:latin typeface="Tahoma"/>
                <a:cs typeface="Tahoma"/>
              </a:rPr>
              <a:t>Generalization: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patterns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learned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at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one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position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transfer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to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others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2334260"/>
            <a:ext cx="5760085" cy="899794"/>
            <a:chOff x="0" y="2334260"/>
            <a:chExt cx="5760085" cy="899794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02" y="2334260"/>
              <a:ext cx="69291" cy="6929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4448" y="2258974"/>
            <a:ext cx="367284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Contrast</a:t>
            </a:r>
            <a:r>
              <a:rPr sz="1050" spc="-5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with</a:t>
            </a:r>
            <a:r>
              <a:rPr sz="1050" spc="-2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feedforward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Different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weights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for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each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position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26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Ink 21"/>
              <p14:cNvContentPartPr/>
              <p14:nvPr/>
            </p14:nvContentPartPr>
            <p14:xfrm>
              <a:off x="708840" y="422640"/>
              <a:ext cx="4865400" cy="1653120"/>
            </p14:xfrm>
          </p:contentPart>
        </mc:Choice>
        <mc:Fallback>
          <p:pic>
            <p:nvPicPr>
              <p:cNvPr id="22" name="Ink 2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9120" y="414000"/>
                <a:ext cx="4890600" cy="1674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RNN</a:t>
            </a:r>
            <a:r>
              <a:rPr cap="small" spc="-1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Parameter</a:t>
            </a:r>
            <a:r>
              <a:rPr cap="small" spc="90" dirty="0">
                <a:solidFill>
                  <a:srgbClr val="FFFFFF"/>
                </a:solidFill>
              </a:rPr>
              <a:t> </a:t>
            </a:r>
            <a:r>
              <a:rPr cap="small" spc="-45" dirty="0">
                <a:solidFill>
                  <a:srgbClr val="FFFFFF"/>
                </a:solidFill>
              </a:rPr>
              <a:t>Counting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84377"/>
            <a:ext cx="5760085" cy="2649220"/>
            <a:chOff x="0" y="584377"/>
            <a:chExt cx="5760085" cy="2649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84377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347393"/>
              <a:ext cx="69291" cy="692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32053" y="452859"/>
            <a:ext cx="4111625" cy="24447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45"/>
              </a:spcBef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Given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 dirty="0">
              <a:latin typeface="Tahoma"/>
              <a:cs typeface="Tahoma"/>
            </a:endParaRPr>
          </a:p>
          <a:p>
            <a:pPr marL="244475" indent="-64135">
              <a:lnSpc>
                <a:spcPct val="100000"/>
              </a:lnSpc>
              <a:spcBef>
                <a:spcPts val="390"/>
              </a:spcBef>
              <a:buClr>
                <a:srgbClr val="3333B1"/>
              </a:buClr>
              <a:buSzPct val="63157"/>
              <a:buFont typeface="Arial MT"/>
              <a:buChar char="&gt;"/>
              <a:tabLst>
                <a:tab pos="244475" algn="l"/>
              </a:tabLst>
            </a:pPr>
            <a:r>
              <a:rPr sz="950" dirty="0">
                <a:latin typeface="Tahoma"/>
                <a:cs typeface="Tahoma"/>
              </a:rPr>
              <a:t>Input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dimension: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i="1" spc="-50" dirty="0">
                <a:latin typeface="Arial"/>
                <a:cs typeface="Arial"/>
              </a:rPr>
              <a:t>d</a:t>
            </a:r>
            <a:endParaRPr sz="950" dirty="0">
              <a:latin typeface="Arial"/>
              <a:cs typeface="Arial"/>
            </a:endParaRPr>
          </a:p>
          <a:p>
            <a:pPr marL="264160" indent="-83820">
              <a:lnSpc>
                <a:spcPct val="100000"/>
              </a:lnSpc>
              <a:spcBef>
                <a:spcPts val="190"/>
              </a:spcBef>
              <a:buClr>
                <a:srgbClr val="3333B1"/>
              </a:buClr>
              <a:buSzPct val="63157"/>
              <a:buFont typeface="Arial MT"/>
              <a:buChar char="&gt;"/>
              <a:tabLst>
                <a:tab pos="264160" algn="l"/>
              </a:tabLst>
            </a:pPr>
            <a:r>
              <a:rPr sz="950" dirty="0">
                <a:latin typeface="Tahoma"/>
                <a:cs typeface="Tahoma"/>
              </a:rPr>
              <a:t>Hidden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dimension: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i="1" spc="-50" dirty="0">
                <a:latin typeface="Arial"/>
                <a:cs typeface="Arial"/>
              </a:rPr>
              <a:t>h</a:t>
            </a:r>
            <a:endParaRPr sz="950" dirty="0">
              <a:latin typeface="Arial"/>
              <a:cs typeface="Arial"/>
            </a:endParaRPr>
          </a:p>
          <a:p>
            <a:pPr marL="264160" indent="-83820">
              <a:lnSpc>
                <a:spcPct val="100000"/>
              </a:lnSpc>
              <a:spcBef>
                <a:spcPts val="204"/>
              </a:spcBef>
              <a:buClr>
                <a:srgbClr val="3333B1"/>
              </a:buClr>
              <a:buSzPct val="63157"/>
              <a:buFont typeface="Arial MT"/>
              <a:buChar char="&gt;"/>
              <a:tabLst>
                <a:tab pos="264160" algn="l"/>
              </a:tabLst>
            </a:pPr>
            <a:r>
              <a:rPr sz="950" spc="-10" dirty="0">
                <a:latin typeface="Tahoma"/>
                <a:cs typeface="Tahoma"/>
              </a:rPr>
              <a:t>Output/vocabulary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size:</a:t>
            </a:r>
            <a:r>
              <a:rPr sz="950" spc="30" dirty="0">
                <a:latin typeface="Tahoma"/>
                <a:cs typeface="Tahoma"/>
              </a:rPr>
              <a:t> </a:t>
            </a:r>
            <a:r>
              <a:rPr sz="950" i="1" spc="-50" dirty="0">
                <a:latin typeface="Arial"/>
                <a:cs typeface="Arial"/>
              </a:rPr>
              <a:t>V</a:t>
            </a:r>
            <a:endParaRPr sz="950" dirty="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51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Parameter</a:t>
            </a:r>
            <a:r>
              <a:rPr sz="1050" spc="-5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count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 dirty="0">
              <a:latin typeface="Tahoma"/>
              <a:cs typeface="Tahoma"/>
            </a:endParaRPr>
          </a:p>
          <a:p>
            <a:pPr marL="756920" marR="2665095" indent="-3175">
              <a:lnSpc>
                <a:spcPct val="120800"/>
              </a:lnSpc>
              <a:spcBef>
                <a:spcPts val="715"/>
              </a:spcBef>
            </a:pPr>
            <a:r>
              <a:rPr sz="1050" i="1" dirty="0">
                <a:latin typeface="Arial"/>
                <a:cs typeface="Arial"/>
              </a:rPr>
              <a:t>W</a:t>
            </a:r>
            <a:r>
              <a:rPr sz="1050" i="1" baseline="-19841" dirty="0">
                <a:latin typeface="Arial"/>
                <a:cs typeface="Arial"/>
              </a:rPr>
              <a:t>hx</a:t>
            </a:r>
            <a:r>
              <a:rPr sz="1050" i="1" spc="-30" baseline="-19841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: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spc="-50" dirty="0">
                <a:latin typeface="Arial"/>
                <a:cs typeface="Arial"/>
              </a:rPr>
              <a:t>d </a:t>
            </a:r>
            <a:r>
              <a:rPr sz="1050" i="1" dirty="0">
                <a:latin typeface="Arial"/>
                <a:cs typeface="Arial"/>
              </a:rPr>
              <a:t>W</a:t>
            </a:r>
            <a:r>
              <a:rPr sz="1050" i="1" baseline="-19841" dirty="0">
                <a:latin typeface="Arial"/>
                <a:cs typeface="Arial"/>
              </a:rPr>
              <a:t>hh</a:t>
            </a:r>
            <a:r>
              <a:rPr sz="1050" i="1" spc="-22" baseline="-19841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: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spc="-50" dirty="0">
                <a:latin typeface="Arial"/>
                <a:cs typeface="Arial"/>
              </a:rPr>
              <a:t>h</a:t>
            </a:r>
            <a:endParaRPr sz="1050" dirty="0">
              <a:latin typeface="Arial"/>
              <a:cs typeface="Arial"/>
            </a:endParaRPr>
          </a:p>
          <a:p>
            <a:pPr marL="753745" marR="2654300" indent="106680">
              <a:lnSpc>
                <a:spcPct val="108300"/>
              </a:lnSpc>
              <a:spcBef>
                <a:spcPts val="375"/>
              </a:spcBef>
            </a:pPr>
            <a:r>
              <a:rPr sz="1050" i="1" dirty="0">
                <a:latin typeface="Arial"/>
                <a:cs typeface="Arial"/>
              </a:rPr>
              <a:t>b</a:t>
            </a:r>
            <a:r>
              <a:rPr sz="1050" i="1" baseline="-19841" dirty="0">
                <a:latin typeface="Arial"/>
                <a:cs typeface="Arial"/>
              </a:rPr>
              <a:t>h </a:t>
            </a:r>
            <a:r>
              <a:rPr sz="1200" dirty="0">
                <a:latin typeface="Tahoma"/>
                <a:cs typeface="Tahoma"/>
              </a:rPr>
              <a:t>: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spc="-50" dirty="0">
                <a:latin typeface="Arial"/>
                <a:cs typeface="Arial"/>
              </a:rPr>
              <a:t>h</a:t>
            </a:r>
            <a:r>
              <a:rPr sz="1050" i="1" spc="500" dirty="0">
                <a:latin typeface="Arial"/>
                <a:cs typeface="Arial"/>
              </a:rPr>
              <a:t> </a:t>
            </a:r>
            <a:r>
              <a:rPr sz="1050" i="1" dirty="0">
                <a:latin typeface="Arial"/>
                <a:cs typeface="Arial"/>
              </a:rPr>
              <a:t>W</a:t>
            </a:r>
            <a:r>
              <a:rPr sz="1050" i="1" baseline="-19841" dirty="0">
                <a:latin typeface="Arial"/>
                <a:cs typeface="Arial"/>
              </a:rPr>
              <a:t>ho</a:t>
            </a:r>
            <a:r>
              <a:rPr sz="1050" i="1" spc="-22" baseline="-19841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: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V</a:t>
            </a:r>
            <a:r>
              <a:rPr sz="1050" i="1" spc="-15" dirty="0">
                <a:latin typeface="Arial"/>
                <a:cs typeface="Arial"/>
              </a:rPr>
              <a:t> </a:t>
            </a:r>
            <a:r>
              <a:rPr sz="1200" spc="-140" dirty="0">
                <a:latin typeface="Microsoft YaHei UI"/>
                <a:cs typeface="Microsoft YaHei UI"/>
              </a:rPr>
              <a:t>×</a:t>
            </a:r>
            <a:r>
              <a:rPr sz="1200" spc="25" dirty="0">
                <a:latin typeface="Microsoft YaHei UI"/>
                <a:cs typeface="Microsoft YaHei UI"/>
              </a:rPr>
              <a:t> </a:t>
            </a:r>
            <a:r>
              <a:rPr sz="1050" i="1" spc="-50" dirty="0">
                <a:latin typeface="Arial"/>
                <a:cs typeface="Arial"/>
              </a:rPr>
              <a:t>h</a:t>
            </a:r>
            <a:endParaRPr sz="1050" dirty="0">
              <a:latin typeface="Arial"/>
              <a:cs typeface="Arial"/>
            </a:endParaRPr>
          </a:p>
          <a:p>
            <a:pPr marL="859155">
              <a:lnSpc>
                <a:spcPct val="100000"/>
              </a:lnSpc>
              <a:spcBef>
                <a:spcPts val="300"/>
              </a:spcBef>
            </a:pPr>
            <a:r>
              <a:rPr sz="1050" i="1" dirty="0">
                <a:latin typeface="Arial"/>
                <a:cs typeface="Arial"/>
              </a:rPr>
              <a:t>b</a:t>
            </a:r>
            <a:r>
              <a:rPr sz="1050" i="1" baseline="-19841" dirty="0">
                <a:latin typeface="Arial"/>
                <a:cs typeface="Arial"/>
              </a:rPr>
              <a:t>o </a:t>
            </a:r>
            <a:r>
              <a:rPr sz="1200" dirty="0">
                <a:latin typeface="Tahoma"/>
                <a:cs typeface="Tahoma"/>
              </a:rPr>
              <a:t>: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spc="-50" dirty="0">
                <a:latin typeface="Arial"/>
                <a:cs typeface="Arial"/>
              </a:rPr>
              <a:t>V</a:t>
            </a:r>
            <a:endParaRPr sz="1050" dirty="0">
              <a:latin typeface="Arial"/>
              <a:cs typeface="Arial"/>
            </a:endParaRPr>
          </a:p>
          <a:p>
            <a:pPr marL="695960">
              <a:lnSpc>
                <a:spcPct val="100000"/>
              </a:lnSpc>
              <a:spcBef>
                <a:spcPts val="490"/>
              </a:spcBef>
            </a:pPr>
            <a:r>
              <a:rPr sz="1050" i="1" dirty="0">
                <a:latin typeface="Arial"/>
                <a:cs typeface="Arial"/>
              </a:rPr>
              <a:t>Total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: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hd</a:t>
            </a:r>
            <a:r>
              <a:rPr sz="1050" i="1" spc="-1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baseline="23809" dirty="0">
                <a:latin typeface="Tahoma"/>
                <a:cs typeface="Tahoma"/>
              </a:rPr>
              <a:t>2</a:t>
            </a:r>
            <a:r>
              <a:rPr sz="1050" spc="15" baseline="23809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+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Vh</a:t>
            </a:r>
            <a:r>
              <a:rPr sz="1050" i="1" spc="-2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V</a:t>
            </a:r>
            <a:r>
              <a:rPr sz="1050" i="1" spc="-2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d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i="1" spc="-15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V</a:t>
            </a:r>
            <a:r>
              <a:rPr sz="1050" i="1" spc="-1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1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+ </a:t>
            </a:r>
            <a:r>
              <a:rPr sz="1050" i="1" spc="-50" dirty="0">
                <a:latin typeface="Arial"/>
                <a:cs typeface="Arial"/>
              </a:rPr>
              <a:t>V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27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/>
              <p14:cNvContentPartPr/>
              <p14:nvPr/>
            </p14:nvContentPartPr>
            <p14:xfrm>
              <a:off x="1154160" y="369000"/>
              <a:ext cx="3625200" cy="2652480"/>
            </p14:xfrm>
          </p:contentPart>
        </mc:Choice>
        <mc:Fallback>
          <p:pic>
            <p:nvPicPr>
              <p:cNvPr id="12" name="Ink 1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2280" y="357480"/>
                <a:ext cx="3652560" cy="267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95656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</a:t>
            </a: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Parameter</a:t>
            </a:r>
            <a:r>
              <a:rPr sz="1700" cap="small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Counting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371" y="550176"/>
              <a:ext cx="4887087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28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243" y="98552"/>
            <a:ext cx="793096" cy="1125247"/>
          </a:xfrm>
          <a:prstGeom prst="rect">
            <a:avLst/>
          </a:prstGeom>
          <a:ln>
            <a:solidFill>
              <a:schemeClr val="accent2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/>
              <p14:cNvContentPartPr/>
              <p14:nvPr/>
            </p14:nvContentPartPr>
            <p14:xfrm>
              <a:off x="815040" y="385560"/>
              <a:ext cx="4415400" cy="230940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7120" y="377640"/>
                <a:ext cx="4436640" cy="2330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2090658"/>
            <a:ext cx="2142166" cy="3462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300" y="2107252"/>
            <a:ext cx="2845106" cy="3999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700" y="2520968"/>
            <a:ext cx="1758668" cy="4091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316" y="589431"/>
            <a:ext cx="3238241" cy="1417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65" y="100639"/>
            <a:ext cx="48875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Computing activations in an RNN</a:t>
            </a:r>
            <a:endParaRPr lang="en-IN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/>
              <p14:cNvContentPartPr/>
              <p14:nvPr/>
            </p14:nvContentPartPr>
            <p14:xfrm>
              <a:off x="102600" y="425520"/>
              <a:ext cx="3476160" cy="2493360"/>
            </p14:xfrm>
          </p:contentPart>
        </mc:Choice>
        <mc:Fallback>
          <p:pic>
            <p:nvPicPr>
              <p:cNvPr id="7" name="Ink 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720" y="413640"/>
                <a:ext cx="3498480" cy="251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5722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894" y="98552"/>
            <a:ext cx="3750945" cy="261610"/>
          </a:xfrm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RNN Forward propagation example</a:t>
            </a:r>
            <a:endParaRPr lang="en-IN" dirty="0">
              <a:solidFill>
                <a:schemeClr val="bg1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107959" y="155952"/>
            <a:ext cx="1368363" cy="515166"/>
            <a:chOff x="304801" y="3078653"/>
            <a:chExt cx="5266565" cy="2286399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4801" y="3637202"/>
              <a:ext cx="3824756" cy="1727850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1" y="3078653"/>
              <a:ext cx="5266565" cy="690697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</p:pic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2" y="958117"/>
            <a:ext cx="2272961" cy="2075312"/>
          </a:xfrm>
          <a:prstGeom prst="rect">
            <a:avLst/>
          </a:prstGeom>
        </p:spPr>
      </p:pic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71993" y="557268"/>
            <a:ext cx="5429462" cy="17820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/>
            <a:r>
              <a:rPr lang="en-US" sz="946" dirty="0">
                <a:latin typeface="Calibri"/>
                <a:cs typeface="Calibri"/>
              </a:rPr>
              <a:t>calculate</a:t>
            </a:r>
            <a:r>
              <a:rPr lang="en-US" sz="946" spc="116" dirty="0">
                <a:latin typeface="Calibri"/>
                <a:cs typeface="Calibri"/>
              </a:rPr>
              <a:t> </a:t>
            </a:r>
            <a:r>
              <a:rPr lang="en-US" sz="946" dirty="0">
                <a:latin typeface="Calibri"/>
                <a:cs typeface="Calibri"/>
              </a:rPr>
              <a:t>the</a:t>
            </a:r>
            <a:r>
              <a:rPr lang="en-US" sz="946" spc="116" dirty="0">
                <a:latin typeface="Calibri"/>
                <a:cs typeface="Calibri"/>
              </a:rPr>
              <a:t> </a:t>
            </a:r>
            <a:r>
              <a:rPr lang="en-US" sz="946" dirty="0">
                <a:latin typeface="Calibri"/>
                <a:cs typeface="Calibri"/>
              </a:rPr>
              <a:t>output</a:t>
            </a:r>
            <a:r>
              <a:rPr lang="en-US" sz="946" spc="116" dirty="0">
                <a:latin typeface="Calibri"/>
                <a:cs typeface="Calibri"/>
              </a:rPr>
              <a:t> </a:t>
            </a:r>
            <a:r>
              <a:rPr lang="en-US" sz="946" dirty="0">
                <a:latin typeface="Calibri"/>
                <a:cs typeface="Calibri"/>
              </a:rPr>
              <a:t>and</a:t>
            </a:r>
            <a:r>
              <a:rPr lang="en-US" sz="946" spc="111" dirty="0">
                <a:latin typeface="Calibri"/>
                <a:cs typeface="Calibri"/>
              </a:rPr>
              <a:t> </a:t>
            </a:r>
            <a:r>
              <a:rPr lang="en-US" sz="946" dirty="0">
                <a:latin typeface="Calibri"/>
                <a:cs typeface="Calibri"/>
              </a:rPr>
              <a:t>total</a:t>
            </a:r>
            <a:r>
              <a:rPr lang="en-US" sz="946" spc="116" dirty="0">
                <a:latin typeface="Calibri"/>
                <a:cs typeface="Calibri"/>
              </a:rPr>
              <a:t> </a:t>
            </a:r>
            <a:r>
              <a:rPr lang="en-US" sz="946" dirty="0">
                <a:latin typeface="Calibri"/>
                <a:cs typeface="Calibri"/>
              </a:rPr>
              <a:t>parameters</a:t>
            </a:r>
            <a:r>
              <a:rPr lang="en-US" sz="946" spc="116" dirty="0">
                <a:latin typeface="Calibri"/>
                <a:cs typeface="Calibri"/>
              </a:rPr>
              <a:t> </a:t>
            </a:r>
            <a:r>
              <a:rPr lang="en-US" sz="946" dirty="0">
                <a:latin typeface="Calibri"/>
                <a:cs typeface="Calibri"/>
              </a:rPr>
              <a:t>in</a:t>
            </a:r>
            <a:r>
              <a:rPr lang="en-US" sz="946" spc="116" dirty="0">
                <a:latin typeface="Calibri"/>
                <a:cs typeface="Calibri"/>
              </a:rPr>
              <a:t> </a:t>
            </a:r>
            <a:r>
              <a:rPr lang="en-US" sz="946" dirty="0">
                <a:latin typeface="Calibri"/>
                <a:cs typeface="Calibri"/>
              </a:rPr>
              <a:t>the</a:t>
            </a:r>
            <a:r>
              <a:rPr lang="en-US" sz="946" spc="113" dirty="0">
                <a:latin typeface="Calibri"/>
                <a:cs typeface="Calibri"/>
              </a:rPr>
              <a:t> </a:t>
            </a:r>
            <a:r>
              <a:rPr lang="en-US" sz="946" spc="-5" dirty="0">
                <a:latin typeface="Calibri"/>
                <a:cs typeface="Calibri"/>
              </a:rPr>
              <a:t>network </a:t>
            </a:r>
            <a:r>
              <a:rPr lang="en-US" sz="946" dirty="0">
                <a:latin typeface="Calibri"/>
                <a:cs typeface="Calibri"/>
              </a:rPr>
              <a:t>assuming</a:t>
            </a:r>
            <a:r>
              <a:rPr lang="en-US" sz="946" spc="2" dirty="0">
                <a:latin typeface="Calibri"/>
                <a:cs typeface="Calibri"/>
              </a:rPr>
              <a:t> </a:t>
            </a:r>
            <a:r>
              <a:rPr lang="en-US" sz="946" dirty="0">
                <a:latin typeface="Calibri"/>
                <a:cs typeface="Calibri"/>
              </a:rPr>
              <a:t>all</a:t>
            </a:r>
            <a:r>
              <a:rPr lang="en-US" sz="946" spc="9" dirty="0">
                <a:latin typeface="Calibri"/>
                <a:cs typeface="Calibri"/>
              </a:rPr>
              <a:t> </a:t>
            </a:r>
            <a:r>
              <a:rPr lang="en-US" sz="946" dirty="0">
                <a:latin typeface="Calibri"/>
                <a:cs typeface="Calibri"/>
              </a:rPr>
              <a:t>Sigmoid</a:t>
            </a:r>
            <a:r>
              <a:rPr lang="en-US" sz="946" spc="5" dirty="0">
                <a:latin typeface="Calibri"/>
                <a:cs typeface="Calibri"/>
              </a:rPr>
              <a:t> </a:t>
            </a:r>
            <a:r>
              <a:rPr lang="en-US" sz="946" dirty="0">
                <a:latin typeface="Calibri"/>
                <a:cs typeface="Calibri"/>
              </a:rPr>
              <a:t>neurons.</a:t>
            </a:r>
            <a:r>
              <a:rPr lang="en-US" sz="946" spc="9" dirty="0">
                <a:latin typeface="Calibri"/>
                <a:cs typeface="Calibri"/>
              </a:rPr>
              <a:t> </a:t>
            </a:r>
            <a:endParaRPr lang="en-IN" sz="94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770467" y="1520487"/>
                <a:ext cx="271170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.  </m:t>
                      </m:r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=0.5249+0.3=0.8249</m:t>
                      </m:r>
                    </m:oMath>
                  </m:oMathPara>
                </a14:m>
                <a:endParaRPr lang="en-US" sz="10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IN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  <m:r>
                        <a:rPr lang="en-US" sz="10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0.6952</m:t>
                      </m:r>
                    </m:oMath>
                  </m:oMathPara>
                </a14:m>
                <a:endParaRPr lang="en-US" sz="10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.  </m:t>
                      </m:r>
                      <m:sSub>
                        <m:sSub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0.6952</m:t>
                      </m:r>
                    </m:oMath>
                  </m:oMathPara>
                </a14:m>
                <a:endParaRPr lang="en-US" sz="1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I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  <m:r>
                        <a:rPr lang="en-US" sz="1000" i="1">
                          <a:latin typeface="Cambria Math" panose="02040503050406030204" pitchFamily="18" charset="0"/>
                        </a:rPr>
                        <m:t> =0.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6671</m:t>
                      </m:r>
                    </m:oMath>
                  </m:oMathPara>
                </a14:m>
                <a:endParaRPr lang="en-IN" sz="1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467" y="1520487"/>
                <a:ext cx="2711704" cy="615553"/>
              </a:xfrm>
              <a:prstGeom prst="rect">
                <a:avLst/>
              </a:prstGeom>
              <a:blipFill rotWithShape="0">
                <a:blip r:embed="rId5"/>
                <a:stretch>
                  <a:fillRect r="-899" b="-5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311580" y="823641"/>
                <a:ext cx="163153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1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.  </m:t>
                      </m:r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US" sz="10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1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IN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</m:sub>
                          </m:sSub>
                        </m:e>
                      </m:d>
                      <m:r>
                        <a:rPr lang="en-US" sz="10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0.5249</m:t>
                      </m:r>
                    </m:oMath>
                  </m:oMathPara>
                </a14:m>
                <a:endParaRPr lang="en-US" sz="10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1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000" i="1">
                          <a:latin typeface="Cambria Math" panose="02040503050406030204" pitchFamily="18" charset="0"/>
                        </a:rPr>
                        <m:t>.  </m:t>
                      </m:r>
                      <m:sSub>
                        <m:sSubPr>
                          <m:ctrlPr>
                            <a:rPr lang="en-US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000" i="1">
                          <a:latin typeface="Cambria Math" panose="02040503050406030204" pitchFamily="18" charset="0"/>
                        </a:rPr>
                        <m:t>=0.5249</m:t>
                      </m:r>
                    </m:oMath>
                  </m:oMathPara>
                </a14:m>
                <a:endParaRPr lang="en-US" sz="1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1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1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I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</m:sub>
                          </m:sSub>
                        </m:e>
                      </m:d>
                      <m:r>
                        <a:rPr lang="en-US" sz="1000" i="1">
                          <a:latin typeface="Cambria Math" panose="02040503050406030204" pitchFamily="18" charset="0"/>
                        </a:rPr>
                        <m:t> =0.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6283</m:t>
                      </m:r>
                    </m:oMath>
                  </m:oMathPara>
                </a14:m>
                <a:endParaRPr lang="en-IN" sz="1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580" y="823641"/>
                <a:ext cx="1631536" cy="615553"/>
              </a:xfrm>
              <a:prstGeom prst="rect">
                <a:avLst/>
              </a:prstGeom>
              <a:blipFill rotWithShape="0">
                <a:blip r:embed="rId6"/>
                <a:stretch>
                  <a:fillRect l="-373" r="-1493" b="-5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2959100" y="2308225"/>
            <a:ext cx="107634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 smtClean="0">
                <a:solidFill>
                  <a:srgbClr val="006FC0"/>
                </a:solidFill>
                <a:latin typeface="Calibri" panose="020F0502020204030204" pitchFamily="34" charset="0"/>
              </a:rPr>
              <a:t>U </a:t>
            </a:r>
            <a:r>
              <a:rPr lang="en-IN" sz="800" dirty="0" smtClean="0">
                <a:solidFill>
                  <a:srgbClr val="006FC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1</a:t>
            </a:r>
            <a:endParaRPr lang="en-IN" sz="800" dirty="0">
              <a:solidFill>
                <a:srgbClr val="006FC0"/>
              </a:solidFill>
              <a:latin typeface="Calibri" panose="020F0502020204030204" pitchFamily="34" charset="0"/>
            </a:endParaRPr>
          </a:p>
          <a:p>
            <a:r>
              <a:rPr lang="en-IN" sz="800" dirty="0" smtClean="0">
                <a:solidFill>
                  <a:srgbClr val="006FC0"/>
                </a:solidFill>
                <a:latin typeface="Calibri" panose="020F0502020204030204" pitchFamily="34" charset="0"/>
              </a:rPr>
              <a:t>W </a:t>
            </a:r>
            <a:r>
              <a:rPr lang="en-IN" sz="800" dirty="0" smtClean="0">
                <a:solidFill>
                  <a:srgbClr val="006FC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IN" sz="800" dirty="0" smtClean="0">
                <a:solidFill>
                  <a:srgbClr val="006FC0"/>
                </a:solidFill>
                <a:latin typeface="Calibri" panose="020F0502020204030204" pitchFamily="34" charset="0"/>
              </a:rPr>
              <a:t>1</a:t>
            </a:r>
          </a:p>
          <a:p>
            <a:r>
              <a:rPr lang="en-US" sz="800" dirty="0" smtClean="0">
                <a:solidFill>
                  <a:srgbClr val="006FC0"/>
                </a:solidFill>
                <a:latin typeface="Calibri" panose="020F0502020204030204" pitchFamily="34" charset="0"/>
              </a:rPr>
              <a:t>V</a:t>
            </a:r>
            <a:r>
              <a:rPr lang="en-US" sz="800" dirty="0" smtClean="0">
                <a:solidFill>
                  <a:srgbClr val="006FC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1</a:t>
            </a:r>
            <a:endParaRPr lang="en-IN" sz="800" dirty="0">
              <a:solidFill>
                <a:srgbClr val="006FC0"/>
              </a:solidFill>
              <a:latin typeface="Calibri" panose="020F0502020204030204" pitchFamily="34" charset="0"/>
            </a:endParaRPr>
          </a:p>
          <a:p>
            <a:r>
              <a:rPr lang="en-IN" sz="800" dirty="0" smtClean="0">
                <a:solidFill>
                  <a:srgbClr val="006FC0"/>
                </a:solidFill>
                <a:latin typeface="Calibri" panose="020F0502020204030204" pitchFamily="34" charset="0"/>
              </a:rPr>
              <a:t>Biases </a:t>
            </a:r>
            <a:r>
              <a:rPr lang="en-IN" sz="800" dirty="0" smtClean="0">
                <a:solidFill>
                  <a:srgbClr val="006FC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IN" sz="800" dirty="0" smtClean="0">
                <a:solidFill>
                  <a:srgbClr val="006FC0"/>
                </a:solidFill>
                <a:latin typeface="Calibri" panose="020F0502020204030204" pitchFamily="34" charset="0"/>
              </a:rPr>
              <a:t>2</a:t>
            </a:r>
          </a:p>
          <a:p>
            <a:r>
              <a:rPr lang="en-US" sz="800" dirty="0" smtClean="0">
                <a:solidFill>
                  <a:srgbClr val="006FC0"/>
                </a:solidFill>
                <a:latin typeface="Calibri" panose="020F0502020204030204" pitchFamily="34" charset="0"/>
              </a:rPr>
              <a:t>Total 5 parameters</a:t>
            </a:r>
            <a:endParaRPr lang="en-IN" sz="8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138600" y="168120"/>
              <a:ext cx="5473440" cy="28717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5640" y="158760"/>
                <a:ext cx="5500080" cy="289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57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0295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</a:t>
            </a:r>
            <a:r>
              <a:rPr sz="17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Forward</a:t>
            </a:r>
            <a:r>
              <a:rPr sz="1700" cap="small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Pass:</a:t>
            </a:r>
            <a:r>
              <a:rPr sz="17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56945"/>
            <a:ext cx="5760085" cy="2776855"/>
            <a:chOff x="0" y="456945"/>
            <a:chExt cx="5760085" cy="2776855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21" y="456945"/>
              <a:ext cx="4394327" cy="26509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31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660" y="100899"/>
            <a:ext cx="793096" cy="1125247"/>
          </a:xfrm>
          <a:prstGeom prst="rect">
            <a:avLst/>
          </a:prstGeom>
          <a:ln>
            <a:solidFill>
              <a:schemeClr val="accent2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/>
              <p14:cNvContentPartPr/>
              <p14:nvPr/>
            </p14:nvContentPartPr>
            <p14:xfrm>
              <a:off x="785160" y="150480"/>
              <a:ext cx="4824360" cy="293112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5080" y="136800"/>
                <a:ext cx="4845960" cy="2956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100075"/>
            <a:ext cx="30321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</a:t>
            </a:r>
            <a:r>
              <a:rPr sz="17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Forward</a:t>
            </a:r>
            <a:r>
              <a:rPr sz="1700" cap="small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Pass:</a:t>
            </a:r>
            <a:r>
              <a:rPr sz="17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55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7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spc="-17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822" y="550176"/>
              <a:ext cx="4582541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32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870840" y="689400"/>
              <a:ext cx="4800960" cy="242712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8240" y="682560"/>
                <a:ext cx="4825440" cy="244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100075"/>
            <a:ext cx="30321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</a:t>
            </a:r>
            <a:r>
              <a:rPr sz="17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Forward</a:t>
            </a:r>
            <a:r>
              <a:rPr sz="1700" cap="small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Pass:</a:t>
            </a:r>
            <a:r>
              <a:rPr sz="17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55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7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spc="-17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186" y="550176"/>
              <a:ext cx="4659376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33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1197720" y="880920"/>
              <a:ext cx="4159440" cy="200088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86560" y="867600"/>
                <a:ext cx="4183560" cy="202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Activation</a:t>
            </a:r>
            <a:r>
              <a:rPr cap="small" spc="8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Functions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in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spc="-90" dirty="0">
                <a:solidFill>
                  <a:srgbClr val="FFFFFF"/>
                </a:solidFill>
              </a:rPr>
              <a:t>RNNs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1141780"/>
            <a:ext cx="69850" cy="918210"/>
            <a:chOff x="513702" y="1141780"/>
            <a:chExt cx="69850" cy="9182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1141780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990610"/>
              <a:ext cx="69291" cy="6929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21868" y="721613"/>
            <a:ext cx="2905760" cy="190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Common</a:t>
            </a:r>
            <a:r>
              <a:rPr sz="1050" spc="-3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choices</a:t>
            </a:r>
            <a:r>
              <a:rPr sz="1050" spc="-5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for</a:t>
            </a:r>
            <a:r>
              <a:rPr sz="1050" spc="-1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200" i="1" spc="-25" dirty="0">
                <a:latin typeface="Calibri"/>
                <a:cs typeface="Calibri"/>
              </a:rPr>
              <a:t>φ</a:t>
            </a:r>
            <a:r>
              <a:rPr sz="1050" spc="-25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050">
              <a:latin typeface="Tahoma"/>
              <a:cs typeface="Tahoma"/>
            </a:endParaRPr>
          </a:p>
          <a:p>
            <a:pPr marL="335280">
              <a:lnSpc>
                <a:spcPct val="100000"/>
              </a:lnSpc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Hyperbolic</a:t>
            </a:r>
            <a:r>
              <a:rPr sz="1050" spc="-6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tangent</a:t>
            </a:r>
            <a:r>
              <a:rPr sz="1050" spc="-3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(tanh)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490855">
              <a:lnSpc>
                <a:spcPct val="100000"/>
              </a:lnSpc>
              <a:spcBef>
                <a:spcPts val="17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Range: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[</a:t>
            </a:r>
            <a:r>
              <a:rPr sz="1100" dirty="0">
                <a:latin typeface="Cambria Math"/>
                <a:cs typeface="Cambria Math"/>
              </a:rPr>
              <a:t>−</a:t>
            </a:r>
            <a:r>
              <a:rPr sz="950" dirty="0">
                <a:latin typeface="Tahoma"/>
                <a:cs typeface="Tahoma"/>
              </a:rPr>
              <a:t>1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30" dirty="0">
                <a:latin typeface="Verdana"/>
                <a:cs typeface="Verdana"/>
              </a:rPr>
              <a:t> </a:t>
            </a:r>
            <a:r>
              <a:rPr sz="950" spc="-25" dirty="0">
                <a:latin typeface="Tahoma"/>
                <a:cs typeface="Tahoma"/>
              </a:rPr>
              <a:t>1</a:t>
            </a:r>
            <a:r>
              <a:rPr sz="1100" spc="-25" dirty="0">
                <a:latin typeface="Tahoma"/>
                <a:cs typeface="Tahoma"/>
              </a:rPr>
              <a:t>]</a:t>
            </a:r>
            <a:endParaRPr sz="1100">
              <a:latin typeface="Tahoma"/>
              <a:cs typeface="Tahoma"/>
            </a:endParaRPr>
          </a:p>
          <a:p>
            <a:pPr marL="490855">
              <a:lnSpc>
                <a:spcPct val="100000"/>
              </a:lnSpc>
              <a:spcBef>
                <a:spcPts val="22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Centered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at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zero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(helps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with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gradient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flow)</a:t>
            </a:r>
            <a:endParaRPr sz="950">
              <a:latin typeface="Tahoma"/>
              <a:cs typeface="Tahoma"/>
            </a:endParaRPr>
          </a:p>
          <a:p>
            <a:pPr marL="490855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Most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common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for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vanilla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RNNs</a:t>
            </a:r>
            <a:endParaRPr sz="950">
              <a:latin typeface="Tahoma"/>
              <a:cs typeface="Tahoma"/>
            </a:endParaRPr>
          </a:p>
          <a:p>
            <a:pPr marL="335280">
              <a:lnSpc>
                <a:spcPct val="100000"/>
              </a:lnSpc>
              <a:spcBef>
                <a:spcPts val="1135"/>
              </a:spcBef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ReLU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490855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Range: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[</a:t>
            </a:r>
            <a:r>
              <a:rPr sz="950" dirty="0">
                <a:latin typeface="Tahoma"/>
                <a:cs typeface="Tahoma"/>
              </a:rPr>
              <a:t>0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30" dirty="0">
                <a:latin typeface="Verdana"/>
                <a:cs typeface="Verdana"/>
              </a:rPr>
              <a:t> </a:t>
            </a:r>
            <a:r>
              <a:rPr sz="1100" spc="-25" dirty="0">
                <a:latin typeface="Microsoft YaHei UI"/>
                <a:cs typeface="Microsoft YaHei UI"/>
              </a:rPr>
              <a:t>∞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490855">
              <a:lnSpc>
                <a:spcPct val="100000"/>
              </a:lnSpc>
              <a:spcBef>
                <a:spcPts val="21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Can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help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with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vanishing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gradient</a:t>
            </a:r>
            <a:endParaRPr sz="950">
              <a:latin typeface="Tahoma"/>
              <a:cs typeface="Tahoma"/>
            </a:endParaRPr>
          </a:p>
          <a:p>
            <a:pPr marL="490855">
              <a:lnSpc>
                <a:spcPct val="100000"/>
              </a:lnSpc>
              <a:spcBef>
                <a:spcPts val="209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May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cause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exploding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activations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8" name="object 8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34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29600"/>
            <a:ext cx="2555240" cy="252285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Modeling</a:t>
            </a:r>
            <a:endParaRPr sz="1400">
              <a:latin typeface="Calibri"/>
              <a:cs typeface="Calibri"/>
            </a:endParaRPr>
          </a:p>
          <a:p>
            <a:pPr marL="12700" marR="796925">
              <a:lnSpc>
                <a:spcPct val="1170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Model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6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Theory</a:t>
            </a:r>
            <a:r>
              <a:rPr sz="1400" cap="small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Basi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c</a:t>
            </a:r>
            <a:r>
              <a:rPr sz="1400" u="sng" cap="small" spc="7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RNN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Architecture</a:t>
            </a:r>
            <a:r>
              <a:rPr sz="1400" cap="small" spc="-1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5" action="ppaction://hlinksldjump"/>
              </a:rPr>
              <a:t>RNN</a:t>
            </a:r>
            <a:r>
              <a:rPr sz="1400" u="sng" cap="small" spc="-3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5" action="ppaction://hlinksldjump"/>
              </a:rPr>
              <a:t>Trainin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5" action="ppaction://hlinksldjump"/>
              </a:rPr>
              <a:t>&amp;</a:t>
            </a:r>
            <a:r>
              <a:rPr sz="1400" u="sng" cap="small" spc="-1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2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5" action="ppaction://hlinksldjump"/>
              </a:rPr>
              <a:t>BPTT</a:t>
            </a:r>
            <a:r>
              <a:rPr sz="1400" cap="small" spc="-20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directiona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Dee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p</a:t>
            </a:r>
            <a:r>
              <a:rPr sz="1400" u="sng" cap="small" spc="7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(Stacked)</a:t>
            </a:r>
            <a:r>
              <a:rPr sz="1400" u="sng" cap="small" spc="4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Gate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Recurren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t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Unit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(GRU)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Lon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Short-Ter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m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Memor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y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(LSTM)</a:t>
            </a:r>
            <a:endParaRPr sz="1400">
              <a:latin typeface="Calibri"/>
              <a:cs typeface="Calibri"/>
            </a:endParaRPr>
          </a:p>
          <a:p>
            <a:pPr marL="12700" marR="6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m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Serie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Forecastin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Applications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Compariso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&amp;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35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4326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r>
              <a:rPr sz="1700" cap="small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85" dirty="0">
                <a:solidFill>
                  <a:srgbClr val="FFFFFF"/>
                </a:solidFill>
                <a:latin typeface="Calibri"/>
                <a:cs typeface="Calibri"/>
              </a:rPr>
              <a:t>RNNs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736" y="550176"/>
            <a:ext cx="4734306" cy="24350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36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2171520" y="2089080"/>
              <a:ext cx="3304800" cy="85104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0360" y="2076840"/>
                <a:ext cx="3328200" cy="87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44856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Loss</a:t>
            </a:r>
            <a:r>
              <a:rPr sz="1700" cap="small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5" dirty="0">
                <a:solidFill>
                  <a:srgbClr val="FFFFFF"/>
                </a:solidFill>
                <a:latin typeface="Calibri"/>
                <a:cs typeface="Calibri"/>
              </a:rPr>
              <a:t>Sequences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505" y="550176"/>
            <a:ext cx="4728845" cy="24350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37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829800" y="766800"/>
              <a:ext cx="2817720" cy="178056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8640" y="753840"/>
                <a:ext cx="2841840" cy="1808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Backpropagation</a:t>
            </a:r>
            <a:r>
              <a:rPr cap="small" spc="9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Through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Time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spc="-50" dirty="0">
                <a:solidFill>
                  <a:srgbClr val="FFFFFF"/>
                </a:solidFill>
              </a:rPr>
              <a:t>(BPTT)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667308"/>
            <a:ext cx="69850" cy="1667510"/>
            <a:chOff x="513702" y="667308"/>
            <a:chExt cx="69850" cy="16675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667308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552244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265006"/>
              <a:ext cx="69291" cy="692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94563" y="534992"/>
            <a:ext cx="3258185" cy="237807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55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Challenge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How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to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compute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gradients</a:t>
            </a:r>
            <a:r>
              <a:rPr sz="1050" spc="-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in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RNNs?</a:t>
            </a:r>
            <a:endParaRPr sz="1050">
              <a:latin typeface="Tahoma"/>
              <a:cs typeface="Tahoma"/>
            </a:endParaRPr>
          </a:p>
          <a:p>
            <a:pPr marL="21717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6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Parameters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shared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across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all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steps</a:t>
            </a:r>
            <a:endParaRPr sz="950">
              <a:latin typeface="Tahoma"/>
              <a:cs typeface="Tahoma"/>
            </a:endParaRPr>
          </a:p>
          <a:p>
            <a:pPr marL="2171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Hidden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state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depends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on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entire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history</a:t>
            </a:r>
            <a:endParaRPr sz="950">
              <a:latin typeface="Tahoma"/>
              <a:cs typeface="Tahoma"/>
            </a:endParaRPr>
          </a:p>
          <a:p>
            <a:pPr marL="21717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Need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to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backpropagate through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time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950">
              <a:latin typeface="Tahoma"/>
              <a:cs typeface="Tahoma"/>
            </a:endParaRPr>
          </a:p>
          <a:p>
            <a:pPr marL="63500">
              <a:lnSpc>
                <a:spcPct val="100000"/>
              </a:lnSpc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Key</a:t>
            </a:r>
            <a:r>
              <a:rPr sz="10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insight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Unroll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RNN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into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feedforward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network</a:t>
            </a:r>
            <a:endParaRPr sz="1050">
              <a:latin typeface="Tahoma"/>
              <a:cs typeface="Tahoma"/>
            </a:endParaRPr>
          </a:p>
          <a:p>
            <a:pPr marL="21717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Apply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standard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backpropagation</a:t>
            </a:r>
            <a:endParaRPr sz="950">
              <a:latin typeface="Tahoma"/>
              <a:cs typeface="Tahoma"/>
            </a:endParaRPr>
          </a:p>
          <a:p>
            <a:pPr marL="21717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Sum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gradients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from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all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steps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(parameter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sharing)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950">
              <a:latin typeface="Tahoma"/>
              <a:cs typeface="Tahoma"/>
            </a:endParaRPr>
          </a:p>
          <a:p>
            <a:pPr marL="63500">
              <a:lnSpc>
                <a:spcPct val="100000"/>
              </a:lnSpc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BPTT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Backpropagation</a:t>
            </a:r>
            <a:r>
              <a:rPr sz="1050" spc="-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Through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Time</a:t>
            </a:r>
            <a:endParaRPr sz="1050">
              <a:latin typeface="Tahoma"/>
              <a:cs typeface="Tahoma"/>
            </a:endParaRPr>
          </a:p>
          <a:p>
            <a:pPr marL="21717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Forward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pass: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compute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outputs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for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all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steps</a:t>
            </a:r>
            <a:endParaRPr sz="950">
              <a:latin typeface="Tahoma"/>
              <a:cs typeface="Tahoma"/>
            </a:endParaRPr>
          </a:p>
          <a:p>
            <a:pPr marL="217170">
              <a:lnSpc>
                <a:spcPct val="100000"/>
              </a:lnSpc>
              <a:spcBef>
                <a:spcPts val="10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Backward pass: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compute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gradients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from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-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-30" dirty="0">
                <a:latin typeface="Arial"/>
                <a:cs typeface="Arial"/>
              </a:rPr>
              <a:t> </a:t>
            </a:r>
            <a:r>
              <a:rPr sz="950" dirty="0">
                <a:latin typeface="Tahoma"/>
                <a:cs typeface="Tahoma"/>
              </a:rPr>
              <a:t>to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t</a:t>
            </a:r>
            <a:r>
              <a:rPr sz="950" i="1" spc="-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950" spc="-50" dirty="0">
                <a:latin typeface="Tahoma"/>
                <a:cs typeface="Tahoma"/>
              </a:rPr>
              <a:t>1</a:t>
            </a:r>
            <a:endParaRPr sz="950">
              <a:latin typeface="Tahoma"/>
              <a:cs typeface="Tahoma"/>
            </a:endParaRPr>
          </a:p>
          <a:p>
            <a:pPr marL="21717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Gradients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flow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backward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through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time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9" name="object 9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38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94" y="98552"/>
            <a:ext cx="3750945" cy="523220"/>
          </a:xfrm>
        </p:spPr>
        <p:txBody>
          <a:bodyPr/>
          <a:lstStyle/>
          <a:p>
            <a:r>
              <a:rPr lang="en-IN" cap="small" dirty="0">
                <a:solidFill>
                  <a:srgbClr val="FFFFFF"/>
                </a:solidFill>
              </a:rPr>
              <a:t>BPTT:</a:t>
            </a:r>
            <a:r>
              <a:rPr lang="en-IN" cap="small" spc="-40" dirty="0">
                <a:solidFill>
                  <a:srgbClr val="FFFFFF"/>
                </a:solidFill>
              </a:rPr>
              <a:t> </a:t>
            </a:r>
            <a:r>
              <a:rPr lang="en-IN" cap="small" dirty="0">
                <a:solidFill>
                  <a:srgbClr val="FFFFFF"/>
                </a:solidFill>
              </a:rPr>
              <a:t>Computational</a:t>
            </a:r>
            <a:r>
              <a:rPr lang="en-IN" cap="small" spc="80" dirty="0">
                <a:solidFill>
                  <a:srgbClr val="FFFFFF"/>
                </a:solidFill>
              </a:rPr>
              <a:t> </a:t>
            </a:r>
            <a:r>
              <a:rPr lang="en-IN" cap="small" spc="-55" dirty="0">
                <a:solidFill>
                  <a:srgbClr val="FFFFFF"/>
                </a:solidFill>
              </a:rPr>
              <a:t>Graph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708025"/>
            <a:ext cx="2057400" cy="15323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6" y="2266425"/>
            <a:ext cx="5524500" cy="8953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21948" y="708025"/>
            <a:ext cx="258179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dirty="0" err="1" smtClean="0"/>
              <a:t>h</a:t>
            </a:r>
            <a:r>
              <a:rPr lang="en-IN" sz="900" baseline="-25000" dirty="0" err="1" smtClean="0"/>
              <a:t>t</a:t>
            </a:r>
            <a:r>
              <a:rPr lang="en-IN" sz="900" dirty="0" smtClean="0"/>
              <a:t> depends on h</a:t>
            </a:r>
            <a:r>
              <a:rPr lang="en-IN" sz="900" baseline="-25000" dirty="0" smtClean="0"/>
              <a:t>t-1</a:t>
            </a:r>
            <a:r>
              <a:rPr lang="en-IN" sz="900" dirty="0" smtClean="0"/>
              <a:t>, and h</a:t>
            </a:r>
            <a:r>
              <a:rPr lang="en-IN" sz="900" baseline="-25000" dirty="0" smtClean="0"/>
              <a:t>t-1</a:t>
            </a:r>
            <a:r>
              <a:rPr lang="en-IN" sz="900" dirty="0" smtClean="0"/>
              <a:t> depends on h</a:t>
            </a:r>
            <a:r>
              <a:rPr lang="en-IN" sz="900" baseline="-25000" dirty="0" smtClean="0"/>
              <a:t>t-2</a:t>
            </a:r>
            <a:r>
              <a:rPr lang="en-IN" sz="900" dirty="0" smtClean="0"/>
              <a:t>, any loss at the end of a sequence is function of every previous state</a:t>
            </a:r>
            <a:endParaRPr lang="en-IN" sz="900" dirty="0"/>
          </a:p>
        </p:txBody>
      </p:sp>
      <p:sp>
        <p:nvSpPr>
          <p:cNvPr id="8" name="Rectangle 7"/>
          <p:cNvSpPr/>
          <p:nvPr/>
        </p:nvSpPr>
        <p:spPr>
          <a:xfrm>
            <a:off x="2712561" y="1262549"/>
            <a:ext cx="11609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00" dirty="0" smtClean="0"/>
              <a:t>h</a:t>
            </a:r>
            <a:r>
              <a:rPr lang="en-IN" sz="1000" baseline="-25000" dirty="0" smtClean="0"/>
              <a:t>3</a:t>
            </a:r>
            <a:r>
              <a:rPr lang="en-IN" sz="1000" dirty="0" smtClean="0"/>
              <a:t> = f(h</a:t>
            </a:r>
            <a:r>
              <a:rPr lang="en-IN" sz="1000" baseline="-25000" dirty="0" smtClean="0"/>
              <a:t>2</a:t>
            </a:r>
            <a:r>
              <a:rPr lang="en-IN" sz="1000" dirty="0" smtClean="0"/>
              <a:t>)</a:t>
            </a:r>
          </a:p>
          <a:p>
            <a:r>
              <a:rPr lang="en-IN" sz="1000" dirty="0" smtClean="0"/>
              <a:t>h</a:t>
            </a:r>
            <a:r>
              <a:rPr lang="en-IN" sz="1000" baseline="-25000" dirty="0" smtClean="0"/>
              <a:t>2</a:t>
            </a:r>
            <a:r>
              <a:rPr lang="en-IN" sz="1000" dirty="0" smtClean="0"/>
              <a:t> = f(h</a:t>
            </a:r>
            <a:r>
              <a:rPr lang="en-IN" sz="1000" baseline="-25000" dirty="0" smtClean="0"/>
              <a:t>1</a:t>
            </a:r>
            <a:r>
              <a:rPr lang="en-IN" sz="1000" dirty="0" smtClean="0"/>
              <a:t>)</a:t>
            </a:r>
          </a:p>
          <a:p>
            <a:r>
              <a:rPr lang="en-IN" sz="1000" dirty="0" smtClean="0"/>
              <a:t>h</a:t>
            </a:r>
            <a:r>
              <a:rPr lang="en-IN" sz="1000" baseline="-25000" dirty="0" smtClean="0"/>
              <a:t>3</a:t>
            </a:r>
            <a:r>
              <a:rPr lang="en-IN" sz="1000" dirty="0" smtClean="0"/>
              <a:t> = f(f(h</a:t>
            </a:r>
            <a:r>
              <a:rPr lang="en-IN" sz="1000" baseline="-25000" dirty="0" smtClean="0"/>
              <a:t>1</a:t>
            </a:r>
            <a:r>
              <a:rPr lang="en-IN" sz="1000" dirty="0" smtClean="0"/>
              <a:t>))</a:t>
            </a:r>
            <a:endParaRPr lang="en-IN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462240" y="1330920"/>
              <a:ext cx="3293640" cy="56124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680" y="1318320"/>
                <a:ext cx="3312720" cy="58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721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575" y="563670"/>
            <a:ext cx="1610758" cy="5340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631825"/>
            <a:ext cx="1178632" cy="4730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84341" y="752937"/>
            <a:ext cx="119856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dirty="0" smtClean="0"/>
              <a:t>Generalizing </a:t>
            </a:r>
            <a:r>
              <a:rPr lang="en-IN" sz="900" dirty="0" smtClean="0">
                <a:sym typeface="Wingdings" panose="05000000000000000000" pitchFamily="2" charset="2"/>
              </a:rPr>
              <a:t></a:t>
            </a:r>
            <a:endParaRPr lang="en-IN" sz="900" dirty="0"/>
          </a:p>
        </p:txBody>
      </p:sp>
      <p:sp>
        <p:nvSpPr>
          <p:cNvPr id="8" name="Rectangle 7"/>
          <p:cNvSpPr/>
          <p:nvPr/>
        </p:nvSpPr>
        <p:spPr>
          <a:xfrm>
            <a:off x="181682" y="1352073"/>
            <a:ext cx="28829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dirty="0"/>
              <a:t>If </a:t>
            </a:r>
            <a:r>
              <a:rPr lang="en-IN" sz="900" dirty="0" smtClean="0"/>
              <a:t>t=100 </a:t>
            </a:r>
            <a:r>
              <a:rPr lang="en-IN" sz="900" dirty="0"/>
              <a:t>and </a:t>
            </a:r>
            <a:r>
              <a:rPr lang="en-IN" sz="900" dirty="0" smtClean="0"/>
              <a:t>k=1, expand </a:t>
            </a:r>
            <a:r>
              <a:rPr lang="en-IN" sz="900" dirty="0"/>
              <a:t>the chain rule 99 times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31" y="1680549"/>
            <a:ext cx="1580269" cy="2785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4582" y="1642814"/>
            <a:ext cx="2424112" cy="4294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66022" y="1704390"/>
            <a:ext cx="119856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dirty="0" smtClean="0"/>
              <a:t>Generalizing </a:t>
            </a:r>
            <a:r>
              <a:rPr lang="en-IN" sz="900" dirty="0" smtClean="0">
                <a:sym typeface="Wingdings" panose="05000000000000000000" pitchFamily="2" charset="2"/>
              </a:rPr>
              <a:t></a:t>
            </a:r>
            <a:endParaRPr lang="en-IN" sz="900" dirty="0"/>
          </a:p>
        </p:txBody>
      </p:sp>
      <p:sp>
        <p:nvSpPr>
          <p:cNvPr id="13" name="Down Arrow 12"/>
          <p:cNvSpPr/>
          <p:nvPr/>
        </p:nvSpPr>
        <p:spPr>
          <a:xfrm>
            <a:off x="3927304" y="2179226"/>
            <a:ext cx="359893" cy="39678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7304" y="2677826"/>
            <a:ext cx="745625" cy="4473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4968" y="2179226"/>
            <a:ext cx="1729614" cy="44661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2255" y="2184311"/>
            <a:ext cx="144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 smtClean="0"/>
              <a:t>derivative of the </a:t>
            </a:r>
            <a:r>
              <a:rPr lang="en-IN" sz="800" dirty="0" err="1" smtClean="0"/>
              <a:t>tanh</a:t>
            </a:r>
            <a:r>
              <a:rPr lang="en-IN" sz="800" dirty="0" smtClean="0"/>
              <a:t> activation function used inside RNN</a:t>
            </a:r>
            <a:endParaRPr lang="en-IN" sz="800" dirty="0"/>
          </a:p>
        </p:txBody>
      </p:sp>
      <p:sp>
        <p:nvSpPr>
          <p:cNvPr id="16" name="Rectangle 15"/>
          <p:cNvSpPr/>
          <p:nvPr/>
        </p:nvSpPr>
        <p:spPr>
          <a:xfrm>
            <a:off x="51636" y="2732755"/>
            <a:ext cx="3450632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800" dirty="0" err="1" smtClean="0"/>
              <a:t>Diag</a:t>
            </a:r>
            <a:r>
              <a:rPr lang="en-US" sz="800" dirty="0" smtClean="0"/>
              <a:t> : It's a mathematical trick that turns a list of individual neuron derivatives into a square matrix so we can use standard matrix multiplication to pass the error back correctly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306179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94" y="98552"/>
            <a:ext cx="4997806" cy="276999"/>
          </a:xfrm>
        </p:spPr>
        <p:txBody>
          <a:bodyPr/>
          <a:lstStyle/>
          <a:p>
            <a:r>
              <a:rPr lang="en-IN" sz="1800" dirty="0">
                <a:solidFill>
                  <a:schemeClr val="bg1"/>
                </a:solidFill>
              </a:rPr>
              <a:t>Gradient at the hidden state (in recursive form</a:t>
            </a:r>
            <a:r>
              <a:rPr lang="en-IN" sz="1800" dirty="0" smtClean="0">
                <a:solidFill>
                  <a:schemeClr val="bg1"/>
                </a:solidFill>
              </a:rPr>
              <a:t>)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364" y="485303"/>
            <a:ext cx="2304016" cy="4889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35" y="565901"/>
            <a:ext cx="1629465" cy="41548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46725" y="552808"/>
            <a:ext cx="69414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00" b="1" dirty="0" smtClean="0"/>
              <a:t>E.g. </a:t>
            </a:r>
            <a:r>
              <a:rPr lang="en-IN" sz="1000" b="1" dirty="0" smtClean="0">
                <a:sym typeface="Wingdings" panose="05000000000000000000" pitchFamily="2" charset="2"/>
              </a:rPr>
              <a:t></a:t>
            </a:r>
            <a:r>
              <a:rPr lang="en-IN" sz="1000" b="1" dirty="0" smtClean="0"/>
              <a:t> </a:t>
            </a:r>
            <a:endParaRPr lang="en-IN" sz="1000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00" y="2360030"/>
            <a:ext cx="1994161" cy="481349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473" y="1133180"/>
            <a:ext cx="584396" cy="32527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07900" y="1144264"/>
            <a:ext cx="9917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 smtClean="0"/>
              <a:t>Last time step </a:t>
            </a:r>
            <a:r>
              <a:rPr lang="en-IN" sz="800" dirty="0" smtClean="0">
                <a:sym typeface="Wingdings" panose="05000000000000000000" pitchFamily="2" charset="2"/>
              </a:rPr>
              <a:t> </a:t>
            </a:r>
            <a:endParaRPr lang="en-IN" sz="8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1541" y="1050652"/>
            <a:ext cx="1628775" cy="46761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795" y="1690839"/>
            <a:ext cx="1554939" cy="33849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499079" y="1133884"/>
            <a:ext cx="9917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 smtClean="0"/>
              <a:t>T-1 step </a:t>
            </a:r>
            <a:r>
              <a:rPr lang="en-IN" sz="800" dirty="0" smtClean="0">
                <a:sym typeface="Wingdings" panose="05000000000000000000" pitchFamily="2" charset="2"/>
              </a:rPr>
              <a:t> </a:t>
            </a:r>
            <a:endParaRPr lang="en-IN" sz="800" dirty="0"/>
          </a:p>
        </p:txBody>
      </p:sp>
      <p:sp>
        <p:nvSpPr>
          <p:cNvPr id="19" name="Rectangle 18"/>
          <p:cNvSpPr/>
          <p:nvPr/>
        </p:nvSpPr>
        <p:spPr>
          <a:xfrm>
            <a:off x="183874" y="1677543"/>
            <a:ext cx="9917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 smtClean="0"/>
              <a:t>T-2 step </a:t>
            </a:r>
            <a:r>
              <a:rPr lang="en-IN" sz="800" dirty="0" smtClean="0">
                <a:sym typeface="Wingdings" panose="05000000000000000000" pitchFamily="2" charset="2"/>
              </a:rPr>
              <a:t> </a:t>
            </a:r>
            <a:endParaRPr lang="en-IN" sz="8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4272" y="1719330"/>
            <a:ext cx="2021682" cy="34731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476232" y="1734188"/>
            <a:ext cx="9917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 smtClean="0"/>
              <a:t>Expanded </a:t>
            </a:r>
            <a:r>
              <a:rPr lang="en-IN" sz="800" dirty="0" smtClean="0">
                <a:sym typeface="Wingdings" panose="05000000000000000000" pitchFamily="2" charset="2"/>
              </a:rPr>
              <a:t> </a:t>
            </a:r>
            <a:endParaRPr lang="en-IN" sz="800" dirty="0"/>
          </a:p>
        </p:txBody>
      </p:sp>
      <p:sp>
        <p:nvSpPr>
          <p:cNvPr id="22" name="Rectangle 21"/>
          <p:cNvSpPr/>
          <p:nvPr/>
        </p:nvSpPr>
        <p:spPr>
          <a:xfrm>
            <a:off x="1494524" y="2483157"/>
            <a:ext cx="991784" cy="215444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IN" sz="800" dirty="0" smtClean="0"/>
              <a:t>Generalized </a:t>
            </a:r>
            <a:r>
              <a:rPr lang="en-IN" sz="800" dirty="0" smtClean="0">
                <a:sym typeface="Wingdings" panose="05000000000000000000" pitchFamily="2" charset="2"/>
              </a:rPr>
              <a:t>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206029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5704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BPTT:</a:t>
            </a:r>
            <a:r>
              <a:rPr sz="1700" cap="small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Gradient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Equations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74992"/>
            <a:ext cx="5760085" cy="2759075"/>
            <a:chOff x="0" y="474992"/>
            <a:chExt cx="5760085" cy="2759075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922" y="474992"/>
              <a:ext cx="4959096" cy="251028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42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965" y="2789945"/>
            <a:ext cx="1403559" cy="351990"/>
          </a:xfrm>
          <a:prstGeom prst="rect">
            <a:avLst/>
          </a:prstGeom>
          <a:ln>
            <a:solidFill>
              <a:schemeClr val="accent2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/>
              <p14:cNvContentPartPr/>
              <p14:nvPr/>
            </p14:nvContentPartPr>
            <p14:xfrm>
              <a:off x="972000" y="760680"/>
              <a:ext cx="2763360" cy="180396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9400" y="747720"/>
                <a:ext cx="2782800" cy="1830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3545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BPTT:</a:t>
            </a:r>
            <a:r>
              <a:rPr sz="1700" cap="small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Parameter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Gradients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768977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43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335506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7076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BPTT: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sz="1700" cap="small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5" dirty="0">
                <a:solidFill>
                  <a:srgbClr val="FFFFFF"/>
                </a:solidFill>
                <a:latin typeface="Calibri"/>
                <a:cs typeface="Calibri"/>
              </a:rPr>
              <a:t>Setup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278"/>
            <a:ext cx="5461000" cy="23902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44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7494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BPTT: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Forward</a:t>
            </a:r>
            <a:r>
              <a:rPr sz="1700" cap="small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60" dirty="0">
                <a:solidFill>
                  <a:srgbClr val="FFFFFF"/>
                </a:solidFill>
                <a:latin typeface="Calibri"/>
                <a:cs typeface="Calibri"/>
              </a:rPr>
              <a:t>Pass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88568"/>
            <a:ext cx="5760085" cy="2745105"/>
            <a:chOff x="0" y="488568"/>
            <a:chExt cx="5760085" cy="2745105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7700" y="488568"/>
              <a:ext cx="3227323" cy="257835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45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225" y="439093"/>
            <a:ext cx="1682398" cy="271967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100" y="716720"/>
            <a:ext cx="1989997" cy="279761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5872" y="996481"/>
            <a:ext cx="1359103" cy="316227"/>
          </a:xfrm>
          <a:prstGeom prst="rect">
            <a:avLst/>
          </a:prstGeom>
          <a:ln>
            <a:solidFill>
              <a:schemeClr val="accent2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Ink 12"/>
              <p14:cNvContentPartPr/>
              <p14:nvPr/>
            </p14:nvContentPartPr>
            <p14:xfrm>
              <a:off x="600840" y="920520"/>
              <a:ext cx="3177360" cy="1636200"/>
            </p14:xfrm>
          </p:contentPart>
        </mc:Choice>
        <mc:Fallback>
          <p:pic>
            <p:nvPicPr>
              <p:cNvPr id="13" name="Ink 1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0400" y="907200"/>
                <a:ext cx="3202560" cy="1662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8421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BPTT: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Backward</a:t>
            </a:r>
            <a:r>
              <a:rPr sz="1700" cap="small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65" dirty="0">
                <a:solidFill>
                  <a:srgbClr val="FFFFFF"/>
                </a:solidFill>
                <a:latin typeface="Calibri"/>
                <a:cs typeface="Calibri"/>
              </a:rPr>
              <a:t>Pass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56387"/>
            <a:ext cx="5760085" cy="2777490"/>
            <a:chOff x="0" y="456387"/>
            <a:chExt cx="5760085" cy="277749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397" y="456387"/>
              <a:ext cx="3638296" cy="263779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46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53278" y="1668049"/>
            <a:ext cx="1981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 smtClean="0"/>
              <a:t>move error from output layer (o3) back into hidden state (h3), we multiply by the weights connecting them (</a:t>
            </a:r>
            <a:r>
              <a:rPr lang="en-IN" sz="800" dirty="0" err="1" smtClean="0"/>
              <a:t>W</a:t>
            </a:r>
            <a:r>
              <a:rPr lang="en-IN" sz="800" baseline="-25000" dirty="0" err="1" smtClean="0"/>
              <a:t>ho</a:t>
            </a:r>
            <a:r>
              <a:rPr lang="en-IN" sz="800" baseline="30000" dirty="0" err="1" smtClean="0"/>
              <a:t>T</a:t>
            </a:r>
            <a:r>
              <a:rPr lang="en-IN" sz="800" dirty="0" smtClean="0"/>
              <a:t>)</a:t>
            </a:r>
            <a:endParaRPr lang="en-IN" sz="8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278" y="2384425"/>
            <a:ext cx="1468503" cy="354466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5" name="Left Arrow 14"/>
          <p:cNvSpPr/>
          <p:nvPr/>
        </p:nvSpPr>
        <p:spPr>
          <a:xfrm>
            <a:off x="3390194" y="1818859"/>
            <a:ext cx="420015" cy="18107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Left Arrow 15"/>
          <p:cNvSpPr/>
          <p:nvPr/>
        </p:nvSpPr>
        <p:spPr>
          <a:xfrm>
            <a:off x="3340100" y="2471118"/>
            <a:ext cx="420015" cy="18107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/>
              <p14:cNvContentPartPr/>
              <p14:nvPr/>
            </p14:nvContentPartPr>
            <p14:xfrm>
              <a:off x="1414080" y="604800"/>
              <a:ext cx="2776320" cy="228384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01840" y="592200"/>
                <a:ext cx="2797920" cy="230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9089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Vanishing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Gradients:</a:t>
            </a:r>
            <a:r>
              <a:rPr sz="17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63422"/>
            <a:ext cx="5760085" cy="2770505"/>
            <a:chOff x="0" y="463422"/>
            <a:chExt cx="5760085" cy="2770505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751" y="463422"/>
              <a:ext cx="5065903" cy="260946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47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46710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Vanishing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Gradients:</a:t>
            </a: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578603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48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Why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Vanishing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Gradients</a:t>
            </a:r>
            <a:r>
              <a:rPr cap="small" spc="8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are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spc="-30" dirty="0">
                <a:solidFill>
                  <a:srgbClr val="FFFFFF"/>
                </a:solidFill>
              </a:rPr>
              <a:t>Problematic?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705916"/>
            <a:ext cx="3138805" cy="1572895"/>
            <a:chOff x="513702" y="705916"/>
            <a:chExt cx="3138805" cy="1572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705916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457375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208987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91052" y="1732152"/>
              <a:ext cx="60960" cy="6350"/>
            </a:xfrm>
            <a:custGeom>
              <a:avLst/>
              <a:gdLst/>
              <a:ahLst/>
              <a:cxnLst/>
              <a:rect l="l" t="t" r="r" b="b"/>
              <a:pathLst>
                <a:path w="60960" h="6350">
                  <a:moveTo>
                    <a:pt x="60960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960" y="6096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06653" y="573955"/>
            <a:ext cx="3133090" cy="227266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4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Learning</a:t>
            </a:r>
            <a:r>
              <a:rPr sz="1050" spc="-4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difficulty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20574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44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Parameters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affecting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early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steps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barely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update</a:t>
            </a:r>
            <a:endParaRPr sz="950">
              <a:latin typeface="Tahoma"/>
              <a:cs typeface="Tahoma"/>
            </a:endParaRPr>
          </a:p>
          <a:p>
            <a:pPr marL="205740">
              <a:lnSpc>
                <a:spcPct val="100000"/>
              </a:lnSpc>
              <a:spcBef>
                <a:spcPts val="209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Model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cannot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learn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long-term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patterns</a:t>
            </a:r>
            <a:endParaRPr sz="950">
              <a:latin typeface="Tahoma"/>
              <a:cs typeface="Tahoma"/>
            </a:endParaRPr>
          </a:p>
          <a:p>
            <a:pPr marL="20574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Training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becomes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ineffective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for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long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sequences</a:t>
            </a:r>
            <a:endParaRPr sz="95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40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Example</a:t>
            </a:r>
            <a:r>
              <a:rPr sz="1050" spc="-5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scenarios</a:t>
            </a:r>
            <a:r>
              <a:rPr sz="1050" spc="-5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where</a:t>
            </a:r>
            <a:r>
              <a:rPr sz="1050" spc="-3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this</a:t>
            </a:r>
            <a:r>
              <a:rPr sz="10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fails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205740">
              <a:lnSpc>
                <a:spcPct val="100000"/>
              </a:lnSpc>
              <a:spcBef>
                <a:spcPts val="37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”I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grew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up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France...</a:t>
            </a:r>
            <a:r>
              <a:rPr sz="950" spc="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[50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words]...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speak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fluent</a:t>
            </a:r>
            <a:r>
              <a:rPr sz="950" spc="455" dirty="0">
                <a:latin typeface="Tahoma"/>
                <a:cs typeface="Tahoma"/>
              </a:rPr>
              <a:t> </a:t>
            </a:r>
            <a:r>
              <a:rPr sz="950" spc="-50" dirty="0">
                <a:latin typeface="Tahoma"/>
                <a:cs typeface="Tahoma"/>
              </a:rPr>
              <a:t>”</a:t>
            </a:r>
            <a:endParaRPr sz="950">
              <a:latin typeface="Tahoma"/>
              <a:cs typeface="Tahoma"/>
            </a:endParaRPr>
          </a:p>
          <a:p>
            <a:pPr marL="205740">
              <a:lnSpc>
                <a:spcPct val="100000"/>
              </a:lnSpc>
              <a:spcBef>
                <a:spcPts val="229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latin typeface="Tahoma"/>
                <a:cs typeface="Tahoma"/>
              </a:rPr>
              <a:t>Long-</a:t>
            </a:r>
            <a:r>
              <a:rPr sz="950" dirty="0">
                <a:latin typeface="Tahoma"/>
                <a:cs typeface="Tahoma"/>
              </a:rPr>
              <a:t>range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syntactic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dependencies</a:t>
            </a:r>
            <a:r>
              <a:rPr sz="950" spc="-5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language</a:t>
            </a:r>
            <a:endParaRPr sz="950">
              <a:latin typeface="Tahoma"/>
              <a:cs typeface="Tahoma"/>
            </a:endParaRPr>
          </a:p>
          <a:p>
            <a:pPr marL="20574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series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with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seasonal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patterns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(yearly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cycles)</a:t>
            </a:r>
            <a:endParaRPr sz="95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400"/>
              </a:spcBef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Solutions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20574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44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Better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architectures: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LSTM,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25" dirty="0">
                <a:latin typeface="Tahoma"/>
                <a:cs typeface="Tahoma"/>
              </a:rPr>
              <a:t>GRU</a:t>
            </a:r>
            <a:endParaRPr sz="950">
              <a:latin typeface="Tahoma"/>
              <a:cs typeface="Tahoma"/>
            </a:endParaRPr>
          </a:p>
          <a:p>
            <a:pPr marL="205740">
              <a:lnSpc>
                <a:spcPct val="100000"/>
              </a:lnSpc>
              <a:spcBef>
                <a:spcPts val="209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Careful</a:t>
            </a:r>
            <a:r>
              <a:rPr sz="950" spc="-10" dirty="0">
                <a:latin typeface="Tahoma"/>
                <a:cs typeface="Tahoma"/>
              </a:rPr>
              <a:t> initialization</a:t>
            </a:r>
            <a:endParaRPr sz="950">
              <a:latin typeface="Tahoma"/>
              <a:cs typeface="Tahoma"/>
            </a:endParaRPr>
          </a:p>
          <a:p>
            <a:pPr marL="20574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1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Skip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connections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0" name="object 10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49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29600"/>
            <a:ext cx="2555240" cy="252285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Modeling</a:t>
            </a:r>
            <a:endParaRPr sz="1400">
              <a:latin typeface="Calibri"/>
              <a:cs typeface="Calibri"/>
            </a:endParaRPr>
          </a:p>
          <a:p>
            <a:pPr marL="12700" marR="796925">
              <a:lnSpc>
                <a:spcPct val="1170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Model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6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Theory</a:t>
            </a:r>
            <a:r>
              <a:rPr sz="1400" cap="small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Basi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c</a:t>
            </a:r>
            <a:r>
              <a:rPr sz="1400" u="sng" cap="small" spc="7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RNN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Architecture</a:t>
            </a:r>
            <a:r>
              <a:rPr sz="1400" cap="small" spc="-1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RNN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Trainin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&amp;</a:t>
            </a:r>
            <a:r>
              <a:rPr sz="1400" u="sng" cap="small" spc="-1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BPTT</a:t>
            </a:r>
            <a:r>
              <a:rPr sz="1400" cap="small" spc="-2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6" action="ppaction://hlinksldjump"/>
              </a:rPr>
              <a:t>directiona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4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6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Dee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p</a:t>
            </a:r>
            <a:r>
              <a:rPr sz="1400" u="sng" cap="small" spc="7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(Stacked)</a:t>
            </a:r>
            <a:r>
              <a:rPr sz="1400" u="sng" cap="small" spc="4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Gate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Recurren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t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Unit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(GRU)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Lon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Short-Ter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m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Memor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y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(LSTM)</a:t>
            </a:r>
            <a:endParaRPr sz="1400">
              <a:latin typeface="Calibri"/>
              <a:cs typeface="Calibri"/>
            </a:endParaRPr>
          </a:p>
          <a:p>
            <a:pPr marL="12700" marR="6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m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Serie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Forecastin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Applications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Compariso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&amp;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Bidirectional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RNNs: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cap="small" spc="-35" dirty="0">
                <a:solidFill>
                  <a:srgbClr val="FFFFFF"/>
                </a:solidFill>
              </a:rPr>
              <a:t>Motivation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715441"/>
            <a:ext cx="2573020" cy="1572895"/>
            <a:chOff x="513702" y="715441"/>
            <a:chExt cx="2573020" cy="1572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715441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294942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218562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25648" y="1569719"/>
              <a:ext cx="60960" cy="6350"/>
            </a:xfrm>
            <a:custGeom>
              <a:avLst/>
              <a:gdLst/>
              <a:ahLst/>
              <a:cxnLst/>
              <a:rect l="l" t="t" r="r" b="b"/>
              <a:pathLst>
                <a:path w="60960" h="6350">
                  <a:moveTo>
                    <a:pt x="60960" y="0"/>
                  </a:moveTo>
                  <a:lnTo>
                    <a:pt x="0" y="0"/>
                  </a:lnTo>
                  <a:lnTo>
                    <a:pt x="0" y="6095"/>
                  </a:lnTo>
                  <a:lnTo>
                    <a:pt x="60960" y="6095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7624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290"/>
              </a:spcBef>
            </a:pPr>
            <a:r>
              <a:rPr dirty="0"/>
              <a:t>Limitation</a:t>
            </a:r>
            <a:r>
              <a:rPr spc="-3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standard</a:t>
            </a:r>
            <a:r>
              <a:rPr spc="-45" dirty="0"/>
              <a:t> </a:t>
            </a:r>
            <a:r>
              <a:rPr dirty="0"/>
              <a:t>RNN</a:t>
            </a:r>
            <a:r>
              <a:rPr dirty="0">
                <a:solidFill>
                  <a:srgbClr val="000000"/>
                </a:solidFill>
              </a:rPr>
              <a:t>: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Only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past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context</a:t>
            </a:r>
          </a:p>
          <a:p>
            <a:pPr marL="45212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</a:rPr>
              <a:t>Predicts</a:t>
            </a:r>
            <a:r>
              <a:rPr sz="950" spc="-1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based</a:t>
            </a:r>
            <a:r>
              <a:rPr sz="950" spc="-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on</a:t>
            </a:r>
            <a:r>
              <a:rPr sz="950" spc="-15" dirty="0">
                <a:solidFill>
                  <a:srgbClr val="000000"/>
                </a:solidFill>
              </a:rPr>
              <a:t> </a:t>
            </a:r>
            <a:r>
              <a:rPr sz="950" i="1" dirty="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sz="1050" baseline="-19841" dirty="0">
                <a:solidFill>
                  <a:srgbClr val="000000"/>
                </a:solidFill>
              </a:rPr>
              <a:t>1</a:t>
            </a:r>
            <a:r>
              <a:rPr sz="1100" i="1" dirty="0">
                <a:solidFill>
                  <a:srgbClr val="000000"/>
                </a:solidFill>
                <a:latin typeface="Verdana"/>
                <a:cs typeface="Verdana"/>
              </a:rPr>
              <a:t>,</a:t>
            </a:r>
            <a:r>
              <a:rPr sz="1100" i="1" spc="-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100" i="1" dirty="0">
                <a:solidFill>
                  <a:srgbClr val="000000"/>
                </a:solidFill>
                <a:latin typeface="Verdana"/>
                <a:cs typeface="Verdana"/>
              </a:rPr>
              <a:t>.</a:t>
            </a:r>
            <a:r>
              <a:rPr sz="1100" i="1" spc="-2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100" i="1" dirty="0">
                <a:solidFill>
                  <a:srgbClr val="000000"/>
                </a:solidFill>
                <a:latin typeface="Verdana"/>
                <a:cs typeface="Verdana"/>
              </a:rPr>
              <a:t>.</a:t>
            </a:r>
            <a:r>
              <a:rPr sz="1100" i="1" spc="-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100" i="1" dirty="0">
                <a:solidFill>
                  <a:srgbClr val="000000"/>
                </a:solidFill>
                <a:latin typeface="Verdana"/>
                <a:cs typeface="Verdana"/>
              </a:rPr>
              <a:t>.</a:t>
            </a:r>
            <a:r>
              <a:rPr sz="1100" i="1" spc="-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100" i="1" dirty="0">
                <a:solidFill>
                  <a:srgbClr val="000000"/>
                </a:solidFill>
                <a:latin typeface="Verdana"/>
                <a:cs typeface="Verdana"/>
              </a:rPr>
              <a:t>,</a:t>
            </a:r>
            <a:r>
              <a:rPr sz="1100" i="1" spc="-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950" i="1" dirty="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sz="1050" i="1" baseline="-19841" dirty="0">
                <a:solidFill>
                  <a:srgbClr val="000000"/>
                </a:solidFill>
                <a:latin typeface="Arial"/>
                <a:cs typeface="Arial"/>
              </a:rPr>
              <a:t>t </a:t>
            </a:r>
            <a:r>
              <a:rPr sz="1200" spc="-89" baseline="-20833" dirty="0">
                <a:solidFill>
                  <a:srgbClr val="000000"/>
                </a:solidFill>
                <a:latin typeface="Microsoft YaHei UI"/>
                <a:cs typeface="Microsoft YaHei UI"/>
              </a:rPr>
              <a:t>—</a:t>
            </a:r>
            <a:r>
              <a:rPr sz="1050" spc="-75" baseline="-19841" dirty="0">
                <a:solidFill>
                  <a:srgbClr val="000000"/>
                </a:solidFill>
              </a:rPr>
              <a:t>1</a:t>
            </a:r>
            <a:endParaRPr sz="1050" baseline="-19841">
              <a:latin typeface="Microsoft YaHei UI"/>
              <a:cs typeface="Microsoft YaHei UI"/>
            </a:endParaRPr>
          </a:p>
          <a:p>
            <a:pPr marL="554355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</a:rPr>
              <a:t>Cannot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use</a:t>
            </a:r>
            <a:r>
              <a:rPr sz="950" spc="-3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future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information</a:t>
            </a:r>
            <a:endParaRPr sz="950">
              <a:latin typeface="Arial MT"/>
              <a:cs typeface="Arial MT"/>
            </a:endParaRPr>
          </a:p>
          <a:p>
            <a:pPr marL="344170">
              <a:lnSpc>
                <a:spcPct val="100000"/>
              </a:lnSpc>
              <a:spcBef>
                <a:spcPts val="400"/>
              </a:spcBef>
            </a:pPr>
            <a:r>
              <a:rPr dirty="0"/>
              <a:t>Many</a:t>
            </a:r>
            <a:r>
              <a:rPr spc="-30" dirty="0"/>
              <a:t> </a:t>
            </a:r>
            <a:r>
              <a:rPr dirty="0"/>
              <a:t>tasks</a:t>
            </a:r>
            <a:r>
              <a:rPr spc="-30" dirty="0"/>
              <a:t> </a:t>
            </a:r>
            <a:r>
              <a:rPr dirty="0"/>
              <a:t>benefit</a:t>
            </a:r>
            <a:r>
              <a:rPr spc="-35" dirty="0"/>
              <a:t> </a:t>
            </a:r>
            <a:r>
              <a:rPr dirty="0"/>
              <a:t>from</a:t>
            </a:r>
            <a:r>
              <a:rPr spc="-25" dirty="0"/>
              <a:t> </a:t>
            </a:r>
            <a:r>
              <a:rPr dirty="0"/>
              <a:t>full</a:t>
            </a:r>
            <a:r>
              <a:rPr spc="-20" dirty="0"/>
              <a:t> </a:t>
            </a:r>
            <a:r>
              <a:rPr spc="-10" dirty="0"/>
              <a:t>context</a:t>
            </a:r>
            <a:r>
              <a:rPr spc="-10" dirty="0">
                <a:solidFill>
                  <a:srgbClr val="000000"/>
                </a:solidFill>
              </a:rPr>
              <a:t>:</a:t>
            </a:r>
          </a:p>
          <a:p>
            <a:pPr marL="490220">
              <a:lnSpc>
                <a:spcPct val="100000"/>
              </a:lnSpc>
              <a:spcBef>
                <a:spcPts val="38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/>
              <a:t>Sentiment</a:t>
            </a:r>
            <a:r>
              <a:rPr sz="950" spc="-35" dirty="0"/>
              <a:t> </a:t>
            </a:r>
            <a:r>
              <a:rPr sz="950" dirty="0"/>
              <a:t>analysis</a:t>
            </a:r>
            <a:r>
              <a:rPr sz="950" dirty="0">
                <a:solidFill>
                  <a:srgbClr val="000000"/>
                </a:solidFill>
              </a:rPr>
              <a:t>:</a:t>
            </a:r>
            <a:r>
              <a:rPr sz="950" spc="1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”The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movie</a:t>
            </a:r>
            <a:r>
              <a:rPr sz="950" spc="-1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was</a:t>
            </a:r>
            <a:r>
              <a:rPr sz="950" spc="-1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not</a:t>
            </a:r>
            <a:r>
              <a:rPr sz="950" spc="44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”</a:t>
            </a:r>
            <a:r>
              <a:rPr sz="950" spc="-1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(need</a:t>
            </a:r>
            <a:r>
              <a:rPr sz="950" spc="-3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to</a:t>
            </a:r>
            <a:r>
              <a:rPr sz="950" spc="-1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see</a:t>
            </a:r>
            <a:r>
              <a:rPr sz="950" spc="-1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”good”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or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”bad”)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21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/>
              <a:t>Named entity</a:t>
            </a:r>
            <a:r>
              <a:rPr sz="950" spc="-30" dirty="0"/>
              <a:t> </a:t>
            </a:r>
            <a:r>
              <a:rPr sz="950" dirty="0"/>
              <a:t>recognition</a:t>
            </a:r>
            <a:r>
              <a:rPr sz="950" dirty="0">
                <a:solidFill>
                  <a:srgbClr val="000000"/>
                </a:solidFill>
              </a:rPr>
              <a:t>: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”I</a:t>
            </a:r>
            <a:r>
              <a:rPr sz="950" spc="-1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met</a:t>
            </a:r>
            <a:r>
              <a:rPr sz="950" spc="-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Paris</a:t>
            </a:r>
            <a:r>
              <a:rPr sz="950" spc="-1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in</a:t>
            </a:r>
            <a:r>
              <a:rPr sz="950" spc="-1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Paris”</a:t>
            </a:r>
            <a:r>
              <a:rPr sz="950" spc="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(person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vs</a:t>
            </a:r>
            <a:r>
              <a:rPr sz="950" spc="-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city</a:t>
            </a:r>
            <a:r>
              <a:rPr sz="950" spc="-7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-</a:t>
            </a:r>
            <a:r>
              <a:rPr sz="950" spc="-1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need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full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context)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/>
              <a:t>Speech</a:t>
            </a:r>
            <a:r>
              <a:rPr sz="950" spc="-45" dirty="0"/>
              <a:t> </a:t>
            </a:r>
            <a:r>
              <a:rPr sz="950" dirty="0"/>
              <a:t>recognition</a:t>
            </a:r>
            <a:r>
              <a:rPr sz="950" dirty="0">
                <a:solidFill>
                  <a:srgbClr val="000000"/>
                </a:solidFill>
              </a:rPr>
              <a:t>:</a:t>
            </a:r>
            <a:r>
              <a:rPr sz="950" spc="-5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Future</a:t>
            </a:r>
            <a:r>
              <a:rPr sz="950" spc="-3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phonemes</a:t>
            </a:r>
            <a:r>
              <a:rPr sz="950" spc="-3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help</a:t>
            </a:r>
            <a:r>
              <a:rPr sz="950" spc="-4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disambiguate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current</a:t>
            </a:r>
            <a:r>
              <a:rPr sz="950" spc="-40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sound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6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/>
              <a:t>Machine</a:t>
            </a:r>
            <a:r>
              <a:rPr sz="950" spc="-35" dirty="0"/>
              <a:t> </a:t>
            </a:r>
            <a:r>
              <a:rPr sz="950" dirty="0"/>
              <a:t>translation</a:t>
            </a:r>
            <a:r>
              <a:rPr sz="950" dirty="0">
                <a:solidFill>
                  <a:srgbClr val="000000"/>
                </a:solidFill>
              </a:rPr>
              <a:t>: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Full</a:t>
            </a:r>
            <a:r>
              <a:rPr sz="950" spc="-4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sentence</a:t>
            </a:r>
            <a:r>
              <a:rPr sz="950" spc="-4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context</a:t>
            </a:r>
            <a:r>
              <a:rPr sz="950" spc="-4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improves</a:t>
            </a:r>
            <a:r>
              <a:rPr sz="950" spc="-30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translation</a:t>
            </a:r>
            <a:endParaRPr sz="9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390"/>
              </a:spcBef>
            </a:pPr>
            <a:r>
              <a:rPr dirty="0"/>
              <a:t>Key</a:t>
            </a:r>
            <a:r>
              <a:rPr spc="-15" dirty="0"/>
              <a:t> </a:t>
            </a:r>
            <a:r>
              <a:rPr dirty="0"/>
              <a:t>idea</a:t>
            </a:r>
            <a:r>
              <a:rPr dirty="0">
                <a:solidFill>
                  <a:srgbClr val="000000"/>
                </a:solidFill>
              </a:rPr>
              <a:t>: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Process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sequence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both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directions</a:t>
            </a:r>
          </a:p>
          <a:p>
            <a:pPr marL="490220">
              <a:lnSpc>
                <a:spcPct val="100000"/>
              </a:lnSpc>
              <a:spcBef>
                <a:spcPts val="40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1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</a:rPr>
              <a:t>Forward</a:t>
            </a:r>
            <a:r>
              <a:rPr sz="950" spc="-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RNN:</a:t>
            </a:r>
            <a:r>
              <a:rPr sz="950" spc="-5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left-to-</a:t>
            </a:r>
            <a:r>
              <a:rPr sz="950" spc="-20" dirty="0">
                <a:solidFill>
                  <a:srgbClr val="000000"/>
                </a:solidFill>
              </a:rPr>
              <a:t>right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</a:rPr>
              <a:t>Backward RNN: </a:t>
            </a:r>
            <a:r>
              <a:rPr sz="950" spc="-10" dirty="0">
                <a:solidFill>
                  <a:srgbClr val="000000"/>
                </a:solidFill>
              </a:rPr>
              <a:t>right-to-</a:t>
            </a:r>
            <a:r>
              <a:rPr sz="950" spc="-20" dirty="0">
                <a:solidFill>
                  <a:srgbClr val="000000"/>
                </a:solidFill>
              </a:rPr>
              <a:t>left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6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</a:rPr>
              <a:t>Combine</a:t>
            </a:r>
            <a:r>
              <a:rPr sz="950" spc="-3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information</a:t>
            </a:r>
            <a:r>
              <a:rPr sz="950" spc="-3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from</a:t>
            </a:r>
            <a:r>
              <a:rPr sz="950" spc="-35" dirty="0">
                <a:solidFill>
                  <a:srgbClr val="000000"/>
                </a:solidFill>
              </a:rPr>
              <a:t> </a:t>
            </a:r>
            <a:r>
              <a:rPr sz="950" spc="-20" dirty="0">
                <a:solidFill>
                  <a:srgbClr val="000000"/>
                </a:solidFill>
              </a:rPr>
              <a:t>both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0" name="object 10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7158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Bidirectional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</a:t>
            </a:r>
            <a:r>
              <a:rPr sz="1700" cap="small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203700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6709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Bidirectional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RNN:</a:t>
            </a:r>
            <a:r>
              <a:rPr sz="1700" cap="small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Mathematical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Formula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740" y="550176"/>
            <a:ext cx="4905248" cy="24350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4296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Bidirectional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RNN: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Parameter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Counting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227"/>
            <a:ext cx="4814824" cy="25516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101853"/>
            <a:ext cx="34455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1400" cap="small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Bidirectional</a:t>
            </a:r>
            <a:r>
              <a:rPr sz="1400" cap="small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RNN:</a:t>
            </a:r>
            <a:r>
              <a:rPr sz="1400" cap="small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Parameter</a:t>
            </a:r>
            <a:r>
              <a:rPr sz="1400" cap="small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Calibri"/>
                <a:cs typeface="Calibri"/>
              </a:rPr>
              <a:t>Counting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176"/>
            <a:ext cx="5427472" cy="24350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29444"/>
            <a:ext cx="408340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1400" cap="small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Bidirectional</a:t>
            </a:r>
            <a:r>
              <a:rPr sz="1400" cap="small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RNN:</a:t>
            </a:r>
            <a:r>
              <a:rPr sz="1400" cap="small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Parameter</a:t>
            </a:r>
            <a:r>
              <a:rPr sz="1400" cap="small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Calibri"/>
                <a:cs typeface="Calibri"/>
              </a:rPr>
              <a:t>Counting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131308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When</a:t>
            </a:r>
            <a:r>
              <a:rPr cap="small" spc="4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to</a:t>
            </a:r>
            <a:r>
              <a:rPr cap="small" spc="5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Use</a:t>
            </a:r>
            <a:r>
              <a:rPr cap="small" spc="4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Bidirectional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75" dirty="0">
                <a:solidFill>
                  <a:srgbClr val="FFFFFF"/>
                </a:solidFill>
              </a:rPr>
              <a:t>RNNs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72058"/>
            <a:ext cx="5760085" cy="2661920"/>
            <a:chOff x="0" y="572058"/>
            <a:chExt cx="5760085" cy="26619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72058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490395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408821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2663" y="439869"/>
            <a:ext cx="4267200" cy="262191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Use</a:t>
            </a:r>
            <a:r>
              <a:rPr sz="10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bidirectional</a:t>
            </a:r>
            <a:r>
              <a:rPr sz="1050" spc="-6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RNNs</a:t>
            </a:r>
            <a:r>
              <a:rPr sz="1050" spc="-3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when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6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Entire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sequence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available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before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prediction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9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Task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benefits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from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future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context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7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5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Examples: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text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classification,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named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entity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recognition,</a:t>
            </a:r>
            <a:r>
              <a:rPr sz="950" spc="-6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machine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translation</a:t>
            </a:r>
            <a:endParaRPr sz="950">
              <a:latin typeface="Tahoma"/>
              <a:cs typeface="Tahoma"/>
            </a:endParaRPr>
          </a:p>
          <a:p>
            <a:pPr marL="321945">
              <a:lnSpc>
                <a:spcPct val="100000"/>
              </a:lnSpc>
              <a:spcBef>
                <a:spcPts val="215"/>
              </a:spcBef>
            </a:pPr>
            <a:r>
              <a:rPr sz="950" spc="-10" dirty="0">
                <a:latin typeface="Tahoma"/>
                <a:cs typeface="Tahoma"/>
              </a:rPr>
              <a:t>(encoder)</a:t>
            </a:r>
            <a:endParaRPr sz="9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53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Do</a:t>
            </a:r>
            <a:r>
              <a:rPr sz="1050" spc="-2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NOT</a:t>
            </a:r>
            <a:r>
              <a:rPr sz="10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use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20" dirty="0">
                <a:solidFill>
                  <a:srgbClr val="1B1371"/>
                </a:solidFill>
                <a:latin typeface="Tahoma"/>
                <a:cs typeface="Tahoma"/>
              </a:rPr>
              <a:t>when</a:t>
            </a:r>
            <a:r>
              <a:rPr sz="1050" spc="-2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41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latin typeface="Tahoma"/>
                <a:cs typeface="Tahoma"/>
              </a:rPr>
              <a:t>Real-</a:t>
            </a:r>
            <a:r>
              <a:rPr sz="950" dirty="0">
                <a:latin typeface="Tahoma"/>
                <a:cs typeface="Tahoma"/>
              </a:rPr>
              <a:t>time/online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prediction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required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6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Causal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modeling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(future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cannot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influence</a:t>
            </a:r>
            <a:r>
              <a:rPr sz="950" spc="-50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past)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7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Examples: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language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modeling,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real-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speech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recognition,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series</a:t>
            </a:r>
            <a:endParaRPr sz="950">
              <a:latin typeface="Tahoma"/>
              <a:cs typeface="Tahoma"/>
            </a:endParaRPr>
          </a:p>
          <a:p>
            <a:pPr marL="321945">
              <a:lnSpc>
                <a:spcPct val="100000"/>
              </a:lnSpc>
              <a:spcBef>
                <a:spcPts val="215"/>
              </a:spcBef>
            </a:pPr>
            <a:r>
              <a:rPr sz="950" spc="-10" dirty="0">
                <a:latin typeface="Tahoma"/>
                <a:cs typeface="Tahoma"/>
              </a:rPr>
              <a:t>forecasting</a:t>
            </a:r>
            <a:endParaRPr sz="9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55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Key</a:t>
            </a:r>
            <a:r>
              <a:rPr sz="10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limitation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Must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process</a:t>
            </a:r>
            <a:r>
              <a:rPr sz="1050" spc="-7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entire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sequence</a:t>
            </a:r>
            <a:endParaRPr sz="10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Cannot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make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predictions</a:t>
            </a:r>
            <a:r>
              <a:rPr sz="950" spc="-5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until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sequence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complete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2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Higher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computational</a:t>
            </a:r>
            <a:r>
              <a:rPr sz="950" dirty="0">
                <a:latin typeface="Tahoma"/>
                <a:cs typeface="Tahoma"/>
              </a:rPr>
              <a:t> cost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(two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RNNs)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Not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suitable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for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streaming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applications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29600"/>
            <a:ext cx="2555240" cy="252285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Modeling</a:t>
            </a:r>
            <a:endParaRPr sz="1400">
              <a:latin typeface="Calibri"/>
              <a:cs typeface="Calibri"/>
            </a:endParaRPr>
          </a:p>
          <a:p>
            <a:pPr marL="12700" marR="796925">
              <a:lnSpc>
                <a:spcPct val="1170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Model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6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Theory</a:t>
            </a:r>
            <a:r>
              <a:rPr sz="1400" cap="small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Basi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c</a:t>
            </a:r>
            <a:r>
              <a:rPr sz="1400" u="sng" cap="small" spc="7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RNN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Architecture</a:t>
            </a:r>
            <a:r>
              <a:rPr sz="1400" cap="small" spc="-1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RNN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Trainin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&amp;</a:t>
            </a:r>
            <a:r>
              <a:rPr sz="1400" u="sng" cap="small" spc="-1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BPTT</a:t>
            </a:r>
            <a:r>
              <a:rPr sz="1400" cap="small" spc="-2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directiona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7" action="ppaction://hlinksldjump"/>
              </a:rPr>
              <a:t>Dee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p</a:t>
            </a:r>
            <a:r>
              <a:rPr sz="1400" u="sng" cap="small" spc="7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7" action="ppaction://hlinksldjump"/>
              </a:rPr>
              <a:t>(Stacked)</a:t>
            </a:r>
            <a:r>
              <a:rPr sz="1400" u="sng" cap="small" spc="4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2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7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Gate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Recurren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t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Unit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(GRU)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Lon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Short-Ter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m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Memor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y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(LSTM)</a:t>
            </a:r>
            <a:endParaRPr sz="1400">
              <a:latin typeface="Calibri"/>
              <a:cs typeface="Calibri"/>
            </a:endParaRPr>
          </a:p>
          <a:p>
            <a:pPr marL="12700" marR="6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m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Serie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Forecastin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Applications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Compariso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&amp;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Deep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(Stacked)</a:t>
            </a:r>
            <a:r>
              <a:rPr cap="small" spc="-2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RNNs:</a:t>
            </a:r>
            <a:r>
              <a:rPr cap="small" spc="-20" dirty="0">
                <a:solidFill>
                  <a:srgbClr val="FFFFFF"/>
                </a:solidFill>
              </a:rPr>
              <a:t> </a:t>
            </a:r>
            <a:r>
              <a:rPr cap="small" spc="-25" dirty="0">
                <a:solidFill>
                  <a:srgbClr val="FFFFFF"/>
                </a:solidFill>
              </a:rPr>
              <a:t>Motivation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3702" y="705154"/>
            <a:ext cx="69850" cy="1744980"/>
            <a:chOff x="513702" y="705154"/>
            <a:chExt cx="69850" cy="1744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705154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628825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380361"/>
              <a:ext cx="69291" cy="692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550"/>
              </a:spcBef>
            </a:pPr>
            <a:r>
              <a:rPr dirty="0"/>
              <a:t>Why</a:t>
            </a:r>
            <a:r>
              <a:rPr spc="-10" dirty="0"/>
              <a:t> </a:t>
            </a:r>
            <a:r>
              <a:rPr dirty="0"/>
              <a:t>stack</a:t>
            </a:r>
            <a:r>
              <a:rPr spc="-20" dirty="0"/>
              <a:t> </a:t>
            </a:r>
            <a:r>
              <a:rPr dirty="0"/>
              <a:t>RNN</a:t>
            </a:r>
            <a:r>
              <a:rPr spc="-35" dirty="0"/>
              <a:t> </a:t>
            </a:r>
            <a:r>
              <a:rPr spc="-10" dirty="0"/>
              <a:t>layers?</a:t>
            </a:r>
          </a:p>
          <a:p>
            <a:pPr marL="49022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</a:rPr>
              <a:t>Single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RNN</a:t>
            </a:r>
            <a:r>
              <a:rPr sz="950" spc="-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layer:</a:t>
            </a:r>
            <a:r>
              <a:rPr sz="950" spc="1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limited</a:t>
            </a:r>
            <a:r>
              <a:rPr sz="950" spc="-15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representational</a:t>
            </a:r>
            <a:r>
              <a:rPr sz="950" spc="-5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capacity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</a:rPr>
              <a:t>Deep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networks</a:t>
            </a:r>
            <a:r>
              <a:rPr sz="950" spc="-1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learn</a:t>
            </a:r>
            <a:r>
              <a:rPr sz="950" spc="-15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hierarchical features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</a:rPr>
              <a:t>Lower</a:t>
            </a:r>
            <a:r>
              <a:rPr sz="950" spc="-3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layers:</a:t>
            </a:r>
            <a:r>
              <a:rPr sz="950" spc="-1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simple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patterns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</a:rPr>
              <a:t>Higher</a:t>
            </a:r>
            <a:r>
              <a:rPr sz="950" spc="-5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layers: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complex,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abstract</a:t>
            </a:r>
            <a:r>
              <a:rPr sz="950" spc="-15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patterns</a:t>
            </a:r>
            <a:endParaRPr sz="950">
              <a:latin typeface="Arial MT"/>
              <a:cs typeface="Arial MT"/>
            </a:endParaRPr>
          </a:p>
          <a:p>
            <a:pPr marL="335280">
              <a:lnSpc>
                <a:spcPct val="100000"/>
              </a:lnSpc>
              <a:spcBef>
                <a:spcPts val="400"/>
              </a:spcBef>
            </a:pPr>
            <a:r>
              <a:rPr dirty="0"/>
              <a:t>Examples</a:t>
            </a:r>
            <a:r>
              <a:rPr spc="-6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hierarchical</a:t>
            </a:r>
            <a:r>
              <a:rPr spc="-80" dirty="0"/>
              <a:t> </a:t>
            </a:r>
            <a:r>
              <a:rPr spc="-10" dirty="0"/>
              <a:t>features</a:t>
            </a:r>
            <a:r>
              <a:rPr spc="-10" dirty="0">
                <a:solidFill>
                  <a:srgbClr val="000000"/>
                </a:solidFill>
              </a:rPr>
              <a:t>:</a:t>
            </a:r>
          </a:p>
          <a:p>
            <a:pPr marL="490220">
              <a:lnSpc>
                <a:spcPct val="100000"/>
              </a:lnSpc>
              <a:spcBef>
                <a:spcPts val="18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/>
              <a:t>Text</a:t>
            </a:r>
            <a:r>
              <a:rPr sz="950" dirty="0">
                <a:solidFill>
                  <a:srgbClr val="000000"/>
                </a:solidFill>
              </a:rPr>
              <a:t>: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characters </a:t>
            </a:r>
            <a:r>
              <a:rPr sz="1100" dirty="0">
                <a:solidFill>
                  <a:srgbClr val="000000"/>
                </a:solidFill>
                <a:latin typeface="Microsoft Sans Serif"/>
                <a:cs typeface="Microsoft Sans Serif"/>
              </a:rPr>
              <a:t>→</a:t>
            </a:r>
            <a:r>
              <a:rPr sz="1100" spc="2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000000"/>
                </a:solidFill>
              </a:rPr>
              <a:t>words</a:t>
            </a:r>
            <a:r>
              <a:rPr sz="950" spc="-1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  <a:latin typeface="Microsoft Sans Serif"/>
                <a:cs typeface="Microsoft Sans Serif"/>
              </a:rPr>
              <a:t>→</a:t>
            </a:r>
            <a:r>
              <a:rPr sz="1100" spc="2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000000"/>
                </a:solidFill>
              </a:rPr>
              <a:t>phrases</a:t>
            </a:r>
            <a:r>
              <a:rPr sz="950" spc="-1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  <a:latin typeface="Microsoft Sans Serif"/>
                <a:cs typeface="Microsoft Sans Serif"/>
              </a:rPr>
              <a:t>→</a:t>
            </a:r>
            <a:r>
              <a:rPr sz="1100" spc="3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sentences</a:t>
            </a:r>
            <a:endParaRPr sz="950">
              <a:latin typeface="Microsoft Sans Serif"/>
              <a:cs typeface="Microsoft Sans Serif"/>
            </a:endParaRPr>
          </a:p>
          <a:p>
            <a:pPr marL="490220">
              <a:lnSpc>
                <a:spcPct val="100000"/>
              </a:lnSpc>
              <a:spcBef>
                <a:spcPts val="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/>
              <a:t>Speech</a:t>
            </a:r>
            <a:r>
              <a:rPr sz="950" dirty="0">
                <a:solidFill>
                  <a:srgbClr val="000000"/>
                </a:solidFill>
              </a:rPr>
              <a:t>:</a:t>
            </a:r>
            <a:r>
              <a:rPr sz="950" spc="-3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phonemes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  <a:latin typeface="Microsoft Sans Serif"/>
                <a:cs typeface="Microsoft Sans Serif"/>
              </a:rPr>
              <a:t>→</a:t>
            </a:r>
            <a:r>
              <a:rPr sz="1100" spc="3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000000"/>
                </a:solidFill>
              </a:rPr>
              <a:t>syllables </a:t>
            </a:r>
            <a:r>
              <a:rPr sz="1100" dirty="0">
                <a:solidFill>
                  <a:srgbClr val="000000"/>
                </a:solidFill>
                <a:latin typeface="Microsoft Sans Serif"/>
                <a:cs typeface="Microsoft Sans Serif"/>
              </a:rPr>
              <a:t>→</a:t>
            </a:r>
            <a:r>
              <a:rPr sz="1100" spc="3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950" spc="-20" dirty="0">
                <a:solidFill>
                  <a:srgbClr val="000000"/>
                </a:solidFill>
              </a:rPr>
              <a:t>words</a:t>
            </a:r>
            <a:endParaRPr sz="950">
              <a:latin typeface="Microsoft Sans Serif"/>
              <a:cs typeface="Microsoft Sans Serif"/>
            </a:endParaRPr>
          </a:p>
          <a:p>
            <a:pPr marL="490220">
              <a:lnSpc>
                <a:spcPct val="100000"/>
              </a:lnSpc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2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/>
              <a:t>Time series</a:t>
            </a:r>
            <a:r>
              <a:rPr sz="950" dirty="0">
                <a:solidFill>
                  <a:srgbClr val="000000"/>
                </a:solidFill>
              </a:rPr>
              <a:t>: </a:t>
            </a:r>
            <a:r>
              <a:rPr sz="950" spc="-10" dirty="0">
                <a:solidFill>
                  <a:srgbClr val="000000"/>
                </a:solidFill>
              </a:rPr>
              <a:t>short-</a:t>
            </a:r>
            <a:r>
              <a:rPr sz="950" dirty="0">
                <a:solidFill>
                  <a:srgbClr val="000000"/>
                </a:solidFill>
              </a:rPr>
              <a:t>term </a:t>
            </a:r>
            <a:r>
              <a:rPr sz="1100" dirty="0">
                <a:solidFill>
                  <a:srgbClr val="000000"/>
                </a:solidFill>
                <a:latin typeface="Microsoft Sans Serif"/>
                <a:cs typeface="Microsoft Sans Serif"/>
              </a:rPr>
              <a:t>→</a:t>
            </a:r>
            <a:r>
              <a:rPr sz="1100" spc="5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medium-</a:t>
            </a:r>
            <a:r>
              <a:rPr sz="950" dirty="0">
                <a:solidFill>
                  <a:srgbClr val="000000"/>
                </a:solidFill>
              </a:rPr>
              <a:t>term</a:t>
            </a:r>
            <a:r>
              <a:rPr sz="950" spc="1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  <a:latin typeface="Microsoft Sans Serif"/>
                <a:cs typeface="Microsoft Sans Serif"/>
              </a:rPr>
              <a:t>→</a:t>
            </a:r>
            <a:r>
              <a:rPr sz="1100" spc="5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long-</a:t>
            </a:r>
            <a:r>
              <a:rPr sz="950" dirty="0">
                <a:solidFill>
                  <a:srgbClr val="000000"/>
                </a:solidFill>
              </a:rPr>
              <a:t>term</a:t>
            </a:r>
            <a:r>
              <a:rPr sz="950" spc="-5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trends</a:t>
            </a:r>
            <a:endParaRPr sz="950">
              <a:latin typeface="Microsoft Sans Serif"/>
              <a:cs typeface="Microsoft Sans Serif"/>
            </a:endParaRPr>
          </a:p>
          <a:p>
            <a:pPr marL="335280">
              <a:lnSpc>
                <a:spcPct val="100000"/>
              </a:lnSpc>
              <a:spcBef>
                <a:spcPts val="420"/>
              </a:spcBef>
            </a:pPr>
            <a:r>
              <a:rPr dirty="0"/>
              <a:t>Empirical</a:t>
            </a:r>
            <a:r>
              <a:rPr spc="-60" dirty="0"/>
              <a:t> </a:t>
            </a:r>
            <a:r>
              <a:rPr spc="-10" dirty="0"/>
              <a:t>observation</a:t>
            </a:r>
            <a:r>
              <a:rPr spc="-10" dirty="0">
                <a:solidFill>
                  <a:srgbClr val="000000"/>
                </a:solidFill>
              </a:rPr>
              <a:t>:</a:t>
            </a:r>
          </a:p>
          <a:p>
            <a:pPr marL="49022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</a:rPr>
              <a:t>Deeper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RNNs</a:t>
            </a:r>
            <a:r>
              <a:rPr sz="950" spc="-1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often</a:t>
            </a:r>
            <a:r>
              <a:rPr sz="950" spc="-1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outperform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wider</a:t>
            </a:r>
            <a:r>
              <a:rPr sz="950" spc="-25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single-</a:t>
            </a:r>
            <a:r>
              <a:rPr sz="950" dirty="0">
                <a:solidFill>
                  <a:srgbClr val="000000"/>
                </a:solidFill>
              </a:rPr>
              <a:t>layer</a:t>
            </a:r>
            <a:r>
              <a:rPr sz="950" spc="-20" dirty="0">
                <a:solidFill>
                  <a:srgbClr val="000000"/>
                </a:solidFill>
              </a:rPr>
              <a:t> RNNs</a:t>
            </a:r>
            <a:endParaRPr sz="95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00000"/>
                </a:solidFill>
              </a:rPr>
              <a:t>Typical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depth: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2-</a:t>
            </a:r>
            <a:r>
              <a:rPr sz="950" dirty="0">
                <a:solidFill>
                  <a:srgbClr val="000000"/>
                </a:solidFill>
              </a:rPr>
              <a:t>4</a:t>
            </a:r>
            <a:r>
              <a:rPr sz="950" spc="-35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layers</a:t>
            </a:r>
            <a:r>
              <a:rPr sz="950" spc="-1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(diminishing</a:t>
            </a:r>
            <a:r>
              <a:rPr sz="950" spc="-3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returns</a:t>
            </a:r>
            <a:r>
              <a:rPr sz="950" spc="-20" dirty="0">
                <a:solidFill>
                  <a:srgbClr val="000000"/>
                </a:solidFill>
              </a:rPr>
              <a:t> </a:t>
            </a:r>
            <a:r>
              <a:rPr sz="950" dirty="0">
                <a:solidFill>
                  <a:srgbClr val="000000"/>
                </a:solidFill>
              </a:rPr>
              <a:t>beyond</a:t>
            </a:r>
            <a:r>
              <a:rPr sz="950" spc="-30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this)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9" name="object 9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59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Deep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RNN</a:t>
            </a:r>
            <a:r>
              <a:rPr cap="small" spc="-30" dirty="0">
                <a:solidFill>
                  <a:srgbClr val="FFFFFF"/>
                </a:solidFill>
              </a:rPr>
              <a:t> 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3698" y="836345"/>
            <a:ext cx="1668272" cy="21118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7993" y="2739948"/>
            <a:ext cx="16319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800" i="1" spc="-25" dirty="0">
                <a:latin typeface="Arial"/>
                <a:cs typeface="Arial"/>
              </a:rPr>
              <a:t>x</a:t>
            </a:r>
            <a:r>
              <a:rPr sz="750" spc="-37" baseline="-22222" dirty="0">
                <a:latin typeface="Tahoma"/>
                <a:cs typeface="Tahoma"/>
              </a:rPr>
              <a:t>1</a:t>
            </a:r>
            <a:endParaRPr sz="750" baseline="-22222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3151" y="2739948"/>
            <a:ext cx="16319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800" i="1" spc="-25" dirty="0">
                <a:latin typeface="Arial"/>
                <a:cs typeface="Arial"/>
              </a:rPr>
              <a:t>x</a:t>
            </a:r>
            <a:r>
              <a:rPr sz="750" spc="-37" baseline="-22222" dirty="0">
                <a:latin typeface="Tahoma"/>
                <a:cs typeface="Tahoma"/>
              </a:rPr>
              <a:t>2</a:t>
            </a:r>
            <a:endParaRPr sz="750" baseline="-22222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8282" y="2739948"/>
            <a:ext cx="16383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00" i="1" spc="-25" dirty="0">
                <a:latin typeface="Arial"/>
                <a:cs typeface="Arial"/>
              </a:rPr>
              <a:t>x</a:t>
            </a:r>
            <a:r>
              <a:rPr sz="750" spc="-37" baseline="-22222" dirty="0">
                <a:latin typeface="Tahoma"/>
                <a:cs typeface="Tahoma"/>
              </a:rPr>
              <a:t>3</a:t>
            </a:r>
            <a:endParaRPr sz="750" baseline="-22222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94588" y="883918"/>
          <a:ext cx="2025015" cy="1593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140"/>
                <a:gridCol w="532765"/>
                <a:gridCol w="669290"/>
                <a:gridCol w="464820"/>
              </a:tblGrid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890"/>
                        </a:lnSpc>
                      </a:pPr>
                      <a:r>
                        <a:rPr sz="800" i="1" spc="-2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750" spc="-37" baseline="-22222" dirty="0">
                          <a:latin typeface="Tahoma"/>
                          <a:cs typeface="Tahoma"/>
                        </a:rPr>
                        <a:t>1</a:t>
                      </a:r>
                      <a:endParaRPr sz="750" baseline="-22222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890"/>
                        </a:lnSpc>
                      </a:pPr>
                      <a:r>
                        <a:rPr sz="800" i="1" spc="-2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750" spc="-37" baseline="-22222" dirty="0">
                          <a:latin typeface="Tahoma"/>
                          <a:cs typeface="Tahoma"/>
                        </a:rPr>
                        <a:t>2</a:t>
                      </a:r>
                      <a:endParaRPr sz="750" baseline="-22222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ts val="890"/>
                        </a:lnSpc>
                      </a:pPr>
                      <a:r>
                        <a:rPr sz="800" i="1" spc="-2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750" spc="-37" baseline="-22222" dirty="0">
                          <a:latin typeface="Tahoma"/>
                          <a:cs typeface="Tahoma"/>
                        </a:rPr>
                        <a:t>3</a:t>
                      </a:r>
                      <a:endParaRPr sz="750" baseline="-22222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500" dirty="0">
                          <a:latin typeface="Tahoma"/>
                          <a:cs typeface="Tahoma"/>
                        </a:rPr>
                        <a:t>Layer</a:t>
                      </a:r>
                      <a:r>
                        <a:rPr sz="5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500" spc="-60" dirty="0">
                          <a:latin typeface="Tahoma"/>
                          <a:cs typeface="Tahoma"/>
                        </a:rPr>
                        <a:t>3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17475">
                        <a:lnSpc>
                          <a:spcPts val="955"/>
                        </a:lnSpc>
                        <a:spcBef>
                          <a:spcPts val="5"/>
                        </a:spcBef>
                      </a:pPr>
                      <a:r>
                        <a:rPr sz="1200" i="1" spc="-30" baseline="-20833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500" spc="-2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)</a:t>
                      </a:r>
                      <a:endParaRPr sz="600">
                        <a:latin typeface="Tahoma"/>
                        <a:cs typeface="Tahoma"/>
                      </a:endParaRPr>
                    </a:p>
                    <a:p>
                      <a:pPr marL="174625">
                        <a:lnSpc>
                          <a:spcPts val="595"/>
                        </a:lnSpc>
                      </a:pPr>
                      <a:r>
                        <a:rPr sz="500" spc="-50" dirty="0">
                          <a:latin typeface="Tahoma"/>
                          <a:cs typeface="Tahoma"/>
                        </a:rPr>
                        <a:t>1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ts val="955"/>
                        </a:lnSpc>
                        <a:spcBef>
                          <a:spcPts val="5"/>
                        </a:spcBef>
                      </a:pPr>
                      <a:r>
                        <a:rPr sz="1200" i="1" spc="-30" baseline="-20833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500" spc="-2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)</a:t>
                      </a:r>
                      <a:endParaRPr sz="6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ts val="595"/>
                        </a:lnSpc>
                      </a:pPr>
                      <a:r>
                        <a:rPr sz="500" spc="-50" dirty="0">
                          <a:latin typeface="Tahoma"/>
                          <a:cs typeface="Tahoma"/>
                        </a:rPr>
                        <a:t>2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266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i="1" spc="-30" baseline="-20833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500" spc="-2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)</a:t>
                      </a:r>
                      <a:endParaRPr sz="600">
                        <a:latin typeface="Tahoma"/>
                        <a:cs typeface="Tahoma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500" spc="-50" dirty="0">
                          <a:latin typeface="Tahoma"/>
                          <a:cs typeface="Tahoma"/>
                        </a:rPr>
                        <a:t>3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12065" marB="0"/>
                </a:tc>
              </a:tr>
              <a:tr h="539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500" dirty="0">
                          <a:latin typeface="Tahoma"/>
                          <a:cs typeface="Tahoma"/>
                        </a:rPr>
                        <a:t>Layer</a:t>
                      </a:r>
                      <a:r>
                        <a:rPr sz="5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500" spc="-60" dirty="0">
                          <a:latin typeface="Tahoma"/>
                          <a:cs typeface="Tahoma"/>
                        </a:rPr>
                        <a:t>2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17475">
                        <a:lnSpc>
                          <a:spcPts val="960"/>
                        </a:lnSpc>
                      </a:pPr>
                      <a:r>
                        <a:rPr sz="1200" i="1" spc="-30" baseline="-20833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500" spc="-2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)</a:t>
                      </a:r>
                      <a:endParaRPr sz="600">
                        <a:latin typeface="Tahoma"/>
                        <a:cs typeface="Tahoma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500" spc="-50" dirty="0">
                          <a:latin typeface="Tahoma"/>
                          <a:cs typeface="Tahoma"/>
                        </a:rPr>
                        <a:t>1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ts val="960"/>
                        </a:lnSpc>
                      </a:pPr>
                      <a:r>
                        <a:rPr sz="1200" i="1" spc="-30" baseline="-20833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500" spc="-2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)</a:t>
                      </a:r>
                      <a:endParaRPr sz="6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0" spc="-50" dirty="0">
                          <a:latin typeface="Tahoma"/>
                          <a:cs typeface="Tahoma"/>
                        </a:rPr>
                        <a:t>2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266065">
                        <a:lnSpc>
                          <a:spcPct val="100000"/>
                        </a:lnSpc>
                      </a:pPr>
                      <a:r>
                        <a:rPr sz="1200" i="1" spc="-30" baseline="-20833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500" spc="-2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)</a:t>
                      </a:r>
                      <a:endParaRPr sz="600">
                        <a:latin typeface="Tahoma"/>
                        <a:cs typeface="Tahoma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500" spc="-50" dirty="0">
                          <a:latin typeface="Tahoma"/>
                          <a:cs typeface="Tahoma"/>
                        </a:rPr>
                        <a:t>3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69215" marB="0"/>
                </a:tc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580"/>
                        </a:lnSpc>
                      </a:pPr>
                      <a:r>
                        <a:rPr sz="500" dirty="0">
                          <a:latin typeface="Tahoma"/>
                          <a:cs typeface="Tahoma"/>
                        </a:rPr>
                        <a:t>Layer</a:t>
                      </a:r>
                      <a:r>
                        <a:rPr sz="5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500" spc="-60" dirty="0">
                          <a:latin typeface="Tahoma"/>
                          <a:cs typeface="Tahoma"/>
                        </a:rPr>
                        <a:t>1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17475">
                        <a:lnSpc>
                          <a:spcPct val="100000"/>
                        </a:lnSpc>
                      </a:pPr>
                      <a:r>
                        <a:rPr sz="1200" i="1" spc="-30" baseline="-20833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500" spc="-2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)</a:t>
                      </a:r>
                      <a:endParaRPr sz="600">
                        <a:latin typeface="Tahoma"/>
                        <a:cs typeface="Tahoma"/>
                      </a:endParaRPr>
                    </a:p>
                    <a:p>
                      <a:pPr marL="174625">
                        <a:lnSpc>
                          <a:spcPts val="195"/>
                        </a:lnSpc>
                        <a:spcBef>
                          <a:spcPts val="5"/>
                        </a:spcBef>
                      </a:pPr>
                      <a:r>
                        <a:rPr sz="500" spc="-50" dirty="0">
                          <a:latin typeface="Tahoma"/>
                          <a:cs typeface="Tahoma"/>
                        </a:rPr>
                        <a:t>1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1200" i="1" spc="-30" baseline="-20833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500" spc="-2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600" spc="-20" dirty="0">
                          <a:latin typeface="Tahoma"/>
                          <a:cs typeface="Tahoma"/>
                        </a:rPr>
                        <a:t>)</a:t>
                      </a:r>
                      <a:endParaRPr sz="6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ts val="195"/>
                        </a:lnSpc>
                        <a:spcBef>
                          <a:spcPts val="5"/>
                        </a:spcBef>
                      </a:pPr>
                      <a:r>
                        <a:rPr sz="500" spc="-50" dirty="0">
                          <a:latin typeface="Tahoma"/>
                          <a:cs typeface="Tahoma"/>
                        </a:rPr>
                        <a:t>2</a:t>
                      </a:r>
                      <a:endParaRPr sz="500">
                        <a:latin typeface="Tahoma"/>
                        <a:cs typeface="Tahoma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222250" algn="ctr">
                        <a:lnSpc>
                          <a:spcPct val="100000"/>
                        </a:lnSpc>
                      </a:pPr>
                      <a:r>
                        <a:rPr sz="1200" i="1" baseline="-20833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200" i="1" spc="-7" baseline="-2083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500" spc="-2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600" spc="-25" dirty="0">
                          <a:latin typeface="Tahoma"/>
                          <a:cs typeface="Tahoma"/>
                        </a:rPr>
                        <a:t>)</a:t>
                      </a:r>
                      <a:endParaRPr sz="600" dirty="0">
                        <a:latin typeface="Tahoma"/>
                        <a:cs typeface="Tahoma"/>
                      </a:endParaRPr>
                    </a:p>
                    <a:p>
                      <a:pPr marL="216535" algn="ctr">
                        <a:lnSpc>
                          <a:spcPts val="200"/>
                        </a:lnSpc>
                        <a:spcBef>
                          <a:spcPts val="5"/>
                        </a:spcBef>
                      </a:pPr>
                      <a:r>
                        <a:rPr sz="500" spc="-50" dirty="0">
                          <a:latin typeface="Tahoma"/>
                          <a:cs typeface="Tahoma"/>
                        </a:rPr>
                        <a:t>3</a:t>
                      </a:r>
                      <a:endParaRPr sz="500" dirty="0">
                        <a:latin typeface="Tahoma"/>
                        <a:cs typeface="Tahoma"/>
                      </a:endParaRPr>
                    </a:p>
                  </a:txBody>
                  <a:tcPr marL="0" marR="0" marT="69215" marB="0"/>
                </a:tc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0" y="703249"/>
            <a:ext cx="5760085" cy="2530475"/>
            <a:chOff x="0" y="703249"/>
            <a:chExt cx="5760085" cy="25304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7308" y="703249"/>
              <a:ext cx="69289" cy="692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07308" y="1108125"/>
              <a:ext cx="69289" cy="692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7308" y="1513001"/>
              <a:ext cx="69289" cy="6929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738753" y="588670"/>
            <a:ext cx="1684655" cy="1390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780">
              <a:lnSpc>
                <a:spcPct val="114300"/>
              </a:lnSpc>
              <a:spcBef>
                <a:spcPts val="95"/>
              </a:spcBef>
            </a:pPr>
            <a:r>
              <a:rPr sz="1050" dirty="0">
                <a:latin typeface="Tahoma"/>
                <a:cs typeface="Tahoma"/>
              </a:rPr>
              <a:t>Each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layer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processes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output </a:t>
            </a:r>
            <a:r>
              <a:rPr sz="1050" dirty="0">
                <a:latin typeface="Tahoma"/>
                <a:cs typeface="Tahoma"/>
              </a:rPr>
              <a:t>of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previous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layer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050" dirty="0">
                <a:latin typeface="Tahoma"/>
                <a:cs typeface="Tahoma"/>
              </a:rPr>
              <a:t>Horizontal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arrows:</a:t>
            </a:r>
            <a:r>
              <a:rPr sz="1050" spc="-70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recurrent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dirty="0">
                <a:latin typeface="Tahoma"/>
                <a:cs typeface="Tahoma"/>
              </a:rPr>
              <a:t>connections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within</a:t>
            </a:r>
            <a:r>
              <a:rPr sz="1050" spc="-20" dirty="0">
                <a:latin typeface="Tahoma"/>
                <a:cs typeface="Tahoma"/>
              </a:rPr>
              <a:t> layer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050" dirty="0">
                <a:latin typeface="Tahoma"/>
                <a:cs typeface="Tahoma"/>
              </a:rPr>
              <a:t>Vertical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arrows: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50" spc="-10" dirty="0">
                <a:latin typeface="Tahoma"/>
                <a:cs typeface="Tahoma"/>
              </a:rPr>
              <a:t>feed-</a:t>
            </a:r>
            <a:r>
              <a:rPr sz="1050" dirty="0">
                <a:latin typeface="Tahoma"/>
                <a:cs typeface="Tahoma"/>
              </a:rPr>
              <a:t>forward </a:t>
            </a:r>
            <a:r>
              <a:rPr sz="1050" spc="-10" dirty="0">
                <a:latin typeface="Tahoma"/>
                <a:cs typeface="Tahoma"/>
              </a:rPr>
              <a:t>connections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050" dirty="0">
                <a:latin typeface="Tahoma"/>
                <a:cs typeface="Tahoma"/>
              </a:rPr>
              <a:t>between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layers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3089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Deep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RNN: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Mathematical</a:t>
            </a:r>
            <a:r>
              <a:rPr sz="1700" cap="small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25" dirty="0">
                <a:solidFill>
                  <a:srgbClr val="FFFFFF"/>
                </a:solidFill>
                <a:latin typeface="Calibri"/>
                <a:cs typeface="Calibri"/>
              </a:rPr>
              <a:t>Formulation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8927"/>
            <a:ext cx="5147818" cy="24350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700" y="479425"/>
            <a:ext cx="1649156" cy="233963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71780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Deep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RNN: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Parameter</a:t>
            </a:r>
            <a:r>
              <a:rPr sz="1700" cap="small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Counting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pPr algn="l"/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878705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1070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Deep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RNN: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Setup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57834"/>
            <a:ext cx="5760085" cy="2776220"/>
            <a:chOff x="0" y="457834"/>
            <a:chExt cx="5760085" cy="277622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219" y="457834"/>
              <a:ext cx="4410710" cy="265010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100075"/>
            <a:ext cx="287210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Deep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RNN:</a:t>
            </a:r>
            <a:r>
              <a:rPr sz="1700" cap="small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Forward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Pass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55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spc="-2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703826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100075"/>
            <a:ext cx="287210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Deep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RNN:</a:t>
            </a:r>
            <a:r>
              <a:rPr sz="1700" cap="small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Forward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Pass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55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spc="-2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55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176"/>
            <a:ext cx="5394071" cy="24350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Deep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RNN: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Gradient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Flow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spc="-25" dirty="0">
                <a:solidFill>
                  <a:srgbClr val="FFFFFF"/>
                </a:solidFill>
              </a:rPr>
              <a:t>Considerations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45896"/>
            <a:ext cx="5760085" cy="2687955"/>
            <a:chOff x="0" y="545896"/>
            <a:chExt cx="5760085" cy="26879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45896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067866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761794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627960"/>
              <a:ext cx="69291" cy="692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32663" y="441507"/>
            <a:ext cx="4536237" cy="2616742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2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Gradient</a:t>
            </a:r>
            <a:r>
              <a:rPr sz="1050" spc="-6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must</a:t>
            </a:r>
            <a:r>
              <a:rPr sz="10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flow</a:t>
            </a:r>
            <a:r>
              <a:rPr sz="10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through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 dirty="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-10" dirty="0">
                <a:latin typeface="Tahoma"/>
                <a:cs typeface="Tahoma"/>
              </a:rPr>
              <a:t> (horizontal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connections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within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each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layer)</a:t>
            </a:r>
            <a:endParaRPr sz="950" dirty="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Depth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(vertical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connections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between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layers)</a:t>
            </a:r>
            <a:endParaRPr sz="950" dirty="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Compound</a:t>
            </a:r>
            <a:r>
              <a:rPr sz="1050" spc="-4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vanishing</a:t>
            </a:r>
            <a:r>
              <a:rPr sz="1050" spc="-4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gradient</a:t>
            </a:r>
            <a:r>
              <a:rPr sz="1050" spc="-5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problem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 dirty="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5"/>
              </a:spcBef>
            </a:pPr>
            <a:r>
              <a:rPr sz="900" b="1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b="1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b="1" dirty="0">
                <a:latin typeface="Tahoma"/>
                <a:cs typeface="Tahoma"/>
              </a:rPr>
              <a:t>Gradients</a:t>
            </a:r>
            <a:r>
              <a:rPr sz="950" b="1" spc="-20" dirty="0">
                <a:latin typeface="Tahoma"/>
                <a:cs typeface="Tahoma"/>
              </a:rPr>
              <a:t> </a:t>
            </a:r>
            <a:r>
              <a:rPr sz="950" b="1" dirty="0">
                <a:latin typeface="Tahoma"/>
                <a:cs typeface="Tahoma"/>
              </a:rPr>
              <a:t>vanish in</a:t>
            </a:r>
            <a:r>
              <a:rPr sz="950" b="1" spc="-30" dirty="0">
                <a:latin typeface="Tahoma"/>
                <a:cs typeface="Tahoma"/>
              </a:rPr>
              <a:t> </a:t>
            </a:r>
            <a:r>
              <a:rPr sz="950" b="1" dirty="0">
                <a:latin typeface="Tahoma"/>
                <a:cs typeface="Tahoma"/>
              </a:rPr>
              <a:t>time</a:t>
            </a:r>
            <a:r>
              <a:rPr sz="950" b="1" spc="-5" dirty="0">
                <a:latin typeface="Tahoma"/>
                <a:cs typeface="Tahoma"/>
              </a:rPr>
              <a:t> </a:t>
            </a:r>
            <a:r>
              <a:rPr sz="950" b="1" dirty="0">
                <a:latin typeface="Tahoma"/>
                <a:cs typeface="Tahoma"/>
              </a:rPr>
              <a:t>dimension</a:t>
            </a:r>
            <a:r>
              <a:rPr sz="950" b="1" spc="-15" dirty="0">
                <a:latin typeface="Tahoma"/>
                <a:cs typeface="Tahoma"/>
              </a:rPr>
              <a:t> </a:t>
            </a:r>
            <a:r>
              <a:rPr sz="950" b="1" dirty="0">
                <a:latin typeface="Tahoma"/>
                <a:cs typeface="Tahoma"/>
              </a:rPr>
              <a:t>(as in</a:t>
            </a:r>
            <a:r>
              <a:rPr sz="950" b="1" spc="-30" dirty="0">
                <a:latin typeface="Tahoma"/>
                <a:cs typeface="Tahoma"/>
              </a:rPr>
              <a:t> </a:t>
            </a:r>
            <a:r>
              <a:rPr sz="950" b="1" spc="-10" dirty="0">
                <a:latin typeface="Tahoma"/>
                <a:cs typeface="Tahoma"/>
              </a:rPr>
              <a:t>single-</a:t>
            </a:r>
            <a:r>
              <a:rPr sz="950" b="1" dirty="0">
                <a:latin typeface="Tahoma"/>
                <a:cs typeface="Tahoma"/>
              </a:rPr>
              <a:t>layer</a:t>
            </a:r>
            <a:r>
              <a:rPr sz="950" b="1" spc="-15" dirty="0">
                <a:latin typeface="Tahoma"/>
                <a:cs typeface="Tahoma"/>
              </a:rPr>
              <a:t> </a:t>
            </a:r>
            <a:r>
              <a:rPr sz="950" b="1" spc="-20" dirty="0">
                <a:latin typeface="Tahoma"/>
                <a:cs typeface="Tahoma"/>
              </a:rPr>
              <a:t>RNN)</a:t>
            </a:r>
            <a:endParaRPr sz="950" b="1" dirty="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="1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b="1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b="1" dirty="0">
                <a:latin typeface="Tahoma"/>
                <a:cs typeface="Tahoma"/>
              </a:rPr>
              <a:t>Additional</a:t>
            </a:r>
            <a:r>
              <a:rPr sz="950" b="1" spc="-30" dirty="0">
                <a:latin typeface="Tahoma"/>
                <a:cs typeface="Tahoma"/>
              </a:rPr>
              <a:t> </a:t>
            </a:r>
            <a:r>
              <a:rPr sz="950" b="1" dirty="0">
                <a:latin typeface="Tahoma"/>
                <a:cs typeface="Tahoma"/>
              </a:rPr>
              <a:t>vanishing</a:t>
            </a:r>
            <a:r>
              <a:rPr sz="950" b="1" spc="-10" dirty="0">
                <a:latin typeface="Tahoma"/>
                <a:cs typeface="Tahoma"/>
              </a:rPr>
              <a:t> </a:t>
            </a:r>
            <a:r>
              <a:rPr sz="950" b="1" dirty="0">
                <a:latin typeface="Tahoma"/>
                <a:cs typeface="Tahoma"/>
              </a:rPr>
              <a:t>through</a:t>
            </a:r>
            <a:r>
              <a:rPr sz="950" b="1" spc="-45" dirty="0">
                <a:latin typeface="Tahoma"/>
                <a:cs typeface="Tahoma"/>
              </a:rPr>
              <a:t> </a:t>
            </a:r>
            <a:r>
              <a:rPr sz="950" b="1" spc="-20" dirty="0">
                <a:latin typeface="Tahoma"/>
                <a:cs typeface="Tahoma"/>
              </a:rPr>
              <a:t>depth</a:t>
            </a:r>
            <a:endParaRPr sz="950" b="1" dirty="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5"/>
              </a:spcBef>
            </a:pPr>
            <a:r>
              <a:rPr sz="900" b="1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b="1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b="1" dirty="0">
                <a:latin typeface="Tahoma"/>
                <a:cs typeface="Tahoma"/>
              </a:rPr>
              <a:t>Problem</a:t>
            </a:r>
            <a:r>
              <a:rPr sz="950" b="1" spc="-25" dirty="0">
                <a:latin typeface="Tahoma"/>
                <a:cs typeface="Tahoma"/>
              </a:rPr>
              <a:t> </a:t>
            </a:r>
            <a:r>
              <a:rPr sz="950" b="1" dirty="0">
                <a:latin typeface="Tahoma"/>
                <a:cs typeface="Tahoma"/>
              </a:rPr>
              <a:t>is</a:t>
            </a:r>
            <a:r>
              <a:rPr sz="950" b="1" spc="-15" dirty="0">
                <a:latin typeface="Tahoma"/>
                <a:cs typeface="Tahoma"/>
              </a:rPr>
              <a:t> </a:t>
            </a:r>
            <a:r>
              <a:rPr sz="950" b="1" dirty="0">
                <a:latin typeface="Tahoma"/>
                <a:cs typeface="Tahoma"/>
              </a:rPr>
              <a:t>more</a:t>
            </a:r>
            <a:r>
              <a:rPr sz="950" b="1" spc="-10" dirty="0">
                <a:latin typeface="Tahoma"/>
                <a:cs typeface="Tahoma"/>
              </a:rPr>
              <a:t> </a:t>
            </a:r>
            <a:r>
              <a:rPr sz="950" b="1" dirty="0">
                <a:latin typeface="Tahoma"/>
                <a:cs typeface="Tahoma"/>
              </a:rPr>
              <a:t>severe</a:t>
            </a:r>
            <a:r>
              <a:rPr sz="950" b="1" spc="5" dirty="0">
                <a:latin typeface="Tahoma"/>
                <a:cs typeface="Tahoma"/>
              </a:rPr>
              <a:t> </a:t>
            </a:r>
            <a:r>
              <a:rPr sz="950" b="1" dirty="0">
                <a:latin typeface="Tahoma"/>
                <a:cs typeface="Tahoma"/>
              </a:rPr>
              <a:t>than</a:t>
            </a:r>
            <a:r>
              <a:rPr sz="950" b="1" spc="-10" dirty="0">
                <a:latin typeface="Tahoma"/>
                <a:cs typeface="Tahoma"/>
              </a:rPr>
              <a:t> single-</a:t>
            </a:r>
            <a:r>
              <a:rPr sz="950" b="1" dirty="0">
                <a:latin typeface="Tahoma"/>
                <a:cs typeface="Tahoma"/>
              </a:rPr>
              <a:t>layer</a:t>
            </a:r>
            <a:r>
              <a:rPr sz="950" b="1" spc="-20" dirty="0">
                <a:latin typeface="Tahoma"/>
                <a:cs typeface="Tahoma"/>
              </a:rPr>
              <a:t> </a:t>
            </a:r>
            <a:r>
              <a:rPr sz="950" b="1" spc="-25" dirty="0">
                <a:latin typeface="Tahoma"/>
                <a:cs typeface="Tahoma"/>
              </a:rPr>
              <a:t>RNN</a:t>
            </a:r>
            <a:endParaRPr sz="950" b="1" dirty="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Mitigation</a:t>
            </a:r>
            <a:r>
              <a:rPr sz="1050" spc="-5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strategies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 dirty="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Use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LSTM/GRU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cells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instead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of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vanilla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RNN</a:t>
            </a:r>
            <a:r>
              <a:rPr sz="950" spc="-10" dirty="0">
                <a:latin typeface="Tahoma"/>
                <a:cs typeface="Tahoma"/>
              </a:rPr>
              <a:t> (upcoming)</a:t>
            </a:r>
            <a:endParaRPr sz="950" dirty="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Skip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connections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between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layers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(residual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connections)</a:t>
            </a:r>
            <a:endParaRPr sz="950" dirty="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9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Careful</a:t>
            </a:r>
            <a:r>
              <a:rPr sz="950" spc="-10" dirty="0">
                <a:latin typeface="Tahoma"/>
                <a:cs typeface="Tahoma"/>
              </a:rPr>
              <a:t> initialization</a:t>
            </a:r>
            <a:endParaRPr sz="950" dirty="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Layer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normalization</a:t>
            </a:r>
            <a:endParaRPr sz="950" dirty="0">
              <a:latin typeface="Tahoma"/>
              <a:cs typeface="Tahoma"/>
            </a:endParaRPr>
          </a:p>
          <a:p>
            <a:pPr marR="1281430" algn="ctr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Practical</a:t>
            </a:r>
            <a:r>
              <a:rPr sz="1050" spc="-4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limit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Typically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2-</a:t>
            </a:r>
            <a:r>
              <a:rPr sz="1050" dirty="0">
                <a:latin typeface="Tahoma"/>
                <a:cs typeface="Tahoma"/>
              </a:rPr>
              <a:t>4</a:t>
            </a:r>
            <a:r>
              <a:rPr sz="1050" spc="-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layers</a:t>
            </a:r>
            <a:endParaRPr sz="1050" dirty="0">
              <a:latin typeface="Tahoma"/>
              <a:cs typeface="Tahoma"/>
            </a:endParaRPr>
          </a:p>
          <a:p>
            <a:pPr marR="1277620" algn="ctr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Deeper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networks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harder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to</a:t>
            </a:r>
            <a:r>
              <a:rPr sz="950" spc="-10" dirty="0">
                <a:latin typeface="Tahoma"/>
                <a:cs typeface="Tahoma"/>
              </a:rPr>
              <a:t> train</a:t>
            </a:r>
            <a:endParaRPr sz="950" dirty="0">
              <a:latin typeface="Tahoma"/>
              <a:cs typeface="Tahoma"/>
            </a:endParaRPr>
          </a:p>
          <a:p>
            <a:pPr marR="1090295" algn="ctr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Diminishing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returns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beyond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4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layers</a:t>
            </a:r>
            <a:endParaRPr sz="95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29600"/>
            <a:ext cx="2555240" cy="252285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Modeling</a:t>
            </a:r>
            <a:endParaRPr sz="1400">
              <a:latin typeface="Calibri"/>
              <a:cs typeface="Calibri"/>
            </a:endParaRPr>
          </a:p>
          <a:p>
            <a:pPr marL="12700" marR="496570">
              <a:lnSpc>
                <a:spcPct val="1170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Model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Theory</a:t>
            </a:r>
            <a:r>
              <a:rPr sz="1400" cap="small" spc="-1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Basi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c</a:t>
            </a:r>
            <a:r>
              <a:rPr sz="1400" u="sng" cap="small" spc="8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RNN</a:t>
            </a:r>
            <a:r>
              <a:rPr sz="1400" u="sng" cap="small" spc="-1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Architecture</a:t>
            </a:r>
            <a:r>
              <a:rPr sz="1400" cap="small" spc="10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spc="-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RNN</a:t>
            </a:r>
            <a:r>
              <a:rPr sz="1400" cap="small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Trainin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&amp;</a:t>
            </a:r>
            <a:r>
              <a:rPr sz="1400" u="sng" cap="small" spc="-1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BPTT</a:t>
            </a:r>
            <a:r>
              <a:rPr sz="1400" cap="small" spc="50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directiona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Dee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p</a:t>
            </a:r>
            <a:r>
              <a:rPr sz="1400" u="sng" cap="small" spc="7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(Stacked)</a:t>
            </a:r>
            <a:r>
              <a:rPr sz="1400" u="sng" cap="small" spc="4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8" action="ppaction://hlinksldjump"/>
              </a:rPr>
              <a:t>Gate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9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8" action="ppaction://hlinksldjump"/>
              </a:rPr>
              <a:t>Recurren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t</a:t>
            </a:r>
            <a:r>
              <a:rPr sz="1400" u="sng" cap="small" spc="10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8" action="ppaction://hlinksldjump"/>
              </a:rPr>
              <a:t>Unit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8" action="ppaction://hlinksldjump"/>
              </a:rPr>
              <a:t>(GRU)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Lon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Short-Ter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m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Memor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y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(LSTM)</a:t>
            </a:r>
            <a:endParaRPr sz="1400">
              <a:latin typeface="Calibri"/>
              <a:cs typeface="Calibri"/>
            </a:endParaRPr>
          </a:p>
          <a:p>
            <a:pPr marL="12700" marR="6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m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Serie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Forecastin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Applications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Compariso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&amp;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GRU:</a:t>
            </a:r>
            <a:r>
              <a:rPr cap="small" spc="-15" dirty="0">
                <a:solidFill>
                  <a:srgbClr val="FFFFFF"/>
                </a:solidFill>
              </a:rPr>
              <a:t> </a:t>
            </a:r>
            <a:r>
              <a:rPr cap="small" spc="-25" dirty="0">
                <a:solidFill>
                  <a:srgbClr val="FFFFFF"/>
                </a:solidFill>
              </a:rPr>
              <a:t>Motivation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72312"/>
            <a:ext cx="5760085" cy="2661285"/>
            <a:chOff x="0" y="572312"/>
            <a:chExt cx="5760085" cy="2661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72312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319072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238019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2663" y="440351"/>
            <a:ext cx="3711575" cy="260350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4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Vanilla</a:t>
            </a:r>
            <a:r>
              <a:rPr sz="1050" spc="-3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RNN</a:t>
            </a:r>
            <a:r>
              <a:rPr sz="10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problems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4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Vanishing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gradients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prevent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learning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long-term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dependencies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1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All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information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hidden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state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weighted</a:t>
            </a:r>
            <a:r>
              <a:rPr sz="950" spc="-5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equally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No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mechanism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to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selectively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remember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or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forget</a:t>
            </a:r>
            <a:endParaRPr sz="9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40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Key</a:t>
            </a:r>
            <a:r>
              <a:rPr sz="10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insight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Use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gates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to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control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information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flow</a:t>
            </a:r>
            <a:endParaRPr sz="10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8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Gates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Neural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network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layers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with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sigmoid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activation </a:t>
            </a:r>
            <a:r>
              <a:rPr sz="1100" i="1" dirty="0">
                <a:latin typeface="Verdana"/>
                <a:cs typeface="Verdana"/>
              </a:rPr>
              <a:t>σ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dirty="0">
                <a:latin typeface="Cambria Math"/>
                <a:cs typeface="Cambria Math"/>
              </a:rPr>
              <a:t>∈</a:t>
            </a:r>
            <a:r>
              <a:rPr sz="1100" spc="75" dirty="0">
                <a:latin typeface="Cambria Math"/>
                <a:cs typeface="Cambria Math"/>
              </a:rPr>
              <a:t> </a:t>
            </a:r>
            <a:r>
              <a:rPr sz="1100" dirty="0">
                <a:latin typeface="Tahoma"/>
                <a:cs typeface="Tahoma"/>
              </a:rPr>
              <a:t>[</a:t>
            </a:r>
            <a:r>
              <a:rPr sz="950" dirty="0">
                <a:latin typeface="Tahoma"/>
                <a:cs typeface="Tahoma"/>
              </a:rPr>
              <a:t>0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950" spc="-25" dirty="0">
                <a:latin typeface="Tahoma"/>
                <a:cs typeface="Tahoma"/>
              </a:rPr>
              <a:t>1</a:t>
            </a:r>
            <a:r>
              <a:rPr sz="1100" spc="-25" dirty="0">
                <a:latin typeface="Tahoma"/>
                <a:cs typeface="Tahoma"/>
              </a:rPr>
              <a:t>]</a:t>
            </a:r>
            <a:endParaRPr sz="110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1100" i="1" dirty="0">
                <a:latin typeface="Verdana"/>
                <a:cs typeface="Verdana"/>
              </a:rPr>
              <a:t>σ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0: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Block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information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completely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ts val="1310"/>
              </a:lnSpc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1100" i="1" dirty="0">
                <a:latin typeface="Verdana"/>
                <a:cs typeface="Verdana"/>
              </a:rPr>
              <a:t>σ</a:t>
            </a:r>
            <a:r>
              <a:rPr sz="1100" i="1" spc="-20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1: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Let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all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information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pass</a:t>
            </a:r>
            <a:r>
              <a:rPr sz="950" spc="-10" dirty="0">
                <a:latin typeface="Tahoma"/>
                <a:cs typeface="Tahoma"/>
              </a:rPr>
              <a:t> through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ts val="1310"/>
              </a:lnSpc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1100" i="1" dirty="0">
                <a:latin typeface="Verdana"/>
                <a:cs typeface="Verdana"/>
              </a:rPr>
              <a:t>σ</a:t>
            </a:r>
            <a:r>
              <a:rPr sz="1100" i="1" spc="-20" dirty="0">
                <a:latin typeface="Verdana"/>
                <a:cs typeface="Verdana"/>
              </a:rPr>
              <a:t> </a:t>
            </a:r>
            <a:r>
              <a:rPr sz="1100" dirty="0">
                <a:latin typeface="Cambria Math"/>
                <a:cs typeface="Cambria Math"/>
              </a:rPr>
              <a:t>∈</a:t>
            </a:r>
            <a:r>
              <a:rPr sz="1100" spc="80" dirty="0">
                <a:latin typeface="Cambria Math"/>
                <a:cs typeface="Cambria Math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950" dirty="0">
                <a:latin typeface="Tahoma"/>
                <a:cs typeface="Tahoma"/>
              </a:rPr>
              <a:t>0</a:t>
            </a:r>
            <a:r>
              <a:rPr sz="1100" i="1" dirty="0">
                <a:latin typeface="Verdana"/>
                <a:cs typeface="Verdana"/>
              </a:rPr>
              <a:t>,</a:t>
            </a:r>
            <a:r>
              <a:rPr sz="1100" i="1" spc="-15" dirty="0">
                <a:latin typeface="Verdana"/>
                <a:cs typeface="Verdana"/>
              </a:rPr>
              <a:t> </a:t>
            </a:r>
            <a:r>
              <a:rPr sz="950" dirty="0">
                <a:latin typeface="Tahoma"/>
                <a:cs typeface="Tahoma"/>
              </a:rPr>
              <a:t>1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Partially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allow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information</a:t>
            </a:r>
            <a:endParaRPr sz="9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42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GRU</a:t>
            </a:r>
            <a:r>
              <a:rPr sz="10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advantages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40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Learn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what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to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remember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and what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to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forget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Better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gradient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flow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through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time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44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Can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capture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long-term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dependencies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Fewer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parameters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than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LSTM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GRU:</a:t>
            </a:r>
            <a:r>
              <a:rPr cap="small" spc="-6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Architecture</a:t>
            </a:r>
            <a:r>
              <a:rPr cap="small" spc="60" dirty="0">
                <a:solidFill>
                  <a:srgbClr val="FFFFFF"/>
                </a:solidFill>
              </a:rPr>
              <a:t> </a:t>
            </a:r>
            <a:r>
              <a:rPr cap="small" spc="-35" dirty="0">
                <a:solidFill>
                  <a:srgbClr val="FFFFFF"/>
                </a:solidFill>
              </a:rPr>
              <a:t>Overview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7710" y="862380"/>
            <a:ext cx="69850" cy="1814195"/>
            <a:chOff x="477710" y="862380"/>
            <a:chExt cx="69850" cy="18141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710" y="862380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710" y="1797481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710" y="2202319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7710" y="2607208"/>
              <a:ext cx="69291" cy="6929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83387" y="687524"/>
            <a:ext cx="2356485" cy="92138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Two</a:t>
            </a:r>
            <a:r>
              <a:rPr sz="1050" spc="-1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gates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335280" marR="30480" indent="-142240">
              <a:lnSpc>
                <a:spcPct val="120000"/>
              </a:lnSpc>
              <a:spcBef>
                <a:spcPts val="4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EB1F27"/>
                </a:solidFill>
                <a:latin typeface="Tahoma"/>
                <a:cs typeface="Tahoma"/>
              </a:rPr>
              <a:t>Reset</a:t>
            </a:r>
            <a:r>
              <a:rPr sz="950" spc="-35" dirty="0">
                <a:solidFill>
                  <a:srgbClr val="EB1F27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EB1F27"/>
                </a:solidFill>
                <a:latin typeface="Tahoma"/>
                <a:cs typeface="Tahoma"/>
              </a:rPr>
              <a:t>gate</a:t>
            </a:r>
            <a:r>
              <a:rPr sz="950" spc="5" dirty="0">
                <a:solidFill>
                  <a:srgbClr val="EB1F27"/>
                </a:solidFill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r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-15" baseline="-19841" dirty="0">
                <a:latin typeface="Arial"/>
                <a:cs typeface="Arial"/>
              </a:rPr>
              <a:t> 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Controls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how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much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past </a:t>
            </a:r>
            <a:r>
              <a:rPr sz="950" dirty="0">
                <a:latin typeface="Tahoma"/>
                <a:cs typeface="Tahoma"/>
              </a:rPr>
              <a:t>information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to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forget</a:t>
            </a:r>
            <a:endParaRPr sz="950">
              <a:latin typeface="Tahoma"/>
              <a:cs typeface="Tahoma"/>
            </a:endParaRPr>
          </a:p>
          <a:p>
            <a:pPr marL="193040">
              <a:lnSpc>
                <a:spcPct val="100000"/>
              </a:lnSpc>
              <a:spcBef>
                <a:spcPts val="21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Update</a:t>
            </a:r>
            <a:r>
              <a:rPr sz="9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gate</a:t>
            </a:r>
            <a:r>
              <a:rPr sz="950" spc="-1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z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30" baseline="-19841" dirty="0">
                <a:latin typeface="Arial"/>
                <a:cs typeface="Arial"/>
              </a:rPr>
              <a:t> 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Controls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how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much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-25" dirty="0">
                <a:latin typeface="Tahoma"/>
                <a:cs typeface="Tahoma"/>
              </a:rPr>
              <a:t>to</a:t>
            </a:r>
            <a:endParaRPr sz="950">
              <a:latin typeface="Tahoma"/>
              <a:cs typeface="Tahoma"/>
            </a:endParaRPr>
          </a:p>
          <a:p>
            <a:pPr marL="335280">
              <a:lnSpc>
                <a:spcPct val="100000"/>
              </a:lnSpc>
              <a:spcBef>
                <a:spcPts val="219"/>
              </a:spcBef>
            </a:pPr>
            <a:r>
              <a:rPr sz="950" dirty="0">
                <a:latin typeface="Tahoma"/>
                <a:cs typeface="Tahoma"/>
              </a:rPr>
              <a:t>update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hidden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state</a:t>
            </a:r>
            <a:endParaRPr sz="9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7476" y="1722500"/>
            <a:ext cx="501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3387" y="1626488"/>
            <a:ext cx="2311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Candidate</a:t>
            </a:r>
            <a:r>
              <a:rPr sz="1050" spc="-4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hidden</a:t>
            </a:r>
            <a:r>
              <a:rPr sz="10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state</a:t>
            </a:r>
            <a:r>
              <a:rPr sz="1050" spc="-1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800" baseline="25462" dirty="0">
                <a:latin typeface="Tahoma"/>
                <a:cs typeface="Tahoma"/>
              </a:rPr>
              <a:t>˜</a:t>
            </a:r>
            <a:r>
              <a:rPr sz="1800" spc="44" baseline="25462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10" dirty="0">
                <a:latin typeface="Tahoma"/>
                <a:cs typeface="Tahoma"/>
              </a:rPr>
              <a:t> Proposed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8787" y="1829206"/>
            <a:ext cx="7531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ahoma"/>
                <a:cs typeface="Tahoma"/>
              </a:rPr>
              <a:t>new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content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3387" y="2026114"/>
            <a:ext cx="2131695" cy="63627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Final</a:t>
            </a:r>
            <a:r>
              <a:rPr sz="10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hidden</a:t>
            </a:r>
            <a:r>
              <a:rPr sz="1050" spc="-4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state</a:t>
            </a:r>
            <a:r>
              <a:rPr sz="10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22" baseline="-19841" dirty="0">
                <a:latin typeface="Arial"/>
                <a:cs typeface="Arial"/>
              </a:rPr>
              <a:t> 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Interpolation</a:t>
            </a:r>
            <a:endParaRPr sz="105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95"/>
              </a:spcBef>
            </a:pPr>
            <a:r>
              <a:rPr sz="1050" dirty="0">
                <a:latin typeface="Tahoma"/>
                <a:cs typeface="Tahoma"/>
              </a:rPr>
              <a:t>between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old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and</a:t>
            </a:r>
            <a:r>
              <a:rPr sz="1050" spc="-10" dirty="0">
                <a:latin typeface="Tahoma"/>
                <a:cs typeface="Tahoma"/>
              </a:rPr>
              <a:t> </a:t>
            </a:r>
            <a:r>
              <a:rPr sz="1050" spc="-25" dirty="0">
                <a:latin typeface="Tahoma"/>
                <a:cs typeface="Tahoma"/>
              </a:rPr>
              <a:t>new</a:t>
            </a:r>
            <a:endParaRPr sz="105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635"/>
              </a:spcBef>
            </a:pPr>
            <a:r>
              <a:rPr sz="1050" dirty="0">
                <a:latin typeface="Tahoma"/>
                <a:cs typeface="Tahoma"/>
              </a:rPr>
              <a:t>All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gates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learned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from</a:t>
            </a:r>
            <a:r>
              <a:rPr sz="1050" spc="-20" dirty="0">
                <a:latin typeface="Tahoma"/>
                <a:cs typeface="Tahoma"/>
              </a:rPr>
              <a:t> data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04105" y="2385161"/>
            <a:ext cx="1682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i="1" spc="-37" baseline="-19841" dirty="0">
                <a:latin typeface="Arial"/>
                <a:cs typeface="Arial"/>
              </a:rPr>
              <a:t>t</a:t>
            </a:r>
            <a:endParaRPr sz="1050" baseline="-19841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55667" y="2204669"/>
            <a:ext cx="79375" cy="211454"/>
          </a:xfrm>
          <a:custGeom>
            <a:avLst/>
            <a:gdLst/>
            <a:ahLst/>
            <a:cxnLst/>
            <a:rect l="l" t="t" r="r" b="b"/>
            <a:pathLst>
              <a:path w="79375" h="211455">
                <a:moveTo>
                  <a:pt x="39497" y="210934"/>
                </a:moveTo>
                <a:lnTo>
                  <a:pt x="39497" y="5067"/>
                </a:lnTo>
              </a:path>
              <a:path w="79375" h="211455">
                <a:moveTo>
                  <a:pt x="0" y="32397"/>
                </a:moveTo>
                <a:lnTo>
                  <a:pt x="15494" y="26708"/>
                </a:lnTo>
                <a:lnTo>
                  <a:pt x="26924" y="18961"/>
                </a:lnTo>
                <a:lnTo>
                  <a:pt x="34671" y="9842"/>
                </a:lnTo>
                <a:lnTo>
                  <a:pt x="39497" y="0"/>
                </a:lnTo>
                <a:lnTo>
                  <a:pt x="44323" y="9842"/>
                </a:lnTo>
                <a:lnTo>
                  <a:pt x="52070" y="18961"/>
                </a:lnTo>
                <a:lnTo>
                  <a:pt x="63500" y="26708"/>
                </a:lnTo>
                <a:lnTo>
                  <a:pt x="78994" y="32397"/>
                </a:lnTo>
              </a:path>
            </a:pathLst>
          </a:custGeom>
          <a:ln w="10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570478" y="1647189"/>
            <a:ext cx="1003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i="1" spc="-50" dirty="0">
                <a:latin typeface="Arial"/>
                <a:cs typeface="Arial"/>
              </a:rPr>
              <a:t>h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45534" y="1738629"/>
            <a:ext cx="22796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i="1" dirty="0">
                <a:latin typeface="Arial"/>
                <a:cs typeface="Arial"/>
              </a:rPr>
              <a:t>t</a:t>
            </a:r>
            <a:r>
              <a:rPr sz="700" i="1" spc="5" dirty="0">
                <a:latin typeface="Arial"/>
                <a:cs typeface="Arial"/>
              </a:rPr>
              <a:t> </a:t>
            </a:r>
            <a:r>
              <a:rPr sz="800" spc="-60" dirty="0">
                <a:latin typeface="Microsoft YaHei UI"/>
                <a:cs typeface="Microsoft YaHei UI"/>
              </a:rPr>
              <a:t>—</a:t>
            </a:r>
            <a:r>
              <a:rPr sz="700" spc="-50" dirty="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80611" y="1761616"/>
            <a:ext cx="211454" cy="79375"/>
          </a:xfrm>
          <a:custGeom>
            <a:avLst/>
            <a:gdLst/>
            <a:ahLst/>
            <a:cxnLst/>
            <a:rect l="l" t="t" r="r" b="b"/>
            <a:pathLst>
              <a:path w="211454" h="79375">
                <a:moveTo>
                  <a:pt x="0" y="39496"/>
                </a:moveTo>
                <a:lnTo>
                  <a:pt x="205866" y="39496"/>
                </a:lnTo>
              </a:path>
              <a:path w="211454" h="79375">
                <a:moveTo>
                  <a:pt x="178562" y="0"/>
                </a:moveTo>
                <a:lnTo>
                  <a:pt x="184276" y="15493"/>
                </a:lnTo>
                <a:lnTo>
                  <a:pt x="192024" y="26923"/>
                </a:lnTo>
                <a:lnTo>
                  <a:pt x="201167" y="34670"/>
                </a:lnTo>
                <a:lnTo>
                  <a:pt x="210947" y="39496"/>
                </a:lnTo>
                <a:lnTo>
                  <a:pt x="201167" y="44195"/>
                </a:lnTo>
                <a:lnTo>
                  <a:pt x="192024" y="52069"/>
                </a:lnTo>
                <a:lnTo>
                  <a:pt x="184276" y="63499"/>
                </a:lnTo>
                <a:lnTo>
                  <a:pt x="178562" y="78993"/>
                </a:lnTo>
              </a:path>
            </a:pathLst>
          </a:custGeom>
          <a:ln w="10100">
            <a:solidFill>
              <a:srgbClr val="EB1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120894" y="1688414"/>
            <a:ext cx="17589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Arial"/>
                <a:cs typeface="Arial"/>
              </a:rPr>
              <a:t>h</a:t>
            </a:r>
            <a:r>
              <a:rPr sz="1050" i="1" spc="-37" baseline="-19841" dirty="0">
                <a:latin typeface="Arial"/>
                <a:cs typeface="Arial"/>
              </a:rPr>
              <a:t>t</a:t>
            </a:r>
            <a:endParaRPr sz="1050" baseline="-19841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93690" y="1761616"/>
            <a:ext cx="211454" cy="79375"/>
          </a:xfrm>
          <a:custGeom>
            <a:avLst/>
            <a:gdLst/>
            <a:ahLst/>
            <a:cxnLst/>
            <a:rect l="l" t="t" r="r" b="b"/>
            <a:pathLst>
              <a:path w="211454" h="79375">
                <a:moveTo>
                  <a:pt x="0" y="39496"/>
                </a:moveTo>
                <a:lnTo>
                  <a:pt x="205867" y="39496"/>
                </a:lnTo>
              </a:path>
              <a:path w="211454" h="79375">
                <a:moveTo>
                  <a:pt x="178562" y="0"/>
                </a:moveTo>
                <a:lnTo>
                  <a:pt x="184276" y="15493"/>
                </a:lnTo>
                <a:lnTo>
                  <a:pt x="192024" y="26923"/>
                </a:lnTo>
                <a:lnTo>
                  <a:pt x="201041" y="34670"/>
                </a:lnTo>
                <a:lnTo>
                  <a:pt x="210947" y="39496"/>
                </a:lnTo>
                <a:lnTo>
                  <a:pt x="201041" y="44195"/>
                </a:lnTo>
                <a:lnTo>
                  <a:pt x="192024" y="52069"/>
                </a:lnTo>
                <a:lnTo>
                  <a:pt x="184276" y="63499"/>
                </a:lnTo>
                <a:lnTo>
                  <a:pt x="178562" y="78993"/>
                </a:lnTo>
              </a:path>
            </a:pathLst>
          </a:custGeom>
          <a:ln w="10100">
            <a:solidFill>
              <a:srgbClr val="EB1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425822" y="964819"/>
            <a:ext cx="1003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i="1" spc="-50" dirty="0">
                <a:latin typeface="Arial"/>
                <a:cs typeface="Arial"/>
              </a:rPr>
              <a:t>o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0498" y="1042543"/>
            <a:ext cx="501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55667" y="1191640"/>
            <a:ext cx="79375" cy="211454"/>
          </a:xfrm>
          <a:custGeom>
            <a:avLst/>
            <a:gdLst/>
            <a:ahLst/>
            <a:cxnLst/>
            <a:rect l="l" t="t" r="r" b="b"/>
            <a:pathLst>
              <a:path w="79375" h="211455">
                <a:moveTo>
                  <a:pt x="39497" y="210947"/>
                </a:moveTo>
                <a:lnTo>
                  <a:pt x="39497" y="5080"/>
                </a:lnTo>
              </a:path>
              <a:path w="79375" h="211455">
                <a:moveTo>
                  <a:pt x="0" y="32385"/>
                </a:moveTo>
                <a:lnTo>
                  <a:pt x="15494" y="26669"/>
                </a:lnTo>
                <a:lnTo>
                  <a:pt x="26924" y="18923"/>
                </a:lnTo>
                <a:lnTo>
                  <a:pt x="34671" y="9779"/>
                </a:lnTo>
                <a:lnTo>
                  <a:pt x="39497" y="0"/>
                </a:lnTo>
                <a:lnTo>
                  <a:pt x="44323" y="9779"/>
                </a:lnTo>
                <a:lnTo>
                  <a:pt x="52070" y="18923"/>
                </a:lnTo>
                <a:lnTo>
                  <a:pt x="63500" y="26669"/>
                </a:lnTo>
                <a:lnTo>
                  <a:pt x="78994" y="32385"/>
                </a:lnTo>
              </a:path>
            </a:pathLst>
          </a:custGeom>
          <a:ln w="10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099178" y="1405089"/>
            <a:ext cx="792480" cy="792480"/>
          </a:xfrm>
          <a:prstGeom prst="rect">
            <a:avLst/>
          </a:prstGeom>
          <a:solidFill>
            <a:srgbClr val="FDF4D4"/>
          </a:solidFill>
          <a:ln w="9525">
            <a:solidFill>
              <a:srgbClr val="000000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90"/>
              </a:spcBef>
            </a:pPr>
            <a:endParaRPr sz="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850" i="1" spc="-25" dirty="0">
                <a:solidFill>
                  <a:srgbClr val="1B1371"/>
                </a:solidFill>
                <a:latin typeface="Arial"/>
                <a:cs typeface="Arial"/>
              </a:rPr>
              <a:t>z</a:t>
            </a:r>
            <a:r>
              <a:rPr sz="825" i="1" spc="-37" baseline="-20202" dirty="0">
                <a:solidFill>
                  <a:srgbClr val="1B1371"/>
                </a:solidFill>
                <a:latin typeface="Arial"/>
                <a:cs typeface="Arial"/>
              </a:rPr>
              <a:t>t</a:t>
            </a:r>
            <a:endParaRPr sz="825" baseline="-20202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270"/>
              </a:spcBef>
            </a:pPr>
            <a:r>
              <a:rPr sz="1050" spc="-25" dirty="0">
                <a:latin typeface="Tahoma"/>
                <a:cs typeface="Tahoma"/>
              </a:rPr>
              <a:t>GRU</a:t>
            </a:r>
            <a:endParaRPr sz="10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850" i="1" spc="-25" dirty="0">
                <a:solidFill>
                  <a:srgbClr val="EB1F27"/>
                </a:solidFill>
                <a:latin typeface="Arial"/>
                <a:cs typeface="Arial"/>
              </a:rPr>
              <a:t>r</a:t>
            </a:r>
            <a:r>
              <a:rPr sz="825" i="1" spc="-37" baseline="-20202" dirty="0">
                <a:solidFill>
                  <a:srgbClr val="EB1F27"/>
                </a:solidFill>
                <a:latin typeface="Arial"/>
                <a:cs typeface="Arial"/>
              </a:rPr>
              <a:t>t</a:t>
            </a:r>
            <a:endParaRPr sz="825" baseline="-20202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25" name="object 2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69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5255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GRU:</a:t>
            </a:r>
            <a:r>
              <a:rPr sz="1700" cap="small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Unrolled</a:t>
            </a:r>
            <a:r>
              <a:rPr sz="1700" cap="small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1700" cap="small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96028" y="1102233"/>
            <a:ext cx="1803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50" i="1" spc="-25" dirty="0">
                <a:latin typeface="Arial"/>
                <a:cs typeface="Arial"/>
              </a:rPr>
              <a:t>h</a:t>
            </a:r>
            <a:r>
              <a:rPr sz="825" i="1" spc="-37" baseline="-15151" dirty="0">
                <a:latin typeface="Arial"/>
                <a:cs typeface="Arial"/>
              </a:rPr>
              <a:t>T</a:t>
            </a:r>
            <a:endParaRPr sz="825" baseline="-1515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5" name="object 5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252"/>
            <a:ext cx="4814824" cy="251167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4268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GRU: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Reset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Gate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252"/>
            <a:ext cx="4814824" cy="25406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GRU:</a:t>
            </a:r>
            <a:r>
              <a:rPr cap="small" spc="-2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Update</a:t>
            </a:r>
            <a:r>
              <a:rPr cap="small" spc="80" dirty="0">
                <a:solidFill>
                  <a:srgbClr val="FFFFFF"/>
                </a:solidFill>
              </a:rPr>
              <a:t> </a:t>
            </a:r>
            <a:r>
              <a:rPr cap="small" spc="-50" dirty="0">
                <a:solidFill>
                  <a:srgbClr val="FFFFFF"/>
                </a:solidFill>
              </a:rPr>
              <a:t>Gate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7685" y="712393"/>
            <a:ext cx="69850" cy="2007870"/>
            <a:chOff x="477685" y="712393"/>
            <a:chExt cx="69850" cy="2007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685" y="712393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685" y="1371523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685" y="2650731"/>
              <a:ext cx="69291" cy="692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08177" y="636777"/>
            <a:ext cx="13430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Update</a:t>
            </a:r>
            <a:r>
              <a:rPr sz="1050" spc="-5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gate</a:t>
            </a:r>
            <a:r>
              <a:rPr sz="10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equation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92576" y="972438"/>
            <a:ext cx="2749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0" dirty="0">
                <a:latin typeface="Tahoma"/>
                <a:cs typeface="Tahoma"/>
              </a:rPr>
              <a:t>(32)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3387" y="947166"/>
            <a:ext cx="2472055" cy="8870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229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latin typeface="Arial"/>
                <a:cs typeface="Arial"/>
              </a:rPr>
              <a:t>z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22" baseline="-19841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i="1" dirty="0">
                <a:latin typeface="Calibri"/>
                <a:cs typeface="Calibri"/>
              </a:rPr>
              <a:t>σ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050" i="1" dirty="0">
                <a:latin typeface="Arial"/>
                <a:cs typeface="Arial"/>
              </a:rPr>
              <a:t>W</a:t>
            </a:r>
            <a:r>
              <a:rPr sz="1050" i="1" baseline="-19841" dirty="0">
                <a:latin typeface="Arial"/>
                <a:cs typeface="Arial"/>
              </a:rPr>
              <a:t>z</a:t>
            </a:r>
            <a:r>
              <a:rPr sz="1050" i="1" dirty="0">
                <a:latin typeface="Arial"/>
                <a:cs typeface="Arial"/>
              </a:rPr>
              <a:t>x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7" baseline="-19841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U</a:t>
            </a:r>
            <a:r>
              <a:rPr sz="1050" i="1" baseline="-19841" dirty="0">
                <a:latin typeface="Arial"/>
                <a:cs typeface="Arial"/>
              </a:rPr>
              <a:t>z</a:t>
            </a:r>
            <a:r>
              <a:rPr sz="1050" i="1" dirty="0">
                <a:latin typeface="Arial"/>
                <a:cs typeface="Arial"/>
              </a:rPr>
              <a:t>h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22" baseline="-19841" dirty="0">
                <a:latin typeface="Arial"/>
                <a:cs typeface="Arial"/>
              </a:rPr>
              <a:t> </a:t>
            </a:r>
            <a:r>
              <a:rPr sz="1200" spc="-89" baseline="-20833" dirty="0">
                <a:latin typeface="Microsoft YaHei UI"/>
                <a:cs typeface="Microsoft YaHei UI"/>
              </a:rPr>
              <a:t>—</a:t>
            </a:r>
            <a:r>
              <a:rPr sz="1050" baseline="-19841" dirty="0">
                <a:latin typeface="Tahoma"/>
                <a:cs typeface="Tahoma"/>
              </a:rPr>
              <a:t>1</a:t>
            </a:r>
            <a:r>
              <a:rPr sz="1050" spc="-37" baseline="-19841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050" i="1" dirty="0">
                <a:latin typeface="Arial"/>
                <a:cs typeface="Arial"/>
              </a:rPr>
              <a:t>b</a:t>
            </a:r>
            <a:r>
              <a:rPr sz="1050" i="1" baseline="-19841" dirty="0">
                <a:latin typeface="Arial"/>
                <a:cs typeface="Arial"/>
              </a:rPr>
              <a:t>z</a:t>
            </a:r>
            <a:r>
              <a:rPr sz="1050" i="1" spc="-15" baseline="-19841" dirty="0">
                <a:latin typeface="Arial"/>
                <a:cs typeface="Arial"/>
              </a:rPr>
              <a:t> </a:t>
            </a:r>
            <a:r>
              <a:rPr sz="1200" spc="-5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700">
              <a:latin typeface="Tahoma"/>
              <a:cs typeface="Tahoma"/>
            </a:endParaRPr>
          </a:p>
          <a:p>
            <a:pPr marL="38100" marR="152400">
              <a:lnSpc>
                <a:spcPct val="108600"/>
              </a:lnSpc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Purpose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Decides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how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much</a:t>
            </a:r>
            <a:r>
              <a:rPr sz="1050" spc="-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to</a:t>
            </a:r>
            <a:r>
              <a:rPr sz="1050" spc="-10" dirty="0">
                <a:latin typeface="Tahoma"/>
                <a:cs typeface="Tahoma"/>
              </a:rPr>
              <a:t> update </a:t>
            </a:r>
            <a:r>
              <a:rPr sz="1050" dirty="0">
                <a:latin typeface="Tahoma"/>
                <a:cs typeface="Tahoma"/>
              </a:rPr>
              <a:t>hidden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state</a:t>
            </a:r>
            <a:endParaRPr sz="1050">
              <a:latin typeface="Tahoma"/>
              <a:cs typeface="Tahoma"/>
            </a:endParaRPr>
          </a:p>
          <a:p>
            <a:pPr marL="193040">
              <a:lnSpc>
                <a:spcPct val="100000"/>
              </a:lnSpc>
              <a:spcBef>
                <a:spcPts val="22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44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z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44" baseline="-19841" dirty="0">
                <a:latin typeface="Arial"/>
                <a:cs typeface="Arial"/>
              </a:rPr>
              <a:t> </a:t>
            </a:r>
            <a:r>
              <a:rPr sz="1100" spc="-120" dirty="0">
                <a:latin typeface="Microsoft YaHei UI"/>
                <a:cs typeface="Microsoft YaHei UI"/>
              </a:rPr>
              <a:t>≈</a:t>
            </a:r>
            <a:r>
              <a:rPr sz="1100" spc="30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Tahoma"/>
                <a:cs typeface="Tahoma"/>
              </a:rPr>
              <a:t>0: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Keep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old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hidden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state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h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-7" baseline="-19841" dirty="0">
                <a:latin typeface="Arial"/>
                <a:cs typeface="Arial"/>
              </a:rPr>
              <a:t> </a:t>
            </a:r>
            <a:r>
              <a:rPr sz="1200" spc="-89" baseline="-20833" dirty="0">
                <a:latin typeface="Microsoft YaHei UI"/>
                <a:cs typeface="Microsoft YaHei UI"/>
              </a:rPr>
              <a:t>—</a:t>
            </a:r>
            <a:r>
              <a:rPr sz="1050" baseline="-19841" dirty="0">
                <a:latin typeface="Tahoma"/>
                <a:cs typeface="Tahoma"/>
              </a:rPr>
              <a:t>1</a:t>
            </a:r>
            <a:r>
              <a:rPr sz="1050" spc="-7" baseline="-19841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(don’t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5967" y="1832610"/>
            <a:ext cx="438784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latin typeface="Tahoma"/>
                <a:cs typeface="Tahoma"/>
              </a:rPr>
              <a:t>update)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88666" y="1910283"/>
            <a:ext cx="1022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Tahoma"/>
                <a:cs typeface="Tahoma"/>
              </a:rPr>
              <a:t>˜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8835" y="1972767"/>
            <a:ext cx="24333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60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i="1" dirty="0">
                <a:latin typeface="Arial"/>
                <a:cs typeface="Arial"/>
              </a:rPr>
              <a:t>z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44" baseline="-19841" dirty="0">
                <a:latin typeface="Arial"/>
                <a:cs typeface="Arial"/>
              </a:rPr>
              <a:t> </a:t>
            </a:r>
            <a:r>
              <a:rPr sz="1100" spc="-130" dirty="0">
                <a:latin typeface="Microsoft YaHei UI"/>
                <a:cs typeface="Microsoft YaHei UI"/>
              </a:rPr>
              <a:t>≈</a:t>
            </a:r>
            <a:r>
              <a:rPr sz="1100" spc="30" dirty="0">
                <a:latin typeface="Microsoft YaHei UI"/>
                <a:cs typeface="Microsoft YaHei UI"/>
              </a:rPr>
              <a:t> </a:t>
            </a:r>
            <a:r>
              <a:rPr sz="950" dirty="0">
                <a:latin typeface="Tahoma"/>
                <a:cs typeface="Tahoma"/>
              </a:rPr>
              <a:t>1: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Replace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with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new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candidate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h</a:t>
            </a:r>
            <a:r>
              <a:rPr sz="950" i="1" spc="295" dirty="0">
                <a:latin typeface="Arial"/>
                <a:cs typeface="Arial"/>
              </a:rPr>
              <a:t> 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-7" baseline="-19841" dirty="0">
                <a:latin typeface="Arial"/>
                <a:cs typeface="Arial"/>
              </a:rPr>
              <a:t> </a:t>
            </a:r>
            <a:r>
              <a:rPr sz="950" spc="-20" dirty="0">
                <a:latin typeface="Tahoma"/>
                <a:cs typeface="Tahoma"/>
              </a:rPr>
              <a:t>(full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3387" y="2105385"/>
            <a:ext cx="2669540" cy="74612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190"/>
              </a:spcBef>
            </a:pPr>
            <a:r>
              <a:rPr sz="950" spc="-10" dirty="0">
                <a:latin typeface="Tahoma"/>
                <a:cs typeface="Tahoma"/>
              </a:rPr>
              <a:t>update)</a:t>
            </a:r>
            <a:endParaRPr sz="950">
              <a:latin typeface="Tahoma"/>
              <a:cs typeface="Tahoma"/>
            </a:endParaRPr>
          </a:p>
          <a:p>
            <a:pPr marL="193040">
              <a:lnSpc>
                <a:spcPct val="100000"/>
              </a:lnSpc>
              <a:spcBef>
                <a:spcPts val="1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Acts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like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”memory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gate”</a:t>
            </a:r>
            <a:endParaRPr sz="95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0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Intuition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For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long-term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dependencies,</a:t>
            </a:r>
            <a:r>
              <a:rPr sz="1050" spc="-65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keep</a:t>
            </a:r>
            <a:endParaRPr sz="105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80"/>
              </a:spcBef>
            </a:pPr>
            <a:r>
              <a:rPr sz="1050" i="1" dirty="0">
                <a:latin typeface="Arial"/>
                <a:cs typeface="Arial"/>
              </a:rPr>
              <a:t>z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30" baseline="-19841" dirty="0">
                <a:latin typeface="Arial"/>
                <a:cs typeface="Arial"/>
              </a:rPr>
              <a:t> </a:t>
            </a:r>
            <a:r>
              <a:rPr sz="1050" dirty="0">
                <a:latin typeface="Tahoma"/>
                <a:cs typeface="Tahoma"/>
              </a:rPr>
              <a:t>small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to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preserve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information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30216" y="1216151"/>
            <a:ext cx="540385" cy="432434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85"/>
              </a:spcBef>
            </a:pPr>
            <a:r>
              <a:rPr sz="1200" i="1" spc="-50" dirty="0">
                <a:latin typeface="Calibri"/>
                <a:cs typeface="Calibri"/>
              </a:rPr>
              <a:t>σ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60721" y="1655825"/>
            <a:ext cx="79375" cy="175260"/>
          </a:xfrm>
          <a:custGeom>
            <a:avLst/>
            <a:gdLst/>
            <a:ahLst/>
            <a:cxnLst/>
            <a:rect l="l" t="t" r="r" b="b"/>
            <a:pathLst>
              <a:path w="79375" h="175260">
                <a:moveTo>
                  <a:pt x="39497" y="174878"/>
                </a:moveTo>
                <a:lnTo>
                  <a:pt x="39497" y="5079"/>
                </a:lnTo>
              </a:path>
              <a:path w="79375" h="175260">
                <a:moveTo>
                  <a:pt x="0" y="32384"/>
                </a:moveTo>
                <a:lnTo>
                  <a:pt x="15493" y="26669"/>
                </a:lnTo>
                <a:lnTo>
                  <a:pt x="26924" y="18922"/>
                </a:lnTo>
                <a:lnTo>
                  <a:pt x="34798" y="9778"/>
                </a:lnTo>
                <a:lnTo>
                  <a:pt x="39497" y="0"/>
                </a:lnTo>
                <a:lnTo>
                  <a:pt x="44323" y="9778"/>
                </a:lnTo>
                <a:lnTo>
                  <a:pt x="52069" y="18922"/>
                </a:lnTo>
                <a:lnTo>
                  <a:pt x="63500" y="26669"/>
                </a:lnTo>
                <a:lnTo>
                  <a:pt x="78993" y="32384"/>
                </a:lnTo>
              </a:path>
            </a:pathLst>
          </a:custGeom>
          <a:ln w="10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37838" y="1278127"/>
            <a:ext cx="3022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990"/>
              </a:lnSpc>
              <a:spcBef>
                <a:spcPts val="105"/>
              </a:spcBef>
            </a:pPr>
            <a:r>
              <a:rPr sz="1050" i="1" spc="-50" dirty="0">
                <a:latin typeface="Arial"/>
                <a:cs typeface="Arial"/>
              </a:rPr>
              <a:t>h</a:t>
            </a:r>
            <a:endParaRPr sz="1050">
              <a:latin typeface="Arial"/>
              <a:cs typeface="Arial"/>
            </a:endParaRPr>
          </a:p>
          <a:p>
            <a:pPr marL="86995">
              <a:lnSpc>
                <a:spcPts val="690"/>
              </a:lnSpc>
            </a:pPr>
            <a:r>
              <a:rPr sz="700" i="1" dirty="0">
                <a:latin typeface="Arial"/>
                <a:cs typeface="Arial"/>
              </a:rPr>
              <a:t>t</a:t>
            </a:r>
            <a:r>
              <a:rPr sz="700" i="1" spc="5" dirty="0">
                <a:latin typeface="Arial"/>
                <a:cs typeface="Arial"/>
              </a:rPr>
              <a:t> </a:t>
            </a:r>
            <a:r>
              <a:rPr sz="800" spc="-60" dirty="0">
                <a:latin typeface="Microsoft YaHei UI"/>
                <a:cs typeface="Microsoft YaHei UI"/>
              </a:rPr>
              <a:t>—</a:t>
            </a:r>
            <a:r>
              <a:rPr sz="700" spc="-50" dirty="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347717" y="1392681"/>
            <a:ext cx="175260" cy="79375"/>
          </a:xfrm>
          <a:custGeom>
            <a:avLst/>
            <a:gdLst/>
            <a:ahLst/>
            <a:cxnLst/>
            <a:rect l="l" t="t" r="r" b="b"/>
            <a:pathLst>
              <a:path w="175260" h="79375">
                <a:moveTo>
                  <a:pt x="0" y="39496"/>
                </a:moveTo>
                <a:lnTo>
                  <a:pt x="169799" y="39496"/>
                </a:lnTo>
              </a:path>
              <a:path w="175260" h="79375">
                <a:moveTo>
                  <a:pt x="142494" y="0"/>
                </a:moveTo>
                <a:lnTo>
                  <a:pt x="148209" y="15493"/>
                </a:lnTo>
                <a:lnTo>
                  <a:pt x="155956" y="26924"/>
                </a:lnTo>
                <a:lnTo>
                  <a:pt x="165100" y="34670"/>
                </a:lnTo>
                <a:lnTo>
                  <a:pt x="174879" y="39496"/>
                </a:lnTo>
                <a:lnTo>
                  <a:pt x="165100" y="44322"/>
                </a:lnTo>
                <a:lnTo>
                  <a:pt x="155956" y="52069"/>
                </a:lnTo>
                <a:lnTo>
                  <a:pt x="148209" y="63500"/>
                </a:lnTo>
                <a:lnTo>
                  <a:pt x="142494" y="78993"/>
                </a:lnTo>
              </a:path>
            </a:pathLst>
          </a:custGeom>
          <a:ln w="10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709159" y="811783"/>
            <a:ext cx="1651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Arial"/>
                <a:cs typeface="Arial"/>
              </a:rPr>
              <a:t>z</a:t>
            </a:r>
            <a:r>
              <a:rPr sz="1050" i="1" spc="-37" baseline="-19841" dirty="0">
                <a:latin typeface="Arial"/>
                <a:cs typeface="Arial"/>
              </a:rPr>
              <a:t>t</a:t>
            </a:r>
            <a:endParaRPr sz="1050" baseline="-19841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1033682"/>
            <a:ext cx="5760085" cy="2200275"/>
            <a:chOff x="0" y="1033682"/>
            <a:chExt cx="5760085" cy="2200275"/>
          </a:xfrm>
        </p:grpSpPr>
        <p:sp>
          <p:nvSpPr>
            <p:cNvPr id="20" name="object 20"/>
            <p:cNvSpPr/>
            <p:nvPr/>
          </p:nvSpPr>
          <p:spPr>
            <a:xfrm>
              <a:off x="4760721" y="1038732"/>
              <a:ext cx="79375" cy="175260"/>
            </a:xfrm>
            <a:custGeom>
              <a:avLst/>
              <a:gdLst/>
              <a:ahLst/>
              <a:cxnLst/>
              <a:rect l="l" t="t" r="r" b="b"/>
              <a:pathLst>
                <a:path w="79375" h="175259">
                  <a:moveTo>
                    <a:pt x="39497" y="174879"/>
                  </a:moveTo>
                  <a:lnTo>
                    <a:pt x="39497" y="4952"/>
                  </a:lnTo>
                </a:path>
                <a:path w="79375" h="175259">
                  <a:moveTo>
                    <a:pt x="0" y="32385"/>
                  </a:moveTo>
                  <a:lnTo>
                    <a:pt x="15493" y="26669"/>
                  </a:lnTo>
                  <a:lnTo>
                    <a:pt x="26924" y="18923"/>
                  </a:lnTo>
                  <a:lnTo>
                    <a:pt x="34798" y="9779"/>
                  </a:lnTo>
                  <a:lnTo>
                    <a:pt x="39497" y="0"/>
                  </a:lnTo>
                  <a:lnTo>
                    <a:pt x="44323" y="9779"/>
                  </a:lnTo>
                  <a:lnTo>
                    <a:pt x="52069" y="18923"/>
                  </a:lnTo>
                  <a:lnTo>
                    <a:pt x="63500" y="26669"/>
                  </a:lnTo>
                  <a:lnTo>
                    <a:pt x="78993" y="32385"/>
                  </a:lnTo>
                </a:path>
              </a:pathLst>
            </a:custGeom>
            <a:ln w="10100">
              <a:solidFill>
                <a:srgbClr val="1B13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518659" y="1804542"/>
            <a:ext cx="564515" cy="360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50" i="1" spc="-25" dirty="0">
                <a:latin typeface="Arial"/>
                <a:cs typeface="Arial"/>
              </a:rPr>
              <a:t>x</a:t>
            </a:r>
            <a:r>
              <a:rPr sz="1050" i="1" spc="-37" baseline="-19841" dirty="0">
                <a:latin typeface="Arial"/>
                <a:cs typeface="Arial"/>
              </a:rPr>
              <a:t>t</a:t>
            </a:r>
            <a:endParaRPr sz="1050" baseline="-19841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sz="700" dirty="0">
                <a:latin typeface="Tahoma"/>
                <a:cs typeface="Tahoma"/>
              </a:rPr>
              <a:t>Update</a:t>
            </a:r>
            <a:r>
              <a:rPr sz="700" spc="-10" dirty="0">
                <a:latin typeface="Tahoma"/>
                <a:cs typeface="Tahoma"/>
              </a:rPr>
              <a:t> </a:t>
            </a:r>
            <a:r>
              <a:rPr sz="700" spc="-20" dirty="0">
                <a:latin typeface="Tahoma"/>
                <a:cs typeface="Tahoma"/>
              </a:rPr>
              <a:t>Gate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5095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GRU: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Candidate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Hidden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50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214"/>
            <a:ext cx="5461000" cy="23361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73431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GRU:</a:t>
            </a:r>
            <a:r>
              <a:rPr sz="1700" cap="small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Hidden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700" cap="small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5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202"/>
            <a:ext cx="5760085" cy="2683510"/>
            <a:chOff x="0" y="550202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202"/>
              <a:ext cx="5461000" cy="235648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3863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GRU: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Computational</a:t>
            </a:r>
            <a:r>
              <a:rPr sz="1700" cap="small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60" dirty="0">
                <a:solidFill>
                  <a:srgbClr val="FFFFFF"/>
                </a:solidFill>
                <a:latin typeface="Calibri"/>
                <a:cs typeface="Calibri"/>
              </a:rPr>
              <a:t>Graph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" y="550176"/>
            <a:ext cx="5760085" cy="2683510"/>
            <a:chOff x="11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1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399" y="550176"/>
              <a:ext cx="5423027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7774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GRU:</a:t>
            </a:r>
            <a:r>
              <a:rPr sz="1700" cap="small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sz="1700" cap="small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7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Setup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227"/>
            <a:ext cx="5760085" cy="2683510"/>
            <a:chOff x="0" y="550227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227"/>
              <a:ext cx="4643628" cy="250304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101853"/>
            <a:ext cx="393100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GRU:</a:t>
            </a:r>
            <a:r>
              <a:rPr sz="14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sz="1400" cap="small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1400" cap="small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4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Gates</a:t>
            </a:r>
            <a:r>
              <a:rPr sz="1400" cap="small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spc="-10" dirty="0">
                <a:solidFill>
                  <a:srgbClr val="FFFFFF"/>
                </a:solidFill>
                <a:latin typeface="Calibri"/>
                <a:cs typeface="Calibri"/>
              </a:rPr>
              <a:t>Computation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202"/>
            <a:ext cx="5760085" cy="2683510"/>
            <a:chOff x="0" y="550202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202"/>
              <a:ext cx="4216273" cy="255079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101853"/>
            <a:ext cx="33413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GRU:</a:t>
            </a:r>
            <a:r>
              <a:rPr sz="14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sz="1400" cap="small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1400" cap="small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400" cap="small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Hidden</a:t>
            </a:r>
            <a:r>
              <a:rPr sz="1400" cap="small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400" cap="small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202"/>
            <a:ext cx="4625467" cy="25099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101853"/>
            <a:ext cx="31984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GRU:</a:t>
            </a:r>
            <a:r>
              <a:rPr sz="1400" cap="small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Numerical</a:t>
            </a:r>
            <a:r>
              <a:rPr sz="1400" cap="small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1400" cap="small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400" cap="small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sz="1400" cap="small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Hidden</a:t>
            </a:r>
            <a:r>
              <a:rPr sz="1400" cap="small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spc="-30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227"/>
            <a:ext cx="5760085" cy="2683510"/>
            <a:chOff x="0" y="550227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227"/>
              <a:ext cx="4404995" cy="250304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79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2713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GRU: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Parameter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Counting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353684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80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101853"/>
            <a:ext cx="31438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GRU:</a:t>
            </a:r>
            <a:r>
              <a:rPr sz="1400" cap="small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Why</a:t>
            </a:r>
            <a:r>
              <a:rPr sz="14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400" cap="small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Helps</a:t>
            </a:r>
            <a:r>
              <a:rPr sz="14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400" cap="small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Calibri"/>
                <a:cs typeface="Calibri"/>
              </a:rPr>
              <a:t>Vanishing</a:t>
            </a:r>
            <a:r>
              <a:rPr sz="1400" cap="small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cap="small" spc="-30" dirty="0">
                <a:solidFill>
                  <a:srgbClr val="FFFFFF"/>
                </a:solidFill>
                <a:latin typeface="Calibri"/>
                <a:cs typeface="Calibri"/>
              </a:rPr>
              <a:t>Gradients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202"/>
            <a:ext cx="5760085" cy="2683510"/>
            <a:chOff x="0" y="550202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202"/>
              <a:ext cx="4871085" cy="250990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81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29600"/>
            <a:ext cx="2555240" cy="252285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Modeling</a:t>
            </a:r>
            <a:endParaRPr sz="1400">
              <a:latin typeface="Calibri"/>
              <a:cs typeface="Calibri"/>
            </a:endParaRPr>
          </a:p>
          <a:p>
            <a:pPr marL="12700" marR="796925">
              <a:lnSpc>
                <a:spcPct val="1170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Model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6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Theory</a:t>
            </a:r>
            <a:r>
              <a:rPr sz="1400" cap="small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Basi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c</a:t>
            </a:r>
            <a:r>
              <a:rPr sz="1400" u="sng" cap="small" spc="7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RNN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Architecture</a:t>
            </a:r>
            <a:r>
              <a:rPr sz="1400" cap="small" spc="-1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RNN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Trainin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&amp;</a:t>
            </a:r>
            <a:r>
              <a:rPr sz="1400" u="sng" cap="small" spc="-1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BPTT</a:t>
            </a:r>
            <a:r>
              <a:rPr sz="1400" cap="small" spc="-2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directiona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Dee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p</a:t>
            </a:r>
            <a:r>
              <a:rPr sz="1400" u="sng" cap="small" spc="7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(Stacked)</a:t>
            </a:r>
            <a:r>
              <a:rPr sz="1400" u="sng" cap="small" spc="4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Gate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Recurren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t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Unit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(GRU)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9" action="ppaction://hlinksldjump"/>
              </a:rPr>
              <a:t>Lon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9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9" action="ppaction://hlinksldjump"/>
              </a:rPr>
              <a:t>Short-Ter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m</a:t>
            </a:r>
            <a:r>
              <a:rPr sz="1400" u="sng" cap="small" spc="11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9" action="ppaction://hlinksldjump"/>
              </a:rPr>
              <a:t>Memor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y</a:t>
            </a:r>
            <a:r>
              <a:rPr sz="1400" u="sng" cap="small" spc="9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19" action="ppaction://hlinksldjump"/>
              </a:rPr>
              <a:t>(LSTM)</a:t>
            </a:r>
            <a:endParaRPr sz="1400">
              <a:latin typeface="Calibri"/>
              <a:cs typeface="Calibri"/>
            </a:endParaRPr>
          </a:p>
          <a:p>
            <a:pPr marL="12700" marR="6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m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Serie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Forecastin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Applications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Compariso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&amp;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/>
              <a:t>82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LSTM: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cap="small" spc="-25" dirty="0">
                <a:solidFill>
                  <a:srgbClr val="FFFFFF"/>
                </a:solidFill>
              </a:rPr>
              <a:t>Motivation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66089"/>
            <a:ext cx="5760085" cy="2667635"/>
            <a:chOff x="0" y="566089"/>
            <a:chExt cx="5760085" cy="26676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66089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300403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2034857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952724"/>
              <a:ext cx="69291" cy="692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32663" y="447100"/>
            <a:ext cx="4128135" cy="25774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4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GRU</a:t>
            </a:r>
            <a:r>
              <a:rPr sz="10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limitations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30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Single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hidden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state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combines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both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long-term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and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short-</a:t>
            </a:r>
            <a:r>
              <a:rPr sz="950" dirty="0">
                <a:latin typeface="Tahoma"/>
                <a:cs typeface="Tahoma"/>
              </a:rPr>
              <a:t>term</a:t>
            </a:r>
            <a:r>
              <a:rPr sz="950" spc="-10" dirty="0">
                <a:latin typeface="Tahoma"/>
                <a:cs typeface="Tahoma"/>
              </a:rPr>
              <a:t> information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Update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gate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controls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both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memory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and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output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together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3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Less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explicit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control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over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information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flow</a:t>
            </a:r>
            <a:endParaRPr sz="950">
              <a:latin typeface="Tahoma"/>
              <a:cs typeface="Tahoma"/>
            </a:endParaRPr>
          </a:p>
          <a:p>
            <a:pPr marL="130175">
              <a:lnSpc>
                <a:spcPct val="100000"/>
              </a:lnSpc>
              <a:spcBef>
                <a:spcPts val="29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LSTM</a:t>
            </a:r>
            <a:r>
              <a:rPr sz="1050" spc="-2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innovation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Separate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memory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from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hidden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state</a:t>
            </a:r>
            <a:endParaRPr sz="1050">
              <a:latin typeface="Tahoma"/>
              <a:cs typeface="Tahoma"/>
            </a:endParaRPr>
          </a:p>
          <a:p>
            <a:pPr marL="321945">
              <a:lnSpc>
                <a:spcPct val="100000"/>
              </a:lnSpc>
              <a:spcBef>
                <a:spcPts val="2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Cell</a:t>
            </a:r>
            <a:r>
              <a:rPr sz="9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state </a:t>
            </a:r>
            <a:r>
              <a:rPr sz="950" i="1" dirty="0">
                <a:latin typeface="Arial"/>
                <a:cs typeface="Arial"/>
              </a:rPr>
              <a:t>c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-30" baseline="-19841" dirty="0">
                <a:latin typeface="Arial"/>
                <a:cs typeface="Arial"/>
              </a:rPr>
              <a:t> 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10" dirty="0">
                <a:latin typeface="Tahoma"/>
                <a:cs typeface="Tahoma"/>
              </a:rPr>
              <a:t> Long-</a:t>
            </a:r>
            <a:r>
              <a:rPr sz="950" dirty="0">
                <a:latin typeface="Tahoma"/>
                <a:cs typeface="Tahoma"/>
              </a:rPr>
              <a:t>term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memory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(information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highway)</a:t>
            </a:r>
            <a:endParaRPr sz="950">
              <a:latin typeface="Tahoma"/>
              <a:cs typeface="Tahoma"/>
            </a:endParaRPr>
          </a:p>
          <a:p>
            <a:pPr marL="335915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Hidden</a:t>
            </a:r>
            <a:r>
              <a:rPr sz="950" spc="-4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1B1371"/>
                </a:solidFill>
                <a:latin typeface="Tahoma"/>
                <a:cs typeface="Tahoma"/>
              </a:rPr>
              <a:t>state </a:t>
            </a:r>
            <a:r>
              <a:rPr sz="950" i="1" dirty="0">
                <a:latin typeface="Arial"/>
                <a:cs typeface="Arial"/>
              </a:rPr>
              <a:t>h</a:t>
            </a:r>
            <a:r>
              <a:rPr sz="1050" i="1" baseline="-19841" dirty="0">
                <a:latin typeface="Arial"/>
                <a:cs typeface="Arial"/>
              </a:rPr>
              <a:t>t</a:t>
            </a:r>
            <a:r>
              <a:rPr sz="1050" i="1" spc="-7" baseline="-19841" dirty="0">
                <a:latin typeface="Arial"/>
                <a:cs typeface="Arial"/>
              </a:rPr>
              <a:t> 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Short-</a:t>
            </a:r>
            <a:r>
              <a:rPr sz="950" dirty="0">
                <a:latin typeface="Tahoma"/>
                <a:cs typeface="Tahoma"/>
              </a:rPr>
              <a:t>term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memory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(working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memory)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2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More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fine-</a:t>
            </a:r>
            <a:r>
              <a:rPr sz="950" dirty="0">
                <a:latin typeface="Tahoma"/>
                <a:cs typeface="Tahoma"/>
              </a:rPr>
              <a:t>grained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control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with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3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gates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instead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of </a:t>
            </a:r>
            <a:r>
              <a:rPr sz="950" spc="-50" dirty="0">
                <a:latin typeface="Tahoma"/>
                <a:cs typeface="Tahoma"/>
              </a:rPr>
              <a:t>2</a:t>
            </a:r>
            <a:endParaRPr sz="9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309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Key</a:t>
            </a:r>
            <a:r>
              <a:rPr sz="1050" spc="-1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advantages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Cell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state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provides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uninterrupted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gradient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flow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Forget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gate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can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selectively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remove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information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Output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gate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separates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what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to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remember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from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what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to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output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Better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for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very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long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sequences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(100+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-10" dirty="0">
                <a:latin typeface="Tahoma"/>
                <a:cs typeface="Tahoma"/>
              </a:rPr>
              <a:t> steps)</a:t>
            </a:r>
            <a:endParaRPr sz="9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405"/>
              </a:spcBef>
            </a:pPr>
            <a:r>
              <a:rPr sz="1050" dirty="0">
                <a:latin typeface="Tahoma"/>
                <a:cs typeface="Tahoma"/>
              </a:rPr>
              <a:t>Most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widely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used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RNN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variant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in</a:t>
            </a:r>
            <a:r>
              <a:rPr sz="1050" spc="-10" dirty="0">
                <a:latin typeface="Tahoma"/>
                <a:cs typeface="Tahoma"/>
              </a:rPr>
              <a:t> practice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83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5495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LSTM:</a:t>
            </a:r>
            <a:r>
              <a:rPr sz="1700" cap="small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Overview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227"/>
            <a:ext cx="5760085" cy="2683510"/>
            <a:chOff x="0" y="550227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227"/>
              <a:ext cx="5461000" cy="239776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84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6112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LSTM:</a:t>
            </a:r>
            <a:r>
              <a:rPr sz="1700" cap="small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Unrolled</a:t>
            </a:r>
            <a:r>
              <a:rPr sz="1700" cap="small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r>
              <a:rPr sz="1700" cap="small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1700" cap="small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503039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85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16478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LSTM:</a:t>
            </a:r>
            <a:r>
              <a:rPr sz="1700" cap="small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Forget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50" dirty="0">
                <a:solidFill>
                  <a:srgbClr val="FFFFFF"/>
                </a:solidFill>
                <a:latin typeface="Calibri"/>
                <a:cs typeface="Calibri"/>
              </a:rPr>
              <a:t>Gate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692" y="550176"/>
            <a:ext cx="4583557" cy="24350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86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7800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LSTM: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Gate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Candidate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175"/>
            <a:ext cx="4975860" cy="25874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87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1062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LSTM: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Cell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700" cap="small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50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72732"/>
            <a:ext cx="5206365" cy="26078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88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18770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LSTM: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Gate</a:t>
            </a:r>
            <a:r>
              <a:rPr sz="1700" cap="small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Hidden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177" y="2988970"/>
            <a:ext cx="6350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Tahoma"/>
                <a:cs typeface="Tahoma"/>
              </a:rPr>
              <a:t>outputting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975" y="461987"/>
            <a:ext cx="4779010" cy="26248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89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4707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LSTM:</a:t>
            </a:r>
            <a:r>
              <a:rPr sz="1700" cap="small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Computational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55" dirty="0">
                <a:solidFill>
                  <a:srgbClr val="FFFFFF"/>
                </a:solidFill>
                <a:latin typeface="Calibri"/>
                <a:cs typeface="Calibri"/>
              </a:rPr>
              <a:t>Graph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278"/>
            <a:ext cx="5760085" cy="2683510"/>
            <a:chOff x="0" y="550278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278"/>
              <a:ext cx="5461000" cy="240893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90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3564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LSTM:</a:t>
            </a:r>
            <a:r>
              <a:rPr sz="1700" cap="small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Parameter</a:t>
            </a:r>
            <a:r>
              <a:rPr sz="1700" cap="small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Counting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979924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91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5401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LSTM:</a:t>
            </a:r>
            <a:r>
              <a:rPr sz="1700" cap="small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Why</a:t>
            </a:r>
            <a:r>
              <a:rPr sz="1700" cap="small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700" cap="small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Solves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Vanishing</a:t>
            </a:r>
            <a:r>
              <a:rPr sz="1700" cap="small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30" dirty="0">
                <a:solidFill>
                  <a:srgbClr val="FFFFFF"/>
                </a:solidFill>
                <a:latin typeface="Calibri"/>
                <a:cs typeface="Calibri"/>
              </a:rPr>
              <a:t>Gradients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010277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92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LSTM</a:t>
            </a:r>
            <a:r>
              <a:rPr cap="small" spc="-3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vs</a:t>
            </a:r>
            <a:r>
              <a:rPr cap="small" spc="9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GRU:</a:t>
            </a:r>
            <a:r>
              <a:rPr cap="small" spc="-15" dirty="0">
                <a:solidFill>
                  <a:srgbClr val="FFFFFF"/>
                </a:solidFill>
              </a:rPr>
              <a:t> </a:t>
            </a:r>
            <a:r>
              <a:rPr cap="small" spc="-30" dirty="0">
                <a:solidFill>
                  <a:srgbClr val="FFFFFF"/>
                </a:solidFill>
              </a:rPr>
              <a:t>Comparison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75906" y="565467"/>
          <a:ext cx="3794124" cy="1762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8865"/>
                <a:gridCol w="1300480"/>
                <a:gridCol w="1414779"/>
              </a:tblGrid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30"/>
                        </a:lnSpc>
                      </a:pPr>
                      <a:r>
                        <a:rPr sz="950" b="1" spc="-10" dirty="0">
                          <a:latin typeface="Arial"/>
                          <a:cs typeface="Arial"/>
                        </a:rPr>
                        <a:t>Property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30"/>
                        </a:lnSpc>
                      </a:pPr>
                      <a:r>
                        <a:rPr sz="950" b="1" spc="-25" dirty="0">
                          <a:latin typeface="Arial"/>
                          <a:cs typeface="Arial"/>
                        </a:rPr>
                        <a:t>GRU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0"/>
                        </a:lnSpc>
                      </a:pPr>
                      <a:r>
                        <a:rPr sz="950" b="1" spc="-20" dirty="0">
                          <a:latin typeface="Arial"/>
                          <a:cs typeface="Arial"/>
                        </a:rPr>
                        <a:t>LSTM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Number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gates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95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(reset,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 update)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(forget,</a:t>
                      </a:r>
                      <a:r>
                        <a:rPr sz="95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input,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output)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Memory</a:t>
                      </a:r>
                      <a:r>
                        <a:rPr sz="95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types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(hidden</a:t>
                      </a:r>
                      <a:r>
                        <a:rPr sz="95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state)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(cell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+ 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hidden)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ahoma"/>
                          <a:cs typeface="Tahoma"/>
                        </a:rPr>
                        <a:t>Parameters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0"/>
                        </a:lnSpc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950" i="1" dirty="0">
                          <a:latin typeface="Arial"/>
                          <a:cs typeface="Arial"/>
                        </a:rPr>
                        <a:t>hd</a:t>
                      </a:r>
                      <a:r>
                        <a:rPr sz="9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i="1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050" baseline="23809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050" spc="7" baseline="2380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+ </a:t>
                      </a:r>
                      <a:r>
                        <a:rPr sz="950" i="1" spc="-3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4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950" i="1" dirty="0">
                          <a:latin typeface="Arial"/>
                          <a:cs typeface="Arial"/>
                        </a:rPr>
                        <a:t>hd</a:t>
                      </a:r>
                      <a:r>
                        <a:rPr sz="9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i="1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050" baseline="23809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050" spc="7" baseline="2380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+ </a:t>
                      </a:r>
                      <a:r>
                        <a:rPr sz="950" i="1" spc="-2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Relative</a:t>
                      </a:r>
                      <a:r>
                        <a:rPr sz="95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params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Fewer</a:t>
                      </a:r>
                      <a:r>
                        <a:rPr sz="95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dirty="0">
                          <a:latin typeface="Cambria Math"/>
                          <a:cs typeface="Cambria Math"/>
                        </a:rPr>
                        <a:t>∼</a:t>
                      </a:r>
                      <a:r>
                        <a:rPr sz="1100" spc="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25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%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less)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0" dirty="0">
                          <a:latin typeface="Tahoma"/>
                          <a:cs typeface="Tahoma"/>
                        </a:rPr>
                        <a:t>More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Training</a:t>
                      </a:r>
                      <a:r>
                        <a:rPr sz="95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speed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50" spc="-10" dirty="0">
                          <a:latin typeface="Tahoma"/>
                          <a:cs typeface="Tahoma"/>
                        </a:rPr>
                        <a:t>Faster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50" spc="-10" dirty="0">
                          <a:latin typeface="Tahoma"/>
                          <a:cs typeface="Tahoma"/>
                        </a:rPr>
                        <a:t>Slower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Memory</a:t>
                      </a:r>
                      <a:r>
                        <a:rPr sz="95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usage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ahoma"/>
                          <a:cs typeface="Tahoma"/>
                        </a:rPr>
                        <a:t>Lower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ahoma"/>
                          <a:cs typeface="Tahoma"/>
                        </a:rPr>
                        <a:t>Higher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Gradient</a:t>
                      </a:r>
                      <a:r>
                        <a:rPr sz="95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flow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50" spc="-20" dirty="0">
                          <a:latin typeface="Tahoma"/>
                          <a:cs typeface="Tahoma"/>
                        </a:rPr>
                        <a:t>Good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50" spc="-10" dirty="0">
                          <a:latin typeface="Tahoma"/>
                          <a:cs typeface="Tahoma"/>
                        </a:rPr>
                        <a:t>Excellent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Long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 sequences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Good 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(50-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100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 steps)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Better</a:t>
                      </a:r>
                      <a:r>
                        <a:rPr sz="95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(100+</a:t>
                      </a:r>
                      <a:r>
                        <a:rPr sz="95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10" dirty="0">
                          <a:latin typeface="Tahoma"/>
                          <a:cs typeface="Tahoma"/>
                        </a:rPr>
                        <a:t>steps)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50" spc="-10" dirty="0">
                          <a:latin typeface="Tahoma"/>
                          <a:cs typeface="Tahoma"/>
                        </a:rPr>
                        <a:t>Popularity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50" spc="-10" dirty="0">
                          <a:latin typeface="Tahoma"/>
                          <a:cs typeface="Tahoma"/>
                        </a:rPr>
                        <a:t>Increasing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50" dirty="0">
                          <a:latin typeface="Tahoma"/>
                          <a:cs typeface="Tahoma"/>
                        </a:rPr>
                        <a:t>Most</a:t>
                      </a:r>
                      <a:r>
                        <a:rPr sz="95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dirty="0">
                          <a:latin typeface="Tahoma"/>
                          <a:cs typeface="Tahoma"/>
                        </a:rPr>
                        <a:t>widely</a:t>
                      </a:r>
                      <a:r>
                        <a:rPr sz="95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spc="-20" dirty="0">
                          <a:latin typeface="Tahoma"/>
                          <a:cs typeface="Tahoma"/>
                        </a:rPr>
                        <a:t>used</a:t>
                      </a:r>
                      <a:endParaRPr sz="950" dirty="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0" y="2544965"/>
            <a:ext cx="5760085" cy="688975"/>
            <a:chOff x="0" y="2544965"/>
            <a:chExt cx="5760085" cy="6889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2544965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2763684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4448" y="2426919"/>
            <a:ext cx="4174490" cy="6172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just">
              <a:lnSpc>
                <a:spcPct val="121000"/>
              </a:lnSpc>
              <a:spcBef>
                <a:spcPts val="18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When</a:t>
            </a:r>
            <a:r>
              <a:rPr sz="1050" spc="-1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to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use</a:t>
            </a:r>
            <a:r>
              <a:rPr sz="1050" spc="-2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GRU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Smaller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datasets,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shorter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sequences,</a:t>
            </a:r>
            <a:r>
              <a:rPr sz="1050" spc="-6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faster</a:t>
            </a:r>
            <a:r>
              <a:rPr sz="1050" spc="-20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training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When</a:t>
            </a:r>
            <a:r>
              <a:rPr sz="1050" spc="-1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to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use</a:t>
            </a:r>
            <a:r>
              <a:rPr sz="1050" spc="-2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LSTM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Longer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sequences,</a:t>
            </a:r>
            <a:r>
              <a:rPr sz="1050" spc="-6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more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data</a:t>
            </a:r>
            <a:r>
              <a:rPr sz="1050" spc="-3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available,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maximum </a:t>
            </a:r>
            <a:r>
              <a:rPr sz="1050" dirty="0">
                <a:latin typeface="Tahoma"/>
                <a:cs typeface="Tahoma"/>
              </a:rPr>
              <a:t>performance</a:t>
            </a:r>
            <a:r>
              <a:rPr sz="1050" spc="-6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needed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93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29600"/>
            <a:ext cx="2555240" cy="252285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Modeling</a:t>
            </a:r>
            <a:endParaRPr sz="1400">
              <a:latin typeface="Calibri"/>
              <a:cs typeface="Calibri"/>
            </a:endParaRPr>
          </a:p>
          <a:p>
            <a:pPr marL="12700" marR="796925">
              <a:lnSpc>
                <a:spcPct val="1170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Model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6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Theory</a:t>
            </a:r>
            <a:r>
              <a:rPr sz="1400" cap="small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Basi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c</a:t>
            </a:r>
            <a:r>
              <a:rPr sz="1400" u="sng" cap="small" spc="7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RNN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Architecture</a:t>
            </a:r>
            <a:r>
              <a:rPr sz="1400" cap="small" spc="-1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RNN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Trainin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&amp;</a:t>
            </a:r>
            <a:r>
              <a:rPr sz="1400" u="sng" cap="small" spc="-1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BPTT</a:t>
            </a:r>
            <a:r>
              <a:rPr sz="1400" cap="small" spc="-2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directiona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Dee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p</a:t>
            </a:r>
            <a:r>
              <a:rPr sz="1400" u="sng" cap="small" spc="7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(Stacked)</a:t>
            </a:r>
            <a:r>
              <a:rPr sz="1400" u="sng" cap="small" spc="4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Gate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Recurren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t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Unit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(GRU)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Lon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Short-Ter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m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Memor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y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(LSTM)</a:t>
            </a:r>
            <a:endParaRPr sz="1400">
              <a:latin typeface="Calibri"/>
              <a:cs typeface="Calibri"/>
            </a:endParaRPr>
          </a:p>
          <a:p>
            <a:pPr marL="12700" marR="6350">
              <a:lnSpc>
                <a:spcPct val="117100"/>
              </a:lnSpc>
            </a:pP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20" action="ppaction://hlinksldjump"/>
              </a:rPr>
              <a:t>T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20" action="ppaction://hlinksldjump"/>
              </a:rPr>
              <a:t>m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20" action="ppaction://hlinksldjump"/>
              </a:rPr>
              <a:t>Serie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14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20" action="ppaction://hlinksldjump"/>
              </a:rPr>
              <a:t>Forecastin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20" action="ppaction://hlinksldjump"/>
              </a:rPr>
              <a:t>Applications</a:t>
            </a:r>
            <a:r>
              <a:rPr sz="1400" cap="small" spc="-35" dirty="0">
                <a:solidFill>
                  <a:srgbClr val="3333B1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Compariso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&amp;</a:t>
            </a:r>
            <a:r>
              <a:rPr sz="1400" u="sng" cap="small" spc="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41935"/>
            <a:ext cx="5760085" cy="92075"/>
            <a:chOff x="0" y="3141935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94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9616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700" cap="small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Series</a:t>
            </a:r>
            <a:r>
              <a:rPr sz="1700" cap="small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Forecasting</a:t>
            </a:r>
            <a:r>
              <a:rPr sz="1700" cap="small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70" dirty="0">
                <a:solidFill>
                  <a:srgbClr val="FFFFFF"/>
                </a:solidFill>
                <a:latin typeface="Calibri"/>
                <a:cs typeface="Calibri"/>
              </a:rPr>
              <a:t>RNNs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50265"/>
            <a:ext cx="4897755" cy="25339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95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Univariate</a:t>
            </a:r>
            <a:r>
              <a:rPr cap="small" spc="8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vs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Multivariate</a:t>
            </a:r>
            <a:r>
              <a:rPr cap="small" spc="8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Time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spc="-50" dirty="0">
                <a:solidFill>
                  <a:srgbClr val="FFFFFF"/>
                </a:solidFill>
              </a:rPr>
              <a:t>Series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4448" y="2825902"/>
            <a:ext cx="3796665" cy="39243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50495" indent="-137795">
              <a:lnSpc>
                <a:spcPct val="100000"/>
              </a:lnSpc>
              <a:spcBef>
                <a:spcPts val="280"/>
              </a:spcBef>
              <a:buChar char="&gt;"/>
              <a:tabLst>
                <a:tab pos="150495" algn="l"/>
              </a:tabLst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Multivariate</a:t>
            </a:r>
            <a:r>
              <a:rPr sz="10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advantage</a:t>
            </a:r>
            <a:r>
              <a:rPr sz="1050" dirty="0">
                <a:latin typeface="Tahoma"/>
                <a:cs typeface="Tahoma"/>
              </a:rPr>
              <a:t>: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Captures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cross-variable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dependencies</a:t>
            </a:r>
            <a:endParaRPr sz="1050">
              <a:latin typeface="Tahoma"/>
              <a:cs typeface="Tahoma"/>
            </a:endParaRPr>
          </a:p>
          <a:p>
            <a:pPr marL="150495" indent="-137795">
              <a:lnSpc>
                <a:spcPct val="100000"/>
              </a:lnSpc>
              <a:spcBef>
                <a:spcPts val="185"/>
              </a:spcBef>
              <a:buChar char="&gt;"/>
              <a:tabLst>
                <a:tab pos="150495" algn="l"/>
              </a:tabLst>
            </a:pPr>
            <a:r>
              <a:rPr sz="1050" dirty="0">
                <a:latin typeface="Tahoma"/>
                <a:cs typeface="Tahoma"/>
              </a:rPr>
              <a:t>Example:</a:t>
            </a:r>
            <a:r>
              <a:rPr sz="1050" spc="-6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Humidity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affects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temperature</a:t>
            </a:r>
            <a:r>
              <a:rPr sz="1050" spc="-70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Prediction.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5123" y="3114852"/>
            <a:ext cx="2438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Calibri"/>
                <a:cs typeface="Calibri"/>
              </a:rPr>
              <a:t>88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96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066" y="550227"/>
            <a:ext cx="4990211" cy="2295144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Forecasting</a:t>
            </a:r>
            <a:r>
              <a:rPr cap="small" spc="5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Architectures:</a:t>
            </a:r>
            <a:r>
              <a:rPr cap="small" spc="254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Output</a:t>
            </a:r>
            <a:r>
              <a:rPr cap="small" spc="20" dirty="0">
                <a:solidFill>
                  <a:srgbClr val="FFFFFF"/>
                </a:solidFill>
              </a:rPr>
              <a:t> </a:t>
            </a:r>
            <a:r>
              <a:rPr cap="small" spc="-20" dirty="0">
                <a:solidFill>
                  <a:srgbClr val="FFFFFF"/>
                </a:solidFill>
              </a:rPr>
              <a:t>Types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0921" y="946835"/>
            <a:ext cx="69850" cy="512445"/>
            <a:chOff x="460921" y="946835"/>
            <a:chExt cx="69850" cy="5124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921" y="946835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921" y="1168196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921" y="1389684"/>
              <a:ext cx="69291" cy="692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94538" y="573176"/>
            <a:ext cx="1932305" cy="449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880" marR="5080" indent="-297180">
              <a:lnSpc>
                <a:spcPct val="132400"/>
              </a:lnSpc>
              <a:spcBef>
                <a:spcPts val="95"/>
              </a:spcBef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Single-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Step</a:t>
            </a:r>
            <a:r>
              <a:rPr sz="1050" spc="24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(Univariate</a:t>
            </a:r>
            <a:r>
              <a:rPr sz="1050" spc="23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Output) </a:t>
            </a:r>
            <a:r>
              <a:rPr sz="1050" dirty="0">
                <a:latin typeface="Tahoma"/>
                <a:cs typeface="Tahoma"/>
              </a:rPr>
              <a:t>Predict</a:t>
            </a:r>
            <a:r>
              <a:rPr sz="1050" spc="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only</a:t>
            </a:r>
            <a:r>
              <a:rPr sz="1050" spc="6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next</a:t>
            </a:r>
            <a:r>
              <a:rPr sz="1050" spc="5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time</a:t>
            </a:r>
            <a:r>
              <a:rPr sz="1050" spc="50" dirty="0">
                <a:latin typeface="Tahoma"/>
                <a:cs typeface="Tahoma"/>
              </a:rPr>
              <a:t> </a:t>
            </a:r>
            <a:r>
              <a:rPr sz="1050" spc="-20" dirty="0">
                <a:latin typeface="Tahoma"/>
                <a:cs typeface="Tahoma"/>
              </a:rPr>
              <a:t>step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6318" y="1051051"/>
            <a:ext cx="1176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83919" algn="l"/>
              </a:tabLst>
            </a:pPr>
            <a:r>
              <a:rPr sz="1050" dirty="0">
                <a:latin typeface="Tahoma"/>
                <a:cs typeface="Tahoma"/>
              </a:rPr>
              <a:t>Output: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i="1" spc="-25" dirty="0">
                <a:latin typeface="Arial"/>
                <a:cs typeface="Arial"/>
              </a:rPr>
              <a:t>x</a:t>
            </a:r>
            <a:r>
              <a:rPr sz="1800" spc="-37" baseline="25462" dirty="0">
                <a:latin typeface="Tahoma"/>
                <a:cs typeface="Tahoma"/>
              </a:rPr>
              <a:t>ˆ</a:t>
            </a:r>
            <a:r>
              <a:rPr sz="1800" baseline="25462" dirty="0">
                <a:latin typeface="Tahoma"/>
                <a:cs typeface="Tahoma"/>
              </a:rPr>
              <a:t>	</a:t>
            </a:r>
            <a:r>
              <a:rPr sz="1200" dirty="0">
                <a:latin typeface="Cambria Math"/>
                <a:cs typeface="Cambria Math"/>
              </a:rPr>
              <a:t>∈</a:t>
            </a:r>
            <a:r>
              <a:rPr sz="1200" spc="105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Arial MT"/>
                <a:cs typeface="Arial MT"/>
              </a:rPr>
              <a:t>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9198" y="1959406"/>
            <a:ext cx="270510" cy="680085"/>
            <a:chOff x="799198" y="1959406"/>
            <a:chExt cx="270510" cy="680085"/>
          </a:xfrm>
        </p:grpSpPr>
        <p:sp>
          <p:nvSpPr>
            <p:cNvPr id="10" name="object 10"/>
            <p:cNvSpPr/>
            <p:nvPr/>
          </p:nvSpPr>
          <p:spPr>
            <a:xfrm>
              <a:off x="826363" y="1964169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4" h="324485">
                  <a:moveTo>
                    <a:pt x="216001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216001" y="324002"/>
                  </a:lnTo>
                  <a:lnTo>
                    <a:pt x="216001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6363" y="1964169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4" h="324485">
                  <a:moveTo>
                    <a:pt x="0" y="324002"/>
                  </a:moveTo>
                  <a:lnTo>
                    <a:pt x="216001" y="324002"/>
                  </a:lnTo>
                  <a:lnTo>
                    <a:pt x="216001" y="0"/>
                  </a:lnTo>
                  <a:lnTo>
                    <a:pt x="0" y="0"/>
                  </a:lnTo>
                  <a:lnTo>
                    <a:pt x="0" y="32400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3960" y="237376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4" h="260985">
                  <a:moveTo>
                    <a:pt x="130403" y="0"/>
                  </a:moveTo>
                  <a:lnTo>
                    <a:pt x="79641" y="10248"/>
                  </a:lnTo>
                  <a:lnTo>
                    <a:pt x="38188" y="38188"/>
                  </a:lnTo>
                  <a:lnTo>
                    <a:pt x="10248" y="79641"/>
                  </a:lnTo>
                  <a:lnTo>
                    <a:pt x="0" y="130403"/>
                  </a:lnTo>
                  <a:lnTo>
                    <a:pt x="10248" y="181165"/>
                  </a:lnTo>
                  <a:lnTo>
                    <a:pt x="38188" y="222618"/>
                  </a:lnTo>
                  <a:lnTo>
                    <a:pt x="79641" y="250558"/>
                  </a:lnTo>
                  <a:lnTo>
                    <a:pt x="130403" y="260807"/>
                  </a:lnTo>
                  <a:lnTo>
                    <a:pt x="181165" y="250558"/>
                  </a:lnTo>
                  <a:lnTo>
                    <a:pt x="222618" y="222618"/>
                  </a:lnTo>
                  <a:lnTo>
                    <a:pt x="250558" y="181165"/>
                  </a:lnTo>
                  <a:lnTo>
                    <a:pt x="260807" y="130403"/>
                  </a:lnTo>
                  <a:lnTo>
                    <a:pt x="250558" y="79641"/>
                  </a:lnTo>
                  <a:lnTo>
                    <a:pt x="222618" y="38188"/>
                  </a:lnTo>
                  <a:lnTo>
                    <a:pt x="181165" y="10248"/>
                  </a:lnTo>
                  <a:lnTo>
                    <a:pt x="130403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3960" y="237376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4" h="260985">
                  <a:moveTo>
                    <a:pt x="260807" y="130403"/>
                  </a:moveTo>
                  <a:lnTo>
                    <a:pt x="250558" y="79641"/>
                  </a:lnTo>
                  <a:lnTo>
                    <a:pt x="222618" y="38188"/>
                  </a:lnTo>
                  <a:lnTo>
                    <a:pt x="181165" y="10248"/>
                  </a:lnTo>
                  <a:lnTo>
                    <a:pt x="130403" y="0"/>
                  </a:lnTo>
                  <a:lnTo>
                    <a:pt x="79641" y="10248"/>
                  </a:lnTo>
                  <a:lnTo>
                    <a:pt x="38188" y="38188"/>
                  </a:lnTo>
                  <a:lnTo>
                    <a:pt x="10248" y="79641"/>
                  </a:lnTo>
                  <a:lnTo>
                    <a:pt x="0" y="130403"/>
                  </a:lnTo>
                  <a:lnTo>
                    <a:pt x="10248" y="181165"/>
                  </a:lnTo>
                  <a:lnTo>
                    <a:pt x="38188" y="222618"/>
                  </a:lnTo>
                  <a:lnTo>
                    <a:pt x="79641" y="250558"/>
                  </a:lnTo>
                  <a:lnTo>
                    <a:pt x="130403" y="260807"/>
                  </a:lnTo>
                  <a:lnTo>
                    <a:pt x="181165" y="250558"/>
                  </a:lnTo>
                  <a:lnTo>
                    <a:pt x="222618" y="222618"/>
                  </a:lnTo>
                  <a:lnTo>
                    <a:pt x="250558" y="181165"/>
                  </a:lnTo>
                  <a:lnTo>
                    <a:pt x="260807" y="1304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42772" y="2395219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i="1" spc="-25" dirty="0">
                <a:latin typeface="Arial"/>
                <a:cs typeface="Arial"/>
              </a:rPr>
              <a:t>x</a:t>
            </a:r>
            <a:r>
              <a:rPr sz="900" spc="-37" baseline="-18518" dirty="0">
                <a:latin typeface="Tahoma"/>
                <a:cs typeface="Tahoma"/>
              </a:rPr>
              <a:t>1</a:t>
            </a:r>
            <a:endParaRPr sz="900" baseline="-18518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89774" y="1959406"/>
            <a:ext cx="1313815" cy="680720"/>
            <a:chOff x="889774" y="1959406"/>
            <a:chExt cx="1313815" cy="680720"/>
          </a:xfrm>
        </p:grpSpPr>
        <p:sp>
          <p:nvSpPr>
            <p:cNvPr id="16" name="object 16"/>
            <p:cNvSpPr/>
            <p:nvPr/>
          </p:nvSpPr>
          <p:spPr>
            <a:xfrm>
              <a:off x="894854" y="2295753"/>
              <a:ext cx="79375" cy="75565"/>
            </a:xfrm>
            <a:custGeom>
              <a:avLst/>
              <a:gdLst/>
              <a:ahLst/>
              <a:cxnLst/>
              <a:rect l="l" t="t" r="r" b="b"/>
              <a:pathLst>
                <a:path w="79375" h="75564">
                  <a:moveTo>
                    <a:pt x="39509" y="75476"/>
                  </a:moveTo>
                  <a:lnTo>
                    <a:pt x="39509" y="5067"/>
                  </a:lnTo>
                </a:path>
                <a:path w="79375" h="75564">
                  <a:moveTo>
                    <a:pt x="0" y="32397"/>
                  </a:moveTo>
                  <a:lnTo>
                    <a:pt x="15519" y="26708"/>
                  </a:lnTo>
                  <a:lnTo>
                    <a:pt x="26911" y="18961"/>
                  </a:lnTo>
                  <a:lnTo>
                    <a:pt x="34721" y="9842"/>
                  </a:lnTo>
                  <a:lnTo>
                    <a:pt x="39509" y="0"/>
                  </a:lnTo>
                  <a:lnTo>
                    <a:pt x="44297" y="9842"/>
                  </a:lnTo>
                  <a:lnTo>
                    <a:pt x="52108" y="18961"/>
                  </a:lnTo>
                  <a:lnTo>
                    <a:pt x="63487" y="26708"/>
                  </a:lnTo>
                  <a:lnTo>
                    <a:pt x="79019" y="32397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04366" y="1964169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4" h="324485">
                  <a:moveTo>
                    <a:pt x="216001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216001" y="324002"/>
                  </a:lnTo>
                  <a:lnTo>
                    <a:pt x="216001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04366" y="1964169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4" h="324485">
                  <a:moveTo>
                    <a:pt x="0" y="324002"/>
                  </a:moveTo>
                  <a:lnTo>
                    <a:pt x="216001" y="324002"/>
                  </a:lnTo>
                  <a:lnTo>
                    <a:pt x="216001" y="0"/>
                  </a:lnTo>
                  <a:lnTo>
                    <a:pt x="0" y="0"/>
                  </a:lnTo>
                  <a:lnTo>
                    <a:pt x="0" y="32400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81963" y="237376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4" h="260985">
                  <a:moveTo>
                    <a:pt x="130454" y="0"/>
                  </a:moveTo>
                  <a:lnTo>
                    <a:pt x="79641" y="10248"/>
                  </a:lnTo>
                  <a:lnTo>
                    <a:pt x="38188" y="38188"/>
                  </a:lnTo>
                  <a:lnTo>
                    <a:pt x="10248" y="79641"/>
                  </a:lnTo>
                  <a:lnTo>
                    <a:pt x="0" y="130403"/>
                  </a:lnTo>
                  <a:lnTo>
                    <a:pt x="10248" y="181165"/>
                  </a:lnTo>
                  <a:lnTo>
                    <a:pt x="38188" y="222618"/>
                  </a:lnTo>
                  <a:lnTo>
                    <a:pt x="79641" y="250558"/>
                  </a:lnTo>
                  <a:lnTo>
                    <a:pt x="130454" y="260807"/>
                  </a:lnTo>
                  <a:lnTo>
                    <a:pt x="181127" y="250558"/>
                  </a:lnTo>
                  <a:lnTo>
                    <a:pt x="222656" y="222618"/>
                  </a:lnTo>
                  <a:lnTo>
                    <a:pt x="250596" y="181165"/>
                  </a:lnTo>
                  <a:lnTo>
                    <a:pt x="260756" y="130403"/>
                  </a:lnTo>
                  <a:lnTo>
                    <a:pt x="250596" y="79641"/>
                  </a:lnTo>
                  <a:lnTo>
                    <a:pt x="222656" y="38188"/>
                  </a:lnTo>
                  <a:lnTo>
                    <a:pt x="181127" y="10248"/>
                  </a:lnTo>
                  <a:lnTo>
                    <a:pt x="130454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81963" y="237376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4" h="260985">
                  <a:moveTo>
                    <a:pt x="260756" y="130403"/>
                  </a:moveTo>
                  <a:lnTo>
                    <a:pt x="250596" y="79641"/>
                  </a:lnTo>
                  <a:lnTo>
                    <a:pt x="222656" y="38188"/>
                  </a:lnTo>
                  <a:lnTo>
                    <a:pt x="181127" y="10248"/>
                  </a:lnTo>
                  <a:lnTo>
                    <a:pt x="130454" y="0"/>
                  </a:lnTo>
                  <a:lnTo>
                    <a:pt x="79641" y="10248"/>
                  </a:lnTo>
                  <a:lnTo>
                    <a:pt x="38188" y="38188"/>
                  </a:lnTo>
                  <a:lnTo>
                    <a:pt x="10248" y="79641"/>
                  </a:lnTo>
                  <a:lnTo>
                    <a:pt x="0" y="130403"/>
                  </a:lnTo>
                  <a:lnTo>
                    <a:pt x="10248" y="181165"/>
                  </a:lnTo>
                  <a:lnTo>
                    <a:pt x="38188" y="222618"/>
                  </a:lnTo>
                  <a:lnTo>
                    <a:pt x="79641" y="250558"/>
                  </a:lnTo>
                  <a:lnTo>
                    <a:pt x="130454" y="260807"/>
                  </a:lnTo>
                  <a:lnTo>
                    <a:pt x="181127" y="250558"/>
                  </a:lnTo>
                  <a:lnTo>
                    <a:pt x="222656" y="222618"/>
                  </a:lnTo>
                  <a:lnTo>
                    <a:pt x="250596" y="181165"/>
                  </a:lnTo>
                  <a:lnTo>
                    <a:pt x="260756" y="1304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72920" y="2295753"/>
              <a:ext cx="79375" cy="75565"/>
            </a:xfrm>
            <a:custGeom>
              <a:avLst/>
              <a:gdLst/>
              <a:ahLst/>
              <a:cxnLst/>
              <a:rect l="l" t="t" r="r" b="b"/>
              <a:pathLst>
                <a:path w="79375" h="75564">
                  <a:moveTo>
                    <a:pt x="39496" y="75476"/>
                  </a:moveTo>
                  <a:lnTo>
                    <a:pt x="39496" y="5067"/>
                  </a:lnTo>
                </a:path>
                <a:path w="79375" h="75564">
                  <a:moveTo>
                    <a:pt x="0" y="32397"/>
                  </a:moveTo>
                  <a:lnTo>
                    <a:pt x="15493" y="26708"/>
                  </a:lnTo>
                  <a:lnTo>
                    <a:pt x="26923" y="18961"/>
                  </a:lnTo>
                  <a:lnTo>
                    <a:pt x="34670" y="9842"/>
                  </a:lnTo>
                  <a:lnTo>
                    <a:pt x="39496" y="0"/>
                  </a:lnTo>
                  <a:lnTo>
                    <a:pt x="44195" y="9842"/>
                  </a:lnTo>
                  <a:lnTo>
                    <a:pt x="52069" y="18961"/>
                  </a:lnTo>
                  <a:lnTo>
                    <a:pt x="63500" y="26708"/>
                  </a:lnTo>
                  <a:lnTo>
                    <a:pt x="78993" y="32397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82419" y="1964169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5" h="324485">
                  <a:moveTo>
                    <a:pt x="216001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216001" y="324002"/>
                  </a:lnTo>
                  <a:lnTo>
                    <a:pt x="216001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82419" y="1964169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5" h="324485">
                  <a:moveTo>
                    <a:pt x="0" y="324002"/>
                  </a:moveTo>
                  <a:lnTo>
                    <a:pt x="216001" y="324002"/>
                  </a:lnTo>
                  <a:lnTo>
                    <a:pt x="216001" y="0"/>
                  </a:lnTo>
                  <a:lnTo>
                    <a:pt x="0" y="0"/>
                  </a:lnTo>
                  <a:lnTo>
                    <a:pt x="0" y="32400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59305" y="2373096"/>
              <a:ext cx="262255" cy="262255"/>
            </a:xfrm>
            <a:custGeom>
              <a:avLst/>
              <a:gdLst/>
              <a:ahLst/>
              <a:cxnLst/>
              <a:rect l="l" t="t" r="r" b="b"/>
              <a:pathLst>
                <a:path w="262255" h="262255">
                  <a:moveTo>
                    <a:pt x="131063" y="0"/>
                  </a:moveTo>
                  <a:lnTo>
                    <a:pt x="80010" y="10299"/>
                  </a:lnTo>
                  <a:lnTo>
                    <a:pt x="38353" y="38392"/>
                  </a:lnTo>
                  <a:lnTo>
                    <a:pt x="10287" y="80048"/>
                  </a:lnTo>
                  <a:lnTo>
                    <a:pt x="0" y="131076"/>
                  </a:lnTo>
                  <a:lnTo>
                    <a:pt x="10287" y="182092"/>
                  </a:lnTo>
                  <a:lnTo>
                    <a:pt x="38353" y="223761"/>
                  </a:lnTo>
                  <a:lnTo>
                    <a:pt x="80010" y="251853"/>
                  </a:lnTo>
                  <a:lnTo>
                    <a:pt x="131063" y="262153"/>
                  </a:lnTo>
                  <a:lnTo>
                    <a:pt x="182118" y="251853"/>
                  </a:lnTo>
                  <a:lnTo>
                    <a:pt x="223774" y="223761"/>
                  </a:lnTo>
                  <a:lnTo>
                    <a:pt x="251841" y="182092"/>
                  </a:lnTo>
                  <a:lnTo>
                    <a:pt x="262127" y="131076"/>
                  </a:lnTo>
                  <a:lnTo>
                    <a:pt x="251841" y="80048"/>
                  </a:lnTo>
                  <a:lnTo>
                    <a:pt x="223774" y="38392"/>
                  </a:lnTo>
                  <a:lnTo>
                    <a:pt x="182118" y="10299"/>
                  </a:lnTo>
                  <a:lnTo>
                    <a:pt x="131063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59305" y="2373096"/>
              <a:ext cx="262255" cy="262255"/>
            </a:xfrm>
            <a:custGeom>
              <a:avLst/>
              <a:gdLst/>
              <a:ahLst/>
              <a:cxnLst/>
              <a:rect l="l" t="t" r="r" b="b"/>
              <a:pathLst>
                <a:path w="262255" h="262255">
                  <a:moveTo>
                    <a:pt x="262127" y="131076"/>
                  </a:moveTo>
                  <a:lnTo>
                    <a:pt x="251841" y="80048"/>
                  </a:lnTo>
                  <a:lnTo>
                    <a:pt x="223774" y="38392"/>
                  </a:lnTo>
                  <a:lnTo>
                    <a:pt x="182118" y="10299"/>
                  </a:lnTo>
                  <a:lnTo>
                    <a:pt x="131063" y="0"/>
                  </a:lnTo>
                  <a:lnTo>
                    <a:pt x="80010" y="10299"/>
                  </a:lnTo>
                  <a:lnTo>
                    <a:pt x="38353" y="38392"/>
                  </a:lnTo>
                  <a:lnTo>
                    <a:pt x="10287" y="80048"/>
                  </a:lnTo>
                  <a:lnTo>
                    <a:pt x="0" y="131076"/>
                  </a:lnTo>
                  <a:lnTo>
                    <a:pt x="10287" y="182092"/>
                  </a:lnTo>
                  <a:lnTo>
                    <a:pt x="38353" y="223761"/>
                  </a:lnTo>
                  <a:lnTo>
                    <a:pt x="80010" y="251853"/>
                  </a:lnTo>
                  <a:lnTo>
                    <a:pt x="131063" y="262153"/>
                  </a:lnTo>
                  <a:lnTo>
                    <a:pt x="182118" y="251853"/>
                  </a:lnTo>
                  <a:lnTo>
                    <a:pt x="223774" y="223761"/>
                  </a:lnTo>
                  <a:lnTo>
                    <a:pt x="251841" y="182092"/>
                  </a:lnTo>
                  <a:lnTo>
                    <a:pt x="262127" y="13107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50872" y="2295753"/>
              <a:ext cx="79375" cy="74930"/>
            </a:xfrm>
            <a:custGeom>
              <a:avLst/>
              <a:gdLst/>
              <a:ahLst/>
              <a:cxnLst/>
              <a:rect l="l" t="t" r="r" b="b"/>
              <a:pathLst>
                <a:path w="79375" h="74930">
                  <a:moveTo>
                    <a:pt x="39496" y="74802"/>
                  </a:moveTo>
                  <a:lnTo>
                    <a:pt x="39496" y="5067"/>
                  </a:lnTo>
                </a:path>
                <a:path w="79375" h="74930">
                  <a:moveTo>
                    <a:pt x="0" y="32397"/>
                  </a:moveTo>
                  <a:lnTo>
                    <a:pt x="15493" y="26708"/>
                  </a:lnTo>
                  <a:lnTo>
                    <a:pt x="26924" y="18961"/>
                  </a:lnTo>
                  <a:lnTo>
                    <a:pt x="34670" y="9842"/>
                  </a:lnTo>
                  <a:lnTo>
                    <a:pt x="39496" y="0"/>
                  </a:lnTo>
                  <a:lnTo>
                    <a:pt x="44322" y="9842"/>
                  </a:lnTo>
                  <a:lnTo>
                    <a:pt x="52069" y="18961"/>
                  </a:lnTo>
                  <a:lnTo>
                    <a:pt x="63500" y="26708"/>
                  </a:lnTo>
                  <a:lnTo>
                    <a:pt x="78993" y="32397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60372" y="1964169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5" h="324485">
                  <a:moveTo>
                    <a:pt x="216001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216001" y="324002"/>
                  </a:lnTo>
                  <a:lnTo>
                    <a:pt x="216001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60372" y="1964169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5" h="324485">
                  <a:moveTo>
                    <a:pt x="0" y="324002"/>
                  </a:moveTo>
                  <a:lnTo>
                    <a:pt x="216001" y="324002"/>
                  </a:lnTo>
                  <a:lnTo>
                    <a:pt x="216001" y="0"/>
                  </a:lnTo>
                  <a:lnTo>
                    <a:pt x="0" y="0"/>
                  </a:lnTo>
                  <a:lnTo>
                    <a:pt x="0" y="32400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38019" y="237376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2" y="0"/>
                  </a:moveTo>
                  <a:lnTo>
                    <a:pt x="79629" y="10248"/>
                  </a:lnTo>
                  <a:lnTo>
                    <a:pt x="38100" y="38188"/>
                  </a:lnTo>
                  <a:lnTo>
                    <a:pt x="10160" y="79641"/>
                  </a:lnTo>
                  <a:lnTo>
                    <a:pt x="0" y="130403"/>
                  </a:lnTo>
                  <a:lnTo>
                    <a:pt x="10160" y="181165"/>
                  </a:lnTo>
                  <a:lnTo>
                    <a:pt x="38100" y="222618"/>
                  </a:lnTo>
                  <a:lnTo>
                    <a:pt x="79629" y="250558"/>
                  </a:lnTo>
                  <a:lnTo>
                    <a:pt x="130302" y="260807"/>
                  </a:lnTo>
                  <a:lnTo>
                    <a:pt x="181102" y="250558"/>
                  </a:lnTo>
                  <a:lnTo>
                    <a:pt x="222504" y="222618"/>
                  </a:lnTo>
                  <a:lnTo>
                    <a:pt x="250571" y="181165"/>
                  </a:lnTo>
                  <a:lnTo>
                    <a:pt x="260731" y="130403"/>
                  </a:lnTo>
                  <a:lnTo>
                    <a:pt x="250571" y="79641"/>
                  </a:lnTo>
                  <a:lnTo>
                    <a:pt x="222504" y="38188"/>
                  </a:lnTo>
                  <a:lnTo>
                    <a:pt x="181102" y="10248"/>
                  </a:lnTo>
                  <a:lnTo>
                    <a:pt x="130302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38019" y="237376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260731" y="130403"/>
                  </a:moveTo>
                  <a:lnTo>
                    <a:pt x="250571" y="79641"/>
                  </a:lnTo>
                  <a:lnTo>
                    <a:pt x="222504" y="38188"/>
                  </a:lnTo>
                  <a:lnTo>
                    <a:pt x="181102" y="10248"/>
                  </a:lnTo>
                  <a:lnTo>
                    <a:pt x="130302" y="0"/>
                  </a:lnTo>
                  <a:lnTo>
                    <a:pt x="79629" y="10248"/>
                  </a:lnTo>
                  <a:lnTo>
                    <a:pt x="38100" y="38188"/>
                  </a:lnTo>
                  <a:lnTo>
                    <a:pt x="10160" y="79641"/>
                  </a:lnTo>
                  <a:lnTo>
                    <a:pt x="0" y="130403"/>
                  </a:lnTo>
                  <a:lnTo>
                    <a:pt x="10160" y="181165"/>
                  </a:lnTo>
                  <a:lnTo>
                    <a:pt x="38100" y="222618"/>
                  </a:lnTo>
                  <a:lnTo>
                    <a:pt x="79629" y="250558"/>
                  </a:lnTo>
                  <a:lnTo>
                    <a:pt x="130302" y="260807"/>
                  </a:lnTo>
                  <a:lnTo>
                    <a:pt x="181102" y="250558"/>
                  </a:lnTo>
                  <a:lnTo>
                    <a:pt x="222504" y="222618"/>
                  </a:lnTo>
                  <a:lnTo>
                    <a:pt x="250571" y="181165"/>
                  </a:lnTo>
                  <a:lnTo>
                    <a:pt x="260731" y="1304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976882" y="2395219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i="1" spc="-25" dirty="0">
                <a:latin typeface="Arial"/>
                <a:cs typeface="Arial"/>
              </a:rPr>
              <a:t>x</a:t>
            </a:r>
            <a:r>
              <a:rPr sz="900" spc="-37" baseline="-18518" dirty="0">
                <a:latin typeface="Tahoma"/>
                <a:cs typeface="Tahoma"/>
              </a:rPr>
              <a:t>4</a:t>
            </a:r>
            <a:endParaRPr sz="900" baseline="-18518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39825" y="2081568"/>
            <a:ext cx="1073785" cy="295275"/>
            <a:chOff x="1039825" y="2081568"/>
            <a:chExt cx="1073785" cy="295275"/>
          </a:xfrm>
        </p:grpSpPr>
        <p:sp>
          <p:nvSpPr>
            <p:cNvPr id="33" name="object 33"/>
            <p:cNvSpPr/>
            <p:nvPr/>
          </p:nvSpPr>
          <p:spPr>
            <a:xfrm>
              <a:off x="2028952" y="2295753"/>
              <a:ext cx="79375" cy="75565"/>
            </a:xfrm>
            <a:custGeom>
              <a:avLst/>
              <a:gdLst/>
              <a:ahLst/>
              <a:cxnLst/>
              <a:rect l="l" t="t" r="r" b="b"/>
              <a:pathLst>
                <a:path w="79375" h="75564">
                  <a:moveTo>
                    <a:pt x="39497" y="75476"/>
                  </a:moveTo>
                  <a:lnTo>
                    <a:pt x="39497" y="5067"/>
                  </a:lnTo>
                </a:path>
                <a:path w="79375" h="75564">
                  <a:moveTo>
                    <a:pt x="0" y="32397"/>
                  </a:moveTo>
                  <a:lnTo>
                    <a:pt x="15493" y="26708"/>
                  </a:lnTo>
                  <a:lnTo>
                    <a:pt x="26797" y="18961"/>
                  </a:lnTo>
                  <a:lnTo>
                    <a:pt x="34671" y="9842"/>
                  </a:lnTo>
                  <a:lnTo>
                    <a:pt x="39497" y="0"/>
                  </a:lnTo>
                  <a:lnTo>
                    <a:pt x="44196" y="9842"/>
                  </a:lnTo>
                  <a:lnTo>
                    <a:pt x="52070" y="18961"/>
                  </a:lnTo>
                  <a:lnTo>
                    <a:pt x="63373" y="26708"/>
                  </a:lnTo>
                  <a:lnTo>
                    <a:pt x="78993" y="32384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44905" y="2086648"/>
              <a:ext cx="908050" cy="79375"/>
            </a:xfrm>
            <a:custGeom>
              <a:avLst/>
              <a:gdLst/>
              <a:ahLst/>
              <a:cxnLst/>
              <a:rect l="l" t="t" r="r" b="b"/>
              <a:pathLst>
                <a:path w="908050" h="79375">
                  <a:moveTo>
                    <a:pt x="0" y="39509"/>
                  </a:moveTo>
                  <a:lnTo>
                    <a:pt x="146812" y="39509"/>
                  </a:lnTo>
                </a:path>
                <a:path w="908050" h="79375">
                  <a:moveTo>
                    <a:pt x="119481" y="0"/>
                  </a:moveTo>
                  <a:lnTo>
                    <a:pt x="125171" y="15532"/>
                  </a:lnTo>
                  <a:lnTo>
                    <a:pt x="132918" y="26924"/>
                  </a:lnTo>
                  <a:lnTo>
                    <a:pt x="142036" y="34721"/>
                  </a:lnTo>
                  <a:lnTo>
                    <a:pt x="151866" y="39509"/>
                  </a:lnTo>
                  <a:lnTo>
                    <a:pt x="142036" y="44297"/>
                  </a:lnTo>
                  <a:lnTo>
                    <a:pt x="132918" y="52108"/>
                  </a:lnTo>
                  <a:lnTo>
                    <a:pt x="125171" y="63500"/>
                  </a:lnTo>
                  <a:lnTo>
                    <a:pt x="119481" y="79019"/>
                  </a:lnTo>
                </a:path>
                <a:path w="908050" h="79375">
                  <a:moveTo>
                    <a:pt x="378002" y="39509"/>
                  </a:moveTo>
                  <a:lnTo>
                    <a:pt x="524814" y="39509"/>
                  </a:lnTo>
                </a:path>
                <a:path w="908050" h="79375">
                  <a:moveTo>
                    <a:pt x="497509" y="0"/>
                  </a:moveTo>
                  <a:lnTo>
                    <a:pt x="503224" y="15532"/>
                  </a:lnTo>
                  <a:lnTo>
                    <a:pt x="510971" y="26924"/>
                  </a:lnTo>
                  <a:lnTo>
                    <a:pt x="519988" y="34721"/>
                  </a:lnTo>
                  <a:lnTo>
                    <a:pt x="529894" y="39509"/>
                  </a:lnTo>
                  <a:lnTo>
                    <a:pt x="519988" y="44297"/>
                  </a:lnTo>
                  <a:lnTo>
                    <a:pt x="510971" y="52108"/>
                  </a:lnTo>
                  <a:lnTo>
                    <a:pt x="503224" y="63500"/>
                  </a:lnTo>
                  <a:lnTo>
                    <a:pt x="497509" y="79019"/>
                  </a:lnTo>
                </a:path>
                <a:path w="908050" h="79375">
                  <a:moveTo>
                    <a:pt x="755954" y="39509"/>
                  </a:moveTo>
                  <a:lnTo>
                    <a:pt x="902893" y="39509"/>
                  </a:lnTo>
                </a:path>
                <a:path w="908050" h="79375">
                  <a:moveTo>
                    <a:pt x="875461" y="0"/>
                  </a:moveTo>
                  <a:lnTo>
                    <a:pt x="881176" y="15532"/>
                  </a:lnTo>
                  <a:lnTo>
                    <a:pt x="888923" y="26924"/>
                  </a:lnTo>
                  <a:lnTo>
                    <a:pt x="898067" y="34721"/>
                  </a:lnTo>
                  <a:lnTo>
                    <a:pt x="907846" y="39509"/>
                  </a:lnTo>
                  <a:lnTo>
                    <a:pt x="898067" y="44297"/>
                  </a:lnTo>
                  <a:lnTo>
                    <a:pt x="888923" y="52108"/>
                  </a:lnTo>
                  <a:lnTo>
                    <a:pt x="881176" y="63500"/>
                  </a:lnTo>
                  <a:lnTo>
                    <a:pt x="875461" y="79019"/>
                  </a:lnTo>
                </a:path>
              </a:pathLst>
            </a:custGeom>
            <a:ln w="10100">
              <a:solidFill>
                <a:srgbClr val="EB1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91718" y="1088490"/>
            <a:ext cx="1533525" cy="86931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R="38735" algn="ctr">
              <a:lnSpc>
                <a:spcPct val="100000"/>
              </a:lnSpc>
              <a:spcBef>
                <a:spcPts val="490"/>
              </a:spcBef>
            </a:pPr>
            <a:r>
              <a:rPr sz="1050" i="1" baseline="3968" dirty="0">
                <a:latin typeface="Arial"/>
                <a:cs typeface="Arial"/>
              </a:rPr>
              <a:t>t</a:t>
            </a:r>
            <a:r>
              <a:rPr sz="1050" i="1" spc="-22" baseline="3968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+</a:t>
            </a:r>
            <a:r>
              <a:rPr sz="1050" spc="-37" baseline="3968" dirty="0">
                <a:latin typeface="Tahoma"/>
                <a:cs typeface="Tahoma"/>
              </a:rPr>
              <a:t>1</a:t>
            </a:r>
            <a:endParaRPr sz="1050" baseline="3968">
              <a:latin typeface="Tahoma"/>
              <a:cs typeface="Tahoma"/>
            </a:endParaRPr>
          </a:p>
          <a:p>
            <a:pPr marR="82550" algn="ctr">
              <a:lnSpc>
                <a:spcPct val="100000"/>
              </a:lnSpc>
              <a:spcBef>
                <a:spcPts val="520"/>
              </a:spcBef>
            </a:pPr>
            <a:r>
              <a:rPr sz="1050" dirty="0">
                <a:latin typeface="Tahoma"/>
                <a:cs typeface="Tahoma"/>
              </a:rPr>
              <a:t>Most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common</a:t>
            </a:r>
            <a:r>
              <a:rPr sz="1050" spc="-2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approach</a:t>
            </a:r>
            <a:endParaRPr sz="1050">
              <a:latin typeface="Tahoma"/>
              <a:cs typeface="Tahoma"/>
            </a:endParaRPr>
          </a:p>
          <a:p>
            <a:pPr marL="1358900">
              <a:lnSpc>
                <a:spcPts val="1075"/>
              </a:lnSpc>
              <a:spcBef>
                <a:spcPts val="795"/>
              </a:spcBef>
            </a:pPr>
            <a:r>
              <a:rPr sz="950" i="1" spc="-25" dirty="0">
                <a:latin typeface="Arial"/>
                <a:cs typeface="Arial"/>
              </a:rPr>
              <a:t>x</a:t>
            </a:r>
            <a:r>
              <a:rPr sz="1650" spc="-37" baseline="2525" dirty="0">
                <a:latin typeface="Tahoma"/>
                <a:cs typeface="Tahoma"/>
              </a:rPr>
              <a:t>ˆ</a:t>
            </a:r>
            <a:endParaRPr sz="1650" baseline="2525">
              <a:latin typeface="Tahoma"/>
              <a:cs typeface="Tahoma"/>
            </a:endParaRPr>
          </a:p>
          <a:p>
            <a:pPr marR="5080" algn="r">
              <a:lnSpc>
                <a:spcPts val="595"/>
              </a:lnSpc>
            </a:pPr>
            <a:r>
              <a:rPr sz="700" i="1" spc="-50" dirty="0"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  <a:p>
            <a:pPr marL="1358900">
              <a:lnSpc>
                <a:spcPct val="100000"/>
              </a:lnSpc>
              <a:spcBef>
                <a:spcPts val="80"/>
              </a:spcBef>
            </a:pPr>
            <a:r>
              <a:rPr sz="800" spc="-25" dirty="0">
                <a:latin typeface="Tahoma"/>
                <a:cs typeface="Tahoma"/>
              </a:rPr>
              <a:t>+</a:t>
            </a:r>
            <a:r>
              <a:rPr sz="700" spc="-25" dirty="0">
                <a:latin typeface="Tahoma"/>
                <a:cs typeface="Tahoma"/>
              </a:rPr>
              <a:t>1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023872" y="946835"/>
            <a:ext cx="1571625" cy="1680845"/>
            <a:chOff x="2023872" y="946835"/>
            <a:chExt cx="1571625" cy="1680845"/>
          </a:xfrm>
        </p:grpSpPr>
        <p:sp>
          <p:nvSpPr>
            <p:cNvPr id="37" name="object 37"/>
            <p:cNvSpPr/>
            <p:nvPr/>
          </p:nvSpPr>
          <p:spPr>
            <a:xfrm>
              <a:off x="2028952" y="1858644"/>
              <a:ext cx="79375" cy="103505"/>
            </a:xfrm>
            <a:custGeom>
              <a:avLst/>
              <a:gdLst/>
              <a:ahLst/>
              <a:cxnLst/>
              <a:rect l="l" t="t" r="r" b="b"/>
              <a:pathLst>
                <a:path w="79375" h="103505">
                  <a:moveTo>
                    <a:pt x="39497" y="102997"/>
                  </a:moveTo>
                  <a:lnTo>
                    <a:pt x="39497" y="5079"/>
                  </a:lnTo>
                </a:path>
                <a:path w="79375" h="103505">
                  <a:moveTo>
                    <a:pt x="0" y="32384"/>
                  </a:moveTo>
                  <a:lnTo>
                    <a:pt x="15493" y="26669"/>
                  </a:lnTo>
                  <a:lnTo>
                    <a:pt x="26924" y="19050"/>
                  </a:lnTo>
                  <a:lnTo>
                    <a:pt x="34671" y="9906"/>
                  </a:lnTo>
                  <a:lnTo>
                    <a:pt x="39497" y="0"/>
                  </a:lnTo>
                  <a:lnTo>
                    <a:pt x="44196" y="9906"/>
                  </a:lnTo>
                  <a:lnTo>
                    <a:pt x="52070" y="18922"/>
                  </a:lnTo>
                  <a:lnTo>
                    <a:pt x="63500" y="26669"/>
                  </a:lnTo>
                  <a:lnTo>
                    <a:pt x="78993" y="32384"/>
                  </a:lnTo>
                </a:path>
              </a:pathLst>
            </a:custGeom>
            <a:ln w="10100">
              <a:solidFill>
                <a:srgbClr val="208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87319" y="946835"/>
              <a:ext cx="69289" cy="6929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87319" y="1168196"/>
              <a:ext cx="69289" cy="6929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87319" y="1389684"/>
              <a:ext cx="69289" cy="6929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352164" y="1952421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5" h="324485">
                  <a:moveTo>
                    <a:pt x="216001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216001" y="324002"/>
                  </a:lnTo>
                  <a:lnTo>
                    <a:pt x="216001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52164" y="1952421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5" h="324485">
                  <a:moveTo>
                    <a:pt x="0" y="324002"/>
                  </a:moveTo>
                  <a:lnTo>
                    <a:pt x="216001" y="324002"/>
                  </a:lnTo>
                  <a:lnTo>
                    <a:pt x="216001" y="0"/>
                  </a:lnTo>
                  <a:lnTo>
                    <a:pt x="0" y="0"/>
                  </a:lnTo>
                  <a:lnTo>
                    <a:pt x="0" y="32400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29813" y="2362022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428" y="0"/>
                  </a:moveTo>
                  <a:lnTo>
                    <a:pt x="79628" y="10248"/>
                  </a:lnTo>
                  <a:lnTo>
                    <a:pt x="38226" y="38188"/>
                  </a:lnTo>
                  <a:lnTo>
                    <a:pt x="10287" y="79641"/>
                  </a:lnTo>
                  <a:lnTo>
                    <a:pt x="0" y="130403"/>
                  </a:lnTo>
                  <a:lnTo>
                    <a:pt x="10287" y="181165"/>
                  </a:lnTo>
                  <a:lnTo>
                    <a:pt x="38226" y="222618"/>
                  </a:lnTo>
                  <a:lnTo>
                    <a:pt x="79628" y="250558"/>
                  </a:lnTo>
                  <a:lnTo>
                    <a:pt x="130428" y="260807"/>
                  </a:lnTo>
                  <a:lnTo>
                    <a:pt x="181101" y="250558"/>
                  </a:lnTo>
                  <a:lnTo>
                    <a:pt x="222631" y="222618"/>
                  </a:lnTo>
                  <a:lnTo>
                    <a:pt x="250571" y="181165"/>
                  </a:lnTo>
                  <a:lnTo>
                    <a:pt x="260858" y="130403"/>
                  </a:lnTo>
                  <a:lnTo>
                    <a:pt x="250571" y="79641"/>
                  </a:lnTo>
                  <a:lnTo>
                    <a:pt x="222631" y="38188"/>
                  </a:lnTo>
                  <a:lnTo>
                    <a:pt x="181101" y="10248"/>
                  </a:lnTo>
                  <a:lnTo>
                    <a:pt x="130428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29813" y="2362022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260858" y="130403"/>
                  </a:moveTo>
                  <a:lnTo>
                    <a:pt x="250571" y="79641"/>
                  </a:lnTo>
                  <a:lnTo>
                    <a:pt x="222631" y="38188"/>
                  </a:lnTo>
                  <a:lnTo>
                    <a:pt x="181101" y="10248"/>
                  </a:lnTo>
                  <a:lnTo>
                    <a:pt x="130428" y="0"/>
                  </a:lnTo>
                  <a:lnTo>
                    <a:pt x="79628" y="10248"/>
                  </a:lnTo>
                  <a:lnTo>
                    <a:pt x="38226" y="38188"/>
                  </a:lnTo>
                  <a:lnTo>
                    <a:pt x="10287" y="79641"/>
                  </a:lnTo>
                  <a:lnTo>
                    <a:pt x="0" y="130403"/>
                  </a:lnTo>
                  <a:lnTo>
                    <a:pt x="10287" y="181165"/>
                  </a:lnTo>
                  <a:lnTo>
                    <a:pt x="38226" y="222618"/>
                  </a:lnTo>
                  <a:lnTo>
                    <a:pt x="79628" y="250558"/>
                  </a:lnTo>
                  <a:lnTo>
                    <a:pt x="130428" y="260807"/>
                  </a:lnTo>
                  <a:lnTo>
                    <a:pt x="181101" y="250558"/>
                  </a:lnTo>
                  <a:lnTo>
                    <a:pt x="222631" y="222618"/>
                  </a:lnTo>
                  <a:lnTo>
                    <a:pt x="250571" y="181165"/>
                  </a:lnTo>
                  <a:lnTo>
                    <a:pt x="260858" y="1304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987247" y="2395219"/>
            <a:ext cx="768350" cy="654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8110" algn="ctr">
              <a:lnSpc>
                <a:spcPct val="100000"/>
              </a:lnSpc>
              <a:spcBef>
                <a:spcPts val="100"/>
              </a:spcBef>
            </a:pPr>
            <a:r>
              <a:rPr sz="900" i="1" spc="-25" dirty="0">
                <a:latin typeface="Arial"/>
                <a:cs typeface="Arial"/>
              </a:rPr>
              <a:t>x</a:t>
            </a:r>
            <a:r>
              <a:rPr sz="900" spc="-37" baseline="-18518" dirty="0">
                <a:latin typeface="Tahoma"/>
                <a:cs typeface="Tahoma"/>
              </a:rPr>
              <a:t>2</a:t>
            </a:r>
            <a:endParaRPr sz="900" baseline="-18518">
              <a:latin typeface="Tahoma"/>
              <a:cs typeface="Tahoma"/>
            </a:endParaRPr>
          </a:p>
          <a:p>
            <a:pPr marR="118110" algn="ctr">
              <a:lnSpc>
                <a:spcPct val="100000"/>
              </a:lnSpc>
              <a:spcBef>
                <a:spcPts val="720"/>
              </a:spcBef>
            </a:pPr>
            <a:r>
              <a:rPr sz="900" i="1" spc="-25" dirty="0">
                <a:latin typeface="Arial"/>
                <a:cs typeface="Arial"/>
              </a:rPr>
              <a:t>x</a:t>
            </a:r>
            <a:r>
              <a:rPr sz="900" spc="-37" baseline="-18518" dirty="0">
                <a:latin typeface="Tahoma"/>
                <a:cs typeface="Tahoma"/>
              </a:rPr>
              <a:t>3</a:t>
            </a:r>
            <a:endParaRPr sz="900" baseline="-18518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6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950" spc="-10" dirty="0">
                <a:latin typeface="Tahoma"/>
                <a:cs typeface="Tahoma"/>
              </a:rPr>
              <a:t>Many-to-</a:t>
            </a:r>
            <a:r>
              <a:rPr sz="950" spc="-25" dirty="0">
                <a:latin typeface="Tahoma"/>
                <a:cs typeface="Tahoma"/>
              </a:rPr>
              <a:t>One</a:t>
            </a:r>
            <a:endParaRPr sz="95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69309" y="2383332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i="1" spc="-25" dirty="0">
                <a:latin typeface="Arial"/>
                <a:cs typeface="Arial"/>
              </a:rPr>
              <a:t>x</a:t>
            </a:r>
            <a:r>
              <a:rPr sz="900" spc="-37" baseline="-18518" dirty="0">
                <a:latin typeface="Tahoma"/>
                <a:cs typeface="Tahoma"/>
              </a:rPr>
              <a:t>1</a:t>
            </a:r>
            <a:endParaRPr sz="900" baseline="-18518">
              <a:latin typeface="Tahoma"/>
              <a:cs typeface="Tahom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415665" y="1947659"/>
            <a:ext cx="1313815" cy="680720"/>
            <a:chOff x="3415665" y="1947659"/>
            <a:chExt cx="1313815" cy="680720"/>
          </a:xfrm>
        </p:grpSpPr>
        <p:sp>
          <p:nvSpPr>
            <p:cNvPr id="48" name="object 48"/>
            <p:cNvSpPr/>
            <p:nvPr/>
          </p:nvSpPr>
          <p:spPr>
            <a:xfrm>
              <a:off x="3420745" y="2284006"/>
              <a:ext cx="79375" cy="75565"/>
            </a:xfrm>
            <a:custGeom>
              <a:avLst/>
              <a:gdLst/>
              <a:ahLst/>
              <a:cxnLst/>
              <a:rect l="l" t="t" r="r" b="b"/>
              <a:pathLst>
                <a:path w="79375" h="75564">
                  <a:moveTo>
                    <a:pt x="39496" y="75476"/>
                  </a:moveTo>
                  <a:lnTo>
                    <a:pt x="39496" y="5067"/>
                  </a:lnTo>
                </a:path>
                <a:path w="79375" h="75564">
                  <a:moveTo>
                    <a:pt x="0" y="32397"/>
                  </a:moveTo>
                  <a:lnTo>
                    <a:pt x="15493" y="26708"/>
                  </a:lnTo>
                  <a:lnTo>
                    <a:pt x="26924" y="18961"/>
                  </a:lnTo>
                  <a:lnTo>
                    <a:pt x="34670" y="9842"/>
                  </a:lnTo>
                  <a:lnTo>
                    <a:pt x="39496" y="0"/>
                  </a:lnTo>
                  <a:lnTo>
                    <a:pt x="44195" y="9842"/>
                  </a:lnTo>
                  <a:lnTo>
                    <a:pt x="52069" y="18961"/>
                  </a:lnTo>
                  <a:lnTo>
                    <a:pt x="63500" y="26708"/>
                  </a:lnTo>
                  <a:lnTo>
                    <a:pt x="78993" y="32397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730244" y="1952421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5" h="324485">
                  <a:moveTo>
                    <a:pt x="216001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216001" y="324002"/>
                  </a:lnTo>
                  <a:lnTo>
                    <a:pt x="216001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30244" y="1952421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5" h="324485">
                  <a:moveTo>
                    <a:pt x="0" y="324002"/>
                  </a:moveTo>
                  <a:lnTo>
                    <a:pt x="216001" y="324002"/>
                  </a:lnTo>
                  <a:lnTo>
                    <a:pt x="216001" y="0"/>
                  </a:lnTo>
                  <a:lnTo>
                    <a:pt x="0" y="0"/>
                  </a:lnTo>
                  <a:lnTo>
                    <a:pt x="0" y="32400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07765" y="2362022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429" y="0"/>
                  </a:moveTo>
                  <a:lnTo>
                    <a:pt x="79756" y="10248"/>
                  </a:lnTo>
                  <a:lnTo>
                    <a:pt x="38226" y="38188"/>
                  </a:lnTo>
                  <a:lnTo>
                    <a:pt x="10287" y="79641"/>
                  </a:lnTo>
                  <a:lnTo>
                    <a:pt x="0" y="130403"/>
                  </a:lnTo>
                  <a:lnTo>
                    <a:pt x="10287" y="181165"/>
                  </a:lnTo>
                  <a:lnTo>
                    <a:pt x="38226" y="222618"/>
                  </a:lnTo>
                  <a:lnTo>
                    <a:pt x="79756" y="250558"/>
                  </a:lnTo>
                  <a:lnTo>
                    <a:pt x="130429" y="260807"/>
                  </a:lnTo>
                  <a:lnTo>
                    <a:pt x="181229" y="250558"/>
                  </a:lnTo>
                  <a:lnTo>
                    <a:pt x="222631" y="222618"/>
                  </a:lnTo>
                  <a:lnTo>
                    <a:pt x="250571" y="181165"/>
                  </a:lnTo>
                  <a:lnTo>
                    <a:pt x="260858" y="130403"/>
                  </a:lnTo>
                  <a:lnTo>
                    <a:pt x="250571" y="79641"/>
                  </a:lnTo>
                  <a:lnTo>
                    <a:pt x="222631" y="38188"/>
                  </a:lnTo>
                  <a:lnTo>
                    <a:pt x="181229" y="10248"/>
                  </a:lnTo>
                  <a:lnTo>
                    <a:pt x="130429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07765" y="2362022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260858" y="130403"/>
                  </a:moveTo>
                  <a:lnTo>
                    <a:pt x="250571" y="79641"/>
                  </a:lnTo>
                  <a:lnTo>
                    <a:pt x="222631" y="38188"/>
                  </a:lnTo>
                  <a:lnTo>
                    <a:pt x="181229" y="10248"/>
                  </a:lnTo>
                  <a:lnTo>
                    <a:pt x="130429" y="0"/>
                  </a:lnTo>
                  <a:lnTo>
                    <a:pt x="79756" y="10248"/>
                  </a:lnTo>
                  <a:lnTo>
                    <a:pt x="38226" y="38188"/>
                  </a:lnTo>
                  <a:lnTo>
                    <a:pt x="10287" y="79641"/>
                  </a:lnTo>
                  <a:lnTo>
                    <a:pt x="0" y="130403"/>
                  </a:lnTo>
                  <a:lnTo>
                    <a:pt x="10287" y="181165"/>
                  </a:lnTo>
                  <a:lnTo>
                    <a:pt x="38226" y="222618"/>
                  </a:lnTo>
                  <a:lnTo>
                    <a:pt x="79756" y="250558"/>
                  </a:lnTo>
                  <a:lnTo>
                    <a:pt x="130429" y="260807"/>
                  </a:lnTo>
                  <a:lnTo>
                    <a:pt x="181229" y="250558"/>
                  </a:lnTo>
                  <a:lnTo>
                    <a:pt x="222631" y="222618"/>
                  </a:lnTo>
                  <a:lnTo>
                    <a:pt x="250571" y="181165"/>
                  </a:lnTo>
                  <a:lnTo>
                    <a:pt x="260858" y="1304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98697" y="2284006"/>
              <a:ext cx="79375" cy="75565"/>
            </a:xfrm>
            <a:custGeom>
              <a:avLst/>
              <a:gdLst/>
              <a:ahLst/>
              <a:cxnLst/>
              <a:rect l="l" t="t" r="r" b="b"/>
              <a:pathLst>
                <a:path w="79375" h="75564">
                  <a:moveTo>
                    <a:pt x="39497" y="75476"/>
                  </a:moveTo>
                  <a:lnTo>
                    <a:pt x="39497" y="5067"/>
                  </a:lnTo>
                </a:path>
                <a:path w="79375" h="75564">
                  <a:moveTo>
                    <a:pt x="0" y="32397"/>
                  </a:moveTo>
                  <a:lnTo>
                    <a:pt x="15493" y="26708"/>
                  </a:lnTo>
                  <a:lnTo>
                    <a:pt x="26924" y="18961"/>
                  </a:lnTo>
                  <a:lnTo>
                    <a:pt x="34798" y="9842"/>
                  </a:lnTo>
                  <a:lnTo>
                    <a:pt x="39497" y="0"/>
                  </a:lnTo>
                  <a:lnTo>
                    <a:pt x="44323" y="9842"/>
                  </a:lnTo>
                  <a:lnTo>
                    <a:pt x="52069" y="18961"/>
                  </a:lnTo>
                  <a:lnTo>
                    <a:pt x="63500" y="26708"/>
                  </a:lnTo>
                  <a:lnTo>
                    <a:pt x="78993" y="32397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108196" y="1952421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5" h="324485">
                  <a:moveTo>
                    <a:pt x="216001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216001" y="324002"/>
                  </a:lnTo>
                  <a:lnTo>
                    <a:pt x="216001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08196" y="1952421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5" h="324485">
                  <a:moveTo>
                    <a:pt x="0" y="324002"/>
                  </a:moveTo>
                  <a:lnTo>
                    <a:pt x="216001" y="324002"/>
                  </a:lnTo>
                  <a:lnTo>
                    <a:pt x="216001" y="0"/>
                  </a:lnTo>
                  <a:lnTo>
                    <a:pt x="0" y="0"/>
                  </a:lnTo>
                  <a:lnTo>
                    <a:pt x="0" y="32400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85082" y="2361349"/>
              <a:ext cx="262255" cy="262255"/>
            </a:xfrm>
            <a:custGeom>
              <a:avLst/>
              <a:gdLst/>
              <a:ahLst/>
              <a:cxnLst/>
              <a:rect l="l" t="t" r="r" b="b"/>
              <a:pathLst>
                <a:path w="262254" h="262255">
                  <a:moveTo>
                    <a:pt x="131190" y="0"/>
                  </a:moveTo>
                  <a:lnTo>
                    <a:pt x="80137" y="10299"/>
                  </a:lnTo>
                  <a:lnTo>
                    <a:pt x="38480" y="38392"/>
                  </a:lnTo>
                  <a:lnTo>
                    <a:pt x="10413" y="80048"/>
                  </a:lnTo>
                  <a:lnTo>
                    <a:pt x="0" y="131076"/>
                  </a:lnTo>
                  <a:lnTo>
                    <a:pt x="10413" y="182092"/>
                  </a:lnTo>
                  <a:lnTo>
                    <a:pt x="38480" y="223761"/>
                  </a:lnTo>
                  <a:lnTo>
                    <a:pt x="80137" y="251853"/>
                  </a:lnTo>
                  <a:lnTo>
                    <a:pt x="131190" y="262153"/>
                  </a:lnTo>
                  <a:lnTo>
                    <a:pt x="182117" y="251853"/>
                  </a:lnTo>
                  <a:lnTo>
                    <a:pt x="223773" y="223761"/>
                  </a:lnTo>
                  <a:lnTo>
                    <a:pt x="251967" y="182092"/>
                  </a:lnTo>
                  <a:lnTo>
                    <a:pt x="262254" y="131076"/>
                  </a:lnTo>
                  <a:lnTo>
                    <a:pt x="251967" y="80048"/>
                  </a:lnTo>
                  <a:lnTo>
                    <a:pt x="223773" y="38392"/>
                  </a:lnTo>
                  <a:lnTo>
                    <a:pt x="182117" y="10299"/>
                  </a:lnTo>
                  <a:lnTo>
                    <a:pt x="131190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085082" y="2361349"/>
              <a:ext cx="262255" cy="262255"/>
            </a:xfrm>
            <a:custGeom>
              <a:avLst/>
              <a:gdLst/>
              <a:ahLst/>
              <a:cxnLst/>
              <a:rect l="l" t="t" r="r" b="b"/>
              <a:pathLst>
                <a:path w="262254" h="262255">
                  <a:moveTo>
                    <a:pt x="262254" y="131076"/>
                  </a:moveTo>
                  <a:lnTo>
                    <a:pt x="251967" y="80048"/>
                  </a:lnTo>
                  <a:lnTo>
                    <a:pt x="223773" y="38392"/>
                  </a:lnTo>
                  <a:lnTo>
                    <a:pt x="182117" y="10299"/>
                  </a:lnTo>
                  <a:lnTo>
                    <a:pt x="131190" y="0"/>
                  </a:lnTo>
                  <a:lnTo>
                    <a:pt x="80137" y="10299"/>
                  </a:lnTo>
                  <a:lnTo>
                    <a:pt x="38480" y="38392"/>
                  </a:lnTo>
                  <a:lnTo>
                    <a:pt x="10413" y="80048"/>
                  </a:lnTo>
                  <a:lnTo>
                    <a:pt x="0" y="131076"/>
                  </a:lnTo>
                  <a:lnTo>
                    <a:pt x="10413" y="182092"/>
                  </a:lnTo>
                  <a:lnTo>
                    <a:pt x="38480" y="223761"/>
                  </a:lnTo>
                  <a:lnTo>
                    <a:pt x="80137" y="251853"/>
                  </a:lnTo>
                  <a:lnTo>
                    <a:pt x="131190" y="262153"/>
                  </a:lnTo>
                  <a:lnTo>
                    <a:pt x="182117" y="251853"/>
                  </a:lnTo>
                  <a:lnTo>
                    <a:pt x="223773" y="223761"/>
                  </a:lnTo>
                  <a:lnTo>
                    <a:pt x="251967" y="182092"/>
                  </a:lnTo>
                  <a:lnTo>
                    <a:pt x="262254" y="13107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76776" y="2284006"/>
              <a:ext cx="79375" cy="74930"/>
            </a:xfrm>
            <a:custGeom>
              <a:avLst/>
              <a:gdLst/>
              <a:ahLst/>
              <a:cxnLst/>
              <a:rect l="l" t="t" r="r" b="b"/>
              <a:pathLst>
                <a:path w="79375" h="74930">
                  <a:moveTo>
                    <a:pt x="39497" y="74803"/>
                  </a:moveTo>
                  <a:lnTo>
                    <a:pt x="39497" y="5067"/>
                  </a:lnTo>
                </a:path>
                <a:path w="79375" h="74930">
                  <a:moveTo>
                    <a:pt x="0" y="32397"/>
                  </a:moveTo>
                  <a:lnTo>
                    <a:pt x="15494" y="26708"/>
                  </a:lnTo>
                  <a:lnTo>
                    <a:pt x="26924" y="18961"/>
                  </a:lnTo>
                  <a:lnTo>
                    <a:pt x="34671" y="9842"/>
                  </a:lnTo>
                  <a:lnTo>
                    <a:pt x="39497" y="0"/>
                  </a:lnTo>
                  <a:lnTo>
                    <a:pt x="44196" y="9842"/>
                  </a:lnTo>
                  <a:lnTo>
                    <a:pt x="52070" y="18961"/>
                  </a:lnTo>
                  <a:lnTo>
                    <a:pt x="63500" y="26708"/>
                  </a:lnTo>
                  <a:lnTo>
                    <a:pt x="78994" y="32397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86275" y="1952421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5" h="324485">
                  <a:moveTo>
                    <a:pt x="216001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216001" y="324002"/>
                  </a:lnTo>
                  <a:lnTo>
                    <a:pt x="216001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86275" y="1952421"/>
              <a:ext cx="216535" cy="324485"/>
            </a:xfrm>
            <a:custGeom>
              <a:avLst/>
              <a:gdLst/>
              <a:ahLst/>
              <a:cxnLst/>
              <a:rect l="l" t="t" r="r" b="b"/>
              <a:pathLst>
                <a:path w="216535" h="324485">
                  <a:moveTo>
                    <a:pt x="0" y="324002"/>
                  </a:moveTo>
                  <a:lnTo>
                    <a:pt x="216001" y="324002"/>
                  </a:lnTo>
                  <a:lnTo>
                    <a:pt x="216001" y="0"/>
                  </a:lnTo>
                  <a:lnTo>
                    <a:pt x="0" y="0"/>
                  </a:lnTo>
                  <a:lnTo>
                    <a:pt x="0" y="32400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463796" y="2362022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428" y="0"/>
                  </a:moveTo>
                  <a:lnTo>
                    <a:pt x="79628" y="10248"/>
                  </a:lnTo>
                  <a:lnTo>
                    <a:pt x="38226" y="38188"/>
                  </a:lnTo>
                  <a:lnTo>
                    <a:pt x="10287" y="79641"/>
                  </a:lnTo>
                  <a:lnTo>
                    <a:pt x="0" y="130403"/>
                  </a:lnTo>
                  <a:lnTo>
                    <a:pt x="10287" y="181165"/>
                  </a:lnTo>
                  <a:lnTo>
                    <a:pt x="38226" y="222618"/>
                  </a:lnTo>
                  <a:lnTo>
                    <a:pt x="79628" y="250558"/>
                  </a:lnTo>
                  <a:lnTo>
                    <a:pt x="130428" y="260807"/>
                  </a:lnTo>
                  <a:lnTo>
                    <a:pt x="181228" y="250558"/>
                  </a:lnTo>
                  <a:lnTo>
                    <a:pt x="222630" y="222618"/>
                  </a:lnTo>
                  <a:lnTo>
                    <a:pt x="250570" y="181165"/>
                  </a:lnTo>
                  <a:lnTo>
                    <a:pt x="260857" y="130403"/>
                  </a:lnTo>
                  <a:lnTo>
                    <a:pt x="250570" y="79641"/>
                  </a:lnTo>
                  <a:lnTo>
                    <a:pt x="222630" y="38188"/>
                  </a:lnTo>
                  <a:lnTo>
                    <a:pt x="181228" y="10248"/>
                  </a:lnTo>
                  <a:lnTo>
                    <a:pt x="130428" y="0"/>
                  </a:lnTo>
                  <a:close/>
                </a:path>
              </a:pathLst>
            </a:custGeom>
            <a:solidFill>
              <a:srgbClr val="D1D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463796" y="2362022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260857" y="130403"/>
                  </a:moveTo>
                  <a:lnTo>
                    <a:pt x="250570" y="79641"/>
                  </a:lnTo>
                  <a:lnTo>
                    <a:pt x="222630" y="38188"/>
                  </a:lnTo>
                  <a:lnTo>
                    <a:pt x="181228" y="10248"/>
                  </a:lnTo>
                  <a:lnTo>
                    <a:pt x="130428" y="0"/>
                  </a:lnTo>
                  <a:lnTo>
                    <a:pt x="79628" y="10248"/>
                  </a:lnTo>
                  <a:lnTo>
                    <a:pt x="38226" y="38188"/>
                  </a:lnTo>
                  <a:lnTo>
                    <a:pt x="10287" y="79641"/>
                  </a:lnTo>
                  <a:lnTo>
                    <a:pt x="0" y="130403"/>
                  </a:lnTo>
                  <a:lnTo>
                    <a:pt x="10287" y="181165"/>
                  </a:lnTo>
                  <a:lnTo>
                    <a:pt x="38226" y="222618"/>
                  </a:lnTo>
                  <a:lnTo>
                    <a:pt x="79628" y="250558"/>
                  </a:lnTo>
                  <a:lnTo>
                    <a:pt x="130428" y="260807"/>
                  </a:lnTo>
                  <a:lnTo>
                    <a:pt x="181228" y="250558"/>
                  </a:lnTo>
                  <a:lnTo>
                    <a:pt x="222630" y="222618"/>
                  </a:lnTo>
                  <a:lnTo>
                    <a:pt x="250570" y="181165"/>
                  </a:lnTo>
                  <a:lnTo>
                    <a:pt x="260857" y="13040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554728" y="2284006"/>
              <a:ext cx="79375" cy="75565"/>
            </a:xfrm>
            <a:custGeom>
              <a:avLst/>
              <a:gdLst/>
              <a:ahLst/>
              <a:cxnLst/>
              <a:rect l="l" t="t" r="r" b="b"/>
              <a:pathLst>
                <a:path w="79375" h="75564">
                  <a:moveTo>
                    <a:pt x="39497" y="75476"/>
                  </a:moveTo>
                  <a:lnTo>
                    <a:pt x="39497" y="5067"/>
                  </a:lnTo>
                </a:path>
                <a:path w="79375" h="75564">
                  <a:moveTo>
                    <a:pt x="0" y="32397"/>
                  </a:moveTo>
                  <a:lnTo>
                    <a:pt x="15494" y="26708"/>
                  </a:lnTo>
                  <a:lnTo>
                    <a:pt x="26924" y="18961"/>
                  </a:lnTo>
                  <a:lnTo>
                    <a:pt x="34798" y="9842"/>
                  </a:lnTo>
                  <a:lnTo>
                    <a:pt x="39497" y="0"/>
                  </a:lnTo>
                  <a:lnTo>
                    <a:pt x="44323" y="9842"/>
                  </a:lnTo>
                  <a:lnTo>
                    <a:pt x="52070" y="18961"/>
                  </a:lnTo>
                  <a:lnTo>
                    <a:pt x="63500" y="26708"/>
                  </a:lnTo>
                  <a:lnTo>
                    <a:pt x="78994" y="32384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570732" y="2074900"/>
              <a:ext cx="908050" cy="79375"/>
            </a:xfrm>
            <a:custGeom>
              <a:avLst/>
              <a:gdLst/>
              <a:ahLst/>
              <a:cxnLst/>
              <a:rect l="l" t="t" r="r" b="b"/>
              <a:pathLst>
                <a:path w="908050" h="79375">
                  <a:moveTo>
                    <a:pt x="0" y="39509"/>
                  </a:moveTo>
                  <a:lnTo>
                    <a:pt x="146812" y="39509"/>
                  </a:lnTo>
                </a:path>
                <a:path w="908050" h="79375">
                  <a:moveTo>
                    <a:pt x="119506" y="0"/>
                  </a:moveTo>
                  <a:lnTo>
                    <a:pt x="125221" y="15532"/>
                  </a:lnTo>
                  <a:lnTo>
                    <a:pt x="132968" y="26924"/>
                  </a:lnTo>
                  <a:lnTo>
                    <a:pt x="142112" y="34734"/>
                  </a:lnTo>
                  <a:lnTo>
                    <a:pt x="151891" y="39509"/>
                  </a:lnTo>
                  <a:lnTo>
                    <a:pt x="142112" y="44297"/>
                  </a:lnTo>
                  <a:lnTo>
                    <a:pt x="132968" y="52108"/>
                  </a:lnTo>
                  <a:lnTo>
                    <a:pt x="125221" y="63500"/>
                  </a:lnTo>
                  <a:lnTo>
                    <a:pt x="119506" y="79019"/>
                  </a:lnTo>
                </a:path>
                <a:path w="908050" h="79375">
                  <a:moveTo>
                    <a:pt x="378078" y="39509"/>
                  </a:moveTo>
                  <a:lnTo>
                    <a:pt x="524890" y="39509"/>
                  </a:lnTo>
                </a:path>
                <a:path w="908050" h="79375">
                  <a:moveTo>
                    <a:pt x="497458" y="0"/>
                  </a:moveTo>
                  <a:lnTo>
                    <a:pt x="503173" y="15532"/>
                  </a:lnTo>
                  <a:lnTo>
                    <a:pt x="510920" y="26924"/>
                  </a:lnTo>
                  <a:lnTo>
                    <a:pt x="520064" y="34734"/>
                  </a:lnTo>
                  <a:lnTo>
                    <a:pt x="529843" y="39509"/>
                  </a:lnTo>
                  <a:lnTo>
                    <a:pt x="520064" y="44297"/>
                  </a:lnTo>
                  <a:lnTo>
                    <a:pt x="510920" y="52108"/>
                  </a:lnTo>
                  <a:lnTo>
                    <a:pt x="503173" y="63500"/>
                  </a:lnTo>
                  <a:lnTo>
                    <a:pt x="497458" y="79019"/>
                  </a:lnTo>
                </a:path>
                <a:path w="908050" h="79375">
                  <a:moveTo>
                    <a:pt x="756030" y="39509"/>
                  </a:moveTo>
                  <a:lnTo>
                    <a:pt x="902842" y="39509"/>
                  </a:lnTo>
                </a:path>
                <a:path w="908050" h="79375">
                  <a:moveTo>
                    <a:pt x="875538" y="0"/>
                  </a:moveTo>
                  <a:lnTo>
                    <a:pt x="881252" y="15532"/>
                  </a:lnTo>
                  <a:lnTo>
                    <a:pt x="889000" y="26924"/>
                  </a:lnTo>
                  <a:lnTo>
                    <a:pt x="898143" y="34734"/>
                  </a:lnTo>
                  <a:lnTo>
                    <a:pt x="907922" y="39509"/>
                  </a:lnTo>
                  <a:lnTo>
                    <a:pt x="898143" y="44297"/>
                  </a:lnTo>
                  <a:lnTo>
                    <a:pt x="889000" y="52108"/>
                  </a:lnTo>
                  <a:lnTo>
                    <a:pt x="881252" y="63500"/>
                  </a:lnTo>
                  <a:lnTo>
                    <a:pt x="875538" y="79019"/>
                  </a:lnTo>
                </a:path>
              </a:pathLst>
            </a:custGeom>
            <a:ln w="10100">
              <a:solidFill>
                <a:srgbClr val="EB1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3021329" y="573176"/>
            <a:ext cx="1972945" cy="449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880" marR="5080" indent="-297180">
              <a:lnSpc>
                <a:spcPct val="132400"/>
              </a:lnSpc>
              <a:spcBef>
                <a:spcPts val="95"/>
              </a:spcBef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Multi-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Step</a:t>
            </a:r>
            <a:r>
              <a:rPr sz="1050" spc="3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(Multivariate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Output) </a:t>
            </a:r>
            <a:r>
              <a:rPr sz="1050" dirty="0">
                <a:latin typeface="Tahoma"/>
                <a:cs typeface="Tahoma"/>
              </a:rPr>
              <a:t>Predict</a:t>
            </a:r>
            <a:r>
              <a:rPr sz="1050" spc="-55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multiple</a:t>
            </a:r>
            <a:r>
              <a:rPr sz="1050" spc="-5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future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steps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021328" y="1137919"/>
            <a:ext cx="59499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0209" algn="l"/>
              </a:tabLst>
            </a:pPr>
            <a:r>
              <a:rPr sz="1050" i="1" baseline="3968" dirty="0">
                <a:latin typeface="Arial"/>
                <a:cs typeface="Arial"/>
              </a:rPr>
              <a:t>t</a:t>
            </a:r>
            <a:r>
              <a:rPr sz="1050" i="1" spc="-7" baseline="3968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+</a:t>
            </a:r>
            <a:r>
              <a:rPr sz="1050" spc="-37" baseline="3968" dirty="0">
                <a:latin typeface="Tahoma"/>
                <a:cs typeface="Tahoma"/>
              </a:rPr>
              <a:t>1</a:t>
            </a:r>
            <a:r>
              <a:rPr sz="1050" baseline="3968" dirty="0">
                <a:latin typeface="Tahoma"/>
                <a:cs typeface="Tahoma"/>
              </a:rPr>
              <a:t>	</a:t>
            </a:r>
            <a:r>
              <a:rPr sz="1050" i="1" baseline="3968" dirty="0">
                <a:latin typeface="Arial"/>
                <a:cs typeface="Arial"/>
              </a:rPr>
              <a:t>t</a:t>
            </a:r>
            <a:r>
              <a:rPr sz="1050" i="1" spc="-22" baseline="3968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+</a:t>
            </a:r>
            <a:r>
              <a:rPr sz="1050" spc="-37" baseline="3968" dirty="0">
                <a:latin typeface="Tahoma"/>
                <a:cs typeface="Tahoma"/>
              </a:rPr>
              <a:t>2</a:t>
            </a:r>
            <a:endParaRPr sz="1050" baseline="3968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293109" y="1051051"/>
            <a:ext cx="1679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914400" algn="l"/>
                <a:tab pos="1310640" algn="l"/>
              </a:tabLst>
            </a:pPr>
            <a:r>
              <a:rPr sz="1050" dirty="0">
                <a:latin typeface="Tahoma"/>
                <a:cs typeface="Tahoma"/>
              </a:rPr>
              <a:t>Output:</a:t>
            </a:r>
            <a:r>
              <a:rPr sz="1050" spc="-4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[</a:t>
            </a:r>
            <a:r>
              <a:rPr sz="1050" i="1" spc="-25" dirty="0">
                <a:latin typeface="Arial"/>
                <a:cs typeface="Arial"/>
              </a:rPr>
              <a:t>x</a:t>
            </a:r>
            <a:r>
              <a:rPr sz="1800" spc="-37" baseline="25462" dirty="0">
                <a:latin typeface="Tahoma"/>
                <a:cs typeface="Tahoma"/>
              </a:rPr>
              <a:t>ˆ</a:t>
            </a:r>
            <a:r>
              <a:rPr sz="1800" baseline="25462" dirty="0">
                <a:latin typeface="Tahoma"/>
                <a:cs typeface="Tahoma"/>
              </a:rPr>
              <a:t>	</a:t>
            </a:r>
            <a:r>
              <a:rPr sz="1200" i="1" dirty="0">
                <a:latin typeface="Calibri"/>
                <a:cs typeface="Calibri"/>
              </a:rPr>
              <a:t>, </a:t>
            </a:r>
            <a:r>
              <a:rPr sz="1050" i="1" spc="-25" dirty="0">
                <a:latin typeface="Arial"/>
                <a:cs typeface="Arial"/>
              </a:rPr>
              <a:t>x</a:t>
            </a:r>
            <a:r>
              <a:rPr sz="1800" spc="-37" baseline="25462" dirty="0">
                <a:latin typeface="Tahoma"/>
                <a:cs typeface="Tahoma"/>
              </a:rPr>
              <a:t>ˆ</a:t>
            </a:r>
            <a:r>
              <a:rPr sz="1800" baseline="25462" dirty="0">
                <a:latin typeface="Tahoma"/>
                <a:cs typeface="Tahoma"/>
              </a:rPr>
              <a:t>	</a:t>
            </a:r>
            <a:r>
              <a:rPr sz="1200" i="1" dirty="0">
                <a:latin typeface="Calibri"/>
                <a:cs typeface="Calibri"/>
              </a:rPr>
              <a:t>,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.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. .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200" i="1" spc="-50" dirty="0">
                <a:latin typeface="Calibri"/>
                <a:cs typeface="Calibri"/>
              </a:rPr>
              <a:t>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293109" y="1223263"/>
            <a:ext cx="479425" cy="313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135"/>
              </a:lnSpc>
              <a:spcBef>
                <a:spcPts val="100"/>
              </a:spcBef>
            </a:pPr>
            <a:r>
              <a:rPr sz="1575" i="1" spc="-37" baseline="-29100" dirty="0">
                <a:latin typeface="Arial"/>
                <a:cs typeface="Arial"/>
              </a:rPr>
              <a:t>x</a:t>
            </a:r>
            <a:r>
              <a:rPr sz="1200" spc="-25" dirty="0">
                <a:latin typeface="Tahoma"/>
                <a:cs typeface="Tahoma"/>
              </a:rPr>
              <a:t>ˆ</a:t>
            </a:r>
            <a:endParaRPr sz="1200">
              <a:latin typeface="Tahoma"/>
              <a:cs typeface="Tahoma"/>
            </a:endParaRPr>
          </a:p>
          <a:p>
            <a:pPr marL="188595">
              <a:lnSpc>
                <a:spcPts val="1135"/>
              </a:lnSpc>
            </a:pPr>
            <a:r>
              <a:rPr sz="1050" i="1" baseline="3968" dirty="0">
                <a:latin typeface="Arial"/>
                <a:cs typeface="Arial"/>
              </a:rPr>
              <a:t>t</a:t>
            </a:r>
            <a:r>
              <a:rPr sz="1050" i="1" spc="-22" baseline="3968" dirty="0">
                <a:latin typeface="Arial"/>
                <a:cs typeface="Arial"/>
              </a:rPr>
              <a:t> </a:t>
            </a:r>
            <a:r>
              <a:rPr sz="800" dirty="0">
                <a:latin typeface="Tahoma"/>
                <a:cs typeface="Tahoma"/>
              </a:rPr>
              <a:t>+</a:t>
            </a:r>
            <a:r>
              <a:rPr sz="1050" i="1" baseline="3968" dirty="0">
                <a:latin typeface="Arial"/>
                <a:cs typeface="Arial"/>
              </a:rPr>
              <a:t>k</a:t>
            </a:r>
            <a:r>
              <a:rPr sz="1050" i="1" spc="-7" baseline="3968" dirty="0">
                <a:latin typeface="Arial"/>
                <a:cs typeface="Arial"/>
              </a:rPr>
              <a:t> </a:t>
            </a:r>
            <a:r>
              <a:rPr sz="1800" spc="-75" baseline="13888" dirty="0">
                <a:latin typeface="Tahoma"/>
                <a:cs typeface="Tahoma"/>
              </a:rPr>
              <a:t>]</a:t>
            </a:r>
            <a:endParaRPr sz="1800" baseline="13888">
              <a:latin typeface="Tahoma"/>
              <a:cs typeface="Tahom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318509" y="1567687"/>
            <a:ext cx="9931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ahoma"/>
                <a:cs typeface="Tahoma"/>
              </a:rPr>
              <a:t>Direct</a:t>
            </a:r>
            <a:r>
              <a:rPr sz="1050" spc="-60" dirty="0">
                <a:latin typeface="Tahoma"/>
                <a:cs typeface="Tahoma"/>
              </a:rPr>
              <a:t> </a:t>
            </a:r>
            <a:r>
              <a:rPr sz="1050" spc="-10" dirty="0">
                <a:latin typeface="Tahoma"/>
                <a:cs typeface="Tahoma"/>
              </a:rPr>
              <a:t>prediction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062476" y="1849932"/>
            <a:ext cx="15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25" dirty="0">
                <a:latin typeface="Arial"/>
                <a:cs typeface="Arial"/>
              </a:rPr>
              <a:t>x</a:t>
            </a:r>
            <a:r>
              <a:rPr sz="1500" spc="-37" baseline="2777" dirty="0">
                <a:latin typeface="Tahoma"/>
                <a:cs typeface="Tahoma"/>
              </a:rPr>
              <a:t>ˆ</a:t>
            </a:r>
            <a:endParaRPr sz="1500" baseline="2777">
              <a:latin typeface="Tahoma"/>
              <a:cs typeface="Tahom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188967" y="1939848"/>
            <a:ext cx="1727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dirty="0">
                <a:latin typeface="Arial"/>
                <a:cs typeface="Arial"/>
              </a:rPr>
              <a:t>t</a:t>
            </a:r>
            <a:r>
              <a:rPr sz="600" i="1" spc="-10" dirty="0">
                <a:latin typeface="Arial"/>
                <a:cs typeface="Arial"/>
              </a:rPr>
              <a:t> </a:t>
            </a:r>
            <a:r>
              <a:rPr sz="700" spc="-25" dirty="0">
                <a:latin typeface="Tahoma"/>
                <a:cs typeface="Tahom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800091" y="1849932"/>
            <a:ext cx="15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25" dirty="0">
                <a:latin typeface="Arial"/>
                <a:cs typeface="Arial"/>
              </a:rPr>
              <a:t>x</a:t>
            </a:r>
            <a:r>
              <a:rPr sz="1500" spc="-37" baseline="2777" dirty="0">
                <a:latin typeface="Tahoma"/>
                <a:cs typeface="Tahoma"/>
              </a:rPr>
              <a:t>ˆ</a:t>
            </a:r>
            <a:endParaRPr sz="1500" baseline="2777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926584" y="1939848"/>
            <a:ext cx="1727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dirty="0">
                <a:latin typeface="Arial"/>
                <a:cs typeface="Arial"/>
              </a:rPr>
              <a:t>t</a:t>
            </a:r>
            <a:r>
              <a:rPr sz="600" i="1" spc="-10" dirty="0">
                <a:latin typeface="Arial"/>
                <a:cs typeface="Arial"/>
              </a:rPr>
              <a:t> </a:t>
            </a:r>
            <a:r>
              <a:rPr sz="700" spc="-25" dirty="0">
                <a:latin typeface="Tahoma"/>
                <a:cs typeface="Tahoma"/>
              </a:rPr>
              <a:t>+</a:t>
            </a:r>
            <a:r>
              <a:rPr sz="600" spc="-25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800091" y="2002332"/>
            <a:ext cx="15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25" dirty="0">
                <a:latin typeface="Arial"/>
                <a:cs typeface="Arial"/>
              </a:rPr>
              <a:t>x</a:t>
            </a:r>
            <a:r>
              <a:rPr sz="1500" spc="-37" baseline="2777" dirty="0">
                <a:latin typeface="Tahoma"/>
                <a:cs typeface="Tahoma"/>
              </a:rPr>
              <a:t>ˆ</a:t>
            </a:r>
            <a:endParaRPr sz="1500" baseline="2777">
              <a:latin typeface="Tahoma"/>
              <a:cs typeface="Tahom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926584" y="2092248"/>
            <a:ext cx="1727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dirty="0">
                <a:latin typeface="Arial"/>
                <a:cs typeface="Arial"/>
              </a:rPr>
              <a:t>t</a:t>
            </a:r>
            <a:r>
              <a:rPr sz="600" i="1" spc="-10" dirty="0">
                <a:latin typeface="Arial"/>
                <a:cs typeface="Arial"/>
              </a:rPr>
              <a:t> </a:t>
            </a:r>
            <a:r>
              <a:rPr sz="700" spc="-25" dirty="0">
                <a:latin typeface="Tahoma"/>
                <a:cs typeface="Tahoma"/>
              </a:rPr>
              <a:t>+</a:t>
            </a:r>
            <a:r>
              <a:rPr sz="600" spc="-25" dirty="0"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0" y="1833003"/>
            <a:ext cx="5760085" cy="1400810"/>
            <a:chOff x="0" y="1833003"/>
            <a:chExt cx="5760085" cy="1400810"/>
          </a:xfrm>
        </p:grpSpPr>
        <p:pic>
          <p:nvPicPr>
            <p:cNvPr id="77" name="object 7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93108" y="1833003"/>
              <a:ext cx="195668" cy="185026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554728" y="1846960"/>
              <a:ext cx="79375" cy="102870"/>
            </a:xfrm>
            <a:custGeom>
              <a:avLst/>
              <a:gdLst/>
              <a:ahLst/>
              <a:cxnLst/>
              <a:rect l="l" t="t" r="r" b="b"/>
              <a:pathLst>
                <a:path w="79375" h="102869">
                  <a:moveTo>
                    <a:pt x="39497" y="102870"/>
                  </a:moveTo>
                  <a:lnTo>
                    <a:pt x="39497" y="5080"/>
                  </a:lnTo>
                </a:path>
                <a:path w="79375" h="102869">
                  <a:moveTo>
                    <a:pt x="0" y="32385"/>
                  </a:moveTo>
                  <a:lnTo>
                    <a:pt x="15494" y="26670"/>
                  </a:lnTo>
                  <a:lnTo>
                    <a:pt x="26924" y="18923"/>
                  </a:lnTo>
                  <a:lnTo>
                    <a:pt x="34798" y="9779"/>
                  </a:lnTo>
                  <a:lnTo>
                    <a:pt x="39497" y="0"/>
                  </a:lnTo>
                  <a:lnTo>
                    <a:pt x="44323" y="9779"/>
                  </a:lnTo>
                  <a:lnTo>
                    <a:pt x="52070" y="18923"/>
                  </a:lnTo>
                  <a:lnTo>
                    <a:pt x="63500" y="26670"/>
                  </a:lnTo>
                  <a:lnTo>
                    <a:pt x="78994" y="32385"/>
                  </a:lnTo>
                </a:path>
              </a:pathLst>
            </a:custGeom>
            <a:ln w="10100">
              <a:solidFill>
                <a:srgbClr val="208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99761" y="1833003"/>
              <a:ext cx="195745" cy="185064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3747261" y="2383332"/>
            <a:ext cx="175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i="1" spc="-25" dirty="0">
                <a:latin typeface="Arial"/>
                <a:cs typeface="Arial"/>
              </a:rPr>
              <a:t>x</a:t>
            </a:r>
            <a:r>
              <a:rPr sz="900" spc="-37" baseline="-18518" dirty="0">
                <a:latin typeface="Tahoma"/>
                <a:cs typeface="Tahoma"/>
              </a:rPr>
              <a:t>2</a:t>
            </a:r>
            <a:endParaRPr sz="900" baseline="-18518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772661" y="2688437"/>
            <a:ext cx="6731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611115" y="2520188"/>
            <a:ext cx="831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900" i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772661" y="2917037"/>
            <a:ext cx="6731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807714" y="3096869"/>
            <a:ext cx="78422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latin typeface="Tahoma"/>
                <a:cs typeface="Tahoma"/>
              </a:rPr>
              <a:t>Many-to-</a:t>
            </a:r>
            <a:r>
              <a:rPr sz="950" spc="-20" dirty="0">
                <a:latin typeface="Tahoma"/>
                <a:cs typeface="Tahoma"/>
              </a:rPr>
              <a:t>Many</a:t>
            </a:r>
            <a:endParaRPr sz="950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448814" y="3126435"/>
            <a:ext cx="68262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0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675759" y="3126435"/>
            <a:ext cx="2438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Calibri"/>
                <a:cs typeface="Calibri"/>
              </a:rPr>
              <a:t>89</a:t>
            </a:r>
            <a:r>
              <a:rPr sz="600" spc="-1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/</a:t>
            </a:r>
            <a:r>
              <a:rPr sz="600" spc="10" dirty="0">
                <a:latin typeface="Calibri"/>
                <a:cs typeface="Calibri"/>
              </a:rPr>
              <a:t> </a:t>
            </a:r>
            <a:r>
              <a:rPr sz="600" spc="-25" dirty="0">
                <a:latin typeface="Calibri"/>
                <a:cs typeface="Calibri"/>
              </a:rPr>
              <a:t>96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36315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700" cap="small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Series</a:t>
            </a:r>
            <a:r>
              <a:rPr sz="1700" cap="small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Forecasting: Complete</a:t>
            </a:r>
            <a:r>
              <a:rPr sz="1700" cap="small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25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4861560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98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9724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Evaluation</a:t>
            </a:r>
            <a:r>
              <a:rPr sz="1700" cap="small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Metrics</a:t>
            </a:r>
            <a:r>
              <a:rPr sz="1700" cap="small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700" cap="small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700" cap="small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55" dirty="0">
                <a:solidFill>
                  <a:srgbClr val="FFFFFF"/>
                </a:solidFill>
                <a:latin typeface="Calibri"/>
                <a:cs typeface="Calibri"/>
              </a:rPr>
              <a:t>Series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0176"/>
            <a:ext cx="5760085" cy="2683510"/>
            <a:chOff x="0" y="550176"/>
            <a:chExt cx="5760085" cy="2683510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50176"/>
              <a:ext cx="5057394" cy="24350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99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Table</a:t>
            </a:r>
            <a:r>
              <a:rPr cap="small" spc="70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of</a:t>
            </a:r>
            <a:r>
              <a:rPr cap="small" spc="75" dirty="0">
                <a:solidFill>
                  <a:srgbClr val="FFFFFF"/>
                </a:solidFill>
              </a:rPr>
              <a:t> </a:t>
            </a:r>
            <a:r>
              <a:rPr cap="small" spc="-40" dirty="0">
                <a:solidFill>
                  <a:srgbClr val="FFFFFF"/>
                </a:solidFill>
              </a:rPr>
              <a:t>Contents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" y="799934"/>
            <a:ext cx="169964" cy="169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61" y="1048600"/>
            <a:ext cx="169964" cy="169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661" y="1297266"/>
            <a:ext cx="169964" cy="1699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61" y="1545932"/>
            <a:ext cx="169964" cy="169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3649" y="1794598"/>
            <a:ext cx="169964" cy="169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3649" y="2043328"/>
            <a:ext cx="169964" cy="169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649" y="2292006"/>
            <a:ext cx="169964" cy="169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3649" y="2540685"/>
            <a:ext cx="169964" cy="16996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3649" y="551268"/>
            <a:ext cx="170180" cy="2408555"/>
            <a:chOff x="343649" y="551268"/>
            <a:chExt cx="170180" cy="240855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3662" y="551268"/>
              <a:ext cx="169964" cy="169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649" y="2789377"/>
              <a:ext cx="169964" cy="16996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38886" y="585469"/>
          <a:ext cx="179705" cy="233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/>
              </a:tblGrid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T w="78724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69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0" dirty="0">
                          <a:solidFill>
                            <a:srgbClr val="F9F9FC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T w="78699">
                      <a:solidFill>
                        <a:srgbClr val="FFFFFF"/>
                      </a:solidFill>
                      <a:prstDash val="solid"/>
                    </a:lnT>
                    <a:lnB w="78724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90"/>
                        </a:spcBef>
                      </a:pPr>
                      <a:r>
                        <a:rPr sz="800" spc="-25" dirty="0">
                          <a:solidFill>
                            <a:srgbClr val="EAEAF7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800" dirty="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T w="78724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2762" y="429600"/>
            <a:ext cx="2555240" cy="252285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Introductio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o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2" action="ppaction://hlinksldjump"/>
              </a:rPr>
              <a:t>Modeling</a:t>
            </a:r>
            <a:endParaRPr sz="1400">
              <a:latin typeface="Calibri"/>
              <a:cs typeface="Calibri"/>
            </a:endParaRPr>
          </a:p>
          <a:p>
            <a:pPr marL="12700" marR="796925">
              <a:lnSpc>
                <a:spcPct val="1170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Sequenc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Model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6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3" action="ppaction://hlinksldjump"/>
              </a:rPr>
              <a:t>Theory</a:t>
            </a:r>
            <a:r>
              <a:rPr sz="1400" cap="small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Basi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c</a:t>
            </a:r>
            <a:r>
              <a:rPr sz="1400" u="sng" cap="small" spc="7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RNN</a:t>
            </a:r>
            <a:r>
              <a:rPr sz="1400" u="sng" cap="small" spc="-2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4" action="ppaction://hlinksldjump"/>
              </a:rPr>
              <a:t>Architecture</a:t>
            </a:r>
            <a:r>
              <a:rPr sz="1400" cap="small" spc="-1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RNN</a:t>
            </a:r>
            <a:r>
              <a:rPr sz="1400" u="sng" cap="small" spc="-3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Trainin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&amp;</a:t>
            </a:r>
            <a:r>
              <a:rPr sz="1400" u="sng" cap="small" spc="-1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5" action="ppaction://hlinksldjump"/>
              </a:rPr>
              <a:t>BPTT</a:t>
            </a:r>
            <a:r>
              <a:rPr sz="1400" cap="small" spc="-20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B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directiona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l</a:t>
            </a:r>
            <a:r>
              <a:rPr sz="1400" u="sng" cap="small" spc="14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6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Dee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p</a:t>
            </a:r>
            <a:r>
              <a:rPr sz="1400" u="sng" cap="small" spc="7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(Stacked)</a:t>
            </a:r>
            <a:r>
              <a:rPr sz="1400" u="sng" cap="small" spc="4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7" action="ppaction://hlinksldjump"/>
              </a:rPr>
              <a:t>RNNs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Gate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d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Recurren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t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Unit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2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8" action="ppaction://hlinksldjump"/>
              </a:rPr>
              <a:t>(GRU)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Lon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9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Short-Ter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m</a:t>
            </a:r>
            <a:r>
              <a:rPr sz="1400" u="sng" cap="small" spc="1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Memor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y</a:t>
            </a:r>
            <a:r>
              <a:rPr sz="1400" u="sng" cap="small" spc="9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1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19" action="ppaction://hlinksldjump"/>
              </a:rPr>
              <a:t>(LSTM)</a:t>
            </a:r>
            <a:endParaRPr sz="1400">
              <a:latin typeface="Calibri"/>
              <a:cs typeface="Calibri"/>
            </a:endParaRPr>
          </a:p>
          <a:p>
            <a:pPr marL="12700" marR="6350">
              <a:lnSpc>
                <a:spcPct val="117100"/>
              </a:lnSpc>
            </a:pP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T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i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m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e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Serie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s</a:t>
            </a:r>
            <a:r>
              <a:rPr sz="1400" u="sng" cap="small" spc="114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Forecastin</a:t>
            </a:r>
            <a:r>
              <a:rPr sz="1400" u="sng" cap="small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g</a:t>
            </a:r>
            <a:r>
              <a:rPr sz="1400" u="sng" cap="small" spc="100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spc="-35" dirty="0">
                <a:solidFill>
                  <a:srgbClr val="D5D5EE"/>
                </a:solidFill>
                <a:uFill>
                  <a:solidFill>
                    <a:srgbClr val="D5D5EE"/>
                  </a:solidFill>
                </a:uFill>
                <a:latin typeface="Calibri"/>
                <a:cs typeface="Calibri"/>
                <a:hlinkClick r:id="rId20" action="ppaction://hlinksldjump"/>
              </a:rPr>
              <a:t>Applications</a:t>
            </a:r>
            <a:r>
              <a:rPr sz="1400" cap="small" spc="-35" dirty="0">
                <a:solidFill>
                  <a:srgbClr val="D5D5EE"/>
                </a:solid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21" action="ppaction://hlinksldjump"/>
              </a:rPr>
              <a:t>Compariso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n</a:t>
            </a:r>
            <a:r>
              <a:rPr sz="1400" u="sng" cap="small" spc="10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</a:rPr>
              <a:t> </a:t>
            </a:r>
            <a:r>
              <a:rPr sz="1400" u="sng" cap="small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21" action="ppaction://hlinksldjump"/>
              </a:rPr>
              <a:t>&amp;</a:t>
            </a:r>
            <a:r>
              <a:rPr sz="1400" u="sng" cap="small" spc="5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21" action="ppaction://hlinksldjump"/>
              </a:rPr>
              <a:t> </a:t>
            </a:r>
            <a:r>
              <a:rPr sz="1400" u="sng" cap="small" spc="-10" dirty="0">
                <a:solidFill>
                  <a:srgbClr val="3333B1"/>
                </a:solidFill>
                <a:uFill>
                  <a:solidFill>
                    <a:srgbClr val="3333B1"/>
                  </a:solidFill>
                </a:uFill>
                <a:latin typeface="Calibri"/>
                <a:cs typeface="Calibri"/>
                <a:hlinkClick r:id="rId21" action="ppaction://hlinksldjump"/>
              </a:rPr>
              <a:t>Summary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09249"/>
            <a:ext cx="5760085" cy="92075"/>
            <a:chOff x="0" y="3109249"/>
            <a:chExt cx="576008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109249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3923" y="3109249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6161" y="3109249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2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100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4" y="98552"/>
            <a:ext cx="28092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RNN</a:t>
            </a:r>
            <a:r>
              <a:rPr sz="1700" cap="small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dirty="0">
                <a:solidFill>
                  <a:srgbClr val="FFFFFF"/>
                </a:solidFill>
                <a:latin typeface="Calibri"/>
                <a:cs typeface="Calibri"/>
              </a:rPr>
              <a:t>Architectures:</a:t>
            </a:r>
            <a:r>
              <a:rPr sz="1700" cap="small" spc="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cap="small" spc="-10" dirty="0">
                <a:solidFill>
                  <a:srgbClr val="FFFFFF"/>
                </a:solidFill>
                <a:latin typeface="Calibri"/>
                <a:cs typeface="Calibri"/>
              </a:rPr>
              <a:t>Comparison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56636"/>
            <a:ext cx="5760085" cy="2776855"/>
            <a:chOff x="0" y="456636"/>
            <a:chExt cx="5760085" cy="2776855"/>
          </a:xfrm>
        </p:grpSpPr>
        <p:sp>
          <p:nvSpPr>
            <p:cNvPr id="4" name="object 4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456636"/>
              <a:ext cx="4893055" cy="26852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>
                <a:solidFill>
                  <a:srgbClr val="FFFFFF"/>
                </a:solidFill>
              </a:rPr>
              <a:t>Summary:</a:t>
            </a:r>
            <a:r>
              <a:rPr cap="small" spc="-15" dirty="0">
                <a:solidFill>
                  <a:srgbClr val="FFFFFF"/>
                </a:solidFill>
              </a:rPr>
              <a:t> </a:t>
            </a:r>
            <a:r>
              <a:rPr cap="small" dirty="0">
                <a:solidFill>
                  <a:srgbClr val="FFFFFF"/>
                </a:solidFill>
              </a:rPr>
              <a:t>Key</a:t>
            </a:r>
            <a:r>
              <a:rPr cap="small" spc="65" dirty="0">
                <a:solidFill>
                  <a:srgbClr val="FFFFFF"/>
                </a:solidFill>
              </a:rPr>
              <a:t> </a:t>
            </a:r>
            <a:r>
              <a:rPr cap="small" spc="-35" dirty="0">
                <a:solidFill>
                  <a:srgbClr val="FFFFFF"/>
                </a:solidFill>
              </a:rPr>
              <a:t>Takeaways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45896"/>
            <a:ext cx="5760085" cy="2687955"/>
            <a:chOff x="0" y="545896"/>
            <a:chExt cx="5760085" cy="26879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702" y="545896"/>
              <a:ext cx="69291" cy="692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239824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933917"/>
              <a:ext cx="69291" cy="69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02" y="2627960"/>
              <a:ext cx="69291" cy="692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32663" y="441507"/>
            <a:ext cx="4427855" cy="26060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25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RNN</a:t>
            </a:r>
            <a:r>
              <a:rPr sz="1050" spc="-3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fundamentals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latin typeface="Tahoma"/>
                <a:cs typeface="Tahoma"/>
              </a:rPr>
              <a:t>Recurrent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connections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enable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processing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sequences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of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arbitrary</a:t>
            </a:r>
            <a:r>
              <a:rPr sz="950" spc="-10" dirty="0">
                <a:latin typeface="Tahoma"/>
                <a:cs typeface="Tahoma"/>
              </a:rPr>
              <a:t> length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6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Parameter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sharing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across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steps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Hidden</a:t>
            </a:r>
            <a:r>
              <a:rPr sz="950" spc="-5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state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summarizes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past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information</a:t>
            </a:r>
            <a:endParaRPr sz="9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Challenges</a:t>
            </a:r>
            <a:r>
              <a:rPr sz="1050" spc="-50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B1371"/>
                </a:solidFill>
                <a:latin typeface="Tahoma"/>
                <a:cs typeface="Tahoma"/>
              </a:rPr>
              <a:t>and</a:t>
            </a:r>
            <a:r>
              <a:rPr sz="1050" spc="-2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solutions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1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FF0000"/>
                </a:solidFill>
                <a:latin typeface="Tahoma"/>
                <a:cs typeface="Tahoma"/>
              </a:rPr>
              <a:t>Problem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Vanilla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RNN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suffers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from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vanishing/exploding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gradients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208A20"/>
                </a:solidFill>
                <a:latin typeface="Tahoma"/>
                <a:cs typeface="Tahoma"/>
              </a:rPr>
              <a:t>Solution</a:t>
            </a:r>
            <a:r>
              <a:rPr sz="950" dirty="0">
                <a:latin typeface="Tahoma"/>
                <a:cs typeface="Tahoma"/>
              </a:rPr>
              <a:t>: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Gating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mechanisms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(GRU,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LSTM)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provide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controlled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information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flow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87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Gates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learn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what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to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remember,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forget,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and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output</a:t>
            </a:r>
            <a:endParaRPr sz="9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Architecture</a:t>
            </a:r>
            <a:r>
              <a:rPr sz="1050" spc="35" dirty="0">
                <a:solidFill>
                  <a:srgbClr val="1B1371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variants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95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Bidirectional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RNN: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Use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both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past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and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future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context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9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09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latin typeface="Tahoma"/>
                <a:cs typeface="Tahoma"/>
              </a:rPr>
              <a:t>Deep/Stacked </a:t>
            </a:r>
            <a:r>
              <a:rPr sz="950" dirty="0">
                <a:latin typeface="Tahoma"/>
                <a:cs typeface="Tahoma"/>
              </a:rPr>
              <a:t>RNN: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Multiple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layers for</a:t>
            </a:r>
            <a:r>
              <a:rPr sz="950" spc="-10" dirty="0">
                <a:latin typeface="Tahoma"/>
                <a:cs typeface="Tahoma"/>
              </a:rPr>
              <a:t> hierarchical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features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0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23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latin typeface="Tahoma"/>
                <a:cs typeface="Tahoma"/>
              </a:rPr>
              <a:t>Encoder-</a:t>
            </a:r>
            <a:r>
              <a:rPr sz="950" dirty="0">
                <a:latin typeface="Tahoma"/>
                <a:cs typeface="Tahoma"/>
              </a:rPr>
              <a:t>Decoder:</a:t>
            </a:r>
            <a:r>
              <a:rPr sz="950" spc="1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Variable-</a:t>
            </a:r>
            <a:r>
              <a:rPr sz="950" dirty="0">
                <a:latin typeface="Tahoma"/>
                <a:cs typeface="Tahoma"/>
              </a:rPr>
              <a:t>length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input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to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variable-</a:t>
            </a:r>
            <a:r>
              <a:rPr sz="950" dirty="0">
                <a:latin typeface="Tahoma"/>
                <a:cs typeface="Tahoma"/>
              </a:rPr>
              <a:t>length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output</a:t>
            </a:r>
            <a:endParaRPr sz="9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1B1371"/>
                </a:solidFill>
                <a:latin typeface="Tahoma"/>
                <a:cs typeface="Tahoma"/>
              </a:rPr>
              <a:t>Applications</a:t>
            </a:r>
            <a:r>
              <a:rPr sz="1050" spc="-10" dirty="0">
                <a:latin typeface="Tahoma"/>
                <a:cs typeface="Tahoma"/>
              </a:rPr>
              <a:t>:</a:t>
            </a:r>
            <a:endParaRPr sz="10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195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172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series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forecasting: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Stock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prices,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weather,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energy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demand</a:t>
            </a:r>
            <a:endParaRPr sz="950">
              <a:latin typeface="Tahoma"/>
              <a:cs typeface="Tahoma"/>
            </a:endParaRPr>
          </a:p>
          <a:p>
            <a:pPr marL="179070">
              <a:lnSpc>
                <a:spcPct val="100000"/>
              </a:lnSpc>
              <a:spcBef>
                <a:spcPts val="204"/>
              </a:spcBef>
            </a:pPr>
            <a:r>
              <a:rPr sz="900" baseline="27777" dirty="0">
                <a:solidFill>
                  <a:srgbClr val="3333B1"/>
                </a:solidFill>
                <a:latin typeface="Arial MT"/>
                <a:cs typeface="Arial MT"/>
              </a:rPr>
              <a:t>)</a:t>
            </a:r>
            <a:r>
              <a:rPr sz="900" spc="-44" baseline="27777" dirty="0">
                <a:solidFill>
                  <a:srgbClr val="3333B1"/>
                </a:solidFill>
                <a:latin typeface="Arial MT"/>
                <a:cs typeface="Arial MT"/>
              </a:rPr>
              <a:t> </a:t>
            </a:r>
            <a:r>
              <a:rPr sz="950" dirty="0">
                <a:latin typeface="Tahoma"/>
                <a:cs typeface="Tahoma"/>
              </a:rPr>
              <a:t>Natural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language:</a:t>
            </a:r>
            <a:r>
              <a:rPr sz="950" spc="-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Translation,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text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generation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102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"/>
            <a:ext cx="5759830" cy="32398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-25" dirty="0"/>
              <a:t>References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1392224"/>
            <a:ext cx="5760085" cy="1841500"/>
            <a:chOff x="0" y="1392224"/>
            <a:chExt cx="5760085" cy="18415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702" y="1392224"/>
              <a:ext cx="69291" cy="69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02" y="1757222"/>
              <a:ext cx="69291" cy="692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9C9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3923" y="3141935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>
                  <a:moveTo>
                    <a:pt x="1912366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12366" y="91521"/>
                  </a:lnTo>
                  <a:lnTo>
                    <a:pt x="1912366" y="0"/>
                  </a:lnTo>
                  <a:close/>
                </a:path>
              </a:pathLst>
            </a:custGeom>
            <a:solidFill>
              <a:srgbClr val="76C3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6161" y="3141935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>
                  <a:moveTo>
                    <a:pt x="1923923" y="0"/>
                  </a:moveTo>
                  <a:lnTo>
                    <a:pt x="0" y="0"/>
                  </a:lnTo>
                  <a:lnTo>
                    <a:pt x="0" y="91521"/>
                  </a:lnTo>
                  <a:lnTo>
                    <a:pt x="1923923" y="91521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EB1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4448" y="1285182"/>
            <a:ext cx="4192904" cy="58229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950" dirty="0">
                <a:latin typeface="Tahoma"/>
                <a:cs typeface="Tahoma"/>
              </a:rPr>
              <a:t>Zhang,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A.,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Lipton,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Z.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C.,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Li,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M.,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&amp;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Smola, A. J.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(2023).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Dive</a:t>
            </a:r>
            <a:r>
              <a:rPr sz="950" i="1" spc="-30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into</a:t>
            </a:r>
            <a:r>
              <a:rPr sz="950" i="1" spc="-20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deep</a:t>
            </a:r>
            <a:r>
              <a:rPr sz="950" i="1" spc="-25" dirty="0">
                <a:latin typeface="Arial"/>
                <a:cs typeface="Arial"/>
              </a:rPr>
              <a:t> </a:t>
            </a:r>
            <a:r>
              <a:rPr sz="950" i="1" spc="-10" dirty="0">
                <a:latin typeface="Arial"/>
                <a:cs typeface="Arial"/>
              </a:rPr>
              <a:t>learning</a:t>
            </a:r>
            <a:r>
              <a:rPr sz="950" spc="-10" dirty="0">
                <a:latin typeface="Tahoma"/>
                <a:cs typeface="Tahoma"/>
              </a:rPr>
              <a:t>.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50" dirty="0">
                <a:latin typeface="Tahoma"/>
                <a:cs typeface="Tahoma"/>
              </a:rPr>
              <a:t>Cambridge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University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Press.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Chapters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6</a:t>
            </a:r>
            <a:r>
              <a:rPr sz="950" spc="-4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and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spc="-25" dirty="0">
                <a:latin typeface="Tahoma"/>
                <a:cs typeface="Tahoma"/>
              </a:rPr>
              <a:t>7.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950" dirty="0">
                <a:latin typeface="Tahoma"/>
                <a:cs typeface="Tahoma"/>
              </a:rPr>
              <a:t>Goodfellow,</a:t>
            </a:r>
            <a:r>
              <a:rPr sz="950" spc="-5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I.,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Bengio,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Y.,</a:t>
            </a:r>
            <a:r>
              <a:rPr sz="950" spc="-2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Courville,</a:t>
            </a:r>
            <a:r>
              <a:rPr sz="950" spc="-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A.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(2016).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i="1" dirty="0">
                <a:latin typeface="Arial"/>
                <a:cs typeface="Arial"/>
              </a:rPr>
              <a:t>Deep</a:t>
            </a:r>
            <a:r>
              <a:rPr sz="950" i="1" spc="-25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Learning</a:t>
            </a:r>
            <a:r>
              <a:rPr sz="950" dirty="0">
                <a:latin typeface="Tahoma"/>
                <a:cs typeface="Tahoma"/>
              </a:rPr>
              <a:t>.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MIT</a:t>
            </a:r>
            <a:r>
              <a:rPr sz="950" spc="-10" dirty="0">
                <a:latin typeface="Tahoma"/>
                <a:cs typeface="Tahoma"/>
              </a:rPr>
              <a:t> Press.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8814" y="3145485"/>
            <a:ext cx="68262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Dee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Neura</a:t>
            </a:r>
            <a:r>
              <a:rPr sz="600" u="sng" cap="small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600" u="sng" cap="small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600" u="sng" cap="small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 action="ppaction://hlinksldjump"/>
              </a:rPr>
              <a:t>Network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670"/>
              </a:lnSpc>
            </a:pPr>
            <a:fld id="{81D60167-4931-47E6-BA6A-407CBD079E47}" type="slidenum">
              <a:rPr dirty="0"/>
              <a:t>103</a:t>
            </a:fld>
            <a:r>
              <a:rPr spc="-15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25" dirty="0"/>
              <a:t>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23C1875908B441AF4AF4B1296840D8" ma:contentTypeVersion="31" ma:contentTypeDescription="Create a new document." ma:contentTypeScope="" ma:versionID="fa0cce1e46866e7a076082a0584bb20e">
  <xsd:schema xmlns:xsd="http://www.w3.org/2001/XMLSchema" xmlns:xs="http://www.w3.org/2001/XMLSchema" xmlns:p="http://schemas.microsoft.com/office/2006/metadata/properties" xmlns:ns2="e1b5d412-63f5-4184-9493-34a8c46e02de" xmlns:ns3="385a44b4-34aa-45df-8ce2-c9f8500b9889" targetNamespace="http://schemas.microsoft.com/office/2006/metadata/properties" ma:root="true" ma:fieldsID="69db2f3ddc87031a542ea134746840fd" ns2:_="" ns3:_="">
    <xsd:import namespace="e1b5d412-63f5-4184-9493-34a8c46e02de"/>
    <xsd:import namespace="385a44b4-34aa-45df-8ce2-c9f8500b9889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d412-63f5-4184-9493-34a8c46e02d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5a44b4-34aa-45df-8ce2-c9f8500b9889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9d2b77bf-14c6-4700-9b54-1526217c2fb2}" ma:internalName="TaxCatchAll" ma:showField="CatchAllData" ma:web="385a44b4-34aa-45df-8ce2-c9f8500b98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ChannelId xmlns="e1b5d412-63f5-4184-9493-34a8c46e02de" xsi:nil="true"/>
    <FolderType xmlns="e1b5d412-63f5-4184-9493-34a8c46e02de" xsi:nil="true"/>
    <Teachers xmlns="e1b5d412-63f5-4184-9493-34a8c46e02de">
      <UserInfo>
        <DisplayName/>
        <AccountId xsi:nil="true"/>
        <AccountType/>
      </UserInfo>
    </Teachers>
    <lcf76f155ced4ddcb4097134ff3c332f xmlns="e1b5d412-63f5-4184-9493-34a8c46e02de">
      <Terms xmlns="http://schemas.microsoft.com/office/infopath/2007/PartnerControls"/>
    </lcf76f155ced4ddcb4097134ff3c332f>
    <Has_Teacher_Only_SectionGroup xmlns="e1b5d412-63f5-4184-9493-34a8c46e02de" xsi:nil="true"/>
    <DefaultSectionNames xmlns="e1b5d412-63f5-4184-9493-34a8c46e02de" xsi:nil="true"/>
    <Is_Collaboration_Space_Locked xmlns="e1b5d412-63f5-4184-9493-34a8c46e02de" xsi:nil="true"/>
    <Invited_Teachers xmlns="e1b5d412-63f5-4184-9493-34a8c46e02de" xsi:nil="true"/>
    <Invited_Students xmlns="e1b5d412-63f5-4184-9493-34a8c46e02de" xsi:nil="true"/>
    <Math_Settings xmlns="e1b5d412-63f5-4184-9493-34a8c46e02de" xsi:nil="true"/>
    <Teams_Channel_Section_Location xmlns="e1b5d412-63f5-4184-9493-34a8c46e02de" xsi:nil="true"/>
    <TaxCatchAll xmlns="385a44b4-34aa-45df-8ce2-c9f8500b9889" xsi:nil="true"/>
    <Owner xmlns="e1b5d412-63f5-4184-9493-34a8c46e02de">
      <UserInfo>
        <DisplayName/>
        <AccountId xsi:nil="true"/>
        <AccountType/>
      </UserInfo>
    </Owner>
    <Students xmlns="e1b5d412-63f5-4184-9493-34a8c46e02de">
      <UserInfo>
        <DisplayName/>
        <AccountId xsi:nil="true"/>
        <AccountType/>
      </UserInfo>
    </Students>
    <LMS_Mappings xmlns="e1b5d412-63f5-4184-9493-34a8c46e02de" xsi:nil="true"/>
    <IsNotebookLocked xmlns="e1b5d412-63f5-4184-9493-34a8c46e02de" xsi:nil="true"/>
    <NotebookType xmlns="e1b5d412-63f5-4184-9493-34a8c46e02de" xsi:nil="true"/>
    <CultureName xmlns="e1b5d412-63f5-4184-9493-34a8c46e02de" xsi:nil="true"/>
    <Student_Groups xmlns="e1b5d412-63f5-4184-9493-34a8c46e02de">
      <UserInfo>
        <DisplayName/>
        <AccountId xsi:nil="true"/>
        <AccountType/>
      </UserInfo>
    </Student_Groups>
    <AppVersion xmlns="e1b5d412-63f5-4184-9493-34a8c46e02de" xsi:nil="true"/>
    <Distribution_Groups xmlns="e1b5d412-63f5-4184-9493-34a8c46e02de" xsi:nil="true"/>
    <Templates xmlns="e1b5d412-63f5-4184-9493-34a8c46e02de" xsi:nil="true"/>
    <Self_Registration_Enabled xmlns="e1b5d412-63f5-4184-9493-34a8c46e02de" xsi:nil="true"/>
  </documentManagement>
</p:properties>
</file>

<file path=customXml/itemProps1.xml><?xml version="1.0" encoding="utf-8"?>
<ds:datastoreItem xmlns:ds="http://schemas.openxmlformats.org/officeDocument/2006/customXml" ds:itemID="{096291E9-7832-4380-AA4E-4DC9978B2113}"/>
</file>

<file path=customXml/itemProps2.xml><?xml version="1.0" encoding="utf-8"?>
<ds:datastoreItem xmlns:ds="http://schemas.openxmlformats.org/officeDocument/2006/customXml" ds:itemID="{90A7BDD6-FE7F-4EC4-AC28-306308FA2882}"/>
</file>

<file path=customXml/itemProps3.xml><?xml version="1.0" encoding="utf-8"?>
<ds:datastoreItem xmlns:ds="http://schemas.openxmlformats.org/officeDocument/2006/customXml" ds:itemID="{3D50960E-1C24-4DFF-9188-1197C80248F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4375</Words>
  <Application>Microsoft Office PowerPoint</Application>
  <PresentationFormat>Custom</PresentationFormat>
  <Paragraphs>977</Paragraphs>
  <Slides>103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19" baseType="lpstr">
      <vt:lpstr>Malgun Gothic</vt:lpstr>
      <vt:lpstr>Microsoft YaHei UI</vt:lpstr>
      <vt:lpstr>Yu Gothic</vt:lpstr>
      <vt:lpstr>Arial</vt:lpstr>
      <vt:lpstr>Arial MT</vt:lpstr>
      <vt:lpstr>Calibri</vt:lpstr>
      <vt:lpstr>Cambria</vt:lpstr>
      <vt:lpstr>Cambria Math</vt:lpstr>
      <vt:lpstr>Lucida Sans Unicode</vt:lpstr>
      <vt:lpstr>Microsoft Sans Serif</vt:lpstr>
      <vt:lpstr>Tahoma</vt:lpstr>
      <vt:lpstr>Times New Roman</vt:lpstr>
      <vt:lpstr>Trebuchet MS</vt:lpstr>
      <vt:lpstr>Verdana</vt:lpstr>
      <vt:lpstr>Wingdings</vt:lpstr>
      <vt:lpstr>Office Theme</vt:lpstr>
      <vt:lpstr>PowerPoint Presentation</vt:lpstr>
      <vt:lpstr>PowerPoint Presentation</vt:lpstr>
      <vt:lpstr>Table of Contents</vt:lpstr>
      <vt:lpstr>Motivation: Why Sequence Models?</vt:lpstr>
      <vt:lpstr>Sequential data</vt:lpstr>
      <vt:lpstr>Modeling sequential data</vt:lpstr>
      <vt:lpstr>Modeling sequential data</vt:lpstr>
      <vt:lpstr>Modeling sequential data</vt:lpstr>
      <vt:lpstr>Why Feedforward Networks Fail?</vt:lpstr>
      <vt:lpstr>Temporal Dependencies</vt:lpstr>
      <vt:lpstr>Table of Contents</vt:lpstr>
      <vt:lpstr>PowerPoint Presentation</vt:lpstr>
      <vt:lpstr>Autoregressive Models: Example</vt:lpstr>
      <vt:lpstr>Markov Assumption</vt:lpstr>
      <vt:lpstr>Markov Assumption: Example</vt:lpstr>
      <vt:lpstr>Latent Variable Models</vt:lpstr>
      <vt:lpstr>PowerPoint Presentation</vt:lpstr>
      <vt:lpstr>Numerical Example: Temperature Forecasting - Setup</vt:lpstr>
      <vt:lpstr>Temperature Forecasting - Autoregressive Prediction</vt:lpstr>
      <vt:lpstr>PowerPoint Presentation</vt:lpstr>
      <vt:lpstr>Table of Contents</vt:lpstr>
      <vt:lpstr>Recurrent Neural Network (RNN)</vt:lpstr>
      <vt:lpstr>RNN: Unrolled Computation Graph</vt:lpstr>
      <vt:lpstr>PowerPoint Presentation</vt:lpstr>
      <vt:lpstr>PowerPoint Presentation</vt:lpstr>
      <vt:lpstr>Parameter Sharing Across Time</vt:lpstr>
      <vt:lpstr>RNN Parameter Counting</vt:lpstr>
      <vt:lpstr>PowerPoint Presentation</vt:lpstr>
      <vt:lpstr>PowerPoint Presentation</vt:lpstr>
      <vt:lpstr>RNN Forward propagation example</vt:lpstr>
      <vt:lpstr>PowerPoint Presentation</vt:lpstr>
      <vt:lpstr>PowerPoint Presentation</vt:lpstr>
      <vt:lpstr>PowerPoint Presentation</vt:lpstr>
      <vt:lpstr>Activation Functions in RNNs</vt:lpstr>
      <vt:lpstr>Table of Contents</vt:lpstr>
      <vt:lpstr>PowerPoint Presentation</vt:lpstr>
      <vt:lpstr>PowerPoint Presentation</vt:lpstr>
      <vt:lpstr>Backpropagation Through Time (BPTT)</vt:lpstr>
      <vt:lpstr>BPTT: Computational Graph </vt:lpstr>
      <vt:lpstr>PowerPoint Presentation</vt:lpstr>
      <vt:lpstr>Gradient at the hidden state (in recursive form)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Vanishing Gradients are Problematic?</vt:lpstr>
      <vt:lpstr>Table of Contents</vt:lpstr>
      <vt:lpstr>Bidirectional RNNs: 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When to Use Bidirectional RNNs</vt:lpstr>
      <vt:lpstr>Table of Contents</vt:lpstr>
      <vt:lpstr>Deep (Stacked) RNNs: Motivation</vt:lpstr>
      <vt:lpstr>Deep RNN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Deep RNN: Gradient Flow Considerations</vt:lpstr>
      <vt:lpstr>Table of Contents</vt:lpstr>
      <vt:lpstr>GRU: Motivation</vt:lpstr>
      <vt:lpstr>GRU: Architecture Overview</vt:lpstr>
      <vt:lpstr>PowerPoint Presentation</vt:lpstr>
      <vt:lpstr>PowerPoint Presentation</vt:lpstr>
      <vt:lpstr>GRU: Update Gate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Table of Contents</vt:lpstr>
      <vt:lpstr>LSTM: 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LSTM vs GRU: Comparison</vt:lpstr>
      <vt:lpstr>Table of Contents</vt:lpstr>
      <vt:lpstr>PowerPoint Presentation</vt:lpstr>
      <vt:lpstr>Univariate vs Multivariate Time Series</vt:lpstr>
      <vt:lpstr>Forecasting Architectures: Output Types</vt:lpstr>
      <vt:lpstr>PowerPoint Presentation</vt:lpstr>
      <vt:lpstr>PowerPoint Presentation</vt:lpstr>
      <vt:lpstr>Table of Contents</vt:lpstr>
      <vt:lpstr>PowerPoint Presentation</vt:lpstr>
      <vt:lpstr>Summary: Key Takeaways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2026-04-11T02:32:23Z</dcterms:created>
  <dcterms:modified xsi:type="dcterms:W3CDTF">2026-04-11T05:00:06Z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0x010100B123C1875908B441AF4AF4B1296840D8</vt:lpwstr>
  </property>
</Properties>
</file>