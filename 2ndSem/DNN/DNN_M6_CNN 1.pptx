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6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7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67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37.xml" ContentType="application/vnd.openxmlformats-officedocument.presentationml.slide+xml"/>
  <Override PartName="/ppt/slides/slide136.xml" ContentType="application/vnd.openxmlformats-officedocument.presentationml.slide+xml"/>
  <Override PartName="/ppt/slides/slide135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75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57.xml" ContentType="application/vnd.openxmlformats-officedocument.presentationml.slide+xml"/>
  <Override PartName="/ppt/slides/slide156.xml" ContentType="application/vnd.openxmlformats-officedocument.presentationml.slide+xml"/>
  <Override PartName="/ppt/slides/slide155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27.xml" ContentType="application/vnd.openxmlformats-officedocument.presentationml.slide+xml"/>
  <Override PartName="/ppt/slides/slide130.xml" ContentType="application/vnd.openxmlformats-officedocument.presentationml.slide+xml"/>
  <Override PartName="/ppt/slides/slide125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26.xml" ContentType="application/vnd.openxmlformats-officedocument.presentationml.slide+xml"/>
  <Override PartName="/ppt/slides/slide105.xml" ContentType="application/vnd.openxmlformats-officedocument.presentationml.slide+xml"/>
  <Override PartName="/ppt/slides/slide98.xml" ContentType="application/vnd.openxmlformats-officedocument.presentationml.slide+xml"/>
  <Override PartName="/ppt/slides/slide97.xml" ContentType="application/vnd.openxmlformats-officedocument.presentationml.slide+xml"/>
  <Override PartName="/ppt/slides/slide96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106.xml" ContentType="application/vnd.openxmlformats-officedocument.presentationml.slide+xml"/>
  <Override PartName="/ppt/slides/slide104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16.xml" ContentType="application/vnd.openxmlformats-officedocument.presentationml.slide+xml"/>
  <Override PartName="/ppt/slides/slide107.xml" ContentType="application/vnd.openxmlformats-officedocument.presentationml.slide+xml"/>
  <Override PartName="/ppt/slides/slide115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2.xml" ContentType="application/vnd.openxmlformats-officedocument.presentationml.slide+xml"/>
  <Override PartName="/ppt/slides/slide111.xml" ContentType="application/vnd.openxmlformats-officedocument.presentationml.slide+xml"/>
  <Override PartName="/ppt/slides/slide114.xml" ContentType="application/vnd.openxmlformats-officedocument.presentationml.slide+xml"/>
  <Override PartName="/ppt/slides/slide113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ink/ink87.xml" ContentType="application/inkml+xml"/>
  <Override PartName="/ppt/notesMasters/notesMaster1.xml" ContentType="application/vnd.openxmlformats-officedocument.presentationml.notesMaster+xml"/>
  <Override PartName="/ppt/ink/ink32.xml" ContentType="application/inkml+xml"/>
  <Override PartName="/ppt/ink/ink31.xml" ContentType="application/inkml+xml"/>
  <Override PartName="/ppt/ink/ink33.xml" ContentType="application/inkml+xml"/>
  <Override PartName="/ppt/ink/ink36.xml" ContentType="application/inkml+xml"/>
  <Override PartName="/ppt/ink/ink37.xml" ContentType="application/inkml+xml"/>
  <Override PartName="/ppt/ink/ink35.xml" ContentType="application/inkml+xml"/>
  <Override PartName="/ppt/ink/ink34.xml" ContentType="application/inkml+xml"/>
  <Override PartName="/ppt/ink/ink30.xml" ContentType="application/inkml+xml"/>
  <Override PartName="/ppt/ink/ink29.xml" ContentType="application/inkml+xml"/>
  <Override PartName="/ppt/ink/ink47.xml" ContentType="application/inkml+xml"/>
  <Override PartName="/ppt/ink/ink46.xml" ContentType="application/inkml+xml"/>
  <Override PartName="/ppt/ink/ink48.xml" ContentType="application/inkml+xml"/>
  <Override PartName="/ppt/ink/ink51.xml" ContentType="application/inkml+xml"/>
  <Override PartName="/ppt/ink/ink50.xml" ContentType="application/inkml+xml"/>
  <Override PartName="/ppt/ink/ink49.xml" ContentType="application/inkml+xml"/>
  <Override PartName="/ppt/ink/ink45.xml" ContentType="application/inkml+xml"/>
  <Override PartName="/ppt/ink/ink41.xml" ContentType="application/inkml+xml"/>
  <Override PartName="/ppt/ink/ink40.xml" ContentType="application/inkml+xml"/>
  <Override PartName="/ppt/ink/ink38.xml" ContentType="application/inkml+xml"/>
  <Override PartName="/ppt/ink/ink39.xml" ContentType="application/inkml+xml"/>
  <Override PartName="/ppt/ink/ink44.xml" ContentType="application/inkml+xml"/>
  <Override PartName="/ppt/ink/ink43.xml" ContentType="application/inkml+xml"/>
  <Override PartName="/ppt/ink/ink42.xml" ContentType="application/inkml+xml"/>
  <Override PartName="/ppt/ink/ink28.xml" ContentType="application/inkml+xml"/>
  <Override PartName="/ppt/ink/ink7.xml" ContentType="application/inkml+xml"/>
  <Override PartName="/ppt/ink/ink8.xml" ContentType="application/inkml+xml"/>
  <Override PartName="/ppt/ink/ink6.xml" ContentType="application/inkml+xml"/>
  <Override PartName="/ppt/ink/ink5.xml" ContentType="application/inkml+xml"/>
  <Override PartName="/ppt/ink/ink13.xml" ContentType="application/inkml+xml"/>
  <Override PartName="/ppt/ink/ink14.xml" ContentType="application/inkml+xml"/>
  <Override PartName="/ppt/ink/ink12.xml" ContentType="application/inkml+xml"/>
  <Override PartName="/ppt/ink/ink11.xml" ContentType="application/inkml+xml"/>
  <Override PartName="/ppt/ink/ink9.xml" ContentType="application/inkml+xml"/>
  <Override PartName="/ppt/ink/ink10.xml" ContentType="application/inkml+xml"/>
  <Override PartName="/ppt/ink/ink4.xml" ContentType="application/inkml+xml"/>
  <Override PartName="/ppt/ink/ink3.xml" ContentType="application/inkml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25.xml" ContentType="application/inkml+xml"/>
  <Override PartName="/ppt/ink/ink24.xml" ContentType="application/inkml+xml"/>
  <Override PartName="/ppt/ink/ink23.xml" ContentType="application/inkml+xml"/>
  <Override PartName="/ppt/ink/ink27.xml" ContentType="application/inkml+xml"/>
  <Override PartName="/ppt/ink/ink26.xml" ContentType="application/inkml+xml"/>
  <Override PartName="/ppt/ink/ink22.xml" ContentType="application/inkml+xml"/>
  <Override PartName="/ppt/ink/ink21.xml" ContentType="application/inkml+xml"/>
  <Override PartName="/ppt/ink/ink16.xml" ContentType="application/inkml+xml"/>
  <Override PartName="/ppt/ink/ink15.xml" ContentType="application/inkml+xml"/>
  <Override PartName="/ppt/ink/ink19.xml" ContentType="application/inkml+xml"/>
  <Override PartName="/ppt/ink/ink20.xml" ContentType="application/inkml+xml"/>
  <Override PartName="/ppt/ink/ink18.xml" ContentType="application/inkml+xml"/>
  <Override PartName="/ppt/ink/ink17.xml" ContentType="application/inkml+xml"/>
  <Override PartName="/ppt/ink/ink52.xml" ContentType="application/inkml+xml"/>
  <Override PartName="/ppt/ink/ink73.xml" ContentType="application/inkml+xml"/>
  <Override PartName="/ppt/ink/ink74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1.xml" ContentType="application/inkml+xml"/>
  <Override PartName="/ppt/ink/ink76.xml" ContentType="application/inkml+xml"/>
  <Override PartName="/ppt/ink/ink77.xml" ContentType="application/inkml+xml"/>
  <Override PartName="/ppt/ink/ink75.xml" ContentType="application/inkml+xml"/>
  <Override PartName="/ppt/ink/ink79.xml" ContentType="application/inkml+xml"/>
  <Override PartName="/ppt/ink/ink80.xml" ContentType="application/inkml+xml"/>
  <Override PartName="/ppt/ink/ink78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2.xml" ContentType="application/inkml+xml"/>
  <Override PartName="/ppt/ink/ink61.xml" ContentType="application/inkml+xml"/>
  <Override PartName="/ppt/ink/ink54.xml" ContentType="application/inkml+xml"/>
  <Override PartName="/ppt/ink/ink53.xml" ContentType="application/inkml+xml"/>
  <Override PartName="/ppt/ink/ink55.xml" ContentType="application/inkml+xml"/>
  <Override PartName="/ppt/ink/ink56.xml" ContentType="application/inkml+xml"/>
  <Override PartName="/ppt/ink/ink63.xml" ContentType="application/inkml+xml"/>
  <Override PartName="/ppt/ink/ink5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69.xml" ContentType="application/inkml+xml"/>
  <Override PartName="/ppt/ink/ink65.xml" ContentType="application/inkml+xml"/>
  <Override PartName="/ppt/ink/ink64.xml" ContentType="application/inkml+xml"/>
  <Override PartName="/ppt/ink/ink68.xml" ContentType="application/inkml+xml"/>
  <Override PartName="/ppt/ink/ink66.xml" ContentType="application/inkml+xml"/>
  <Override PartName="/ppt/ink/ink67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gs/tag4.xml" ContentType="application/vnd.openxmlformats-officedocument.presentationml.tags+xml"/>
  <Override PartName="/docProps/core.xml" ContentType="application/vnd.openxmlformats-package.core-properties+xml"/>
  <Override PartName="/ppt/tags/tag3.xml" ContentType="application/vnd.openxmlformats-officedocument.presentationml.tags+xml"/>
  <Override PartName="/docProps/custom.xml" ContentType="application/vnd.openxmlformats-officedocument.custom-properties+xml"/>
  <Override PartName="/ppt/tags/tag5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16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409" r:id="rId47"/>
    <p:sldId id="301" r:id="rId48"/>
    <p:sldId id="302" r:id="rId49"/>
    <p:sldId id="303" r:id="rId50"/>
    <p:sldId id="410" r:id="rId51"/>
    <p:sldId id="411" r:id="rId52"/>
    <p:sldId id="412" r:id="rId53"/>
    <p:sldId id="413" r:id="rId54"/>
    <p:sldId id="414" r:id="rId55"/>
    <p:sldId id="419" r:id="rId56"/>
    <p:sldId id="415" r:id="rId57"/>
    <p:sldId id="420" r:id="rId58"/>
    <p:sldId id="421" r:id="rId59"/>
    <p:sldId id="417" r:id="rId60"/>
    <p:sldId id="418" r:id="rId61"/>
    <p:sldId id="422" r:id="rId62"/>
    <p:sldId id="423" r:id="rId63"/>
    <p:sldId id="424" r:id="rId64"/>
    <p:sldId id="425" r:id="rId65"/>
    <p:sldId id="426" r:id="rId66"/>
    <p:sldId id="452" r:id="rId67"/>
    <p:sldId id="427" r:id="rId68"/>
    <p:sldId id="428" r:id="rId69"/>
    <p:sldId id="429" r:id="rId70"/>
    <p:sldId id="430" r:id="rId71"/>
    <p:sldId id="453" r:id="rId72"/>
    <p:sldId id="431" r:id="rId73"/>
    <p:sldId id="432" r:id="rId74"/>
    <p:sldId id="433" r:id="rId75"/>
    <p:sldId id="434" r:id="rId76"/>
    <p:sldId id="435" r:id="rId77"/>
    <p:sldId id="442" r:id="rId78"/>
    <p:sldId id="436" r:id="rId79"/>
    <p:sldId id="437" r:id="rId80"/>
    <p:sldId id="438" r:id="rId81"/>
    <p:sldId id="439" r:id="rId82"/>
    <p:sldId id="440" r:id="rId83"/>
    <p:sldId id="441" r:id="rId84"/>
    <p:sldId id="305" r:id="rId85"/>
    <p:sldId id="447" r:id="rId86"/>
    <p:sldId id="306" r:id="rId87"/>
    <p:sldId id="307" r:id="rId88"/>
    <p:sldId id="454" r:id="rId89"/>
    <p:sldId id="308" r:id="rId90"/>
    <p:sldId id="309" r:id="rId91"/>
    <p:sldId id="310" r:id="rId92"/>
    <p:sldId id="311" r:id="rId93"/>
    <p:sldId id="318" r:id="rId94"/>
    <p:sldId id="319" r:id="rId95"/>
    <p:sldId id="320" r:id="rId96"/>
    <p:sldId id="321" r:id="rId97"/>
    <p:sldId id="332" r:id="rId98"/>
    <p:sldId id="451" r:id="rId99"/>
    <p:sldId id="449" r:id="rId100"/>
    <p:sldId id="333" r:id="rId101"/>
    <p:sldId id="334" r:id="rId102"/>
    <p:sldId id="335" r:id="rId103"/>
    <p:sldId id="347" r:id="rId104"/>
    <p:sldId id="443" r:id="rId105"/>
    <p:sldId id="348" r:id="rId106"/>
    <p:sldId id="349" r:id="rId107"/>
    <p:sldId id="350" r:id="rId108"/>
    <p:sldId id="351" r:id="rId109"/>
    <p:sldId id="352" r:id="rId110"/>
    <p:sldId id="353" r:id="rId111"/>
    <p:sldId id="354" r:id="rId112"/>
    <p:sldId id="355" r:id="rId113"/>
    <p:sldId id="356" r:id="rId114"/>
    <p:sldId id="357" r:id="rId115"/>
    <p:sldId id="358" r:id="rId116"/>
    <p:sldId id="359" r:id="rId117"/>
    <p:sldId id="360" r:id="rId118"/>
    <p:sldId id="361" r:id="rId119"/>
    <p:sldId id="362" r:id="rId120"/>
    <p:sldId id="363" r:id="rId121"/>
    <p:sldId id="364" r:id="rId122"/>
    <p:sldId id="365" r:id="rId123"/>
    <p:sldId id="366" r:id="rId124"/>
    <p:sldId id="367" r:id="rId125"/>
    <p:sldId id="368" r:id="rId126"/>
    <p:sldId id="369" r:id="rId127"/>
    <p:sldId id="370" r:id="rId128"/>
    <p:sldId id="371" r:id="rId129"/>
    <p:sldId id="372" r:id="rId130"/>
    <p:sldId id="373" r:id="rId131"/>
    <p:sldId id="374" r:id="rId132"/>
    <p:sldId id="375" r:id="rId133"/>
    <p:sldId id="376" r:id="rId134"/>
    <p:sldId id="377" r:id="rId135"/>
    <p:sldId id="378" r:id="rId136"/>
    <p:sldId id="379" r:id="rId137"/>
    <p:sldId id="380" r:id="rId138"/>
    <p:sldId id="381" r:id="rId139"/>
    <p:sldId id="382" r:id="rId140"/>
    <p:sldId id="383" r:id="rId141"/>
    <p:sldId id="384" r:id="rId142"/>
    <p:sldId id="385" r:id="rId143"/>
    <p:sldId id="386" r:id="rId144"/>
    <p:sldId id="387" r:id="rId145"/>
    <p:sldId id="388" r:id="rId146"/>
    <p:sldId id="389" r:id="rId147"/>
    <p:sldId id="390" r:id="rId148"/>
    <p:sldId id="391" r:id="rId149"/>
    <p:sldId id="392" r:id="rId150"/>
    <p:sldId id="393" r:id="rId151"/>
    <p:sldId id="394" r:id="rId152"/>
    <p:sldId id="395" r:id="rId153"/>
    <p:sldId id="396" r:id="rId154"/>
    <p:sldId id="397" r:id="rId155"/>
    <p:sldId id="398" r:id="rId156"/>
    <p:sldId id="399" r:id="rId157"/>
    <p:sldId id="400" r:id="rId158"/>
    <p:sldId id="401" r:id="rId159"/>
    <p:sldId id="402" r:id="rId160"/>
    <p:sldId id="403" r:id="rId161"/>
    <p:sldId id="404" r:id="rId162"/>
    <p:sldId id="405" r:id="rId163"/>
    <p:sldId id="406" r:id="rId164"/>
    <p:sldId id="407" r:id="rId165"/>
    <p:sldId id="408" r:id="rId16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662" autoAdjust="0"/>
  </p:normalViewPr>
  <p:slideViewPr>
    <p:cSldViewPr>
      <p:cViewPr varScale="1">
        <p:scale>
          <a:sx n="127" d="100"/>
          <a:sy n="127" d="100"/>
        </p:scale>
        <p:origin x="110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theme" Target="theme/theme1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tableStyles" Target="tableStyles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72" Type="http://schemas.openxmlformats.org/officeDocument/2006/relationships/customXml" Target="../customXml/item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customXml" Target="../customXml/item2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customXml" Target="../customXml/item3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28:26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1050 4474 1207 0,'0'0'354'16,"0"0"-118"-16,0 0-60 16,0 0-94-16,0 0-54 15,0 0-19-15,10 9 2 0,4 3 10 16,5 3 63-16,-2 0 12 16,0-3-10-16,-1-2-21 15,-3-3-24-15,-2-4-1 16,0-3 10-16,-3 0-7 15,1-6 14-15,0-8-8 16,1-11-25-16,1-15-2 16,2-13 1-16,0-8-14 15,-2 2-9-15,2 6-23 16,-1 7-14-16,-1 9-27 16,-2 10 7-16,-3 8 11 15,-1 5-7-15,-1 1-11 0,-1 3 7 16,0 1 1-1,-3 6 7-15,2 3 0 0,-2 21-36 16,0 2-45-16,0 5-54 0</inkml:trace>
  <inkml:trace contextRef="#ctx0" brushRef="#br0" timeOffset="2147.0172">4672 4134 811 0,'0'0'370'0,"0"0"-148"15,0 0-13-15,0 0-2 16,0 0 4-16,0 0-27 15,0 0-42-15,-1 1-17 16,1-1-29-16,0 0 15 16,6 0-37-16,3-5-4 15,4-1 9-15,2-2 1 16,3-1-26-16,1-2-10 16,0 0-14-16,-1 1-16 15,1 0-4-15,-4 1-2 0,-2 1-7 16,-2 2-1-16,-2 1 1 15,-2 2-1-15,-2 0-13 16,0 1-101-16,-3 2-91 16,-1 0-69-16,-1 0-201 15,0 3-154-15</inkml:trace>
  <inkml:trace contextRef="#ctx0" brushRef="#br0" timeOffset="2424.4752">4677 4283 1386 0,'0'0'338'0,"0"0"-97"0,0 0-1 16,0 0-30-16,0 0-51 15,0 0-31-15,0 0-9 16,40-17-34-16,-22 8-1 15,3-2-24-15,-1-1-27 16,1 0-11-16,-1 0-10 16,-2 1-10-16,1-2-1 15,0 2-1-15,1 1-112 16,9-2-118-16,-5 2-307 16,-3 1-522-16</inkml:trace>
  <inkml:trace contextRef="#ctx0" brushRef="#br0" timeOffset="6216.9046">4179 2114 1798 0,'0'0'308'0,"0"0"-308"16,-50-40-25-16,35 28 25 15,4 4 31-15,5 4-21 16,3 3 2-16,3 1-7 15,2 15-5-15,8 4 0 16,4 6 15-16,2 5 32 16,-1-4-4-16,1 2 22 0,-2-3 5 15,-1-3-18-15,-3-6-18 16,-3-4-18-16,-2-4-7 16,-3-6-1-16,-2-2 2 15,0-2 8-15,0-9-5 16,-2-3-5-16,-1-2-2 15,1-1 2-15,2 3-8 16,0 3-17-16,5 2-19 16,1 3 0-16,2 2 20 15,1 4-2-15,-1 0 18 0,-1 4 0 16,0 5 1-16,-4 3 0 16,-3 4 14-16,0 0-14 15,-2 1 0-15,-4 0 0 16,-3-2 5-16,2-2-6 15,1-4-8-15,2-3 8 16,1-3 0-16,3-2-4 16,0-1-11-16,2 0-7 15,6-4 11-15,2-4-6 16,0-3-3-16,3-2-18 16,-3-1 14-16,0-2-2 15,-2-1 8-15,0 1 12 16,-2 0 6-16,-1 2 0 15,0 0 2-15,2 3 5 16,-1 3 23-16,2 5 4 0,2 3-12 16,2 0 12-16,2 9 26 15,0 1-1-15,-1 2-6 16,-1-3-29-16,-2 1-15 16,-3-1-9-16,-2-2 0 15,-4-1-113-15,-4-4-145 16,-6-2-251-16,-2 0-366 0</inkml:trace>
  <inkml:trace contextRef="#ctx0" brushRef="#br0" timeOffset="6360.8131">4273 2013 848 0,'0'0'208'0,"0"0"-139"0,0 0 11 16,0 0-24-16,0 0-56 15,47 21-20-15,-34-15-644 0</inkml:trace>
  <inkml:trace contextRef="#ctx0" brushRef="#br0" timeOffset="6721.0362">4399 2043 1255 0,'0'0'324'0,"0"0"-170"15,0 0-66-15,0 0 88 16,0 0-43-16,30 37-16 16,-18-21-27-16,-4 0-31 15,1-1 3-15,-1-1-21 0,-3-2-16 16,-2-4-16-16,0-4 3 16,-3-2 1-16,0-2 109 15,0-3-16-15,0-7-52 16,-5-4-44-16,1-3-2 15,3-1-8-15,-1 1-12 16,2 1 0-16,0 5-1 16,2 3 1-16,5 3 0 15,3 2 3-15,1 3-1 16,4 0 9-16,2 4 1 16,0 3 9-16,0 3-9 15,3 2 0-15,-3 0-1 0,2 4-18 16,-5-2-295-1,-4-4-501-15</inkml:trace>
  <inkml:trace contextRef="#ctx0" brushRef="#br0" timeOffset="7342.0776">4669 1910 1617 0,'0'0'379'16,"0"0"-24"-16,0 0-179 16,0 0-104-16,0 0-40 0,0 0-18 15,0 0-7-15,-29 33-6 16,26-17 10-16,1 3 5 16,2-1 3-16,0 0 11 15,1-2-13-15,7-2-5 16,1-5-5-16,3-4-5 15,2-4-1-15,-1-1-2 16,2-11 0-16,-3-6-8 16,-2-2-16-16,-4-4 13 15,-3 0 12-15,-1 2 0 16,-2 2 1-16,0 2 0 16,-2 5 1-16,-1 4-1 15,2 3 5-15,-2 2-5 0,3 3 1 16,0 0-2-1,0 2-1-15,2 6-8 0,5 3 9 16,4 2 1-16,3-1 8 16,1 1 1-16,2-2 1 15,1-2-2-15,-2-2 3 16,-3-3-12-16,-2-4 0 16,-3 0 0-16,-4-4 8 15,-1-7-7-15,-2-2 0 16,-1-4 0-16,0 1 5 15,0 0 0-15,-2 3 13 16,0 3-10-16,2 3 2 16,0 4-10-16,0 3-1 15,0 0 0-15,4 4-11 0,5 4 11 16,4 2 0-16,0 0 7 16,3 0-7-16,-1-1-1 15,0-3-38-15,0-3-190 16,-6-2-277-16,-1-1-315 0</inkml:trace>
  <inkml:trace contextRef="#ctx0" brushRef="#br0" timeOffset="7710.4769">4945 1816 1134 0,'0'0'301'16,"0"0"53"-16,0 0-206 15,0 0-97-15,0 0-9 16,0 0 50-16,0 0-25 15,36-12-33-15,-22 6-13 16,1 0-9-16,-4 0-11 0,-2-1 8 16,-4 1-3-16,-3 0 42 15,-1 1 61-15,-1 2 17 16,0 1-36-16,0 2-40 16,0 0-27-16,0 1-11 15,3 8-11-15,4 5 6 16,2 3 32-16,2 5-5 15,3 2 13-15,3-1-1 16,0-1 21-16,0-1-16 16,-2-1-21-16,-1-3-3 15,-4-2 19-15,-2-1-4 16,-3 0-13-16,-5 1-1 16,0 1 4-16,-12 3-2 0,-12 8-9 15,-24 13-21-15,4-4-2 16,0-6-497-16</inkml:trace>
  <inkml:trace contextRef="#ctx0" brushRef="#br0" timeOffset="9067.1077">12528 1888 1957 0,'0'0'387'0,"0"0"-234"16,0 0-55-16,0 0-38 16,0 0-16-16,-3 50 13 15,7-26-2-15,2-1-25 16,0-3-16-16,0-2-5 15,-1-5-2-15,-2-6-7 16,-1-5-10-16,-2-2 9 16,0-7 0-16,-1-8-32 0,-6-12 0 15,-2-10 14-15,2 1 5 16,1 4 5-16,4 6 8 16,2 10 1-16,0 4 0 15,7 3 0-15,3 6 0 16,2 3-1-16,3 9 1 15,1 5 0-15,-1 4 11 16,0 1-2-16,-2-1-9 16,-3-1 13-16,-2-3 2 15,-3-3-9-15,-2-4-6 16,-1-3 7-16,-2-4-6 16,0 0 65-16,0-7 54 15,-5-6-77-15,-1-5-22 0,2-1-15 16,3-2-5-16,1 3 7 15,0 4-7-15,7 6-1 16,1 5 0-16,4 3 0 16,1 5-1-16,1 7 1 15,2 3-1-15,-1 1 0 16,0 2-15-16,-1-2-140 16,2-1-118-16,-2-4-383 15,-5-5-671-15</inkml:trace>
  <inkml:trace contextRef="#ctx0" brushRef="#br0" timeOffset="9825.4808">12806 1708 1952 0,'0'0'346'16,"0"0"-208"-16,0 0-82 15,0 0 93-15,22 34-5 16,-8-16-5-16,2 3-28 15,3 1-33-15,0-2-42 16,-1-1-23-16,-1-4-11 16,-3-3-2-16,-2-6-9 15,-3-6-88-15,-2-2-15 16,-3-13 28-16,-3-6-23 16,-1-4 13-16,0-3 48 15,0-1 29-15,-3 2 17 0,-1 2 0 16,2 6 12-16,0 4 10 15,1 6 24-15,1 5 9 16,0 3-17-16,0 1-21 16,0 5-16-16,2 7 6 15,6 4 25-15,1 4 10 16,3 1-4-16,1 1-6 16,3-1-19-16,1-3-12 15,0-3-1-15,1-5-13 16,-2-7-74-16,-1-3-37 15,-4-8-31-15,-2-10-85 16,-5-4-111-16,-2-6 73 16,-2-2 128-16,0-2 91 15,-6 2 59-15,-1 2 83 0,1 5 67 16,1 6 68-16,1 7-7 16,2 6-43-16,2 4-77 15,0 5-64-15,1 8-14 16,8 4 6-16,3 3 14 15,5-1 0-15,2 1-8 16,2-2-15-16,1-4-8 16,-2-5-2-16,-3-4-28 15,-4-5-79-15,-4-2 6 16,-5-10 33-16,-4-6 39 16,-1-10 29-16,-12-11 13 15,-1 2 18-15,2 2 43 16,1 6 9-16,6 12 28 15,0 3 50-15,1 4 41 16,3 7-75-16,1 3-88 0,2 7-33 16,9 9-5-16,6 10 8 15,7 11-9-15,2 8 1 16,-3-3-1-16,-7-8 0 16,-9-10-13-16,-5 4-147 15,-1-5-144-15,-1-3-432 0</inkml:trace>
  <inkml:trace contextRef="#ctx0" brushRef="#br0" timeOffset="10023.9194">13299 1611 1257 0,'0'0'193'0,"0"0"72"0,0 0-17 16,47 26-16-16,-29-12-56 15,1 1-85-15,-2 0-57 16,-5-1-19-16,-4-1-15 16,-8-4-172-16,-2-3-300 15,-7-6-495-15</inkml:trace>
  <inkml:trace contextRef="#ctx0" brushRef="#br0" timeOffset="10149.4824">13343 1472 651 0,'0'0'108'0,"0"0"-11"16,49 21-16-16,-23-8-81 15,0 0-223-15</inkml:trace>
  <inkml:trace contextRef="#ctx0" brushRef="#br0" timeOffset="10396.8627">13535 1508 1534 0,'0'0'507'0,"0"0"-250"16,0 0-85-16,0 0-76 0,0 0 37 16,-20 44 6-1,20-25-30-15,3 2-37 0,6 1-23 16,1-2-21-16,5-2-10 15,1-4-12-15,1-3-6 16,0-5-20-16,-1-6-186 16,1-13-60-16,-4-6-365 15,-5-4-582-15</inkml:trace>
  <inkml:trace contextRef="#ctx0" brushRef="#br0" timeOffset="10570.8992">13623 1337 1530 0,'0'0'387'15,"0"0"80"-15,0 0-335 16,0 0-71-16,0 0-3 16,-8 42 24-16,12-18-6 0,6 3-25 15,3 4-35-15,1 0-1 16,3 1-15-16,0-2-1 16,9-1-147-16,-5-7-237 15,-2-11-545-15</inkml:trace>
  <inkml:trace contextRef="#ctx0" brushRef="#br0" timeOffset="11386.1372">13797 1435 1627 0,'0'0'316'0,"0"0"24"16,0 0-218-16,0 0-43 0,0 0-10 15,0 0-14-15,-5 48-14 16,5-32-9-16,3 0-9 15,0 0-9-15,-1-2-8 16,0-3-6-16,0-3-1 16,0-4-73-16,-1-4 7 15,2-4 33-15,-1-8-45 16,3-3-19-16,0-2 68 16,0-1 29-16,1 3-7 15,-2 4 8-15,0 4 6 16,0 3 11-16,1 4 5 15,0 0-6-15,1 5 6 16,3 3-2-16,0 1-4 0,2 0-6 16,3-2-9-1,3-3 5-15,1-3-5 0,2-1-1 16,0-7-9-16,-3-5-53 16,-2-3 14-16,-7-2 16 15,-3 1 25-15,-5 0 7 16,0 2 44-16,0 4 30 15,-4 4 12-15,0 1-20 16,2 3-39-16,1 2-9 16,0 0-18-16,1 0-12 15,0 6 11-15,2 1-12 16,4 2-4-16,2 0-5 16,1 1 3-16,2 0-4 0,-2 2 0 15,0-1 6-15,-1 0 4 16,-4 1 1-16,-2-1-12 15,-2-1-19-15,0-3 12 16,0 0 12-16,0-4 1 16,0-3-13-16,0 0-19 15,5-8-65-15,4-3-66 16,2-6 32-16,1-3 13 16,0-4 27-16,0-2 64 15,-1-2 45-15,-4 1 19 16,-2 3 83-16,-2 4 49 15,-3 7 54-15,0 4 4 16,0 6-18-16,0 3-44 16,-2 0-82-16,-1 8-41 0,1 3-12 15,1 1-5-15,1 3 1 16,0-1-1-16,4 0-1 16,4-1 2-16,1 0-2 15,0-2 7-15,2 2 14 16,-2-1-2-16,-1-1 5 15,-3 2-9-15,-5 0-9 16,-1 3-2-16,-28 14-10 16,0-5-79-16,-6 0-449 0</inkml:trace>
  <inkml:trace contextRef="#ctx0" brushRef="#br0" timeOffset="22736.5066">1973 4969 687 0,'0'0'710'0,"0"0"-490"16,0 0-53-16,0 0-12 15,0 0-40-15,0 0-4 16,0 0-26-16,0 0-16 16,0 0-19-16,0 0-19 15,0 0-1-15,4 0-1 16,2 0 55-16,2 0-19 15,2 0-16-15,1 0-7 16,2 0-5-16,0 1 8 0,1 0-9 16,2-1 0-16,-1 0-5 15,1 0 3-15,0 0-4 16,0-2-1-16,1-1-7 16,-1 0 7-16,0 0-4 15,-1 0-3-15,0 1-2 16,-2 1-4-16,1-1 2 15,-2 1 2-15,2 0-5 16,-1 0-9-16,0-1 9 16,1 1-6-16,0-1-3 15,1-1 4-15,0 1 4 0,0 0-2 16,-1-1-3 0,1 1-8-16,-1 0 5 0,-1 1-4 15,3-1 11-15,-2 1 7 16,0-1-1-16,1 0-2 15,-2 2-6-15,-1-1 3 16,-1 0-2-16,-1 0-5 16,-2 1-5-16,2-1 8 15,-2 1-4-15,1-2-4 16,-1 1 7-16,1 0-3 16,0 0-5-16,0 1 0 15,0-1 7-15,0 0-8 16,-1 0 8-16,2 1-8 15,-1-2 1-15,1 1 6 16,0 0 5-16,-2 1-3 0,1-1-1 16,1 1 8-16,-1-1-14 15,-1 0 7-15,2 0 0 16,-1 1-2-16,0 0-1 16,-1-1 2-16,1 1-7 15,-1 0 0-15,-1-1 7 16,1 1-7-16,-1 0 5 15,0 0-5-15,-1 0 5 16,0 0-5-16,0 0 0 16,-1 0 8-16,1 0-7 15,1 0-1-15,-2 0 5 16,0 0 0-16,1 0-4 16,-1-1 4-16,0 1-5 15,0 0 5-15,0 0-4 0,-1 0-1 16,1 0 5-16,-1-1-4 15,-1 1-1-15,1 0 0 16,-1 0 1-16,-2 0 4 16,1 0-5-16,-1-1 0 15,-1 1 0-15,1 0 0 16,-1 0 0-16,0 0 1 16,0 0-1-16,0 0 1 15,0-1-1-15,0 1-1 16,0 0 0-16,0 0-16 15,-13 11-26-15,-2 1-333 16,-1 1-1144-16</inkml:trace>
  <inkml:trace contextRef="#ctx0" brushRef="#br0" timeOffset="50792.3795">1061 3352 624 0,'0'0'1198'0,"0"0"-883"15,0 0 8-15,0 0-48 16,0 0-33-16,0 0-100 16,-35 22-82-16,24 1-10 15,1 6 14-15,3 3-15 16,4-3-23-16,3 2-11 0,0-3 4 15,2-3-5-15,4-5-2 16,2-4-12-16,1-4 0 16,-1-5-1-16,0-4 1 15,-1-1 0-15,-2-2-1 16,1 0-7-16,-1-7-4 16,-1-2 11-16,-1-1-13 15,-3 0 4-15,0 1 8 16,0 1 1-16,-3 2 0 15,-2 3-5-15,-1 0 5 16,1 3-8-16,-1 0-8 16,2 0-30-16,0 0-37 15,2 4-103-15,2 0-94 0,0-2-237 16,3-1-257-16</inkml:trace>
  <inkml:trace contextRef="#ctx0" brushRef="#br0" timeOffset="51280.7239">1121 3334 337 0,'0'0'1599'16,"0"0"-1334"-16,0 0-55 15,0 0-100-15,0 0-54 16,0 0-1-16,0 0 106 0,2 35-17 15,0-18-32 1,-1 1-4-16,0 0-27 16,-1 1-36-16,2-3-21 15,-1-1-15-15,1-4-8 0,1-2-1 16,1-2-5-16,-1-1-6 16,2-3-5-16,1-2-38 15,1-1-38-15,0 0 5 16,1-1 13-16,0-6 5 15,-1-2-1-15,-1-1 11 16,-3-2 24-16,1 0 24 16,-3 1 11-16,0 0 8 0,-1 5 5 15,0 1 50-15,0 4 44 16,0 1-23-16,0 2-36 16,1 7-26-16,3 6 38 15,2 2 8-15,2 6-4 16,-1 0-3-16,1 0-25 15,1-1-21-15,-1 0-6 16,0-1-7-16,-1-3-2 16,-2-2-1-16,-4 0-144 15,-1-6-240-15,0-4-618 0</inkml:trace>
  <inkml:trace contextRef="#ctx0" brushRef="#br0" timeOffset="53125.5289">1994 2617 1472 0,'0'0'283'15,"0"0"17"-15,0 0-33 16,0 0-105-16,0 0-83 16,0 0-51-16,0 0-10 0,-40 37-5 15,35-16 14-15,2 2 18 16,3 1-5-16,0-1 15 16,3 0 4-16,5-2-20 15,1-2-16-15,1-4 21 16,0-2 1-16,0-3-20 15,0-4-7-15,-2-2-17 16,-1-4-1-16,-2 0 0 16,1 0 2-16,-2-7-1 15,-3-3 11-15,-1 0-5 16,0-1 4-16,-4 0-2 16,-6 3-2-16,-1 4-7 0,-3 3-17 15,-2 1-35 1,-2 7 7-16,4 5 9 0,1 0 18 15,6 0-86-15,7 1-96 16,3-4-170-16,5-3-258 0</inkml:trace>
  <inkml:trace contextRef="#ctx0" brushRef="#br0" timeOffset="53568.374">2131 2609 1748 0,'0'0'265'0,"0"0"-123"16,0 0-28 0,0 0 104-16,0 0-105 0,-1 38-58 15,1-21-21-15,0 0 11 16,0 1 16-16,0-2-18 15,0 0-10-15,0-2-6 16,0-2-9-16,2-1-9 16,1-3-9-16,3-1-8 15,1-3-4-15,0 0-5 16,2-2-4-16,-1-2-24 16,0 0 4-16,0 0 12 15,-2-7 12-15,-2-1 11 16,-1-2 6-16,-1-3 0 0,-2 1 9 15,0 1 23-15,0 2 27 16,0 4 40-16,-2 2-8 16,2 3-46-1,0 0-41-15,0 9 7 0,2 8-11 16,6 13 45-16,5 16-8 16,3 15-35-16,-3-8-2 15,-6-9-451-15</inkml:trace>
  <inkml:trace contextRef="#ctx0" brushRef="#br0" timeOffset="66191.4134">2699 4612 808 0,'0'0'362'15,"0"0"-122"-15,0 0-60 16,0 0-5-16,0 0-4 16,0 0-20-16,-34-14-28 0,27 13-30 15,1 1-15 1,-1 0-7-16,0 1-20 0,0 4-12 15,-1 2-5-15,0 2-1 16,2 2-11-16,0 1-3 16,1 1 4-16,0 3 0 15,3 1-3-15,1 2-4 16,1 1 14-16,0 1-3 16,0-1 1-16,5-1-7 15,0 1 0-15,2-3 5 16,0 0 2-16,1-1 5 15,0 0 4-15,1-1-5 0,0 1 3 16,0-1 9-16,0-2 5 16,0-1-10-16,1-1-6 15,3-3-1-15,-1-2 1 16,1-2-5-16,1-2 0 16,0-2 1-16,0 0-4 15,0 0 8-15,-2-5-10 16,0-3 2-16,-1-2-2 15,0-2-4-15,-2-2 1 16,0-2-7-16,-3-1-7 16,-2-1 2-16,-1 1-1 15,-3 1-1-15,0-1 2 16,0 1-7-16,-7 0 9 0,-2 0-1 16,-1 0-7-1,-3 1-2-15,0 0-10 0,-3 0-7 16,1 1 5-16,-1 1-7 15,0 1-14-15,0 1-21 16,4 3 7-16,1 2 8 16,2 1 9-16,1 2-2 15,1 2-4-15,2 0 0 16,0 1-6-16,1 0-26 16,2 6-60-16,1 1-235 15,1 1-388-15</inkml:trace>
  <inkml:trace contextRef="#ctx0" brushRef="#br0" timeOffset="66371.9157">2753 4576 1967 0,'0'0'358'0,"0"0"-76"16,0 0-161-16,0 0-82 15,0 0-39-15,0 0-26 16,0 0-274-16,31-46-629 0</inkml:trace>
  <inkml:trace contextRef="#ctx0" brushRef="#br0" timeOffset="67055.6528">5367 2428 1726 0,'0'0'246'16,"0"0"-76"-16,0 0-86 15,0 0-31-15,0 0-14 16,0 0-7-16,40-29-7 16,-28 33-1-16,-2 8-11 0,-3 5 1 15,-3 4-7 1,-4 0 2-16,0 1 0 15,-3-2-8-15,0-4 0 16,0-5 5-16,1-5 3 0,2-4 45 16,0-1-8-16,0-1-3 15,2 0-4-15,7 0-17 16,2 0 3-16,4-1-11 16,1 1-5-16,-1 0-2 15,0 4 1-15,-1 4-2 16,-2 1 3-16,-5 3 1 15,-2 1 11-15,-4 2 4 16,-1 1-8-16,-6 1-4 16,-4 0-2-16,-4-1-10 15,-1-3 5-15,1-3-6 0,1-5-56 16,1-6-99 0,2-9-316-16,7-3-541 0</inkml:trace>
  <inkml:trace contextRef="#ctx0" brushRef="#br0" timeOffset="67366.0612">5649 2408 1753 0,'0'0'379'0,"0"0"-92"16,0 0-157-16,0 0-56 15,0 0-46-15,31-38-14 16,-18 27-14-16,0 2-8 15,1-3-183-15,-4 4-195 16,-3 2-570-16</inkml:trace>
  <inkml:trace contextRef="#ctx0" brushRef="#br0" timeOffset="67512.6446">5712 2437 1154 0,'0'0'245'0,"0"0"-49"15,0 0-186-15,0 0 192 16,0 0-134-16,58-39-68 16,-34 16-44-16,-5-1-650 0</inkml:trace>
  <inkml:trace contextRef="#ctx0" brushRef="#br0" timeOffset="67739.6094">5788 2202 1267 0,'0'0'215'0,"0"0"-45"0,0 0-14 15,54 0 1-15,-31 0-37 16,2 3 38-16,-1 6-22 16,-4 3-3-16,-3 4-57 15,-8 2-24-15,-8 3-19 16,-1 1-11-16,-9 0-12 15,-10 3-10-15,2-5-144 16,2-8-492-16</inkml:trace>
  <inkml:trace contextRef="#ctx0" brushRef="#br0" timeOffset="69353.2205">6017 2029 1669 0,'0'0'483'0,"0"0"-191"16,0 0-105-16,0 0-42 16,0 0-60-16,0 0-44 15,0 0 3-15,-5 35 17 16,10-19-15-16,8-2-22 0,2-1-10 15,4-5-5 1,4-2-3-16,2-6-6 0,-1-1-56 16,0-10-103-1,-5-6-17-15,-4-3-111 0,-8-7-26 16,-7-6 50-16,-4-14 154 16,-19-17 103-16,-3-5 6 15,1 12 107-15,7 16 8 16,10 23 91-16,3 9 20 15,3 4-13-15,2 4-93 16,0 1-79-16,2 14-40 16,13 13 17-16,8 17 10 15,12 7 26-15,-1-1 46 16,-5-11 3-16,-6-16-49 16,-8-8-30-16,2 0-15 0,0-2-8 15,-1-4-1 1,-6-5-12-16,-4-4-51 0,-3-8 15 15,-3-9-7-15,0-4 2 16,-4-4 35-16,0 1 17 16,1 1 0-16,2 5 1 15,1 4 0-15,0 6 0 16,2 5 0-16,6 3-6 16,3 0 5-16,4 5-1 15,2 3 1-15,5 0 0 16,1 0 0-16,1-3-9 15,2-3-38-15,-2-2-161 16,0-4-68-16,-3-8-56 0,-7-4-10 16,-4-4-58-1,-7-2 189-15,-3-1 212 0,0 0 131 16,-2 2 146-16,-4 3 11 16,-2 3-17-16,1 5-84 15,1 4-60-15,0 5 11 16,1 1-37-16,-1 7-61 15,3 6-25-15,0 3 20 16,2 2 5-16,1 2-19 16,3-1 1-16,4-1-10 15,6-3-10-15,-1-6 7 16,3-4-9-16,-1-5-5 16,0 0-46-16,-2-10-84 15,-3-4-41-15,-2-4 53 0,-4-2-15 16,-3-1 74-16,0 1 42 15,-2 4 17-15,-3 3 5 16,2 5 19-16,1 6 15 16,1 2 13-16,1 1-41 15,0 7-5-15,6 4 14 16,3 0 1-16,2 1-8 16,4-3-2-16,1-2-5 15,1-5-1-15,-1-3-27 16,-1 0-61-16,-2-8 6 15,-5-4-8-15,-4-3-5 0,-3-1 75 16,-1-1 20 0,-2 1 73-16,-2 1 48 0,-1 3 31 15,1 5-37-15,3 5-29 16,1 2-30-16,0 0-50 16,0 6-5-16,2 3 9 15,3 2 1-15,1-1-10 16,0 0 6-16,-1 0-5 15,1-2-2-15,-3-2 0 16,-1-2-24-16,-1-4-35 16,-1 0 26-16,1-7-11 15,-1-6-48-15,1-1 35 16,0-4 33-16,-1 2 15 16,2 1 9-16,-1 3 8 15,1 4 6-15,2 4-3 16,2 4-5-16,2 0 10 15,3 0 3-15,2 4-4 0,4-1-5 16,2-1-2-16,3-2-7 16,1 0-1-16,1-3-53 15,-2-5-97-15,-3-4-51 16,-3-1 67-16,-4-1 67 16,-4-1 67-16,-5 2 32 15,-2 3 92-15,-1 3 0 16,0 4 14-16,0 3-3 15,0 0-86-15,0 7-33 16,0 3 2-16,0 3 12 16,0 1-4-16,0-1-12 0,0 1-7 15,0-3-6-15,0 0 9 16,0-5-10-16,0-3-11 16,0-3-12-16,0 0 12 15,-1-8-15-15,0-6 10 16,-1-2 15-16,1-2 1 15,0 0 1-15,1 1 6 16,0 2-6-16,2 5 7 16,4 4-2-16,3 5-5 15,2 1 11-15,4 0 2 16,2 6-5-16,3 1-7 16,3 1 4-16,0 0-5 0,0-4-1 15,-3 0-49 1,-3-3-181-16,-4-3-125 0,-4-5-219 15,-5-3-332-15</inkml:trace>
  <inkml:trace contextRef="#ctx0" brushRef="#br0" timeOffset="69704.5837">7202 1466 228 0,'0'0'631'0,"0"0"-272"15,0 0-95-15,-21-34-66 16,16 29-7-16,-1 3-29 16,3 2-57-16,-1 0-46 15,2 8-36-15,2 2 11 16,0 4 17-16,2 1-13 15,7 1-14-15,2-1-12 16,3-2 0-16,2-2 2 16,0-4-6-16,0-5-8 15,-3-2-1-15,-2-4-6 16,-2-7 4-16,-5-3-25 16,-2-3 12-16,-2-5 7 0,-6-8 9 15,-8-12 19-15,-6-12 21 16,0 3 51-16,5 11 10 15,5 16 27-15,4 14-29 16,2 4-66-16,1 1-20 16,0 5-4-16,3 0-9 15,0 9-9-15,10 8 8 16,5 11 1-16,8 13 9 16,6 6 22-16,-2 6-12 15,-9-5-19-15,-8-15-378 16,-10-8-1638-16</inkml:trace>
  <inkml:trace contextRef="#ctx0" brushRef="#br0" timeOffset="70343.3407">6296 2558 1534 0,'0'0'247'16,"0"0"98"-16,0 0-57 0,0 0-119 16,0 0-111-16,0 0-31 15,0 0 21-15,50 53 17 16,-26-15-6-16,-2-3-14 15,-3-4-17-15,-4-7-18 16,0 0-10-16,0 0 0 16,-3-5-1-16,-6-9-33 15,-5-8-20-15,-1-3 34 16,-10-19-7-16,-10-17-22 16,-10-22 31-16,-1-13 17 15,5-3 0-15,11 5 1 16,9 21 1-16,6 15 0 15,1 13 6-15,7 8 1 0,3 4 4 16,2 4-6-16,3 4 0 16,2 5-5-16,2 19 13 15,-3 13 3-15,-3 15 9 16,-8 5 1-16,-6-2-14 16,0-13-1-16,-7-13-4 15,2-11-8-15,1-4 0 16,-2-4 2-16,2-1-1 15,1-3 9-15,3-5 14 16,0-5 4-16,1-6-18 16,11-5-9-16,4-1-1 15,7 1 0-15,7 2-1 16,0 2-4-16,4 4 5 0,-2 1 0 16,1 2-1-1,-1 1-13-15,-4 0-95 0,4-6-156 16,-9 2-256-16,-7-2-509 0</inkml:trace>
  <inkml:trace contextRef="#ctx0" brushRef="#br0" timeOffset="70679.3421">6729 2193 1949 0,'0'0'335'0,"0"0"-47"16,0 0-162-16,-6 35 42 0,8-12-26 15,8 5-38-15,7 1-30 16,3-1-23 0,4-2-26-16,2-3-11 0,0-5-13 15,-1-6 5-15,-4-5-6 16,-4-6-30-16,-4-1-78 16,-6-5-47-16,-5-8 2 15,-2-5-47-15,-3-3-51 16,-9-2 25-16,-2 2 59 15,-3 3 76-15,0 4 69 16,1 5 20-16,2 4 2 16,2 4 10-16,5 1 18 15,6 0-27-15,1-1-1 0,12-3 0 16,20-10-1 0,0 0-119-16,-1-2-244 0</inkml:trace>
  <inkml:trace contextRef="#ctx0" brushRef="#br0" timeOffset="71356.7205">7065 2017 1635 0,'0'0'325'0,"0"0"67"16,0 0-211-16,0 0-74 16,0 0 26-16,12 39 10 15,3-20-41-15,4 2-26 16,3 0-19-16,0 0-23 0,-1-2-16 15,-3-2-9 1,-3-1-9-16,-3-2 0 0,-4-4-90 16,-5-6-82-1,-3-3 15-15,0-1 74 0,-10-10-183 16,-8-13 14-16,-7-14 96 16,-7-13 83-16,-1-4 29 15,6 7 44-15,10 13 41 16,10 13 102-16,3 4 30 15,3-2-8-15,1-1-51 16,3-2-46-16,7 4-24 16,6 3-18-16,2 4-9 15,3 4 2-15,0 4 5 16,0 3-1-16,-2 3-4 16,-3 7-7-16,-3 5-2 15,-5 3-4-15,-2 2-6 16,-6 1 0-16,0-1 0 0,-2 0 0 15,-5-4-1-15,-1-2 0 16,1-3 1-16,2-3-1 16,2-3 1-16,1-4 0 15,2-1 8-15,0 0-7 16,0 0 0-16,3-3 0 16,4-1 0-16,3-1 0 15,0 2 0-15,4 1 0 16,2 2 0-16,4 0 0 15,2 2 11-15,2 4-3 16,-1 2-1-16,-3 0-7 16,-1 2 7-16,-6 1-2 0,-4 1-5 15,-6 1 7-15,-3 1-2 16,-1 2 6-16,-9 0 0 16,-4-1 0-16,-2 1-3 15,-1-3-7-15,-1-1-1 16,0-3-1-16,-6-4-86 15,4-2-258-15,2-3-903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29:51.8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6613 1526 1735 0,'0'0'241'0,"0"0"-21"0,0 0-10 16,0 0-36-16,0 0-44 16,0 0-72-16,-13-11-37 15,19 28-14-15,1 5 10 16,0 2 7-16,1 1-12 16,-2 0-11-16,-1-1 5 15,-2-4-5-15,-2-2-1 16,-1-2-79-16,0-2-39 15,-6-3-36-15,-2-5-24 16,-4 0 47-16,-1-5 38 16,-3-1 62-16,0-3 31 15,-2-6 0-15,2-2 62 0,2 0 32 16,5 3 11-16,4 2-4 16,4 3-33-16,1 3-39 15,5 0-22-15,5 3 9 16,6 4 5-16,3 0 5 15,2 0-1-15,-1-1-6 16,2-1-11-16,-1-2-7 16,-2-3 0-16,-2 0 0 15,-3 0-1-15,-4-5-20 16,-1-3-24-16,-3-1-4 16,-1-2 9-16,-4 0 17 15,0 0 16-15,-1 2 6 16,0 1 0-16,0 3 7 0,0 1 18 15,-2 2 14-15,-1 2-3 16,0 0-20-16,0 6-10 16,-2 4-4-16,1 4-1 15,0 1 0-15,1 1-1 16,1 0 0-16,1-2 0 16,1-2-23-16,0-4-124 15,4-2-203-15,0-4-577 0</inkml:trace>
  <inkml:trace contextRef="#ctx0" brushRef="#br0" timeOffset="153.3168">6749 1647 1315 0,'0'0'271'15,"0"0"-110"-15,0 0-82 16,-9 59-49-16,6-33-30 15,-1-1-384-15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30:02.3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4118 3390 857 0,'0'0'292'15,"0"0"14"-15,0 0-70 16,0 0-13-16,0 0-42 15,0 0-49-15,-7-2-80 16,7 1-25-16,0 0-11 0,3-2-7 16,4-2-2-16,3-1-6 15,2-2-1-15,1-2 0 16,1 0-29-16,1-6-215 16,-4 4-292-16,-3 0-494 0</inkml:trace>
  <inkml:trace contextRef="#ctx0" brushRef="#br0" timeOffset="236.009">4166 3254 1249 0,'0'0'315'0,"0"0"-119"16,0 0-118-16,0 0-27 15,0 0 80-15,0 0-57 0,44 0-28 16,-27 0-11-1,-1 3-10-15,-2 1 6 0,-1 1 3 16,-4 3 8-16,-2 1 12 16,-4 3 4-16,-3 4-16 15,0 4-27-15,-8 3-15 16,-6 12-31-16,1-6-240 16,3-4-532-16</inkml:trace>
  <inkml:trace contextRef="#ctx0" brushRef="#br0" timeOffset="863.1424">5769 4268 1691 0,'0'0'329'16,"0"0"-169"-16,0 0-85 15,0 0 22-15,0 0 9 16,0 0-31-16,44 1-40 16,-26-2-15-16,-2-3-11 15,-1-2-9-15,-1 0-9 16,-4-4-141-16,-4 2-156 16,-4 0-524-16</inkml:trace>
  <inkml:trace contextRef="#ctx0" brushRef="#br0" timeOffset="1105.0547">5775 4121 1647 0,'0'0'289'16,"0"0"-49"-16,0 0-66 15,0 0-8-15,0 0-79 16,0 0 29-16,-27 53 9 15,18-29-19-15,0 0-17 16,0 0-30-16,3-4-27 16,2-3-19-16,4-4-5 0,0-3-8 15,10-4-15-15,22-6-121 16,-1 0-109-16,2-8-303 0</inkml:trace>
  <inkml:trace contextRef="#ctx0" brushRef="#br0" timeOffset="2331.0679">6353 2620 993 0,'0'0'192'0,"0"0"26"16,0 0 14-16,0 0 31 15,0 0-63-15,0 0-124 16,0 0-34-16,-13-19-26 16,13 25-15-16,0 5 21 15,4 2 18-15,2 3-10 16,1 0 14-16,-1-1 2 16,0-1-20-16,-1-2-16 15,-1-3-10-15,-2-1-2 16,-2-3-135-16,0-1-38 15,-4-1 77-15,-4-1-35 16,-2-2-3-16,0 0 76 0,-1-1 60 16,3-4 4-16,1 0 68 15,2 0 29-15,3 2 4 16,2 2 9-16,0 1-50 16,2 0-45-16,6 1 15 15,2 6 10-15,1 0-16 16,1 0-14-16,1 1-8 15,0-3 1-15,1-1-6 16,-1-2 0-16,0-2 1 16,-2 0-1-16,-2-4-1 15,-1-3-8-15,-2-2-24 16,-2-2-3-16,-2 0 7 16,-1 0 10-16,-1 1 18 15,0 1 0-15,0 3 7 0,0 3 5 16,-1 3 19-16,-2 0 24 15,-2 4-36-15,-2 8-3 16,-2 4-8-16,-2 3-8 16,-8 13-15-16,4-3-214 15,1-4-520-15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30:13.0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935 2726 2011 0,'0'0'283'0,"0"0"-211"16,0 0 10-16,20 53 13 15,-7-32-12-15,0 1-26 16,1-2-26-16,-1-3-31 16,-3-1-1-16,-2 0-170 15,-3-5-363-15,-5-5-740 0</inkml:trace>
  <inkml:trace contextRef="#ctx0" brushRef="#br0" timeOffset="169.8799">777 2601 1770 0,'0'0'228'15,"0"0"-149"-15,0 0-58 16,0 0-20-16,0 0 7 16,0 0-8-16,60-1-17 15,-35 1-122-15,-1 0-340 0</inkml:trace>
  <inkml:trace contextRef="#ctx0" brushRef="#br0" timeOffset="696.0658">1011 2614 611 0,'0'0'1150'0,"0"0"-959"16,0 0-41-16,0 0 36 15,0 0 7-15,22 41-86 16,-12-29-28-16,1-1-19 15,-2 0-32-15,-1-2-8 16,-2-1-6-16,-2-2-6 16,-1-2-7-16,-1-2 0 15,-2-2 8-15,0 0 0 16,-2-3 13-16,-5-7-14 16,-1-4-7-16,-2-3 8 15,1-3-9-15,2 0-2 0,4 3 1 16,2 3-8-16,1 4-8 15,2 5 4-15,8 3 2 16,2 2 2-16,1 1 8 16,0 7 0-16,1 0 1 15,-2 3-2-15,-3-1 1 16,-1-1-7-16,-4-1 1 16,-1-2-9-16,-3-2 16 15,0-3 14-15,0-1 21 16,-4-2 4-16,-4-7-15 15,0-4 9-15,-1-3-2 16,1-1-11-16,2-1-20 0,3 4 0 16,2 2-11-16,1 6 2 15,1 3-8 1,7 3 7-16,4 0 1 0,4 0 7 16,2 7 1-16,1 2-8 15,1 0 3-15,0 0-1 16,6-4-140-16,-5-2-232 15,-3-3-389-15</inkml:trace>
  <inkml:trace contextRef="#ctx0" brushRef="#br0" timeOffset="1032.5054">1254 2371 515 0,'0'0'1166'15,"0"0"-856"-15,0 0 8 16,0 0-84-16,0 0-128 0,0 0-72 15,0 0 2-15,-28 46-2 16,28-27-4-16,4-2-8 16,1-2 4-16,1-3-10 15,0-3-10-15,-1-4-6 16,-2-4 2-16,1-1-2 16,-1-3 13-16,2-7 30 15,1-2-22-15,0-3-12 16,2 1-9-16,2 4 0 15,0 2 0-15,3 5-1 16,2 2 0-16,1 1 0 16,3 0 0-16,0 4-1 15,1 1-7-15,-1 0 0 16,-1-1-65-16,-2-3-116 16,1-2-148-16,-5-5-195 0,-5-4-314 0</inkml:trace>
  <inkml:trace contextRef="#ctx0" brushRef="#br0" timeOffset="1438.9531">1443 2267 1054 0,'0'0'307'16,"0"0"45"-16,0 0-72 15,0 0-75-15,0 0-73 16,0 0-105-16,0 0-10 16,-21 20-8-16,28-8-1 15,0-1-8-15,3-2-1 16,-1-2-5-16,-2-4 0 0,0-3 5 15,-1-1-36 1,-3-8 15-16,-2-5 15 0,-1-2 7 16,0-2 0-16,-1 1 17 15,-4 2 37-15,1 3 51 16,2 5 26-16,1 4-34 16,1 3-66-16,0 2-31 15,10 10 0-15,5 4 24 16,5 5 14-16,4 3 4 15,2 3 7-15,0 2 1 16,-2 0 22-16,-2 0-20 16,-7-4-19-16,-6 0 9 0,-5-5-11 15,-4-1-13-15,-4-4-7 16,-9-3-2-16,-3-3-9 16,-4-6 0-16,-1-3-67 15,1-7-122-15,0-21-124 16,5 1-356-16,5 0-441 0</inkml:trace>
  <inkml:trace contextRef="#ctx0" brushRef="#br0" timeOffset="1783.2986">1565 2261 970 0,'0'0'266'0,"0"0"-31"16,0 0-122-16,0 0-21 15,45 12-16-15,-34-12 42 16,-1-2-9-16,-1-4-17 16,-3-3 4-16,-2 0-24 15,-3-4-32-15,-1 1-13 16,0-1 16-16,-1 1 25 16,-5 3 33-16,1 2 12 15,-1 4 11-15,0 3-62 16,0 0-29-16,1 7-6 15,-1 5-16-15,2 5-9 16,2 2 8-16,2 1 5 16,0-2 26-16,4-1 5 15,6-4-14-15,3-3-12 16,3-5-10-16,3-5-10 0,14-12-19 16,-5-6-248-16,-1-5-1089 15</inkml:trace>
  <inkml:trace contextRef="#ctx0" brushRef="#br0" timeOffset="2264.792">2051 2113 1174 0,'0'0'294'0,"0"0"82"16,0 0-131-16,0 0-46 15,0 0-51-15,0 0-11 16,43-19-58-16,-35 4-38 15,-2-4-15-15,-3-2-11 16,-3-3-6-16,0-3-2 16,-10-7 17-16,-11-10 12 15,-1 6 1-15,2 5 11 16,2 8-48-16,8 12 0 0,2 2-13 16,0 3 7-16,4 5 6 15,4 3 2-15,0 3-2 16,0 9-36-16,10 6 36 15,3 7 18-15,4 3 29 16,4 0 9-16,0-1 4 16,2-2-14-16,-1-5-46 15,-2-3-11-15,0-2-177 16,-6-4-153-16,-5-5-400 0</inkml:trace>
  <inkml:trace contextRef="#ctx0" brushRef="#br0" timeOffset="2616.5655">2065 1917 1375 0,'0'0'234'0,"0"0"34"0,0 0-107 16,24-46-36-16,-9 34-14 16,2 1 22-16,-1 4-2 15,0 5-30-15,-2 2-16 16,-1 1 12-16,-2 9 2 15,-1 2 1-15,0 3-4 16,0 1-48-16,-1-1-14 16,1 0-10-16,-1-4 9 15,-1-1-12-15,-1-4-13 16,2-3-8-16,-3-3 0 16,-1-2 0-16,0-8 9 0,-2-5-8 15,-1-5-1-15,-2-5 0 16,0-2-12-16,-8 1-19 15,-2 3-7-15,-3 6-10 16,0 7-3-16,-1 7-116 16,-6 6-90-16,4 6-307 15,3 0-628-15</inkml:trace>
  <inkml:trace contextRef="#ctx0" brushRef="#br0" timeOffset="3519.1033">2531 1574 1809 0,'0'0'351'0,"0"0"9"0,0 0-214 15,0 0-71-15,0 0-26 16,0 0-22-16,0 0-11 16,-27-24-14-16,33 37 5 15,8 8 4-15,4 5 38 16,3 4 2-16,3 0 56 15,1-3-21-15,1-3-35 16,0-4-18-16,-1-7-17 16,-2-2-5-16,-3-6-11 15,-5-2-8-15,-5-3-131 0,-10-6-105 16,0-4-210-16,-9-3-588 16</inkml:trace>
  <inkml:trace contextRef="#ctx0" brushRef="#br0" timeOffset="3683.1064">2507 1751 1239 0,'0'0'320'0,"0"0"-171"16,0 0-101-16,0 0-3 16,39-23-10-16,-9 5-35 15,13-7-24-15,10-6-81 16,-8 5-88-16,-11 6-357 0</inkml:trace>
  <inkml:trace contextRef="#ctx0" brushRef="#br0" timeOffset="4036.114">2801 1542 1182 0,'0'0'277'16,"0"0"10"-16,0 0-93 15,0 0-53-15,0 0-59 16,0 0 7-16,0 0-33 15,2 22-17-15,6-18-13 16,1-2-5-16,0-1-2 16,-1-1-8-16,-1 0-2 15,-1-4 8-15,-2-4 1 16,-1-2-6-16,-1-2-11 16,-2 1 10-16,0-2 3 0,-7 4-5 15,-2 0 64-15,-3 5 11 16,1 3 7-16,-2 1-21 15,3 5-37-15,1 5-18 16,4 3-2-16,3 3-4 16,2 0 0-16,3-1 1 15,6-1-10-15,5-1 0 16,2-4-11-16,4-4-60 16,10-5-117-16,-5-3-163 15,-4-5-436-15</inkml:trace>
  <inkml:trace contextRef="#ctx0" brushRef="#br0" timeOffset="4637.0659">2915 1454 1446 0,'0'0'331'15,"0"0"19"-15,0 0-158 16,0 0-70-16,0 0-57 16,0 0-26-16,0 0-7 15,27-16-3-15,-18 26 20 16,-1 3 18-16,-4 5 6 15,-1 1-24-15,-1-1-26 16,-2 0-22-16,0-4 0 16,0-5-1-16,0-5-7 15,0-4-24-15,3-4-50 16,0-9-62-16,1-5-59 0,0-5 97 16,0-1 21-1,-1 0 16-15,0 2 47 0,-2 2 21 16,-1 5 15-16,0 4 68 15,0 3 29-15,0 5 62 16,0 1-39-16,0 2-54 16,0 2-39-16,0 6-7 15,0 3 30-15,5 2 8 16,2 0-4-16,4 0-20 16,2 0-22-16,2-3-8 15,2-4-13-15,0-2-5 16,0-4 7-16,-3-3-7 15,-3-8 1-15,-4-3-1 0,-3-4-1 16,-4-2-11 0,0-5-7-16,-9-2 12 0,-4-4 6 15,-4-1 0-15,-2 2 0 16,1 3 0-16,4 6-19 16,3 9-8-16,5 6 17 15,5 4 4-15,1 2-5 16,1 5-17-16,9 8 11 15,6 5 17-15,5 4 14 16,2 4 25-16,0 1 17 16,0-2-6-16,-3-1-38 15,-3-3-12-15,-5 0-184 0,-5-7-341 16,-7-4-606-16</inkml:trace>
  <inkml:trace contextRef="#ctx0" brushRef="#br0" timeOffset="4819.5964">2985 1395 1921 0,'0'0'282'0,"0"0"-178"16,46-28-63-16,-14 9 38 15,2 0-27-15,-3 3-52 16,4 5-2-16,-9 5-222 15,-11 6-952-15</inkml:trace>
  <inkml:trace contextRef="#ctx0" brushRef="#br0" timeOffset="5108.9199">2097 2641 2029 0,'0'0'385'16,"0"0"-217"-16,0 0-37 16,58-70 47-16,-4 11 3 15,13-10-67-15,9-4-57 16,1 8-33-16,-9 8-14 0,-8 9-2 15,-15 12-7-15,-16 11-1 16,-12 9-53-16,-12 10-212 16,-3 2-277-16,-2 4-487 0</inkml:trace>
  <inkml:trace contextRef="#ctx0" brushRef="#br0" timeOffset="5312.8643">2185 2684 2109 0,'0'0'236'0,"0"0"-120"16,0 0 13-16,44-6 92 15,-1-29 21-15,23-21-53 0,11-12-70 16,3-3-71-16,-6 5-24 16,-15 12-7-16,-12 12-8 15,-13 11-9-15,-7 7-43 16,-10 10-328-16,-9 3-771 0</inkml:trace>
  <inkml:trace contextRef="#ctx0" brushRef="#br0" timeOffset="6764.7413">3066 3638 1868 0,'0'0'342'0,"0"0"-208"15,0 0-86-15,0 0 94 16,30 41-41-16,-17-22-26 16,0 1-20-16,-2-3-31 15,-1-2-24-15,-4-1-85 16,-2-4-304-16,-4-4-701 0</inkml:trace>
  <inkml:trace contextRef="#ctx0" brushRef="#br0" timeOffset="7069.6139">2936 3513 1347 0,'0'0'222'0,"0"0"30"15,0 0-80-15,0 0-86 16,0 0-42-16,37 36-7 15,-29-35-12-15,-3-1 2 0,0 0 4 16,-4-1 6 0,-1-6-5-16,0-2-13 0,-6-1-13 15,-1-1-6-15,-4 0-7 16,1 1-23-16,-2 3-23 16,4 2-3-16,2 2-13 15,3 3 13-15,3 1-16 16,2 11 27-16,6-1-51 15,2-2-963-15</inkml:trace>
  <inkml:trace contextRef="#ctx0" brushRef="#br0" timeOffset="7287.1058">3151 3491 1927 0,'0'0'341'0,"0"0"-226"16,0 0-60-16,0 0-3 16,24 39 2-16,-13-24 8 15,3 2 2-15,-1 1-21 16,2-1-14-16,-2 0-29 16,5-3-23-16,-5-5-304 15,-2-6-441-15</inkml:trace>
  <inkml:trace contextRef="#ctx0" brushRef="#br0" timeOffset="7482.8238">3255 3487 1684 0,'0'0'399'0,"0"0"-10"16,0 0-262-16,0 0-81 16,0 0-10-16,16 39 1 15,-3-20 30-15,1 2-3 16,2-1-16-16,-2 2-14 15,1-1 29-15,-3-2-28 16,-2-2-35-16,-5-4-146 16,-3-5-168-16,-2-7-473 0</inkml:trace>
  <inkml:trace contextRef="#ctx0" brushRef="#br0" timeOffset="7707.8747">3220 3402 1172 0,'0'0'315'16,"0"0"-71"-16,0 0-83 16,0 0-35-16,0 0 19 15,39-6-10-15,-27 14-29 16,-1 2-51-16,-2 2 6 16,-3 3-9-16,-4 2-1 15,-2 0-11-15,-2-1-17 16,-5 1-23-16,-3-3-13 15,-8 0-141-15,4-4-372 16,-1-5-1008-16</inkml:trace>
  <inkml:trace contextRef="#ctx0" brushRef="#br0" timeOffset="7861.0261">3275 3353 1549 0,'0'0'236'0,"0"0"-187"16,0 0-49-16,0 0-378 0</inkml:trace>
  <inkml:trace contextRef="#ctx0" brushRef="#br0" timeOffset="10816.6587">11111 1655 825 0,'0'0'819'0,"0"0"-576"16,0 0 16-16,0 0-10 15,0 0-55-15,0 0-30 16,-13-32-64-16,20 18 2 16,4 0-23-16,4-2-7 15,4 1-11-15,2-1-10 0,1 0-12 16,1 1-9 0,0 2-6-16,-1 2-9 0,0 2 1 15,1 2 4-15,-1 3-7 16,0 2 4-16,0 1-7 15,1 1 2-15,2-1 0 16,-1 1-10-16,1-1 4 16,-2-1-5-16,-2-1-1 15,-3-1 0-15,-3-1 0 16,-4-1 0-16,-2 1 0 16,-3-1-15-16,-1 1-19 15,-4 0-47-15,-1 2-82 0,0 0-123 16,-4 1-253-1,-3 0-504-15</inkml:trace>
  <inkml:trace contextRef="#ctx0" brushRef="#br0" timeOffset="11125.5904">11445 1317 1908 0,'0'0'475'0,"0"0"-285"0,0 0-60 16,0 0-2-16,0 0 19 15,0 0-13-15,47 11-45 16,-28-4-47-16,-1 1-21 16,-2 2-2-16,-2 0-11 15,-2 1 2-15,-3-1-2 0,-4 0-7 16,-3 0 5-16,-2 0 2 15,0 2 6-15,-6-2-12 16,-1 0-2-16,-2-1-15 16,1 0-69-16,1 4-97 15,2-4-143-15,2-1-316 0</inkml:trace>
  <inkml:trace contextRef="#ctx0" brushRef="#br0" timeOffset="11298.1739">11732 1454 2290 0,'0'0'359'0,"0"0"100"0,0 0-331 16,0 0-38-16,0 0-46 16,0 0-44-16,0 0-50 15,7 1-322-15,-1-1-490 0</inkml:trace>
  <inkml:trace contextRef="#ctx0" brushRef="#br0" timeOffset="11981.0406">12146 1376 1360 0,'0'0'356'16,"0"0"-18"-16,0 0-19 15,0 0-74-15,0 0-12 16,-47-21-54-16,36 25-47 16,1 8-51-16,2 4-35 15,1 3 0-15,4 2-19 0,3-1-12 16,0-1-3-16,10-4-11 15,4-3-1-15,2-4-1 16,3-5-8-16,-2-3-22 16,1-4-29-16,-3-7-7 15,-5-3 7-15,-3-3 13 16,-4-1 17-16,-3-1 18 16,-2-1 5-16,-8 1-7 15,-2 0-42-15,-1 3 5 16,0 3-10-16,0 5 16 15,3 5-21-15,3 3-28 16,2 0-83-16,5 11-59 16,0 1-117-16,6-2-263 0</inkml:trace>
  <inkml:trace contextRef="#ctx0" brushRef="#br0" timeOffset="12194.7644">12196 1151 722 0,'0'0'1230'0,"0"0"-918"16,0 0 34-16,0 0-205 15,0 0-72-15,0 0 43 16,0 48-9-16,10-18-31 16,1-1-45-16,3 3-20 15,0-2-7-15,2-2-88 16,9 4-180-16,-4-8-244 0,-3-8-351 0</inkml:trace>
  <inkml:trace contextRef="#ctx0" brushRef="#br0" timeOffset="12394.939">12391 1237 1824 0,'0'0'392'15,"0"0"-46"-15,0 0-179 16,0 0 47-16,9 39-59 15,1-16-38-15,0 3-25 16,2 1-25-16,-1-1-42 16,2-1-7-16,-3-2-9 0,-1-3-9 15,-2-1-74 1,-7 1-144-16,0-6-264 0,0-4-297 0</inkml:trace>
  <inkml:trace contextRef="#ctx0" brushRef="#br0" timeOffset="12625.0613">12416 1233 367 0,'0'0'1499'0,"0"0"-1283"16,0 0-21-16,0 0-44 16,44-18-16-16,-21 18-5 15,2 0-35-15,-1 4-23 16,-1 4 39-16,-4 2-5 15,-4 2-48-15,-6 2-26 0,-6 2-10 16,-3 1-8-16,-7 2-14 16,-8 1-5-16,-17 6-115 15,4-7-147-15,0-4-293 0</inkml:trace>
  <inkml:trace contextRef="#ctx0" brushRef="#br0" timeOffset="12785.824">12642 1228 2407 0,'0'0'283'0,"0"0"-158"16,-48 11-125-16,14 5-151 15,-4 4-531-15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30:38.1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826 4699 1551 0,'0'0'556'0,"0"0"-449"0,0 0-32 15,0 0 20 1,0 0-8-16,0 0-32 0,21-10 2 16,-9 1-29-16,2-4-13 15,-1 1-10-15,1 1-5 16,-3 2-101-16,-1 4-143 16,-3 3-303-16,-4 2-416 0</inkml:trace>
  <inkml:trace contextRef="#ctx0" brushRef="#br0" timeOffset="167.9319">839 4877 1260 0,'0'0'327'0,"0"0"-54"0,0 0-98 16,0 0-119-16,0 0-25 16,0 0 52-16,63-53-35 15,-25 10-19-15,2-5-29 16,-7 3-67-16,-13 13-290 15,-12 11-705-15</inkml:trace>
  <inkml:trace contextRef="#ctx0" brushRef="#br0" timeOffset="396.2129">890 4518 1652 0,'0'0'301'0,"0"0"-73"16,0 0 26-16,0 0-150 15,0 0-37-15,45-9 2 0,-5 4 2 16,-1 3 41 0,-3 2-18-16,-7 2-32 0,-11 10-34 15,-1 4-16-15,-5 11 4 16,-12 12 7-16,-13 16-1 16,-19 5-22-16,-12-5-27 15,-2-10-164-15,12-19-104 16,6-13-351-16</inkml:trace>
  <inkml:trace contextRef="#ctx0" brushRef="#br0" timeOffset="2241.6171">305 2050 1048 0,'0'0'665'0,"0"0"-481"16,0 0 39-16,0 0 109 15,-38-10-164-15,38 18-105 16,7 14-47-16,8 2 10 16,3 5 11-16,3 2-7 15,-4-5-2-15,3-2-17 16,-1-3 1-16,-5-6-11 16,-2-4 4-16,-5-6-5 15,-3-2-6-15,-3-3 6 16,-1-3 17-16,-1-8-2 0,-6-6-8 15,0-3-6-15,1-2 1 16,4 0-2 0,2 3 0-16,3 2 0 0,7 5-1 15,6 3 0-15,4 4 0 16,3 1 0-16,0 4 1 16,0 0 0-16,-3 1 0 15,-2 6 1-15,-4 2 5 16,-3 2 9-16,-3 1 7 15,-4 1 8-15,-4 0 14 16,0 1 5-16,-4 1-7 0,-6 1-27 16,-5 1-6-1,-1 1-9-15,-3 1-11 16,1-1-86-16,-2 2-100 16,4-5-158-16,5-5-414 0</inkml:trace>
  <inkml:trace contextRef="#ctx0" brushRef="#br0" timeOffset="8153.7586">715 1784 1622 0,'0'0'302'0,"0"0"-20"15,0 0-46-15,0 0-88 16,0 0-30-16,0 0-42 15,0 0-24-15,-27 45 5 16,27-28-18-16,0-2-14 16,0 0-10-16,4-3-7 15,3-1-1-15,0-3-6 16,-1-3-1-16,0-2 0 16,-1-3-39-16,-1 0-36 0,-2-1 29 15,-2-10 34 1,0-3 12-16,0-4-1 0,0-2-7 15,-1-1 7 1,-2 2-9-16,1 5 8 0,0 3-4 16,2 4 5-16,0 4 0 15,0 3-21-15,4 0-2 16,2 0 4-16,3 1-9 16,2 4-55-16,-1 0-51 15,7 2-83-15,-4-1-168 16,-1-2-405-16</inkml:trace>
  <inkml:trace contextRef="#ctx0" brushRef="#br0" timeOffset="10004.8874">427 2284 1152 0,'0'0'400'15,"0"0"-232"-15,0 0-7 16,0 0 25-16,0 0-39 15,0 0-49-15,0 0-39 0,-13-57-18 16,36 15-20 0,9-13-12-16,0 5-8 0,-5 12-1 15,-10 15-1-15,-10 13 1 16,-3 3-30-16,-4 3 30 16,0 4 7-16,-20 7 29 15,-16 22-26-15,-13 18-9 16,-4 10 14-16,6 1 1 15,16-13 17-15,17-17 26 16,8-11-16-16,6-8-20 16,7-2-23-16,9-6-7 15,16-4-4-15,13-22 10 16,12-16-14-16,-4-1-22 0,-10 6-24 16,-17 10 18-1,-11 11 11-15,-1 1 13 0,-2 3-15 16,-3 2 0-16,-6 6 34 15,-3 3 0-15,0 2 30 16,-10 10-1-16,-6 11-20 16,-7 11 0-16,0 0 33 15,3-2 8-15,5-4-13 16,6-7-11-16,1-2-5 16,3-1-11-16,4-7-10 15,1-6-8-15,7-5-3 16,3-2 11-16,3-11 0 15,-2-5-1-15,-1-2-20 16,-6-2-24-16,-4 3 18 16,-10 0 21-16,-15 2 5 0,-16 1-8 15,-2 4-41 1,4 5-22-16,5 6 16 0,10 1-49 16,-2 14-86-16,5-1-125 15,9-2-594-15</inkml:trace>
  <inkml:trace contextRef="#ctx0" brushRef="#br0" timeOffset="10600.8023">853 1672 1066 0,'0'0'305'0,"0"0"15"16,0 0 24-16,0 0-108 15,0 0-67-15,0 0-62 0,-36 68-36 16,36-17 5-16,2 4 15 16,8-8-13-16,2-13-16 15,-1-13-20-15,3-5-18 16,5 1-9-16,4-2-9 15,3-2-5-15,2-7 5 16,-2-6-4-16,-3 0-2 16,-3-8-25-16,-7-4-26 15,-6-3-3-15,-6 0 8 16,-1-1 21-16,-11 1 5 16,-4 3 11-16,-4 2 8 0,-1 4-7 15,0 2-2 1,2 4 4-16,3 0-1 0,3 0 7 15,3 0 1-15,5 0 13 16,4-1-3-16,0-9-11 16,6-8-36-16,8-4-55 15,15-17-133-15,-2 8-68 16,-4 3-504-16</inkml:trace>
  <inkml:trace contextRef="#ctx0" brushRef="#br0" timeOffset="11058.1207">1026 1755 1595 0,'0'0'257'16,"0"0"-100"-16,0 0-24 16,0 0-52-16,0 0-17 15,34-39-20-15,-12 33-4 16,3 3-7-16,4 3 20 15,-1 0 13-15,-2 4-32 0,-4 4-9 16,-3 2-16-16,-8 2-7 16,-4 1 5-16,-6 1 4 15,-1 1-10-15,-8-1 12 16,-3-3-4-16,-2-4-3 16,-1-6-6-16,-1-1 0 15,1-12-58-15,2-6-76 16,5-5 6-16,6-2-51 15,1 0-90-15,15-3-49 16,1 5-67-16,-1 5-147 0</inkml:trace>
  <inkml:trace contextRef="#ctx0" brushRef="#br0" timeOffset="11337.2778">1281 1568 643 0,'0'0'173'0,"0"0"-14"16,0 0 13-16,0 0 5 16,0 0-24-16,0 0-57 15,0 0-40-15,-5-4-32 16,5 4-5-16,0 0-10 15,-1 0-8-15,0 0 1 16,1 0-2-16,-1 0 0 16,0 0-18-16,0 0-55 0,-1 0-188 15,0 0-495-15</inkml:trace>
  <inkml:trace contextRef="#ctx0" brushRef="#br0" timeOffset="12409.3648">1322 1619 1408 0,'0'0'297'16,"0"0"-87"-16,0 0-63 15,0 0-31-15,0 0-49 16,0 0-41-16,0 0-10 16,28-21-4-16,-18 12 0 15,-3-3-4-15,-3 2-1 16,-1 0 3-16,-3 0 11 0,0 0 40 16,-6 2 32-1,-2 2-2-15,-4 2 0 0,0 2 10 16,0 2-21-16,1 0-22 15,2 9-21-15,4 2-13 16,5 6-4-16,0 1-1 16,6 1 0-16,9-1-10 15,2-1-3-15,4-6 6 16,2-5-12-16,2-5-13 16,0-2-49-16,-1-11-56 15,-1-5-63-15,-6-6-165 16,-7-11-185-16,-5 7-136 15,-5 3-364-15</inkml:trace>
  <inkml:trace contextRef="#ctx0" brushRef="#br0" timeOffset="12747.0726">1460 1445 1053 0,'0'0'342'0,"0"0"43"15,0 0-61-15,0 0-85 16,0 0-104-16,0 0-98 16,0 0-31-16,-16 10-4 15,28-3 7-15,2-2-2 16,2-1 2-16,0-4 0 15,0 0 1-15,-5-2-2 16,-3-4-2-16,-5-2-6 16,-3-2 7-16,-1 0-5 15,-6 1 11-15,-1-1 14 16,0 3 50-16,3 1 29 16,1 4 26-16,3 2-39 15,1 0-48-15,5 4-44 0,8 8 4 16,5 4 13-16,8 4 15 15,5 4 4-15,3 3-7 16,0 0-3-16,-1 2-10 16,-3 1-2-16,-7 0-9 15,-8 6-2-15,-11 6-4 16,-11 9-76-16,-22 6-162 16,0-13-279-16,-5-7-686 0</inkml:trace>
  <inkml:trace contextRef="#ctx0" brushRef="#br0" timeOffset="13166.7565">985 2421 1207 0,'0'0'678'0,"0"0"-558"16,0 0 195-16,0 0-110 15,-40 10-98-15,36 4-49 16,-1 5-10-16,5 1 23 16,0 0-11-16,0-3-24 15,9-4-17-15,3-4-10 16,3-4-1-16,3-4-7 0,2-1 8 15,1 0-8-15,-1-2 0 16,-1 0 0-16,-3 2 0 16,-4 0-1-16,-3 6-1 15,-4 7 0-15,-5 3 1 16,0 5 0-16,-3 1 2 16,-5 0 4-16,-1 0-6 15,0-5-14-15,0-3-77 16,1-7-65-16,3-7-131 15,1-6-240-15,3-7-696 0</inkml:trace>
  <inkml:trace contextRef="#ctx0" brushRef="#br0" timeOffset="13391.9108">1136 2371 1629 0,'0'0'298'0,"0"0"205"16,0 0-306-16,0 0 26 15,0 0-96-15,0 0-79 16,0 0-23-16,-7 45 14 16,13-26 10-16,1-2-19 15,3-3-10-15,4-3-14 16,2-6-6-16,4-5-29 16,3-4-92-16,5-16-54 15,1-18-128-15,-4 4-321 16,-8 1-235-16</inkml:trace>
  <inkml:trace contextRef="#ctx0" brushRef="#br0" timeOffset="14113.255">1288 2241 1515 0,'0'0'381'0,"0"0"106"15,0 0-284-15,0 0-21 16,0 0-45-16,0 0-59 16,0 0-34-16,-36 45-9 15,36-31-14-15,6 0-6 16,3-3-6-16,2-1-7 15,2-5-2-15,0-4-6 16,1-1-33-16,-4-6-39 16,1-5 3-16,-5-3-10 15,-4-1-12-15,-2 1 50 0,0 1 33 16,-5 1 14-16,-2 3 0 16,0 2 12-16,1 2 46 15,3 3 24-15,1 2 25 16,1 0-17-16,1 0-35 15,0 0-39-15,3 6-16 16,5 0 0-16,4 2 0 16,2-2 0-16,0-1 1 15,3-3-1-15,-1-2 0 16,-2-1-10-16,-2-8-51 16,-5 0-29-16,-5-4 1 15,-2-1 14-15,-7-2 44 16,-9-2 21-16,-10-6 10 15,-15-10 1-15,1 0 32 0,4 4 13 16,5 5 12-16,16 11 42 16,1 2-3-16,4 4-32 15,9 5-19-15,1 3-19 16,10 7-27-16,14 10 0 16,16 7 14-16,12 4-5 15,2-2-2-15,-8-7-6 16,-14-7-1-16,-13-8 0 15,-4-3-100-15,-1-1-66 16,-3 0-8-16,-2-3 48 16,-8-7 20-16,-1-6 32 15,-6-2 17-15,-4-3 39 16,-1 1 17-16,-1 1 1 0,0 3 62 16,2 6 66-1,2 4 36-15,1 5 61 0,3 1-48 16,2 9-108-16,2 7-51 15,0 2 6-15,4 3-2 16,7 0 1-16,2 0-6 16,5-4-9-16,2-3-2 15,5-5-6-15,2-8 0 16,14-9-99-16,-7-8-206 16,-3-3-445-16</inkml:trace>
  <inkml:trace contextRef="#ctx0" brushRef="#br0" timeOffset="14317.2471">1871 1776 2186 0,'0'0'339'16,"0"0"-238"-16,0 0-39 15,0 0 46-15,44 34-14 16,-28-24-43-16,-4-1-25 15,-2 1-26-15,-4-1-39 16,-6 0-108-16,0-3-162 16,-6-4-357-16</inkml:trace>
  <inkml:trace contextRef="#ctx0" brushRef="#br0" timeOffset="14453.0058">1709 1691 1627 0,'0'0'197'0,"0"0"-55"15,0 0-109-15,0 0-25 16,42-13-7-16,0 9-1 16,-6 0-199-16,-1 2-594 0</inkml:trace>
  <inkml:trace contextRef="#ctx0" brushRef="#br0" timeOffset="14968.9244">1940 1691 1827 0,'0'0'368'16,"0"0"6"-16,0 0-180 0,0 0-123 16,0 0-48-16,0 0-13 15,0 0 32-15,29 20 1 16,-16-13-8-16,1-1-17 16,-3-1-11-16,1 0-5 15,-5-2 4-15,-2-1-6 16,-3-1-36-16,-2-1 6 15,0-3 30-15,-7-5-9 16,-2-3 4-16,-3-5 5 16,0-1 1-16,2-2 6 15,3 2-6-15,2 2 5 16,4 4-4-16,1 3-1 16,0 2 5-16,3 3-5 15,6 2 5-15,1 1 2 16,1 0-1-16,2 0 4 0,-3 0-2 15,0 3-8-15,-3 0 0 16,-2 0 1-16,-4-1 5 16,-1-2 2-16,0 0 6 15,0 0 33-15,-1-5 66 16,-5-5-56-16,0-1-37 16,-1-2-12-16,3 1-1 15,2 1-8-15,2 2 0 16,0 4 0-16,5 2 0 15,5 1 0-15,4 2 1 16,3 0 0-16,2 1 0 16,1 3-1-16,-2 1-26 0,4 1-190 15,-5-2-261-15,-5-3-316 16</inkml:trace>
  <inkml:trace contextRef="#ctx0" brushRef="#br0" timeOffset="15306.9865">2144 1402 1892 0,'0'0'318'0,"0"0"57"16,0 0-180-16,0 0-61 15,0 0-84-15,0 0-29 16,-16 35 1-16,16-19 16 16,0 0-4-16,4-1-12 15,5-1-8-15,-2-4-13 0,-1-3 0 16,0-3-1-1,-2-4-6-15,0-1 0 0,-2-7 6 16,1-4 2-16,0-3-1 16,-1 2 0-16,1 1 0 15,2 3 0-15,-1 4 0 16,2 3-1-16,1 2-12 16,4 0 6-16,1 1 4 15,2 5 1-15,3 0 0 16,1-1 0-16,0-2-8 15,1-1-163-15,2-3-98 16,-3-6-250-16,-5-1-532 0</inkml:trace>
  <inkml:trace contextRef="#ctx0" brushRef="#br0" timeOffset="15705.0944">2289 1322 1378 0,'0'0'225'0,"0"0"54"16,0 0-157-16,0 0-55 15,0 0-48-15,0 0-4 16,0 0-5-16,6 23-1 16,1-18 3-16,-2-2-6 15,1-1-5-15,-1-2-1 16,-1 0 1-16,-4-4 7 16,0-4 0-16,0 2 0 15,0-2 15-15,-1 2 90 16,-1 2 84-16,1 3-26 15,1 1-46-15,0 0-69 0,1 6-56 16,6 5 9-16,6 5 13 16,3 2 6-16,2 4 7 15,3-1-7-15,1 2 7 16,-1 1-1-16,-1-2-4 16,-3 1-6-16,-6-3-11 15,-3-1-1-15,-7-3-3 16,-1-2 0-16,-9-2 2 15,-4-3-10-15,-4-3-1 16,-1-6-1-16,0-3-110 16,0-20-119-16,5 1-276 15,4-1-322-15</inkml:trace>
  <inkml:trace contextRef="#ctx0" brushRef="#br0" timeOffset="16103.0796">2469 1376 1706 0,'0'0'228'0,"0"0"-147"15,0 0-26-15,0 0 1 16,0 0-13-16,0 0 3 16,41-2-4-16,-36-5-15 15,-3-2-8-15,-2-1 8 16,0 0-9-16,-1 0 8 15,-5 0 10-15,2 3 29 16,-2 3 33-16,1 3 33 0,0 1 2 16,0 2-40-16,0 9-47 15,2 6-7-15,1 4 24 16,2 2 7-16,0 1-13 16,7-1-9-16,3-3-15 15,2-3-6-15,2-5-2 16,2-3-7-16,-1-6-7 15,2-3 1-15,0-1 0 16,-1-10-3-16,0-2-3 16,-1-3-5-16,-2-2-1 15,-4 1-57-15,-7-1-184 0,-2 4-328 16,0 3-1511-16</inkml:trace>
  <inkml:trace contextRef="#ctx0" brushRef="#br0" timeOffset="31205.7536">11245 1410 548 0,'0'0'0'0</inkml:trace>
  <inkml:trace contextRef="#ctx0" brushRef="#br0" timeOffset="31497.3804">11245 1410 1491 0,'0'0'500'16,"0"0"-281"-16,-12-17-43 15,0 19-59-15,-2 8-47 16,-4 9 10-16,-2 9 32 15,1 11-3-15,6 0-9 16,4-4-12-16,6-6-26 16,3-7-26-16,4-1-15 0,6 1-5 15,2-5-10-15,4-4 3 16,-2-4-8-16,-1-4-1 16,-1-4 6-16,-4-1-6 15,-2-1 1-15,-3-6 11 16,-2-4-12-16,-1-2 0 15,-1-1 0-15,-8-1-18 16,-3 2-36-16,-1 2-11 16,-3 5 0-16,1 4-30 15,2 2-36-15,2 2-33 16,5 4-81-16,6 1-51 16,5-2-261-16,6-4-318 0</inkml:trace>
  <inkml:trace contextRef="#ctx0" brushRef="#br0" timeOffset="31885.369">11358 1395 1622 0,'0'0'280'0,"0"0"33"15,0 0-126-15,0 0-87 16,0 0-12-16,0 0 5 15,5 46-19-15,0-26-10 16,1 2-8-16,2-1-33 16,0-3-5-16,0-2-10 15,1-3-7-15,-1-5-1 0,-1-4-19 16,0-4-6-16,0-2 8 16,-2-9 2-16,1-5-19 15,-1-3 5-15,0-4 12 16,-2 0 5-16,0 1-5 15,-1 5 16-15,1 4-1 16,-1 7 1-16,-1 6 1 16,2 1-27-16,2 11 15 15,0 2 12-15,1 6 10 16,1 1-4-16,1 1-6 16,1 1 0-16,10 4-22 15,-2-6-260-15,-1-6-386 0</inkml:trace>
  <inkml:trace contextRef="#ctx0" brushRef="#br0" timeOffset="32087.0897">11734 1295 901 0,'0'0'985'0,"0"0"-656"16,0 0-13-16,0 0-164 15,0 0-79-15,0 0 12 16,-5 43 21-16,5-17-40 15,0 3-35-15,0 0-13 16,-2 2-9-16,-2-3-9 16,-3-1-123-16,-5 1-102 15,1-8-290-15,-1-7-264 0</inkml:trace>
  <inkml:trace contextRef="#ctx0" brushRef="#br0" timeOffset="32268.7772">11596 1375 431 0,'0'0'1127'16,"0"0"-988"-16,0 0 32 15,0 0 45-15,59 25-36 16,-31-14-29-16,4 0-62 16,1 2-47-16,-4-3-25 15,14 6-17-15,-10-3-214 16,-7-4-535-16</inkml:trace>
  <inkml:trace contextRef="#ctx0" brushRef="#br0" timeOffset="32583.2463">11943 1293 1884 0,'0'0'242'0,"0"0"-60"16,-17 35-7-16,13-12-9 15,4 2-14-15,0 1-29 16,4 1-44-16,6-2-24 16,1-1-34-16,1-3-1 15,-1-5-11-15,-1-5-8 16,-2-5-1-16,-1-3 0 16,-2-3-29-16,-1-6 10 15,0-6-9-15,-2-4-7 0,-2-2 1 16,0-1-16-16,-2 2-3 15,-5 2 18-15,-1 4-54 16,0 4-11-16,0 4-116 16,2 3-87-16,3 2-196 15,2 3-231-15</inkml:trace>
  <inkml:trace contextRef="#ctx0" brushRef="#br0" timeOffset="32960.7249">12102 1282 1862 0,'0'0'263'0,"0"0"-70"0,0 0-37 16,0 0-73-16,-11 41 5 16,12-19 13-16,6 3-34 15,2-1-34-15,2-2-6 16,1-4-12-16,0-3-13 15,-2-5 6-15,-3-5-8 16,-1-4 1-16,-2-1-1 16,1-10 12-16,0-5-5 15,0-4-1-15,0-4 0 16,-1 1-4-16,0 3 13 16,-1 3 39-16,-2 7 29 0,1 7-18 15,0 2-28 1,2 9-16-16,1 7 9 0,0 3 0 15,1 3-10-15,0 3-4 16,-1-1-16-16,0-1-5 16,8 5-180-16,0-6-361 15,0-6-946-15</inkml:trace>
  <inkml:trace contextRef="#ctx0" brushRef="#br0" timeOffset="33253.0988">13233 1543 1833 0,'0'0'211'0,"0"0"-145"0,0 0 27 16,15 51 39-16,-13-29-28 16,-2 1-20-16,-3 2-30 15,-11-1-38-15,-6 1-2 16,-5-3-8-16,-2-3-6 16,-7-8-63-16,8-6-175 15,7-5-362-15</inkml:trace>
  <inkml:trace contextRef="#ctx0" brushRef="#br0" timeOffset="33608.2056">13383 1292 1852 0,'0'0'337'0,"0"0"-258"15,0 0-20-15,23 37 103 16,-11-15-24-16,0 2-25 15,-1 1-29-15,-5 1-36 16,-4-2-23-16,-2-1-15 16,-2-2-1-16,-5-3 2 15,-3-6-11-15,1-5 0 16,0-6-11-16,-1-1 1 16,3-10-5-16,3-4-15 0,2-1 15 15,2 3 15-15,3 4 0 16,5 5-6-16,7 2 5 15,2 1 1-15,7 1 0 16,4 3 1-16,2-1-1 16,2-3 0-16,1 0-17 15,-2-8-163-15,2-13-165 16,-8 2-360-16,-8-2-215 0</inkml:trace>
  <inkml:trace contextRef="#ctx0" brushRef="#br0" timeOffset="33867.2302">13680 1274 312 0,'0'0'614'0,"-19"-49"-238"16,11 39 26-16,-1 1-103 15,0 4-68-15,0 3 7 16,4 2-125-16,2 8-70 16,3 7-14-16,3 6 17 15,9 2 3-15,6 3-9 16,3 0-11-16,3 1-5 16,-1-2 3-16,-1-2-17 15,-6-3-1-15,-5-3-3 16,-6-1-6-16,-5-3 0 15,-5-4-13-15,-8-4-28 16,-5-5-5-16,0 0 0 16,1-10-1-16,3-6 3 15,4-6-93-15,8-5 14 16,2-2 1-16,21-9-71 0,1 5-125 16,3 8-326-16</inkml:trace>
  <inkml:trace contextRef="#ctx0" brushRef="#br0" timeOffset="34070.5381">14000 1141 1508 0,'0'0'521'15,"0"0"-46"-15,0 0-268 16,0 0-47-16,0 0-87 16,-7 36 5-16,5-13-4 15,-1 5-32-15,0 2-7 16,-1 1-14-16,0 0-12 15,-1-3-9-15,-2-4-51 0,0-5-124 16,-6-6-88 0,1-5-258-16,1-7-486 0</inkml:trace>
  <inkml:trace contextRef="#ctx0" brushRef="#br0" timeOffset="34230.8223">13853 1249 1602 0,'0'0'210'0,"0"0"-42"16,0 0-8-16,50 36 13 16,-10-21-93-16,11 0-49 15,-2-4-25-15,-1-3-6 0,-16-3-241 16,-12-5-618-16</inkml:trace>
  <inkml:trace contextRef="#ctx0" brushRef="#br0" timeOffset="34829.5715">14203 1092 1790 0,'0'0'247'15,"0"0"-15"-15,0 0-111 16,0 0-47-16,0 0-10 16,0 0 0-16,43 17 9 15,-32 0-6-15,-6 3 11 16,-5 2-11-16,-1 1-16 15,-10 2-24-15,-2-1-20 0,0-2-1 16,2-2-5-16,4-4-1 16,6-7-23-16,1-5-44 15,12-4-6-15,13-11 28 16,3-7-31-16,11-10-86 16,3-12-53-16,-4-10-4 15,-1-7-55-15,-15 3 133 16,-10 11 109-16,-9 17 32 15,-3 9 108-15,0 4 114 16,-3 2 28-16,-7 2-12 16,0 2-34-16,-4 7-26 15,0 0-36-15,2 6-50 0,2 6-33 16,5 1-26 0,5 2-14-16,2 2-2 0,11 0-7 15,5 0-8-15,2 2 8 16,3 0-9-16,-1 2 8 15,0 0-3-15,-5 1 6 16,-1-1 8-16,-7 0-14 16,-5-1 0-16,-4-2-5 15,-3-4 14-15,-7-2-14 16,-2-6 6-16,-1-5 5 16,2-2-11-16,5-12 15 15,3-13-15-15,3-15 5 16,13-18-6-16,7-5-1 15,-1 9-33-15,-2 16-41 16,-4 21-40-16,-3 9-57 0,6 9-72 16,-2 0-300-1,-3 2-576-15</inkml:trace>
  <inkml:trace contextRef="#ctx0" brushRef="#br0" timeOffset="35048.072">14126 1593 2252 0,'0'0'262'0,"0"0"-152"15,42-47-53-15,-4 24-2 0,2 3-31 16,-4 4-24-16,4 5-15 15,-15 6-226-15,-4 0-563 0</inkml:trace>
  <inkml:trace contextRef="#ctx0" brushRef="#br0" timeOffset="35226.5516">14168 1656 1332 0,'0'0'1155'0,"0"0"-1010"16,0 0-66-16,57-9 42 16,6-14 24-16,7-3-79 0,-1-1-66 15,-13 0-27-15,-26 10-279 16,-11 0-1105-16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31:22.0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7588 3420 563 0,'0'0'91'0,"0"0"613"15,0 0-516-15,0 0-88 16,0 0-15-16,0 0 11 15,0 6-17-15,0-6-22 16,2 0-26-16,4 0 16 16,3 0 57-16,1 0 19 15,1-3-15-15,1 1-34 16,1 0-19-16,0 0-2 16,2 1-23-16,-1 0-3 0,0 0-6 15,-1 1-3 1,-1 0-8-16,-1 0-4 0,-4 0 0 15,0 0-5-15,-1 0 0 16,-2 0 0-16,-1 0-1 16,-1 0 0-16,-1 0 0 15,0 0-79-15,-1 0-105 16,0-1-171-16,0 0-414 0</inkml:trace>
  <inkml:trace contextRef="#ctx0" brushRef="#br0" timeOffset="1430.9646">8230 2814 1330 0,'0'0'372'0,"0"0"-137"0,0 0-57 15,0 0-19-15,0 0-5 16,0 0-16-16,18 6-21 16,-8-5 3-16,2-1-30 15,0 0-26-15,0 0-8 16,-2 0-26-16,0 0-13 16,-2 0-8-16,-1 0-7 15,-2 0-2-15,0-1-46 16,0-2-187-16,-2 0-297 15,-3-2-800-15</inkml:trace>
  <inkml:trace contextRef="#ctx0" brushRef="#br0" timeOffset="2582.4409">8179 2049 955 0,'0'0'598'0,"0"0"-118"16,0 0-241-16,0 0-51 15,0 0-53-15,0 0-68 16,-1 7-31-16,1-7-15 16,3 0-2-16,4 0-1 15,4 0 10-15,1 0-4 16,3 0-6-16,1 0-3 15,0-3-3-15,1-1-10 16,2-1-2-16,-5 0-63 16,-6 1-475-16</inkml:trace>
  <inkml:trace contextRef="#ctx0" brushRef="#br0" timeOffset="7994.5556">11942 1566 61 0,'0'0'1422'15,"0"0"-1174"-15,0 0-35 16,0 0 16-16,0 0-80 16,-41 11-48-16,26 13-10 15,-1 11-9-15,2 11-11 16,6-3-8-16,5-8-15 15,3-11-19-15,0-7-18 0,4 2-1 16,2 0-8-16,2 0 4 16,0-6-5-16,-1-3 0 15,-1-4 5-15,-2-4-5 16,-1-2 5-16,-2 0 1 16,0-2-1-16,-1-6 0 15,0-2 2-15,0-1-7 16,-4 0 5-16,-5 2-6 15,-1 2-16-15,-3 4-24 16,-1 0-27-16,0 3-23 16,2 0-26-16,4 0-12 15,8 0-79-15,1-3-309 16,8-3-182-16</inkml:trace>
  <inkml:trace contextRef="#ctx0" brushRef="#br0" timeOffset="8471.2888">12054 1532 1575 0,'0'0'335'0,"0"0"-88"15,0 0-137-15,0 0-51 16,0 0-3-16,0 0 33 0,11 45-14 15,-9-23-8 1,-2 0-3-16,0 0-12 16,-3 0-19-16,0-3-21 0,1-1-4 15,1-3-7-15,1-4 1 16,0-2-2-16,7-4-1 16,2-2-12-16,2-3-4 15,2 0 2-15,-1-7-16 16,0-3-3-16,-3-1-2 15,-1-3 14-15,-3 0 16 16,-2-1 6-16,-1 1 1 16,-1 3 5-16,-1 2 17 15,0 3 24-15,0 4 12 16,0 2-11-16,0 0-31 16,0 7-16-16,3 4-1 0,0 6 1 15,1 3 16 1,-1 2-4-16,0-2 4 0,0 2-8 15,-2-4-9-15,1-1 0 16,0-3-9-16,3-3-137 16,-2-6-183-16,0-4-335 0</inkml:trace>
  <inkml:trace contextRef="#ctx0" brushRef="#br0" timeOffset="8713.5253">12403 1515 1280 0,'0'0'874'15,"0"0"-633"-15,0 0-106 0,0 0-58 16,0 0 69-16,0 45 6 16,0-22-54-16,0 2-31 15,0 1-36-15,-3-1-9 16,0-2-22-16,-1-1-1 15,-1-5-68-15,-1-2-128 16,-5-7-128-16,1-4-354 16,-1-4-608-16</inkml:trace>
  <inkml:trace contextRef="#ctx0" brushRef="#br0" timeOffset="8890.9095">12278 1600 660 0,'0'0'800'0,"0"0"-601"0,0 0 69 16,0 0-19-16,51 33-68 16,-28-19-51-16,4-1-3 15,3 0-68-15,0 0-38 16,1-2-21-16,11-4-18 16,-6-3-207-16,-6-4-428 0</inkml:trace>
  <inkml:trace contextRef="#ctx0" brushRef="#br0" timeOffset="9220.578">12643 1429 682 0,'0'0'1151'0,"0"0"-950"16,0 0 13-16,-23 36 5 15,19-15-53-15,2 4-54 16,2 3-36-16,0 1-14 15,4-2-4-15,5-2-31 16,1-4-12-16,1-5-8 16,1-5-6-16,-2-6-1 15,-3-4 0-15,1-1 6 16,-1-5-6-16,-2-6 0 16,-2-5 0-16,-1-1-38 15,-2-2 2-15,0 2-8 0,-5 3 9 16,-1 4 10-16,-2 5 1 15,1 5-46-15,-1 0-48 16,1 8-45-16,3 5-88 16,3-2-314-16,1-2-316 0</inkml:trace>
  <inkml:trace contextRef="#ctx0" brushRef="#br0" timeOffset="9656.0664">12809 1408 1204 0,'0'0'843'16,"0"0"-637"-16,0 0-88 0,0 0-41 16,0 0-47-16,0 0 31 15,0 0 8-15,11 43 1 16,-6-24-12-16,-2 2-3 15,1 1-27-15,0-1-14 16,1-3-8-16,3-4-5 16,-1-3-2-16,1-5-4 15,-1-4-36-15,0-2 6 16,0-6 24-16,0-5-1 16,0-5-6-16,-2-2 13 15,-1-1 5-15,-1 1 1 16,0 2 14-16,-3 5 23 15,0 4 35-15,0 6 16 0,0 1-38 16,1 4-43-16,1 9-7 16,2 5 6-16,2 4-5 15,1 3 4-15,0 3-5 16,0 0 5-16,-1 0-6 16,-2-1-45-16,-4 6-179 15,-2-8-273-15,-5-5-316 0</inkml:trace>
  <inkml:trace contextRef="#ctx0" brushRef="#br0" timeOffset="9905.4715">12406 1972 2000 0,'0'0'559'0,"0"0"-489"0,0 0-40 15,0 0 73-15,0 0 104 16,82-13-23-16,-11-5-71 16,8-1-67-16,-1-2-22 15,-15 3-4-15,-20 5-20 16,-11 3-1-16,-10 4-28 16,-6 1-111-16,1-1-180 15,-5 0-187-15,-3 0-282 0</inkml:trace>
  <inkml:trace contextRef="#ctx0" brushRef="#br0" timeOffset="10116.0297">12434 2080 1726 0,'0'0'755'15,"0"0"-664"-15,0 0-45 16,0 0 58-16,38 17 126 15,11-19-47-15,20-13-71 16,7-3-52-16,-3 0-40 16,-20 3-13-16,-19 6-7 15,-5 2-58-15,-10 3-251 16,-9 0-550-16</inkml:trace>
  <inkml:trace contextRef="#ctx0" brushRef="#br0" timeOffset="11690.5937">10462 3500 159 0,'0'0'1200'0,"0"0"-870"0,0 0 15 15,0 0-136-15,0 0-70 16,0 0-16-16,-7 69 80 15,13-11-9-15,2 9-39 16,1 3-11-16,-1 0-5 16,2-5-55-16,0-2-19 15,-1-4-25-15,0-7-11 16,-2-7-7-16,-1-10-8 16,-2-9-5-16,-1-8-9 15,-3-5 2-15,1 0-1 0,-1-1-1 16,0-1-16-16,-2-5-90 15,-5-4-171-15,-2-2-487 0</inkml:trace>
  <inkml:trace contextRef="#ctx0" brushRef="#br0" timeOffset="12127.4214">9130 4527 1341 0,'0'0'586'0,"0"0"-422"16,0 0-45-16,0 0-41 15,0 0 117-15,57 10 10 16,11-10 23-16,20-12-39 16,10-8-48-16,6-7-34 15,-6-1-24-15,-1-1-10 16,-1 2-16-16,-10 3-13 15,-14 4-19-15,-19 7-13 16,-20 4-3-16,-17 5-8 16,-9 2-1-16,-4 2-13 0,-3 0-51 15,-6 5-44-15,-36 15-172 16,3-1-336-16,-6 1-275 0</inkml:trace>
  <inkml:trace contextRef="#ctx0" brushRef="#br0" timeOffset="12593.6161">9521 4685 393 0,'0'0'1350'0,"0"0"-1159"16,0 0-21-16,0 0 3 16,0 0 42-16,0 0-63 15,0 0-43-15,-33-21-48 16,28 34-34-16,-1 12 28 16,0 10 42-16,2 0-6 15,2-2-17-15,2-4-31 16,0-6-10-16,6 2-18 15,3 3 2-15,1-7-16 16,2-3 1-16,-1-7-1 0,-2-2 1 16,-1-5-2-16,-2-4-11 15,-3 0-8-15,-2-2 10 16,-1-7 7-16,-1-2-4 16,-6-1-9-16,-3 0-16 15,0 1-10-15,-1 5-1 16,0 2-13-16,0 3-30 15,0 1-29-15,2 1 4 16,3 3-29-16,4 1-81 16,2-2-145-16,0-2-250 0</inkml:trace>
  <inkml:trace contextRef="#ctx0" brushRef="#br0" timeOffset="13021.1175">9615 4661 1872 0,'0'0'288'0,"0"0"-16"16,0 0-143-16,0 0-44 16,0 0 0-16,5 35 24 15,3-15 5-15,1 4-39 16,1-2-13-16,1 0-17 15,-1-4-27-15,1-3-9 16,0-4-1-16,-1-3-7 16,-2-3-1-16,-1-5-9 15,-1 0-28-15,-1-9 5 0,-1-5 7 16,-2-5-8-16,0-2 9 16,0-1 18-16,-1 4-1 15,-1 4 7-15,0 5 0 16,2 7 18-16,0 2 6 15,2 7-3-15,1 9 36 16,2 6 9-16,3 4-9 16,-1 2-11-16,0 2-10 15,1-1-15-15,-2-2-15 16,2-4-6-16,0-6-11 16,12-14-89-16,-3-3-217 15,1-10-403-15</inkml:trace>
  <inkml:trace contextRef="#ctx0" brushRef="#br0" timeOffset="13658.4493">10908 3879 548 0,'0'0'1101'0,"0"0"-630"15,0 0-195-15,0 0-89 0,0 0-41 16,-39 32-19-1,28-6-6-15,3 10-24 0,2 0-11 16,4-4-16-16,2-3-20 16,2-5-17-16,5 2-8 15,3 0-16-15,0-3-3 16,1-6 0-16,0-4 4 16,-3-7-9-16,1-3 0 15,-2-3 0-15,0-5-1 16,-3-7 0-16,-1-4-15 15,-3-4-10-15,0 0-5 16,-4 0-12-16,-7 2-6 16,-1 5-7-16,-1 4 14 0,0 5-8 15,0 3-29 1,2 1 12-16,4 1-23 0,3 4-54 16,3 2-81-16,3-1-63 15,7-2-183-15,2-2-168 0</inkml:trace>
  <inkml:trace contextRef="#ctx0" brushRef="#br0" timeOffset="14070.6904">11048 3867 1842 0,'0'0'332'0,"0"0"-35"0,0 0-148 15,0 0-46-15,0 0-33 16,0 0-34-16,-5 41 49 16,5-15 12-16,0 2-25 15,0 1-17-15,0-1-8 16,0-4-19-16,3-4-14 16,3-4-7-16,1-5-6 15,2-4 7-15,1-7-8 16,2 0 0-16,0-9-26 15,0-6-35-15,0-4 4 16,-2-2 9-16,-2 0 24 16,-4 2 14-16,-1 3 10 15,-1 5 1-15,-1 7 26 16,0 4 7-16,1 2-16 0,1 11-8 16,2 4 26-16,1 5 8 15,2 2-20-15,-1-1-11 16,-1 1-11-16,-1-3-2 15,-5 7-56-15,0-6-199 16,0-6-449-16</inkml:trace>
  <inkml:trace contextRef="#ctx0" brushRef="#br0" timeOffset="22499.5215">5624 3144 436 0,'0'0'47'15,"0"0"683"-15,0 0-495 16,0 0-47-16,0 0-67 16,0 0 5-16,-23-5 18 15,17 4-23-15,-1-1-32 16,0 1-24-16,-1 1-2 16,-2 0 4-16,0 0-24 15,-1 0-4-15,1 0-3 16,-2 0-2-16,1 0 12 15,-2 1-18-15,0 1-5 16,0-1-1-16,-1 1-1 0,1 1-3 16,-1 0 7-16,-1-1-3 15,1 1-1-15,-1 0 0 16,0 1 0-16,0 0-4 16,0 0-2-16,2 0-4 15,1 0 0-15,1 1-2 16,2-1 1-16,0 1-1 15,1-1-1-15,0 0-1 16,0 2-6-16,1-1 7 16,-1 1-7-16,0 1 5 15,1 1-5-15,0 0 0 0,0 0 5 16,2 0-4-16,0 1-1 16,1-1 0-16,1 0 1 15,1 2-1-15,0 0 0 16,1 0 0-16,1-1 1 15,0 2-1-15,0-1 1 16,0 1 4-16,0-1 10 16,2 0-7-16,1-1 15 15,0 0 0-15,2-1-3 16,-1-1 4-16,2 0 2 16,1-2 2-16,2 1-8 15,1-2-6-15,3-1-5 0,4 0 7 16,1-1-1-1,4-1-1-15,1-1-1 0,3 0-1 16,1 0 5-16,1-1 6 16,-2-3-11-16,-1 0 4 15,-1 0-10-15,1 0-5 16,-2 0 10-16,0-2 1 16,0 1-2-16,-3-1 2 15,1-1 2-15,-3 0-3 16,-1-1 5-16,-4 0-1 15,0 1-5-15,-3 0-5 16,-1-2 12-16,-2-2 0 16,0 0-11-16,-2-2 2 0,-2-2-1 15,-2-3 1 1,-1-1-8-16,0 0 7 0,-5-1-2 16,-3 1-5-16,-3 2 6 15,0 1-6-15,-1 2-1 16,-1 3-3-16,-1 3 3 15,0 3 1-15,-1 1-1 16,1 4-2-16,0 0-22 16,-2 0-18-16,1 3-46 15,1 2-54-15,-3 0-162 16,4-1-263-16,2-2-461 0</inkml:trace>
  <inkml:trace contextRef="#ctx0" brushRef="#br0" timeOffset="23714.5896">5931 2549 5 0,'0'0'396'0,"0"0"453"16,0 0-598-16,0 0-2 16,-40-4-1-16,28 1-71 0,-2 1-53 15,0 0-17 1,-2 0-22-16,0 1-26 0,-1 0-7 15,-1 1 0-15,-1 0-6 16,-3 0-14-16,-1 0-16 16,-1 2-1-16,-2 3-14 15,0 1 5-15,-2 2-5 16,1 0 0-16,0 0 1 16,2 1-1-16,0 0 6 15,3 0-7-15,1 0 0 16,1 1 1-16,1-2-1 15,3 1 2-15,1-1 5 16,1 1-6-16,3 0 0 0,1 0-1 16,2 1 1-16,2 1-1 15,2 0 0-15,2 1 1 16,1 1-2-16,1-1 0 16,0 0 0-16,4 0 0 15,4-1 1-15,4 0 0 16,4-2 1-16,2 0 7 15,4-1-7-15,3-2 13 16,3-2-4-16,10-1 7 16,7-3-2-16,8 0 0 15,3-8 2-15,-4-3-2 16,-7-2 3-16,-11 3 0 16,-6 0-6-16,-7 3-4 15,-1-1 1-15,1 0 1 0,1-1 7 16,2-2 14-16,-3-1 3 15,-4 0-11-15,-3-1 20 16,-4-1 1-16,-1 0-5 16,-3-1-18-16,-2 0-8 15,-4 1 1-15,0 0-4 16,0 1 1-16,-6 1-1 16,-4 1-4-16,-3 1-4 15,-3 3-1-15,0 3-1 16,-1 2-1-16,0 2-14 15,0 0-21-15,0 2-46 16,0 3-60-16,-2 2-65 16,3 0-147-16,3-3-479 0</inkml:trace>
  <inkml:trace contextRef="#ctx0" brushRef="#br0" timeOffset="23890.1344">5967 2556 897 0,'0'0'1032'0,"0"0"-768"16,0 0-155-16,0 0-104 16,0 0-5-16,0 0-352 0</inkml:trace>
  <inkml:trace contextRef="#ctx0" brushRef="#br0" timeOffset="25352.0244">6979 1904 469 0,'0'0'56'16,"0"0"513"-16,0 0-346 15,0 0-20-15,-46-14-26 16,32 12 17-16,-2 2-69 15,-3 0-42-15,-2 0-9 16,-1 4-2-16,0 3-8 16,-2 0-23-16,1 2-16 15,0 1 1-15,1 1-1 16,2 1-9-16,4-1 3 0,2 3-5 16,3-1-7-16,2 1 1 15,4 0-7-15,1 1 7 16,3-1-1-16,1 0 0 15,0-1 8-15,4 1-3 16,4-2 7-16,5 0 2 16,5 0 6-16,10-1 1 15,13-2 4-15,14-5-4 16,7-4 0-16,-1-1 1 16,-3-7-5-16,-7-1-7 15,-2-2-11-15,-9 3 0 16,-8 1-5-16,-11 2 5 15,-3 0-4-15,0-1 4 16,0-1-5-16,-1 0 5 16,-4 0 4-16,-1 0 29 0,-3 1 21 15,-2 0-6-15,0-1-6 16,-1-1 4-16,-2 2 0 16,0-2-8-16,-1-2-5 15,-2 0 7-15,-1-1-8 16,0-1-4-16,-4-2-15 15,-4 0-1-15,-3 0-7 16,-1 1-10-16,-4 0-1 16,-2 1 1-16,-3 1 0 15,-4 3 0-15,-7 2-1 16,-10 4 0-16,2 2 0 0,4 0-1 16,3 7 1-1,7 1 0-15,-2 1-1 0,-2 1 0 16,5 0 0-16,3-1-7 15,5 0-5-15,3-2-35 16,5-1-36-16,3 0-87 16,6-2-86-16,0-1-213 15,1-2-246-15</inkml:trace>
  <inkml:trace contextRef="#ctx0" brushRef="#br0" timeOffset="25534.2689">6942 1907 377 0,'0'0'1519'0,"0"0"-1136"0,0 0-189 16,0 0-121-16,0 0-73 15,0 0-119-15,0 0-693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32:08.5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1762 4310 62 0,'0'0'414'16,"0"0"268"-16,0 0-582 15,0 0 17-15,0 0-9 0,0 0 14 16,-13-12-11-16,13 11-21 16,0 1-43-16,5 2-18 15,7 9 9-15,4 3 55 16,4 4 48-16,1 2-4 15,0-2-17-15,-1-2-40 16,-2-6-22-16,1-4-1 16,0-6 4-16,1-6 27 15,7-18-2-15,8-20-4 16,8-19-28-16,1-11-18 16,-5-1-14-16,-6 5-22 15,-7 8-7-15,-3 2-56 0,-3 5-6 16,-1 8-58-1,-5 12 27-15,-3 10 11 0,-4 11 4 16,-2 5-10 0,-1 2 5-16,-1 4-15 0,1 3-12 15,1 8-104-15,-1 6 60 16,-1 4-66-16</inkml:trace>
  <inkml:trace contextRef="#ctx0" brushRef="#br0" timeOffset="3300.7399">13164 3597 1232 0,'0'0'969'15,"0"0"-765"-15,0 0-9 16,0 0 41-16,48 5-20 16,-3-8-73-16,14-7-56 15,2-2-32-15,-11 2-33 16,-13 4-8-16,-16 3-8 0,-4-1-6 16,0 0-16-1,-2 1-84-15,-2 0-171 0,-5 1-198 16,-6 0-302-16</inkml:trace>
  <inkml:trace contextRef="#ctx0" brushRef="#br0" timeOffset="3495.2802">13164 3725 1328 0,'0'0'902'15,"0"0"-684"-15,0 0 22 16,0 0 7-16,49 21-9 15,-3-21-94-15,11-11-75 16,-4-2-45-16,-12 1-12 16,-15 0-2-16,-11 4-10 0,7-10-90 15,-5 2-429 1,-2-3-876-16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32:30.1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4634 4727 461 0,'0'0'0'16,"0"0"23"-16,0 0-23 16,0 0 322-16,0 0-107 15,0 0-114-15,-12-13 11 16,9 11-9-16,1-1-31 0,0 1-5 16,0 0-16-1,1 1 3-15,0 1 1 0,0 0 12 16,1 0-3-16,0 0 9 15,-1 0-20-15,1 0-11 16,0 0-6-16,0 0 0 16,0 0-7-16,-2 0-5 15,2 0-1-15,0 0-9 16,0 1 0-16,0 5-5 16,0 3 3-16,0 1-5 15,0 4 1-15,0 0 2 16,0 2 5-16,0 1-5 15,0 0-9-15,3 0 6 16,-2 0-7-16,1 1 2 0,-1-1-1 16,1 0 0-16,0 2 0 15,-1-1 0-15,0 1 0 16,-1 0 0-16,0 0 0 16,0-2 0-16,0 0-1 15,0-1 1-15,0-2-1 16,-1-1 0-16,1-1 0 15,-1-1 0-15,0 0 0 16,1 0-12-16,0-2-9 16,0 2 1-16,0 0-4 15,0 0-7-15,0 1 15 16,0-1 0-16,0-1-9 16,0 1 11-16,0-2 5 0,0 0 1 15,0 0-5 1,0-1 0-16,0 0 0 0,0 0 5 15,0 1-6-15,0-1 1 16,0-1-9-16,0 0-2 16,-1-1 5-16,1 0 4 15,-1 0-1-15,-1-2 9 16,2 1 0-16,-2 0-6 16,1 0 5-16,-2 0 7 15,3-1 1-15,-1 1-1 16,-1-1 1-16,1 0-1 15,1 0 1-15,0 0-1 16,0-1 1-16,0 0-1 0,0-1 0 16,0 1 0-1,0-1-1-15,0-1 1 0,0 1-8 16,3 0 1-16,1 0-2 16,0-1 9-16,1 1 0 15,2-1 0-15,0 1-8 16,2-2 8-16,-1 1-5 15,4-1 4-15,-2 0-12 16,3 0-7-16,-1 0-5 16,2 0 7-16,0 0 12 15,1 0-8-15,1 0-8 16,-1-1-2-16,2-1 2 0,-2 0-5 16,1 1 1-16,-1 0 6 15,-2-1 10-15,1 1-4 16,0 0 9-16,-2 1 6 15,1-1-10-15,0 1-12 16,0 0-17-16,0 0 8 16,-2 0-6-16,2 0-8 15,-2 0 6-15,1 0-5 16,0 2-51-16,1 0 9 16,0 0 18-16,0-1 8 15,1 1 18-15,-2-1 10 16,2 0 18-16,-1-1-4 15,0 1 8-15,0 0 9 16,-1-1-9-16,0 1 0 16,-2-1 4-16,0 1-14 0,0-1 20 15,-1 1 0-15,-1-1-1 16,0 0 1-16,-2 0 1 16,0 0-1-16,0 0 0 15,-1-2-1-15,-1-1 1 16,0-1 1-16,-1 0 1 15,1 0 11-15,0-2-2 16,-2-1-4-16,2-1-6 16,-1-1-1-16,-2-2 0 15,0-3 0-15,-1-2 0 16,0-2 0-16,0-15-32 0,0 5-104 16,-2 0-92-16</inkml:trace>
  <inkml:trace contextRef="#ctx0" brushRef="#br0" timeOffset="268.5308">5235 4965 160 0,'0'0'172'0,"0"0"-106"16,-8-53-40-16,4 31-17 15,0-4-9-15,0 3-38 16,1 4-16-16,0 4-121 16,1 8 175-16,1 1 95 15,-2-1-51-15,1 0 9 16,-2-1-5-16,2 0 1 15,-1 1-12-15,0-1 5 16,0 1-9-16,0 1-18 16,1 0 0-16,0 1 4 0,0 1-6 15,-2 1-1-15,1 1 40 16,-2 2-29-16,-3 0-20 16,-3 0-3-16,-18 8-57 15,4 0-41-15,-4 0-195 0</inkml:trace>
  <inkml:trace contextRef="#ctx0" brushRef="#br0" timeOffset="1599.541">13750 2707 918 0,'0'0'875'0,"0"0"-616"15,0 0-25-15,0 0 4 16,42-4 9-16,-4-2-54 16,-1 0-51-16,-1-1-48 15,-1 1-38-15,-9 1-31 16,3-1-2-16,0 0-11 15,-3-1-5-15,-5 2-5 16,-4-2-2-16,-5 2 0 16,-4 0-42-16,-5 0-66 0,-3-2-142 15,-2 2-237-15,-6 0-214 16</inkml:trace>
  <inkml:trace contextRef="#ctx0" brushRef="#br0" timeOffset="1934.5025">13843 2537 1746 0,'0'0'285'16,"0"0"-25"-16,0 0-58 0,0 0 0 15,0 0-65 1,0 0-73-16,0 0-34 0,-33 31 29 15,17-11 38-15,-1 4-33 16,1 1-25-16,0 3 2 16,4-2 1-16,4-2-23 15,7 0-4-15,1-3-13 16,10-3 10-16,10-4 1 16,11-3 2-16,11-5-3 15,-1-5-5-15,-3-1-5 16,-5-1-1-16,-8-4-1 15,2-1-65-15,7-1-155 16,-8 2-338-16,-9 0-565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32:50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1527 2894 611 0,'0'0'1479'0,"0"0"-1290"0,0 0-60 16,0 0-15-16,0 0-38 15,0 0-10-15,-6-10-44 16,19 4-6-16,4-3-11 16,3 0-5-16,3 1-113 15,1 4-123-15,-5 3-281 0,-6 1-390 16</inkml:trace>
  <inkml:trace contextRef="#ctx0" brushRef="#br0" timeOffset="151.537">1581 3023 1348 0,'0'0'295'16,"0"0"-99"-16,0 0-78 15,0 0-39-15,26-37-35 16,-4 11-24-16,10-13-20 15,-5 6-121-15,-3 3-381 0</inkml:trace>
  <inkml:trace contextRef="#ctx0" brushRef="#br0" timeOffset="381.6513">1554 2740 561 0,'0'0'1081'0,"0"0"-878"15,0 0-20-15,0 0-96 16,64-9 66-16,-5 2-11 16,6 4-5-16,-7 3-22 15,-18 0-21-15,-20 10-48 16,-11 11-22-16,-9 20-6 16,-24 28-2-16,-25 24-1 15,-27 20-15-15,-23 13-115 16,23-30-205-16,0-8-881 0</inkml:trace>
  <inkml:trace contextRef="#ctx0" brushRef="#br0" timeOffset="2682.9538">13264 2522 1467 0,'0'0'354'0,"0"0"-88"15,39-6-16-15,-9-1-45 16,15-3 17-16,12-2-51 0,2 1-64 16,-4 1-42-16,-13 2-21 15,-13 3-25-15,-7 2-7 16,-5 1-4-16,0-1-2 15,-1 2-6-15,-3-1-86 16,-7 2-184-16,-9 0-79 16,-7 0-289-16,-5 0-379 0</inkml:trace>
  <inkml:trace contextRef="#ctx0" brushRef="#br0" timeOffset="2929.6635">13326 2598 955 0,'0'0'617'16,"0"0"-400"-16,56-3 116 16,-11-6-60-16,10-3-96 15,2 0-52-15,-11 1-36 16,-13 4-44-16,-15 3-25 15,-3 1-13-15,0-1-7 16,-1 0-37-16,0-4-130 16,-6 2-120-16,-5-1-429 0</inkml:trace>
  <inkml:trace contextRef="#ctx0" brushRef="#br0" timeOffset="3252.7433">13439 2297 1521 0,'0'0'331'0,"0"0"-65"16,0 0-12-16,0 0-69 15,0 0-85-15,0 0-54 16,-54 44 17-16,25 2 42 15,-2 7 14-15,-1 2-35 16,8-7-26-16,11-12-13 16,7-9-18-16,6-8 2 15,6-6-13-15,17 2-4 0,22 0-1 16,25-5 2-16,10-6 5 16,0-4-17-16,-11 0-1 15,-22-6-141-15,-16 3-480 16,-13-3-1179-16</inkml:trace>
  <inkml:trace contextRef="#ctx0" brushRef="#br0" timeOffset="8532.0284">2333 7576 1095 0,'0'0'217'0,"0"0"-80"16,0 0 55-16,0 0-8 16,0 0-19-16,0 0-21 15,-9 2-35-15,9-2 1 16,0 0 4-16,8 0-21 16,5 0 52-16,7 0 36 0,5 0-57 15,4-3-33 1,6 0-15-16,1-3-16 15,5 0-7-15,10-2-14 0,5 0-14 16,-5 0 18-16,-10 3-14 16,-13 0-16-16,-9 2-1 15,1-1-4-15,1-1-1 16,-2 0-7-16,-4 1 1 16,-5 1 0-16,-3 0-1 15,-5 2-2-15,0 1-23 16,-2 0-43-16,0 0-93 15,-2 4-207-15,-4 4-278 16,-3 0-282-16</inkml:trace>
  <inkml:trace contextRef="#ctx0" brushRef="#br0" timeOffset="9018.1454">2465 7717 479 0,'0'0'1020'0,"0"0"-840"0,0 0 17 16,0 0 45-16,0 0-4 16,0 0-58-16,0 0-45 15,10-1 35-15,9-4 25 16,7-3-40-16,8-2-30 15,14-5-36-15,6-3-9 16,-3 1-8-16,-11 4-26 16,-12 3-4-16,-10 2-13 15,2 0-1-15,1-2-13 16,-1 1-9-16,-3 2 0 0,-6 1-4 16,-3 2-1-16,-3 1-1 15,-4 2-19-15,-1 1-62 16,-6 8-105-16,-7 3-451 15,-7 4-809-15</inkml:trace>
  <inkml:trace contextRef="#ctx0" brushRef="#br0" timeOffset="14957.7249">5909 7489 107 0,'0'0'349'0,"0"0"-281"16,0 0 601-16,0 0-462 16,0 0-23-16,0 0-39 15,-1-4-2-15,1 4-8 16,0-2-34-16,0 2-30 15,3 0 1-15,3 0 21 16,2 0-10-16,3 0-25 16,1 0-12-16,4 0 15 15,0 0-1-15,3 2-11 16,0-1 15-16,2 0-7 16,-1 1 1-16,-1-1-22 15,-1 2-6-15,-1-1-5 0,0-1 2 16,-2 1-6-16,1 1 0 15,-1-2-8-15,3 0 10 16,0 0-4-16,2-1 13 16,0 0-5-16,0 0-9 15,-1 0-2-15,0 0 1 16,-1 0-8-16,0 0-2 16,-1 0 1-16,0 0 4 15,0 0 6-15,0 0-5 16,0 0-5-16,1 0 1 15,0 0-2-15,0 0-5 0,1 0 4 16,1 0 0 0,0 0 1-16,-1 1 2 0,0 0 0 15,0-1-8-15,1 1 9 16,1 1-8-16,0-1 4 16,2 0 0-16,1 0 0 15,1 1-5-15,0-1 5 16,0 2-4-16,0-2-1 15,2 1 16-15,-2 0-16 16,0 0 8-16,-1 0-9 16,0 1-1-16,-1-1 1 15,0 0 0-15,-1 0 1 16,1-1 0-16,-1 1 6 16,0-1-6-16,0-1 0 0,0 1 1 15,-2 1-2-15,1-2 2 16,-1 1 4-16,-1 0-6 15,0 0 1-15,1-1 6 16,0 1-7-16,-1 0-1 16,1-1 1-16,0 1 7 15,1 0-7-15,0 0 1 16,2-1-1-16,0 1 8 16,1 0-8-16,0 0 0 15,1 1 0-15,-1-2-5 16,0 2 5-16,1-1 0 15,0 0 0-15,0 0 0 16,2 0 1-16,0-1-1 16,0 0 1-16,0 0-1 15,1 0 1-15,0 0 1 0,1 0-2 16,-1-2 1-16,1-1 0 16,0 0 5-16,0 1 6 15,-1-1-10-15,1 0-1 16,-1 0 5-16,0 0-5 15,0-1 5-15,-2 1-6 16,2 0 0-16,-1-1-1 16,0-1-5-16,1 0 6 15,0 1 0-15,1-1 0 16,0 1 0-16,1 0 1 16,-2 1-1-16,0 0 1 0,-2 0 7 15,0 1-8 1,0 1 0-16,-1-1 1 0,1 0 0 15,0 0 0-15,1 1 0 16,0-1 0-16,1 1 1 16,-1 0-2-16,1-1-5 15,0 1 5-15,0 0-1 16,0 0 1-16,-2 0 0 16,2-1 0-16,-1 2 0 15,0-2 0-15,0 0-1 16,0 1 1-16,-1 0 1 15,2-1-1-15,-1 0 1 16,0 0-1-16,0-1 0 16,-1 1 0-16,1 0 11 15,-2 1-10-15,1-1 0 0,-1 1-1 16,-1 0 0 0,-1 1 0-16,-2 0 0 0,0 0-6 15,-2 0 6-15,1 0 0 16,-1 0 0-16,0 0 0 15,-1 0 0-15,1 0 1 16,0 1-1-16,0 0 0 16,0 0-1-16,-1 0 2 15,0-1-1-15,-1 0 0 16,0 1 1-16,0-1 0 16,0 1 1-16,-2-1-1 15,0 0 0-15,-2 1 5 0,-1-1 3 16,-1 1 2-16,-2-1-2 15,0 0-2-15,-1 0-6 16,-1 0 10-16,0 0-4 16,-1 0 2-16,0 0-3 15,-1 0 2-15,0 0-2 16,-1 0 1-16,1 0 2 16,-1-1-7-16,-1 0 4 15,-1 1 0-15,0-1-5 16,-1 0 11-16,2-1-3 15,-2 0 0-15,1-2 6 16,0-3-4-16,0-2-2 16,-2-3-8-16,0-3 5 15,0-3 3-15,0-3-9 16,0-4 0-16,-5-2-1 0,0-3 1 16,-1 2-1-16,0-1 1 15,-1 2-2-15,0 1-4 16,0 2 5-16,0 0 1 15,0 1 0-15,1 1-1 16,-2 2-4-16,2 3 4 16,0 3 1-16,0 2 0 15,2 3 0-15,0 2 0 16,0 3 0-16,1 0-1 16,1 2 1-16,0 0-1 15,-1 1 1-15,0 1 0 16,-1-1-2-16,-3 1 2 15,0 0-8-15,-5 0 8 0,0 0-2 16,-3 0-5 0,-1 0 7-16,-2 0-9 0,-2 1 9 15,-1-1 0-15,-3 1-1 16,0-1 0-16,1 0 1 16,-2 0-2-16,1 0 2 15,0 0 0-15,0-4-1 16,-1 2 1-16,-1-1 1 15,-1 0-1-15,0 1-1 16,-2 0 1-16,-1-1 0 16,-2 0 0-16,-1 1 0 15,0 0 0-15,-1-1 0 0,-1 1 0 16,-1 1-1 0,0-1 1-16,0 1 0 0,-1-1 0 15,-3 0 0-15,-6 0 0 16,-7-1 0-16,0 0-1 15,4 1 1-15,5 0 0 16,6-1 0-16,6 1-1 16,4 0-9-16,5 1 10 15,0-1 0-15,-3 1 0 16,-6-1 1-16,-2-1-1 16,0 2 1-16,1-1-1 15,1 1 0-15,0 0 0 16,2-1 0-16,-2 1 0 0,1 1 0 15,-1 0 0 1,0 0 0-16,-1 0 0 0,-1 0-1 16,-1 0 1-16,-1 0 0 15,-5 0-1-15,-9 0 1 16,-6 0-1-16,-3 0-3 16,6 0 4-16,3 1 1 15,4 0 0-15,-1 0 0 16,-1-1 1-16,-1 0-2 15,2 0 0-15,0 0-4 16,0 0 4-16,2 0 0 16,-3 0 1-16,1 0-1 15,1-1 1-15,0-1-1 16,0 2 2-16,1-1-1 16,-1 0 0-16,0 0 0 0,-1 1-1 15,3 0-1 1,-1 0 1-16,1 0-1 0,0 0 1 15,0 0-1-15,1 0 1 16,1 0 0-16,2 0 1 16,6 2-1-16,5-1 2 15,-5 1-2-15,-6 1 1 16,-5 0-1-16,-6 1 0 16,11-1-9-16,10 0 9 15,7-2-1-15,2 1 1 16,-5-1 0-16,-2 1 1 15,-5 0 0-15,2-1 0 16,0 0 0-16,2 1 0 16,0-1 0-16,1 1 0 15,0 0 0-15,0-1 0 0,0 3-1 16,2-3 5-16,0 1-5 16,5-1-1-16,2 1 0 15,3 0 0-15,3-1 1 16,1-1-1-16,2 1 0 15,2 0 1-15,0-1-5 16,1 1 5-16,1-1 1 16,-1 2 0-16,1-2-1 15,2 1 0-15,1 0 0 16,0 0 1-16,0-1 0 0,-1 1-1 16,1 0 0-1,1-1 1-15,0 1-1 0,1-1 1 16,0 1-1-16,1-1 0 15,0 0 0-15,0 1-1 16,0 3-6-16,0 1-4 16,0 4 10-16,2 2 0 15,1 3 0-15,1 1 0 16,0 2 1-16,1 2-1 16,-1 2 1-16,2-1 0 15,0 1 2-15,0 0-1 16,0 1 5-16,0-1 2 15,1 1-1-15,0-1-5 16,-1 0-1-16,1-1 8 16,0-2-7-16,-1 0 4 0,1-2 0 15,0-2 4-15,-1 0-4 16,0-3-5-16,1 0 0 16,-2-2-1-16,1-1-1 15,0-2 1-15,-1 1 0 16,0-2 0-16,0 1 1 15,-1-1-1-15,3 0 1 16,-2 1-1-16,1 0 0 16,-1 0 1-16,1 0-1 15,0-1 0-15,-1 0 0 16,-1-1 1-16,2 0-1 16,-1 0 0-16,-1-1 1 15,2 1-1-15,-1-1 0 0,1 1 0 16,1-1 1-1,0 1 5-15,3-2 1 0,-1 0 1 16,3-1 2-16,0 0 5 16,0-1 2-16,0 0-10 15,-1 0 4-15,1 0-5 16,1-1 0-16,-1-3 1 16,-1 0 2-16,-2 1-9 15,1-1 1-15,-1 0 0 16,-2 1 0-16,-1-1 0 15,0 1-1-15,0-1 1 16,-3 0-1-16,1 0-9 16,-2-1-25-16,0 1-22 15,-2 0-56-15,0 2-101 0,-3 0-370 16,-4 0-347-16</inkml:trace>
  <inkml:trace contextRef="#ctx0" brushRef="#br0" timeOffset="15150.0137">5914 7523 1768 0,'0'0'829'0,"0"0"-722"16,0 0-80-16,0 0-27 0,0 0-9 15,0 0-373-15</inkml:trace>
  <inkml:trace contextRef="#ctx0" brushRef="#br0" timeOffset="18421.069">7265 6242 1670 0,'0'0'403'0,"0"0"-118"16,0 0-113-16,0 0-56 16,0 0-36-16,0 38 52 15,3-15 7-15,1 3-42 16,0 2-39-16,1-2-25 0,-1-2-13 15,-2-1-13-15,-1-1-5 16,-1-3-2-16,0 0 0 16,-2-3-52-16,-4-3-77 15,-2-2-37-15,1-4 14 16,-4-3-13-16,-1-4 32 16,-2 0 58-16,-1-10 41 15,0-3 34-15,0-1 11 16,5 2 47-16,1 2 50 15,5 4 30-15,2 4-23 16,2 2-46-16,0 0-48 16,9 4 16-16,3 4 84 15,4 2-22-15,2 1-35 16,2 0-10-16,1 1-22 16,3-2-11-16,0 0-11 0,0-1-2 15,-1-3-7-15,-2-2 6 16,-3-3-7-16,-2-1-35 15,-3-5-37-15,-3-6-25 16,-3-2-53-16,-1-3 0 16,-3 1 45-16,-3-1 44 15,0 4 31-15,0 1 29 16,0 6 1-16,0 2 18 16,-4 3 19-16,-2 0-10 15,-1 9-17-15,-2 4-9 16,-2 2 0-16,2 3 0 15,0-1-1-15,4 0-1 0,0 2-70 16,2-3-226 0,1-6-464-16</inkml:trace>
  <inkml:trace contextRef="#ctx0" brushRef="#br0" timeOffset="18578.9927">7568 6508 901 0,'0'0'1124'0,"0"0"-995"15,0 0-129-15,0 0-230 16,-39 28-757-16</inkml:trace>
  <inkml:trace contextRef="#ctx0" brushRef="#br0" timeOffset="52369.9587">6907 1599 350 0,'0'0'939'15,"0"0"-742"-15,0 0 67 16,0 0-14-16,0 0-7 16,0 0-51-16,-44-31-45 15,30 32-23-15,0 12-20 0,-1 5-14 16,-1 10 10-16,2 10-7 15,3 7-27-15,4 3-2 16,7-11-10-16,0-9 3 16,1-10-14-16,6-4-17 15,3 1-13-15,4-1 2 16,3-2-3-16,1-4 2 16,0-5-5-16,2-3 6 15,-2-2-3-15,-1-11 3 16,-1-4 0-16,-1-11-6 0,-3-9 0 15,-8-10-8 1,-4-2 0-16,-3 2 5 0,-9 11-5 16,1 12-1-16,3 9-13 15,-1 7-10-15,0 2-5 16,0 6-19-16,-2 0-65 16,3 15-107-16,5 23-99 15,3-4-188-15,0 1-273 0</inkml:trace>
  <inkml:trace contextRef="#ctx0" brushRef="#br0" timeOffset="52760.5463">6928 2002 1543 0,'0'0'473'16,"0"0"-149"-16,0 0-80 16,0 0-67-16,0 0-50 15,0 0-21-15,-41 42-4 16,36-18-12-16,3 3-18 16,2 0-21-16,0-1-14 15,6-4-16-15,3-4-20 16,0-5 6-16,0-4 1 15,0-5-2-15,-1-4-5 16,0 0 16-16,0-11 5 16,-1-3-7-16,-1-6-4 15,-3-1-10-15,-3-4-1 16,0 2-5-16,-7 2-25 0,-3 4-30 16,0 5-34-16,-2 6-47 15,0 6-153-15,-3 14-185 16,3 4-99-16,3 0-326 0</inkml:trace>
  <inkml:trace contextRef="#ctx0" brushRef="#br0" timeOffset="53143.3722">6919 2307 1640 0,'0'0'379'0,"0"0"-22"16,0 0-137-16,0 0-53 15,0 0-72-15,0 0-46 16,-19 36 35-16,19-14-3 16,0 1-17-16,0 0-20 15,6-3-14-15,2-3-8 16,1-3-5-16,1-4-4 15,-1-6-1-15,0-2-1 16,-1-2 2-16,-1-6 8 16,0-6-5-16,-1-5-7 0,-4-5 0 15,-2-2-8-15,-2-1-1 16,-8 3-13-16,-3 4-16 16,-1 6-12-16,-2 9-50 15,0 4-107-15,-1 14-74 16,-3 19-104-16,4-3-199 15,4-1-167-15</inkml:trace>
  <inkml:trace contextRef="#ctx0" brushRef="#br0" timeOffset="53517.8929">6939 2588 1562 0,'0'0'384'15,"0"0"-50"-15,0 0-94 16,0 0-59-16,0 0-45 16,-41 37-9-16,31-13-6 15,1 4-22-15,1 2-25 16,3-1-38-16,2-4-2 15,3-2-9-15,0-6-17 16,2-5 4-16,4-4-11 16,2-4 9-16,0-4-4 0,1-3 5 15,0-10 2 1,-1-4-5-16,-1-5-7 16,-2-4-1-16,-4-1-5 15,-1 2-11-15,-3 4-40 0,-5 8-17 16,-11 13-57-16,1 3-207 15,-1 10-467-15</inkml:trace>
  <inkml:trace contextRef="#ctx0" brushRef="#br0" timeOffset="53998.895">6619 3272 973 0,'0'0'1230'15,"0"0"-910"-15,0 0-75 16,0 0-150-16,0 0-22 16,-2 35 56-16,5-14-35 15,1 3-44-15,0-1-34 16,0-1-4-16,-2-3-12 16,2-4-43-16,-1-8-222 15,0-3-303-15,-3-4-358 0</inkml:trace>
  <inkml:trace contextRef="#ctx0" brushRef="#br0" timeOffset="54283.2611">6518 3061 1356 0,'0'0'255'0,"0"0"-60"15,0 0-1-15,-3 42-5 16,3-23-44-16,6-3-67 15,4-4-38-15,-2-3-17 16,0-4-10-16,-2-5-4 16,-2 0 13-16,-3-5 23 15,-1-5-14-15,0-4-10 16,-5-1-6-16,-4-2-5 16,0 1-9-16,-1 1 5 15,1 4-6-15,1 4 0 0,3 4-25 16,3 3-35-16,2 5-136 15,11 15-89-15,2-1-113 16,3-2-585-16</inkml:trace>
  <inkml:trace contextRef="#ctx0" brushRef="#br0" timeOffset="54498.2501">6733 3142 1215 0,'0'0'1122'0,"0"0"-764"0,0 0-180 16,0 0-108 0,0 0 17-16,0 0 38 0,27 47-50 15,-15-29-43 1,1 1-10-16,0 1-22 0,-1 0 0 16,0-1-82-16,3-3-253 15,-4-3-458-15,-2-9-1089 0</inkml:trace>
  <inkml:trace contextRef="#ctx0" brushRef="#br0" timeOffset="54684.3016">6859 3216 1149 0,'0'0'1047'16,"0"0"-721"-16,0 0-58 0,0 0-62 16,-12 46-49-1,15-26-47-15,7 1-19 0,0 3-30 16,2-1-31-16,-2 0-19 15,0-1-11-15,-3-3-2 16,-2-3-53-16,-2-6-138 16,-2-3-345-16,-1-7-241 0</inkml:trace>
  <inkml:trace contextRef="#ctx0" brushRef="#br0" timeOffset="54899.9391">6864 3172 1635 0,'0'0'320'16,"0"0"-57"-16,0 0-109 16,0 0 1-16,44-16-35 0,-24 16-5 15,1 1 25-15,-1 6-23 16,-3 1-35-16,-3 3-25 16,-5 2-25-16,-6 0-11 15,-3 1-5-15,-10 1-5 16,-9-2-11-16,-21-2-63 15,4-4-283-15,1-7-910 16</inkml:trace>
  <inkml:trace contextRef="#ctx0" brushRef="#br0" timeOffset="55771.4349">7898 1371 104 0,'0'0'1304'0,"0"0"-922"16,0 0-69-16,0 0-69 16,-46-5-59-16,32 12-24 15,0 6-18-15,1 4-17 16,1 2-34-16,3 4-15 0,3 1-17 16,5 0-9-16,1-2-14 15,1-1-4-15,8-5-16 16,4-4-10-16,1-4 6 15,1-4-12-15,2-4 6 16,-1-2 4-16,0-8-1 16,-2-5 1-16,-3-4-4 15,-4-2 2-15,-5-3-9 16,-2-2 5-16,-3 0-5 16,-9 1-9-16,-2 2-18 15,-1 9-35-15,-1 7-39 0,1 7-180 16,-3 27-182-1,5-1-107-15,2 3-354 0</inkml:trace>
  <inkml:trace contextRef="#ctx0" brushRef="#br0" timeOffset="56146.6022">7908 1749 230 0,'0'0'1592'0,"0"0"-1223"15,0 0-19-15,0 0-114 16,0 0-102-16,0 0-47 0,-40 37 17 16,37-12-17-16,3 3-30 15,0-2-4-15,4-1-23 16,5-5-11-16,1-4-9 15,2-5 2-15,0-5-6 16,-1-4 0-16,-1-2 3 16,-1-5 6-16,-1-9 6 15,-3-3-10-15,-2-5-4 16,-3-4-7-16,-1 0-22 16,-9 1-23-16,-2 4-24 15,-1 8-40-15,0 9-29 16,0 5-161-16,-6 29-174 15,3-1-93-15,2 2-445 0</inkml:trace>
  <inkml:trace contextRef="#ctx0" brushRef="#br0" timeOffset="56501.1978">7948 2056 1213 0,'0'0'686'16,"0"0"-318"-16,0 0-101 16,0 0-20-16,0 0-84 15,-40 2-72-15,34 11-16 0,2 4-5 16,3 4-7-16,1 0-19 16,0 1-10-16,2-4-15 15,5-2-18-15,1-4 7 16,0-6-7-16,1-2-1 15,-1-4 8-15,0-3 8 16,0-9 1-16,-1-4-10 16,-2-4 6-16,-3-3-13 15,-2 0-17-15,-2 0-10 16,-5 5-19-16,-2 6-17 16,-2 8-31-16,-2 4-113 15,-9 24-129-15,3 0-270 16,0 2-271-16</inkml:trace>
  <inkml:trace contextRef="#ctx0" brushRef="#br0" timeOffset="56821.7615">7969 2311 1735 0,'0'0'481'16,"0"0"-227"-16,0 0-132 16,0 0 30-16,-17 48 36 15,15-23-35-15,2 2-47 16,0-2-34-16,0-2-24 16,4-4-11-16,3-3-17 0,1-7-5 15,1-4-3-15,0-5 3 16,1 0 15-16,0-10 3 15,0-6-18-15,-2-4-5 16,-2-3-10-16,-4 1-24 16,-2 1-79-16,-9 7-168 15,-3 4-387-15,-4 8-820 0</inkml:trace>
  <inkml:trace contextRef="#ctx0" brushRef="#br0" timeOffset="57070.2149">7973 2810 1847 0,'0'0'518'0,"0"0"-284"15,0 0-127-15,0 0-10 16,0 0-48-16,0 0-38 16,0 0-11-16,7 15-114 15,-3-7-197-15,-1 1-669 0</inkml:trace>
  <inkml:trace contextRef="#ctx0" brushRef="#br0" timeOffset="57221.3194">7985 3000 1365 0,'0'0'167'16,"0"0"-167"-16,0 0-71 16,0 0-617-16</inkml:trace>
  <inkml:trace contextRef="#ctx0" brushRef="#br0" timeOffset="57344.3527">7985 3000 1374 0,'15'51'240'0,"-17"-49"-140"16,1 1-100-16,1 0-38 0,0-1-625 0</inkml:trace>
  <inkml:trace contextRef="#ctx0" brushRef="#br0" timeOffset="57986.2531">7855 3309 1151 0,'0'0'351'0,"0"0"29"16,0 0-88-16,0 0-48 0,0 0-73 16,0 0-87-16,-14 38-40 15,14 3 32-15,0 10 39 16,8 3-31-16,0-5-33 15,-2-12-8-15,0-12-13 16,-2-7-12-16,0-4-9 16,-1-1 3-16,1-2-6 15,-2-2-6-15,-1-8 1 16,0-1-1-16,-1-10 0 16,0-7 0-16,1-2-7 15,0-1 7-15,2 2 0 16,2 4-5-16,-1 4 5 0,1 6-1 15,-1 2 1 1,2 2-7-16,1 3 7 0,2 5 6 16,1 3 3-1,1 2-2-15,0 0 4 0,0 0-4 16,0-1-6-16,-1-2-1 16,-2-1-116-16,-2-2-250 15,-1-6-498-15</inkml:trace>
  <inkml:trace contextRef="#ctx0" brushRef="#br0" timeOffset="58176.6972">8050 3500 889 0,'0'0'1185'16,"0"0"-900"-16,0 0-140 16,0 0-22-16,0 0 95 15,0 0-76-15,35 46-67 16,-27-31-42-16,-2-1-17 15,-3-1-16-15,-1-3-43 16,-2-6-216-16,0-3-73 16,-2-1-322-16</inkml:trace>
  <inkml:trace contextRef="#ctx0" brushRef="#br0" timeOffset="58309.66">8033 3397 1430 0,'0'0'326'0,"0"0"-64"15,0 0-192-15,0 0-55 16,0 0-15-16,0 0 0 0,68 36-98 16,-38-24-304-16,-2-2-790 15</inkml:trace>
  <inkml:trace contextRef="#ctx0" brushRef="#br0" timeOffset="58671.6511">8213 3439 1230 0,'0'0'526'0,"0"0"-161"16,0 0-130-16,0 0-39 16,-41 24-41-16,33-8-10 15,2 2 3-15,1 2-42 16,3 1-45-16,2 0-14 0,0-2-37 16,7-3-4-1,0-5 0-15,3-5-6 0,-1-6 0 16,0-3-8-16,-1-9-8 15,-3-7-4-15,0-10-8 16,-5-13 8-16,0-17 10 16,-5-3 2-16,-1 9 1 15,0 18 7-15,4 20 1 16,0 10 13-16,0 3-4 16,2 2 10-16,0 1-20 15,0 13-13-15,6 5 13 16,5 12-1-16,2 0 0 15,3 2 1-15,1-1-98 16,4-1-242-16,-2-3-295 16,-3-9-465-16</inkml:trace>
  <inkml:trace contextRef="#ctx0" brushRef="#br0" timeOffset="59258.283">8349 3430 362 0,'0'0'1123'0,"0"0"-593"16,0 0-212-16,0 0-96 15,0 0-62-15,0 0-66 16,0 0-37-16,-16 12 7 16,15 4 12-16,1 0-27 15,0 0-16-15,0-1-7 16,5-1-25-16,2-4 8 0,1-3 2 16,0-5-11-1,1-2-21-15,0-5-21 0,-1-7-11 16,-1-6-69-16,-1-8 22 15,-5-10 54 1,-1-12 27-16,-5-6 17 16,-5 2 2-16,0 12 0 0,2 15 15 15,1 10 40-15,0 7 35 16,1 2-8-16,0 2 3 16,0 3-23-16,1 1-23 15,1 11-21-15,2 7-2 16,2 6-16-16,0 3 8 0,3 2 2 15,9-1-8 1,2-1 5-16,3-4-5 0,4-5-1 16,1-7-1-16,3-7-26 15,-1-4-61-15,-1-11-195 16,-3-5-21-16,-6-2-76 16,-7-2 82-16,-5 0 166 15,-2 2 131-15,-1 2 110 16,-5 2 85-16,1 5 24 15,0 3-21-15,3 4-27 16,1 2-44-16,1 0-65 16,0 3-45-16,0 6-10 15,2 3 8-15,4 2 2 16,2 1-11-16,2-1 0 16,1-1-2-16,1-2-4 0,1-4-115 15,4-7-181 1,-5 0-358-16,-1-6-199 0</inkml:trace>
  <inkml:trace contextRef="#ctx0" brushRef="#br0" timeOffset="59562.7586">8617 3271 1162 0,'0'0'529'0,"0"0"-177"15,0 0-83-15,0 0-77 16,0 0-99-16,0 0-59 16,0 0-7-16,11 7 11 15,-3 5 27-15,-1 1-7 16,0 1-12-16,-1 0-18 15,-2-1-13-15,-2-4-9 16,-2-3-4-16,0-4-2 16,0-2 0-16,0-7 0 0,-2-8 8 15,2-5-1-15,0-4-6 16,0-1 27 0,2 5 40-16,3 2 35 0,1 6-36 15,1 6-20-15,2 5-20 16,2 1-8-16,3 8-1 15,2 7 12-15,2 4-2 16,0 4-22-16,-2 4-5 16,-3 12-1-16,-4-5-124 15,-8-5-657-15</inkml:trace>
  <inkml:trace contextRef="#ctx0" brushRef="#br0" timeOffset="60735.1436">6936 1710 1144 0,'0'0'540'0,"0"0"-328"16,38-20-13-16,11-3-13 0,28-12-16 15,14-4-7-15,4-1-8 16,-10 4-55-16,-16 6-24 15,-10 5-21-15,-14 6-17 16,-14 5-13-16,-12 5-15 16,-8 3-2-16,-2 1-7 15,-3 1 5-15,-2 2 0 16,-4 2-6-16,-4 1-24 16,-27 22-282-16,2-1-315 15,-6 2-416-15</inkml:trace>
  <inkml:trace contextRef="#ctx0" brushRef="#br0" timeOffset="61251.6812">7033 2062 443 0,'0'0'732'16,"0"0"-506"-16,0 0-18 15,0 0-12-15,0 0 19 16,0 0-5-16,0 0-29 16,-22 2-19-16,43-18-33 15,21-15-9-15,19-14-20 16,11-10 2-16,3-2-47 15,-7 2 17-15,-11 9-32 16,-10 10-5-16,-13 9-10 16,-10 7-1-16,-5 3-15 0,0-2-9 15,0 0 0 1,0 1 0-16,-7 4 0 0,-4 4 0 16,-4 6-1-16,-3 4-38 15,-1 9-239-15,-5 5-204 16,-6 3-428-16</inkml:trace>
  <inkml:trace contextRef="#ctx0" brushRef="#br0" timeOffset="61785.6902">7061 2352 214 0,'0'0'1035'0,"0"0"-458"16,0 0-274-16,0 0-35 15,0 0-127-15,53-67 1 16,-6 18 1-16,9-6-15 16,1-3-33-16,-3 2-13 15,-8 4-36-15,-4 3-7 16,-5 3-13-16,-8 9-20 16,-9 10 4-16,-7 8-8 0,-5 6-1 15,1 4 5 1,-2 0-6-16,-3 5-6 15,-3 4-91-15,-4 25-225 0,-8 1-19 16,-4 5-441-16</inkml:trace>
  <inkml:trace contextRef="#ctx0" brushRef="#br0" timeOffset="62229.5038">7006 2709 599 0,'0'0'1145'0,"0"0"-881"16,0 0-97-16,0 0 0 15,68-50 54-15,-2 1 27 16,14-8-81-16,2-6-73 16,-5 1 4-16,-11 1-37 15,-2 1-1-15,-4 3-18 16,-3 7-20-16,-12 11-10 0,-12 12-11 15,-11 7 9-15,-6 4-9 16,0 0-2-16,0-1 2 16,-1 2-1-16,-4 3 0 15,-5 4 0-15,-4 4 0 16,-1 1-53-16,-3 3-91 16,-5 2-199-16,-4 1-346 0</inkml:trace>
  <inkml:trace contextRef="#ctx0" brushRef="#br0" timeOffset="65664.268">14096 1512 1023 0,'0'0'1265'16,"0"0"-1073"-16,0 0-115 16,0 0-49-16,4 47 32 15,3-16 58-15,-1 0-15 0,-1-2-59 16,-1-7-27-16,0 2-17 15,-1 6-31-15,-1-7-213 16,-1-9-434-16</inkml:trace>
  <inkml:trace contextRef="#ctx0" brushRef="#br0" timeOffset="65980.111">14045 1352 940 0,'0'0'791'16,"0"0"-585"-16,0 0-112 16,0 0-15-16,0 0 29 0,6 41-24 15,3-26-23 1,2-4-27-16,0-1-7 0,-2-5-5 16,0-4-3-16,-3-1 1 15,-3-7 18-15,-2-7-5 16,-1-4-14-16,-4-4-11 15,-8-5-7-15,-3-2-1 16,-3 1-2-16,2 5-69 16,3 6-18-16,3 8-13 15,5 8 25-15,3 3-6 16,2 11 5-16,10 13 38 16,3-2-84-16,2-4-592 0</inkml:trace>
  <inkml:trace contextRef="#ctx0" brushRef="#br0" timeOffset="66181.8347">14200 1340 1610 0,'0'0'506'16,"0"0"-294"-16,0 0-126 15,0 0-28-15,6 44 8 16,0-20 1-16,1 3-9 15,0 1-17-15,-1 0-24 16,1 1-17-16,6 1-154 16,-2-7-379-16,-1-9-417 0</inkml:trace>
  <inkml:trace contextRef="#ctx0" brushRef="#br0" timeOffset="66367.7974">14337 1451 1624 0,'0'0'399'15,"0"0"-133"-15,0 0-123 16,0 0 43-16,5 47-27 16,0-21-38-16,3 4-36 15,1 2-32-15,-1 0-25 16,0 1-16-16,-2-2-12 16,-2-3-66-16,-4-3-187 15,0-8-257-15,0-9-363 0</inkml:trace>
  <inkml:trace contextRef="#ctx0" brushRef="#br0" timeOffset="66579.958">14378 1411 1610 0,'0'0'338'16,"0"0"-71"-16,0 0-104 15,47-7-33-15,-27 12-27 16,1 7-12-16,-3 3-28 15,-3 4-26-15,-3 5-9 16,-7 1-7-16,-5 2-7 16,0-1-5-16,-7-1-9 15,-1-2-115-15,2-9-134 16,4-6-452-16</inkml:trace>
  <inkml:trace contextRef="#ctx0" brushRef="#br0" timeOffset="66862.8867">14684 1364 1870 0,'0'0'344'15,"0"0"-123"-15,0 0-123 16,0 0 4-16,17 36-29 16,-6-16 11-16,1 3 10 15,0-1-18-15,-1 0-20 16,-3-5-18-16,-3-4-23 15,-2-6-9-15,0-3-4 16,-2-4 5-16,2-7 7 0,0-7 10 16,2-8-24-16,2-10-36 15,-1 0-67-15,2-1-86 16,0 1 18-16,-1 8-13 16,4 4-114-16,-1 7-210 15,-2 7-422-15</inkml:trace>
  <inkml:trace contextRef="#ctx0" brushRef="#br0" timeOffset="67179.6321">14896 1393 173 0,'0'0'1085'0,"0"0"-871"0,0 0 24 16,0 0-77-16,0 0-41 15,0 0-25-15,0 0 0 16,35 16 32-16,-24-25-30 16,-3-3-25-16,-1-4-19 15,-4-3 5-15,-3-2-6 16,0 1-8-16,-4 2-18 16,-2 6-2-16,-2 7 6 15,0 5-16-15,1 3-14 16,0 11 0-16,2 5-1 15,4 2-15-15,1 1-65 16,3-2-68-16,17 0-119 16,-1-5-258-16,-1-6-137 0</inkml:trace>
  <inkml:trace contextRef="#ctx0" brushRef="#br0" timeOffset="67568.2154">15109 1296 1177 0,'0'0'337'15,"0"0"55"-15,0 0-88 16,0 0-68-16,0 0-104 16,0 0-76-16,0 0-17 15,-16 22-8-15,16-5-16 16,0 0-3-16,7-1-4 16,4-2-7-16,3-3 5 15,2-4-6-15,2-5-8 0,0-2 8 16,0-4-51-16,-2-7-3 15,-2-5 13-15,-5-12 27 16,-4-11 14-16,-5-15 7 16,0-2 1-16,-7 10 4 15,1 16 37-15,3 16 0 16,0 9-34-16,2 2-6 16,-1 0-8-16,1 3-1 15,1 3-12-15,0 10-20 16,0 6 21-16,5 5 11 15,4 4 16-15,1 3-7 16,1-2 0-16,-2-1-9 16,-3-2-37-16,1-3-215 0,-3-7-384 15,-2-6-369-15</inkml:trace>
  <inkml:trace contextRef="#ctx0" brushRef="#br0" timeOffset="68318.8641">15182 1241 217 0,'0'0'709'15,"0"0"-497"-15,49-3-34 16,-20-2-88-16,3-1-49 16,-3-1-18-16,-1-2 24 0,-3-1 8 15,-6 0-35-15,-5-1-7 16,-4 1-4-16,-5 2 108 15,-3 0 23-15,-2 3 1 16,0 2 23-16,-2 3-13 16,-6 0-44-16,-1 4-39 15,-2 6-23-15,0 4-13 16,1 2-14-16,3 1-7 16,4 0-4-16,3-2-6 15,0-3-1-15,1-3-18 16,4-5-24-16,2-4 8 15,0-1 19-15,1-9 2 16,0-5 1-16,-1-3 11 16,-2-4 0-16,-1 0 1 15,-3 1 1-15,-1 3 8 0,0 7 0 16,0 5 27 0,0 6-18-16,-1 0-16 0,0 9 4 15,1 3-5-15,0 1 7 16,1 0-7-16,8-1-1 15,2-3 1-15,2-2 0 16,3-4 1-16,0-3-1 16,1 0 5-16,-2-9-5 15,-2-4 7-15,-3-3-1 16,-3-2-1-16,-3-2 5 16,-3 1-11-16,-1 1 1 15,0 4-1-15,-3 4 1 16,0 3 5-16,2 4-6 0,0 1-1 15,1 2 0-15,0 0-9 16,6 5 9-16,3 4-1 16,0 2 2-16,-1 4 0 15,0 4 0-15,-2 0 0 16,-2 2 16-16,0 0 11 16,2-2 18-16,1-1-9 15,2-3 23-15,5-4 10 16,3-2 6-16,5-4 1 15,5-3-13-15,3-2-29 16,3 0-16-16,-1-7-18 16,-3-1-28-16,-4-11-232 0,-9 3-244 15,-12-2-1028-15</inkml:trace>
  <inkml:trace contextRef="#ctx0" brushRef="#br0" timeOffset="69243.8316">14129 279 1425 0,'0'0'510'0,"0"0"-193"15,0 0-82-15,0 0-106 16,0 0-68-16,0 0-1 16,-42 41 14-16,34-19 0 15,2 2-25-15,4 0-16 0,2-3-15 16,3-3-6 0,6-3-2-16,2-5-1 0,1-5-8 15,1-4 8-15,-1-1-3 16,0-9 0-16,-2-5-5 15,-3-4 4-15,-2-2-5 16,-4-2-1-16,-1 0-20 16,-5 1 7-16,-4 2 7 15,-2 3-10-15,0 6 2 16,1 4-33-16,1 5-43 16,4 1-25-16,5 8-78 15,5 2-307-15,5 0-124 0</inkml:trace>
  <inkml:trace contextRef="#ctx0" brushRef="#br0" timeOffset="69805.567">14327 269 1086 0,'0'0'1001'0,"0"0"-730"15,0 0-86-15,0 0-118 16,0 0 9-16,0 0 27 15,0 0-21-15,-6 45-28 16,6-30-26-16,0-1-17 16,3-2-4-16,0-2 1 15,0-2-8-15,-1-5-38 16,1-2-35-16,0-1 30 16,2-8 34-16,2-4-9 15,1-5-6-15,0-2 12 16,0 1 12-16,-1 3 0 0,-1 5 1 15,-2 4 0-15,0 3 10 16,0 3-11-16,1 0 9 16,3 5-3-16,3 4 3 15,3 1 0-15,3 1-8 16,2-3 6-16,2-1-7 16,1-4-1-16,0-3-5 15,-2 0-35-15,-2-9-34 16,-4-5 24-16,-3-2 29 15,-5-4 20-15,-5-1 2 16,-1 1 27-16,0 2 29 16,-3 5 37-16,-3 5 37 0,-1 4-3 15,0 4-49-15,-1 3-32 16,-2 7-35-16,2 3-4 16,1 3-1-16,5 1 0 15,2-1-5-15,0-3 1 16,10-1-1-16,2-3 5 15,5-2-5-15,4-4 7 16,3-3-8-16,6 0-210 16,-6-4-381-16,-8-2-1672 0</inkml:trace>
  <inkml:trace contextRef="#ctx0" brushRef="#br0" timeOffset="70322.1961">14206 714 510 0,'0'0'1013'0,"0"0"-701"16,0 0-86-16,0 0-91 16,0 0-45-16,0 0-42 15,19-35-20-15,-6 17-16 16,-1-3-6-16,0-4-6 0,-2 1 6 16,-1 3 2-16,-4 2-1 15,-3 6 6-15,-1 4 23 16,-1 5 22-16,0 4-5 15,0 0-21-15,-1 0-23 16,-2 8 1-16,0 0-4 16,1 4-3-16,2 0-2 15,0 1 1-15,1 0-2 16,6 2 0-16,3 2 0 16,0 2 0-16,0 1 0 15,-1 1 1-15,-2 0 0 16,-3 1 0-16,-2 0 0 15,-1-1 0-15,0-2 0 0,0-2 7 16,0-2-8-16,2-5 1 16,1-4-1-16,6-6-82 15,-1-8-170-15,1-4-381 0</inkml:trace>
  <inkml:trace contextRef="#ctx0" brushRef="#br0" timeOffset="70760.369">14431 587 626 0,'0'0'854'16,"0"0"-688"-16,0 0-10 15,0 0-14-15,0 0-36 0,46 2-39 16,-37 11-4 0,-3 3 11-16,-3 2 12 0,-2 3 10 15,-1 0-28-15,0 0-35 16,-4-3-15-16,-1-4-18 15,1-3 5-15,4-6-5 16,0-5-62-16,0 0-32 16,9-11-2-16,3-6-55 15,3-4 3-15,1-1 57 16,-2-1 78-16,-3 0 13 16,-3 3 23-16,-3 2 53 15,-2 4 9-15,-3 2 5 16,0 4 37-16,0 4-1 15,0 2-14-15,0 2-39 16,-1 0-38-16,-3 5-20 0,-1 7 8 16,1 4 18-1,1 3 0-15,2 3-4 0,1 1-12 16,0-2-13-16,6-1-4 16,6-4-8-16,4-4-14 15,4-6-107-15,12-9-89 16,-5-8-304-16,-4-5-290 0</inkml:trace>
  <inkml:trace contextRef="#ctx0" brushRef="#br0" timeOffset="71104.2481">14746 504 1024 0,'0'0'496'0,"0"0"-153"0,0 0 5 16,0 0-163-16,0 0-86 15,0 0-56-15,0 0 11 16,-11 33-22-16,9-13-8 15,2 2-1-15,0 1-8 16,0-2-8-16,5-3-7 16,2-3 0-16,-1-6-37 15,2-6-70-15,-1-3 9 16,0-8-38-16,0-7-39 16,-2-3 65-16,-1-2 82 15,-2 2 28-15,0 2 62 16,0 4 48-16,-1 3 2 0,0 4-24 15,0 3-33-15,0 2-26 16,4 0-17-16,2 4-3 16,4 3-8-16,3 0 5 15,5 1-5-15,-2-1-1 16,1-3-141-16,1-4-201 16,-4 0-224-16,-5-3-167 0</inkml:trace>
  <inkml:trace contextRef="#ctx0" brushRef="#br0" timeOffset="72395.7099">14928 529 1064 0,'0'0'371'0,"0"0"114"16,0 0-207-16,0 0-44 16,0 0-86-16,0 0-73 15,0 0-51-15,-15-26-23 16,15 32-1-16,1 3 1 0,4 4 5 16,0 1-5-1,1-1 1-15,-1 2 8 0,1-3-9 16,-1-1-1-16,-1-4-49 15,0-4-58-15,-1-3-10 16,2-4 57-16,-1-8-48 16,0-4 33-16,-1-2 63 15,-1-1 12-15,0 1 36 16,1 2 26-16,0 3-2 16,0 3 7-16,0 5-17 15,0 2-27-15,0 3-22 16,2 0 7-16,2 4 1 15,2 4 4-15,-1 3 6 0,1 0-1 16,-1 1-6 0,-1-2-10-16,0-1 6 0,0-5-8 15,-1-2-43 1,1-2-41-16,0-2-19 0,-2-7-27 16,1-2-5-16,-3-2 69 15,-2 0 54-15,0 2 12 16,-1 2 30-16,0 3 59 15,0 4-12-15,0 2-32 16,0 0-44-16,2 4-1 16,3 4 1-16,2 1 0 15,2-1-1-15,2 0-6 16,2-1-51-16,1-5-52 0,1-2-76 16,0 0-56-1,-1-6 71-15,-2-5 72 0,-2-1 98 16,-2-1 87-16,-3 2 7 15,-2 2 104-15,-1 4 41 16,-2 2-39-16,0 3-75 16,0 1-83-16,-4 8-32 15,-1 6-3-15,-1 2 4 16,2 2-5-16,-1 4 3 16,0-1-3-16,2 0-6 15,-1-2 2-15,1-4-2 16,1-3-30-16,2-7-78 15,0-6 3-15,0-2 53 16,3-10-41-16,2-4 43 0,2-2 50 16,-1 0 6-16,1 2 11 15,-1 3 24-15,-2 5 38 16,1 2-15-16,-2 5-27 16,1 1 1-16,2 0-4 15,2 4-3-15,0 3 12 16,3-1-13-16,-1 0-15 15,0 0-7-15,0-4 3 16,1-2-4-16,-1 0-7 16,0-3 0-16,-1-7-18 15,-4-3-4-15,-1-5 22 16,-2-5 2-16,-2-9 4 16,0-11 14-16,0-9 31 15,0 6-1-15,0 13 25 16,0 15-28-16,0 11 1 0,0 5-2 15,0 2-1-15,0 1-45 16,0 13 1-16,3 7-1 16,1 6 0-16,3 1 0 15,0 2 0-15,3-3-1 16,0-4-17-16,2-4-33 16,1-7 9-16,0-6-16 15,-1-6 34-15,0-1 15 16,0-9 9-16,-2-5 0 15,0-1 0-15,-3-2 2 16,-1 3 23-16,-3 2 29 16,-3 4 34-16,0 4 80 15,0 4-45-15,0 1-78 0,-1 2-30 16,-4 9-9 0,0 3-5-16,1 1 0 0,3 2 1 15,1-2 4-15,2-2-5 16,6-2 5-16,2-5 27 15,2-2 14-15,2-2 8 16,4-2-4-16,1 0-3 16,2-6-21-16,0-1-9 15,-1-1-6-15,-3 2-6 16,-2 0-6-16,-6 1 0 16,-2 3 0-16,-4 1 0 15,-2-1-5-15,-1 2-52 0,0 0-88 16,-15 7-118-16,1 1-55 15,-3-2-514-15</inkml:trace>
  <inkml:trace contextRef="#ctx0" brushRef="#br0" timeOffset="93403.4244">13500 4664 702 0,'0'0'1374'0,"0"0"-1174"16,0 0-89-16,0 0-9 15,0 0-32-15,0 0-40 16,0 29 32-16,4-9 44 16,-1-1-54-16,0-1-28 15,0-2-18-15,-2-4-6 16,2-4-24-16,0-7-155 15,0-1-320-15,-2-3-162 0</inkml:trace>
  <inkml:trace contextRef="#ctx0" brushRef="#br0" timeOffset="93714.1579">13467 4408 309 0,'0'0'1109'0,"0"0"-806"15,0 0-75-15,0 0-105 16,0 0-43-16,-29 40-8 16,29-27-9-16,0 0-21 15,0-4-17-15,4-2-1 16,-1-4-3-16,0-3 5 16,-1 0 19-16,0-8 28 15,1-7-33-15,-3-2-24 16,0-3-16-16,0 1-4 15,-8 0-19-15,-3 3-12 16,-2 3-28-16,-2 5-39 16,0 5 13-16,2 3-16 15,5 7 40-15,3 9 20 0,9 11-20 16,7-3 36-16,5-4-450 16</inkml:trace>
  <inkml:trace contextRef="#ctx0" brushRef="#br0" timeOffset="93944.3948">13742 4496 1716 0,'0'0'397'0,"0"0"-220"15,0 0-39-15,0 0-11 0,11 47-60 16,-5-25-17-16,0 2 6 15,0 3-9-15,0 1-28 16,-1-1-19-16,1-3-12 16,3-2-133-16,-2-6-220 15,0-9-417-15</inkml:trace>
  <inkml:trace contextRef="#ctx0" brushRef="#br0" timeOffset="94122.1409">13848 4588 1007 0,'0'0'637'15,"0"0"-271"-15,0 0-70 16,0 0-185-16,0 0-34 16,0 0 73-16,11 49-14 15,-4-25-54-15,0 3-28 0,0 1-29 16,0-1-13-16,-2-1-12 16,-3-2-31-16,-2-2-183 15,0-7-253-15,-5-7-252 0</inkml:trace>
  <inkml:trace contextRef="#ctx0" brushRef="#br0" timeOffset="94347.4731">13890 4513 899 0,'0'0'400'15,"0"0"-224"-15,0 0 20 16,42-2 16-16,-27 2-23 15,1 7-30-15,-4 2-63 0,-2 3-41 16,-4 2-3-16,-6 2-7 16,0 2 1-16,-6 1-14 15,-4 0-32-15,0-2-13 16,3-6-170-16,4-4-377 16,3-6-535-16</inkml:trace>
  <inkml:trace contextRef="#ctx0" brushRef="#br0" timeOffset="94669.1351">14384 4501 1482 0,'0'0'651'0,"0"0"-438"16,0 0-50-16,0 0-80 16,0 0 10-16,1 39 2 15,4-20-17-15,-1 0-34 16,0 0-23-16,-1-2-12 0,-1-2-9 15,0-5-42 1,0-10-155-16,0-1-283 0,-2-10-226 16</inkml:trace>
  <inkml:trace contextRef="#ctx0" brushRef="#br0" timeOffset="94939.6177">14361 4257 778 0,'0'0'400'0,"0"0"-188"16,0 0-6-16,-17 48-3 16,17-25-63-16,0-1-63 15,10-1-37-15,1-4-10 0,3-4-8 16,-1-5 1 0,-1-6-3-16,-2-2 11 0,-1-6 28 15,-4-7 1-15,-2-3-24 16,-3-1-15-16,0 0-10 15,-1 3-11-15,-3 3-22 16,-1 4-44-16,4 6-38 16,1 2-227-16,7 7 17 15,3 1-442-15</inkml:trace>
  <inkml:trace contextRef="#ctx0" brushRef="#br0" timeOffset="95465.3964">14532 4433 763 0,'0'0'978'0,"0"0"-754"15,0 0-107-15,0 0 16 0,-1 36 22 16,5-18-44-16,0 1-25 16,0-1-14-16,-1-2-35 15,0-3-19-15,-2-2-9 16,-1-4-8-16,0-3 0 15,0-4 8-15,0 0-1 16,0-10 2-16,-1-5-1 16,-2-5-1-16,3-5-2 15,0-2 1-15,0 0-1 16,6 4-4-16,0 6-1 16,-1 5 1-16,1 7-2 15,1 4 0-15,1 1-5 0,2 7 4 16,1 4 1-16,-1 3 0 15,0 2 6-15,-3 0-5 16,-1-3 0-16,-3-3-1 16,-2-2 0-16,-1-4 1 15,0-4 6-15,0 0 21 16,-1-7 66-16,-2-8-43 16,-1-2 3-16,2-3-2 15,2 0-29-15,0 1-17 16,3 4-6-16,2 6 0 15,1 4-6-15,1 5-10 16,4 1-14-16,2 8 8 16,3 4 13-16,1 3 9 0,2 1 0 15,-1 1-1-15,7 1-110 16,-5-3-260-16,-3-8-568 0</inkml:trace>
  <inkml:trace contextRef="#ctx0" brushRef="#br0" timeOffset="95798.1485">14909 4267 768 0,'0'0'911'16,"0"0"-652"-16,0 0-17 16,0 0-66-16,-34 37-47 15,31-20-63-15,2 1-22 16,1-1-24-16,0-2-9 15,0-3-10-15,0-3 5 0,0-5-5 16,4-4-1-16,0 0 10 16,3-8 5-16,3-3-4 15,0-2-11-15,1 1 6 16,-1 4 3-16,-1 3-9 16,-1 4 1-16,0 1-1 15,3 5 0-15,0 4 0 16,1 3-1-16,1 1 1 15,1 1-15-15,-1-2-107 16,11-6-169-16,-5-2-341 0,-1-4-647 16</inkml:trace>
  <inkml:trace contextRef="#ctx0" brushRef="#br0" timeOffset="96179.3967">15124 4241 801 0,'0'0'594'0,"0"0"-399"15,0 0 103-15,-42 5-135 16,34 3-67-16,3 1-50 16,5 1-30-16,0 1-7 15,1-2-9-15,6-3-2 16,2-1-6-16,1-5-29 16,-1 0 6-16,0-5 9 15,-1-5 22-15,0-2 0 16,-3-1 14-16,-1 3 21 0,-2 2 41 15,-1 3 51-15,-1 5-8 16,2 0-64-16,0 7-38 16,2 7 0-16,1 4-8 15,3 5 6-15,2 8 5 16,-2-1 7-16,-1 2 18 16,-2-1 16-16,-5-7 6 15,0 1-26-15,-5-5-16 16,-7-5-10-16,-4-6-5 15,-2-4 2-15,1-5-12 16,3-3-23-16,11-27-159 16,3 0-304-16,1-2-777 0</inkml:trace>
  <inkml:trace contextRef="#ctx0" brushRef="#br0" timeOffset="96552.4191">15314 4251 925 0,'0'0'391'0,"0"0"-226"16,0 0-8-16,0 0-12 15,14 34 11-15,-1-31-33 16,2-3-33-16,-2 0-28 16,0-5 5-16,-2-5 2 15,0-3-11-15,-2-3-22 16,-2-1-4-16,-2 0 7 0,-2 2 22 15,-3 3 19-15,0 5-23 16,-6 4-26-16,-4 3-13 16,-3 9-10-16,-4 7 9 15,1 5 19-15,2 4 9 16,5 0 6-16,6 2-12 16,3-3 4-16,8-2 5 15,9-4 1-15,5-4 11 16,10-4-15-16,11-5-6 15,12-5-15-15,5 0-4 16,-11-3-20-16,-6-3-9 16,-20 1-298-16,-14 2-520 0</inkml:trace>
  <inkml:trace contextRef="#ctx0" brushRef="#br0" timeOffset="97319.2044">13425 5302 1614 0,'0'0'317'15,"0"0"-221"-15,0 0 79 16,0 39-19-16,0-23-42 16,0 0-47-16,0-2-32 15,1-3-20-15,0-3-7 0,-1-4-7 16,0-3 7-16,0-1-1 15,-4-7 3-15,-3-6-10 16,-1-6-6-16,-1-10 0 16,4-1 6-16,2-1 0 15,3 1 1-15,3 9 0 16,7 4 6-16,4 9 2 16,3 8-8-16,2 1 5 15,1 9 3-15,-1 4-1 16,-2 2 7-16,-2 1 10 0,-4-1 6 15,-5 0-4-15,-2-4-10 16,-3-1-8-16,-1-4-8 16,0-4 11-16,-3-3 9 15,-1 0 51 1,1-11 13-16,2-4-25 0,1-5-31 16,1-2-11-16,10 2-18 15,2 2 0-15,4 7 0 16,-1 4-2-16,2 7-7 15,-1 2 3-15,-1 11 6 16,0 2 0-16,-1 4 1 16,-1 0-1-16,4 7-115 15,-3-6-182-15,-1-6-476 0</inkml:trace>
  <inkml:trace contextRef="#ctx0" brushRef="#br0" timeOffset="97928.303">13909 5120 214 0,'0'0'1640'0,"0"0"-1380"15,0 0 65-15,0 0-139 16,-43 9-91-16,34 5-51 16,0 4-16-16,1 3 2 15,2 1 15-15,5 0 11 16,1-3-21-16,0-4-19 15,7-5-10-15,3-4 5 16,2-6-2-16,2-4-4 0,-1-8-5 16,0-5-69-16,-1-4-27 15,-4-1 17-15,-2 0 45 16,-3 3 25-16,-2 4 9 16,-1 3 2-16,0 6 41 15,0 3 3-15,0 3-27 16,0 0-19-16,-1 7-7 15,-1 5 7-15,2 3 6 16,0 1 0-16,1 0 6 16,8-3 6-16,1-2-3 15,6-4-8-15,1-5-6 16,4-2-1-16,0-3-26 16,-1-9-75-16,-3-4-7 15,-3-3 23-15,-5-4 44 16,-5-3 27-16,-3-4 14 0,-1-1 0 15,0-2 24-15,-5 0 40 16,0 5-15-16,0 6-32 16,2 6-12-16,0 7-5 15,2 4-1-15,1 4-7 16,0 1-8-16,1 8-18 16,9 7 21-16,3 7 13 15,1 5 26-15,1 2 10 16,0 4 15-16,-1 0 10 15,-3-2 21-15,-5-2-42 16,-2-2-40-16,-4-3-194 16,-5-8-428-16,-4-8-662 0</inkml:trace>
  <inkml:trace contextRef="#ctx0" brushRef="#br0" timeOffset="98311.9947">14130 5063 664 0,'0'0'889'0,"0"0"-677"16,0 0 54-16,46-9-29 16,-27 9-75-16,2 2-55 15,-1 6-11-15,-1 3-27 16,-2 1-29-16,-4 2-10 16,-3 0-12-16,-2 0-18 15,-3-2 2-15,-3-1-1 0,-1-3 1 16,-1-5-1-16,0-3 5 15,-2 0-6-15,-2-9 1 16,1-6 7-16,2-3-2 16,1-1 7-16,0 0 31 15,3 4 27-15,5 4-33 16,0 4-22-16,3 4-8 16,2 3-7-16,4 1 5 15,3 8 13-15,0 3 11 16,-1 3-2-16,-2 2-5 15,-4 0-8-15,-3 0-7 16,-6-3-8-16,-4-2-132 16,-4-11-125-16,-7-1-122 0,-2-6-627 15</inkml:trace>
  <inkml:trace contextRef="#ctx0" brushRef="#br0" timeOffset="98453.6844">14380 4885 232 0,'0'0'1129'16,"0"0"-914"-16,0 0-141 16,0 0-40-16,0 0-25 15,63 34-9-15,-38-20-219 16,-4-3-786-16</inkml:trace>
  <inkml:trace contextRef="#ctx0" brushRef="#br0" timeOffset="98694.6104">14548 4942 751 0,'0'0'826'0,"0"0"-540"0,0 0 47 16,0 0-119-16,-39 13-86 15,35 1-65-15,2 1-13 16,2 2-14-16,0-1-11 16,6-3-13-16,1-4 0 15,0-3 2-15,1-5 4 16,-1-1 19-16,0-6 17 15,0-5-22-15,-2-4-15 16,-1-2-13-16,-4 1-4 16,0 2-118-16,1 3-56 15,-1 5-154-15,1 4-436 0</inkml:trace>
  <inkml:trace contextRef="#ctx0" brushRef="#br0" timeOffset="99116.2374">14644 5023 392 0,'0'0'1465'0,"0"0"-1099"15,0 0-82-15,0 0-75 16,0 0-67-16,0 0-86 16,0 0-26-16,14 13 0 15,-11-2-4-15,-1 3-1 16,-2 0 2-16,0 2-6 15,0-2-8-15,0-1-5 16,0-4-8-16,0-2-2 0,0-6-51 16,1-1-16-16,5-9-25 15,1-7-103-15,1-7 85 16,3-7 30 0,-2-1 6-16,-1 1 4 0,-2-1 63 15,-2 10 9-15,-1 3 73 16,-2 6 27-16,-1 6 57 15,0 6-59-15,0 2-76 16,0 9-20-16,1 6 3 16,3 5-4-16,2 4 16 15,1 0 20-15,4-1 4 16,3-3-1-16,4-4-15 16,2-4-25-16,18-9-65 0,-4-4-272 15,-3-2-988-15</inkml:trace>
  <inkml:trace contextRef="#ctx0" brushRef="#br0" timeOffset="99319.0549">15204 4832 2041 0,'0'0'359'15,"0"0"-213"-15,0 0-71 16,0 0-3-16,9 37-12 15,-3-21-11-15,0 0-22 0,-3-1-11 16,0-2-1-16,-3-2-15 16,0-9-78-16,0-2-191 15,0-2-383-15</inkml:trace>
  <inkml:trace contextRef="#ctx0" brushRef="#br0" timeOffset="99561.3094">15162 4659 166 0,'0'0'1129'0,"0"0"-867"16,0 0 14-16,0 0-82 15,-30 40-91-15,30-24-51 16,0-2-15-16,6-2-16 16,4-4 4-16,3-4 4 15,2-4-1-15,0-1-4 0,0-7-9 16,0-4-8-16,-2-1-7 15,-3 1-7-15,-2 1-48 16,-3 4-25-16,-1 6-178 16,-1 1-306-16,-1 2-382 0</inkml:trace>
  <inkml:trace contextRef="#ctx0" brushRef="#br0" timeOffset="99873.3766">15443 4787 515 0,'0'0'1122'0,"0"0"-723"0,0 0-100 15,0 0-149 1,-38 21-70-16,28-11-22 0,3 2-11 16,2-1 2-16,3 0-9 15,2-1 6-15,0-1 8 16,4-2 0-16,6 0-6 15,3-2 1-15,2 1-9 16,2 1-11-16,1 0-8 16,-1 1-6-16,-2 0 7 15,-3 0-8-15,-4 2-1 16,-7 1-12-16,-2 3 8 16,-21 6-9-16,-25 7 0 0,-33 7-80 15,5-5-415-15,-3-4-1231 0</inkml:trace>
  <inkml:trace contextRef="#ctx0" brushRef="#br0" timeOffset="100645.391">13444 5744 1302 0,'0'0'283'16,"0"0"0"-16,0 0 7 16,0 0-83-16,0 0-85 15,0 0-30-15,40 51-11 16,-28 13-7-16,0 13 87 16,-3 4-32-16,1-3-23 15,-1-11-25-15,2-9-33 16,-1-15-30-16,0-13-6 0,-3-14-6 15,0-6 2-15,-1-4-8 16,1-3 0-16,-2-3-44 16,-2-8 22-16,-2-11-1 15,-1-11-44-15,-4 0 11 16,-5-2-5-16,-5 2-18 16,-1 6 16-16,-2 0 29 15,0 7 8-15,-1 6 17 16,3 3 9-16,5 4 0 15,4 1-1-15,6 0-4 16,6-1-56-16,16-3-13 0,15-7-4 16,13-6-29-1,0-2-96-15,-9 1-51 0,-14 3 1 16,-10 1-29 0,-2-4 67-16,-3-9 111 0,-3-10 104 15,-8 3 130-15,-1 5 72 16,-1 7 26-16,-4 11 49 15,0 2-3-15,0 1-64 16,2 6-56-16,2 5-96 16,1 0-40-16,0 9-17 15,4 8-1-15,4 6 26 16,3 4 50-16,4 8 13 16,-1-2-17-16,0 1-30 15,2-1-21-15,-4-8-21 0,2-1-74 16,6-12-256-16,-4-8-445 15,-1-5-874-15</inkml:trace>
  <inkml:trace contextRef="#ctx0" brushRef="#br0" timeOffset="101418.133">13993 5832 732 0,'0'0'979'16,"0"0"-644"-16,0 0 25 15,0 0-109-15,0 0-103 16,0 0-90-16,0 0-7 15,-28 26 7-15,22-11-26 16,2 0-11-16,2 1-8 16,2-1-1-16,0-2-11 0,2-4-1 15,5-3 0 1,1-5-86-16,2-1-4 0,0-6 2 16,-1-6-16-16,0-3 11 15,-1-3 32-15,0 0 39 16,-1 0 14-16,-2 2 8 15,0 1 13-15,-1 4 20 16,-2 3 19-16,-1 5 10 16,-1 2 14-16,0 1-27 15,1 3-32-15,1 7 16 16,2 2 29-16,2 3-6 16,1 2-20-16,1 0-17 15,2-1-8-15,1-2-10 16,1-1 5-16,2-2-6 15,0-7-68-15,1-4-114 0,-1-2 6 16,-1-13-76 0,-2-5-100-16,0-11 55 0,-1-9 99 15,-2 2 118-15,-2 3 80 16,-2 6 102-16,-3 10 116 16,1 3 25-16,-2 3-24 15,0 9-25-15,0 4-81 16,0 4-76-16,0 11 37 15,0 3 13-15,0 5-41 16,3 1-19-16,5 0-8 16,1 0-8-16,3-3-11 15,2-5-6-15,0-3-58 0,3-8-79 16,-1-5-101 0,-2-4-96-16,-1-11-14 0,-4-6 57 15,-3-10 290-15,-5-12 7 16,-1-12 129-16,0-2 38 15,-4 9 52-15,0 16 6 16,1 17-2-16,2 7 1 16,-1 2-64-16,2 5-106 15,0 1-48-15,0 5-6 16,3 9-9-16,7 8 9 16,4 7 37-16,5 10 7 15,-2-2-5-15,-4-5 67 16,-3-3-40-16,-4-6-41 0,-3 1-25 15,-2 0-103 1,-3-6-187-16,-6-6-359 0,-2-9-548 16</inkml:trace>
  <inkml:trace contextRef="#ctx0" brushRef="#br0" timeOffset="101571.3747">14261 5750 518 0,'0'0'189'0,"39"0"-167"16,-10-5 30-16,19-5-52 15,-8 2 0-15,-4 0-98 0</inkml:trace>
  <inkml:trace contextRef="#ctx0" brushRef="#br0" timeOffset="102267.122">14578 5641 667 0,'0'0'631'0,"0"0"-381"0,0 0-43 16,0 0-30-16,0 0-60 15,0 0-55-15,-15 40-31 16,15-29-6-16,3-2-9 16,4-2 2-16,1-3-1 15,0-4-2-15,1 0 13 16,1-5 29-16,2-6-23 15,0-3-21-15,0-3-7 16,-3 0 0-16,-2 1 3 0,-5 4 41 16,-2 1 26-1,0 6 50-15,-6 2 1 0,-3 3-25 16,-1 2-41-16,0 7-22 16,1 3-12-16,2 4-12 15,6 0 0-15,1 2-6 16,6 0 1-16,8-2-8 15,4-4 3-15,3-2-5 16,2-6-1-16,1-4-28 16,-2-1-57-16,-2-9 4 15,-2-5 2-15,-4-3 35 16,-3-1 32-16,-3-1 13 16,-2 3 12-16,-2 4 46 15,-3 6 52-15,0 2-2 0,-1 5-45 16,0 0-41-16,0 5-22 15,1 6 2-15,0 4-1 16,1 2 0-16,-1 2 5 16,1-1-5-16,-2-1 0 15,0-2 8-15,0-3-8 16,0-5 0-16,0-3-1 16,0-4 0-16,-2-4 28 15,1-9-9-15,1-5 7 16,0-6 5-16,2-2 2 15,6 0-7-15,2 2-14 0,2 6-12 16,-1 6-7 0,2 5 7-16,0 7 0 0,2 0 0 15,3 6 2-15,2 5-1 16,-2 3 7-16,-1 2-2 16,-4 1 0-16,-2 0-5 15,-4 1-1-15,-5-2-6 16,-4 2-84-16,-7-4-377 15,0-6-829-15</inkml:trace>
  <inkml:trace contextRef="#ctx0" brushRef="#br0" timeOffset="102413.3507">15165 5665 1045 0,'0'0'1349'16,"0"0"-1193"-16,0 0-107 15,0 0-49-15,0 0-110 16,0 0-914-16</inkml:trace>
  <inkml:trace contextRef="#ctx0" brushRef="#br0" timeOffset="109691.884">6396 6915 643 0,'0'0'1159'16,"0"0"-881"-16,-11-37-74 16,11 14-33-16,1-10-4 15,18-13-3-15,18-14 6 16,12-5-87-16,3 1-33 16,-1 7-5-16,-9 11-22 15,-9 10-10-15,-10 9-5 16,-6 9-8-16,-5 1-1 0,-1 1-18 15,-2-2-13-15,-1 1-7 16,-4 1-28-16,-4 4-70 16,-2-3-175-16,-6 4-336 15,-4 3-353-15</inkml:trace>
  <inkml:trace contextRef="#ctx0" brushRef="#br0" timeOffset="109925.8332">6586 6257 1363 0,'0'0'354'0,"0"0"-87"16,0 0-117-16,0 0-11 15,0 0-18-15,54-19-63 0,-31 19-13 16,0 0-13 0,3 1 4-16,0 8-6 0,0 4 10 15,-3 4-7-15,-2 3 13 16,-4 2 22-16,-3 1-30 15,-5 1-31-15,-4-1-7 16,-5 4-67-16,0-6-153 16,-6-6-482-16</inkml:trace>
  <inkml:trace contextRef="#ctx0" brushRef="#br0" timeOffset="110352.6332">6797 6075 1362 0,'0'0'282'0,"0"0"63"16,0 0-41-16,0 0-144 16,0 0-57-16,0 0-14 15,42-1 31-15,-19 21 17 16,2 2-49-16,1 0-32 16,-3-1-24-16,0-4-17 15,-6-2-6-15,-3-6 0 16,-5-5 0-16,-4-4 5 0,-4-4 22 15,-1-11 25-15,0-7-40 16,-8-11-15-16,-2-12-6 16,0 2-33-16,2 5-62 15,4 8-51-15,2 16-32 16,2 1 18-16,1 7-141 16,6 4-473-16,-2 2-137 0</inkml:trace>
  <inkml:trace contextRef="#ctx0" brushRef="#br0" timeOffset="110692.4074">7019 5962 461 0,'0'0'879'16,"0"0"-690"-16,0 0-47 15,0 0 4-15,0 0-5 16,23 34-39-16,-14-28-30 15,1-2-23-15,-3-2 1 16,0-2-7-16,-1 0-6 16,-3-7 39-16,0-5 19 15,-2-3-36-15,-1-4-20 16,0 1-6-16,-4 0 7 16,-5 2-4-16,-1 3 8 15,1 5 13-15,0 5-21 0,1 3-12 16,0 8-23-16,2 7-1 15,2 4 0-15,3 2-8 16,1 0-79-16,8-1-78 16,21-7-110-16,-2-5-290 15,1-7-195-15</inkml:trace>
  <inkml:trace contextRef="#ctx0" brushRef="#br0" timeOffset="111091.6804">7238 5793 1260 0,'0'0'328'0,"0"0"231"16,0 0-332-16,0 0-56 15,0 0-64-15,0 0-43 16,0 0 2-16,-29 42-21 0,33-24-17 16,7 0-10-16,7-3 1 15,2-2-7-15,4-5-10 16,1-5 4-16,0-3-2 15,-3-5-4-15,-3-9-31 16,-6-3-6-16,-5-5-11 16,-7-8 28-16,-4-10 18 15,-14-11 2-15,-2 3-1 16,1 11 1-16,7 12 1 16,5 16 34-16,0 1 55 15,2 3-56-15,3 4-17 16,1 1-17-16,3 9-15 0,9 6 15 15,5 4 6-15,4 4 10 16,3 2 5-16,-1 0-7 16,-1-3-11-16,-4-1-3 15,-4-3-148-15,-5-4-115 16,-5-6-360-16,-4-4-374 0</inkml:trace>
  <inkml:trace contextRef="#ctx0" brushRef="#br0" timeOffset="111898.6624">7297 5718 1482 0,'0'0'322'0,"0"0"-164"16,0 0-116-16,63-33-24 16,-26 17-15-16,-3 1 4 0,-2 1-6 15,-8 2 0-15,0-2-1 16,0-1 1-16,-7 1-1 15,-4 0 0-15,-7 0 6 16,-4 1 6-16,-2 2 75 16,0 2 77-16,-4 3-18 15,-2 3-34-15,-2 3-5 16,-2 4-44-16,0 7-24 16,0 5-14-16,3 2-15 15,3 2-1-15,4 0-7 16,0-2-1-16,5-2-1 0,4-3-2 15,2-5-42 1,-1-4-22-16,-1-4-9 0,-1-2 20 16,-2-9 0-16,-1-4-43 15,-1-4 6-15,-2-4 33 16,0 0 31-16,-2 0 18 16,0 4 10-16,0 5 8 15,0 8 81-15,-2 6 15 16,1 2-43-16,1 9-33 15,0 5 0-15,0 1 11 16,8 0-14-16,5-3-4 16,4-2-3-16,4-5 1 15,5-5 9-15,0-2-4 0,-1-8-9 16,-3-5 0 0,-5-3 3-16,-5-3 13 0,-8-4 19 15,-4-4 2-15,-2 0-19 16,-8 1-6-16,-2 3-27 15,-1 6-26-15,1 6-1 16,2 6-10-16,3 1 15 16,3 4 5-16,4 0-11 15,0 1-20-15,4 7 27 16,8 3 15-16,1 2 6 16,1 2 1-16,1 1 5 15,-1 2 4-15,-1 2 20 16,-1 1 16-16,-1-1 2 15,-1-2-14-15,1-3 8 0,-1-2 6 16,0-5 1-16,0-3 5 16,1-4-1-16,2-1-1 15,1-2-10-15,2-8-16 16,1-3-13-16,2-3-5 16,-1-4-7-16,-1 1-1 15,-2 0-9-15,-3 5-38 16,-4 6-23-16,-13 18-72 15,-8 7-488-15,-11 6-930 0</inkml:trace>
  <inkml:trace contextRef="#ctx0" brushRef="#br0" timeOffset="134422.8966">236 4089 1058 0,'0'0'803'0,"0"0"-632"0,0 0-68 15,0 0 18-15,0 0-20 16,0 0-24-16,30-23-18 15,-16 31 24-15,3 6 26 16,0 2 0-16,-5 5 7 16,-1 1-9-16,-6 1-64 15,-2 2-19-15,-3 0-3 16,-3 1-11-16,-6-2-9 16,-5-1-1-16,0-3 0 15,-2-5 1-15,0-4 0 16,2-6 0-16,2-5 19 15,-1-4 7-15,2-9 7 0,1-4-8 16,3 0-2 0,4 1 0-16,2 3-11 0,1 4 3 15,2 5-16-15,7 4-1 16,6 0 0-16,5 8 0 16,1 3 0-16,2 4 1 15,-1-1 6-15,-1 1-4 16,-3-2-2-16,-2-2 0 15,-1-5-75-15,-2-3-120 16,0-7-110-16,-2-7-242 16,-4-4-243-16</inkml:trace>
  <inkml:trace contextRef="#ctx0" brushRef="#br0" timeOffset="134707.8468">405 4043 937 0,'0'0'740'0,"0"0"-388"15,0 0-31-15,0 0-188 16,0 0-17-16,0 0 39 16,-16 45-31-16,16-29-16 15,7-1-32-15,4-1-24 16,2-2-20-16,2-1-13 16,3-1-1-16,0-1-7 15,0 1-5-15,0-1-5 16,-1 1 0-16,-1 0-1 15,-3 1-1-15,-4 2-5 16,-6 1-3-16,-3 0-6 0,-2 1-90 16,-8-1-34-16,-4-2-62 15,-12-2-115-15,2-5-311 16,2-5-464-16</inkml:trace>
  <inkml:trace contextRef="#ctx0" brushRef="#br0" timeOffset="135360.8733">361 4084 1096 0,'0'0'300'15,"0"0"-133"-15,0 0-32 16,50-25-5-16,-27 17 2 16,5 0-58-16,0-1-28 0,-1 0-14 15,-1 0-23-15,-4 1-8 16,-8 2 1-16,-3 1-1 15,-6 1 8-15,-3 3 37 16,-2 1 100-16,0 0 30 16,0 0-12-16,0 2-4 15,-1 3-83-15,0 3-42 16,1 3 1-16,0 1 24 16,0 2-16-16,4-1-23 15,3 0-20-15,5-2 0 16,2-1 1-16,0-2-2 15,1-2 0-15,-2-4-8 16,-2-2-14-16,-4 0-60 0,0-9-17 16,-3-3 60-1,-2-3 5-15,-1-3 17 0,-1 1 8 16,0 2 8-16,0 1 1 16,0 2 1-16,0 2 5 15,0 2 9-15,0 2 3 16,0 2-8-16,1 3 5 15,2 1-7-15,1 0-8 16,4 3 11-16,1 4 65 16,3 2 2-16,0 0-8 15,1 2-13-15,-1-1-26 16,0-2-13-16,-3-1-4 16,0-2-2-16,-3-1-12 15,-2-3 2-15,-1-1 5 0,0 0 5 16,-2-6 26-16,1-6-13 15,-2-3-13-15,0-6-9 16,0-4 6-16,-3-2-8 16,-4-1 5-16,-2 3-6 15,-3 4 0-15,2 9-9 16,-3 6-34-16,-2 6-65 16,-5 17-113-16,2 2-136 15,4 1-450-15</inkml:trace>
  <inkml:trace contextRef="#ctx0" brushRef="#br0" timeOffset="136133.7969">1028 3561 1624 0,'0'0'403'0,"0"0"-169"16,0 0 87-16,0 0-101 16,0 0-152-16,0 0-67 15,20 54 41-15,16 9 27 16,9 11 29-16,1 2 4 15,0-5-25-15,-5-11-10 16,-2-6-21-16,-9-13-11 16,-8-14-25-16,-8-9-9 15,-7-8 0-15,2-2-1 16,-3-2 0-16,-2-6-17 16,-3-2-16-16,-1-18 21 15,0-15-7-15,-12-16-14 16,-7-5-12-16,-4 8-25 0,0 12-10 15,5 16 20-15,-3 8 16 16,-2 1 18-16,-4 3-34 16,-2 2 8-16,3 6 52 15,6 0 1-15,6 0 0 16,4 3-1-16,7-2 0 16,3 0-42-16,3-1-128 15,9 0-22-15,19-10-64 16,-4-3-114-16,2 1-212 0</inkml:trace>
  <inkml:trace contextRef="#ctx0" brushRef="#br0" timeOffset="136463.9483">1337 3701 350 0,'0'0'1229'0,"0"0"-962"15,0 0-124-15,0 0-67 16,0 0 24-16,0 0-11 15,0 0-28-15,8 30-24 16,-2-24-14-16,2-3-2 16,-1-2 0-16,-2-1 1 15,1 0 20-15,0-4 8 16,-3-5-13-16,-1-1-20 16,-2-2-10-16,0 1-7 15,-4 0-5-15,-3 3 5 16,-3 3 13-16,3 3 27 0,0 2-1 15,2 2-23 1,4 6-16-16,1 3-10 0,0 4 10 16,6 0-30-16,7-2-83 15,4-1-47-15,14-7-46 16,-3-4-296-16,-3-1-116 0</inkml:trace>
  <inkml:trace contextRef="#ctx0" brushRef="#br0" timeOffset="137042.5433">1538 3624 1003 0,'0'0'329'0,"0"0"20"16,0 0-32-16,0 0 11 15,0 0-57-15,0 0-63 16,0 0-105-16,-19-9-76 0,18 22-12 16,1 3 0-16,0 2-4 15,0 1 5-15,1-2-10 16,5-3-6-16,2-4-7 15,1-4-11-15,0-4-32 16,1-2-59-16,-1-6 2 16,-1-6 34-16,0-3-12 15,-4-3 18-15,-1-1 37 16,-2-1 16-16,-1 3 14 16,0 2 0-16,0 4 13 15,0 3 35-15,-1 4 33 16,1 4-6-16,0 0-20 15,0 1-24-15,0 7-30 0,4 4 20 16,6 3-19 0,2 0 10-16,3-1-12 0,1-1 7 15,3-5-7-15,0-3-10 16,1-5-33-16,-2 0-14 16,-2-10-44-16,-5-3 7 15,-5-3 16-15,-5-2 52 16,-1-4 26-16,-5-3 0 15,-10-9 23-15,-6-11 31 16,-1 2 53-16,5 7-50 16,4 9 43-16,8 17 43 15,0 2 26-15,2 3-67 16,3 5-60-16,0 6-42 16,7 9 0-16,6 5 5 15,6 5 3-15,1 3-8 16,0-2 0-16,0-1 0 0,-4-1-54 15,-3-4-100-15,-6-1-47 16,-3-6-176-16,-4-4-420 0</inkml:trace>
  <inkml:trace contextRef="#ctx0" brushRef="#br0" timeOffset="137576.065">1621 3541 1542 0,'0'0'188'0,"0"0"-147"16,0 0-6-16,42-3 1 16,-19-3-17-16,4-4-19 15,0-1-25-15,-2-2-123 16,-4-1 86-16,-3-3 34 16,-6 1 3-16,-5-1 25 15,-4 0 2-15,-3 1 92 16,0 1 98-16,0 4 76 15,-3 4-48-15,1 2 6 16,0 3-71-16,1 2-46 16,1 0-64-16,0 7-32 15,6 4-7-15,5 5 1 16,2 3-6-16,3 0 7 16,1-1-7-16,-1-3 0 0,1-2-1 15,-4-5-6-15,-2-5 0 16,-2-2 4-16,-2-1-14 15,-2-4-21-15,-3-8 28 16,0-4 9-16,-1-4 1 16,-1-2 0-16,0-1 5 15,0 1-5-15,-3 5 8 16,1 5 28-16,2 4 4 16,0 4-4-16,0 4-22 15,0 0-14-15,8 7-1 16,4 3 25-16,3 3 11 15,1 3-15-15,2-2-12 16,0 1-3-16,0-3-6 16,-1-1-6-16,-3-4-73 15,3-7-80-15,-5 0-160 0,-4-6-328 0</inkml:trace>
  <inkml:trace contextRef="#ctx0" brushRef="#br0" timeOffset="138161.6763">2079 3267 1328 0,'0'0'220'15,"0"0"-142"-15,0 0-25 16,0 0 2-16,0 0-18 16,0 0-2-16,44 33-19 15,-36-33-9-15,-2 0 2 16,-1 0 10-16,-2-6 76 0,-3-4-63 15,0-1-23-15,0-2 0 16,0 0-9-16,-5 1 9 16,-3 2 22-16,1 2 69 15,1 4 34-15,1 3 63 16,1 1-78-16,0 5-85 16,2 7-22-16,1 3-11 15,1 2 1-15,1 1-1 16,7-1-1-16,4-3-1 15,2-5-6-15,1-4-71 16,2-5-76-16,0-3-94 16,-1-9 7-16,-2-3-77 0,-2-4-5 15,-4-2 132 1,-3-1 191-16,-3-1 18 0,-2 2 142 16,0 1 122-16,0 6-5 15,-3 6 54-15,0 4-26 16,0 4-104-16,1 0-109 15,1 5-72-15,0 3-11 16,1 3 8-16,0-1 7 16,6 2-9-16,4-3-6 15,2 1-8-15,2 0 13 16,0 0-5-16,1-2 17 16,-1 2-3-16,-2-2-2 15,-3 1-12-15,-5 1-8 0,-4 3 1 16,-17 6 37-1,-24 10-38-15,-29 13-1 0,4-5-184 16,-1-4-520-16</inkml:trace>
  <inkml:trace contextRef="#ctx0" brushRef="#br0" timeOffset="150547.9172">2188 6917 582 0,'0'0'202'16,"0"0"-39"-16,0 0 94 16,0 0-58-16,0 0-44 15,0 0 8-15,-24-9-62 16,24 12-50-16,-3 8-8 16,2 4 54-16,-2 7 16 15,-2 9 2-15,1 0-21 16,-2 2-18-16,1 0-24 15,2-5-11-15,-2 4-11 16,1-3-6-16,2 0-8 0,1 0 1 16,-1-1-1-16,2-1-5 15,0-1-9-15,0-2 7 16,0-1-2-16,0-2-6 16,0-2 0-16,2-1 0 15,-1-3 0-15,1 0-1 16,0-3 0-16,-1 0 1 15,0-1-1-15,1-1 1 16,-1-1-1-16,1-2-1 16,-1-1-17-16,2-2-6 15,1-1 3-15,0 0 20 16,2-2-5-16,2 1 6 0,2-1 0 16,3-1-1-1,1 0-7-15,1 0-3 0,3 0 9 16,1 0-28-16,2 0-19 15,1 0 3-15,3 0-15 16,2 1-10-16,2-1 5 16,3 0 2-16,1 0-6 15,1 0-9-15,1 0 2 16,4 0-2-16,7 0-1 16,7 3 23-16,1-1 12 15,-3 0 7-15,-4 0 21 16,-8-2 16-16,1 0-18 15,-1 0-32-15,0 0 5 0,-1 0 8 16,0 0-3-16,-6 0 12 16,-6-1-14-16,-6 1 2 15,-2 0 25-15,3 0 16 16,2 0 2-16,1 0-1 16,-1 0 7-16,-2 0-1 15,-1 0-6-15,-4 0 7 16,-2 0-8-16,0-1 7 15,-4 1-5-15,-1-2-1 16,-2 1 5-16,-1 0 9 16,-2-2 11-16,1-1 0 15,-2-1 10-15,1 0 3 16,-2-4-4-16,2-4-9 0,-2-4-4 16,1-10-4-1,0-13-10-15,-3-17-8 0,0-7 0 16,-4-1-32-16,-5 4 11 15,-2 7 19-15,-2 3 1 16,-2 5 1-16,2 9 1 16,2 10-1-16,1 6 2 15,-1 4-1-15,-1-1 1 16,-3 0 4-16,0 0 7 16,2 5 20-16,0 5 12 15,2 3-10-15,-1 2-14 16,2 1-8-16,0 2-13 15,-1 0 2-15,-2 0-2 16,0 0-8-16,-5 0-25 16,-2 0-23-16,-4 0-82 0,-11 0 68 15,-10 0-1-15,-12 0-26 16,-7 1 24-16,-2 4 50 16,-4 2 22-16,-1 2-1 15,-8 1 2-15,-7 2 0 16,-3 3 44-16,-3 1 35 15,3 2-35-15,3 1-17 16,3 1-27-16,21-4-49 16,11-1-308-16</inkml:trace>
  <inkml:trace contextRef="#ctx0" brushRef="#br0" timeOffset="152741.6558">1934 5420 1069 0,'0'0'367'15,"0"0"-117"-15,0 0-18 16,0 0-44-16,9-34-60 16,-2 22-35-16,1 0-39 15,4-4-31-15,2-1-9 16,4-2-14-16,-1 2-33 0,0 1-87 16,-4 5-124-1,-5 4-154-15,-5 5-310 0</inkml:trace>
  <inkml:trace contextRef="#ctx0" brushRef="#br0" timeOffset="152891.5628">1979 5383 713 0,'0'0'372'0,"0"0"-165"0,-9 40-32 15,9-28-19-15,0-5-50 16,5-5-52-16,4-2-1 16,6-3-15-16,2-11-4 15,3-4-17-15,3-6-17 16,3-14-98-16,-6 7-154 15,-6 2-502-15</inkml:trace>
  <inkml:trace contextRef="#ctx0" brushRef="#br0" timeOffset="153093.8579">1971 5143 1743 0,'0'0'291'15,"0"0"-175"-15,0 0-24 16,0 0-61-16,0 0-3 15,78 3 3-15,-22 8 15 16,-4 2 21-16,-11 4-8 16,-15 13-26-16,-24 16-20 15,-14 18-12-15,-28 23-1 16,-28 8-100-16,8-23-235 16,-2-8-594-16</inkml:trace>
  <inkml:trace contextRef="#ctx0" brushRef="#br0" timeOffset="164975.2974">4295 8258 814 0,'0'0'925'0,"0"0"-714"16,-45 10 52-16,34-8 36 15,6-2 38-15,5 0-154 16,0 0-82-16,10-6-41 15,14-8-10-15,16-6-11 16,17-6-14-16,5-1-8 16,-3 6-9-16,-14 5 7 15,-16 7-15-15,-8 4-3 16,-3 2-122-16,-3 3-221 16,-3 0-281-16,-7 5-428 0</inkml:trace>
  <inkml:trace contextRef="#ctx0" brushRef="#br0" timeOffset="165165.9135">4326 8364 947 0,'0'0'1335'0,"0"0"-1132"0,0 0-94 16,0 0-48-16,0 0 51 16,0 0 38-16,73-14-18 15,-8-11-51-15,4-3-35 16,-9 3-26-16,-19 9-20 15,-19 7-5-15,-1 0-121 16,-4 1-209-16,-5 1-697 0</inkml:trace>
  <inkml:trace contextRef="#ctx0" brushRef="#br0" timeOffset="174647.3092">7370 8162 506 0,'0'0'164'0,"0"0"-40"15,0 0 97-15,0 0 34 16,0 0-24-16,0 0-74 16,-9 0 3-16,9 0 40 15,6 0-52-15,1 0-55 16,4 0 9-16,4 0-1 0,3 0-30 15,4 0-2 1,4 0-8-16,3 0-24 0,8 0 5 16,7 0 11-16,-2 0-17 15,-4 0-4-15,-6 0-4 16,-5 1-3-16,3 1-4 16,2 0-1-16,0 1-2 15,-2-2-3-15,0 1 6 16,-1 0-8-16,-1-2-4 15,0 0-3-15,0 0 15 16,0 0 12-16,-1 0-9 16,-1 0-17-16,-1 0 7 15,0 0-1-15,-1 0-2 16,2 0 1-16,1 1-3 0,1 0 0 16,1 0-8-16,0 0 0 15,0-1 23-15,0 1-15 16,0-1 7-16,-1 0-4 15,1 0-1-15,0 0-2 16,1 0 1-16,0 0-4 16,2 0 2-16,0 0-1 15,-1 0 7-15,0 0-10 16,-2 0-4-16,0-1 0 16,0 0 1-16,-2 0 0 15,-1-1 1-15,0 0-1 16,1 1 1-16,-2 0-1 15,-1-1 5-15,1 0-5 16,-1 0 0-16,0 0 0 16,0 0 0-16,-1 0 0 0,0 0 0 15,0 1 0-15,0 1 7 16,-1-1-7-16,-1 1-1 16,0 0 9-16,-1 0-8 15,1 0 11-15,1 0-5 16,0 0 2-16,0 0 2 15,1 0 4-15,0 0 3 16,1 0 3-16,1 0-5 16,-2 0-5-16,1 0-2 15,0-1-2-15,-2 0 2 16,-2 0-8-16,-1 1 0 16,-3-1 5-16,-1 1 2 15,-2 0 4-15,0-2 1 0,-2 2 2 16,-1-2-6-1,-1 0 2-15,0 1-4 0,-1 0 1 16,-2-1-8-16,0 1 2 16,-1 0 4-16,-1 0-6 15,-2 0 1-15,-1 1-1 16,0 0 1-16,-1 0-1 16,0 0 0-16,0 0 0 15,0 0-1-15,0 0-15 16,-3 0-29-16,-24 3-105 15,0 1-370-15,-8-1-526 0</inkml:trace>
  <inkml:trace contextRef="#ctx0" brushRef="#br0" timeOffset="209639.4873">3865 7594 1121 0,'0'0'213'0,"0"0"-154"16,0 0-44-16,0 0-7 16,0 0 29-16,7 45 15 15,-2-21 31-15,-1 9 3 16,-1 9 26-16,-2 9-4 15,-1 1-6-15,0-4 9 16,-1-12-23-16,-2-10-8 16,2-6 2-16,-1-1-11 15,-1 2-19-15,2 3-6 16,-1 2-12-16,1-4 0 16,0-2-10-16,1-5-9 0,0-4-9 15,0-3 1-15,2-1 2 16,2-4 2-1,2 1-4-15,4-2 2 0,1 1 6 16,3 0-9-16,3-1-5 16,3-2 0-16,2 0 5 15,2 0-5-15,2 0 0 16,3 0 0-16,1 0-1 16,8 0 1-16,7 0 0 15,11 0 0-15,3 0 0 16,-3 0 0-16,-2 0 0 15,-3 0 0-15,-1 2 0 16,0 1 1-16,-1 1-2 0,-3 1 7 16,-1-1-7-1,-1-1-1-15,-1 0-5 0,-2-1 5 16,0-1 1-16,-1 0 0 16,-7-1 1-16,-4 0-1 15,-6 0 1-15,1 0 0 16,2 0-1-16,5 0 6 15,4 2-5-15,-3-1-1 16,1 0-1-16,0 0 0 16,-2 0 0-16,2-1 1 15,0 0-1-15,-2 0 1 16,-1 0 0-16,-1 0 0 16,-1 0 0-16,-2 0 0 15,-3 0 1-15,-2-2 0 16,-1 2 0-16,-1-1 0 0,-2 0 8 15,-2 1-3-15,-1 0-5 16,-3 0-1-16,-1 0 1 16,-4 0-1-16,1 0 1 15,-2 0-1-15,0 0 0 16,-1 0 0-16,0 0 0 16,0 0 9-16,1 0 0 15,0 0 2-15,1-3 13 16,1-1 6-16,-1-3 14 15,2-1 3-15,1-5-9 16,2-4 7-16,1-6-14 16,2-1-10-16,-1-5-14 15,3-6 7-15,0-6-14 0,0-6 2 16,-5-1 10 0,-2 1-5-16,-6 6-6 0,-2 9-1 15,-1 6 0-15,0 6 2 16,0 2 4-16,0-4-1 15,-3-2-5-15,-1-4-9 16,1 0-15-16,-1 1-7 16,0 2-15-16,1 3 4 15,0 4 6-15,0 5 6 16,0 2 6-16,0 4 9 16,0 2 5-16,0 0 1 15,-1 3 1-15,-2 0 7 16,-2 1-10-16,-4 0 1 15,-3 1-5-15,-4 0 9 16,-3 0 5-16,-5 0 1 0,-2 0 1 16,-3 0-1-16,-6 0 1 15,-9-2-1-15,-13-1-1 16,-4 0 1-16,-2-1-15 16,2 0-10-16,0 1-13 15,-3 0 23-15,-6 2 15 16,-3 1-67-16,-2 0 45 15,-2 0-16-15,1 2 15 16,1 2-28-16,-1 2 23 16,3 0 10-16,1 0-35 15,2 3 27-15,1-1-9 16,4 1 34-16,4 0 0 0,5-1 0 16,6 0-8-1,4 0 9-15,12-3 1 0,8-1 0 16,9-1-1-16,5 0-1 15,-1-1 0-15,1 0 1 16,2 0 0-16,3 0 1 16,6-1-1-16,1-1 1 15,0 0-1-15,3 0 0 16,-1 1 0-16,1-1-9 16,0 0-16-16,-1 1-9 15,1 2-19-15,-2 0-5 16,-1 7 2-16,0 0-6 15,0 0-502-15</inkml:trace>
  <inkml:trace contextRef="#ctx0" brushRef="#br0" timeOffset="209807.6573">3794 7685 1746 0,'0'0'176'16,"0"0"-160"-16,0 0 16 15,0 0 65-15,0 0-53 16,0 0-24-16,0 0-20 16,-34 14-1-16,29-12-125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38:32.3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6940 5200 798 0,'0'0'25'0,"0"0"291"16,0 0-151-16,0 0-78 15,0 37 12-15,0 3 83 16,0 24 33-16,0 15-4 0,0 6-20 16,1 2-16-1,0-6-26-15,1 0-16 0,-1-1-9 16,2-2-35-16,0-4-11 15,1-7-27-15,2-4-26 16,-1-8-7-16,2-8-9 16,-1-4 0-16,-2-10 3 15,0-8-4-15,-2-7-7 16,0-4 0-16,-1-1-1 16,1-1-18-16,-1 0-45 15,-1-7-69-15,0-2-56 16,0-10-50-16,-7-7-365 15,-1-4-558-15</inkml:trace>
  <inkml:trace contextRef="#ctx0" brushRef="#br0" timeOffset="2219.4597">6896 5028 1001 0,'0'0'167'0,"0"0"-88"16,0 0-14-16,0 0 57 15,0 0-7-15,65-41 6 16,-19 25-26-16,15-3-16 16,5 1-9-16,2-2-3 15,-2 2-2-15,-6 2-7 16,4-2-12-16,1 0-6 16,0 1-8-16,0 2-6 15,-3 2-3-15,-3 0-7 0,-4 2-2 16,-6 1-4-1,-5 2 2-15,-8 0-3 0,-8 4 7 16,-6 1 6-16,-1-1-1 16,3 0 3-16,2-1 3 15,4 0-2-15,-2-2-15 16,-1 2 4-16,0-2-1 16,0 1-7-16,-1 0 0 15,1 1-5-15,-1 0 8 16,0-1-8-16,-2 2 0 15,-3 0 0-15,-1 0 0 16,-1 0 0-16,-2 0 1 16,-2 0-1-16,-2 2 0 0,-1-1 7 15,-2 1-8-15,-3 1 0 16,-1 0 0-16,-1 0 6 16,-2 1-5-16,-1 0-1 15,-1-1 1-15,0 1 0 16,-1 0-1-16,0 0 1 15,0 0 1-15,0 0 0 16,0 0-2-16,0 0 0 16,0 0-1-16,0 0 0 15,1 1-9-15,0 5 10 16,0 4 1-16,1 5 1 16,-1 4 11-16,2 9 3 15,3 10 20-15,1 10 3 16,1 5 4-16,2 0 9 15,0 0-1-15,1-4 1 0,0 2 9 16,1 0-14 0,-1-1-5-16,-1 1 14 0,0 0-12 15,-1-1-14-15,-2-1-2 16,0 0-5-16,-1 1-5 16,-1-2-2-16,-2-1-2 15,0-2-1-15,-1-1-11 16,0 1 16-16,-1 0-9 15,-1 1 3-15,1-3-6 16,-1-2-5-16,1-2 4 16,0-2-5-16,0 0 0 15,-1-6 0-15,1-6-5 0,-1-7 5 16,0-2 6 0,0 2-5-16,0 1 0 0,0 1 0 15,-3-2 0-15,-2-2-1 16,-3-1 1-16,-2-2 0 15,-3-1-1-15,-5 0 1 16,-11 2-1-16,-15 1 0 16,-19 4-6-16,-15 2-11 15,-8 0-1-15,-3 0 12 16,1 1-1-16,-1 0 5 16,0 1 1-16,-1-1-6 15,-1 0-5-15,3 0 10 16,0-3 2-16,3-1 0 0,6-4 9 15,6-2-9 1,6-3 0-16,7-1-2 0,14-3 1 16,11-3 1-16,14-1 1 15,6-1 6-15,5 0-6 16,2-2-1-16,6-8-52 16,12-17-211-16,8 1-333 15,1-1-613-15</inkml:trace>
  <inkml:trace contextRef="#ctx0" brushRef="#br0" timeOffset="2371.1227">7413 6245 2415 0,'0'0'281'0,"0"0"-221"15,0 0-60-15,0 0-118 16,21-35-189-16,9 7-459 0</inkml:trace>
  <inkml:trace contextRef="#ctx0" brushRef="#br0" timeOffset="3654.6503">10119 3633 1013 0,'0'0'234'16,"0"0"35"-16,0 0-76 15,0 0-108-15,0 0-44 0,0 68 104 16,13 1-12-16,4 19-40 16,-1 9 25-16,0 1 1 15,-5-5-18-15,-1-3-19 16,0-2-24-16,-3-3-18 16,-1-6-19-16,-3-5-4 15,-1-8-5-15,-1-7-4 16,-1-6-6-16,0-6 8 15,2-4-1-15,0-10 5 16,1-8-14-16,0-8 1 16,1-2 7-16,1-1-7 15,1-1-1-15,2 0 6 16,2-6-4-16,4-4 4 16,4-3-5-16,10-3 1 15,16-9 5-15,19-6-6 0,13-3 1 16,6-1-2-16,2 2 0 15,-3 5 0-15,2 1 6 16,0 5-6-16,0 1 1 16,0 4 5-16,-5-1-6 15,-4 3 0-15,-6 0 0 16,-7 0 1-16,-5 0-1 16,-12 1 0-16,-12-1 1 15,-9 1 0-15,-6-1-1 16,1-1 1-16,-1 0-1 15,-1-4 1-15,-2-1 0 16,-3-5 21-16,0-5 22 0,2-11-4 16,5-18-20-16,3-21-4 15,2-17-8-15,0-11-2 16,-5-7-5-16,-6 0 1 16,-4-1 11-16,-8-1-13 15,-1 3 0-15,-12 8 0 16,-7 7 1-16,-4 10 1 15,-3 12 6-15,-2 10-8 16,2 9-2-16,-1 7-17 16,3 7-42-16,4 8 11 15,4 7-27-15,0 6 14 16,-5-1 33-16,-4-1-7 16,-11 2-5-16,-10 5 3 0,-12 5 4 15,-7 1 0 1,-4 9-3-16,-4 7 8 0,-1 3 15 15,-10 5-7-15,-6 3 11 16,-4 2-8-16,-5 1 7 16,2-2 12-16,4-1-9 15,4-1-9-15,11-4 18 16,9-1 13-16,8-4-7 16,15-4-6-16,14-3 0 15,9-4 0-15,5-2 1 16,-1 2 0-16,0-1-1 15,1-2-11-15,7 2-44 16,5-2 8-16,5-1-204 16,-1-2-870-16</inkml:trace>
  <inkml:trace contextRef="#ctx0" brushRef="#br0" timeOffset="3814.1141">10081 3727 2023 0,'0'0'141'16,"0"0"-135"-16,0 0 9 16,0 0 51-16,0 0-16 15,0 0-47-15,-44 2-3 16,29 0-784-16</inkml:trace>
  <inkml:trace contextRef="#ctx0" brushRef="#br0" timeOffset="4746.3765">4530 4411 1538 0,'0'0'215'0,"0"0"-101"15,0 0-51-15,0 0-15 16,0 0 15-16,0 0-18 16,44-27-15-16,-26 20-24 15,0 1-6-15,1 1-33 16,-4 3-178-16,-5 1-300 0</inkml:trace>
  <inkml:trace contextRef="#ctx0" brushRef="#br0" timeOffset="4893.6126">4564 4522 950 0,'0'0'187'0,"0"0"-57"0,0 0-49 16,0 0 47-16,0 0-58 15,62-55-47-15,-34 28-23 16,-3 0-288-16</inkml:trace>
  <inkml:trace contextRef="#ctx0" brushRef="#br0" timeOffset="5126.5492">4623 4264 1283 0,'0'0'286'16,"0"0"-87"-16,0 0-78 0,0 0-23 16,0 0 34-16,65 0-8 15,-34 0 8-15,4 9-19 16,-1 4-48-16,-11 5-22 16,-2 12-16-16,-13 14-8 15,-8 14 1-15,-13 6-20 16,-6-3-2-16,3-17-242 15,8-19-626-15</inkml:trace>
  <inkml:trace contextRef="#ctx0" brushRef="#br0" timeOffset="5826.3404">9312 3761 1220 0,'0'0'245'0,"0"0"-50"15,0 0-15-15,0 0-57 16,0 0-3-16,0 0-55 16,0 0-42-16,9-5-4 0,6 0-19 15,4-1-35-15,1 4-189 16,-5 2-139-16,-5 0-348 0</inkml:trace>
  <inkml:trace contextRef="#ctx0" brushRef="#br0" timeOffset="5974.5781">9288 3858 1215 0,'0'0'282'0,"0"0"-36"15,0 0-132-15,0 0-20 16,0 0-30-16,0 0-29 16,0 0-35-16,61-45-35 15,-36 26-275-15,-4 1-618 0</inkml:trace>
  <inkml:trace contextRef="#ctx0" brushRef="#br0" timeOffset="6184.2956">9302 3686 1177 0,'0'0'579'0,"0"0"-390"15,0 0-89-15,0 0 13 16,43-4 54-16,-15 4-17 15,3 0-22-15,-2 5-51 16,-7 6-34-16,-6 7-23 16,-14 11-10-16,-24 21-10 15,-46 25-3-15,0-6-235 0,-9-5-645 16</inkml:trace>
  <inkml:trace contextRef="#ctx0" brushRef="#br0" timeOffset="14612.2185">3776 2741 887 0,'0'0'827'16,"0"0"-513"-16,0 0-8 15,0 0-40-15,0 0-7 16,0 0-75-16,0 0-75 16,12-13-50-16,6-1-5 15,6-3-20-15,6-3-1 16,4 0-23-16,-2 0-8 16,0 5-2-16,-4 4-53 0,-6 4-118 15,-8 7-211 1,-7 3-373-16,-6 6-165 0</inkml:trace>
  <inkml:trace contextRef="#ctx0" brushRef="#br0" timeOffset="14779.0098">3866 2810 1280 0,'0'0'349'16,"0"0"-25"-16,0 0-67 15,0 0-127-15,0 0-85 16,0 0 16-16,0 0 25 15,48-18-37-15,-24 0-49 16,11-9-9-16,-6 3-288 0,-6 1-444 16</inkml:trace>
  <inkml:trace contextRef="#ctx0" brushRef="#br0" timeOffset="15033.5793">3974 2556 990 0,'0'0'938'16,"0"0"-672"-16,0 0-47 16,0 0-65-16,0 0 7 15,58-29 17-15,-27 21-23 16,5 2-41-16,0 2-36 16,-7 4-24-16,0 0-26 15,-8 5-11-15,-5 8-8 16,-13 10-3-16,-10 13 6 0,-26 15-12 15,-13 9-60-15,-12 6-102 16,-5-2-165-16,16-19-264 16,3-6-1197-16</inkml:trace>
  <inkml:trace contextRef="#ctx0" brushRef="#br0" timeOffset="21583.7987">9945 1417 1433 0,'0'0'191'0,"0"0"-57"15,0 0-1-15,0 0-32 16,0 0-3-16,0 0 30 16,-4 52-21-16,4-12-30 15,1 12 25-15,4 4 16 16,1-1 13-16,0-3-26 15,0-5-40-15,1 2-6 0,-2-1-22 16,0-2-13-16,1-3 4 16,-3-3-1-16,1-7 0 15,-1-5 0-15,-1-8-3 16,0-1-9-16,0 3-7 16,1 0-1-16,-1 2-1 15,1-3-5-15,-1-3-1 16,0-4 2-16,0-4-1 15,-1-3 1-15,0-3-2 16,-1-2 1-16,1-2 1 16,-1 0-1-16,1 0-1 15,0 0 11-15,-1 0-11 16,3 0 1-16,-1 0 0 16,2 0 5-16,1-3-6 0,2 1 1 15,2-1-1-15,2 1-1 16,3-1 1-16,3 0 0 15,4 0 1-15,2 0-1 16,5 1 1-16,4-1 1 16,1 1-2-16,3 0 1 15,0 1-1-15,1-1 1 16,5 1 1-16,4 0-2 16,6 0-1-16,-1 1-5 15,-8 0 6-15,-11 0 0 16,-10 0-1-16,-1 0 1 15,4 0-1-15,3 0 1 16,5 0 0-16,0 0 8 0,0 0-7 16,0 0 0-16,2 0 4 15,-1 0-4-15,1 2-1 16,-1-2 0-16,7 1 0 16,5-1-6-16,6 1 5 15,-5-1 1-15,-10 0-1 16,-11 1 2-16,-6-1-1 15,4 0 0-15,4 0 6 16,4 0 3-16,1 0-3 16,-1 0-6-16,0 0 0 15,0 0 11-15,0 0-5 16,-2 0 0-16,2-1-6 16,-2-1 6-16,1 0-5 0,1 0-1 15,6-2 1-15,-3 2 0 16,0 0 1-16,0 0 8 15,-5 2-10-15,3 0 1 16,-4 0 0-16,-1 0 9 16,-4 0-10-16,-1 0 1 15,-3 1 14-15,0 0-15 16,-2 0 15-16,-2 0-4 16,-2 0-5-16,-1 0 0 15,-3 1 3-15,-2-1-4 16,-1 0-4-16,-1-1-1 15,-2 0 17-15,0 1-16 16,-1-1 11-16,-1 0 3 0,0 0-1 16,0 0 1-16,1 0-2 15,-1 0-5-15,0-1 1 16,0-1-3-16,0-2 0 16,1 0 0-16,0-3 0 15,0-1-6-15,0-5 1 16,1-2 0-16,1-2 0 15,-2-5 0-15,2-4 0 16,0-8-1-16,0 3-1 16,1-2 1-16,-1 0-1 15,1-2 0-15,-1-9-1 16,1-6 1-16,-2 1-1 16,-1 5 1-16,-2 10 1 0,-1 9 0 15,0 6-1 1,0 1-4-16,-1-3-4 0,-3-2 8 15,-1-1-5 1,-1 2 5-16,1 5 1 0,0 1-2 16,0 2 2-16,1 3-1 15,-1 0-10-15,2 2 2 16,-1 1-3-16,1 1 2 16,1 0 1-16,-1 0 7 15,0 2-5-15,1-1 1 16,-1 1 0-16,1 0-6 15,-1 2 3-15,2 0 3 0,-1 1 6 16,1 1-1 0,-1-2 0-16,-1 2 0 0,0 0-7 15,-3-1 8-15,-1 2-9 16,-4 0 8-16,-5 0 0 16,-4 0 0-16,-4 2 1 15,-4-1-2-15,-3 3 2 16,-9-3-1-16,-5 1 0 15,-7 0 0-15,-1-1 1 16,3-1 0-16,6 2 0 16,4-2 1-16,-1 0 5 15,1 0-5-15,0 0 0 16,-1 0 0-16,-1 0 1 16,0 0-1-16,-3 0-1 15,0 0-7-15,-1 0 6 0,-3 1 0 16,-1 3-6-16,-1 0-10 15,0 0 17-15,1 1-1 16,2-1-8-16,-1 0 9 16,0 0-1-16,3 0-7 15,0-1-1-15,4 0 0 16,6 0 7-16,7-2 1 16,5 0-5-16,3 0 0 15,-6 0 5-15,-2 0-6 16,-1 0 7-16,2-1 0 15,3 0-12-15,2 0 11 16,2 0 1-16,-1 0-5 16,1 0 4-16,-1 0-4 0,-3 0-13 15,-2 2-3 1,0-1 1-16,-2 1 14 0,1 0 6 16,3 0 0-16,2-1 0 15,2 1-1-15,3-2-1 16,3 0-5-16,1 0-7 15,3 0 7-15,1 0 7 16,3 0-1-16,2 0 1 16,1 0-1-16,0 0 1 15,1 0-1-15,2 0 1 16,-1 0 5-16,2 0-5 16,0 0-1-16,0 0 0 15,0 0 1-15,0 0 0 16,0 0 0-16,0 0 0 0,0 0 1 15,0 0 7-15,0 0-8 16,0 0-1-16,-1 0 1 16,-1 0 1-16,-2 0 8 15,0 0-8-15,-4 0 0 16,0 0 0-16,-1 0 5 16,0 0-6-16,-2 0-1 15,2 0 0-15,-1 0 1 16,0 0 0-16,0 1 0 15,0 0-7-15,1 1-1 16,1 0 2-16,1-1 6 16,1 1-10-16,2-1 10 15,-1 1-11-15,1-1 4 0,-1 0-2 16,1 0 7 0,-1 0-5-16,-1 0 7 0,-1 0-1 15,0 0 1-15,0 0-16 16,0-1 4-16,1 0 1 15,0 1 2-15,1-1-1 16,2 0-4-16,1 0-5 16,0 0 0-16,2 0-11 15,-1 0 0-15,1 0-5 16,0 4-30-16,0 5 6 16,0 0 1-16,2-5-605 0</inkml:trace>
  <inkml:trace contextRef="#ctx0" brushRef="#br0" timeOffset="41371.0971">7948 3370 734 0,'0'0'257'15,"0"0"44"-15,0 0-92 0,0 0-60 16,0 0-46-16,0 0-35 16,0 54 52-16,6-7 27 15,1 10 3-15,2 6-39 16,2 1 14-16,2 0-8 16,1 3-8-16,2 2-14 15,0-2-29-15,-1-3-26 16,-3-5-25-16,-2-6-4 15,-4-6-4-15,-3-4 1 16,-3-8-8-16,0-9 12 16,0-6-6-16,-7-3-5 15,-2 1-1-15,-5 2-1 0,-4 2 1 16,-4-4 0 0,-5-3 0-16,-11-1 1 0,-13-1-1 15,-20 0 0-15,-15 0 1 16,-6 0 0-16,-6 0-1 15,3-1 6-15,0-2-6 16,0 1 8-16,-3-3-8 16,3 1-1-16,5-1 0 15,6 1 1-15,9-1 1 16,7 0 12-16,10-2-13 16,7-2-1-16,11-2 0 15,11-1 1-15,9-1 2 16,1 0-1-16,1-2 8 15,-1-4 0-15,0-3 1 16,4-3 4-16,-2-11 12 0,-1-13-9 16,-3-18-1-16,-2-15 2 15,1-12-4-15,3-6-5 16,5-1-3-16,4-2-5 16,4 12-1-16,4 12-10 15,2 18-78-15,0 17-62 16,0 10 55-16,4 2 28 15,0-1 3-15,2-1 20 16,0-2 9-16,1 5 14 16,0 3-21-16,0 5 16 15,0 2-16-15,1 2 32 16,2 1 1-16,5 2 0 0,11-3 8 16,19-2 0-16,24-7 1 15,16-3 0-15,12-4 2 16,2 0 27-16,-2 1-6 15,3-1 8-15,-6 1 16 16,-7 2-26-16,-12 4 11 16,-14 3-7-16,-15 5-7 15,-15 3-8-15,-13 2 1 16,-5 2-4-16,-2 0-7 16,-2 0 0-16,-2 0-2 15,-3 0-20-15,-1 0-84 16,1 3-108-16,-1-1-383 15,0-2-487-15</inkml:trace>
  <inkml:trace contextRef="#ctx0" brushRef="#br0" timeOffset="41518.3293">7696 3351 2186 0,'0'0'216'15,"0"0"-143"-15,0 0-15 16,0 0-29-16,0 0-29 15,0 0-22-15,0 0-291 16,-28 37-808-16</inkml:trace>
  <inkml:trace contextRef="#ctx0" brushRef="#br0" timeOffset="42221.3713">10403 5212 939 0,'0'0'720'16,"0"0"-419"-16,0 0-73 15,0 0-94-15,-16 39-25 16,26 34 77-16,4 22 19 16,4 16 0-16,1 6-57 15,0-7-41-15,3 2-30 16,0-2-26-16,-2-7-4 15,-4-9-46-15,-4-12 7 16,-6-10 1-16,-4-9-8 0,-2-10 13 16,-1-12-14-1,-6-12-6-15,-1-12-3 0,-2-5-21 16,-4-9-27-16,-8-5-52 16,-18-40-119-16,5-1-255 15,-1-10-268-15</inkml:trace>
  <inkml:trace contextRef="#ctx0" brushRef="#br0" timeOffset="42837.2795">10100 5404 1679 0,'0'0'355'15,"35"-41"-206"-15,12 11-100 16,27-4 68-16,22-2 18 0,17 0-48 15,11-1 7-15,4 1 0 16,11-3-24-16,4-2-13 16,-3 3-18-16,-10 2-9 15,-13 7-14-15,-20 7-2 16,-21 7-4-16,-24 7 13 16,-22 4-10-16,-15 4 17 15,-8 0 3-15,-2 8 16 16,-2 7 20-16,0 9 39 15,-3 13-12-15,0 12-21 16,0 9-3-16,3 5 12 16,4 2-17-16,5 0-2 0,6 3-1 15,3 5-13-15,4-1-27 16,0 0 6-16,0-2-15 16,-4-5-3-16,-4-2-1 15,-6-5-1-15,-4-1 8 16,-7-4-17-16,0 0-1 15,-13-6-7-15,-3-8 7 16,-1-10 0-16,-12-2 6 16,-12-1-5-16,-12 0 0 15,-16 1 0-15,-12-4 9 16,-13 0-9-16,-21 3 7 16,-20 6-8-16,-14 3 0 15,-3 3-9-15,3 0 9 16,11-2-1-16,15-5-2 15,17-7-2-15,22-7 5 0,27-7 9 16,20-4-8-16,18-4-1 16,12-2 0-16,1 1 0 15,4-1-9-15,0 0-35 16,2 0-70-16,0 6-85 16,0-2-137-16,-3 2-724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0T16:20:19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5284 2767 1590 0,'0'0'275'0,"0"0"-154"16,0 0 47-16,0 0-9 15,0 0-39-15,0 0-7 16,0 5-49-16,18-5-1 16,18 0 74-16,25-8 33 15,30-14-25-15,31-13-26 16,13-4-44-16,-4 1-28 16,-19 6-18-16,-32 10-13 15,-17 5-11-15,-17 5-4 0,-7 2-2 16,3 0 0-16,2 0 1 15,-2 2-16-15,-13 2-104 16,-13 6-154-16,-16 2-105 16,-19 10-258-16,-14 3-386 15</inkml:trace>
  <inkml:trace contextRef="#ctx0" brushRef="#br0" timeOffset="15.7772">5377 3165 2241 0,'0'0'253'0,"0"0"-199"16,0 0-22-16,0 0 146 0,0 0 119 16,130-21-54-16,-38-10-86 15,23-11-45-15,-5 2-32 16,-22 4-25-16,-28 13-11 15,-18 2-10-15,7 1-20 16,6-6-8-16,2-2 3 16,-5 4-9-16,-9 6 0 15,-10 3-7-15,-15 10-33 16,-15 15-113-16,-3 15-298 16,-12 6-337-16</inkml:trace>
  <inkml:trace contextRef="#ctx0" brushRef="#br0" timeOffset="16.7772">4467 7021 1107 0,'0'0'157'0,"0"0"-102"0,0 0 74 16,0 0 2-16,0 0-13 15,0 0 3-15,-88-13-22 16,58 13-14-16,-6 7-29 15,-4 11 9-15,-6 2 2 16,-1 1 3-16,-3 8-5 16,-4 0-15-16,-2 7-11 15,-4 3-8-15,3 2 15 16,0 2-9-16,1 1-3 0,-1 4-10 16,2 1-4-16,-2 3 0 15,2 4-8-15,3 3 6 16,-2-1-1-16,8 3-7 15,3 0 2-15,-1 3-5 16,-3 10-5-16,-7 17 8 16,-4 22-9-16,0 9 1 15,5-7-1-15,6-3 8 16,9-14-3-16,1 0 0 16,10 6-5-16,0 0 8 15,5 3 0-15,7 1 2 16,5 4-4-16,5 0 0 0,5 3-5 15,0-4 11 1,5-1-2-16,11 3-5 0,5 0 0 16,0 2 9-1,4-4-2-15,5-5 1 0,4-2-2 16,4-5-2-16,3-7 0 16,1-7 5-16,-3-17 2 15,-2-13 5-15,-7-13 8 16,1-4 2-16,5 5-8 15,6 4 4-15,7 1 3 16,2-8 10-16,0-7-2 16,1-4-14-16,3-6-5 15,3-9-7-15,15-5 5 16,18-5 2-16,18-4 2 0,-9 0 5 16,-18-4-11-16,-24-4 1 15,-13 0 1-15,12-5 1 16,8-4-1-16,23-10-1 15,12-9-2-15,15-12 7 16,1-6-2-16,-11-1-5 16,-7-3-2-16,-25 12-11 15,-13 5 5-15,-11 4 4 16,-7 2-10-16,7-9 7 16,-1-8-7-16,6-9 7 15,-8-9 2-15,-3-15-8 0,-4-15 11 16,-2-5-4-1,-5 7 0-15,-7 6 0 0,-1 12 2 16,-5 0-1 0,-4-3 5-16,-2-4-1 0,-4-8-4 15,-4-8 8-15,-2-6-4 16,0-3-1-16,-3-8 1 16,0-3-4-16,-3 0 3 15,-11 4-13-15,-6 7-1 16,-10-1 0-16,-5-1 1 15,-9 0 2-15,-1 2-1 16,-3 6 8-16,-4 4-1 16,-2 6-2-16,-1 6-1 15,6 15-5-15,10 17 0 16,9 15 0-16,-1 4 0 0,-5-6 1 16,-6-5 0-16,-7-8 5 15,0 7-5-15,1 4 0 16,1 3 5-16,0 7-5 15,-2 8 0-15,0 5 0 16,1 5-1-16,-4 4-1 16,4 6 1-16,5 1-1 15,4 6 1-15,6 2-1 16,5 0 1-16,1 0-1 16,3 2 1-16,2 6-1 15,4-1 0-15,0 6 0 16,3-2-5-16,2 1 6 15,2 4-9-15,2 2-45 16,5 1-51-16,4 12-116 16,7-6-321-16,7-6-256 0</inkml:trace>
  <inkml:trace contextRef="#ctx0" brushRef="#br0" timeOffset="17.7772">4415 7120 2256 0,'0'0'276'15,"0"0"-205"-15,0 0-52 0,0 0-11 16,0 0-8-16,0 0-19 16,0 0-287-16,-67 72-791 15</inkml:trace>
  <inkml:trace contextRef="#ctx0" brushRef="#br0" timeOffset="18.7772">8254 8627 2162 0,'0'0'303'16,"0"0"-97"-16,0 0 7 15,0 0 4-15,0 0-39 16,0 0-36-16,-11 0-41 16,11 2-38-16,0-2-24 15,2 0-6-15,18 0-6 16,14 0 18-16,18-2 1 16,9-5-4-16,8-6-10 15,2 2-14-15,-2 0-2 16,-5 0-8-16,-6 1-8 15,-9 3 6-15,-11 1-5 0,-13 3-1 16,-7 2 0-16,-9-1-16 16,-6 2-42-16,-3 0-52 15,-2 0-62-15,-39 12-165 16,2 6-274-16,-5 0-210 0</inkml:trace>
  <inkml:trace contextRef="#ctx0" brushRef="#br0" timeOffset="19.7772">8160 8940 1886 0,'0'0'362'0,"0"0"-115"16,0 0-9-1,0 0 33-15,0 0-53 0,0 0-16 16,103-1-53-16,-49-7-38 15,2-1-29-15,-1 0-16 16,-2-3-16-16,-1 2-14 16,2-1-12-16,-4 0-8 15,0-1-7-15,-3 3-3 16,-8 1-5-16,-8 4-1 16,-10-1 1-16,-9 5-1 15,-7 0-40-15,-5 5-91 16,-14 12-176-16,-16 4-563 0</inkml:trace>
  <inkml:trace contextRef="#ctx0" brushRef="#br0" timeOffset="20.7772">12793 10519 1448 0,'0'0'213'0,"0"0"-22"16,0 0 26-16,0 0 10 15,0 0-61-15,0 0-68 16,-1 16-37-16,1 48 28 15,0 31 89-15,0 18-33 0,8 3-24 16,4-6-38 0,-1-16-8-16,-1-4-7 0,-1-18-15 15,-3-17-25-15,-3-16-20 16,0-5-8-16,1 2 1 16,-4-2 0-16,2 0 0 15,-2-9-1-15,0-11 0 16,-2-7-48-16,-12-7-67 15,-3 0-131-15,-17-24-118 16,4 0-210-16,3-2-86 0</inkml:trace>
  <inkml:trace contextRef="#ctx0" brushRef="#br0" timeOffset="21.7772">12520 11337 1341 0,'0'0'269'0,"0"0"-37"16,0 0-8-16,0 0-76 15,0 0-18-15,0 0 28 16,0 0-4-16,40 68-2 16,-13-38-18-16,4 3-38 15,1-1-8-15,0-1-26 16,1-4-28-16,0-1-19 16,0-5-4-16,3-4-10 15,-3-4 0-15,0-6-1 16,-4-6 0-16,-2-1-100 15,0-20-196-15,-5-5-213 0,-8-1-259 16</inkml:trace>
  <inkml:trace contextRef="#ctx0" brushRef="#br0" timeOffset="22.7772">13069 11248 522 0,'0'0'1427'0,"0"0"-1212"15,0 0-129-15,0 0 93 16,-18 87 9-16,2-26-87 16,-6 26-52-16,-10 25-28 15,-11 16-21-15,-17 4-28 0,10-35-464 16,-3-24-1287-16</inkml:trace>
  <inkml:trace contextRef="#ctx0" brushRef="#br0" timeOffset="23.7772">13776 11418 1472 0,'0'0'259'15,"0"0"-75"-15,0 0 6 16,43-71 5-16,-21 31-23 15,7-7-69-15,7-15-36 16,0 0-39-16,-1-4-16 16,-1-1-6-16,-14 12 1 15,1 0 7-15,-12 12 8 16,-9 9 10-16,0 12 8 16,-9 10-6-16,-12 10-5 15,-3 2-16-15,-3 14-7 0,-3 14-5 16,3 10 6-1,7 4-6-15,9 2 5 0,9-1-5 16,2-4 0-16,14-6-1 16,11-4 0-16,8-7 0 15,2-3-1-15,-1-6 1 16,0 0 0-16,-5-2 1 16,-9-2-1-16,-7-1 0 15,-6 3 0-15,-7 2 1 16,0 1-1-16,0 9 1 15,-15 0 31-15,0 8 23 16,-3-1 3-16,3 1-11 16,2-3-13-16,7-6-7 0,4-3-13 15,2-7-14-15,11-6 1 16,20-6 7-16,26-1-7 16,26-24 7-16,2-4-8 15,-6 0-32-15,-13 0-101 16,-18 1-65-16,-3-3 7 15,-4-5 19-15,-14 3 55 16,-15 0 74-16,-10 2 35 16,-2 3 8-16,-5 6 58 15,-10 2 44-15,-4 8 17 16,-4 4-17-16,0 6-8 16,-3 2-8-16,-1 8-1 0,2 13-20 15,3 6-19-15,5 8-19 16,5 5-6-16,9-1-5 15,3 0-7-15,3-2-3 16,16-6-5-16,5-7 0 16,2-7 0-16,2-10 1 15,1-7-1-15,-3-8-1 16,-2-19-9-16,-5-11-39 16,-5-22-22-16,-9-30 14 15,-5-36 4-15,-10-19 16 16,-9 3 21-16,1 31 9 15,6 44 5-15,5 30 1 16,2 22 1-16,2 9 38 16,0 6-3-16,-2 28-36 15,5 42-5-15,0 34 5 0,11 12 1 16,12-2 7-16,6-14-7 16,-3-29 0-16,1-18 0 15,-3-17-1-15,2-15-66 16,6-6-141-16,17-15-133 15,-7-3-321-15,-9-22-580 0</inkml:trace>
  <inkml:trace contextRef="#ctx0" brushRef="#br0" timeOffset="24.7772">14902 10864 952 0,'0'0'192'0,"0"0"89"16,0 0-96-16,0 0-92 15,0 0-13-15,-83 45 12 16,69-8 18-16,4 1-57 15,5 0-31-15,5-3-12 16,0-7-8-16,9-9-1 0,6-9 0 16,6-10 1-16,1-4-2 15,1-18-19-15,-4-9-3 16,-2-5 15-16,-6 0 7 16,-3 4 9-16,-4 7 60 15,-2 14 88-15,-2 8 29 16,1 6-101-16,5 23-58 15,8 28 38-15,6 25 28 16,8 27-7-16,-3 9-5 16,-7 1 15-16,-12-6-10 0,-6-15-24 15,-6-17-23 1,-11-19-17-16,4-20-10 0,-3-12-6 16,0-5 0-16,2-7-5 15,-3-12 11-15,2-6 12 16,0-44-13-16,-1-39-10 15,10-31-1-15,6 2-51 16,0 19-87-16,15 37-26 16,0 24-11-16,22-15-69 15,-2 8-248-15,0 3-91 0</inkml:trace>
  <inkml:trace contextRef="#ctx0" brushRef="#br0" timeOffset="25.7772">15182 11042 743 0,'0'0'562'0,"0"0"-462"15,0 0 11-15,0 0-21 16,0 0 12-16,0 0-4 16,0 0 28-16,54 59-15 15,-37-59-29-15,-1-1-27 16,-2-12-7-16,-1-4 17 15,-4-4-38-15,-2-3-9 16,0 0-3-16,-5 1 17 16,-2 5 66-16,0 4 6 15,0 8-11-15,-7 6 9 16,-4 0-33-16,-4 17-26 16,-3 11 26-16,3 9 31 0,2 5-31 15,7 1-30-15,6-2-19 16,5-4-13-16,23-4-6 15,25-8-1-15,43-13-1 16,52-12-180-16,-14 0-155 16,-10-12-542-16</inkml:trace>
  <inkml:trace contextRef="#ctx0" brushRef="#br0" timeOffset="26.7772">16602 10981 2125 0,'0'0'242'0,"0"0"-15"0,-113 56-131 15,80-23 53-15,13 4-49 16,7 7-7-16,9 1-14 16,4 2-37-16,0-5-24 15,7-3-12-15,8-9-5 16,0-11-1-16,3-11 2 15,3-8 4-15,4-13 1 16,1-23-7-16,4-27-30 16,-1-33-46-16,-3-37 0 15,-6-10 35-15,-6 10 2 0,-9 37 15 16,-4 45 17 0,-1 24 7-16,0 17 18 0,0 8 51 15,0 2-14-15,0 15-37 16,0 31-18-16,8 28 1 15,18 20 13-15,7 8-7 16,0-19-6-16,-5-21 0 16,-7-20-1-16,11 2-92 15,-6-4-262-15,-2-10-498 0</inkml:trace>
  <inkml:trace contextRef="#ctx0" brushRef="#br0" timeOffset="27.7772">17038 10968 1443 0,'0'0'193'0,"0"0"-134"15,0 0-45-15,0 0-6 16,0 0 8-16,0 0 11 16,0 0-11-16,49 83-4 15,-25-74-5-15,0-9-1 16,1 0 9-16,-1-10 2 15,-2-10-6-15,-2-4-10 16,-5-1 6-16,-8-1 4 16,-4 1 56-16,-3 5 75 15,-1 4-2-15,-14 7 15 16,-6 6-30-16,-3 3-25 16,-1 6-33-16,-1 15 10 0,1 8-5 15,6 5-20 1,7 3-1-16,10 3-18 0,2-2-14 15,20-2-10-15,11-5-3 16,9-9-4-16,3-9-1 16,2-12 0-16,0-1 5 15,-1-16-5-15,-5-12-1 16,-3-11-1-16,-6-19-48 16,-11-26 13-16,-11-16 17 15,-8 8 13-15,0 18 5 16,-2 29 1-16,-8 20 0 15,1 5 25-15,0 5 55 16,0 10 12-16,3 5-36 16,3 21-41-16,3 17-8 0,0 12-1 15,12 8 0 1,8 5-5-16,5 0 5 0,0-1-5 16,-1-5 1-16,-6-8-1 15,-2-9-1-15,-8-11-56 16,-8-12-210-16,0-10-320 15,-12-7-702-15</inkml:trace>
  <inkml:trace contextRef="#ctx0" brushRef="#br0" timeOffset="28.7772">17172 10868 2020 0,'0'0'230'0,"0"0"-187"0,0 0-29 15,118 25 2-15,-59-15-7 16,7 1-8 0,0-5-1-16,16-3-52 0,-17-1-269 15,-13-2-190-15</inkml:trace>
  <inkml:trace contextRef="#ctx0" brushRef="#br0" timeOffset="29.7772">17690 10824 1255 0,'0'0'175'0,"0"0"-95"15,0 0-11 1,0 0 68-16,0 0-31 0,0 0-3 16,0 0 15-16,6 82-37 15,1-74-23-15,1-4 1 16,2-4 31-16,-1 0 8 15,0-1-2-15,3-14-41 16,-2-2-25-16,-2-5-11 16,-2-2-8-16,-6-2-5 15,0 2 1-15,0 4 1 16,-3 5 11-16,-3 7 9 16,-2 5-1-16,1 3-13 15,-3 0-13-15,1 15 5 16,1 6-5-16,5 5-1 15,3 5 0-15,0 4 0 0,17-1-1 16,12-1 0-16,10-4 0 16,7-7 0-16,6-6 1 15,5-9-1-15,0-5 1 16,-3-2-1-16,-5-5-29 16,-12-10-26-16,-7-4 14 15,-12-4 21-15,-8-6 20 16,-8-1-1-16,-2 1 2 15,-6 1 0-15,-15 5 33 16,-7 4 7-16,-7 7 8 16,-2 8-3-16,-2 4 16 15,-1 2 27-15,4 17-16 0,5 8-4 16,6 7-18-16,8 3-10 16,8 5-8-16,9-2-14 15,12-1-6-15,21-4 0 16,10-8 1-16,11-7-1 15,6-10-4-15,1-10-2 16,0 0 0-16,-3-10-6 16,-3-17-1-16,-3-6-1 15,-7-13 1-15,1-20 0 16,-5-23-8-16,-12 6 8 16,-9 6-7-16,-14 15 8 15,-6 18 0-15,0 3 1 16,-9 2 0-16,-3 15 11 0,1 11 15 15,1 12 5 1,1 1-12-16,2 25-12 0,-1 14-7 16,5 10 0-16,3 7-1 15,4 4 0-15,15-3-1 16,3-4 1-16,-1 0-1 16,-5-6-5-16,-4-2-79 15,-12-2-234-15,-3-10-343 16,-10-12-615-16</inkml:trace>
  <inkml:trace contextRef="#ctx0" brushRef="#br0" timeOffset="30.7772">18392 10764 1910 0,'0'0'255'0,"0"0"-42"15,0 0-133-15,108-24 43 16,-56 24-48-16,2 18-28 15,-4 13-2-15,-3 9-16 16,-3 3-10-16,-8 4-7 16,-6-4-6-16,-11-4-5 15,-8-3 0-15,-11-6-1 16,-12-4-76-16,-11-9-262 16,-4-9-616-16</inkml:trace>
  <inkml:trace contextRef="#ctx0" brushRef="#br0" timeOffset="31.7772">18787 10619 763 0,'0'0'1'16,"0"0"-1"-16</inkml:trace>
  <inkml:trace contextRef="#ctx0" brushRef="#br0" timeOffset="32.7772">19255 10747 1607 0,'0'0'201'0,"0"0"57"16,0 0-83-16,-90-1 3 15,62 19-19-15,2 12-59 16,1 8-29-16,6 5-13 16,8 2-19-16,8 2-3 15,3-5-2-15,6-4-8 16,12-9-11-16,6-9-6 16,4-9-3-16,2-11 4 15,4 0-1-15,1-11-3 16,0-17-4-16,-4-5-1 15,-6-10-1-15,-6-7-10 16,-7-6-12-16,-5 0-10 0,-7 4 16 16,-1 9 10-16,-17 12 6 15,-4 12 0-15,-4 10 0 16,4 9 0-16,1 5 0 16,3 15-1-16,8 14-1 15,7 4 1-15,3 3 0 16,10 1 0-16,16-1 0 15,6-8-1-15,4-8-4 16,6-8 6-16,3-11 0 16,2-6 0-16,-2 0-1 15,-2-10-15-15,-10-11-11 16,-9-3 15-16,-11-6 11 0,-6 2-5 16,-4 2 6-1,-3 4 1-15,0 7 22 0,0 6 36 16,0 5 3-1,-2 4-26-15,-3 4-35 0,-1 13-1 16,-1 9 0-16,1 3 0 16,-1 5-1-16,5-2 0 15,1 1 0-15,-1-5 0 16,2-3 1-16,0-9-1 16,0-5 1-16,0-6-1 15,0-5 1-15,0 0 11 16,0-14 2-16,0-12-11 15,5-8-1-15,6-11-1 16,3-2 0-16,2 0 1 0,1 5-1 16,0 12 1-16,-3 9 1 15,-1 8 8-15,-1 13-4 16,2 0-6-16,1 5 0 16,-2 17-1-16,2 3 0 15,-4 6 1-15,-3 2-1 16,-6-1-1-16,-2 8-78 15,-3-8-147-15,-9-7-461 0</inkml:trace>
  <inkml:trace contextRef="#ctx0" brushRef="#br0" timeOffset="33.7772">20099 10930 751 0,'0'0'0'0</inkml:trace>
  <inkml:trace contextRef="#ctx0" brushRef="#br0" timeOffset="34.7772">11464 13673 72 0,'-39'86'143'16,"-3"11"-143"-16,14-28-68 15</inkml:trace>
  <inkml:trace contextRef="#ctx0" brushRef="#br0" timeOffset="35.7772">12223 16010 224 0,'112'-40'197'0,"21"-16"-197"15,-16-11 0-15,0-11-82 16,-29 14 46-16,-17 8-196 0</inkml:trace>
  <inkml:trace contextRef="#ctx0" brushRef="#br0" timeOffset="36.7772">13443 13072 1549 0,'0'0'158'0,"0"0"-118"15,0 0-30-15,0 0-10 16,0 0-117-16,-135 61-826 0</inkml:trace>
  <inkml:trace contextRef="#ctx0" brushRef="#br0" timeOffset="37.7772">5129 7484 469 0,'0'0'141'0,"0"0"41"16,0 0 80-16,0 0-35 16,0 0-76-16,0 0-29 15,0 0-33-15,2 45-40 16,-1-41-24-16,1 2-13 15,-1 1-6-15,1 3-6 16,-2 9-1-16,0-2-194 16,0 1-619-16</inkml:trace>
  <inkml:trace contextRef="#ctx0" brushRef="#br0" timeOffset="38.7772">5411 10339 783 0,'0'0'327'16,"0"0"-148"-16,0 0-2 16,0 0-10-16,0 0-47 15,0 0-37-15,0 0 18 16,0-25 3-16,0 25 4 0,0 0-30 16,0 0-3-1,0 0-10-15,0 0-28 0,0 2-17 16,0 12-1-16,2 11 61 15,1 6 20-15,1 11-11 16,0 6-16-16,1 8 2 16,-2 4-2-16,3 2-2 15,0 2-9-15,4-3-2 16,-2 2-6-16,1-3-9 16,-3-1 0-16,4-2-6 15,-1 1-11-15,-1-3-2 16,-1-4-4-16,-1 0-1 15,-2-4-7-15,-1-3-2 16,-1 0-2-16,-2-2-9 0,0-1 11 16,0 0-11-16,0 0 8 15,0-2-3-15,0-2 9 16,0-2-14-16,-3-3 8 16,0-6-1-16,1-2-7 15,2-3 0-15,0-3 9 16,0-3-9-16,0-1 3 15,0-3-4-15,0-2 0 16,0 0 0-16,0-2 0 16,0 2 1-16,0-1-1 15,0 0 1-15,0-2 0 0,0 2-1 16,0-5 0 0,0 1-14-16,0-3-19 0,0-1-18 15,-3 0-35 1,0 0-99-16,-8-14-149 0,0 0-268 15,2-2-155-15</inkml:trace>
  <inkml:trace contextRef="#ctx0" brushRef="#br0" timeOffset="39.7772">5378 11742 1850 0,'0'0'360'16,"0"0"-273"-16,0 0 51 0,0 0 64 16,0 0-30-1,66 96-33-15,-41-70-5 0,4-1-39 16,-3 2-44-16,0-4-3 16,-1-2-3-16,-1-1-1 15,-3-6-18-15,0-3-10 16,-6-2-14-16,-5-5-1 15,-1-3-1-15,-1-1-16 16,-4 0-78-16,2-14-116 16,0-24-160-16,-2 4-294 15,1 2-447-15</inkml:trace>
  <inkml:trace contextRef="#ctx0" brushRef="#br0" timeOffset="40.7772">5702 11647 1756 0,'0'0'328'0,"0"0"-145"15,0 0 64-15,0 0-10 16,-21 93-46-16,18-53-52 16,-3 3-31-16,0-2-49 15,3-1-26-15,-6-5-20 16,3-5-7-16,2-6-6 15,-5-6-35-15,0-7-249 16,0-8-426-16</inkml:trace>
  <inkml:trace contextRef="#ctx0" brushRef="#br0" timeOffset="41.7772">4086 13219 667 0,'0'0'92'0,"0"0"-34"0,0 0-15 16,0 0 60 0,0 0-73-16,0 0-20 0,-86 8-10 15,65 6 0-15,-1 3-28 16,-1 3-41-16,-2 2-35 15,-15 14 1-15,9-5-116 16,2-2-131-16</inkml:trace>
  <inkml:trace contextRef="#ctx0" brushRef="#br0" timeOffset="42.7772">3709 13544 127 0,'0'0'85'0,"0"0"-47"16,0 0-25-16,-18 97-12 15,14-67 0-15,4 0 0 16,0 19-1-16,0-6 0 15,4-4-52-15</inkml:trace>
  <inkml:trace contextRef="#ctx0" brushRef="#br0" timeOffset="43.7772">4925 13662 608 0,'0'0'84'0,"0"0"-63"16,0 0-20-16,0 0 0 16,0 0-1-16,0 0-63 15,0 0-229-15</inkml:trace>
  <inkml:trace contextRef="#ctx0" brushRef="#br0" timeOffset="44.7772">4992 13326 2203 0,'0'0'0'0,"0"0"-247"16,0 0-139-16</inkml:trace>
  <inkml:trace contextRef="#ctx0" brushRef="#br0" timeOffset="45.7772">8249 14466 570 0,'0'0'0'0,"0"0"-311"16,0 0 215-16,0 0 71 16,0 0 5-16</inkml:trace>
  <inkml:trace contextRef="#ctx0" brushRef="#br0" timeOffset="46.7772">7814 14096 1033 0,'0'0'245'0,"0"0"-118"0,0 0 53 16,0 0 0-16,0 0-52 16,0 0 44-16,0 0 50 15,106 11-35-15,-17-3-48 16,31 4-28-16,11 0 6 15,3-2 13-15,-7-3-20 16,-15-1-17-16,-2-2-42 16,-7 0-10-16,-18-3-14 15,-22-1-3-15,-20 0-10 16,-12 0-8-16,-1 0 1 16,-3 0-6-16,-4 0 4 15,-10-3-4-15,-7 1-1 0,-6 1 1 16,0-4-1-1,0-1-46-15,-6-2-137 0,-18-8-144 16,5 4-270-16,-4-1-272 16</inkml:trace>
  <inkml:trace contextRef="#ctx0" brushRef="#br0" timeOffset="47.7772">8864 13926 1986 0,'0'0'233'0,"0"0"-156"16,0 0 40-1,0 0-1-15,0 0 9 0,0 0 26 16,0 0 30-16,52 51-41 16,-13-30-47-16,3 0-39 15,4 2 13-15,2-3-16 16,3 2-12-16,-7-2-13 15,-5-2-16-15,-9-1 5 16,-12-2-9-16,-3-3 0 16,-12 1-6-16,-3 3 20 15,-12 3 22-15,-21 6 13 16,-12 6 8-16,-13 4-6 16,-6 5 12-16,-5 1-6 0,2 1-9 15,4-2-4 1,7-3-4-16,8-6-17 0,14-6-2 15,10-7 1-15,12-8-28 16,7-6 0-16,5-2 0 16,0-2 0-16,0 0 0 15,2 0 0-15,10 0-35 16,9 0-55-16,13 0-94 16,-4 1-158-16,-6 1-632 0</inkml:trace>
  <inkml:trace contextRef="#ctx0" brushRef="#br0" timeOffset="48.7772">11498 14056 1207 0,'0'0'280'0,"0"0"-207"16,0 0-3-16,0 0 115 15,-85 0 23-15,79 0-67 16,6 0-61-16,0 0-42 16,0 0-14-16,5 0-15 15,8 0-8-15,11 0 8 16,4 0-8-16,10-6-1 15,5-5-15-15,19-13-182 0,-8 3-173 16,-11-2-663-16</inkml:trace>
  <inkml:trace contextRef="#ctx0" brushRef="#br0" timeOffset="49.7772">11589 13886 1560 0,'0'0'182'0,"0"0"-136"16,0 0-38-16,0 0 3 16,0 0 34-16,0 0 5 0,0 0 19 15,94 60-15-15,-67-41-19 16,-10 10-7-16,-14 7-9 16,-6 10-12-16,-41 18-1 15,-51 31-6-15,5-14-232 16,-5-6-543-16</inkml:trace>
  <inkml:trace contextRef="#ctx0" brushRef="#br0" timeOffset="50.7772">6491 5949 1358 0,'0'0'166'0,"0"0"-125"0,0 0-33 16,0 0 0-1,0 0 18-15,0 0 61 0,163-15 7 16,-38 1-14-16,29-3-10 15,9-5-23-15,6-2-11 16,4 0-6-16,14-1-1 16,17 1-4-16,15-2-11 15,6 6 5-15,5-1-6 16,1 3-4-16,-8 4-4 16,-6 2-5-16,-8 0 0 15,-18 4 0-15,-21 4 1 16,-25 4-1-16,-41 0 1 15,-29 0-1-15,-27 2 8 16,-14 6-8-16,-1 3 14 16,1 2 17-16,-1 8 11 0,-7 7 16 15,-4 7 17 1,0 11 17-16,2 21-7 0,1 28-32 16,-1 29 6-16,3 12-1 15,-2 6 9-15,2 1 8 16,4 0 13-16,4 11 6 15,4 15 2-15,4 5-21 16,0 4-20-16,0 8-15 16,-1 1 2-16,-8 7 8 15,-7 8-10-15,-9 1 8 16,-11 1-10-16,-7-5-20 16,0-9 1-16,0 3 8 15,-9-4-7-15,1-7-7 0,2-6-7 16,4-11 8-16,2-8 2 15,0-7-1-15,9-7 9 16,6-5 2-16,-3-17-26 16,4-10 6-16,-4-13-5 15,-3-24 5-15,0-18-4 16,-6-15-1-16,0-10 5 16,0 1-6-16,0-6 1 15,0-3-1-15,-1-10 0 16,-2-10-19-16,0-3-26 15,0-3-53-15,-8-24-142 16,-6 1-366-16,-5 0-374 0</inkml:trace>
  <inkml:trace contextRef="#ctx0" brushRef="#br0" timeOffset="51.7772">10612 11021 2148 0,'0'0'375'15,"0"0"-280"-15,9 98-43 16,6-49 12-16,6 2 47 16,9-2 19-16,1-6 12 15,2-4-58-15,3-6-18 16,2-9-30-16,-2-6-11 0,0-13 0 15,0-5-1-15,3-15-6 16,2-17-4-16,9-23-13 16,14-30 8-16,10-31-8 15,5-10-1-15,-13 18-94 16,-15 20-179-16,-24 43-186 16,-16 17-304-16</inkml:trace>
  <inkml:trace contextRef="#ctx0" brushRef="#br0" timeOffset="52.7772">11515 10696 2273 0,'0'0'269'0,"0"0"-164"0,0 0-36 16,0 0 8-16,0 0-3 15,0 0-51-15,0 0-23 16,-9-12-17-16,-9-3-289 15,0-3-843-15</inkml:trace>
  <inkml:trace contextRef="#ctx0" brushRef="#br0" timeOffset="53.7772">6552 6936 1505 0,'0'0'326'16,"0"0"-163"-16,0 0-55 15,0 0-50-15,0 0-18 16,0 0-25-16,-12 97-5 15,12 2 163-15,0 19-5 16,0 3-67-16,0-3-35 16,3-8-10-16,3 13 0 15,3 15-7-15,-3 14 3 16,-3 15-4-16,-1 10-9 16,-2 7-9-16,0 5-5 15,0-4 2-15,-6 5-6 0,3-1-3 16,1-6-10-16,2 1-1 15,0-5-6-15,0-4 9 16,2-1-1-16,2-1-8 16,1-5 0-16,0-3-1 15,1-10 1-15,0-15 0 16,2-15 5-16,-2-13-5 16,3-14 0-16,-5-11 4 15,1-5-5-15,-1-4-8 16,-1-14 8-16,-1-11 0 0,-1-14 0 15,-1-3 1-15,0 3-2 16,0 3 2-16,0 3-1 16,0-9 2-16,0-8-1 15,3-8-1-15,0-6-1 16,3-7 1-16,-3-3 1 16,6-1 0-16,6-3 7 15,6 0 2-15,17 0-4 16,28-12 2-16,40-11-7 15,55-6 8-15,38-3-2 16,23 2 7-16,12 4 4 16,-1 5 4-16,11 1-1 15,7 0-2-15,3 0 7 0,-1-2 5 16,-8 1-16-16,-11 0 0 16,-21 2 6-16,-22 1-3 15,-30 5-3-15,-44 5-15 16,-39 2 6-16,-34 5-5 15,-25 1 0-15,-5 0 0 16,-7 0-1-16,0 0 1 16,-7 0 0-16,0 0 16 15,0 0-16-15,0 0 13 16,0 0-4-16,0 0-2 16,0 0-2-16,2 0-5 15,1 0 4-15,0 0-5 16,-3 0 0-16,3 0 6 15,-3 0-6-15,0 0-2 16,0 0-4-16,0 0-10 0,0 0-58 16,-6-4-89-16,-19-16-183 15,1 0-268-15,-1-7-475 0</inkml:trace>
  <inkml:trace contextRef="#ctx0" brushRef="#br0" timeOffset="54.7772">10062 11229 2167 0,'0'0'259'0,"0"0"-130"16,0 0-35-16,0 0 83 16,34 72 37-16,-1-35-55 0,9 5-39 15,10 3-38-15,4-2-37 16,4-1-12-16,-3-2-12 15,-8-6-9-15,-10-3 0 16,-12-6-12-16,-11-4 6 16,-11-3 0-16,-5 1-5 15,-11-2 0-15,-17 0 5 16,-14 2 2-16,-7 1-8 16,-5-4 0-16,-4 1 0 15,6 0 0-15,4-2-34 16,5 0-97-16,1 6-189 15,12-4-310-15,8-6-892 0</inkml:trace>
  <inkml:trace contextRef="#ctx0" brushRef="#br0" timeOffset="55.7772">10421 11913 2597 0,'0'0'295'15,"0"0"-98"-15,0 0-92 16,0 0-72-16,0 0-16 16,-82 17-17-16,58 0-111 15,-4 0-464-15</inkml:trace>
  <inkml:trace contextRef="#ctx0" brushRef="#br0" timeOffset="56.7772">20801 10456 1461 0,'0'0'207'0,"0"0"-144"15,0 0-52-15,0 0 20 16,0 0 83-16,0 0 48 0,84 3 5 15,-34 7-40-15,11-1-29 16,10 2-1-16,2-2-18 16,16 3-8-16,17-3-8 15,16 1-5-15,8-3-6 16,-3-1-12-16,-6-5 2 16,-9 2-7-16,1 0-8 15,-1 1-12-15,4 1-5 16,-2 2-1-16,-3 1-7 15,-3 1 5-15,-4 1 2 16,1-3-9-16,2-4 1 16,-4 1 6-16,-1-4-6 15,-1 0 8-15,-6 0-9 16,4-5 0-16,-2-3 0 16,-2 0 0-16,-4 2 1 0,-3-1 1 15,-3 0-1-15,-1 0 7 16,-13 0-2-16,-9 4 0 15,-13-2 6-15,-3 4-11 16,8-2 5-16,5 3 0 16,7-4-5-16,-2 1 11 15,-3 0-10-15,-4 0 8 16,-5 1 1-16,-7-3-4 16,-6 3 8-16,-8-3 0 15,-4 1 11-15,-5 0-1 16,-1-2-2-16,-2 1-1 15,0 1-2-15,0-2-1 0,-4-1-4 16,1 1-6-16,-1 0 1 16,0-3 2-16,0-2 2 15,1 2-4-15,-1-1-1 16,3-1-3-16,-2 0 3 16,1 2-9-16,-1-1 0 15,1 0 0-15,2-1 1 16,-2-2 0-16,0-1-1 15,3-4 7-15,-4-3-7 16,4-4 8-16,2-6-8 16,-1-7 13-16,4-8-11 0,8-18-1 15,9-22-1-15,6-16 0 16,-2 5-2-16,-12 18 2 16,-10 26-9-16,-11 14 8 15,1-3 1-15,1-4-2 16,-3-7 2-16,-2 2 0 15,-3 5 0-15,-2 3-17 16,0 6-16-16,-4 11-1 16,-1 6 5-16,0 7 15 15,0 4 12-15,0 7 1 16,0-3 1-16,0 5-1 16,0-1 0-16,0 1 0 15,0-2-5-15,-3 1 4 16,-6-1 1-16,-3 1-5 15,3-1 5-15,2-1 1 0,1-1-1 16,3 1 1 0,0 2 0-16,-2-2 0 0,2 2 1 15,0-1-1-15,-1-1 0 16,-2-1 0-16,-7 0 1 16,-4 0-1-16,-8 0-1 15,-8-1 1-15,-8 1-1 16,-6 0 0-16,-10 0 0 15,-19-2 0-15,-28-1 1 16,-35-2 0-16,-20 1-1 16,-9 1 0-16,1 0 1 15,11 1 1-15,-1 2 0 16,3-1 2-16,5 1-3 16,0 0-1-16,2 2-5 15,-1-1 5-15,4 2 1 0,1 1 1 16,5 0 0-16,8 0 1 15,9 0-2-15,6 0-2 16,8 5-4-16,7 0-10 16,16 0 5-16,17-1 11 15,17-1-1-15,0 0-1 16,-18 3 2-16,-1-2-1 16,-11 1 1-16,2 1 0 15,13-1 0-15,-6 1-2 16,9 0 1-16,5-2 0 15,3 2 0-15,6 0 0 0,2-1 0 16,4 3 1 0,2-2 0-16,-1 2-1 0,-1-2 1 15,-3 1 0 1,2 0 0-16,-1-4 0 0,1 2 1 16,1-1 0-16,-1-2-1 15,0 1-1-15,-3 0 1 16,-2 0 0-16,-3 0-6 15,-4 0 4-15,1 2 1 16,-1-1 0-16,4-2 0 16,6 1-5-16,7 0 5 15,10-2 0-15,8-1 0 0,8 1 1 16,8-1 0 0,2 0-1-16,2 3 1 0,0 1-2 15,0 2-10-15,0 8 5 16,5 3 5-16,3 7 1 15,3 7 0-15,0 7 0 16,0 9 1-16,0 6 13 16,0 15-5-16,-1 14-1 15,0 17 5-15,-2 8 0 16,-1-2 2-16,-4-9 7 16,0-7-5-16,-1 1 5 15,-1-4-11-15,4 0 2 16,2-6-3-16,3-15-1 15,-1-14 4-15,2-15-3 16,1-10-2-16,1 3 5 16,6 2-4-16,3-2 2 0,1-8 2 15,1-5-3-15,1-9 0 16,5-4 0-16,6-3 2 16,6 0-10-16,9-8 1 15,5-7-1-15,4-1 0 16,3 0-1-16,-2-2-12 15,-3 4-69-15,12-1-120 16,-15 3-129-16,-11 3-357 0</inkml:trace>
  <inkml:trace contextRef="#ctx0" brushRef="#br0" timeOffset="57.7772">21714 10889 2090 0,'0'0'225'16,"0"0"-166"-16,0 0-59 15,0 0-6-15,0 0-146 16,-124 36-689-16</inkml:trace>
  <inkml:trace contextRef="#ctx0" brushRef="#br0" timeOffset="58.7772">16972 6991 1270 0,'0'0'247'0,"0"0"-144"16,0 0-43-16,0 0-30 16,0 0 20-16,0 0 32 15,0 0 13-15,54 8 6 16,-18-4 2-16,11-1-4 15,6 0-15-15,7-1-10 16,4-2-6-16,5 3-7 16,12 0-16-16,17 3-17 15,15-1-4-15,7 1-2 16,-2-2 10-16,-3 0-4 16,-5-1-7-16,-1-3 0 15,0 2-8-15,-4-1-5 0,-4-1-7 16,-6 0 5-16,-15 0 6 15,-16 0-11-15,-15 0 11 16,-6 0-5-16,9-3 1 16,7-2 1-16,6 0 7 15,-1 1-4-15,-1-3-1 16,-3 3-1-16,-1-1 2 16,-2 3 3-16,-3 0-3 15,-2 2 0-15,-4 0-3 16,-1 0 6-16,-2 0-2 15,3 0 2-15,-2 0 8 0,3 0-1 16,0 0-5 0,-4 0-1-16,1 0-1 0,-2 0-3 15,-4 0 3-15,0 0 1 16,-2 0 7-16,-3 0-4 16,1 2 2-16,1-2 3 15,2 0 5-15,0 1 1 16,0-1-3-16,-1 0-5 15,-3 0-7-15,-4 0-2 16,-4 0 2-16,-7 0 3 16,-3 0-7-16,-5 0 7 15,-3 0-9-15,-3 0 4 16,-3 0 7-16,-1 0-14 16,-1 0 4-16,-1 0-2 15,0 0-2-15,0 0 0 0,0 0-5 16,0 0 0-16,0 0 7 15,0 0-8-15,0 0-1 16,-6 9-33-16,-10 6-236 16,-7 1-542-16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39:36.7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10238 2698 542 0,'0'0'53'16,"0"0"686"-16,0 0-501 15,0 0 29-15,0 0-29 16,-17 1-55-16,17-1-35 15,0 0-58-15,0 0-35 16,1 0-24-16,6 0-16 16,4 0-6-16,4 0 1 0,4 0-1 15,0-1-3 1,-1-2-6-16,-1 1 0 0,-2 1-9 16,-6 1-195-16,-6 0-128 15,-3 2-282-15,0 3-255 0</inkml:trace>
  <inkml:trace contextRef="#ctx0" brushRef="#br0" timeOffset="165.4462">10251 2778 1039 0,'0'0'220'16,"0"0"-31"-16,0 0-82 15,0 0 8-15,0 0-45 16,0 0-11-16,0 0-24 0,43-2-22 15,-20-9-13-15,-5 2-116 16,-3-1-400-16</inkml:trace>
  <inkml:trace contextRef="#ctx0" brushRef="#br0" timeOffset="425.0433">10333 2595 1031 0,'0'0'606'0,"0"0"-400"15,0 0-127-15,0 0 27 16,0 0 37-16,0 0-26 0,45 43 7 16,-31-27-29-1,-1 0-34-15,-3 1-11 0,-5 1-13 16,-4 0-15-16,-1 1-10 15,-9 2-3-15,-8 1-9 16,-17 10-112-16,4-7-223 16,-1-4-680-16</inkml:trace>
  <inkml:trace contextRef="#ctx0" brushRef="#br0" timeOffset="6849.6394">12643 3099 552 0,'0'0'1120'0,"0"0"-796"0,0 0-113 15,0 0-5-15,0 0-64 16,0 0-40-16,3-2-29 15,8 1-2-15,4 0 7 16,4 1-21-16,2-2-30 16,-1 1-17-16,2-1-8 15,-2-2-2-15,-2 1-30 16,0-5-146-16,-4 2-159 16,-6-2-394-16</inkml:trace>
  <inkml:trace contextRef="#ctx0" brushRef="#br0" timeOffset="7101.4323">12763 2992 1483 0,'0'0'503'0,"0"0"-222"16,0 0-98-16,0 0-47 16,0 0 23-16,0 0-26 15,0 0-15-15,18 39-49 16,-9-29-21-16,2 0-12 15,-2-2-14-15,1 0-7 16,-2 0-3-16,-3 0 11 16,-3-1 11-16,-2 3-2 15,-2 3-5-15,-11 2-7 0,-8 4-20 16,-29 14-19-16,2-4-351 16,-3-3-1254-16</inkml:trace>
  <inkml:trace contextRef="#ctx0" brushRef="#br0" timeOffset="8686.1955">10542 2897 1592 0,'0'0'302'0,"0"0"-118"0,0 0-91 15,0 0-9 1,0 0-5-16,0 0-30 0,33-6-26 15,-20 3-14 1,0-1-9-16,0 1-9 0,-1 2-105 16,-4 1-170-16,-3 0-445 0</inkml:trace>
  <inkml:trace contextRef="#ctx0" brushRef="#br0" timeOffset="8843.0615">10551 2989 950 0,'0'0'349'0,"0"0"-131"15,0 0-93-15,0 0-63 0,60-16-62 16,-31 9-27-16,-4 2-475 16</inkml:trace>
  <inkml:trace contextRef="#ctx0" brushRef="#br0" timeOffset="12343.4556">6736 3583 980 0,'0'0'249'0,"0"0"-69"0,0 0 17 16,0 0 2-16,0 0-53 16,0 0-30-16,0 0-31 15,-43-11 15-15,29 16-24 16,1 2-9-16,-1 2-14 16,1 1-17-16,1 3-2 15,1 2-15-15,1 5-4 16,-2 8 0-16,4 10-3 15,2 10 7-15,3 3 3 0,3 1-11 16,0-4 7-16,8-3-2 16,0-1-1-16,2 1-4 15,0 0 5-15,2 1-6 16,-1 1-9-16,1 0 10 16,-1-1-2-16,-1-1-3 15,0-2-5-15,-1 1 1 16,0-3 14-16,-3-5 8 15,0-8-5-15,-1-7-2 16,-1-1 5-16,2 3 2 16,1 3 0-16,0 2-12 15,1-1-3-15,0-2 0 16,0 0-3-16,1-2 3 0,-1-2-2 16,0 0 1-16,0-4-7 15,1 0 0-15,-2-2 10 16,1-2 8-16,0-3 1 15,-1-1-13-15,1-3 5 16,1 0 5-16,1-3-3 16,0 2 4-16,1-2-7 15,0 0-5-15,-1 1 0 16,0 0-5-16,1 1 5 16,-2 0-5-16,-1 0 0 15,0 1 0-15,-3-1 0 16,0-2 1-16,0 2-1 0,-3-2-1 15,2 1 2-15,-2-1-1 16,-1-1-1-16,-1 0-11 16,0-2-37-16,0 0-61 15,0 0-22-15,0-4-45 16,0-3-182-16,0-2-308 0</inkml:trace>
  <inkml:trace contextRef="#ctx0" brushRef="#br0" timeOffset="12709.4437">6969 4822 1729 0,'0'0'328'0,"0"0"-193"0,0 0 18 16,0 0 37-16,11 39 12 15,-4-23-70-15,1 1-14 16,0-1-42-16,1 2-30 15,1-1-17-15,-2-2-16 16,0 0-1-16,-1-2 3 16,-1-2-6-16,-3-2-7 15,-2-1 4-15,-1-2 1 16,0 0-1-16,-4-3-5 16,-5 0 5-16,-1 1-4 15,-3-3-1-15,-1 1 5 16,0-1-6-16,-1 1 2 15,2 0-2-15,1-1 1 16,2 1-1-16,2-1-23 16,3 1-34-16,1-1-53 15,2 0-33-15,2-1-58 0,0 0-187 16,0-2-424-16</inkml:trace>
  <inkml:trace contextRef="#ctx0" brushRef="#br0" timeOffset="12942.4872">7025 4991 1164 0,'0'0'1379'0,"0"0"-1188"16,0 0 25-16,0 0-8 0,0 0-47 15,0 0-99-15,0 0-41 16,-15 3-11-16,15-3-10 16,0 0-86-16,0 0-206 15,0 0-403-15</inkml:trace>
  <inkml:trace contextRef="#ctx0" brushRef="#br0" timeOffset="25111.1298">13455 4705 1121 0,'0'0'762'16,"0"0"-488"-16,0 0-33 15,0 0 31-15,0 0-36 16,0 0-93-16,-22 19-53 15,19 16 2-15,-1 13 4 16,2 2-25-16,1-8-32 16,1-11-16-16,0-11-4 15,0-3-7-15,0 1-3 16,0 1-7-16,0-1-2 16,0-4-10-16,-2-5-35 15,-2-4-12-15,-2-1-6 0,-1-4-7 16,-2 0-14-16,-1-2-15 15,0-6 39-15,1-2 29 16,1 1 22-16,2 0 9 16,1 2 1-16,2 3 23 15,2 4 22-15,1 0-7 16,0 4-12-16,4 7 31 16,4 3 10-16,1 4-14 15,3-1-8-15,0 1-13 16,2-2-6-16,1-1-15 15,0-3-5-15,1-2 1 16,0-3-7-16,-2-3 0 16,-1-3-1-16,-3-1-14 15,-1-4-2-15,-3-6-17 0,-1-4-12 16,-2-3 18-16,0 0 14 16,-3 0 13-16,0 2 0 15,0 3 0-15,0 5 2 16,0 2 7-16,0 5 4 15,-1 0-1-15,-2 10-6 16,-1 2 6-16,0 3-12 16,0 2 12-16,1-1-6 15,0-1-6-15,0-3 0 16,2-3-39-16,0-2-94 16,1-4-159-16,0-1-205 15,0-2-301-15</inkml:trace>
  <inkml:trace contextRef="#ctx0" brushRef="#br0" timeOffset="25240.3553">13604 5038 963 0,'0'0'1213'0,"0"0"-984"16,0 0-39-16,0 0-120 16,-48 33-70-16,27-13-177 15,-1 0-667-15</inkml:trace>
  <inkml:trace contextRef="#ctx0" brushRef="#br0" timeOffset="34973.6195">886 4890 345 0,'0'0'247'16,"0"0"-73"-16,0 0 10 15,0 0-1-15,0 0-2 16,0 0-17-16,-8-9-24 16,7 8 31-16,0 1-13 15,1 0-24-15,0-1-17 16,0 1-29-16,0 0-3 0,0 0-18 16,0 0-15-16,1-1-17 15,4 1-11-15,1-1 0 16,1 1-5-16,2 0 5 15,0 0 3-15,5 0-3 16,-1 0 2-16,1 0 6 16,1 0-7-16,0 0 1 15,1 0 3-15,-2 0 1 16,1 0 0-16,0 0 0 16,-1 0-5-16,-1-1-2 15,0 1-10-15,0 0 4 16,0 0-5-16,1 0-5 0,0 0 1 15,0 0-2 1,0 2 1-16,2 0 11 0,0 0 15 16,0 1-5-16,1-2 1 15,0 1-8-15,-1-2-6 16,-1 1-2-16,3 0-4 16,-2-1 3-16,-1 0-6 15,2 1 5-15,-2 0-10 16,-1 0 8-16,1-1-7 15,0 0 10-15,1 0-5 16,0 0 8-16,1 0-1 0,0 0-7 16,-1 0 1-1,0 0-1-15,2 0 1 0,-2 0 5 16,0 0-1 0,0 0-12-16,0 0 10 0,-2 0-9 15,-1 0 1-15,2 0 4 16,-1 0 0-16,0 0 4 15,2 0 7-15,1 0-16 16,-2 0 10-16,2 1-5 16,-1-1 3-16,1 0-2 15,-1 1-1-15,1-1 0 16,0 1 0-16,-1-1 2 16,1 0-2-16,-3 1-6 15,2-1 2-15,0 0-1 16,-2 0 5-16,2 0-5 0,0 0 5 15,0 0 3-15,-1 0 6 16,-1 0-7-16,-2 0-1 16,3 0-5-16,-3 0 4 15,0 0-5-15,1 0 8 16,0 0-8-16,-1-1 1 16,-1 1 4-16,1-1-5 15,-1 0 5-15,1 1 3 16,-1-1-9-16,1 1 1 15,-1-1 5-15,0 0 3 16,1 0-9-16,-1 1 0 16,1-1 1-16,1 1 5 15,-1-1 4-15,0 1-10 16,2 0 1-16,0-1 0 0,0 0 5 16,0 0 0-16,1 1-6 15,-1-2 6-15,0 1-5 16,-1-1-1-16,0 2 8 15,0-1 5-15,-2-1-1 16,1 1 3-16,-3 0-6 16,0 0 2-16,-1 0-4 15,-1 1 5-15,0-1-4 16,0 1-1-16,-1 0 1 16,-2-1-2-16,2 1 3 15,-3 0 0-15,1 0-8 0,-2 0 13 16,0-1-8-1,-1 1 1-15,0-1 1 0,0 1-7 16,-1 0 5-16,0 0-5 16,2 0 1-16,-2 0-1 15,0 0-1-15,0 0 0 16,-20 11-102-16,1 3-176 16,-5 0-592-16</inkml:trace>
  <inkml:trace contextRef="#ctx0" brushRef="#br0" timeOffset="37864.9486">711 6001 542 0,'0'0'244'0,"0"0"8"16,0 0-19-16,0 0-54 0,0 0-37 16,0 0 13-1,0 0-2-15,-14-10-15 0,12 10-12 16,2-1-9-16,0 1-9 15,0 0-47-15,0 0-25 16,0 0-10-16,0 0-11 16,0 0-1-16,0 0-7 15,0 0 3-15,0 0-2 16,7 0 2-16,0 0 13 16,2 0 11-16,1-1 3 15,0 0-6-15,1 0-4 16,-2 0-1-16,3 0-4 15,-4 0 6-15,1 0-13 16,0 1-3-16,-4 0-6 16,1-1-4-16,0 1 4 0,-2 0-5 15,-1 0 0 1,0 0-1-16,-2 1-47 0,-1 5-123 16,0 5-183-16,-4-1-255 15,-1-1-531-15</inkml:trace>
  <inkml:trace contextRef="#ctx0" brushRef="#br0" timeOffset="38173.5309">688 6102 1332 0,'0'0'290'16,"0"0"-27"-16,0 0-61 16,0 0-44-16,0 0-4 15,0 0-35-15,0 0-54 16,20 1-23-16,-10-1-8 16,1 0 3-16,1-2-4 15,0-1-3-15,-1-1-2 16,1 0-2-16,-1 0-13 15,-1 2-4-15,-1-1-9 16,0 3-16-16,-4 0-148 16,-2 5-438-16</inkml:trace>
  <inkml:trace contextRef="#ctx0" brushRef="#br0" timeOffset="41828.5424">2424 5997 185 0,'0'0'160'16,"0"0"-81"-16,0 0-25 15,0 0-17-15,0 0-4 16,0 0 9-16,0 0 46 16,0 0 18-16,0 0-5 15,0 0 1-15,0 0-11 16,0 0-1-16,0 0 11 0,0 0-6 16,0 0-10-16,0 0-2 15,0 0-4 1,0 0 23-16,0 0 19 0,0 0-20 15,0 0-14-15,0 0 2 16,0 0-7-16,0 0-8 16,0 0-4-16,0 0 5 15,0 0-11-15,0 0-13 16,0-1-8-16,0 1-12 16,1 0-7-16,0 0 4 15,2 0 4-15,2 0 3 16,-1 0 7-16,4 0 9 15,0 0 7-15,0 0 6 0,2 0-16 16,1 0-4 0,-2 0-4-16,0 0-7 0,-2 0-11 15,2 0-1-15,-2 0-3 16,-1 0 0-16,-1 0-9 16,-1 1 2-16,-1-1-4 15,-1 0 1-15,0 0-7 16,-2 0 6-16,0 0-6 15,0 0 5-15,0 0-6 16,0 0 2-16,0 0 5 16,0 0-7-16,1 1-72 15,4 2-176-15,-1 0-303 16,2 0-569-16</inkml:trace>
  <inkml:trace contextRef="#ctx0" brushRef="#br0" timeOffset="42519.8418">2857 5982 692 0,'0'0'306'0,"0"0"-52"0,0 0 18 15,0 0 4-15,0 0-35 16,0 0-40-16,0 0-21 15,-7 0-68-15,7 0-2 16,0 0-19-16,1 0-32 16,8 3 6-16,6 2 62 15,6 2 6-15,11-1-24 16,9 1-16-16,-1-1-14 16,-2-2-16-16,-8-1-7 15,-5-2-8-15,1 0-14 16,2 0-5-16,-3 0-2 15,-3-1-5-15,-2 0 1 16,-3 0-7-16,-2 0-1 16,-2 0-3-16,-3 0-4 15,-3 0 4-15,-1-1-3 0,-2-1-2 16,-1 1-1-16,-1 1-4 16,-1 0 4-16,-1 0-6 15,0 0 0-15,-1 0-28 16,-22 12-101-16,0 3-201 15,-6 3-628-15</inkml:trace>
  <inkml:trace contextRef="#ctx0" brushRef="#br0" timeOffset="44223.3548">3504 5470 1122 0,'0'0'251'16,"0"0"-62"-16,0 0 54 15,0 0-80-15,0 0-68 16,0 0 5-16,16 2 14 16,0 9 4-16,4 6-10 15,5 4-3-15,3 4 15 16,0 3-11-16,-1-1-6 16,-2 3-5-16,-5 0-31 15,-3-1-6-15,-6 0-7 16,-6 1-12-16,-5 0-6 15,-1-1 4-15,-11 0-4 16,-5 2-18-16,-12 2-4 16,1-2-8-16,-4 0 0 15,-3-1-6-15,3-8-6 0,-2 4-61 16,-18 2-132-16,12-7-274 16,0-5-597-16</inkml:trace>
  <inkml:trace contextRef="#ctx0" brushRef="#br0" timeOffset="47747.6772">1249 6531 705 0,'0'0'530'0,"0"0"-405"16,0 0-82-16,0 0-8 15,0 0-7-15,0 0-9 16,0 0-2-16,1-25 3 16,8 27-19-16,9 8 52 15,3 3 71-15,2 2 4 16,1 2 19-16,-3-2 9 0,-1-3-42 16,-2-2-43-16,0-4-1 15,-3-2-23-15,3-4-1 16,0-4 6-16,7-17-3 15,11-21 5-15,11-23-20 16,3-13-14-16,-1-4-9 16,-6 5 0-16,-9 12-8 15,-2 5-3-15,0 5-69 16,-4 9-11-16,-3 9-8 16,-8 9 20-16,-6 12 18 15,-3 3 11-15,0-1 14 16,0 0 13-16,-1 0 12 0,-2 4-1 15,0 2-12 1,-3 3-26-16,0 3 8 0,-2 1 5 16,0 0 4-16,1 1-6 15,-1 0-8-15,0 0-6 16,0 0-23-16,-1 8-49 16,-10 13-7-16,-13 21 27 15,1-3-71-15,-5 3-43 0</inkml:trace>
  <inkml:trace contextRef="#ctx0" brushRef="#br0" timeOffset="53302.9405">1517 3242 1061 0,'0'0'297'0,"0"0"-146"16,0 0-25-16,0 0 7 16,0 0 6-16,0 0-44 15,-2-3-48-15,8 2-13 16,3 1 9-16,5-1 39 16,4 1-11-16,4-2 25 15,4 0-7-15,3-1-14 16,2 0-17-16,2-1 3 15,1 0-14-15,1-1 0 16,1 0-10-16,0-1-4 16,-1 1-2-16,-1 0-4 15,-3 0-8-15,0 0-4 0,-3 1 0 16,2 0-6-16,0-1 5 16,-1 1-2-16,1 0-3 15,-1 1-2-15,0-1-1 16,-2 1 8-16,-2 1-8 15,-1 1-6-15,-1-1 1 16,0 1-1-16,-1-2 2 16,1 1 7-16,-2 0-3 15,1 1-5-15,-1-1 0 16,1 1 8-16,-1 0-9 16,0 0 2-16,0 1-1 15,-1 0 5-15,0 0-5 16,-2 0 8-16,1 0-8 0,-1 0 5 15,-1 0-5-15,1 0 8 16,-1 0 0-16,1 1 3 16,2 0 3-16,0 0 12 15,0-1-1-15,3 2-5 16,-2-2 4-16,0 0-2 16,-3 0-2-16,0 0-5 15,-4 0-1-15,-2 0-6 16,-3 0 6-16,0 0 3 15,-4 0 7-15,1 0 1 16,-1 0-4-16,-1 0-5 16,-1 0 2-16,1 0 4 15,-2 0-13-15,0 0 5 16,0 0-9-16,-1 0 0 16,-1 0-4-16,0 0-1 0,0 0 1 15,0 0-1 1,0 0 4-16,0 0-5 0,0 0-54 15,0 1-50-15,0 2-147 16,-4 6-67-16,-1-1-197 16,-1-1-293-16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40:39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2888 1382 1255 0,'0'0'241'0,"0"0"-123"16,0 0-8-16,0 0 28 16,0 0-21-16,0 0-43 15,7 0-22-15,-2-3-21 16,4-2-13-16,1 0-11 15,0-1-7-15,1 0-7 16,0-1-156-16,-2 2-195 0,-6 0-610 16</inkml:trace>
  <inkml:trace contextRef="#ctx0" brushRef="#br0" timeOffset="176.0291">2887 1493 1362 0,'0'0'325'0,"0"0"-176"15,0 0-17-15,0 0-38 16,0 0-53-16,40-23-41 0,-18 10-107 16,1 1-296-16</inkml:trace>
  <inkml:trace contextRef="#ctx0" brushRef="#br0" timeOffset="3300.3946">5108 2319 160 0,'0'0'1092'15,"0"0"-873"-15,0 0 8 16,0 0 25-16,0 0-50 16,0 0-29-16,0 0-89 15,-3-16-55-15,3 20-18 16,0 8-10-16,0 6 7 16,2 4 22-16,3 4 20 15,0 0-1-15,-2-2 0 16,0-2-7-16,0-2-11 15,-3-3-13-15,0-2-10 0,0-3-7 16,0-2-1 0,-6-2-5-16,-3-3-19 15,0-2-10-15,-2-2-18 0,-3-1 10 16,0-1-1-16,-1-6 28 16,1-3 14-16,1-1 1 15,3 1 2-15,2 1 22 16,3 3 16-16,2 1 4 15,3 4 0-15,0 1-24 16,0 0-19-16,7 7 1 16,3 3 10-16,4 2 13 15,2 2 10-15,3 0 6 16,1-1-5-16,1 0 10 16,0-2-14-16,-2-3-20 15,-1-2-6-15,-4-2-6 0,1-3-2 16,-5-1 2-1,-1 0 0-15,-2-5-1 0,0-4 0 16,-2-4-17-16,0-1-2 16,-2-1 0-16,-1 0 5 15,-1 1 7-15,-1 1 8 16,0 4 0-16,0 3 1 16,0 2 0-16,0 3 8 15,0 1-7-15,0 0-1 16,0 5-1-16,-2 4 0 15,-1 3 0-15,-1 3 1 0,0 0 0 16,0-2 0 0,1 1 0-16,-1-2-1 0,0-2 0 15,0 0-27-15,0-3-99 16,-4-1-75-16,1-2-178 16,0-3-417-16</inkml:trace>
  <inkml:trace contextRef="#ctx0" brushRef="#br0" timeOffset="3510.6345">5367 2507 1620 0,'0'0'482'16,"0"0"-232"-16,0 0-69 15,0 0-27-15,0 0-65 16,0 0-50-16,0 0-39 16,-27 25-70-16,10-14-486 0</inkml:trace>
  <inkml:trace contextRef="#ctx0" brushRef="#br0" timeOffset="9014.7835">10393 2240 1562 0,'0'0'479'0,"0"0"-398"0,0 0 28 15,0 0-1-15,0 0-32 16,0 0-32-16,-8-1-36 16,8 30 4-16,7 12 1 15,0 0 54-15,0-6-22 16,0-12-4-16,-2-9-24 15,2 1-12-15,0-1-5 16,0-1-18-16,0-5-75 0,-3-4-71 16,0-3-8-16,-3-1 82 15,1-8 27-15,-1-8 39 16,0-9 23-16,0-10 1 16,0 0 9-16,0 4 4 15,0 5 27-15,2 9 14 16,0 2 19-16,0 2-4 15,0 6 11-15,2 7-32 16,1 0-32-16,3 10 2 16,1 4 28-16,1 6-6 15,0 4-10-15,-3 1-14 16,-1 2-7-16,-3-1-9 16,-3-2-1-16,-1-3-13 0,0-3-33 15,-5-2-109-15,-4-2 28 16,-3-3-19-16,-3-2 22 15,-3-3 1-15,-3-1 24 16,-1-3 43-16,-2-2 34 16,2 0 23-16,1-4 14 15,4 0 56-15,4-1 78 16,6 3 38-16,4 2-46 16,3 0-90-16,1 1-35 15,7 7 3-15,5 2 12 16,2 1 4-16,3 0-12 15,4-2-13-15,1-1-2 16,2-4-1-16,-1-1-1 16,1-3-5-16,-2-2-8 15,-1-8-33-15,-2-3-8 0,-3-4-25 16,-3-5 6-16,-2-2 6 16,-5-1 38-16,-1 0 24 15,-3 3 2-15,-1 6 30 16,-1 7 38-16,-1 8 1 15,0 4-39-15,-1 20-31 16,-11 19 7-16,-10 22-3 16,-12 14-5-16,2-14-164 15,-2-9-657-15</inkml:trace>
  <inkml:trace contextRef="#ctx0" brushRef="#br0" timeOffset="14016.0802">9184 4047 1373 0,'0'0'620'0,"0"0"-413"16,0 0-25-16,0 0-22 0,0 0-17 16,0 0-33-16,13 0-27 15,0-3-9-15,6-2-32 16,1-1-15-16,3 0-16 15,3-2-5-15,1 1-6 16,1 0-6-16,0 1-133 16,4-2-118-16,-7 2-340 15,-9 1-549-15</inkml:trace>
  <inkml:trace contextRef="#ctx0" brushRef="#br0" timeOffset="14199.1963">9226 4139 1257 0,'0'0'685'16,"0"0"-465"-16,0 0-23 0,0 0-42 15,0 0 3-15,0 0-53 16,0 0-31-16,75-14-28 16,-21-2-46-16,2-3-11 15,-13 4-224-15,-17 2-748 0</inkml:trace>
  <inkml:trace contextRef="#ctx0" brushRef="#br0" timeOffset="17403.6018">3798 3999 1136 0,'0'0'637'0,"0"0"-454"15,0 0-73 1,0 0-43-16,0 0-33 15,0 0-22-15,32-50-3 0,-12 32-9 16,1 2 0-16,2 1-10 16,-3 3-8-16,1 5-107 15,-6 2-356-15,-6 3-587 0</inkml:trace>
  <inkml:trace contextRef="#ctx0" brushRef="#br0" timeOffset="17559.7243">3844 4057 798 0,'0'0'515'0,"0"0"-307"16,0 0 15-16,0 0-109 15,0 0-22-15,0 0 9 0,0 0-52 16,23-16-30 0,1-11-19-16,-4 3-139 0,-3 1-508 15</inkml:trace>
  <inkml:trace contextRef="#ctx0" brushRef="#br0" timeOffset="17790.3916">3885 3800 1614 0,'0'0'248'0,"0"0"-174"16,0 0-47-16,45-8 12 0,-22 6 4 15,2 2 1 1,-1 0 9-16,-3 7 0 0,-7 14 3 16,-12 19-10-16,-13 26 7 15,-23 18-19-15,-18 13-34 16,7-22-202-16,2-15-787 0</inkml:trace>
  <inkml:trace contextRef="#ctx0" brushRef="#br0" timeOffset="20635.9848">10378 4112 1521 0,'0'0'263'16,"0"0"-101"-16,0 0-61 15,0 0 35-15,0 0-20 16,0 0-76-16,41-15-16 16,-23 10 6-16,3 1 10 15,4-2-14-15,7-2-2 16,11-2-10-16,-3-1-3 15,-4 2-5-15,-5 1-6 0,-9 2 0 16,-1 1-32 0,-2 0-145-16,-7 3-210 0,-9 1-422 0</inkml:trace>
  <inkml:trace contextRef="#ctx0" brushRef="#br0" timeOffset="20848.2836">10468 4189 1363 0,'0'0'313'0,"0"0"-87"16,0 0-84-16,0 0 16 15,0 0-21-15,0 0 29 16,45 10-72-16,-11-20-48 0,9-6-17 16,-3 1-16-16,-3 0-4 15,-5 4-9-15,-11 4-9 16,-2 5-53-16,-3 2-309 15,-13 0-654-15</inkml:trace>
  <inkml:trace contextRef="#ctx0" brushRef="#br0" timeOffset="27969.1294">5504 6043 588 0,'0'0'830'0,"0"0"-597"0,0 0-36 15,0 0-42-15,0 0-39 16,0 0-58-16,-7-7-38 16,16 8-8-16,3 4 4 15,5 0 20-15,4 1 2 16,4 1 7-16,2 0 20 16,4 0-3-16,2 0-23 15,1 0-11-15,7 1-1 16,8 1-12-16,10-1 0 0,1-1 4 15,-1-1 2 1,-6-2 0-16,-4 0-6 0,-1 0-2 16,2-1 3-16,2-1 1 15,-1-1-5-15,0 1 1 16,-1-1-1-16,-1 1-10 16,2-1-2-16,-1 0 0 15,1 0 1-15,-1 0 5 16,-2 0-6-16,3 2 2 15,0 0-1-15,0 1 7 16,1 1 3-16,0 1-3 16,1-1-2-16,1 0-6 15,-1 1 0-15,2-2 7 16,-1 1-5-16,0-1-1 16,2 1 11-16,0-1-6 0,2 0-4 15,1-1 13-15,2-1-8 16,2 0-1-16,1-2-6 15,1 2 1-15,0-1 5 16,0 0 1-16,1 0 5 16,2-1-3-16,0 1 3 15,0 0 3-15,2 0-15 16,-1 0 9-16,0 0-1 16,-1 0-1-16,0 0-5 15,0 0-1-15,1-1 8 16,0 0 5-16,2 0-6 15,0 0-7-15,-2-1-1 16,0-1 7-16,-2 0-1 16,0 2 3-16,-1-1 2 15,-1 1 2-15,0 0 4 0,-1 0-17 16,-2-2 8-16,0 0 1 16,-1 0 0-16,-2 0 2 15,0-1-2-15,1 0 7 16,-3 1-2-16,2-1 4 15,-2 1 7-15,2-1-13 16,0 0 3-16,2 0-3 16,2 0-1-16,1-1-2 15,1-1 4-15,2 1-1 16,-1-2-3-16,0 2 9 0,0-3-12 16,-2 1 6-1,-1 1 2-15,-3-1 5 16,-4-1 2-16,-4 1-2 0,-3 0 5 15,-11 1-3-15,-8 2-1 16,-9-1-2-16,-5 2 1 16,1 0-4-16,-2 0-9 15,-2 0 2-15,-6 0-7 16,-4 1-1-16,-1 1 9 16,-2 0-8-16,0 0-1 15,-3 0-7-15,-10 0-56 16,-31 8-167-16,2 0-285 15,-7-1-388-15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50:43.0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5539 6862 580 0,'0'0'863'16,"0"0"-863"-16,0 0 323 0,0 0 124 15,-41-9-128 1,23 9-132-16,-3 5-70 0,-2 7 38 15,0 5-52-15,3 3-40 16,4 5-19-16,5 2-20 16,6 3-6-16,5-2-11 15,3 1-6-15,9-4 0 16,5-1-1-16,3-5 0 16,4-4-34-16,5-5-116 15,18-10-165-15,-7-6-36 16,-4-7-245-16</inkml:trace>
  <inkml:trace contextRef="#ctx0" brushRef="#br0" timeOffset="325.9482">5660 6884 1428 0,'0'0'243'16,"0"0"288"-16,0 0-363 15,0 0-40-15,-38 26-30 16,34-10-13-16,4 3-10 15,0 3-5-15,2 0-18 16,7-1-19-16,1-3-18 16,1-4-8-16,0-5 1 15,-2-6 10-15,-1-3-17 16,-2-3 8-16,0-10 0 16,-4-4 0-16,-2-4-8 15,0-2 16-15,-2-1-17 0,-6 4 9 16,-1 2-9-1,1 7 1-15,2 3 2 0,1 7-3 16,4 1-22-16,1 5-34 16,0 7-26-16,17 9-58 15,-2-3-116-15,1-1-361 0</inkml:trace>
  <inkml:trace contextRef="#ctx0" brushRef="#br0" timeOffset="661.4618">5765 6829 1744 0,'0'0'387'0,"0"0"-76"0,0 0-187 16,0 0-63-16,0 0 21 15,25 34 59-15,-10-13-4 16,-1 2-40-16,1 2-40 15,-1-1-21-15,-3-2-22 16,0-3-5-16,-4-6-3 16,-3-5-6-16,-1-4 1 15,-2-4 7-15,-1-2 2 16,0-10 37-16,0-7-25 16,0-5-11-16,0-4-2 0,0-2 0 15,0 1-9 1,4 2-17-16,1 7-26 0,2 4-58 15,6 8-129-15,0 4-266 16,-2 4-355-16</inkml:trace>
  <inkml:trace contextRef="#ctx0" brushRef="#br0" timeOffset="1473.472">5891 6850 508 0,'0'0'818'0,"0"0"-499"15,0 0-26-15,0 0-56 16,0 0-33-16,0 0-65 16,0 0-23-16,40-30-14 15,-23 30-29-15,3 9-21 16,-1 5 15-16,0 5 2 15,-4 4 6-15,-1 3-32 0,-4 0-11 16,-2 3-7-16,-2-3-14 16,-2-1-10-16,-1-3 7 15,-3-3-8-15,1-6-78 16,1-7-166-16,-1-4-282 16,1-2-306-16</inkml:trace>
  <inkml:trace contextRef="#ctx0" brushRef="#br0" timeOffset="1810.1125">6082 6819 1234 0,'0'0'895'0,"0"0"-620"0,0 0-142 16,0 0-35-16,0 0 93 15,14 48-18-15,-3-26-44 16,2 1-41-16,0-1-34 16,2-1-15-16,-2-3-17 15,-1-3-13-15,-3-5-3 16,-3-5-5-16,-3-3 5 16,-1-2 2-16,-1-6 19 15,1-9 13-15,-1-6-22 16,-1-10-10-16,0-1-8 15,-1 0 0-15,-4 2-31 16,3 9-50-16,0 5-46 16,2 8-104-16,7 5-348 0,0 3-636 0</inkml:trace>
  <inkml:trace contextRef="#ctx0" brushRef="#br0" timeOffset="2110.761">6399 6755 637 0,'0'0'1604'16,"0"0"-1073"-16,0 0-250 0,0 0-103 15,0 0-42-15,0 0-73 16,0 0-16-16,15 25-1 15,-3-4-5-15,1 4-14 16,0 3 16-16,-1 0 7 16,-1 2-25-16,-2-2-17 15,-2-2-7-15,-4-4-1 16,-2-4-45-16,-1-4-103 16,0-8-135-16,-6-4-365 15,-3-2-665-15</inkml:trace>
  <inkml:trace contextRef="#ctx0" brushRef="#br0" timeOffset="2336.9145">6323 6923 2038 0,'0'0'625'0,"0"0"-304"15,0 0-86-15,0 0-29 16,61-26-56-16,-18 8-60 15,8-5-36-15,-4 2-22 16,-9 4-23-16,-15 7-3 16,-10 3-6-16,0 1-6 15,1 2-51-15,3-1-137 16,-5 3-378-16,-5-2-773 0</inkml:trace>
  <inkml:trace contextRef="#ctx0" brushRef="#br0" timeOffset="3042.122">6790 6792 1164 0,'0'0'815'16,"0"0"-442"-16,0 0-20 0,0 0-67 15,0 0-107-15,0 0-99 16,0 0-50-16,-23 43 43 16,25-13-6-16,6 3-28 15,-1-1-27-15,-1-1-10 16,2-2-2-16,-2-5 0 15,-1-4-113-15,1-13-179 16,-3-6-335-16,-1-1-71 0</inkml:trace>
  <inkml:trace contextRef="#ctx0" brushRef="#br0" timeOffset="3244.9141">6752 6838 742 0,'0'0'548'0,"-4"-40"-180"15,4 20 13-15,1 0-96 0,10 5-113 16,4 4-77-16,3 4-34 15,3 5 11-15,0 2 16 16,-3 2-33-16,-2 10-10 16,-6 4-21-16,-5 3-3 15,-5 4-8-15,-2 2 7 16,-9 0-11-16,-1-2-9 16,0-2-5-16,6-4-110 15,5-7-151-15,1-5-488 0</inkml:trace>
  <inkml:trace contextRef="#ctx0" brushRef="#br0" timeOffset="3762.1561">7041 6732 1741 0,'0'0'507'0,"0"0"-202"15,0 0-96-15,0 0-33 16,0 0-58-16,-41 31-21 15,35-14-5-15,0 2-26 16,3 0-13-16,3-1-35 16,1-2-10-16,8-4-8 15,3-4-5-15,3-4-7 16,1-4-24-16,1-3 11 16,-1-7-2-16,-2-3-10 0,-2-2-23 15,0-3 21 1,-3 1 22-16,1-1 16 0,-2 2 1 15,0 2 0 1,-3 4 0-16,-2 4 20 0,-2 3 7 16,-1 3 16-16,0 0-16 15,0 9-15-15,1 2 2 16,1 5 11-16,1 2 8 16,2 3-5-16,1-3-1 15,3-1-19-15,0-3 6 16,2-5-14-16,-3-4 0 15,1-5 1-15,-2 0 11 16,-2-8-2-16,0-5 2 16,-2-5-6-16,-2-3-5 15,-1-3 0-15,0 0-1 0,-4 2-16 16,-5 4-6 0,1 4 4-16,-2 7-3 0,1 5-28 15,1 2-91-15,4 9-135 16,2 1-74-16,2 0-425 0</inkml:trace>
  <inkml:trace contextRef="#ctx0" brushRef="#br0" timeOffset="4032.5775">7290 6543 1986 0,'0'0'540'15,"0"0"-219"-15,0 0-185 16,0 0-56-16,4 36 49 16,6-5-15-16,3 11-36 15,2 11-41-15,1 2-19 16,-4-4-9-16,-1-11-9 15,-1-11-69-15,-2-9-383 16,-1-10-719-16</inkml:trace>
  <inkml:trace contextRef="#ctx0" brushRef="#br0" timeOffset="4213.6354">7446 6750 1803 0,'0'0'352'0,"0"0"-173"15,0 0-12-15,0 0 46 16,29 35-63-16,-21-19-55 16,-1 0-50-16,-1 0-22 15,-4-1-23-15,-2-4-125 16,0-4-256-16,0-5-546 0</inkml:trace>
  <inkml:trace contextRef="#ctx0" brushRef="#br0" timeOffset="4328.0063">7417 6640 1160 0,'0'0'192'0,"0"0"-145"0,0 0-47 15,51 8-100-15,-30-4-645 0</inkml:trace>
  <inkml:trace contextRef="#ctx0" brushRef="#br0" timeOffset="4662.1643">7611 6713 563 0,'0'0'1330'0,"0"0"-960"16,0 0-176-16,0 0-30 15,1 33 10-15,5-18-27 16,0 0-34-16,-1 1-35 16,-1 0-40-16,-2-1-20 15,0-3-9-15,-1-3-3 0,-1-4-6 16,0-5 1-16,0-4 8 15,0-12-9-15,3-7-1 16,2-3 0-16,3-2 0 16,2 4 1-16,0 5 0 15,0 7 0-15,1 8 0 16,0 4-8-16,1 3 8 16,0 8 6-16,3 4-5 15,0 2 5-15,1 2-5 16,2-3-1-16,1-3-18 0,0-4-238 15,5-9-116 1,-5-4-356-16,-5-8-409 0</inkml:trace>
  <inkml:trace contextRef="#ctx0" brushRef="#br0" timeOffset="5014.9036">7870 6673 816 0,'0'0'547'16,"0"0"-287"-16,0 0-86 15,0 0-124-15,0 0-27 16,0 0-14-16,0 0 0 15,-8 40-8-15,12-32-1 16,-1-2-38-16,-1-2-52 16,-2-4-59-16,0 0 79 15,0-5 70-15,-3-4 0 16,-2-3 133-16,2 2 118 16,0 0 56-16,1 4-44 0,1 2 43 15,1 3-74 1,0 1-109-16,2 5-81 0,7 8-23 15,4 6 32-15,3 8 19 16,2 12-1-16,-3-1-22 16,-4-4-17-16,-4-3 4 15,-6-5-10-15,-1 2-12 16,-2 3-12-16,-10-3 1 16,-5-1 0-16,-6-5-1 15,-3-3 0-15,-2-6-22 16,-6-13-50-16,8-1-251 15,5-12-781-15</inkml:trace>
  <inkml:trace contextRef="#ctx0" brushRef="#br0" timeOffset="5344.2795">8149 6664 1815 0,'0'0'677'16,"0"0"-344"-16,0 0-120 15,0 0-56-15,0 0-2 16,16 41-36-16,-5-18-34 15,3 3-8-15,1 3-34 16,1 0-16-16,-2-1-13 0,-2-4-5 16,-5-3-9-16,-2-5-2 15,-4-5-92-15,-1-9-74 16,-6-2-214-16,-3-4-589 0</inkml:trace>
  <inkml:trace contextRef="#ctx0" brushRef="#br0" timeOffset="5507.4113">8086 6819 1892 0,'0'0'670'0,"0"0"-381"16,0 0-129-16,48-32-21 0,-10 14-47 16,0 0-47-16,-1 4-24 15,11-1-21-15,-15 6-237 16,0 0-681-16</inkml:trace>
  <inkml:trace contextRef="#ctx0" brushRef="#br0" timeOffset="6111.0898">8703 6716 819 0,'0'0'1141'15,"0"0"-774"-15,0 0-16 16,0 0-68-16,0 0-91 15,0 0-117-15,0 0-48 16,-12 34 4-16,21-5 5 0,0 3-11 16,1 0-13-16,-1-2-4 15,-2-2-8-15,-1-6-29 16,-2-5-129-16,-4-7-207 16,0-7-200-16,0-3-256 0</inkml:trace>
  <inkml:trace contextRef="#ctx0" brushRef="#br0" timeOffset="6272.5149">8653 6744 1423 0,'0'0'354'15,"0"0"8"-15,0 0-139 0,17-46-67 16,2 32-51 0,7 0-46-16,4 1-19 0,1 0-21 15,1 5-17-15,-2 2-2 16,-2 6-136-16,-8 3-189 15,-9 5-417-15</inkml:trace>
  <inkml:trace contextRef="#ctx0" brushRef="#br0" timeOffset="6431.2976">8748 6818 1345 0,'0'0'349'15,"0"0"-64"-15,0 0-156 16,0 0-21-16,0 0-32 15,63-14-34-15,-33 3-35 16,4-2-7-16,11-4-182 0,-9 4-323 16,-7 0-386-16</inkml:trace>
  <inkml:trace contextRef="#ctx0" brushRef="#br0" timeOffset="6601.4546">9005 6723 1356 0,'0'0'606'0,"0"0"-291"15,0 0-75-15,0 0 18 16,-26 49-51-16,25-28-48 15,1 3-45-15,0 0-26 16,4 1-33-16,3-1-37 16,-1-2-4-16,1-4-14 15,-1-1-1-15,-1-7-41 16,-2-5-100-16,-1-8-199 16,0-6-232-16,-2-6-763 0</inkml:trace>
  <inkml:trace contextRef="#ctx0" brushRef="#br0" timeOffset="6767.4842">8966 6691 1467 0,'0'0'396'15,"0"0"-98"-15,0 0-171 16,0 0-29-16,54-43-40 16,-27 31-21-16,1 4-25 15,-1 2 0-15,-1 3-12 16,3 3-157-16,-8 1-187 15,-6 5-689-15</inkml:trace>
  <inkml:trace contextRef="#ctx0" brushRef="#br0" timeOffset="6923.8736">9041 6823 1169 0,'0'0'294'16,"0"0"-75"-16,0 0-125 15,38-11-7-15,-5 0-68 16,13-5-19-16,-6 2-192 16,-5 2-896-16</inkml:trace>
  <inkml:trace contextRef="#ctx0" brushRef="#br0" timeOffset="8786.6036">9311 6717 1167 0,'0'0'328'0,"0"0"-38"15,0 0-23-15,0 0-48 0,0 0-85 16,0 0-62-16,0 0-31 15,-12 4-12-15,11 3 14 16,0 2 4-16,0 2-17 16,1 3 15-16,0 1-14 15,0 1-8-15,1 1-9 16,1-1-8-16,0-1-5 16,0-1 0-16,0-3 0 15,-1-3 0-15,-1-3-1 16,1-3 1-16,-1-2 7 15,0 0-1-15,0-5 2 16,-1-7 0-16,-4-5 8 16,1-5-7-16,1-3 2 0,1-1-1 15,2 3-2-15,0 3-1 16,0 6-2-16,5 6 1 16,1 4-7-16,3 4-9 15,2 2 9-15,5 8 3 16,2 5 10-16,0 1-2 15,1 2-4-15,-3-4-5 16,-2-1 4-16,-4-6-6 16,-3-3 1-16,-4-3 0 15,-1-1 40-15,-2-5 81 0,0-8-41 16,0-5-55-16,0-3-16 16,-5-3-10-16,0 0-4 15,0 0-38-15,1 5-45 16,3 5-16-16,1 5-103 15,16 8-149-15,3 1-264 16,3 0-151-16</inkml:trace>
  <inkml:trace contextRef="#ctx0" brushRef="#br0" timeOffset="9243.2595">9595 6653 1627 0,'0'0'335'16,"0"0"-72"-16,0 0-194 0,0 0 41 16,0 0-22-16,-1 44-7 15,2-28-9-15,0 1-8 16,2-2-24-16,-2-2-20 16,1-4-13-16,-1-2 0 15,1-5-6-15,-2-2 1 16,2-5 19-16,-1-10 1 15,-1-6-21-15,2-4 6 16,0-3 1-16,2-2 22 16,0 4 8-16,1 6 9 15,1 5 4-15,1 7-17 16,0 8-12-16,3 0-2 16,1 10 13-16,4 3 3 0,2 3-6 15,2 1-6 1,0 1 10-16,0-4-13 0,-1-3-1 15,-3-5-8-15,-3-6 18 16,1-1-5-16,-1-11 24 16,1-7-11-16,1-11-11 15,0-11-11-15,-3 0-5 16,-4 5-10-16,-5 7-1 16,-2 15-42-16,-17 14-94 15,-3 0-321-15,-7 11-348 0</inkml:trace>
  <inkml:trace contextRef="#ctx0" brushRef="#br0" timeOffset="9813.919">6289 7564 1331 0,'0'0'257'15,"0"0"40"-15,0 0-53 16,0 0 5-16,0 0-89 16,0 0-72-16,50-3-30 15,38-4 114-15,32-4-9 16,32-6-30-16,22-7-21 15,11-4-1-15,22-4-18 16,21-8-29-16,23-7 11 16,23-6 17-16,18-4-28 0,12-1-11 15,2-1-38-15,-5 1 24 16,-17 4-32-16,-25 8 16 16,-32 10-14-16,-36 11 7 15,-43 10-8-15,-49 7 1 16,-41 4-9-16,-33 4-3 15,-23 0-39-15,-12 11-117 16,-29 6 25-16,-32 9-52 16,-25 6-318-16,13-6-204 15,7-4-993-15</inkml:trace>
  <inkml:trace contextRef="#ctx0" brushRef="#br0" timeOffset="10273.6926">7196 7732 1124 0,'0'0'325'0,"0"0"-94"16,0 0-133-16,0 0 89 15,0 0 56-15,43 11-2 0,17-11-19 16,43-14 12-16,34-11-23 16,31-11-34-16,20-11-41 15,10-5-48-15,20-7 2 16,14-3-9-16,8 1-16 15,1 4 14-15,-9 3-8 16,-14 7-40-16,-22 7-5 16,-24 6-14-16,-31 7 10 15,-32 6-17-15,-36 8-5 16,-30 4 0-16,-24 7 1 16,-14 1 5-16,-5 1-6 15,-1 0 0-15,-20 6-28 16,-22 11-59-16,-21 8-125 0,5-2-261 15,5-5-737-15</inkml:trace>
  <inkml:trace contextRef="#ctx0" brushRef="#br0" timeOffset="18613.6972">5847 7290 1262 0,'0'0'236'15,"0"0"-39"-15,0 0 4 16,0 0 6-16,0 0-55 15,0 0-96-15,8-14 0 0,19 26-1 16,14 4 8-16,9 2-22 16,6-1-14-16,-3-5 6 15,-5-6-17-15,-4-6-2 16,-6-3 0-16,-8-6-2 16,-8-2 5-16,-3-3-16 15,1-4 0-15,1-3 10 16,1-4-11-16,-3 1 0 15,-2 3 0-15,-1 4-1 16,1 5 1-16,1 4 1 0,4 5 13 16,8 3 5-16,10 5 24 15,12 8-7-15,4 3-2 16,-1-1-2-16,-2-3-14 16,-4-7 0-16,-1-4-7 15,-9-1-3-15,-8-3-7 16,-8-5 10-16,-2-2-10 15,3-4 10-15,1-3-10 16,2-2 6-16,-3 0-6 16,-2 3-1-16,-2 1 6 15,0 4-5-15,-1 4-1 16,1 3 1-16,2 4 11 16,2 0 6-16,9 3 15 0,11 5 12 15,12-1-11-15,4-1-11 16,-2-4-7-16,-7-2-7 15,-8 0-3-15,-6-7-5 16,-7-2 1-16,-7-1 4 16,-3-1-6-16,3-3-1 15,0-2 1-15,1 0 8 16,-5 2-7-16,-4 4 0 16,-2 5-1-16,-1 2 1 15,3 3 0-15,3 0 8 16,4 5 32-16,5 0 4 15,3-1-12-15,2-2-5 16,-1-2 5-16,0-1-5 16,-3-7-2-16,-3-5-5 15,-5-2-9-15,-6-2-5 0,-4 0-5 16,-7 1-2-16,-3 3-61 16,-22 9-169-16,-2 4-494 15,-8 0-832-15</inkml:trace>
  <inkml:trace contextRef="#ctx0" brushRef="#br0" timeOffset="19073.6751">6245 7833 1169 0,'0'0'373'0,"0"0"-8"15,0 0-42 1,0 0-70-16,-44-3-39 0,32 25-81 16,-1 16-42-16,1 17 13 15,3 4-12-15,7-2-15 16,2-15-35-16,4-15-18 15,7-7-5-15,3-5-8 16,7-1-11-16,12-3-1 16,12-9-84-16,10-14-156 15,-9-9-255-15,-12-6-376 0</inkml:trace>
  <inkml:trace contextRef="#ctx0" brushRef="#br0" timeOffset="19349.7296">6406 7894 1510 0,'0'0'357'0,"0"0"-53"16,-10 35-112-16,10-15-11 15,0 1-22-15,3 1-41 16,6-2-39-16,2-1-32 16,1-6-16-16,-1-4-8 15,1-5-10-15,-2-4-1 16,-3 0-3-16,-3-10 0 15,-3-4 1-15,-1-2-2 16,-1-4-8-16,-9 1 0 16,-2 1-19-16,0 3-20 15,-1 4-3-15,3 3 3 16,4 5-47-16,6 3-101 0,0 1-310 16,7 4-212-16</inkml:trace>
  <inkml:trace contextRef="#ctx0" brushRef="#br0" timeOffset="19673.4979">6471 7880 1972 0,'0'0'328'0,"0"0"-111"15,0 0-152-15,0 0 56 16,0 0 15-16,53 37-21 15,-33-17-6-15,-1 1-22 16,-3 0-45-16,-3 0-23 16,-2-2-8-16,-4-5-5 0,-3-3-5 15,-2-6 0-15,-2-5 5 16,0-1 8-16,-4-12-4 16,-3-5-9-16,-2-7 4 15,1-1-5-15,3-1-26 16,2 3-19-16,3 5-15 15,0 5-27-15,7 6-105 16,10 3-29-16,-3 4-169 16,0 1-421-16</inkml:trace>
  <inkml:trace contextRef="#ctx0" brushRef="#br0" timeOffset="19973.7006">6658 7794 1798 0,'0'0'376'16,"0"0"-131"-16,0 0-166 15,0 0 104-15,0 0 10 16,48 47-27-16,-29-28-50 16,1 2-39-16,-2-2-35 15,-2-3-23-15,-3-3-5 16,-4-5-13-16,-3-5 1 15,-3-3 5-15,-2-6 6 16,0-9 10-16,-1-6-13 0,0-5-8 16,0-3-2-16,-4 0-5 15,0 2-62-15,2 6-78 16,2 6-157-16,1 5-281 16,3 6-748-16</inkml:trace>
  <inkml:trace contextRef="#ctx0" brushRef="#br0" timeOffset="20115.6681">6911 7779 1984 0,'0'0'370'0,"0"0"-61"16,0 0-124-16,0 0-90 16,0 0-95-16,0 0-76 0,0 0-236 15,20 15-856-15</inkml:trace>
  <inkml:trace contextRef="#ctx0" brushRef="#br0" timeOffset="20372.3511">6603 8163 2259 0,'0'0'556'0,"0"0"-438"16,0 0 12-16,0 0-70 16,0 0 44-16,-5 53-29 0,11-30-11 15,2 2-22-15,1 0-24 16,2-1-8-16,0-1-4 16,3-4-6-16,12-4-79 15,-3-6-240-15,-2-7-513 0</inkml:trace>
  <inkml:trace contextRef="#ctx0" brushRef="#br0" timeOffset="20703.3308">6765 8142 1805 0,'0'0'244'15,"0"0"-13"-15,0 0-116 16,0 0 54-16,-5 48-63 15,5-31 7-15,1-1-20 0,2 0-44 16,-1-3-29-16,0-5-5 16,-1-4-8-16,3-4-7 15,-2-2 11-15,2-11-10 16,-1-5 4-16,1 0-4 16,0-1-1-16,1 3 0 15,1 5 0-15,0 5 6 16,2 3-5-16,1 3 7 15,4 3 7-15,1 6 12 16,2 2-7-16,-1 1-9 16,0 0-11-16,-2-2-2 0,0-2-143 15,-4-1-193-15,-3-6-456 16</inkml:trace>
  <inkml:trace contextRef="#ctx0" brushRef="#br0" timeOffset="21063.0625">6883 8123 484 0,'0'0'1000'0,"0"0"-877"16,0 0-43-16,0 0 14 15,0 0 21-15,0 0-65 16,39 9-29-16,-31-9-12 16,-3-1-7-16,-2-6 10 15,-3-1 23-15,0-3 55 0,0-1 47 16,-2 1 1-1,-1 3-2-15,1 3 35 0,2 4 19 16,0 1-93-16,2 6-61 16,8 10 7-16,3 5 25 15,8 11-4-15,4 8 5 16,4 7-18-16,-5-3-14 16,-6-10-8-16,-8-10-11 15,-7-6-8-15,-2 4-4 16,-1-1 6-16,-1 0-12 15,-7-6 6-15,-3-8-12 16,-2-7 6-16,-3-17-61 16,-4-21-125-16,4 1-295 15,5 1-265-15</inkml:trace>
  <inkml:trace contextRef="#ctx0" brushRef="#br0" timeOffset="21526.1501">7062 8100 1230 0,'0'0'572'16,"0"0"-492"-16,0 0 33 16,0 0 10-16,0 0-25 15,43 10-59-15,-33-10-19 16,-1 0-13-16,-3-6 2 16,-3-3 4-16,-2-2 9 15,-1-2 8-15,0-1 26 16,-4 1 23-16,-1 4 15 15,0 5 59-15,-1 4 28 16,1 2-57-16,0 9-78 0,0 6-26 16,4 3-5-16,1 1 7 15,3 0-4-15,6-3-9 16,4-3-8-16,1-5 7 16,-1-5-8-16,0-5 6 15,-2 0 0-15,-3-8-6 16,-2-5-18-16,-1-4-33 15,-2-2 0-15,0-2 0 16,-1-1 24-16,0 3 18 16,2 2 9-16,1 5 0 15,-1 3 2-15,2 4 4 0,-1 4-5 16,3 1 5 0,0 6 6-16,1 5 1 0,0 3-4 15,0 2 10-15,1 2-13 16,-2 1-5-16,3 4-1 15,-2-5-148-15,-3-5-598 0</inkml:trace>
  <inkml:trace contextRef="#ctx0" brushRef="#br0" timeOffset="21663.8231">7382 8028 2326 0,'0'0'316'0,"0"0"-53"16,0 0-137-1,0 0-126-15,0 0-8 0,0 0-253 16,42-40-736-16</inkml:trace>
  <inkml:trace contextRef="#ctx0" brushRef="#br0" timeOffset="32597.7383">8750 7728 1001 0,'0'0'516'15,"0"0"-191"-15,0 0 5 16,0 0-9-16,-41-25-31 16,24 25-103-16,-2 6-79 15,-4 10-20-15,-1 10-19 16,4 11 6-16,6 9-21 15,7-4-11-15,7-8-5 16,2-11-20-16,8-8-11 16,6-1-6-16,3 2-1 0,5-4-7 15,5-6-46-15,8-6-110 16,9-10-215-16,-9-5-125 16,-5-4-264-16</inkml:trace>
  <inkml:trace contextRef="#ctx0" brushRef="#br0" timeOffset="32897.7622">8885 7732 768 0,'0'0'866'15,"0"0"-537"-15,0 0-63 16,0 0-69-16,-42 37-16 16,39-17-44-16,3 4-10 0,0 0-31 15,6-1-23-15,5-2-24 16,2-5-16-16,0-5-18 15,-2-5-4-15,-3-4-5 16,-1-2 0-16,-4-5 10 16,-1-8 1-16,-2-4 2 15,0-5-18-15,-4-1-1 16,-4 1-5-16,-3 2-15 16,0 5-22-16,2 4-3 15,2 6-25-15,3 5-87 16,4 0-64-16,7 8-165 15,5 1-232-15,0-1-437 0</inkml:trace>
  <inkml:trace contextRef="#ctx0" brushRef="#br0" timeOffset="33253.4553">8980 7729 1654 0,'0'0'399'0,"0"0"-181"0,0 0-130 16,0 0 72-16,0 0-38 16,16 45-28-16,-10-29-20 15,-2 0-23-15,0-2-25 16,-1-2-9-16,-1-3-6 16,-2-4-4-16,0-4-6 15,0-1 36-15,0-9 32 16,-3-7-20-16,0-5-23 0,3-3-11 15,0 0-9-15,0 2-5 16,6 5 8-16,3 5-2 16,1 5 2-16,1 5 0 15,2 2 6-15,-1 2-6 16,2 8-3-16,-2 2 2 16,0 4-8-16,-2 0-15 15,2 9-151-15,-4-4-187 16,-2-4-548-16</inkml:trace>
  <inkml:trace contextRef="#ctx0" brushRef="#br0" timeOffset="33550.6128">9134 7637 1536 0,'0'0'381'16,"0"0"-202"-16,0 0 17 15,0 0 39-15,33 34-60 16,-23-19-30-16,0 0-25 16,-2-3-50-16,-1-1-25 15,-3-5-12-15,-1-2-11 16,-2-4 7-16,1 0 41 16,-1-10 26-16,1-4-56 15,-1-5-23-15,1-4-17 0,-2-2-6 16,0-1-34-1,0 1-47-15,0 6-37 0,-2 5-47 16,2 11-93-16,0 3-198 16,0 4-240-16</inkml:trace>
  <inkml:trace contextRef="#ctx0" brushRef="#br0" timeOffset="34874.8868">9386 7666 1232 0,'0'0'607'16,"0"0"-140"-16,0 0-197 15,0 0-50-15,0 0-72 16,0 0-10-16,-5 37 6 16,9-16-35-16,0 3-22 15,2-1-17-15,0 0-29 16,-1-3-17-16,1-4-14 0,-1-2-5 16,1-5-5-1,1-3-90-15,-2-4-192 0,0-2-647 0</inkml:trace>
  <inkml:trace contextRef="#ctx0" brushRef="#br0" timeOffset="35620.0012">9764 7523 1030 0,'0'0'292'0,"0"0"-36"16,0 0 47-16,0 0 29 16,-17-35-62-16,15 32-2 15,1 1-32-15,1 2-78 16,0 7-71-16,3 7-30 15,4 6 13-15,3 4-23 16,2 3-5-16,-2 0-23 16,0 0-5-16,-2-3-9 15,0-1-5-15,-2-3-9 16,-2-3-50-16,-3-1-53 16,-1-4-151-16,0 0-77 0,-6-5-265 15,-3-3-419-15</inkml:trace>
  <inkml:trace contextRef="#ctx0" brushRef="#br0" timeOffset="35871.6006">9685 7672 1877 0,'0'0'552'0,"0"0"-350"16,0 0-39-16,38-17 24 15,-16 8-78-15,4-1-61 0,1 0-24 16,-1-1-11-16,-1 2-13 16,-1 0-51-16,5-2-190 15,-6 3-270-15,-4 2-543 0</inkml:trace>
  <inkml:trace contextRef="#ctx0" brushRef="#br0" timeOffset="36201.8189">10333 7416 1430 0,'0'0'552'15,"0"0"-206"-15,0 0-40 16,0 0-55-16,-43-4-69 16,25 18-69-16,0 5-17 15,0 6-4-15,5 3-17 16,5 2-13-16,5 1-25 15,3-3-11-15,9-1-16 16,8-6 3-16,4-3-13 16,5-6-6-16,3-4-67 15,11-8-104-15,-6-4-339 0,-6-7-221 16</inkml:trace>
  <inkml:trace contextRef="#ctx0" brushRef="#br0" timeOffset="36503.7662">10478 7422 1527 0,'0'0'502'16,"0"0"-223"-16,0 0-44 15,-29 39-34-15,25-19-10 16,2 2-69-16,2-2-26 16,0 2-45-16,6-3-12 15,3-5-15-15,0-3-18 0,0-5 11 16,-1-4-11-1,0-2 3-15,-2-7 1 0,0-5 1 16,-2-6-11-16,-2-2-5 16,-2-2-35-16,0-1-23 15,-6 1-11-15,-6 5-51 16,1 4 14-16,-1 6-4 16,2 5 3-16,3 2-93 15,5 7-87-15,2 2-292 16,0 0-366-16</inkml:trace>
  <inkml:trace contextRef="#ctx0" brushRef="#br0" timeOffset="36892.7295">10567 7434 1502 0,'0'0'527'0,"0"0"-222"16,0 0-156-16,0 0-39 15,0 0 33-15,0 0-52 16,28 43 22-16,-19-26-39 16,0 0-22-16,-2 0-16 15,-1-2-20-15,-2-2-8 16,-1-3-7-16,-3-6 8 16,0-2-7-16,0-2 16 15,0-13 12-15,-3-6-14 16,-1-4-4-16,1-4 0 15,1 1-4-15,2 3-7 16,0 5 23-16,6 5-10 0,1 7-13 16,3 3 0-16,1 3 10 15,1 3 1-15,4 6 4 16,0 3-8-16,0 1 4 16,-1 3-11-16,-3-1-1 15,-1 1 0-15,-5 1-76 16,-4 3-210-16,-2-5-308 15,0-6-879-15</inkml:trace>
  <inkml:trace contextRef="#ctx0" brushRef="#br0" timeOffset="38131.0815">10778 7294 713 0,'0'0'730'16,"0"0"-369"-16,0 0 7 0,0 0-138 15,0 0-109-15,0 0 7 16,0 0 59-16,25 49-18 16,-8-23-66-16,0-1-31 15,-1-3-17-15,-2-4-23 16,-1-6-19-16,-4-4-2 15,-4-5-4-15,-1-3 14 16,-2-6 21-16,-1-9-5 16,-1-5-8-16,0-7-19 15,-2-2-10-15,-4-1-5 16,0-1-40-16,0 5-31 16,2 5-21-16,2 7-58 0,2 8-69 15,4 6-127 1,4 9-262-16,0 1-216 0</inkml:trace>
  <inkml:trace contextRef="#ctx0" brushRef="#br0" timeOffset="38513.6115">10997 7362 1761 0,'0'0'504'0,"0"0"-313"16,0 0-78-16,0 0 28 16,0 0-18-16,49-26-34 15,-35 26-8-15,-2 0-20 0,-2 6 4 16,-4 3-11-16,-2 2-8 16,-3 4 2-16,-1 2 0 15,-1 0-18-15,-6 2 3 16,0 0 3-16,0-3 1 15,0 0-2-15,2-4 8 16,2-6-5-16,0-1 4 16,3-5-2-16,0 0 7 15,0 0-5-15,3 0-11 16,6-6-8-16,4-2 14 16,3-2-31-16,0 0 9 15,0 0-15-15,-1 2-54 16,2 1-113-16,-3 2-174 15,-1 1-741-15</inkml:trace>
  <inkml:trace contextRef="#ctx0" brushRef="#br0" timeOffset="38893.9384">11483 7337 611 0,'0'0'1307'0,"0"0"-825"0,0 0-176 16,0 0-86-16,0 0-44 15,0 0-89-15,0 0-18 16,47-7-9-16,-21 3-23 16,1-2-22-16,-1 1-6 15,-3 0-9-15,-5 1-62 16,-7-1-150-16,-4 2-366 15,-7 0-281-15</inkml:trace>
  <inkml:trace contextRef="#ctx0" brushRef="#br0" timeOffset="39114.8425">11437 7246 2009 0,'0'0'327'15,"0"0"-22"-15,12 43 11 16,2-18-58-16,0 3-95 16,2 1-61-16,-1 2-44 15,-2-2-38-15,-1-1-14 16,-2-2-6-16,1-5-1 0,-1-3-79 16,6-9-150-16,-3-5-487 15,0-4-1051-15</inkml:trace>
  <inkml:trace contextRef="#ctx0" brushRef="#br0" timeOffset="39442.8756">11858 7267 1662 0,'0'0'356'15,"0"0"-59"-15,0 0-175 16,0 0-76-16,0 0-46 16,0 0-37-16,0 0-197 15,49-2-423-15</inkml:trace>
  <inkml:trace contextRef="#ctx0" brushRef="#br0" timeOffset="39605.9409">12090 7220 1679 0,'0'0'495'16,"0"0"-218"-16,0 0-140 15,0 0-81-15,0 0-29 16,48-9-27-16,-10 3-135 16,-4-1-354-16,-3 1-679 0</inkml:trace>
  <inkml:trace contextRef="#ctx0" brushRef="#br0" timeOffset="39763.1377">12420 7180 1476 0,'0'0'643'16,"0"0"-347"-16,0 0-95 16,0 0-96-16,0 0-58 15,0 0-47-15,0 0-93 16,46-7-430-16,-27 1-690 0</inkml:trace>
  <inkml:trace contextRef="#ctx0" brushRef="#br0" timeOffset="39907.0372">12646 7109 1721 0,'0'0'265'0,"0"0"51"16,0 0-190-16,0 0-126 0,0 0-53 15,0 0-184-15,0 0-551 0</inkml:trace>
  <inkml:trace contextRef="#ctx0" brushRef="#br0" timeOffset="40159.8035">12805 6877 1046 0,'0'0'999'16,"0"0"-629"-16,-50 41-36 16,28-10-46-16,6 0-80 15,5 2-94-15,6 1-21 0,5-4-35 16,5 2-17-16,10-2-31 16,5-5 1-16,5-3-4 15,4-7-6-15,3-5-1 16,1-8-61-16,1-2-107 15,6-21-178-15,-9 1-418 16,-7-5-758-16</inkml:trace>
  <inkml:trace contextRef="#ctx0" brushRef="#br0" timeOffset="40438.1225">13018 6964 1395 0,'0'0'534'0,"0"0"-146"15,0 0-104-15,0 0-111 16,-50 2-41-16,39 11-18 0,0 5 6 15,2 2-30-15,4 3-30 16,4 0-26-16,1-1-13 16,6-3-15-16,5-5 3 15,4-4-8-15,0-6 13 16,1-4-13-16,-1 0-1 16,-1-7-32-16,-5-5 1 15,-1-3 10-15,-5-4-2 16,-3 0 1-16,0-2-5 15,-8 1-39-15,-1 2-12 16,-1 6-42-16,2 5-35 16,3 7-28-16,2 0-141 0,3 2-368 15</inkml:trace>
  <inkml:trace contextRef="#ctx0" brushRef="#br0" timeOffset="40811.6712">13135 6931 1750 0,'0'0'327'15,"0"0"-16"-15,0 0-112 16,0 0-85-16,0 0-27 16,0 0-30-16,0 0 4 15,17 39-10-15,-16-24-27 0,-1-1-5 16,0-2-5-1,0-3-13-15,0-4 1 0,0-4 11 16,0-1 8-16,0-9 39 16,0-7-9-16,2-3-23 15,3-3-11-15,2 1-2 16,3 3-8-16,0 4 1 16,1 7 4-16,0 5 0 15,1 2-2-15,1 4-1 16,2 6 2-16,0 4-4 15,2 0-7-15,-2 2 0 16,-1 0-1-16,-3-1-46 16,-3-2-231-16,-4-3-382 15,-1-6-873-15</inkml:trace>
  <inkml:trace contextRef="#ctx0" brushRef="#br0" timeOffset="41112.0318">13333 6792 1577 0,'0'0'499'16,"0"0"-239"-16,0 0-117 16,0 0 17-16,0 0 37 15,13 51-23-15,-2-28-38 16,1 1-54-16,-2 0-13 16,-1-3-39-16,-2-3-17 15,-1-5-7-15,-2-6-4 16,1-6 8-16,0-2 11 15,0-13 6-15,0-5-9 16,2-13-18-16,-1-11 2 0,-2-13-2 16,0-5-14-16,0 11-30 15,0 14-36-15,0 19-84 16,-1 10 9-16,2 4-50 16,3 7-140-16,-1 7-239 15,1 4-233-15</inkml:trace>
  <inkml:trace contextRef="#ctx0" brushRef="#br0" timeOffset="41525.7489">13603 6913 1465 0,'0'0'342'0,"0"0"-118"16,0 0 31-16,7 39 6 16,-2-20-100-16,-1 3-76 15,-2 1-25-15,-1-1-30 16,-1-2-8-16,0-4-15 16,0-4-7-16,-2-7 9 15,0-5-8-15,0-4 32 0,1-12-16 16,1-12 4-1,0-1 21-15,6-2 13 16,4 0-9-16,2 10-19 16,1 1 26-16,2 8 2 15,-1 7-14-15,2 5-7 0,2 1 2 16,1 11 1-16,2 5-2 16,-3 4-8-16,-1 2-14 15,-5 1-13-15,-6 1 0 16,-4-1-9-16,-2 2-107 15,0-6-232-15,0-7-659 0</inkml:trace>
  <inkml:trace contextRef="#ctx0" brushRef="#br0" timeOffset="41893.5962">14082 6831 773 0,'0'0'1477'0,"0"0"-981"16,0 0-171-16,0 0-112 0,0 0-56 15,0 0-34-15,38 2-34 16,-16-2-35-16,0 0-30 16,0 0-11-16,-1 0-13 15,-3-2-12-15,-5-2-90 16,-5-6-121-16,-6 1-471 15,-2-4-707-15</inkml:trace>
  <inkml:trace contextRef="#ctx0" brushRef="#br0" timeOffset="42088.9195">14133 6695 1704 0,'0'0'477'0,"0"0"-134"0,-1 60-6 16,9-19-47-16,9 10-92 15,3 1-35-15,2-4-46 16,-2-6-64-16,-5-11-41 16,-5-5-11-16,-2-9-1 15,-2-2-73-15,7-6-124 16,-2-1-448-16,1-8-1091 0</inkml:trace>
  <inkml:trace contextRef="#ctx0" brushRef="#br0" timeOffset="42501.2561">14606 6629 975 0,'0'0'1180'0,"0"0"-831"16,0 0 127-16,0 0-296 15,0 0-63-15,0 0-29 16,3 35 24-16,6-11-22 16,0 3-22-16,1 1-25 15,0 0-23-15,-2-2-10 16,0-2-8-16,-3-4-2 16,0-5-44-16,-4-4-86 15,-1-7-126-15,-1-4-290 16,-5 0-410-16</inkml:trace>
  <inkml:trace contextRef="#ctx0" brushRef="#br0" timeOffset="42678.7278">14640 6570 1367 0,'0'0'641'0,"0"0"-363"15,0 0-96-15,0 0-88 16,55-34-35-16,-32 28-35 15,1 4-16-15,-2 2-8 16,-2 0-105-16,-7 6-239 16,-6 1-554-16</inkml:trace>
  <inkml:trace contextRef="#ctx0" brushRef="#br0" timeOffset="42841.9995">14590 6758 1627 0,'0'0'260'0,"0"0"-42"16,38-5-98-16,5-3-68 15,11-2-52-15,2-3-57 16,-15 4-492-16,-15 1-674 0</inkml:trace>
  <inkml:trace contextRef="#ctx0" brushRef="#br0" timeOffset="43048.975">14933 6609 1751 0,'0'0'369'16,"0"0"143"-16,0 0-285 0,0 0-31 15,0 0-63-15,0 0 11 16,-1 47-38-16,2-23-20 16,5 2-20-16,2 0-30 15,-2 0-23-15,0-3-5 16,-2-2-8-16,-1-4-5 15,-2-5-85-15,-1-3-70 16,0-9-174-16,-7 0-189 16,0-7-601-16</inkml:trace>
  <inkml:trace contextRef="#ctx0" brushRef="#br0" timeOffset="43229.9506">14916 6585 1681 0,'0'0'403'0,"0"0"-52"16,0 0-174-16,0 0-73 16,48-24-46-16,-25 19-30 15,0 3-19-15,0 1-9 16,-3 1-68-16,-3 2-111 16,-5 4-325-16,-5-2-458 0</inkml:trace>
  <inkml:trace contextRef="#ctx0" brushRef="#br0" timeOffset="43382.371">14911 6667 939 0,'0'0'759'0,"0"0"-583"0,0 0 7 16,0 0-60-1,76-7-72-15,-20 0-51 0,-5 2-269 16,-12 0-614-16</inkml:trace>
  <inkml:trace contextRef="#ctx0" brushRef="#br0" timeOffset="43821.9478">15245 6598 950 0,'0'0'830'16,"0"0"-605"-16,0 0 68 15,0 0-70-15,-33 48-55 16,29-32-38-16,0 2-20 15,1-1-47-15,1-1-33 16,0-2-9-16,-1-3-11 0,1-3-10 16,0-4-17-16,0-4-51 15,2-3 17-15,-1-9-25 16,1-6 16-16,0-6 26 16,0-1 29-16,3-3 5 15,4 3 6-15,0 4 1 16,0 6 2-16,2 6 13 15,-2 8-4-15,0 2-3 16,2 10 24-16,2 6 21 16,-1 1-8-16,2 2-8 15,0 0-3-15,0-3-17 16,-1-5-4-16,0-2 4 16,-1-5-6-16,-1-5 4 0,1-2 1 15,-1-8 1-15,-1-5-18 16,-1-2 4-16,-1-5-10 15,-4-2 0-15,-2-3-21 16,0 0-45-16,0 3-70 16,0 6-75-16,0 12-33 15,2 6-415-15,3 2-105 0</inkml:trace>
  <inkml:trace contextRef="#ctx0" brushRef="#br0" timeOffset="44289.9001">15521 6537 1363 0,'0'0'345'0,"0"0"150"0,0 0-345 16,0 0-76-16,0 0 21 16,0 0-13-16,-16 45-17 15,13-31-29-15,-1 1-26 16,0-2-8-16,-1-3 5 15,0-4-7-15,2-3-16 16,1-3-2-16,2-3-16 16,0-9-38-16,0-4 40 15,5-3 17-15,1-2 15 16,1-1 1-16,1 3 1 16,0 5 14-16,-2 7 17 0,1 5-6 15,0 3 11-15,0 10 11 16,1 5 11-16,1 1 3 15,-1 1-5-15,1-2 11 16,1-3-21-16,-1-4-8 16,1-3 3-16,0-6 5 15,2 0 12-15,0-7 3 16,2-6-24-16,1-5-21 16,0-5-4-16,2-8-4 15,-4 1-4-15,-2-1 3 16,-3 3-9-16,-6 10-15 15,-2 6-50-15,-27 12-147 16,-2 10-300-16,-9 5-580 0</inkml:trace>
  <inkml:trace contextRef="#ctx0" brushRef="#br0" timeOffset="45775.5269">8697 8186 1018 0,'0'0'512'15,"0"0"-260"-15,0 0 25 16,0 0-105-16,0 0-28 16,54-7-14-16,4 32 28 15,12 3 6-15,5-1-58 16,-4-5-50-16,-3-8-17 16,1-7 1-16,2-7-18 15,0-8-7-15,0-12 3 16,-1-8-15-16,-1-7 3 15,-1-6 2-15,-2-6 1 16,-1-4-9-16,0-1 7 16,3 6 0-16,3 6-6 15,3 11 4-15,3 8-5 0,0 10 0 16,-1 8 0-16,4 3 0 16,1 11 0-16,3 5 6 15,2 4 9-15,-2 2-9 16,3 1-6-16,2-4 0 15,1-4 1-15,7-8 0 16,3-7 8-16,3-9-9 16,4-12 0-16,0-7 0 15,-2-4-1-15,-3-2 0 16,-6 0-1-16,-5 2-10 16,-2 4 0-16,-4 5 12 15,1 5 1-15,3 5 0 16,1 3 9-16,3 5-10 0,4 4 0 15,3 1 12-15,2 2 0 16,5 5-5-16,1 1 10 16,2 0-16-16,2-4 0 15,0-3 0-15,1-1 0 16,-1-6 9-16,-2-7-10 16,-2-4-5-16,-5-4 5 15,-5-2-1-15,-5-5 1 16,-6-3 0-16,-5-2-13 15,-5 3-8-15,-2 2 13 16,-3 7 8-16,-3 4 6 16,-2 4-4-16,-4 4 4 15,-1 4-6-15,-2 5 1 0,-1 0 0 16,1 2 17 0,1 3-4-16,1 0-5 0,3-3 3 15,2-1 3-15,1-1 3 16,1-3-5-16,2-5-5 15,-2-5 2-15,-1-2-3 16,-3-4-5-16,-6-3 4 16,-3-1 0-16,-4 0 6 15,-4 1-11-15,-1 4 1 16,-1 0-1-16,-1 2-1 16,1 2 1-16,0-1 20 15,-1 1-1-15,-1-1 8 16,-10-2 4-16,-12-2-1 15,-10-1 7-15,-11-3-10 0,2-4 5 16,-3-5-9-16,0-6-7 16,0-4 1-16,0 3-2 15,0 9-10-15,0 10 9 16,0 9-14-16,0 2-1 16,0 2-1-16,0 1-12 15,0 4-17-15,0 0-44 16,0 2-50-16,0 0-117 15,0 3-355-15,0 0-438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41:22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8646 3552 677 0,'0'0'781'16,"0"0"-589"-16,0 0-6 15,0 0-103-15,0 0 14 16,0 0-18-16,7-3-26 15,7 4 40-15,6 2-1 16,6 0 9-16,10-1-26 16,10 1 1-16,9 0-12 15,4-1-16-15,-2 0-6 16,-2 0 7-16,-3-1-1 16,2 0-9-16,0-1-8 0,-2 2-6 15,0-2-11-15,-1 0-2 16,1 1 0-16,-1-1 0 15,-1 1-3-15,-1 0 1 16,-1-1 1-16,1 0-2 16,-1 0-3-16,-2 0 1 15,-2 0 2-15,-2 1-7 16,-1 1 6-16,-1 0-7 16,1 0 0-16,2-1 1 15,3 0-1-15,0 0 7 16,0-1-8-16,2 0 0 0,1 0 2 15,2 0-1 1,0-1-1-16,0 0 6 0,1-1-5 16,0-1 9-16,0 0-10 15,2 1-1-15,-2-2 0 16,1 1 1-16,-2-1 0 16,-1 1 0-16,2 0 1 15,1-1 0-15,0 0 0 16,2 1 9-16,2 0-9 15,3 0 0-15,0-2 5 16,2 2-5-16,1 0 7 16,2-1-2-16,1 0-5 15,1 1 5-15,-1-1-4 0,1 1 9 16,1-1-10-16,-2 0-1 16,-2 0 1-16,0 1 0 15,0-1 0-15,1 1 1 16,1 0 4-16,0-2-5 15,-1 1 13-15,-1 0-14 16,-2 0 0-16,0 1 0 16,-3 2 1-16,-2-1 17 15,0 1 3-15,-1 1-4 16,1-3-1-16,-1 1 17 16,2 0-12-16,0 1-7 15,2 0 2-15,0-2-3 0,1 2 1 16,2-1 1-16,1 1-3 15,1-2 3-15,0 1 1 16,-2 0 13-16,1 0-16 16,-1 0 8-16,1 0-4 15,-2 0-5-15,-1 0 13 16,-3 0-2-16,-4 0-4 16,-5 0 4-16,-10 0-4 15,-11 1 1-15,-8 0-4 16,-5 0-5-16,-3 0-2 15,-2 0-4-15,-2 0-4 16,-5 1 4-16,-3 0-5 16,0 0 0-16,-5 0-37 15,-17 0-86-15,-34 0-162 16,1 2-303-16,-6 1-363 0</inkml:trace>
  <inkml:trace contextRef="#ctx0" brushRef="#br0" timeOffset="3753.6017">1818 4099 375 0,'0'0'166'15,"0"0"-3"-15,0 0 56 16,0 0 33-16,0 0-26 16,0 0-49-16,0 0 5 15,-26-24-13-15,23 22-16 16,3 0-33-16,-1 2-57 16,1-1-35-16,0 1-17 15,7 0-10-15,3 0-1 0,7 0 1 16,3 1 20-16,5 2 10 15,2-1 21-15,1 1 4 16,2-1-5-16,0-1-11 16,0 0-12-16,0-1-13 15,0 0 7-15,1 0 25 16,0 0-15-16,0 0-5 16,1 0-9-16,1-1 9 15,-1-2-2-15,2-1-4 16,-1 1 3-16,7-2-1 15,-4 1-1-15,0 1 0 16,1 0 2-16,-7 1 0 16,4-1-1-16,-1 0-8 0,-3 1 1 15,0-1-1 1,-1 2-6-16,-1-1 4 0,1 0-1 16,0 0 9-16,1 1 3 15,-1-1-6-15,-1-1-9 16,1 1-9-16,-1 0 0 15,1 0 9-15,4 0 16 16,-1 0-4-16,1 0-7 16,0 0-4-16,0-1 4 15,-3 2-5-15,0 0 3 16,-1 0-2-16,0 0 2 16,0 1-3-16,0 0-3 15,0 0 0-15,2 0-4 16,-2 0 10-16,0 0 0 0,1 0-2 15,-1 0-3-15,0 0-5 16,1-1 25-16,-1-1-6 16,-1 0-6-16,1-1 4 15,-1 3-1-15,-1-2-1 16,-3 1-8-16,1-1 1 16,-2 1 5-16,1-1 6 15,0 1-6-15,1-1 0 16,0 0 0-16,1 2-1 15,2-1-7-15,-1-1 10 16,2 2-7-16,-1 0 8 16,1 0 8-16,-1 0-14 15,-1 0 1-15,-2 0 1 0,1 0-2 16,1 0 3 0,-1 0 3-16,0 0 0 0,-2 0-2 15,-1 0-1-15,-2 0-14 16,-2 0 13-16,-3 0-8 15,-2 0 13-15,-3-1 1 16,-1 1-1-16,-1 0-2 16,0-2 2-16,0 0 2 15,0 1-3-15,0-1 0 16,-1 1-3-16,-1-2-4 16,-1 1 5-16,-1 1-2 15,-1 0-5-15,-3 0 1 16,0 1-1-16,0-1-7 0,-1 1 7 15,0 0-8-15,0 0 5 16,1 0-5-16,-1 0-1 16,0 0 0-16,1 0-17 15,-1 0-98-15,0 0-167 16,-4 0-392-16,-2-3-1157 0</inkml:trace>
  <inkml:trace contextRef="#ctx0" brushRef="#br0" timeOffset="7862.3109">6344 3544 514 0,'0'0'156'0,"0"0"62"0,0 0 27 16,0 0-29-16,0 0-5 15,0 0-29-15,-24-20-24 16,22 19-21-16,1 0-12 16,-1 1-15-16,1 0-48 15,0 7-28-15,1 4-3 16,-1 4 22-16,1 4-1 16,0 3-7-16,0 3 1 15,1 1 2-15,1 1-2 16,0 1 9-16,0 0 3 15,-1 0-7-15,1-1-24 16,-1 0-5-16,0-1-1 16,0 2-7-16,-1-1-4 0,1 0 2 15,-1-3-12-15,0 0 9 16,1-4-9-16,0-1 7 16,0-4-6-16,0-1 0 15,0-1 0-15,0-2 1 16,-1-3-1-16,1 0 0 15,-1-3 0-15,2 0 0 16,-2-1 0-16,1-1-1 16,0 0 0-16,-1 0 1 15,1-1 0-15,0 1-1 16,0 0 1-16,1 0-1 16,0 0 1-16,0 0-1 15,2 1 1-15,1-2 0 0,2 0 0 16,3 0 5-1,2 0-5-15,4-2 1 0,2 0 5 16,4 0-5-16,2 0-2 16,3 0 1-16,0 0-1 15,4 0 1-15,0 0 5 16,1 0-6-16,2-1 1 16,6 0-1-16,5 0 2 15,7 1-2-15,-5-1 6 16,-8 0-5-16,-11 1 9 15,-5 0-10-15,6 0 0 16,3 0 1-16,6 0 0 16,4 0 7-16,7 0-6 15,3 0-1-15,2-1 1 0,-5 0 8 16,-4 0-2 0,-4-2-2-16,1 1-6 0,0 0 1 15,0-1 10-15,0 0-11 16,1 1 0-16,-1-2 0 15,1 2 0-15,-1-1 0 16,-1 0 0-16,-1 1 0 16,-1-1 1-16,-1-1 0 15,1 1 0-15,1-1 1 16,-6 2 7-16,-6-1 1 16,-4 2 10-16,-2-2-5 15,5 2-14-15,4-1 13 16,3 0-1-16,1-1-5 0,-1 1-7 15,0 0 8-15,0 0-7 16,-1 1 5-16,-2 0-1 16,-1 1-5-1,-2 0 1-15,-2 0 4 0,-1 1-5 16,0 2 5-16,-1-1-6 16,-1 2 6-16,0-2-5 15,0 0 13-15,0 0-13 16,0 1 16-16,0-1-5 15,1 0-12-15,-1-1 8 16,0 2 2-16,1-2-1 16,-1 1-1-16,1-1 4 15,-1 0 1-15,-1 1-6 16,0 0-1-16,-3-1-4 16,-1 1 5-16,-3-1-1 0,-1 0 2 15,-2 0 4-15,-3 0-5 16,-1 0-5-16,-2-1 5 15,-1 0 4-15,-1 0-1 16,1 0 5-16,-2 0 2 16,2 0-7-16,-2 0 1 15,2-2-1-15,0 0-1 16,0 0-7-16,1 0-1 16,-1-2 0-16,1 2 5 15,-1-1-5-15,1-1 0 0,0 0-1 16,-1 1 0-1,0-1 1-15,0 0 0 16,-1 2 0-16,-1-1 0 0,0 0 0 16,-1 1 0-16,0-1-1 15,0 0 1-15,0 0 0 16,0-1 0-16,1 0-1 16,-1-2 1-16,0-2 0 15,0-1-1-15,1-4 1 16,0-3-1-16,0-1 0 15,0-4 0-15,0-1 1 16,0 0 0-16,0-1-1 16,0-1 1-16,0 2 0 15,-1 0-1-15,0 2 1 16,-1 0 7-16,1 2-8 0,-2-1 0 16,2 2 0-16,0-1-1 15,-1 1 1-15,1 1-1 16,-2 0 1-16,2 0 0 15,-2 0-9-15,0 0 9 16,0 0-1-16,0 0-4 16,0 2-2-16,0 2 7 15,0 2 0-15,0 1-6 16,0 3 5-16,0 1 1 16,-2 0 0-16,0 0 0 15,-1 2 0-15,0 0 0 16,-1 0 0-16,0 1-6 15,-1-1 6-15,-2 1 0 16,-1 0-2-16,-2 1-4 0,-3 0 6 16,-1 0-2-16,-2 1-4 15,-2 0 0-15,-1 0 5 16,-3 0-11-16,0 2 11 16,-2 0-5-16,-1 1-3 15,-2-3 8-15,0 1 0 16,-1 0 0-16,-2-1 1 15,0 0-1-15,1 0 1 16,-1 0 0-16,1 0 0 16,1 0 0-16,-1 1 5 15,1-1-5-15,-1 1-2 16,0-1 1-16,0 0 0 0,-2 1 0 16,-1-1 0-1,-1 0 0-15,-1 0 1 0,1 0 0 16,-2 0 0-16,1 0 1 15,1 0-1-15,0 0 1 16,0 0-1-16,2 0 1 16,-7-2 0-16,-6 1 0 15,-7 1-1-15,-3 0 0 16,2 0-5-16,5 1 5 16,3 1 1-16,-2 3-1 15,-1-1 0-15,0 1-1 16,0 1 1-16,-1-1 1 15,1 1 1-15,-1-1 4 16,0 0-6-16,4 0 0 0,1-1 0 16,7 0 0-16,6-2-1 15,7-1-4-15,0 0 5 16,-4 2 1-16,-5-2-1 16,-10 3 1-16,-7-1 0 15,-7 2-1-15,-1-1 1 16,3 1 0-16,6-1 0 15,4 0-1-15,2-1-8 16,2 2-11-16,7-2 1 16,6 0 10-16,6-1 7 15,3-1 0-15,-1 1-5 16,-3-1-2-16,0-1 1 16,3 1 5-16,3-1 2 15,1 0-1-15,4 0 0 16,-1-2 0-16,2-1 1 0,0 0-2 15,-1-1-4-15,-1-1-4 16,-1 1-12-16,2-1-1 16,0 2-1-16,0-1-10 15,1 1-2-15,3 1 9 16,1 0 7-16,1 0 7 16,1 1 1-16,0 0 0 15,1-1 0-15,-1 2 3 16,1 0 3-16,0-2 5 15,-2 1-11-15,0 0-2 16,0 1 5-16,0 0 0 16,-2 0 8-16,1 0 0 15,-1 0 0-15,-1 0-18 16,1 0 1-16,-1 0 8 16,2 1 4-16,2 0 4 0,0-1-10 15,2 0 0-15,0 0 2 16,0 0-1-16,2 0 4 15,-1 0-2-15,-1 0-3 16,0 0-15-16,-2 0 2 16,-1 2-11-16,-7 2-61 15,0 0-395-15,-2-3-422 0</inkml:trace>
  <inkml:trace contextRef="#ctx0" brushRef="#br0" timeOffset="9656.5875">11002 4139 785 0,'0'0'1142'0,"0"0"-891"0,0 0-107 15,0 0-31-15,0 0 21 16,0 0-49-16,40-13 15 16,-19 6-18-16,1-2-52 15,1 0-12-15,-3 1-18 16,-1-1-48-16,-2 2-67 16,-3 1-139-16,-4 3-307 15,-7 1-388-15</inkml:trace>
  <inkml:trace contextRef="#ctx0" brushRef="#br0" timeOffset="9836.3419">10969 4289 652 0,'0'0'813'0,"0"0"-567"16,0 0 2-16,0 0-29 15,41 14-41-15,2-27-33 0,18-6-20 16,2-3-70-16,-9 5-30 15,-18 7-25-15,-14 7-140 16,-8 3-420-16,-6 0-696 0</inkml:trace>
  <inkml:trace contextRef="#ctx0" brushRef="#br0" timeOffset="11054.5347">10865 1385 1502 0,'0'0'554'0,"0"54"-448"16,0 9 106-16,1 16 70 15,4 10 45-15,5 2-114 16,3-7-64-16,3-2-80 16,-2-5-33-16,-2-12-21 15,-3-12-6-15,-3-14-1 16,-2-13 1-16,-3-11-9 16,-1-3-22-16,0-3-42 15,0-4-59-15,0-5-54 16,-11-18-38-16,-1-7-294 15,-3-7-217-15</inkml:trace>
  <inkml:trace contextRef="#ctx0" brushRef="#br0" timeOffset="11598.5913">10810 1421 1702 0,'0'0'218'16,"79"-39"-101"-16,4 8 64 15,20-3-12-15,6 2-89 16,-2 5-31-16,-13 6 8 16,-8 1-29-16,-8 5-3 15,-12 1-2-15,-12 3-17 16,-12 4-5-16,-12 4 0 16,-12 3 1-16,-3 0 4 15,-2 6-6-15,3 8 10 0,1 13 14 16,-1 17 30-1,2 18 2-15,-1 9 89 0,-2 0-1 16,0-4-32-16,1-4-10 16,2-2-21-16,2-1 6 15,1-4-11-15,-1-4-26 16,-4-10-16-16,-4-11-10 16,-4-9-6-16,-4-6-9 15,-2 1-7-15,-2 0 4 16,-6 1-5-16,-16-1 11 15,-23 2-10-15,-32 3 7 16,-28 3-8-16,-23 2-1 0,-17 4 11 16,-3 1-11-1,-1 2 11-15,9 0-11 0,17-4-1 16,23-6 1 0,23-4 1-16,23-7-1 0,20-5 0 15,14-2 5-15,8-3 2 16,4-2-7-16,3 1 3 15,2-2-3-15,3 0-6 16,0 0-67-16,0-5-70 16,0-3-322-16,0-4-640 0</inkml:trace>
  <inkml:trace contextRef="#ctx0" brushRef="#br0" timeOffset="17987.5237">13135 4071 753 0,'0'0'639'0,"0"0"-480"0,0 0-23 15,0 0 112-15,0 0-2 16,0 0-53-16,-17-8-49 16,17 8-34-16,2 0-29 15,11 0-1-15,16 3 59 16,22 2 11-16,27-1-30 15,14 0-21-15,9-3-16 16,-3-1-14-16,-7 0-19 16,-3 0 11-16,-10 0-28 15,-10 0 3-15,-12 0-6 16,-15 0-13-16,-12 0 1 16,-11 0 9-16,-5 0-9 15,0 0 0-15,-1 0-5 0,-1-1-7 16,-5 0 8-16,-3 1-7 15,-1 0-6-15,-2 0 0 16,0 0-1-16,0 0-22 16,-7 0-89-16,-23 7-112 15,1 1-466-15,-3-2-855 0</inkml:trace>
  <inkml:trace contextRef="#ctx0" brushRef="#br0" timeOffset="20331.1766">2039 4567 449 0,'0'0'538'0,"0"0"-239"0,0 0-116 16,0 0-23-16,0 0-10 16,0 0-14-16,-3 0-40 15,3 0-17-15,6 1 2 16,1 0 22-16,4 1-26 16,3 1 0-16,3 0-14 15,2 0 5-15,5 0-22 16,2-1 14-16,3 1 4 15,3-1-11-15,7-1-5 0,7 0-3 16,8-1-5-16,2 0-19 16,-10 0 3-16,-8 0-1 15,-13 0 1-15,-3 0 6 16,4 0-7-16,5 0-2 16,4 0 0-16,-1 0 2 15,0 0-7-15,-2 0 2 16,0 0-1-16,1 0 2 15,-1 0-5-15,1 0-7 16,0 0-1-16,0-1 3 16,1 0-1-16,3 0-2 15,-2-1-5-15,0 1 1 16,-1 0 4-16,-1 1-5 0,1 0 7 16,0 0-8-1,0 0 1-15,6 0 1 0,6 0 7 16,9 0-9-16,0 0 11 15,-1 0-10-15,-4 1-1 16,-2 0 0-16,0 1 0 16,0-1 1-16,0 0-1 15,0 1 6-15,1 0 0 16,1-1-5-16,2 1 1 16,-1 1 5-16,-1-1 5 15,2-1-5-15,1 1-7 16,0 0-1-16,0 0 1 0,-2-1 1 15,-1 1-1 1,-1 1 2-16,1-1-1 0,-1 0 5 16,0 0-5-16,-2 2 7 15,-1-2-8-15,0 0 0 16,0 1-1-16,1-1 1 16,-1 0 0-16,-1 0 0 15,-2 1 0-15,0-1 1 16,0 0-1-16,0-1 1 15,1 1 0-15,1-1 1 16,-1-1-1-16,2 0 11 16,1 0-12-16,1 0 0 15,2 0 0-15,-1-3 0 0,2 1 1 16,-1-2-1 0,0 0 1-16,3 0 1 0,0-1-1 15,0 1 5-15,-1-1-4 16,1 0 9-16,0 1-11 15,-1-1 0-15,-2 1-1 16,-1 0 1-16,-3 1 0 16,-1 1 1-16,-1 0 5 15,-1 1-5-15,0 0-1 16,0 0 1-16,-1 1 0 16,0 0 8-16,-1 0-9 15,0 0 0-15,0 0-1 16,2 0 1-16,-2 0-1 15,1 2 1-15,-1-1 1 16,0 2-1-16,0-1 1 0,2 0 0 16,0 1-1-1,1 0 1-15,1-1 1 0,-2-1 4 16,1 2-6-16,1-1 0 16,0-1 0-16,-1 0 0 15,-1 2 1-15,-2-2-1 16,0 0 1-16,1 0 5 15,1 0-5-15,0 0 0 16,0-1 7-16,-1 0-7 16,0 0 6-16,0 0-5 15,-1 0-1-15,1 0 1 16,-1 1-2-16,0 1 9 16,0-1-3-16,-1 0-4 15,3 0 5-15,1-1-5 0,0 1 4 16,1-1 0-16,2 0-5 15,-3 0 11-15,1 0-6 16,-2 0 1-16,2 0-5 16,-1 0 7-16,0 0-2 15,-2-2 2-15,-1 1 2 16,-2 0-10-16,-6-1 19 16,-5 1-5-16,-5 0-5 15,0 0-1-15,3 0 3 16,3 1 2-16,2-1-2 15,-3 0-3-15,-2 1-2 0,-3 0 1 16,-3 0-3 0,-4 0-4-16,-2 0-1 0,-4 0 6 15,-2 0-6-15,-3 1 0 16,-2 0 0-16,-1-1 7 16,-2 0-6-16,0 0 5 15,0 0-6-15,0 0 1 16,-7 0-2-16,-17 0-2 15,-25 6-123-15,-31 13-147 16,7-1-359-16,-1 3-387 0</inkml:trace>
  <inkml:trace contextRef="#ctx0" brushRef="#br0" timeOffset="24025.6351">10971 1469 469 0,'0'0'390'15,"0"0"6"-15,0 0-142 16,0 0-36-16,0 0-3 16,0 0-46-16,0-3-56 15,2 3-28-15,0 0-17 0,1 0 9 16,1 0-44 0,-2 0-16-16,0 1-5 0,-1 3-1 15,-1 2-10-15,0 0 8 16,-1 0 3-16,-3 0 9 15,-2 0-3-15,1-2-8 16,0-1-2-16,1-2 1 16,1-1 7-16,2 0-3 15,-1-3-1-15,2-4-1 16,0 0 5-16,0-1-3 16,1 1 1-16,3 2 2 15,0 1-5-15,1 2-5 16,-1 1 1-16,1 1-1 0,-1 0 2 15,0 0-8-15,0 2 6 16,-2 1-5-16,0 1-1 16,-1 0 6-16,-1 0-3 15,0 0 4-15,0 0 1 16,0-2-1-16,-3-1 5 16,1 0 3-16,-1-1 8 15,1 0 4-15,-1-3 5 16,2-1-8-16,-1-2 3 15,1-1-13-15,1 2-2 16,0 1-2-16,0 1 2 16,0 2-6-16,2 0-6 15,1 1 0-15,0 0-1 16,1 0 0-16,0 1 0 16,0 2 0-16,-2 1 0 0,0 0-4 15,-1 0 5-15,-1-1 0 16,0 1 1-16,0-1 1 15,-2 0-1-15,-1-2 0 16,0-1 1-16,0 0 4 16,0 0 0-16,0-1-5 15,2-4 5-15,1 0-6 16,0 1-10-16,0 2-95 16,0 4-152-16,1 6-313 15,-1 2-747-15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41:59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2827 3441 1543 0,'0'0'342'15,"0"0"-153"-15,0 0-51 16,0 0-12-16,0 0-49 15,0 0-37-15,3-1-18 16,9-4-8-16,3 0-7 0,4-3 0 16,3 0-7-16,0 0 1 15,1-1 5-15,-3 2-6 16,1 1 0-16,-6 2-114 16,-5 1-370-16,-5 3-352 0</inkml:trace>
  <inkml:trace contextRef="#ctx0" brushRef="#br0" timeOffset="180.6444">2866 3535 1250 0,'0'0'530'16,"0"0"-406"-16,0 0 25 0,0 0-12 15,37-21-9-15,-12 6-60 16,8-4-43-16,-2 3-25 15,11 0-21-15,-8 4-194 16,-14 9-868-16</inkml:trace>
  <inkml:trace contextRef="#ctx0" brushRef="#br0" timeOffset="1965.1251">4541 3957 512 0,'0'0'654'0,"0"0"-428"16,0 0-39-16,0 0 25 16,0 0-22-16,0 0-39 15,0 0-27-15,-1-3-29 16,1 3-12-16,0 0-11 16,0 0-11-16,3 2 51 15,3 3-37-15,1 1-28 16,0 0-17-16,1 2 8 15,0 0-6-15,0-2 0 0,1 1-7 16,-2 0 8-16,1-2-4 16,-1 0 0-16,-1-2-2 15,-1 1-1-15,0-2-13 16,-1-1 13-16,0 0-10 16,2-1 2-16,-1 0-4 15,4-3 11-15,5-6-1 16,4-4-6-16,5-6 3 15,5-4-10-15,4-3-5 16,0 0 1-16,0-1-1 16,-3 4-5-16,-3 4 1 0,-3 1 4 15,-4 4-6 1,-3 1 2-16,-2 4-1 0,-4 2 1 16,-2 1-1-16,-3 3 0 15,-2 0 5-15,-2 3-4 16,-1-1-1-16,1 1-1 15,-1 0 1-15,0 0-1 16,0 0-1-16,-2 1-21 16,-7 7-34-16,-18 17-145 15,1-1-361-15,-3 1-593 0</inkml:trace>
  <inkml:trace contextRef="#ctx0" brushRef="#br0" timeOffset="7085.7885">11596 4045 1239 0,'0'0'748'16,"0"0"-529"-16,0 0-72 15,0 0 16-15,0 0 17 16,0 0-46-16,13 1-34 16,-1-1-7-16,2 0 1 15,5-4-35-15,2-2-19 0,3 0-8 16,1-1-26-1,-2 1-5-15,0 0-1 16,-5 2-1-16,-2 0-104 16,-6 3-111-16,-4 1-103 0,-3 0-289 15,-3 0-400-15</inkml:trace>
  <inkml:trace contextRef="#ctx0" brushRef="#br0" timeOffset="7298.4072">11658 4133 671 0,'0'0'1068'0,"0"0"-876"16,0 0-18-16,0 0 23 15,0 0 39-15,0 0-53 16,0 0-23-16,55-7-32 0,-28-2-37 16,3-2-41-1,0-1-25-15,-2 0-15 0,-3 1-10 16,-3 2-43-16,-3 0-140 15,-7 5-179-15,-7 2-494 0</inkml:trace>
  <inkml:trace contextRef="#ctx0" brushRef="#br0" timeOffset="9173.6903">3280 4561 1077 0,'0'0'704'0,"0"0"-603"16,0 0 40-16,0 0 21 16,0 0 18-16,0 0-27 15,0 0-58-15,-8-8-44 16,8 12-20-16,3 2 5 15,4 4 10-15,1 0 3 16,1 2 2-16,0-2-2 16,0 1-7-16,-1-3-9 15,0-2-3-15,-1-1 0 16,-1-3 0-16,0-1-3 16,2-1-8-16,2-3 2 15,1-6 3-15,5-6 5 0,1-3-5 16,2-3-18-16,1-2 4 15,-1 1-9-15,1-1-1 16,-2 1 1-16,0 2 4 16,-1 2-4-16,-4 3-2 15,-2 3 0-15,-3 4 1 16,-2 3 0-16,-2 1 0 16,-3 2 0-16,0 1 0 15,-1 1 0-15,0 0-15 16,0 0 5-16,-10 8-49 0,-17 19-74 15,0-1-208 1,-5 1-556-16</inkml:trace>
  <inkml:trace contextRef="#ctx0" brushRef="#br0" timeOffset="13005.0295">6095 5077 1453 0,'0'0'325'15,"0"0"-139"-15,0 0-13 16,0 0-3-16,0 0 80 16,63 26-22-16,7-22 24 15,16-4-46-15,9 0-82 16,-4-4-34-16,-11-2-25 0,-5-1-4 15,-7 1 1 1,-7 1-13-16,-6 1-10 0,-14 0-15 16,-13 2 0-16,-11 2-12 15,-9 0-12-15,-2 0-1 16,-1 0-29-16,-1 0-81 16,-4 10-58-16,0 2-283 15,-6 0-395-15</inkml:trace>
  <inkml:trace contextRef="#ctx0" brushRef="#br0" timeOffset="13523.7717">8314 5166 10 0,'0'0'1145'0,"0"0"-776"0,0 0-17 16,0 0-44-16,0 0-27 16,0 0-29-16,0 0-52 15,-2 0-60-15,29 4 9 16,23 0-6-16,25-1-33 15,10-2-31-15,2-1-4 16,-9-2-28-16,-15-4 22 16,-7-1-26-16,-13 1-14 15,-13 2-20-15,-13 1-2 16,-7 2 4-16,-3 0-11 16,-1 0-6-16,-3 0-33 15,-2 1-110-15,-1 1-119 0,-4 3-415 16,-1-1-1470-16</inkml:trace>
  <inkml:trace contextRef="#ctx0" brushRef="#br0" timeOffset="14049.6882">10729 5222 1386 0,'0'0'355'0,"0"0"-93"16,0 0-6-16,0 0-78 0,0 0 21 15,68 9 18-15,8-7 20 16,21-2-64-16,11 0-49 16,-2-8-16-16,-13-2-32 15,-7 0-17-15,-11 1-19 16,-12 1 7-16,-18 2-31 16,-16 1-2-16,-13 2-14 15,-8 1 0-15,-6 0-1 16,-2 0-14-16,-2 0-69 15,-45 2-144-15,2 6-430 16,-11 1-774-16</inkml:trace>
  <inkml:trace contextRef="#ctx0" brushRef="#br0" timeOffset="16954.9469">6324 4724 1196 0,'0'0'552'16,"0"0"-282"-16,0 0-54 16,0 0 18-16,0 0-63 15,0 0-62-15,-10-41-24 16,2 24-17-16,-1-3 3 0,-2-4-38 16,0 0-17-16,0 1-4 15,0 1-7-15,1 4-5 16,2 3-21-16,2 6 0 15,2 3-8-15,1 3 16 16,1 2-5-16,2 1 0 16,-1 0-6-16,-1 0 2 15,0 4-35-15,-1 3 57 16,-1 1 6-16,1 1-6 16,-1 0 8-16,0-2-2 15,1-2-6-15,1-2 8 0,1-1 4 16,-1-2 0-1,1 0 1-15,-2 0-7 0,0-2-6 16,-1-4 0 0,1-2-12-16,1-2-3 0,1 0-7 15,1 0-1-15,0 0 7 16,0 3-5-16,4 2-1 16,2 2 2-16,2 3 4 15,2 0 5-15,2 2 11 16,1 7 0-16,1 1 0 15,0 2 1-15,-1 0-1 16,-1 0 0-16,-1 1-12 16,1 5-171-16,-3-3-363 15,-2-2-682-15</inkml:trace>
  <inkml:trace contextRef="#ctx0" brushRef="#br0" timeOffset="18372.8743">8387 4849 1096 0,'0'0'356'0,"0"0"-60"16,0 0 2-16,0 0-50 16,0 0-70-16,-9-41-47 15,3 25-24-15,-3-5-21 16,-2-2-35-16,-3-3-12 15,-5-3-15-15,-3-1-8 16,-3-1-1-16,-1 2 0 0,-2 2-9 16,2 6 8-16,2 4-14 15,2 4 9-15,4 5-8 16,3 2-1-16,4 3-1 16,4 1 0-16,3 0-1 15,2 2-7-15,2 0-6 16,0-1-6-16,0 1-9 15,0 0 1-15,0 0 11 16,0 0 3-16,0 0 13 16,0 0 1-16,0-1 1 15,0 1 0-15,0 0 6 16,0 0 1-16,0 0-6 16,0 0-1-16,0 0 1 15,-2 0-1-15,-1 3-28 0,-2 4 28 16,-1 2 6-1,1 1-6-15,0 0 1 0,1 0 8 16,0-2-9-16,1 0 9 16,1-3-8-16,1-2-1 15,0-2 1-15,1-1-1 16,-1 0 13-16,1-3 1 16,-2-5-14-16,0-2-9 15,2-3-6-15,0-1-6 16,0 2 3-16,0 0 3 15,2 2 3-15,3 3-3 16,1 2 5-16,2 3 8 0,2 2-16 16,3 0 6-16,2 4 12 15,2 5 0-15,1 0 7 16,3 3-7-16,8 3-11 16,-5-3-448-16,-4-1-1589 0</inkml:trace>
  <inkml:trace contextRef="#ctx0" brushRef="#br0" timeOffset="21145.7794">11028 4751 1041 0,'0'0'320'16,"0"0"-103"-16,0 0 15 0,0 0 37 16,0 0-46-1,0 0-63-15,0 0-32 0,-4-39-21 16,-1 27-6-16,0-1-11 15,-2-2-26-15,-1 0-22 16,-2-3-12-16,-1 1-3 16,-1 1-14-16,-1 1-12 15,0 3 16-15,0 2-7 16,0 2-10-16,0 2 1 16,2 0 5-16,1 2-5 15,3 2 0-15,3 0 1 16,1 0-1-16,1 1 1 15,2 0-1-15,-1 0 1 16,0 0-1-16,0-1 0 16,-1 1-1-16,1-2 1 0,-1 1 6 15,0 0-7 1,0-1-1-16,1 1 1 0,-1 1 7 16,1-1-6-16,1 2 0 15,-1 0-1-15,1 0 0 16,-1 0 0-16,-1 2-19 15,-1 4 10-15,1 2 9 16,-1 2 0-16,0 0 0 16,1 0-1-16,0-2 1 15,1-2 7-15,0-2-7 0,0-1 1 16,1-2-1 0,0-1 0-16,0 0 0 15,-1-6 13-15,0-4-13 16,0-4-2-16,1-1 1 0,0 0-5 15,0 1 5-15,1 2-11 16,2 4 6-16,3 2-15 16,2 3 5-16,2 3 3 15,4 0 4-15,2 0 3 16,3 4 6-16,0 3 1 16,1-1-1-16,0 1-10 15,9 0-189-15,-4-1-138 16,-3-1-393-16</inkml:trace>
  <inkml:trace contextRef="#ctx0" brushRef="#br0" timeOffset="26327.9514">2247 5796 1189 0,'0'0'169'16,"0"0"-63"-16,0 0 5 15,0 0-43-15,0 0 33 16,0 0 0-16,26-7 6 16,-9 6 4-16,6 1-17 15,6 0-11-15,8 0 20 16,10 1-3-16,9 2-26 15,1 1-12-15,-3-1-13 16,-5 1-16-16,-3-1 4 16,0 0 4-16,1-1 2 0,1 0-15 15,-1-1-1 1,0 1-1-16,3 0-2 0,-1-2-8 16,-1 0-4-1,-2 0 0-15,-3 0 6 0,-1 0-11 16,-1 0 10-16,-1 0-7 15,0 0-2-15,-6 0 1 16,-6 1-8-16,-4 0 8 16,-2-1-8-16,4 0 8 15,5 0 0-15,4 0-8 16,-1 0 8-16,2 0 4 16,-1 0-6-16,1 0-2 15,-2-2-5-15,2 0 0 16,0 0 0-16,1 0 9 0,-1 0-8 15,1 0 0-15,0 0 7 16,-2 1-8-16,1 0 1 16,-2 0 0-16,0 1 0 15,6 0-1-15,6-1 0 16,6 1 1-16,-3-1 7 16,-9-1 6-16,-12 1-13 15,-6 0 14-15,5-1-4 16,3 0-5-16,6 0 6 15,-1 1 7-15,-2-1-10 16,0 1-8-16,-1-1 7 0,-2 1-7 16,0-1 0-1,-1 1 5-15,0 1-6 0,0-2 1 16,0 0-1-16,0 2 11 16,-1-2-10-16,0 1 0 15,-1 0 14-15,-2 0-4 16,0-2-1-16,-2 2-1 15,1-1-9-15,1 1 2 16,-2 0 13-16,0 0-6 16,1-1-3-16,0 1 0 15,1-1-6-15,1 1 11 16,0 0 2-16,-1 0-7 16,1-1-5-16,-1 1 5 15,-1 0-4-15,-1 1-1 16,-1-1-1-16,-1 1 12 15,0 0-11-15,-3 0 5 16,-1 0-5-16,-3 0 5 0,-2 0-5 16,-3 0 0-16,-4 0 5 15,0 0 5-15,-2 0-11 16,-1 0 2-16,0 0 4 16,-1 0-5-16,1 0 7 15,1-1-2-15,-1 0 0 16,1-1-5-16,-1 0 8 15,0 0-1-15,0 0-2 16,1-1 0-16,0 0-5 16,0-2 5-16,0 0-5 15,1-1 5-15,-1-2-6 16,0-2 1-16,0-3 4 16,-1-3 1-16,1-4 0 15,-1-2 0-15,-2-10-4 0,0-11 4 16,0-9-6-16,0-2 6 15,-2 8-5-15,-1 13 0 16,0 13 5-16,0 3 0 16,-1-2-5-16,0-2 8 15,-2-1-9-15,2 4 0 16,-1 2-18-16,1 2 3 16,1 2 7-16,-1 1-8 15,0 1 1-15,1 2 9 16,-1 1-2-16,-1 1-8 15,1 1 10-15,0 1-11 0,-2 1 11 16,0-1-4-16,-1 1-8 16,-2 0-3-16,-1 1 14 15,0-1-1-15,-2 2 7 16,-1 1 2-16,-3 0-1 16,-2 0 11-16,-4 0-1 15,-1 0-1-15,-4 0-2 16,-3 0 1-16,-6 1-8 15,-9-1 8-15,-7 0-7 16,-2 0 6-16,10 0-5 16,10 0-1-16,11 0-1 15,0 0 8-15,-4 0-7 16,-5 0 0-16,-5-1 0 0,1-2 13 16,0-1-5-1,0 0 0-15,0 0-2 0,-6-1-5 16,-5 0 11-16,-6 0 1 15,1-1-13-15,3 1-1 16,6 0 8-16,4 1-7 16,-1 0 8-16,-1 1-7 15,-2-1 4-15,-1 2-5 16,0 0 8-16,2 1-3 16,-1 0 0-16,-1 0 0 15,1 1 2-15,-3-1-8 16,-2 1 0-16,-2 0 0 15,-4 0 10-15,-3 0-9 0,-1 0 0 16,1 0 0 0,-1 1 7-16,0 1-2 0,0-2-5 15,0 1 0 1,2 0-1-16,3-1 1 0,3 0-1 16,1 0 0-16,-1 0-5 15,1 0 5-15,0 0 12 16,5 0-11-16,2 1-1 15,2 0 1-15,0 1 5 16,0 0-5-16,1 1-1 16,-1 0 0-16,2 1 0 15,-2 1 0-15,2 1-1 16,-2 0 0-16,-1 1 0 16,-1-2 1-16,6 1 0 0,6 0 0 15,9-4 0 1,2 2 0-16,-4-2-1 0,0 1 0 15,-3 1 1-15,1-2 0 16,1 0 0-16,0 1 0 16,1 0-2-16,0-1 1 15,1 2-7-15,1 0 2 16,0 0 5-16,2 0-6 16,1 0-1-16,2 0 7 15,3-1 0-15,1-1 0 16,0 0 1-16,1 0-6 15,-2 0 5-15,-1-1 0 16,-2 1-7-16,-1 1-10 0,0-2 2 16,0 1 4-16,2-1 1 15,3 0 1-15,2 0 4 16,4 1 4-16,0-1-5 16,0 1 5-16,-1-1 1 15,1 1-8-15,-3 2 8 16,1-1-7-16,-1 2 7 15,-1-1 0-15,0 2 1 16,-2 0 0-16,4-2-1 16,-1 1 1-16,2-2 0 15,1 0 0-15,2-1 0 16,0-1 0-16,4 0-1 16,-2-1-8-16,2 1 7 15,0-1-4-15,0 0 5 16,0 4-8-16,0 1-2 0,0 6-41 15,0 5 33-15,0 3 18 16,2 4 1-16,2 3 4 16,0 3-4-16,1 1 1 15,0 2 11-15,0 0 12 16,1 0-5-16,-2 0-4 16,0-3 11-16,0-2-8 15,1-1-5-15,-1-2-2 16,-1-3-5-16,0 0 0 15,0-4-5-15,-1 1 0 16,0-3 4-16,1-2-5 16,-2-1 0-16,2-2 1 15,-1-3-1-15,0-1 0 16,2-2 0-16,0 1 0 0,1-2-1 16,6 1 1-16,1-1 0 15,7 0 0-15,4-1 1 16,4 0 0-16,9-2 5 15,10 0-5-15,6-6-1 16,1 0 8-16,-9 2-2 16,-11 3-5-16,-11-1 7 15,-5 1-1-15,5 1-5 16,1-2 5-16,0 1 1 16,-5 0-8-16,-2-2 5 15,-4 1-5-15,-4-1 0 16,-1-1 0-16,-1 1 0 15,-2 1 1-15,-1-1-2 0,-1 1-34 16,0 1-64-16,-2 1-129 16,0 0-303-16,-2 3-451 0</inkml:trace>
  <inkml:trace contextRef="#ctx0" brushRef="#br0" timeOffset="26517.0473">2309 5934 2864 0,'0'0'344'0,"0"0"-255"0,0 0-73 16,0 0-10-16,0 0-6 15,0 0-108-15,0 0-530 0</inkml:trace>
  <inkml:trace contextRef="#ctx0" brushRef="#br0" timeOffset="34399.9885">1232 5712 886 0,'0'0'696'15,"0"0"-594"-15,0 0-71 16,0 0-12-16,0 0-6 16,-5-1-12-16,6 0 0 0,4 1 6 15,4-2-5-15,4 0-1 16,0 0 1-16,3 0-2 16,-1 0 0-16,0 1 0 15,-1 1-23-15,-2 0-291 16,-7 0-912-16</inkml:trace>
  <inkml:trace contextRef="#ctx0" brushRef="#br0" timeOffset="34598.8612">1249 5843 1347 0,'0'0'292'0,"0"0"-85"16,0 0-65-16,0 0-75 15,0 0-33-15,0 0-7 0,0 0-11 16,48-30-6-16,-29 15-10 16,-1 0-8-16,-1 0-3 15,0-6-95-15,-5 4-274 16,-6 2-535-16</inkml:trace>
  <inkml:trace contextRef="#ctx0" brushRef="#br0" timeOffset="34808.6553">1273 5634 1194 0,'0'0'179'15,"0"0"-135"-15,0 0-22 16,0 0-11-16,0 0 11 0,0 0 6 16,49 30 46-16,-28-12 32 15,0 10 28-15,-8 13 3 16,-11 16-23-16,-11 12-24 15,-24 9-80-15,-23 8-10 16,8-21-279-16,-1-8-698 0</inkml:trace>
  <inkml:trace contextRef="#ctx0" brushRef="#br0" timeOffset="37008.6245">6133 5724 871 0,'0'0'133'16,"0"0"-74"-16,0 0-4 15,0 0 85-15,0 0-60 16,0 0-34-16,-34 0-24 16,34 0-10-16,0 0-12 0,2 0-25 15,6 1 12-15,7 1 13 16,4 2 24-16,6-2 21 15,8 1 24-15,11 1 11 16,11 0 13-16,1 1 0 16,-1-2-2-16,-3 0-5 15,-4-1 15-15,1-2-43 16,0 1-1-16,0-1 2 16,0 0 9-16,2 0-16 15,1 0 12-15,-1 0 15 16,1-1-29-16,-1 1-17 15,1 0 16-15,1 0-4 16,1 0 8-16,-1 0-14 0,0 0 7 16,3 0-2-16,2 0 5 15,3 0-4-15,0-5 4 16,-2 1 9-16,-1-1-5 16,-4 0-11-16,-4-1-9 15,-10 3-26-15,-11 0 11 16,-9 1 26-16,-4 1-14 15,0 0-14-15,0 0-2 16,-2 0-2-16,-5 0-4 16,-3 1-2-16,-2 0-5 15,-2 0-1-15,-2 0 6 16,0 0-5-16,0 0-1 16,0 0-1-16,0 0-34 0,0 4-284 15,-3 0-413-15</inkml:trace>
  <inkml:trace contextRef="#ctx0" brushRef="#br0" timeOffset="37900.7203">10850 5709 879 0,'0'0'308'0,"0"0"-62"16,0 0-58-16,0 0-44 0,0 0 67 15,0 0-8-15,78 23-78 16,-13-20 1-16,16-3-16 15,7-3-24-15,0-10-17 16,-9 1-21-16,-3-1 10 16,-6 3-24-16,-7 0-19 15,-14 4-6-15,-14 2 2 16,-14 1-10-16,-8 3-1 16,-2 0-9-16,-6 0-10 15,-5 0-125-15,-26 6-175 16,-5 2-274-16,-7 1-679 0</inkml:trace>
  <inkml:trace contextRef="#ctx0" brushRef="#br0" timeOffset="38134.7195">10905 5897 2011 0,'0'0'240'0,"0"0"-197"15,0 0-11-15,45 2 56 16,7-6 135-16,23-6-64 15,10-2-76-15,-1-1-13 16,-8 3-34-16,-14-1 12 16,-4 2-13-16,-3 0-2 15,-7 2-15-15,-11 2-10 16,-12 1-7-16,-9 3-1 16,-8 1-14-16,-8 4-79 0,0 4-194 15,-11 2-412-15</inkml:trace>
  <inkml:trace contextRef="#ctx0" brushRef="#br0" timeOffset="39263.0127">14028 5460 375 0,'0'0'1435'0,"0"0"-1148"16,0 0-138-16,0 0-42 15,0 0-32-15,0 0-44 16,51-19-21-16,-35 15-10 16,-1 3-40-16,-5 1-123 15,-4 4-342-15,-6 3-301 0</inkml:trace>
  <inkml:trace contextRef="#ctx0" brushRef="#br0" timeOffset="39402.2192">13996 5566 1046 0,'0'0'323'0,"0"0"-10"15,0 0-56-15,0 0-99 16,0 0-56-16,0 0-19 16,0 0-49-16,64-28-30 15,-32 9-4-15,9-11-80 16,-14 8-277-16,-3-1-551 0</inkml:trace>
  <inkml:trace contextRef="#ctx0" brushRef="#br0" timeOffset="39616.1556">14206 5343 818 0,'0'0'647'16,"0"0"-541"-16,0 0 1 0,0 0 91 15,49 13-32-15,-27 0 13 16,-1 5-38-16,-1 5-15 15,-7 3-25-15,-6 2-23 16,-7 2-32-16,-1-1-13 16,-12-1-14-16,-1-4-11 15,-1-6-8-15,3-4-14 16,8-9-129-16,4-5-232 16,0 0-474-16</inkml:trace>
  <inkml:trace contextRef="#ctx0" brushRef="#br0" timeOffset="40455.1916">14477 5318 1685 0,'0'0'395'16,"0"0"-35"-16,0 0-212 16,0 0-90-16,0 0-28 15,0 0 9-15,16 37 6 16,-10-23-13-16,1 0-2 15,1-1-9-15,-2-2-10 16,2-3-11-16,-1-3 0 16,0-3-12-16,2-2-32 15,0-3-5-15,0-7 0 16,0-4-37-16,-1-1 16 0,-1 0 35 16,-2 1 31-16,-2 2 4 15,-2 4 27-15,-1 4 50 16,0 3 30-16,0 1-31 15,0 3-40-15,0 5-7 16,0 4 11-16,0 0-7 16,0 2-9-16,2-1 0 15,5 0 4-15,1-2-5 16,2-1-7-16,-1-4 0 16,1-2-5-16,-2-4-10 15,0 0 0-15,-2-5 0 16,1-6-1-16,-1-5 0 15,-2-5-46-15,-1-9-38 16,-3-1-4-16,0 0-6 16,0-1 28-16,-3 8 18 0,-2 0 5 15,0 3 28-15,0 5 14 16,2 2 1-16,1 3 0 16,0 1 6-16,1 3 6 15,1 2 8-15,-1 1-9 16,0 2-4-16,1 2-6 15,0 0-1-15,0 3 0 16,2 7-13-16,6 5 13 16,1 4 16-16,4 2 12 15,1 3 24-15,1 0 5 16,-2-2-5-16,-1-1 8 16,-2-4-18-16,-3-3-15 15,-3-4-12-15,-2-4-8 16,-1-4-1-16,0-2 6 15,-1-3 12-15,0-6 0 0,0-5-14 16,0-1-2-16,0 1-1 16,0 3-1-16,0 4-6 15,0 2 0-15,0 4 0 16,3 1-7-16,3 0-1 16,2 7 8-16,3 1 0 15,1 1 0-15,1 1 8 16,0 0-2-16,-1-1-5 15,-1-1-1-15,-2-4-23 16,-2-3-137-16,-1-1-22 0,-1-12-136 16,0-2-386-1,-3-2-338-15</inkml:trace>
  <inkml:trace contextRef="#ctx0" brushRef="#br0" timeOffset="40815.6502">14896 5182 342 0,'0'0'982'15,"0"0"-760"-15,0 0-33 16,0 0-125-16,0 0 31 15,0 0 27-15,0 0-43 16,21 17-26-16,-7-12-23 16,1 0 5-16,-1-4-11 15,-2-1-15-15,-4 0-9 16,-1-5 10-16,-1-3-1 16,-4-1-1-16,0-2 9 15,-1 2 80-15,-1 2 11 16,0 3 23-16,0 4-24 0,0 0-53 15,0 8-32-15,0 7 1 16,4 7 14-16,4 9 29 16,4 8-8-16,3 7 17 15,-1-4-5-15,-3-8-10 16,-4-10-12-16,-3-7-13 16,-3 0-16-16,-1 3-10 15,0-3-1-15,-4-3-2 16,-7-5-5-16,-5-3 8 15,-3-6-9-15,-2 0-34 16,-3-27-118-16,5 2-169 16,8-6-483-16</inkml:trace>
  <inkml:trace contextRef="#ctx0" brushRef="#br0" timeOffset="41131.1303">15302 5085 15 0,'0'0'1378'0,"0"0"-1048"15,0 0 19-15,0 0-84 16,0 0-107-16,0 0-69 16,0 0-12-16,-33-28-22 15,30 16-19-15,3-3-24 16,0 0-12-16,0 1-15 15,3 4-11-15,1 4 10 16,2 5 0-16,2 1 4 0,2 7 4 16,4 7 8-16,1 2 0 15,2 5 11-15,-1 2 15 16,-2 1 18-16,-3 3-6 16,-6 13-24-16,-4-7-14 15,-1-4-578-15</inkml:trace>
  <inkml:trace contextRef="#ctx0" brushRef="#br0" timeOffset="41318.8823">15393 5419 2410 0,'0'0'331'0,"0"0"-191"16,0 0 60-16,0 0-44 15,0 0-99-15,0 0-37 16,0 0-20-16,-14 10-135 16,1-6-450-16</inkml:trace>
  <inkml:trace contextRef="#ctx0" brushRef="#br0" timeOffset="46046.0763">10334 6314 595 0,'0'0'1275'16,"0"0"-996"-16,0 0-152 0,0 0-47 16,0 0 49-16,0 0-28 15,29 2-2-15,15-5 17 16,18-7-43-16,5-4-16 16,-3-1-26-16,-17 3-13 15,-18 7-10-15,-9 1-8 16,-5 1-18-16,-4 3-146 15,-1 0-198-15,-7 0-577 0</inkml:trace>
  <inkml:trace contextRef="#ctx0" brushRef="#br0" timeOffset="46247.4798">10322 6457 2263 0,'0'0'259'0,"0"0"-180"16,0 0-42-16,0 0 78 0,63-2 49 16,-15-10-72-16,14-4-22 15,-4 1-34-15,-11 2-21 16,-18 6-6-16,-8 5-9 16,-5 0-183-16,-4 0-373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43:25.1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2207 4042 1013 0,'0'0'314'15,"0"0"-160"-15,0 0-29 16,0 0 6-16,-4-36-16 16,8 26-50-16,6-2-26 15,4-3-14-15,2 0-11 0,4-1-6 16,0 1-8-16,5 3-23 15,-7 3-169-15,-5 4-143 0</inkml:trace>
  <inkml:trace contextRef="#ctx0" brushRef="#br0" timeOffset="171.7895">2206 4146 1196 0,'0'0'200'15,"0"0"-144"-15,0 0 46 16,0 0-6-16,0 0-23 0,51-28-28 16,-21 7-32-1,19-9-13-15,-6 6-30 0,0 2-365 0</inkml:trace>
  <inkml:trace contextRef="#ctx0" brushRef="#br0" timeOffset="2370.2897">7140 3771 82 0,'0'0'663'0,"0"0"-536"16,0 0-44-16,0 0 71 16,0 0 17-16,0 0-7 15,0 0-46-15,-36-2-30 16,36 0-54-16,9 0-18 16,5-2-3-16,5 1 22 15,5 0 15-15,4 0-9 16,9 1 7-16,8 0 3 15,8 2-7-15,1 0 6 16,-4 0-22-16,-6 1-6 16,-5 1 1-16,0 0-15 15,2 0 1-15,3-1-1 16,-1 0-8-16,1 0 6 0,-1-1 0 16,-2 0-4-1,-7 0-1-15,-6 0 5 0,-7 0-5 16,0 0-1-16,3 0 1 15,3 0 0-15,2-1 9 16,-1-1-9-16,-1-1-1 16,-1 0 1-16,0-1 5 15,1 0-5-15,-1-1 0 16,1 0 8-16,0 1-8 16,-2 0 0-16,0 2 0 15,-4-1 1-15,-1 1-2 16,0 0 1-16,-3 2 0 0,2-2 0 15,-1 1 0 1,1 0 0-16,1-2 0 0,0 1-1 16,-1 0 1-16,1 1 0 15,-1 1 0-15,-1-1-1 16,-1 1 1-16,0-1-1 16,-1 1 1-16,-1 0-1 15,1 0 8-15,-1-2-8 16,-1 2-1-16,0-1 0 15,2-1 1-15,-2 0 2 16,1-1-1-16,1 0 5 16,-2-2-4-16,2 0 8 15,-2-1 0-15,-1-2 9 16,1 0 2-16,-1-2 26 0,-1 0 4 16,-2-2-7-16,0-1-4 15,-3-3 6-15,0-1-4 16,-3-4-8-16,0-2-2 15,-3-10-3-15,-1-10 16 16,0-10-14-16,-4-4 8 16,-4 5-6-16,0 5-12 15,-4 6 0-15,0 2-9 16,-3 1 0-16,2 6-5 16,1 9-7-16,2 4 9 15,-1 4 2-15,-4-2 3 16,-3-1-7-16,-3 0-6 15,-4 2-2-15,-7 2 1 16,-10 2-8-16,-10 3-12 16,-5 5-33-16,0 4 35 15,0 1 11-15,1 7 7 0,-5 0 5 16,-5 3-5-16,-6 2 0 16,-6 1 0-16,-5 3 8 15,-4 1-8-15,-4 0 1 16,0 1-1-16,-2-1 1 15,0 1 1-15,2-2-1 16,4 1 5-16,-1-2-6 16,3 0 1-16,2-2 0 15,5-1 0-15,6-1 1 16,6-2 7-16,6-2-2 0,8-2-7 16,14-3 0-16,9-2 0 15,11 0 0-15,5-1-2 16,1 0 2-16,4 0 0 15,0 0 12-15,5 0-3 16,3 0-8-16,0 0-1 16,0 0-11-16,0 0-9 15,0 1-13-15,7 7 11 16,2 3 10-16,1 4 11 16,1 6-7-16,2 8 8 15,1 10 58-15,2 9-4 16,0 1-14-16,0-2-3 15,-1-6-7-15,-4-10-9 0,0-4 0 16,-2-8-9 0,1-2-6-16,2 0 2 0,3 2-7 15,2-1 13-15,0-4-5 16,1-3-7-16,2-5-2 16,0-2 9-16,2-4-9 15,1 0-1-15,0-5-14 16,2-7-94-16,10-9-94 15,-6 0-325-15,-6 3-664 0</inkml:trace>
  <inkml:trace contextRef="#ctx0" brushRef="#br0" timeOffset="2550.384">7226 3697 2338 0,'0'0'274'0,"0"0"-195"16,0 0-79-16,0 0-30 16,0 0-100-16,0 0-255 15,-32 36-481-15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43:36.7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3967 2866 185 0,'0'0'150'0,"0"0"-68"16,0 0-27-16,0 0 7 15,0 0-1-15,0 0-20 0,-24-22-16 16,21 19 18-16,-3 0-15 16,2 0 38-1,-1 1-20-15,1-1-15 0,0 1 3 16,-1 1-6-16,1-1-17 15,0 1-5-15,0 0-5 16,1 1 1-16,0-1-1 16,1 1 1-16,0 0 8 15,0 0 4-15,1 0 2 16,-1 0 5-16,2 0-13 16,0 5-6-16,0 3 11 15,0 4 4-15,0 5 8 16,0 3-7-16,4 1 4 0,-2 3-9 15,0 2-3 1,-1 2 3-16,-1-1 5 0,0 3-5 16,0-1 1-16,0 0-7 15,0-1 2-15,0-2-9 16,0-2 1-16,0-3-1 16,0-3 0-16,0-2 0 15,0-2-8-15,0-4-6 16,0-1-18-16,1-3 10 15,2 1-11-15,2-3-13 16,2-1-42-16,1 0-9 16,2-2 74-16,2 0-5 15,2-1 2-15,2 0-11 0,1 0 15 16,2 0 9 0,0 1 12-16,1 1-5 0,0 1-6 15,1 0 11-15,-1 2 0 16,0-1 0-16,2 0 1 15,0-1-1-15,-1-1 0 16,1-1 1-16,-2-1 0 16,-2 0 0-16,0 0 0 15,-2-5 0-15,-1-3-18 16,1-1-8-16,0-3 13 16,0-1 3-16,-2-1 8 15,2-1-27-15,0-2-18 16,-2-2-30-16,0 0-25 15,-1-3-42-15,-4-1 43 16,-2-1 101-16,-3-2 23 16,-3-1 79-16,-1-2-1 15,-1-1-27-15,-5 0-2 0,-2 0-26 16,-2 1-22-16,0 2 10 16,-4 3-8-16,-1 5-6 15,-4 2-11-15,-2 5-9 16,-2 3-10-16,-2 2 10 15,0 3 7-15,0 1-6 16,1 3 16-16,1 0-11 16,2 0-5-16,3 3 0 15,2 3 0-15,-1 4-1 16,4-1-16-16,2 0-131 0</inkml:trace>
  <inkml:trace contextRef="#ctx0" brushRef="#br0" timeOffset="868.4491">4468 6241 10 0,'0'0'93'15,"33"58"-50"-15,-17-38-43 16</inkml:trace>
  <inkml:trace contextRef="#ctx0" brushRef="#br0" timeOffset="1223.7708">4804 5738 123 0,'0'0'85'0,"0"0"-61"15,0 0-9-15,0 0 14 16,0 0 5-16,0 0-34 0,0 0-20 15,-28 18 14 1,30-16 6-16,0 0 0 0,-1 1-23 16,2-1-238-16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43:50.8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2794 4381 704 0,'0'0'404'0,"0"0"-175"16,0 0-66-16,0 0 52 0,0 0-35 15,0 0-46 1,-8 1-25-16,8-1-22 0,0 0-29 16,0 0 15-16,0 0 1 15,0 0-21-15,0 0-1 16,1 0 3-16,5-1 8 16,4-3 14-16,1-2-7 15,5-3-25-15,0 0-16 16,1-2-23-16,-1-1 7 15,1 0-12-15,1 0 4 16,-4 2-5-16,-2 3-73 16,-6 3-64-16,0 3-156 15,-6 2-75-15,0 5-155 16,-6 2-245-16</inkml:trace>
  <inkml:trace contextRef="#ctx0" brushRef="#br0" timeOffset="210.1832">2757 4508 856 0,'0'0'693'16,"0"0"-513"-16,0 0 87 15,0 0-44-15,0 0-91 16,0 0-45-16,0 0-16 16,16-5 22-16,1-4-32 15,4-5-34-15,2-2-11 16,3-3-6-16,0-2-10 15,0-1-10-15,7-8-127 0,-6 6-195 16,-6 2-293-16</inkml:trace>
  <inkml:trace contextRef="#ctx0" brushRef="#br0" timeOffset="531.2827">2871 4187 1743 0,'0'0'253'0,"0"0"-92"16,0 0 127-16,0 0-129 16,0 0-52-16,0 0-36 15,0 0 24-15,18 0 33 16,5 4-31-16,2 0-31 16,1 1-18-16,-1 1-3 15,-2 2-12-15,-3 0-18 0,-4 3 16 16,-5 2-7-16,-6 2 3 15,-5 4-9-15,-5 6 11 16,-14 8-4-16,-11 9-4 16,-7 8 3-16,-2 2-13 15,6-10-6-15,10-12-5 16,10-9 0-16,-1 2 0 16,0 15-65-16,2-5-397 15,-1-1-973-15</inkml:trace>
  <inkml:trace contextRef="#ctx0" brushRef="#br0" timeOffset="2191.9503">2902 3309 1283 0,'0'0'359'15,"0"0"-203"-15,0 0-11 0,0 0-9 16,-29 72-4-16,26-14 35 16,3 4-40-16,3-2-27 15,10-17-42-15,0-15-15 16,1-8-17-16,2-6-7 16,3 1-2-16,4-1-7 15,3-1 2-15,-2-5 1 16,-4-5-7-16,-4-3 0 15,-6 0-4-15,-4-9 8 16,-5-4-9-16,-1-3 11 16,-9-1-6-16,-5 0-6 15,-5 1 0-15,-1 4 7 0,-1 4-2 16,1 6-5-16,1 2 0 16,4 2-1-1,4 4-10-15,7 2-40 0,4-2-108 16,6-2-174-16,5-2-219 15,1-2-475-15</inkml:trace>
  <inkml:trace contextRef="#ctx0" brushRef="#br0" timeOffset="2551.4489">2997 3370 1151 0,'0'0'658'0,"0"0"-414"0,0 0-49 15,0 0-107-15,0 0 25 16,11 38 1 0,5-17-33-16,0 1-29 15,2 2-15-15,-2-6-10 0,1 0-12 16,-2-5-8-16,-2-5-1 16,-3-4 0-16,-2-3-4 15,-2-1 13-15,-2-8 4 16,-1-6-4-16,-3-5-1 15,0-2 23-15,0 1 48 16,0 4-44-16,-2 5-25 16,1 5-6-16,1 6-4 15,0 0-6-15,0 11 0 16,7 12 0-16,4 12 22 16,3 15 10-16,3 6-2 0,0 2-2 15,2 1-28-15,-6-18-148 16,-2-6-663-16</inkml:trace>
  <inkml:trace contextRef="#ctx0" brushRef="#br0" timeOffset="3317.7883">5378 6098 227 0,'0'0'1304'16,"0"0"-1039"0,0 0 31-16,-47 15-96 0,33 8-37 15,2 12-41-15,7-2-19 16,4 0 1-16,1-5-38 16,9-6-23-16,4-1-20 15,3-1-11-15,3-4-6 16,1-6 0-16,-2-5-6 15,-4-4 0-15,-3-1 0 16,-6-1 13-16,-2-7-1 16,-3-3-1-16,-3-3-11 15,-5 1 0-15,-4 0 1 16,-1 3-1-16,0 5 6 16,2 2-6-16,2 3-18 15,3 0-17-15,2 7-56 0,4 1-42 16,5 4-90-16,5-1-117 15,3-4-378-15</inkml:trace>
  <inkml:trace contextRef="#ctx0" brushRef="#br0" timeOffset="3685.8213">5483 6139 1713 0,'0'0'237'15,"0"0"86"-15,0 0-164 16,0 0-66-16,0 0-36 0,0 0 62 16,0 0-18-16,28 40-30 15,-17-27-28 1,1-1-18-16,0-1-7 0,0-3-10 16,-2-3-7-16,0-2 5 15,-3-3-6-15,0-2 1 16,-4-9-1-16,0-4 1 15,-3-3-1-15,0-2 1 16,0 2 4-16,0 5-5 16,0 5 1-16,0 6 23 15,0 2 19-15,6 1-27 16,3 10 11-16,5 4 27 16,1 5 9-16,2 2-31 15,-1 3-20-15,2 3-12 16,5 12-17-16,-5-7-232 0,-3-3-527 0</inkml:trace>
  <inkml:trace contextRef="#ctx0" brushRef="#br0" timeOffset="6466.9236">10406 4098 578 0,'0'0'759'16,"0"0"-544"-16,0 0-11 15,0 0-1-15,0 0-18 16,-14-34-31-16,13 30-15 16,1 2-17-16,0 1-25 15,0 1-36-15,0 5-18 16,5 8-28-16,3 12 27 0,0 2 21 16,0 3-4-16,-2 0 13 15,-2-5-32 1,1 1-26-16,-1-7-14 0,2-5-8 15,-1-5-152-15,3-9-127 16,0-1-249-16,-2-9-379 0</inkml:trace>
  <inkml:trace contextRef="#ctx0" brushRef="#br0" timeOffset="6774.3676">10526 3912 1352 0,'0'0'287'15,"0"0"95"-15,0 0-67 0,0 0-134 16,0 0-96 0,-5 36-12-16,4-10 11 0,1 5-11 15,0 0 1-15,0-1 9 16,3-1-29-16,5-4-14 16,3-6-3-16,1-3-10 15,1-6-9-15,-1-6-4 16,-1-3-4-16,-1-1 1 15,-3-4-2-15,0-6-9 16,-3-1 12-16,-2-3-12 16,-2 2 0-16,0 1-1 15,-3 4 0-15,-5 6-11 16,-3 1-44-16,-8 21-150 16,3 2-289-16,2 0-531 0</inkml:trace>
  <inkml:trace contextRef="#ctx0" brushRef="#br0" timeOffset="7338.7512">11987 5396 1778 0,'0'0'366'16,"0"0"-73"-16,0 0-36 15,0 0-54-15,0 0-96 16,1 38-55-16,8-7 39 16,-1 1-20-16,-2-2-37 15,1-9-19-15,-1 2-7 16,3 0-8-16,0-3-7 15,0-5-131-15,4-7-214 16,-1-5-349-16,-3-3-735 0</inkml:trace>
  <inkml:trace contextRef="#ctx0" brushRef="#br0" timeOffset="7635.8455">12189 5383 1545 0,'0'0'371'0,"0"0"-156"15,-24 39 53-15,15-9-24 16,4 1-7-16,2 0-75 16,3 1-50-16,0-8-33 15,5 2-35-15,5-6-25 16,2-4-7-16,2-6-6 16,-1-4 2-16,0-5-7 15,-3-1 11-15,-4-4-5 16,-3-7 2-16,-3-2-1 0,0-4-7 15,-9 1 11-15,0 3-10 16,-2 3 4-16,-1 6-11 16,-1 4 5-16,1 5-42 15,-2 8-37-15,-4 14-135 16,3-3-266-16,2-3-625 0</inkml:trace>
  <inkml:trace contextRef="#ctx0" brushRef="#br0" timeOffset="7813.1453">12444 5588 2343 0,'0'0'290'16,"0"0"-60"-16,0 0-136 0,0 0-28 16,-38-10-32-16,32 9-34 15,3 0-64-15,-2 0-196 16,0 1-346-16,0-1-681 0</inkml:trace>
  <inkml:trace contextRef="#ctx0" brushRef="#br0" timeOffset="17906.5404">13383 4205 1470 0,'0'0'338'0,"0"0"-208"15,0 0-19-15,0 0 63 16,0 0 32-16,0 0-77 15,27-2-47-15,-12 0-35 16,4-2-22-16,4 0-12 16,1 0-5-16,2 0-8 15,-3 0 0-15,-2 0 0 16,-4 1-47-16,-6 0-129 16,-9-2-119-16,-2 0-246 0,-1 0-522 15</inkml:trace>
  <inkml:trace contextRef="#ctx0" brushRef="#br0" timeOffset="18221.6001">13369 4043 1614 0,'0'0'226'16,"0"0"-62"-16,0 0-1 15,0 0 87-15,0 0-94 16,0 0-65-16,0 0-36 16,-15 34-22-16,0-11 7 15,-4 4 24-15,-1-1-24 0,3 0 16 16,3-2-5-16,8-4-17 16,6-3 0-16,2-5-8 15,21 0-16-15,18-5 14 16,18-3-4-16,4-4-14 15,-7 0-6-15,-16 0-6 16,-8 2-146-16,-11 1-146 16,-3 2-545-16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49:04.3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10839 1523 1746 0,'0'0'322'0,"0"0"-50"15,0 0-109-15,-54 34-75 16,32 6-32-16,2 12 25 16,5 6 5-16,9-4-33 15,6-7-13-15,0-15-18 16,7-6-5-16,0-9-8 16,-1-5-3-16,4 0-5 15,-3-2 14-15,2-2-15 16,-4-4 11-16,-1-3 1 15,-3-1 4-15,-1-2 18 16,0-7-4-16,-6-3-18 0,-4-4-4 16,-1-2-7-16,-3 0-1 15,0 4-15-15,0 5-19 16,1 4-5-16,3 3-30 16,3 2-52-16,5 0-43 15,7 3-157-15,6 1-258 16,2 0-167-16</inkml:trace>
  <inkml:trace contextRef="#ctx0" brushRef="#br0" timeOffset="419.6534">10911 1526 1650 0,'0'0'297'0,"0"0"22"15,0 0-193-15,0 0-80 16,0 0-6-16,9 45 37 16,-2-21-1-16,2 3-16 15,0-1-5-15,2 0-21 16,0-2-14-16,2-4-19 16,0-1 10-16,1-6-11 15,-3-4 0-15,-1-5-1 16,-2-4-22-16,-3-1 23 15,-1-10 9-15,-1-7 3 0,0-4-11 16,-3-3 14 0,0-1 0-16,0 1 5 0,0 6 5 15,0 5 27-15,0 9-2 16,1 5-22-16,2 0-22 16,3 12-6-16,1 5 17 15,2 5-6-15,2 2 0 16,-1 2-5-16,0 2-6 15,2 0 0-15,-3-1-1 16,7 7-57-16,-4-6-188 16,-1-8-422-16</inkml:trace>
  <inkml:trace contextRef="#ctx0" brushRef="#br0" timeOffset="638.2578">11315 1519 1430 0,'0'0'590'16,"0"0"-238"-16,0 0-150 16,0 0-121-16,0 0-54 15,0 0 10-15,10 48 33 16,-4-25 2-16,0 3-11 16,-1-2-31-16,-2 1-15 15,-2-2-15-15,-1-1-34 16,-2 5-145-16,-5-7-206 15,-2-5-391-15</inkml:trace>
  <inkml:trace contextRef="#ctx0" brushRef="#br0" timeOffset="835.0019">11185 1634 1054 0,'0'0'786'0,"0"0"-579"0,0 0 20 16,0 0-119-16,0 0 73 15,49 9-47-15,-9 1-18 16,11 0-2-16,-4-1-50 16,-8-2-32-16,-12-2-19 15,-7-1-13-15,12 2-48 16,-4 0-233-16,-3-3-527 0</inkml:trace>
  <inkml:trace contextRef="#ctx0" brushRef="#br0" timeOffset="1170.4088">11578 1458 1322 0,'0'0'667'0,"0"0"-442"16,0 0-33-16,-29 34-16 16,26-13-6-16,2 4-37 15,1 2-30-15,4 2-39 16,5-1-22-16,2-3-18 15,2-4-12-15,0-4-2 16,-2-6-8-16,0-4 4 16,-3-5 3-16,-1-2 3 15,-1-4 9-15,-1-9-8 0,-1-3 1 16,-2-2-8-16,-2-1 3 16,0 2-9-16,-4 2 5 15,-6 5-4-15,0 6-2 16,-2 2 1-16,0 2-44 15,3 6-49-15,2 6-103 16,7 6-80-16,0-3-212 16,4-3-200-16</inkml:trace>
  <inkml:trace contextRef="#ctx0" brushRef="#br0" timeOffset="1577.4133">11701 1443 608 0,'0'0'1403'0,"0"0"-1110"15,0 0-41-15,0 0-156 16,0 0-53-16,0 0 39 16,3 46 63-16,9-23-54 15,3 2-34-15,0-1-21 16,0-2-18-16,1-3-6 15,-3-3-2-15,0-4-10 16,-5-6 0-16,0-4 0 16,-3-2-12-16,0-7 11 0,0-8 1 15,1-4 0-15,-3-5 1 16,1 2-1-16,-1 2 1 16,-2 6 12-16,0 6 18 15,0 6 5-15,0 2-19 16,1 8-17-16,3 7 2 15,0 5 16-15,1 3-5 16,0 3-5-16,-1-1-7 16,-1 1 10-16,2-2-11 15,7 4-71-15,0-4-424 16,0-9-715-16</inkml:trace>
  <inkml:trace contextRef="#ctx0" brushRef="#br0" timeOffset="1902.1991">12357 1577 1609 0,'0'0'315'16,"0"0"-127"-16,0 0-100 15,0 0-38-15,0 0-30 0,46-11-20 16,-27 10-15-16,6 1-126 15,-4 0-192-15,-6 4-389 0</inkml:trace>
  <inkml:trace contextRef="#ctx0" brushRef="#br0" timeOffset="2244.1998">12612 1437 100 0,'0'0'1329'15,"0"0"-1070"-15,0 0-79 16,59 14-18-16,-34 0-10 16,0 6-24-16,-3 4-37 15,-3 7-31-15,-10 8-15 0,-8-3-15 16,-1-3-15-16,-12-7-15 16,-1-7-20-16,2 0-153 15,0-5-376-15,7-9-543 16</inkml:trace>
  <inkml:trace contextRef="#ctx0" brushRef="#br0" timeOffset="2754.9071">12968 1438 696 0,'0'0'1388'0,"0"0"-1214"15,0 0-17-15,0 0-55 16,-7 39 67-16,9-21-8 15,5 2-36-15,1-1-56 16,0-1-32-16,-2-2-20 0,-1-3-8 16,-1-5-8-16,-2-4 5 15,-1-2-5-15,0-2-1 16,-1-3 0-16,0-10 0 16,0-9-15-16,0-3 13 15,-2-3 2-15,2-1 0 16,0 7 0-16,0 3 1 15,2 6-7-15,3 8 6 16,2 3-8-16,3 2-2 16,3 8-8-16,1 4 18 15,1 1 0-15,-2 1 0 16,-2 0 0-16,-3-2 0 16,-3-3 1-16,-2-3 0 0,0-4 0 15,-3-2 0 1,0-2 11-16,1-9 12 0,1-5-7 15,0-5 5-15,2-1 2 16,1 0-4-16,1 4-5 16,0 6 6-16,1 7-6 15,2 5-15-15,2 1-5 16,3 8 5-16,2 4 1 16,2 3-1-16,0 2 0 15,1 0-48-15,8 4-196 16,-4-4-303-16,-4-7-551 0</inkml:trace>
  <inkml:trace contextRef="#ctx0" brushRef="#br0" timeOffset="3281.2127">13387 1345 1114 0,'0'0'949'16,"0"0"-784"-16,0 0 185 15,0 0-128-15,-41-14-66 16,34 24-98-16,1 5-24 15,0 3 2-15,2 1-6 16,3 1-16-16,1-1-5 16,3-3-8-16,4-2-1 15,3-3-6-15,0-5-63 16,1-4-104-16,1-2 24 16,-2-6 40-16,0-7 33 15,-2-2 40-15,-2-2 35 0,-3 1 1 16,-1 3 16-16,-2 4 32 15,0 3 13-15,0 4 28 16,0 2-40-16,0 0-38 16,0 7-11-16,3 2 1 15,2 1 0-15,3 1 0 16,3-2-1-16,3-2 1 16,2-2-1-16,2-4-22 15,0-1-51-15,-1-3 0 16,-3-7 4-16,-2-4-6 15,-5-5 48-15,-4-9 27 16,-3-10 12-16,0 1 19 16,-4 4 0-16,0 9 26 0,1 11 32 15,0 4 77-15,1 5-57 16,2 4-62-16,0 2-47 16,0 12-13-16,5 5 11 15,4 5 2-15,1 2 0 16,1 1-1-16,0 0-88 15,1 3-93-15,-4-6-179 16,-3-6-438-16</inkml:trace>
  <inkml:trace contextRef="#ctx0" brushRef="#br0" timeOffset="3655.1138">13587 1331 1689 0,'0'0'304'16,"0"0"26"-16,0 0-96 0,0 0-58 15,0 0-103-15,0 0-50 16,0 0-17-16,40-11-5 16,-22 22 13-16,1 3-1 15,-2 2-6-15,-2-1-7 16,-1 1-1-16,-4-4 1 16,-2-2 0-16,-3-2-36 15,-3-3-35-15,0-4 5 16,-2-1 60-16,0-2 6 15,1-10 18-15,2-4 4 16,1-4 22-16,1-2 50 0,2 1 1 16,1 3 1-1,1 6-26-15,0 5-26 0,0 4-22 16,3 3-1 0,1 5-1-16,0 6-5 0,0 2-9 15,-1 3-5-15,-4-1 0 16,-1-2-1-16,-4-2-107 15,-3-3-175-15,-4-3-277 16,-5-5-445-16</inkml:trace>
  <inkml:trace contextRef="#ctx0" brushRef="#br0" timeOffset="3774.8439">13821 1114 1048 0,'0'0'166'0,"0"0"-128"15,0 0-38-15,0 0-1 0,22 42-118 16</inkml:trace>
  <inkml:trace contextRef="#ctx0" brushRef="#br0" timeOffset="4201.7223">13967 1233 1443 0,'0'0'618'15,"0"0"-365"-15,0 0-47 16,0 0-80-16,0 0-48 16,0 0-41-16,0 0 9 15,27 15 16-15,-19-1-16 0,-4 1-9 16,-2 1-10 0,-2 0-9-16,0-2-9 0,0-3-1 15,-3-2-8-15,3-5-33 16,0-4-31-16,0 0-26 15,9-12-47-15,7-10 48 16,5-13-1-16,2-8 35 16,-3-1 43-16,-8 11 12 15,-5 10 39-15,-5 9 19 16,0 4 52-16,-2 3 33 16,0 2-10-16,0 5-67 15,0 5-41-15,0 12-13 16,0 4 15-16,0 3-8 15,2 1-1-15,4 0-3 0,3-2-14 16,2-2 8-16,1-4-3 16,2-1-6-16,-2-3 0 15,-11-2-69-15,-1-3-421 16,-13-3-793-16</inkml:trace>
  <inkml:trace contextRef="#ctx0" brushRef="#br0" timeOffset="4670.2535">12457 1727 530 0,'0'0'856'0,"0"0"-553"0,0 0 20 16,0 0 13-16,0 0-68 15,0 0-51-15,0 0-70 16,-24 2-61-16,36-10-36 15,12-4-25-15,15-5-25 16,7-1-54-16,-6 5-285 16,-13 4-573-16</inkml:trace>
  <inkml:trace contextRef="#ctx0" brushRef="#br0" timeOffset="5315.5168">11020 2552 1458 0,'0'0'376'0,"0"0"-30"16,0 0-42-16,0 0-42 16,0 0-98-16,0 0-103 15,0 0-29-15,2 57 59 16,6-21-9-16,0-2-25 15,-1-5-31-15,-1-9-11 16,0 4-14-16,3 2-1 16,1-3-15-16,8 3-141 15,-3-6-351-15,-2-7-418 0</inkml:trace>
  <inkml:trace contextRef="#ctx0" brushRef="#br0" timeOffset="5638.7208">11207 2516 1041 0,'0'0'925'16,"0"0"-673"-16,0 0-13 15,0 0-154-15,-28 62 22 16,28-19-1-16,2 0 12 0,7-8-27 16,1-12-39-1,1-8-18-15,2 1-17 0,2-3-16 16,2 0 7-16,-4-7-7 15,-1-4 14-15,-4-2-3 16,-1-6 0-16,-4-6 6 16,-2-5-9-16,-1-4 0 15,-1 1-8-15,-6 0 8 16,-2 6-9-16,-1 4-16 16,-1 8-18-16,1 2-33 15,0 4-95-15,4 8-20 16,6 5-87-16,3-2-309 15,8-5-362-15</inkml:trace>
  <inkml:trace contextRef="#ctx0" brushRef="#br0" timeOffset="5854.3713">11507 2492 1916 0,'0'0'269'16,"0"0"88"-16,0 0-178 15,0 0-84-15,0 0-39 16,-22 58 6-16,20-29 7 16,2 3-37-16,-1 0-19 15,0-6-7-15,0 2-6 16,1-2-28-16,-5-1-198 16,1-7-333-16,-2-6-463 0</inkml:trace>
  <inkml:trace contextRef="#ctx0" brushRef="#br0" timeOffset="6042.3851">11375 2567 1859 0,'0'0'280'16,"0"0"-64"-16,0 0-132 16,59 16 114-16,-8-3 8 15,7 3-43-15,-9-2-68 16,-12-3-54-16,-15-2-26 15,-4 1-15-15,1 1-1 16,4 5-151-16,-6-2-310 16,-7-6-625-16</inkml:trace>
  <inkml:trace contextRef="#ctx0" brushRef="#br0" timeOffset="6255.2576">11688 2429 1949 0,'0'0'279'0,"0"0"92"16,0 0-222-16,0 0-69 16,0 0-5-16,13 37 39 15,4-19-23-15,1 2-34 16,3 0-24-16,-3 1-20 16,-2-2-7-16,-1 0-6 15,2 1-113-15,-6-5-382 16,-2-6-528-16</inkml:trace>
  <inkml:trace contextRef="#ctx0" brushRef="#br0" timeOffset="6538.3982">11876 2342 1795 0,'0'0'287'16,"0"0"63"-16,0 0-154 15,0 0-57-15,-30 38-28 16,29-12-16-16,1 2-8 15,1 2-42-15,7-1-14 16,4-4-14-16,1-3-8 16,2-6-8-16,0-5 8 15,-1-5-1-15,-1-5 2 16,-2-1-1-16,-3-8 5 16,-2-4 1-16,-3-3-6 0,-3 0 3 15,0 0-6-15,-5 4-6 16,-5 3-8-16,-1 4 7 15,-2 4-85-15,5 0-159 16,3 4-233-16,5 0-537 0</inkml:trace>
  <inkml:trace contextRef="#ctx0" brushRef="#br0" timeOffset="6743.1507">12125 2449 1787 0,'0'0'379'0,"0"0"-77"0,0 0-154 15,0 0-95-15,0 0-16 16,39-18-22-16,-14 8-15 16,-1 0 0-16,2 0-126 15,-5 4-189-15,-9 1-401 0</inkml:trace>
  <inkml:trace contextRef="#ctx0" brushRef="#br0" timeOffset="6879.4477">12166 2494 1330 0,'0'0'213'0,"0"0"-95"15,0 0-51-15,59-36-67 0,-26 17-97 16,-4 0-278-16</inkml:trace>
  <inkml:trace contextRef="#ctx0" brushRef="#br0" timeOffset="7112.4006">12289 2247 1847 0,'0'0'262'16,"0"0"-129"-16,39 0-34 15,-10 0 41-15,5 8-24 16,1 6-2-16,-1 4 27 16,-5 4-35-16,-7 4-22 0,-8 3-37 15,-12 2-15-15,-4 1-10 16,-15 0-8-16,-5-2-14 16,-5 7-35-16,6-8-186 15,7-9-405-15</inkml:trace>
  <inkml:trace contextRef="#ctx0" brushRef="#br0" timeOffset="13175.1631">8677 5706 2096 0,'0'0'470'0,"0"0"-251"16,0 0-8-16,0 0-50 16,0 0-78-16,45-15 8 15,-2-1 12-15,11-4-29 16,-1 1-35-16,-11 4-24 15,-14 4-9-15,-10 6-6 16,1 1-13-16,-1 3-83 0,-3 1-88 16,-7 0-365-16</inkml:trace>
  <inkml:trace contextRef="#ctx0" brushRef="#br0" timeOffset="13376.2499">8715 5863 1879 0,'0'0'376'16,"0"0"-118"-16,0 0-33 15,0 0 58-15,43-17-62 16,-3-3-83-16,1-2-57 16,-3 3-59-16,-7 3-22 15,-12 7-18-15,-3 1-122 16,-3 3-372-16,-12 2-631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44:32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11013 3363 948 0,'0'0'698'15,"0"0"-425"-15,0 0-44 16,0 0 3-16,0 0 32 15,0 0-3-15,57 7-65 16,-13-7-43-16,12-1-32 16,4-4-25-16,-3 0-28 15,-8 1-31-15,-14 1-10 16,-8 1-13-16,-8 0-2 0,-4 1-5 16,-2-1-5-1,-1 1-2-15,-2 0-3 0,-6-1-63 16,-4 0-23-16,-9-3-99 15,-5 0-425-15,-5-1-405 0</inkml:trace>
  <inkml:trace contextRef="#ctx0" brushRef="#br0" timeOffset="411.66">11063 3229 973 0,'0'0'986'0,"0"0"-719"15,0 0 9-15,0 0-18 16,0 0-19-16,0 0-76 16,0 0-73-16,-3-11-44 15,-2 19-25-15,-5 4-6 16,-3 8 1-16,-3 2 14 15,-2 4-6-15,1-1-4 16,3 1-8-16,4-2-5 16,3-1 1-16,6-3 1 15,1-2 1-15,3-3 11 16,8-3-1-16,7-2 4 16,6-5 6-16,10-2 9 0,12-3-9 15,13-5-11-15,3-7-4 16,-11-2 6-16,-13 2-9 15,-15 5-6-15,-6 3-6 16,-1 1-11-16,-3 3-115 16,-13 12-152-16,-2 4-577 15,-17 2-1000-15</inkml:trace>
  <inkml:trace contextRef="#ctx0" brushRef="#br0" timeOffset="1674.1476">10976 4461 1460 0,'0'0'478'0,"0"0"-227"0,0 0-26 15,0 0-9 1,0 0 0-16,0 0-77 0,0 0 0 16,55 0-5-16,-14 0-21 15,11 0-30-15,4 0-26 16,-2 0-17-16,-7 0-8 16,-7-3-14-16,-7-1 0 15,-5 1-17-15,-8 1 17 16,-4-1-12-16,2 0-6 15,-2-1 0-15,-1 1-2 16,-6 0 2-16,-5 0-49 16,-3 0-40-16,-1 0-59 15,-18-5-337-15,-4 1-165 0,-4 0-826 0</inkml:trace>
  <inkml:trace contextRef="#ctx0" brushRef="#br0" timeOffset="2238.8472">11018 4350 616 0,'0'0'104'16,"0"0"433"-16,0 0-298 16,0 0 31-16,0 0-29 15,0 0-33-15,0 0-43 16,-22-15-36-16,20 15-47 15,1 0-16-15,-1 0-22 16,-3 6-23-16,-3 7-20 16,-4 4 23-16,-4 7 37 15,-3 2 8-15,0 3-20 16,0 0-1-16,2-1 6 0,4-3-2 16,3-3-13-16,5-3-12 15,5-4-1-15,2-2 1 16,12-3 12-16,11-2 37 15,14-5 20-15,15-3-11 16,5-1-20-16,-2-9-19 16,-7-1-10-16,-13 0-12 15,-9 4-6-15,-8 1-3 16,-5 2-7-16,-1-1-8 16,-1 2 0-16,-4 0 0 15,-5 2-21-15,-4 1-79 16,-12 0-80-16,-6 5-361 15,-7 1-808-15</inkml:trace>
  <inkml:trace contextRef="#ctx0" brushRef="#br0" timeOffset="7817.5533">8294 3239 64 0,'0'0'89'16,"0"0"1004"-16,0 0-842 0,0 0 33 15,0 0 0 1,-15-34-55-16,1 34-100 0,-4 2-28 15,-4 12-37-15,-3 6 0 16,-2 5 28-16,3 5-1 16,6 2-18-16,6-1-34 15,6-1-19-15,6 0-10 16,5-2-1-16,9 0 6 16,2 0-14-16,1 0 0 15,-1 2 0-15,-5-1 1 16,-5 2 4-16,-6 0 4 15,-6-1-8-15,-9 0-1 16,-6-1 1-16,-3-1-1 16,-2-5 0-16,1-3 5 15,3-6-5-15,4-7 6 0,4-5-5 16,6-2 41-16,2-6-12 16,3-3 2-16,3 1-9 15,0 1-10-15,9 6-8 16,2 1-6-16,4 6 0 15,3 10 6-15,0 13 0 16,-2 14 20-16,-4 12 10 16,-8 6 6-16,-4-1 5 15,-1-5-6-15,-6-4-4 16,1-1 2-16,1-3 6 16,2-2-18-16,3-5-1 15,0-7-1-15,0-8-11 0,2-8-14 16,2-5 1-16,3 0 5 15,2-1-5-15,2 0-1 16,1-7 0-16,3-3-1 16,1-1 0-16,2-6-23 15,1-6-18-15,-1-2-30 16,1-9-95-16,-4 4-313 16,-7 3-297-16</inkml:trace>
  <inkml:trace contextRef="#ctx0" brushRef="#br0" timeOffset="7985.0409">8152 4423 2072 0,'0'0'759'0,"0"0"-635"16,0 0-18-16,0 0-78 15,0 0-22-15,0 0-6 16,0 0-210-16,-40 7-634 0</inkml:trace>
  <inkml:trace contextRef="#ctx0" brushRef="#br0" timeOffset="9312.2299">8424 5602 1252 0,'0'0'257'16,"0"0"-75"-16,0 0-8 16,-43-8 0-16,21 13-39 15,-7 16-6-15,-6 12-26 16,6 0 3-16,5-1 7 15,12-1 18-15,12-9-46 16,0 4-31-16,14 3-5 0,7-2-10 16,8-1-3-16,4-2-2 15,1 2-5-15,-3 0-7 16,-6 1-10-16,-6 1 0 16,-10 1 3-16,-8 1 11 15,-3 1-11-15,-14 0-3 16,-7 1-11-16,-3 0 17 15,-4-1-9-15,1-3-8 16,2-4 8-16,4-7-9 16,7-5 1-16,7-7 0 15,5-3 11-15,4-2 5 16,0 0-10-16,6 0-6 0,6 0 0 16,2 0 0-1,3 3 0-15,-1 9 5 0,-2 5 5 16,0 11 22-16,-3 13 1 15,-3 17 15-15,-2 7 2 16,-3 3-9-16,-1-2-3 16,1-9 6-16,0-1-3 15,3-3-10-15,0-4-1 16,1-10-7-16,0-10 6 16,-2-10-10-16,2-3-1 15,1-2-2-15,4-2-8 16,0-1 3-16,2-5 3 15,-1-4-9-15,0-2 0 16,1-2-5-16,-2-5 8 16,0-3-9-16,-2-1-11 0,-4 0-35 15,-3 1-47-15,-3-6-75 16,-6 3-172-16,-2 0-550 0</inkml:trace>
  <inkml:trace contextRef="#ctx0" brushRef="#br0" timeOffset="9471.8907">8521 6906 2845 0,'0'0'330'16,"0"0"-235"-16,0 0-95 0,-40 17-35 15,27-10-168-15,-1 3-578 0</inkml:trace>
  <inkml:trace contextRef="#ctx0" brushRef="#br0" timeOffset="20301.5404">7087 8047 82 0,'0'0'903'16,"-40"-4"-609"-16,18 0 2 15,2-2 4-15,5-1 17 16,3 2-29-16,5 1 2 16,2 2-58-16,3 1-65 15,2 0-57-15,0 1-30 16,9-1-17-16,15 1-10 0,19-3 26 16,16-2-5-16,6-1-22 15,-2-2-17-15,-8 2-4 16,-15 2-13-16,-10 2-12 15,-9 2-1-15,-5 0-5 16,-2 0-28-16,0 0-52 16,-4 0-62-16,-5 0-57 15,-6 1-128-15,-8 4-202 16,-6 1-363-16</inkml:trace>
  <inkml:trace contextRef="#ctx0" brushRef="#br0" timeOffset="20512.6631">6966 8209 1940 0,'0'0'344'15,"0"0"-199"-15,0 0 66 16,55 1 59-16,-7-7-15 16,16-5-101-16,6-3-51 15,-3 0-28-15,-9 2-30 16,-16 4-24-16,-12 4-14 15,-9 4-7-15,-6 4-109 16,-5 5-380-16,-7 2-794 0</inkml:trace>
  <inkml:trace contextRef="#ctx0" brushRef="#br0" timeOffset="22374.6408">10764 6925 1167 0,'0'0'294'15,"0"0"-94"-15,0 0 64 16,0 0-7-16,0 0-32 16,0 0-54-16,0 0-43 15,8-27-37-15,6 22-27 16,5 0-1-16,5 1-18 16,5-1-18-16,1-1-11 15,0 2-10-15,-1 0-6 0,-3 1 0 16,-4 0-130-16,-3-1-124 15,-5 0-133-15,-7 0-302 0</inkml:trace>
  <inkml:trace contextRef="#ctx0" brushRef="#br0" timeOffset="22651.5794">10914 6762 329 0,'0'0'1126'0,"0"0"-864"16,0 0-65-1,0 0-89-15,0 0 65 16,0 0-45-16,56 14-50 16,-33-5 0-16,3 0 13 0,1 1 15 15,-1 1-33 1,-1-1-33-16,-4 1-4 0,-5 0-20 16,-5-1 2-16,-5 1-10 15,-6 0-8-15,-3 2 0 16,-9 2 0-16,-6 1 1 15,-2 2 0-15,-3 1-1 16,2 2-24-16,0 9-141 16,4-5-159-16,6-4-437 0</inkml:trace>
  <inkml:trace contextRef="#ctx0" brushRef="#br0" timeOffset="27243.0134">11418 6777 1307 0,'0'0'319'0,"-14"-52"-94"0,6 22 9 16,3 7 14-16,1 2-49 15,0 8-45-15,3 7-13 16,1 6-66-16,0 7-47 16,8 16-8-16,1 2 16 15,1 5 19-15,-1 3-15 16,-1-6-13-16,0 2-13 15,0-4-2-15,-1-4-5 16,0-6-7-16,-1-4 1 16,-2-4-1-16,-1-5-30 15,0-2-12-15,-1-2 11 16,1-9-2-16,0-3-28 0,0-3-12 16,1 0 32-16,0 1 25 15,1 4 4-15,-1 3-3 16,1 5 3-16,-1 4 12 15,1 0-15-15,3 5 15 16,1 5 0-16,2 0 12 16,2 1 10-16,3-1-1 15,1 0-6-15,1-3-8 16,1-4 8-16,-1-3-9 16,-2 0 9-16,-2-6-7 15,-2-6 6-15,-2-2-13 16,-2-2 0-16,-3 1 7 0,0 2-2 15,-3 4 10 1,-1 2 50-16,0 6 12 0,0 1-42 16,2 1-27-16,2 9 1 15,2 1 14-15,-1 4-7 16,0 0-10-16,-1 0-7 16,-1 0 0-16,-2-3-18 15,-2-2-130-15,0-3-120 16,-7-7-215-16,-2 0-149 15,0-3-682-15</inkml:trace>
  <inkml:trace contextRef="#ctx0" brushRef="#br0" timeOffset="27383.428">11657 6603 1164 0,'0'0'207'0,"0"0"-58"15,0 0-44-15,0 0-52 16,0 0-27-16,0 0-14 15,73 24-12-15,-41-8-118 16,0 0-287-16</inkml:trace>
  <inkml:trace contextRef="#ctx0" brushRef="#br0" timeOffset="28178.4532">11930 6666 689 0,'0'0'834'0,"0"0"-589"15,0 0-6-15,0 0-11 0,-46-10-86 16,37 12-65 0,2 5-16-16,1 3-14 0,1 2-15 15,4-1-11-15,1 0-11 16,0 0-9 0,5-2 5-16,3-3-5 0,-1-4 5 15,2-2-6-15,0-1 0 16,-1-9-2-16,-1-2-14 15,0-3 10-15,-2 0 6 16,0 3 1-16,-3 2 13 16,-1 5 22-16,0 4 52 15,1 1-18-15,3 8-43 16,2 7 2-16,3 7 30 16,3 10 9-16,4 11-18 15,0 6-8-15,-3 2-7 0,-4-11-13 16,-7-9-21-16,-3-12 0 15,-1-3 5-15,-6 1-6 16,-3 0 0-16,-4-3 0 16,-1-6 3-16,-1-8-2 15,0-3-1-15,1-13 0 16,1-6-22-16,6-6-19 16,4-1-1-16,4-1-14 15,4 0-9-15,9 1-3 16,3 2-31-16,2 0 10 15,0 1-2-15,-1 0 6 16,-3-2 9-16,-2-5 11 16,-5-7 19-16,-4 3 33 0,-1 4 12 15,-2 6 1-15,0 9 22 16,-3 2 60-16,0 3 3 16,0 6 8-16,1 7-5 15,2 4-48-15,0 11-32 16,5 7 26-16,5 6 21 15,4 0 2-15,3 2-17 16,1-2-20-16,1-2-10 16,-3-2-8-16,0-5 5 15,-3-5-6-15,-1-5-1 16,-1-7-1-16,-1-2-23 16,2-9 23-16,1-4-12 15,-1-2 12-15,1 1 1 0,-2 3-6 16,-1 3 6-16,-1 3 2 15,0 3 16-15,1 2-12 16,1 0 6-16,2 1-11 16,3 5 0-16,2 1-1 15,19 3-170-15,-4-2-174 16,1-2-518-16</inkml:trace>
  <inkml:trace contextRef="#ctx0" brushRef="#br0" timeOffset="28758.1094">12762 6605 1868 0,'0'0'243'0,"0"0"8"15,0 0-71-15,0 0 19 16,-41 10-109-16,35-1-35 15,-1 1 12-15,2 4-25 16,2-1-10-16,3 2-10 16,0 0-10-16,3 0-6 15,8-3 0-15,2-2-5 16,3-6-1-16,2-4-11 16,0-4-60-16,-1-11-65 15,-2-10-3-15,-5-17 21 16,-6-22 5-16,-4-12 0 0,-6-5 11 15,-5 7 49-15,1 23 53 16,1 17 0-16,2 14 78 16,1 11 36-1,-1 1-38-15,2 5 3 0,0 3-30 16,4 9-25-16,1 15-9 16,8 13 10-16,13 10 8 15,5 6-9-15,5-6-2 16,-4-9-21-16,-7-12 1 15,-3-9-2-15,-1-4-41 16,0-2-54-16,1-2-21 16,-1-1-10-16,-3-3 24 15,-4-5 50-15,-1 1 42 16,-2-1 10-16,-1 1 21 0,0 1 19 16,-1 1 10-16,2 0-20 15,-2 2-11-15,-1-2-12 16,1 2-7-16,-2-2 0 15,-2-1-177-15,-1-2-376 16,-5 0-688-16</inkml:trace>
  <inkml:trace contextRef="#ctx0" brushRef="#br0" timeOffset="28884.307">12966 6323 952 0,'0'0'131'15,"0"0"-60"-15,31 35-29 0,-10-13-42 16,-1-1-231-16</inkml:trace>
  <inkml:trace contextRef="#ctx0" brushRef="#br0" timeOffset="29372.3712">13097 6486 1207 0,'0'0'309'0,"0"0"25"0,0 0-76 15,0 0-75-15,0 0-106 16,0 0-44-16,0 0 2 16,21 28-5-16,-12-17-12 15,-2 0-5-15,0-1-6 16,-3-2-5-16,0-1-1 16,-2-6 0-16,-1-1-1 0,-1-5 8 15,0-7-2-15,0-6-6 16,0-3 0-16,0 0 6 15,3 3 2-15,0 4 17 16,0 4 8-16,3 5-2 16,-1 4-13-16,4 1 0 15,0 2 4-15,2 7 2 16,3 3-12-16,-2-1 1 16,0 3 7-16,-4-2-10 15,-2-1-2-15,-3-4-7 16,-1-2 0-16,-1-3-1 15,-1-2 19-15,0-1 51 0,0-7 24 16,0-4-47 0,-2-3-7-16,2-1-3 0,0 2 2 15,0 3 3-15,6 3-19 16,1 5-8-16,1 3-15 16,2 1 1-16,1 8-3 15,0 4 3-15,-2 5-1 16,-1 0 0-16,-4 11-79 15,-2-5-243-15,-2-5-479 0</inkml:trace>
  <inkml:trace contextRef="#ctx0" brushRef="#br0" timeOffset="29524.4949">13414 6394 2046 0,'0'0'377'0,"0"0"-72"16,0 0-143-16,0 0-52 15,0 0-76-15,0 0-34 16,0 0-170-16,15-29-392 16,-1 29-847-16</inkml:trace>
  <inkml:trace contextRef="#ctx0" brushRef="#br0" timeOffset="30806.7388">13945 6320 1313 0,'0'0'326'0,"0"0"47"16,0 0-94-16,1-39-49 15,-8 30-73-15,-3 3-37 16,0 3-43-16,-3 3-24 16,1 3-6-16,-1 7-14 15,2 5 7-15,2 3-18 16,4 3-7-16,4 1-9 16,1-1-1-16,3-2-5 0,8-3 0 15,2-4-1 1,3-5 1-16,1-5-29 0,-2-2-45 15,1-6-28-15,-3-8 0 16,-2-2 29-16,-1-4 17 16,-2-1 23-16,-3 2 31 15,-2 3 2-15,-2 4 9 16,-1 4 52-16,0 5 18 16,0 3 11-16,0 0-53 15,-2 5-19-15,2 5-2 16,0 1 8-16,3 1 0 15,10-1 3-15,4-3 13 16,5-2-8-16,1-4-10 16,-1-2-11-16,-2-1 2 15,-4-8-1-15,-4-4-4 16,-6-1-1-16,-5-3-7 16,-1-1-21-16,-3 2 3 0,-4 0-3 15,1 3 12-15,1 3 8 16,2 3-5-16,3 2-10 15,0 1-12-15,3 3-11 16,4 1 7-16,2 1 13 16,0 6 2-16,1 2 1 15,0 4 14-15,-2 0-4 16,-1 2 6-16,1 0-1 0,-2-2 0 16,2-1 1-1,-1-2 0-15,1-2 1 0,0-3 0 16,0-1 7-16,-2-4-1 15,1 0 5 1,0-4-12-16,0-4-45 0,1-2-13 16,-1-1 9-16,-1-2 17 15,-1 0 17-15,1-1 6 16,-2 1 0-16,1 1 9 16,-1 2 0-16,0 2 1 15,-1 4 1-15,1 2-1 16,1 2 1-16,1 0-1 15,2 4 0-15,3 4 10 16,0 2 1-16,2 0 1 16,0 2 2-16,0-1 3 0,3-1-3 15,-1-3-3 1,2 0 1-16,2-4-1 0,0-2-12 16,-1-1-48-16,1-6-37 15,-3-4-29-15,-1-6-7 16,-2-4 43-16,-1-3 57 15,-1 0 21-15,-2 0 14 16,-4 5 45-16,-1 3 20 16,-3 6-9-16,-1 5 9 15,0 4 1-15,0 0-40 16,-5 5-29-16,0 7-5 16,-1 1-5-16,1 3 17 15,1 2-5-15,3-1 1 0,1-1-5 16,0-4-9-1,0-2 2-15,1-5-1 0,4-4 15 16,1-1 11-16,1-4-8 16,1-7-19-16,1-4-21 15,2-2-1-15,0-1-18 16,-1 2 17-16,-1 1 22 16,-1 6-6-16,-3 4 6 15,-1 2 1-15,0 3-13 16,0 1-1-16,0 9 14 15,1 1 0-15,1 1 0 16,0 2 0-16,1 0 0 16,-1-1 0-16,2-2-53 15,-1-2-180-15,7-4-98 16,-1-2-191-16,-3-3-56 0</inkml:trace>
  <inkml:trace contextRef="#ctx0" brushRef="#br0" timeOffset="31143.9804">14799 6158 945 0,'0'0'240'16,"0"0"-89"-16,0 0-96 16,0 0-12-16,0 0-2 15,0 0-13-15,0 0-17 16,9 9 4-16,-8-9-8 16,2 0 29-16,-2-3 44 15,0-6-24-15,1-2 26 16,-1-4 42-16,1 0-7 0,-1 0 36 15,1 3 32-15,-2 4 12 16,0 4-3-16,3 4-49 16,1 4-87-16,4 10 5 15,6 11 55-15,8 14-5 16,6 12-7-16,2 6-19 16,-5-3-3-16,-9-5-24 15,-15-5-32-15,-7 1-26 16,-22 0-2-16,-15-2-8 15,-16-5-65-15,-15-1-91 16,-19-3-181-16,17-9-300 16,1-7-404-16</inkml:trace>
  <inkml:trace contextRef="#ctx0" brushRef="#br0" timeOffset="32494.769">7511 8271 1547 0,'0'0'328'15,"0"0"-142"-15,0 0 44 16,0 0-119-16,0 0-26 16,0 0 51-16,40 23 3 15,-18-2-19-15,0 1-34 0,-2 1-27 16,-4-2-15-16,-4-3-11 15,-3-4-25-15,-4-5 4 16,-3-4-6-16,-2-5 3 16,0-2 13-16,0-11 28 15,-3-7-23-15,-5-10-17 16,1-1-10-16,1 0-3 16,3 2-34-16,3 9-17 15,0 2-32-15,6 8-78 16,9 5-82-16,13 5-62 15,-2 8-278-15,-3 0-257 0</inkml:trace>
  <inkml:trace contextRef="#ctx0" brushRef="#br0" timeOffset="32857.4344">7765 8263 1169 0,'0'0'564'16,"0"0"-303"-16,0 0 60 15,0 0-182-15,0 0-78 16,0 0-33-16,0 0 29 16,9 17 13-16,3-10-24 15,-2 0-12-15,0-5-11 16,-1-1 2-16,-4-1 6 16,-1-2 1-16,-2-6-3 15,-2-3-11-15,0-3 0 16,-6-1-6-16,-4-1-11 0,-3 2-1 15,0 2 1-15,0 3-1 16,3 6 1-16,2 3-1 16,3 5-7-16,5 8-3 15,0 4 4-15,6 3 5 16,9 1-38-16,6-1-110 16,11-1-40-16,12-8-103 15,-2-5-55-15,8-6 20 16,-15-6-29-16,-14-3-200 0</inkml:trace>
  <inkml:trace contextRef="#ctx0" brushRef="#br0" timeOffset="33238.7282">8036 8237 517 0,'0'0'547'0,"0"0"-235"0,0 0 0 15,-25-42-15-15,15 36-45 16,1 3-36 0,1 3-69-16,1 2-71 0,2 8-36 15,1 4-4-15,4 2 3 16,0 2-9-16,8 2-9 15,9-3-12-15,5-1-3 16,11-5 9-16,1-4 1 16,2-7-16-16,1-1-24 15,-10-12-94-15,2-4-50 16,-8-5-73-16,-7-8 11 16,-12-11 85-16,-5-8 111 15,-11 2 34-15,1 8 57 0,1 15 38 16,6 13 77-1,-1 3 40-15,2 2-11 0,1 4-34 16,4 2-59-16,0 11-71 16,4 8-8-16,8 5 24 15,3 4-3-15,2 2-25 16,2 0-8-16,0-2-10 16,-3-2-6-16,-3-4-1 15,-2-3-27-15,-5-5-133 16,-4-2-94-16,-2-5-379 15,0-5-605-15</inkml:trace>
  <inkml:trace contextRef="#ctx0" brushRef="#br0" timeOffset="33909.6065">8159 8209 1144 0,'0'0'550'0,"0"0"-474"0,42-18 19 16,-2 4-10-16,3-1 1 15,-5 2-55-15,-5 0-16 16,-12 0-14-16,0 1 6 16,-2-4-1-16,-7 2 3 15,-7 3 22-15,-3 2 28 16,-2 1 65-16,0 4 6 16,-5 4-11-16,-2 0-46 15,0 7-37-15,0 7-5 16,0 5 17-16,2 3 3 15,3 2-12-15,2-1-17 0,0-2-8 16,7-3-13 0,4-3 8-16,-1-6-8 0,1-4-1 15,-1-5-58-15,-1 0-21 16,-3-9 39-16,-2-6-61 16,-2-10 1-16,-2 1-19 15,0-3 30-15,-1 0 12 16,-4 9 60-16,2 3 17 15,-2 7 42-15,2 7 32 16,0 2-34-16,1 10-29 16,1 3-10-16,1 1 11 15,3 1-3-15,7-2 3 16,3-5 7-16,2-2-1 16,2-6-6-16,1-1 0 0,0-6-3 15,-3-7 3-15,-2-5-4 16,-4-1 1-16,-5-1-1 15,-2 1-1-15,-2 3 20 16,0 4 10-16,-2 4 18 16,-1 3 3-16,-1 2-7 15,3 3-24-15,0 0-27 16,1 2-6-16,0 7 5 16,5 5 0-16,3 2 1 15,2 3 0-15,0 2 0 16,2 0 7-16,-1-1-1 15,1-1 10-15,-1-3-14 16,2-4 4-16,0-2-6 0,6-2-14 16,-2-3-189-16,-1-3-496 0</inkml:trace>
  <inkml:trace contextRef="#ctx0" brushRef="#br0" timeOffset="34053.0171">8940 8112 2129 0,'0'0'543'16,"0"0"-282"-16,0 0-149 16,0 0-49-16,0 0-63 15,0 0-26-15,0 0-262 16,0 14-570-16</inkml:trace>
  <inkml:trace contextRef="#ctx0" brushRef="#br0" timeOffset="35957.7495">4329 7328 626 0,'0'0'657'0,"0"0"-472"15,0 0 50-15,0 0-4 16,-32-34-5-16,20 15-48 16,-2-9-28-16,-4-12-6 15,-2-14-25-15,0-9-31 16,2-5-21-16,3-2-20 16,2 4-23-16,2 0-6 15,3 5 1-15,2 14-19 0,3 14 8 16,1 13-8-1,0 6 0-15,1-1-1 16,-2 1 1-16,0-2 1 0,0 4-1 16,-1-1 6-16,1 2 1 15,0 1-6-15,-1-2 5 16,-1 1 1-16,1 0-6 16,-1 0 6-16,0 2 4 15,2 3 8-15,0 3 4 16,-1 3-5-16,1 0-8 15,-1 10-10-15,-1 6 0 16,-1 4 2-16,-2 5-1 16,2 0-1-16,-1-3 1 15,1-3 0-15,3-3 0 16,1-4-1-16,1-6 0 0,0-5 1 16,1-1-1-16,0-4 11 15,0-9-10-15,0-5 8 16,2-2-8-16,2 0-1 15,3 1 0-15,1 4-6 16,3 2 6-16,2 5 0 16,4 5-1-16,3 2 0 15,1 1 0-15,3 2 0 16,-1 6-1-16,-2 2-11 16,5 10-113-16,-7-2-164 15,-5-2-358-15</inkml:trace>
  <inkml:trace contextRef="#ctx0" brushRef="#br0" timeOffset="36139.3078">4269 6536 2090 0,'0'0'311'0,"0"0"-23"0,0 0-119 16,0 0-36-16,0 0-71 15,0 0-62-15,0 0-77 16,7 19-211-16,-6-7-409 0</inkml:trace>
  <inkml:trace contextRef="#ctx0" brushRef="#br0" timeOffset="37580.8655">2026 5943 1149 0,'0'0'329'0,"0"0"-73"15,0 0-110-15,0 0-6 16,14 56 79-16,3-12 1 15,0-2-62-15,-2-7-57 16,-3-10-19-16,-3-7-23 16,0 4-1-16,3 0-24 15,-1 2-19-15,-2-6-15 16,-3-2-1-16,-3-6-132 0,-3-4-97 16,-2-2-256-1,-6-4-307-15</inkml:trace>
  <inkml:trace contextRef="#ctx0" brushRef="#br0" timeOffset="37778.3475">1959 5976 1367 0,'0'0'357'0,"0"0"-81"16,0 0-47-16,4-44-68 15,6 30-61-15,3 1-34 16,2 0-25-16,1 0-25 0,1 2-9 15,1 1-7-15,-1 0-18 16,3 6-132-16,-4 2-217 16,-4 2-426-16</inkml:trace>
  <inkml:trace contextRef="#ctx0" brushRef="#br0" timeOffset="37973.7251">2019 6106 1491 0,'0'0'349'16,"0"0"-58"-16,0 0-79 15,0 0-48-15,0 0-68 0,0 0-52 16,50-46-29 0,-24 25-15-16,2-2-35 0,10-3-118 15,-8 6-230-15,-4 4-314 16</inkml:trace>
  <inkml:trace contextRef="#ctx0" brushRef="#br0" timeOffset="38182.7169">2269 5877 1422 0,'0'0'560'16,"0"0"-222"-16,0 0-61 16,0 0-117-16,0 0-8 15,0 0 17-15,1 40-22 16,11-18-51-16,3 2-28 15,1 0-17-15,3 0-24 16,-2-3-15-16,0-2-11 0,-2-3-1 16,-3-4-18-16,-4-3-78 15,-6-5-109-15,-2-1-158 16,0-3-352-16</inkml:trace>
  <inkml:trace contextRef="#ctx0" brushRef="#br0" timeOffset="38351.7892">2243 5850 1549 0,'0'0'340'0,"0"0"-20"15,0 0-137-15,0 0-97 16,0 0-7-16,43-41-43 0,-22 29-20 16,2-2-16-1,0 0-5-15,7 2-89 0,-8 2-223 16,-6 2-356-16</inkml:trace>
  <inkml:trace contextRef="#ctx0" brushRef="#br0" timeOffset="38510.337">2344 5858 1437 0,'0'0'237'0,"0"0"-93"16,0 0-66-16,38-26-33 15,-6 4-45-15,14-8-96 0,-6 4-227 16,-6 3-384-16</inkml:trace>
  <inkml:trace contextRef="#ctx0" brushRef="#br0" timeOffset="38930.3557">2589 5670 971 0,'0'0'516'16,"0"0"-221"-16,0 0-90 15,0 0-8-15,-14 47-62 16,14-29-14-16,0 2-9 15,0-1-41-15,2-1-28 16,3-3-25-16,-1-2-7 16,-1-4-11-16,-2-4 0 15,0-5 2-15,-1 0 5 16,0-10-7-16,-5-6-29 0,-2-5 18 16,0-5 10-1,-2 0 1-15,3 1 0 0,1 5 0 16,3 6 6-16,2 7 3 15,0 6-9-15,10 1 9 16,5 5 9-16,2 6-2 16,5 1 2-16,2 0-1 15,2-1 1-15,-2-2-2 16,-2-2-6-16,-5-4 5 16,-4-3-1-16,-6-1 7 15,-3-8 20-15,-3-5-6 16,-1-4-17-16,-2-4-17 15,-6-3 7-15,-2-1-8 16,-3-1-1-16,1 1-39 16,2 5-35-16,3 6-7 0,5 7-22 15,4 8-143-15,8 5-118 16,2 4-194-16</inkml:trace>
  <inkml:trace contextRef="#ctx0" brushRef="#br0" timeOffset="39419.0928">2824 5518 1642 0,'0'0'306'0,"0"0"-122"16,0 0-60-16,0 0 60 0,12 39-52 15,-2-25-41-15,0 0-37 16,0-1-35-16,-3-2-4 15,-1-2-9-15,-2-3-5 16,-1-3 0-16,-3-3 1 16,0-1 21-16,0-9-23 15,-6-5-16-15,0-4 7 16,0-4 9-16,-2-1 0 16,2 1 1-16,3 5 11 15,1 6 11-15,2 6 22 16,0 5-19-16,5 1-26 15,6 5 9-15,3 4 2 16,4-1-3-16,2 1 1 16,0-2-1-16,-2-3 1 15,-4-3-2-15,-2-1 4 0,-5-2 7 16,-2-7 25 0,-4-5-2-16,-1-3-16 0,-1-3-7 15,-7-4 0-15,-2-4-2 16,-4-2-4-16,-1 1 2 15,2 2-8-15,0 5-5 16,5 7-2-16,3 8-4 16,1 7-22-16,4 12-102 15,0 6-96-15,0 2-336 0</inkml:trace>
  <inkml:trace contextRef="#ctx0" brushRef="#br0" timeOffset="44916.7578">4131 3187 133 0,'0'0'1365'16,"0"0"-1048"-16,0 0-44 15,0 0-99-15,0 0-69 16,0 0-18-16,-8-9-35 15,20 1-31-15,5-2-13 16,4-1-8-16,1 1-17 16,3 3-96-16,-5 6-158 0,-6 1-203 15,-6 3-1137-15</inkml:trace>
  <inkml:trace contextRef="#ctx0" brushRef="#br0" timeOffset="45045.9429">4151 3264 622 0,'0'0'393'16,"0"0"-66"-16,0 0-45 15,0 0-130-15,0 0-69 16,0 0-45-16,0 0-5 16,44-11-14-16,5-25-19 15,-6 3-164-15,-11 4-341 0</inkml:trace>
  <inkml:trace contextRef="#ctx0" brushRef="#br0" timeOffset="45276.8845">4244 3010 1288 0,'0'0'343'16,"0"0"-93"-16,0 0 0 15,0 0-158-15,0 0-49 16,39 0 31-16,-5 6 12 16,11 5-11-16,-3 3 22 15,-4 1 18-15,-9 4-26 16,-8 5-17-16,-9 15-24 15,-15 19-17-15,-31 12-10 16,-33 12-7-16,-31 8-14 16,17-23-129-16,-2-5-612 0</inkml:trace>
  <inkml:trace contextRef="#ctx0" brushRef="#br0" timeOffset="47716.6602">6975 6834 532 0,'0'0'753'0,"0"0"-561"15,0 0-67-15,0 0 22 0,0 0 68 16,-2-39 0 0,2 21-47-16,0-4-60 0,4-9-20 15,2-13 21-15,0-15-11 16,0-7-10-16,-2-3-4 16,-3 0-20-16,-1 3-5 15,0 0-16-15,-4-3 0 16,-2 2-17-16,0 1-10 15,0 2-1-15,1 1 0 16,1 1 5-16,-1 0 4 16,0-2 3-16,0 0 0 15,0-1 4-15,-2-2-15 16,2-2 4-16,-1-1-1 0,1-2-5 16,-2-2-5-1,0 0-3-15,0-1 10 0,1-3-14 16,1 0-1-16,1 2 5 15,1 2-6-15,1 4 12 16,1 3-11-16,-3 2 10 16,0 1-11-16,-2-1 9 15,-2 1-8-15,-1-2 6 16,1 0-5-16,1 1 7 16,-1 2 0-16,2 2-9 15,0 5 0-15,1 2-2 16,-1 4 2-16,0 5 0 15,0 1 6-15,1 10-4 16,2 9 4-16,0 7 4 0,0 2-4 16,0-1-5-16,0-3 0 15,0-1-1-15,0 2-3 16,1 4 1-16,0 3 2 16,0 4-1-16,1 3 1 15,0 3 0-15,1 1 8 16,-1 1-8-16,0 0-5 15,-1 1 4-15,-2 8-7 16,-4 11-2-16,-2 2 10 16,-2 7 0-16,-2 2-2 15,3-6-2-15,1 2-4 16,1-6 1-16,5-7-10 16,1-4-13-16,1-7 6 0,1-3 24 15,1-6-6 1,0-10 5-16,0-11 1 0,0-10 1 15,0 0 7-15,5 5-8 16,1 7 0-16,3 11-11 16,2 4 5-16,5 3 5 15,4 7-1-15,10 4 1 16,10 14 1-16,10 10-1 16,4 8 2-16,-1 11-2 15,-14-11-162-15,-11-3-506 0</inkml:trace>
  <inkml:trace contextRef="#ctx0" brushRef="#br0" timeOffset="48527.8359">6764 6748 1363 0,'0'0'351'16,"0"0"-92"-16,0 0-39 16,0 0-63-16,0 0-40 15,0 0 5-15,51 36 30 16,-24-9 7-16,2 3-57 15,0 1-38-15,-5-6-25 0,2 0-4 16,-2-6-7-16,-2-7 1 16,0-6 4-16,-3-6-8 15,2-14 13-15,2-24 23 16,4-26-21-16,-1-11-5 16,-2-3-14-16,-5 9-16 15,-7 23-4-15,-3 14 7 16,-5 11-7-16,-3 9-1 15,-1 2-13-15,0 2-29 16,-1 3-36-16,-18 16-102 16,2 6-302-16,-6 7-381 0</inkml:trace>
  <inkml:trace contextRef="#ctx0" brushRef="#br0" timeOffset="65719.6494">2662 6272 1778 0,'0'0'341'0,"0"0"-204"16,0 0 20-16,0 0-33 16,0 0-34-16,26-46-6 15,-9 21-27-15,6-4-23 16,5-2-16-16,-1 0-8 0,0 1-10 16,-3 3-17-16,1 0-80 15,-7 7-84-15,-5 8-153 0</inkml:trace>
  <inkml:trace contextRef="#ctx0" brushRef="#br0" timeOffset="65894.5483">2698 6379 1726 0,'0'0'296'0,"0"0"-201"15,0 0-53-15,0 0 28 16,59-57 85-16,-13-8-43 15,8-7-66-15,1 4-36 0,-8 22-10 16,-18 23-130 0,-12 14-450-16</inkml:trace>
  <inkml:trace contextRef="#ctx0" brushRef="#br0" timeOffset="67732.3395">3206 5323 1084 0,'0'0'278'15,"0"0"-127"-15,0 0 8 16,0 0 13-16,0 0-33 15,51 12-30-15,-36-14-6 16,3-8-6-16,0-5-17 16,0-5-28-16,0-10-7 15,-4-13 4-15,-4-11-18 16,-7-8-9-16,-4-3-7 16,-15 1-1-16,-7 4-7 0,-8-5 2 15,-7 1-2-15,-4-1-1 16,-4 2-5-16,-4 5 7 15,0 4-8-15,1 6 9 16,4 4-8-16,7 2 24 16,10 1 6-16,8-1 4 15,9-2 8-15,10-6 2 16,3-5-14-16,17-3-11 16,11-3 15-16,10-1-9 15,8 0-4-15,3 3-4 16,0 4-3-16,-4 6-4 0,-9 11 5 15,-10 9-5-15,-6 8 2 16,-5 3-13 0,3 1 0-16,-1-1 0 0,-1 2 0 15,-4 4 0-15,-6 5-1 16,-4 4-5-16,-1 2-9 16,0 1-8-16,-3 0-23 15,0 0-142-15,0 10-6 16,-7 0-90-16,1 1-297 0</inkml:trace>
  <inkml:trace contextRef="#ctx0" brushRef="#br0" timeOffset="68009.0959">3200 3608 1577 0,'0'0'369'0,"0"0"-14"0,0 0-180 15,0 0-43-15,0 0-68 16,0 0-22-16,59-30-8 16,-31 21-5-16,2 1 6 15,1-1-12-15,-2 1-5 16,-3 4-2-16,-3 1 18 16,-6 3 1-16,-4 0-7 15,-5 8-10-15,-8 13-10 16,-7 16 23-16,-26 24 0 15,-14 18-31-15,-19 14-1 16,10-19-375-16,3-14-992 0</inkml:trace>
  <inkml:trace contextRef="#ctx0" brushRef="#br0" timeOffset="75385.0999">12331 2949 1618 0,'0'0'303'0,"0"0"-14"16,0 0-33-16,-37-37 26 16,25 37-58-16,-1 5-82 15,-2 19-72-15,-1 13-25 16,3 12-1-16,7-1-4 16,6-10-16-16,4-13-9 15,9-11-5-15,6 1-10 16,11-1 0-16,14-5-44 15,-3-8-114-15,8-11-144 0,-14-8-241 16,-13-3-245-16</inkml:trace>
  <inkml:trace contextRef="#ctx0" brushRef="#br0" timeOffset="75701.1528">12521 2865 1472 0,'0'0'386'16,"0"0"-1"-16,0 0-166 15,0 0-64-15,-31 40-14 16,26-16-15-16,3 4-28 16,2-2-39-16,0-1-24 15,8-3-17-15,3-5-7 16,2-4-1-16,0-6-8 16,-2-5-1-16,0-2 6 15,-2-7 2-15,0-7-1 16,-2-4-7-16,-2-3 8 0,-3-2-9 15,-2 0 1-15,-4 3 0 16,-5 2 5-16,-1 5-6 16,2 6 0-16,2 5-33 15,1 2-51-15,5 5-94 16,0 4-23-16,13 4-77 16,2-2-231-16,1-3-107 0</inkml:trace>
  <inkml:trace contextRef="#ctx0" brushRef="#br0" timeOffset="76031.1255">12654 2858 1577 0,'0'0'333'0,"0"0"12"16,0 0-169-16,0 0-106 0,0 0-15 16,0 0 61-16,17 49 3 15,-11-28-24-15,1-2 3 16,-1 0-47-16,-2-5-29 15,0-2-11-15,-2-6-10 16,0-3 5-16,-2-3 6 16,0-3 41-16,0-11-4 15,0-4-25-15,1-6-15 16,3-1-1-16,3 3-1 16,2 3 1-16,0 6-2 0,0 4-6 15,2 5 0-15,-1 4-7 16,1 0 7-16,1 4 0 15,1 4 0-15,0 0-8 16,1 2-139-16,6 1-123 16,-4-2-274-16,-3-4-208 0</inkml:trace>
  <inkml:trace contextRef="#ctx0" brushRef="#br0" timeOffset="76309.9694">12859 2710 1672 0,'0'0'293'16,"0"0"-114"-16,0 0-97 16,0 0 115-16,18 51-59 15,-4-30-36-15,0 0 1 0,1-2-33 16,-2-4-24-16,-3-3-12 16,-3-7-17-16,-2-5-1 15,-2 0 53-15,-1-12 31 16,1-7-59-16,-1-5-25 15,0-2-5-15,1-3-10 16,0 2-1-16,1 5-11 16,1 4-85-16,1 6-88 15,2 6-26-15,8 6-156 16,-3 0-235-16,0 3-330 0</inkml:trace>
  <inkml:trace contextRef="#ctx0" brushRef="#br0" timeOffset="76640.2845">13100 2665 1413 0,'0'0'297'0,"0"0"188"0,0 0-245 15,0 0 8-15,0 0-84 16,0 0-95-16,0 0 30 16,-32 34-7-16,32-14-29 15,0-2-12-15,5 0-24 16,5-3-13-16,4-3-7 15,0-5 1-15,2-5-8 16,-2-2 12-16,-1-7-3 16,-1-7-9-16,-4-4 2 15,-4-4-2-15,-3-2 0 16,-1-1 0-16,-7 2-18 16,-3 1-6-16,-3 7 0 0,0 5 5 15,0 7 7-15,1 3-38 16,2 2-41-16,4 6-38 15,3 1-36-15,3 5-71 16,4-3-144-16,4-3-420 0</inkml:trace>
  <inkml:trace contextRef="#ctx0" brushRef="#br0" timeOffset="76864.0337">13160 2406 1731 0,'0'0'537'16,"0"0"-268"-16,0 0 9 16,0 0-187-16,0 0-64 15,0 0-3-15,15 42 41 16,2-18-10-16,2 3-13 16,3 1-5-16,-2 0-11 15,1 0-14-15,-2-1-12 16,5 0-140-16,-5-5-234 15,-6-11-557-15</inkml:trace>
  <inkml:trace contextRef="#ctx0" brushRef="#br0" timeOffset="77414.589">13376 2502 2008 0,'0'0'340'0,"0"0"-25"0,0 0-166 16,0 0-47-16,0 0-14 15,0 0 27-15,22 42-65 16,-11-26-25-16,2 1 4 16,0-2-10-16,-2-2-10 15,-2-3-7-15,-1-4-2 16,-3-5-50-16,-1-1-22 16,0-8 37-16,1-8-44 15,1-5-3-15,-2-1 19 16,2-2 44-16,-1 3 17 15,-2 3 2-15,0 6 0 0,-1 5 8 16,-2 5 19 0,2 2 2-16,0 1-11 0,3 8 17 15,2 2 13 1,3 3 4-16,3-1-24 0,2 0-2 16,3-3-16-16,0-3 1 15,1-5-5-15,-2-2-6 16,-2-2-1-16,-2-8-23 15,-5-7-24-15,-4-3-4 16,-4-5 19-16,0-12 16 16,-12-14 16-16,-7-11 0 15,1 7 1-15,2 15 0 16,6 18 0-16,5 16 21 16,-1 3-12-16,3 2 2 0,0 1-11 15,3 7-17 1,0 11 11-16,6 11 6 0,11 11 20 15,9 9 14-15,0-5-16 16,-3-9-8-16,-8-11-10 16,-2 0-97-16,-4-4-290 15,-3-3-607-15</inkml:trace>
  <inkml:trace contextRef="#ctx0" brushRef="#br0" timeOffset="77617.2799">13632 2350 1751 0,'0'0'332'0,"0"0"4"0,0 0-171 16,0 0-61-1,0 0-37-15,51-8-4 0,-26 20 3 16,0 4 11-16,-2 4-36 16,-4 1-17-16,-5-2-24 15,-4 0-1-15,-6-1-183 16,-4-4-142-16,-7-6-290 15,-2-4-266-15</inkml:trace>
  <inkml:trace contextRef="#ctx0" brushRef="#br0" timeOffset="77751.501">13768 2247 1415 0,'0'0'307'15,"0"0"-102"-15,0 0-148 0,0 0-35 16,0 0-22-16,66 32-3 15,-41-19-239-15,-3-1-164 16</inkml:trace>
  <inkml:trace contextRef="#ctx0" brushRef="#br0" timeOffset="78426.1714">13938 2273 1510 0,'0'0'361'16,"0"0"10"-16,0 0-33 15,0 0-71-15,0 0-107 16,0 0-93-16,0 0-19 16,-37 42-14-16,37-17-4 15,0-1-1-15,5 0-13 0,5-3 4 16,3-5-20 0,0-5 11-16,0-7-5 0,1-4-5 15,-1-5-1-15,-3-11-9 16,-3-11-36-16,-4-10 5 15,-3 1 16-15,-4 2 3 16,-6 7 7-16,-3 10 8 16,0 2 6-16,-2 3 0 15,2 9 0-15,3 3-9 16,3 7 2-16,6 6-2 16,1 3 8-16,11 0-52 15,8 0-103-15,6-1-39 0,3-5-137 16,3-5-20-16,-4-5 24 15,-3 0-279-15,-7-9 383 16,-6-4 224-16,-5-2 44 16,-4 0 491-16,-2 1-152 15,0 2-20-15,0 4-43 16,0 3-88-16,0 3-32 16,0 2-108-16,0 1-56 15,4 8-10-15,3 3 3 16,0 2 1-16,2 2-8 15,-1 0-8-15,0-1-7 16,-2-3-6-16,-1-4 0 16,-2-3 0-16,-2-5 0 0,-1 0 14 15,0-13 9 1,0-6-11-16,0-4 8 0,0-5 24 16,0-2-30-16,0 4-7 15,0 4-8-15,5 7 0 16,0 6-1-16,2 6 0 15,3 3 0-15,5 2 0 16,3 9 1-16,3 3 10 16,1 4 2-16,-4 3-11 15,-4 18-1-15,-6-5-140 16,-8-2-832-16</inkml:trace>
  <inkml:trace contextRef="#ctx0" brushRef="#br0" timeOffset="78750.6258">12880 3172 1947 0,'0'0'283'0,"0"0"70"16,0 0-95-16,0 0-147 15,0 0-65-15,0 0-22 16,0 0-22-16,20 53 41 0,0-5 27 16,2-1-26-1,-4-10-5-15,-5-11-9 0,0-7-30 16,1-3-6-16,16-4-168 15,-3-4-310-15,-2-8-556 0</inkml:trace>
  <inkml:trace contextRef="#ctx0" brushRef="#br0" timeOffset="79079.1321">13141 3157 1957 0,'0'0'282'0,"0"0"9"16,0 0-48-16,0 0-82 0,0 0-80 15,0 0-31 1,-28 52-26-16,28-32 5 0,0 1 8 16,0-2-19-16,0-2-2 15,2-5-15-15,0-5 3 16,0-6-4-16,1-1-26 16,-1-10 25-16,2-4 1 15,0-2-1-15,0 0 1 16,1 2 0-16,0 4 0 15,1 3 1-15,0 5-1 16,3 2 1-16,2 0 0 16,2 5-1-16,1 4 8 15,0 0-8-15,0 1 0 16,-3-1-10-16,-1-1-151 16,-3-6-131-16,-4-2-388 0,-2-2-588 15</inkml:trace>
  <inkml:trace contextRef="#ctx0" brushRef="#br0" timeOffset="79456.0842">13224 3142 666 0,'0'0'961'0,"0"0"-713"15,0 0-7-15,0 0-169 16,0 0-54-16,0 0 14 16,0 0 13-16,29-2-1 15,-15 1-14-15,-2-6-10 16,-3-2-2-16,-2-3-8 15,-4-2-8-15,-3-3 13 16,0-1 22-16,-6 0 43 0,0 4 14 16,0 4 31-1,2 4 36-15,3 6-13 0,1 3-82 16,0 12-46-16,12 13-11 16,10 11 10-16,9 12 13 15,6 3 4-15,-1-4 1 16,-6-6-2-16,-11-12-6 15,-7-7-3-15,-5-7-10 16,-4-3-7-16,-3-1-8 16,0-2-1-16,-7-1 0 15,-9-7 0-15,-4-4-10 16,-3-7-50-16,0-9-55 0,-3-20-164 16,6 2-241-16,5 1-240 15</inkml:trace>
  <inkml:trace contextRef="#ctx0" brushRef="#br0" timeOffset="80197.3207">13474 3062 1510 0,'0'0'287'0,"0"0"-27"16,0 0-154-16,0 0-41 15,0 0-35-15,0 0 1 16,0 0-1-16,39-16-7 15,-31 10-2-15,1 0-11 0,-1-2-4 16,-1-2-4 0,-2 0 5-16,-1-2-6 0,-2 2 1 15,-1 2 8-15,-1 2 67 16,0 3 79-16,0 3-24 16,0 0-31-16,0 8-52 15,-1 5-19-15,0 3 2 16,1 4 2-16,0 0-4 15,4 0-6-15,5 0-11 16,3-3 1-16,1-5-13 16,-1-3-1-16,-1-6-7 15,-1-3-28-15,-4-5 0 16,-2-8 21-16,-1-5 5 16,-3-3 9-16,0-3 1 15,0 0 0-15,0 2 0 0,0 2 5 16,3 3 0-1,-1 6 1-15,0 3 10 0,1 3 3 16,1 5-5-16,2 0-1 16,3 5 4-16,2 5-2 15,2 1-7-15,2 2 6 16,2-1-6-16,0-3-8 16,0-4-1-16,-1-3-1 15,-2-2-32-15,-1-8-53 16,-3-8-18-16,-4-9 34 15,-3-11 40-15,-3 1 21 16,0 2 9-16,0 6 0 0,0 11 0 16,-3 3 12-1,0 3 47-15,-1 6 30 16,0 4-13-16,0 6-44 0,0 7-20 16,3 4-6-1,1 1 0-15,1 0-5 0,10-1 6 16,3-1 19-16,4-2 1 15,2-1-6-15,3-1 7 16,2-2-7-16,0 0-7 16,-3 3-7-16,-5 0-5 15,-8 4-1-15,-9 4 0 16,-12 9-1-16,-32 16-129 16,2-6-394-16,-5-2-950 0</inkml:trace>
  <inkml:trace contextRef="#ctx0" brushRef="#br0" timeOffset="80911.9304">12866 4230 1400 0,'0'0'386'0,"0"0"-80"16,0 0-132-16,6-36-74 15,0 6-49-15,0-9-36 16,-2-11-5-16,-4-3 6 0,-2 9-10 16,-7 13 3-16,2 14 33 15,-2 8 10-15,0 3 6 16,-2 4-22-16,0 2-23 16,1 8-12-16,2 9 0 15,5 4 0-15,3 1-1 16,6 1 1-16,13-6 0 15,7-4 0-15,5-6 0 16,2-5 1-16,0-2-2 16,-6 0-1-16,-6-1-5 0,-7 0-5 15,-7 1 1 1,-6 0-19-16,-1 8 23 0,-4 6 6 16,-6 3 20-1,2 3 11-15,0 3 15 0,2 1 7 16,5-2-19-16,1-1-25 15,0-4 5-15,9-4-13 16,2-3-2-16,3-7-10 16,9-6-59-16,-3-8-162 15,-3-4-473-15</inkml:trace>
  <inkml:trace contextRef="#ctx0" brushRef="#br0" timeOffset="81528.1955">13112 3983 1753 0,'0'0'231'0,"0"0"-74"16,0 0-16-16,41-3 27 15,-26 6-78-15,-2 7-32 16,-3 4 13-16,-5 4-10 16,-3 1 3-16,-2 2-2 15,-2-2-25-15,-3-1-16 16,0-5-12-16,2-4-9 15,1-5 0-15,2-4-69 16,2-7-13-16,7-7-42 16,3-5-90-16,3-3 59 15,-1 0 5-15,-2 0 38 16,-4 2 69-16,-2-1 40 0,-5 2 3 16,-1 2 41-1,0 3 74-15,-1 3 6 0,-3 2 40 16,1 5-29-16,-1 4-16 15,1 0-17-15,-1 6-35 16,1 7-40-16,0 5 0 16,3 3 4-16,0 0-16 15,5 0 3-15,5-2-6 16,6-4-2-16,3-5-7 16,2-6-11-16,1-4-36 15,0-7-34-15,-3-9-53 16,-3-10-95-16,-7-11 15 0,-9-12 83 15,-4-4 92 1,-11 0 39-16,-2 6 28 16,5 13 44-16,3 12 39 0,5 9 47 15,3 9 27-15,0 2-14 16,1 2-65-16,0 2-70 16,5 10-21-16,8 6 9 15,2 3 15-15,4 4 19 16,0 1-6-16,2-1-10 15,-3-1-21-15,-4-1-21 16,-2-4-1-16,-7 1-201 16,-3-7-139-16,-2-5-531 0</inkml:trace>
  <inkml:trace contextRef="#ctx0" brushRef="#br0" timeOffset="81688.163">13329 3846 1702 0,'0'0'280'0,"0"0"-209"16,44-13-44-16,-2 2-14 15,0 0-13-15,5 2-8 16,-15 4-198-16,-15 5-523 0</inkml:trace>
  <inkml:trace contextRef="#ctx0" brushRef="#br0" timeOffset="82000.188">13559 3853 1196 0,'0'0'278'16,"0"0"45"-16,0 0-92 0,0 0-46 16,0 0-54-1,0 35-26-15,6-35-23 0,2 0-21 16,0-9 6-16,-1-5-21 16,0-6-22-16,-2-3-4 15,-3-11-8-15,-1 2-5 16,-1-1 6-16,0 2-13 15,0 8 35-15,-3 3 22 16,1 8-23-16,0 5-18 16,2 6 4-16,0 1-7 15,0 1-13-15,0 9-9 16,5 4 9-16,5 4 20 16,3 2-7-16,3-1 14 0,3-1 18 15,2-4-26-15,2-2-11 16,1-7-8-16,6-6-185 15,-6-7-143-15,-6-5-497 0</inkml:trace>
  <inkml:trace contextRef="#ctx0" brushRef="#br0" timeOffset="82692.6449">13805 3563 1235 0,'0'0'299'16,"0"0"61"-16,0 0-26 15,0 0-50-15,0 0-87 16,0 0-112-16,0 0 3 15,-23 30-30-15,21-9-5 0,2 2-14 16,0-1-4 0,0-2-15-16,7-3-4 0,-1-3-7 15,1-4-7-15,0-6-2 16,-2-4-28-16,0-2-5 16,0-10 20-16,0-4-15 15,-1-2 16-15,0-3 11 16,1 2-7-16,1 2 8 15,0 1 0-15,-1 6 1 16,1 2 0-16,2 5-1 16,0 1 1-16,3 2-2 15,2 0 1-15,1 5 0 16,1 1-1-16,1-3-12 16,0 0-108-16,-1-3-36 15,-3 0-92-15,-1-5-4 16,-5-5 26-16,-3-3 118 15,-3-2 109-15,0 0 10 0,0 1 121 16,-3 3 58-16,-1 2-14 16,-1 2-3-16,1 5-30 15,0 2 5-15,0 1-45 16,0 8-66-16,1 5-9 16,2 2 19-16,1 2-12 15,2 0-14-15,8-2-8 16,7-2 0-16,4-5-11 15,6-6 9-15,1-3-1 16,0-9-9-16,-3-7-19 16,-5-5-29-16,-5-4-34 15,-9-9 37-15,-6-13 31 16,-7-13 14-16,-6 5 0 0,1 11 0 16,3 17 1-16,5 17 8 15,0 3-8-15,2 2 5 16,1 3-6-16,1 2 0 15,0 9-27-15,5 8 27 16,7 4 10-16,4 4 26 16,3 2 2-16,2 0 1 15,-2-3-19-15,0 0-20 16,-1-2-95-16,-6-6-184 16,-3-5-436-16</inkml:trace>
  <inkml:trace contextRef="#ctx0" brushRef="#br0" timeOffset="83036.3059">14143 3428 1058 0,'0'0'220'0,"0"0"-132"16,55-44-10-16,-11 16-59 16,-3 0-14-16,-4 3-5 15,-6 1-154-15,-11 4 154 16,0-2 13-16,-2 0 0 15,-7 4 91-15,-6 4 128 16,-5 4 117-16,0 5-66 16,-5 5-57-16,-4 0-43 15,-1 9-52-15,1 5-47 0,2 2-41 16,5 2-16 0,2-2-7-16,4 0-4 0,8-3 11 15,5 0-5-15,5-1 1 16,9 1 8-16,10 1-5 15,-2-3-4-15,-4 1-1 16,-8-1-20-16,-13 2-1 16,-14 17-33-16,-7-1-280 15,-15-1-468-15</inkml:trace>
  <inkml:trace contextRef="#ctx0" brushRef="#br0" timeOffset="83569.6811">13500 4355 1726 0,'0'0'250'0,"0"0"-31"15,0 0 3-15,0 0-143 16,0 0-51-16,35 57 21 16,-3-3 13-16,6 9 10 15,-1 6 43-15,-3-3 4 16,-5-8-11-16,-4-13-42 0,-6-12-42 15,-4-13-6-15,-3-7-18 16,0-2-10-16,1-5-21 16,-2-6-65-16,-3-6 23 15,-5-18 28-15,-3-13-7 16,-9 0 11-16,-2 3 14 16,-7 6-19-16,-2 12 4 15,-6 3 23-15,-6 4 9 16,-2 9 2-16,2 0 8 15,3 6 9-15,7 1 4 0,8-2 15 16,8-3 19-16,6-2-23 16,9-7-22-16,18-10 7 15,15-9-9-15,1-1-76 16,10-8-120-16,-14 9-309 16,-15 7-347-16</inkml:trace>
  <inkml:trace contextRef="#ctx0" brushRef="#br0" timeOffset="84426.1083">13845 4413 1124 0,'0'0'322'15,"0"0"-49"-15,0 0-88 16,0 0 1-16,0 0-34 0,-1 41-53 16,9-30-36-1,1-2-28-15,3-4-10 0,-2-2-4 16,1-3-1-16,-2-4 10 15,-2-5-5-15,-2-6-8 16,-3-2-7-16,-2-1 1 16,0-2 14-16,-4 2 14 15,-5 3 5-15,0 3 19 16,-2 6 15-16,2 6-13 16,-1 0-9-16,3 11-37 15,4 5-13-15,3 4-4 16,1-1-2-16,10 0 0 15,6-1-18-15,5-5-42 16,4-6-68-16,4-7-75 16,-1-1-27-16,-2-13-46 0,-4-5-23 15,-4-5 2-15,-5-1 146 16,-5-1 151-16,-4 2 60 16,-3 3 140-16,-2 3 63 15,0 5-16-15,-1 4-25 16,-4 3-32-16,1 5-26 15,-2 1-29-15,-1 7-57 16,0 7-23-16,-1 5 1 16,4 3-9-16,4 0-24 15,0 0-13-15,5-3-8 16,5-5-2-16,3-4-17 16,0-9-62-16,0-1-9 15,-1-11 12-15,-3-5-9 0,-2-2 24 16,-3-2 41-16,-1 1 14 15,-3 1 6-15,0 2 0 16,0 2 15-16,0 5 25 16,-1 3 22-16,0 3 14 15,1 3-9-15,0 0-39 16,0 7-11-16,6 3 1 16,4 2 0-16,3 2 0 15,3-2-6-15,1-2-5 16,1-4-6-16,2-5 0 15,-2-1-1-15,1-7 0 16,-3-6-15-16,-5-4-14 0,-4-5 11 16,-7-10 17-1,-2-13 1-15,-14-12 0 0,-1 7 0 16,1 13 0-16,7 18-1 16,5 13-6-16,0 4-1 15,1 1 7-15,3 1-14 16,0 9-40-16,8 11 32 15,5 5 23-15,4 3 18 16,3 3 23-16,-1-6 3 16,0 3-23-16,-5-4-21 15,-2-4-124-15,-7-5-262 16,-3-9-487-16</inkml:trace>
  <inkml:trace contextRef="#ctx0" brushRef="#br0" timeOffset="85094.2877">14295 4172 942 0,'0'0'231'0,"59"-35"-167"15,-42 20-39-15,-1-2 82 16,0-4-16-16,-4-1-35 15,-5 1 53-15,-5 1 114 16,-2 4-8-16,0 2-19 16,-4 4 24-16,1 3-39 15,1 5-88-15,1 2-46 0,1 1-24 16,0 9-22 0,6 6 5-16,4 3 14 0,3 4 21 15,4 1 19 1,1 0-9-16,3-4-5 0,-1-2-19 15,3-7 2-15,-2-6-13 16,-1-5-7-16,-5-4-8 16,-3-12-1-16,-4-6-7 15,-5-4-1-15,-3-3 2 16,0 0-28-16,0 1 11 16,0 5 3-16,0 6 6 15,0 6 5-15,0 5 8 0,2 5 0 16,3 1-5-1,2 7-11-15,5 6 17 0,1 4 0 16,2 0 17-16,0 0 4 16,-4-4 0-16,0-3-10 15,-4-4-5-15,-2-4 2 16,-2-2-1-16,0-8 14 16,1-6-12-16,0-5-7 15,0-4-1-15,-1-1 1 16,1 3-1-16,0 3-1 15,0 5 0-15,1 5 0 16,0 6-1-16,2 2-6 16,4 0-1-16,2 9 8 0,2 1 9 15,3 3 7-15,0 0-5 16,1 0-4-16,0-2-7 16,-2-3-34-16,-4-8-186 15,-3 0-296-15,-6-8-283 0</inkml:trace>
  <inkml:trace contextRef="#ctx0" brushRef="#br0" timeOffset="85591.7809">14894 3816 1277 0,'0'0'217'0,"0"0"-26"16,0 0-114-16,0 0 64 15,0 0-17-15,0 0-39 16,43 10-38-16,-29-10-24 15,0 0-10-15,-5-6-3 0,-1-3-4 16,-3-4-4-16,-5-2 6 16,0-2-6-16,0-1 4 15,-5 2 35-15,-2 3 82 16,1 4 24-16,-1 5-31 16,1 4-38-16,1 4-38 15,1 7-24-15,2 5-1 16,2 3 8-16,1 1 14 15,7 0 0-15,5-2-13 16,2-2-9-16,1-5-13 16,-1-4-2-16,-2-6-11 15,-1-1-7-15,-3-9 13 16,0-7 5-16,-1-4 1 0,0-4 0 16,0-4 0-1,1-1 5-15,1 0-5 0,0 5 5 16,3 6 5-16,0 6-10 15,1 7-1-15,2 5 1 16,2 0-1-16,1 9 1 16,-1 3 37-16,-1 4 10 15,-6 1-7-15,-2 3-8 16,-6-1-18-16,-3 0-8 16,-2 0-7-16,-20-1-109 15,0-3-148-15,-1-6-420 0</inkml:trace>
  <inkml:trace contextRef="#ctx0" brushRef="#br0" timeOffset="85757.7542">15352 3723 1573 0,'0'0'1260'15,"0"0"-1063"-15,0 0-67 16,0 0-47-16,0 0-28 15,0 0-40-15,0 0-15 16,-16 18-556-16</inkml:trace>
  <inkml:trace contextRef="#ctx0" brushRef="#br0" timeOffset="94824.7924">10788 1582 127 0,'0'0'1341'0,"0"0"-851"16,0 0-190-16,0 0-7 15,0 0-31-15,0-25-137 16,0 28-72-16,0 9-34 15,3 7 26-15,2 4 18 16,1 5 7-16,0 0-26 16,1-1-16-16,0-3-16 15,-1-2-10-15,3-3-2 16,1-5-126-16,2-6-172 16,-1-3-289-16,-3-5-419 0</inkml:trace>
  <inkml:trace contextRef="#ctx0" brushRef="#br0" timeOffset="95499.8927">10926 1545 1512 0,'0'0'546'0,"0"0"-311"16,0 0-56-16,0 0 12 16,-19 53 12-16,19-30-69 15,0-1-38-15,1-1-47 16,8-3-23-16,4-4-7 15,2-5-19-15,2-4 1 16,0-5-2-16,0-3 1 16,-3-8-10-16,-3-4-26 15,-4-3 6-15,-2-3-14 16,-4 0-8-16,0-2 37 16,-1 2 3-16,1 3 11 15,0 2 1-15,1 4 1 16,2 3 1-16,0 3 8 0,0 3-4 15,1 3-5-15,1 0-1 16,3 2 0-16,-2 6 9 16,1 3 13-16,1 0-3 15,-1 2-5-15,0-2-13 16,2-1 11-16,-1-2-11 16,1-2-1-16,-2-2-1 15,2-3-14-15,-1-1-21 16,-1-5 20-16,1-6 1 15,-2-5-5-15,-1-2 8 16,-2-2 5-16,-1 0 6 0,-1 3 1 16,-1 3 2-1,-1 5 7-15,1 4 10 0,0 5 1 16,1 0-19-16,2 7 10 16,3 4 15-16,3 3-5 15,2 0-4-15,2-1-7 16,2-1-1-16,-1-4-1 15,-1-2-7-15,-3-3 10 16,-3-3-5-16,-3 0 6 16,-2-8 10-16,-1-5-7 15,-2-4-7-15,0-3-2 16,-4-2-5-16,-3-2 0 16,-2 2-1-16,0 2-11 0,3 6-31 15,1 6-24 1,2 6-38-16,3 2-141 0,4 12-80 15,6 1-184-15,3-1-355 0</inkml:trace>
  <inkml:trace contextRef="#ctx0" brushRef="#br0" timeOffset="95733.9834">11588 1380 2221 0,'0'0'315'0,"0"0"226"0,0 0-434 16,0 0-61 0,0 0-25-16,0 0-10 0,-13 47 8 15,13-22 10-15,0 2 3 16,3 1-6-16,0-1-13 16,-1-2-7-16,-2-2-6 15,0-4-65-15,-4-6-248 16,-5-5-373-16,-2-8-730 0</inkml:trace>
  <inkml:trace contextRef="#ctx0" brushRef="#br0" timeOffset="95923.9659">11479 1396 2051 0,'0'0'297'15,"0"0"-139"-15,0 0 51 16,28 39 27-16,1-15-121 15,12 6-37-15,-1-2-12 0,-4-3-20 16,-7-3 11-16,-9-5-30 16,0 1-27-16,2 5-33 15,-6-6-253-15,-6-7-515 0</inkml:trace>
  <inkml:trace contextRef="#ctx0" brushRef="#br0" timeOffset="96119.0837">11790 1403 2031 0,'0'0'316'0,"0"0"-71"0,0 0-66 15,0 0 55 1,10 52-84-16,5-30-78 0,2 2-32 16,1 1-2-1,1-1-20-15,-3-2-18 0,-1-2-17 16,3-7-243-16,-4-5-401 15,-4-7-723-15</inkml:trace>
  <inkml:trace contextRef="#ctx0" brushRef="#br0" timeOffset="96731.198">11984 1435 542 0,'0'0'1437'0,"0"0"-1047"15,0 0-80-15,0 0-106 16,0 0-89-16,0 0-28 15,0 0-5-15,-20 46-31 0,28-28-12 16,2 0-19-16,1-3-8 16,0-2-11-16,0-4-1 15,-2-5-24-15,0-4-50 16,-1-3 8-16,0-9-22 16,-1-5 18-16,-1-3 10 15,-1-1 33-15,0 1 21 16,-1 0 6-16,-2 4 8 15,-2 4 5-15,1 4 45 16,0 3 38-16,0 5-39 16,0 0-23-16,3 5-20 15,2 5 16-15,2 3 1 0,2 0-7 16,1 3-13-16,1-2 4 16,1-2-9-16,0-1-5 15,2-5-1-15,0-5-8 16,-2-1-21-16,0-7-10 15,-2-6 0-15,-2-3 5 16,-4-1 20-16,0-1 13 16,-2 2-5-16,-2 2 6 15,-1 5 15-15,0 3 27 16,0 5 29-16,1 1-34 16,0 4-25-16,3 7 0 15,2 3 12-15,1 1 7 16,4 1-7-16,4-1-4 15,2-3-4-15,3-3 4 16,1-4 7-16,0-5-8 0,-1 0-4 16,-3-10 0-16,-4-3 2 15,-1-4-4-15,-5-5-5 16,-4-10-8-16,-3 1 0 16,-1-1-1-16,-10 2-20 15,-6 12-12-15,-32 18-13 16,4 2-90-16,-6 16-530 0</inkml:trace>
  <inkml:trace contextRef="#ctx0" brushRef="#br0" timeOffset="111895.4407">10095 7471 1639 0,'0'0'260'16,"0"0"-27"-16,0 0-68 16,0 0-85-16,0 0-43 0,0 0-23 15,-9-19-14 1,9 29 9-16,0 6-9 0,3 5 46 16,-1 3-6-16,0 1 0 15,0 0 9-15,-1 0 5 16,-1-1-19-16,1-4-15 15,-1-1-20-15,0-3-6 16,0 1-163-16,1-3-393 16,-1-5-495-16</inkml:trace>
  <inkml:trace contextRef="#ctx0" brushRef="#br0" timeOffset="112497.3665">10024 7383 1809 0,'0'0'306'0,"0"0"-210"0,0 0-64 16,20-42-16-16,-6 35-16 15,5 4 0-15,1 3 0 16,2 4 1-16,0 7 7 16,-1 5 27-16,-4 3-7 15,-5 2 9-15,-6 3 20 16,-5 0-2-16,-1 2 3 16,-10-1-8-16,-3-2-13 15,0-3-1-15,-1-4-18 16,3-4-7-16,1-8-4 15,3-4 11-15,1-1 59 16,1-7-36-16,2-3-41 0,2 0-12 16,1 4 6-16,2 3-8 15,7 4-1-15,5 0 10 16,3 8 5-16,3 3 8 16,3 3-2-16,2 0 1 15,-1-1 2-15,1-1-2 16,-1-2-7-16,-1-7-122 15,-5-3-429-15,-5-1-746 0</inkml:trace>
  <inkml:trace contextRef="#ctx0" brushRef="#br0" timeOffset="112827.2527">10321 7456 1230 0,'0'0'256'0,"0"0"-86"0,0 0 56 15,0 0-2-15,0 0-51 16,0 0-54-16,45 40-30 16,-35-35-36-16,-1-2-16 15,-2-3-5-15,-2 0 3 16,0-1 0-16,-3-7 0 16,-2 0-6-16,0-2-17 15,-1 0 0-15,-8 3-5 16,-2 3-5-16,-3 4 8 15,-1 0-10-15,1 8 1 16,1 6-1-16,4 1-6 0,5 3 6 16,4 1 0-16,6-1 0 15,11-1 0-15,15-6 0 16,17-8-26-16,12-6-158 16,-8-6-192-16,-11-6-325 0</inkml:trace>
  <inkml:trace contextRef="#ctx0" brushRef="#br0" timeOffset="113209.4769">10621 7435 1288 0,'0'0'378'16,"0"0"180"-16,0 0-352 15,0 0-20-15,-46-6-52 16,38 15-84-16,0 3-29 16,1 3-10-16,4 3-10 15,2 2 8-15,1 1 6 0,3 0-3 16,7-2 7-16,3-3-7 15,3-6-3-15,0-5-3 16,-1-5-6-16,-1-3-1 16,-4-11-39-16,-4-5-5 15,-4-6 5-15,-2-10 18 16,-4-11 17-16,-10-15 5 16,0 4 2-16,3 12-2 15,3 15-11-15,5 19-47 16,1 3 27-16,1 3 23 15,0 2 7-15,1 3 0 16,3 9-32-16,8 8 21 16,6 11 12-16,7 9 23 0,3 9 31 15,-1-4 3-15,-5-9-14 16,-7-10 0-16,-3-6-23 16,3 1-20-16,-1-5-205 15,-3-5-554-15</inkml:trace>
  <inkml:trace contextRef="#ctx0" brushRef="#br0" timeOffset="113479.2098">10772 7356 1523 0,'0'0'533'0,"0"0"-183"16,0 0-170-16,0 0-116 16,0 0-37-16,0 0 4 15,27 53 19-15,-13-33 2 16,0 1-1-16,0-3-2 15,-4-3-24-15,-2-4-13 0,-3-6-1 16,-1-5 2-16,-1-3 5 16,0-11 18-16,2-6-22 15,-1-6-14-15,0-1-8 16,0 2-27-16,0 3-35 16,2 6 16-16,0 6-4 15,3 6-56-15,7 4-220 16,-2 0-262-16,0 3-371 0</inkml:trace>
  <inkml:trace contextRef="#ctx0" brushRef="#br0" timeOffset="113682.7161">11045 7326 1397 0,'0'0'535'0,"0"0"-65"16,0 0-260-16,0 0-72 15,0 0-86-15,0 0-26 16,-40 50-10-16,38-30 8 15,2 3 39-15,2 0 3 16,8 0 4-16,4-1-27 16,5-3-19-16,3-5-15 15,5-4-3-15,17-10-6 16,-7-10-233-16,-3-4-493 0</inkml:trace>
  <inkml:trace contextRef="#ctx0" brushRef="#br0" timeOffset="114367.0077">11223 7365 1490 0,'0'0'364'0,"0"0"-75"15,0 0-141-15,0 0 31 16,7 39-88-16,3-30-37 16,3-2-13-16,0-3-11 15,2-2 1-15,0-2-4 16,-2-3-6-16,0-7-3 15,-3-3-2-15,-2-3-10 16,-3-1-4-16,-3-2-1 16,-2 4 0-16,-3 2 14 15,-8 6 18-15,-2 4 16 0,-3 3-28 16,1 8-12-16,2 5-3 16,4 2-5-16,7 2 0 15,2 0-1-15,13-2-1 16,15-1-11-16,20-8-55 15,18-6-36-15,5-10-1 16,-13-7-145-16,-19 0 39 16,-21 5-4-16,-10-2 123 15,-4 0 91-15,-4 0 173 16,-1-1 101-16,-11 4-17 16,-3 3-48-16,0 3-12 15,0 3-115-15,4 2-43 16,2 4-25-16,3 7-7 15,1 4 1-15,4 3-2 16,1 2 7-16,0 1 5 0,7-2-4 16,3-1-5-16,2-5-2 15,0-4-7-15,1-6 0 16,0-3 9-16,-2-9-6 16,0-14-3-16,-5-13-42 15,-6-17 6-15,-4-8 12 16,-11-2 9-16,-1 7-29 15,3 17-20-15,3 15-41 16,4 12 20-16,3 8 51 16,1 2 22-16,2 2 11 0,0 6-5 15,0 14-18 1,12 16 24-16,6 13 20 0,3 5 50 16,-1-3 47-1,-4-5-14-15,-8-12-54 0,-2-8 5 16,0 2-3-16,0-10-51 15,0-4-371-15</inkml:trace>
  <inkml:trace contextRef="#ctx0" brushRef="#br0" timeOffset="114891.3144">12376 7353 1905 0,'0'0'321'0,"0"0"-136"16,0 0-32-16,0 0-22 16,12 51-71-16,-6-30-2 15,-1 0-14-15,1-2-14 0,-1-2-1 16,-1-4 19-16,-1-5-24 15,-2-5-12-15,-1-3 2 16,0-9 23-16,0-8-24 16,-3-13-13-16,-5-16-28 15,-2-18-6-15,2-10-32 16,0-2-25-16,7 9-36 16,1 23-65-16,3 15-10 15,6 14-17-15,0 8 86 16,4 3 67-16,3 3-7 15,1 1 10-15,3 17 25 16,0 18 37-16,-5-2-7 0,-6-1-929 0</inkml:trace>
  <inkml:trace contextRef="#ctx0" brushRef="#br0" timeOffset="115080.4631">12286 7493 1872 0,'0'0'286'0,"0"0"-129"16,0 0-77-16,32-34-31 15,7 11-24-15,16-4-17 16,6-1-7-16,0 5-1 16,-9 1-36-16,-18 9-149 15,-10 3-550-15</inkml:trace>
  <inkml:trace contextRef="#ctx0" brushRef="#br0" timeOffset="115838.4739">12650 7287 1423 0,'0'0'358'0,"0"0"-90"16,0 0-135-16,0 0-31 15,4 36-11-15,6-28-11 16,3-1-22-16,1-3-29 15,0-4-12-15,0 0-9 16,-1-3 13-16,-1-7-8 16,-1-4-5-16,-3-2-7 15,-2-2-1-15,-5-2 0 0,-1 1 8 16,-7 0 17 0,-5 5 14-16,-5 3-8 15,-1 8-31-15,-4 3 0 0,2 8-1 16,2 7 1-16,4 4 0 15,6 4-1-15,7 2 1 16,2-1 11-16,14-1 2 16,13-1-1-16,13-7-4 15,10-9-8-15,-3-6-43 16,-10-4-135-16,-13-8-120 16,-10-1-171-16,-2-3-77 0,-1-5 316 15,-2-2 230 1,-6 1 247-16,-3 3 110 0,-1 3-17 15,0 4-28-15,-3 5-32 16,-2 4-122-16,0 3-97 16,0 1-35-16,-3 9-13 15,0 4-7-15,-1 4 0 16,2 2 7-16,3 1 2 16,4 0 6-16,0-3-6 15,7-3 2-15,4-3-4 16,3-6-6-16,0-5-7 15,0-1-19-15,-1-8-40 16,-2-5-15-16,-3-4-2 16,-1 0 19-16,-1-2 38 0,-3 2 17 15,-1 1 2-15,-1 2 9 16,-1 4 28-16,0 4 33 16,0 2 21-16,0 3-46 15,0 1-27-15,0 0-18 16,0 4 0-16,0 5 0 15,1 2 0-15,4 2 0 16,1 0 9-16,2 0 3 16,0 0 3-16,3-2-6 15,1-2 0-15,0-1-2 16,0-4-7-16,2-4-20 16,0 0-71-16,5-18-93 15,-3 1-185-15,-2-3-407 0</inkml:trace>
  <inkml:trace contextRef="#ctx0" brushRef="#br0" timeOffset="116033.684">13177 7037 995 0,'0'0'590'16,"0"0"-106"-16,-12-46-173 15,6 34-207-15,2 5-67 16,1 4-20-16,2 3-17 16,1 4-3-16,0 10-5 15,7 5 8-15,3 7 12 16,3 4 28-16,0 2 15 15,0 0 11-15,-2-1-11 16,-1-2-9-16,-2-4-46 16,-5-3-28-16,-2-8-430 0,-1-7-736 15</inkml:trace>
  <inkml:trace contextRef="#ctx0" brushRef="#br0" timeOffset="116874.4431">13086 7162 72 0,'0'0'1314'0,"0"0"-1160"16,39 0-55-16,0 0 53 15,14-4-63-15,1-6-58 16,-8 1-16-16,-14-1 2 16,-15 1-9-16,-8 0-7 15,-3-1 9-15,-3-4 82 16,-2 0 63-16,-1 2 71 0,-4 2-71 15,-2 3-91-15,1 2-34 16,2 4-11-16,1 1-12 16,1 2-5-16,1 10-2 15,0 4 1-15,0 5 6 16,7 2 5-16,2 1 36 16,3-2-14-16,1-1-5 15,2-2-8-15,0-5-11 16,-1-5-8-16,1-5-2 15,-4-4-75-15,0-9-24 16,-4-7-72-16,-1-5 17 16,-1-4 102-16,-2 0 39 15,0 1 13-15,1 4 23 0,-1 5 43 16,-1 5 15-16,0 5 41 16,1 5-55-16,0 3-37 15,1 7 3-15,1 3-3 16,3 2-8-16,0 0-9 15,0 0 10-15,2-2 1 16,0-4-12-16,0-3-11 16,0-3 0-16,0-3-1 15,-1-4-30-15,0-7-14 16,-3-3 12-16,0-4 17 16,0 0 7-16,-1 2 8 15,-1 2 0-15,-1 5 1 16,-1 4 10-16,1 5-1 0,1 0-1 15,2 4 22 1,3 4-2-16,3 2-8 0,2 1-5 16,3-3 1-16,5-1-7 15,3-4-1-15,1-3-2 16,1-3-7-16,-4-7-5 16,-4-6-22-16,-5-3-18 15,-6-5 23-15,-4-2 13 16,-4-1 8-16,-2 3 1 15,-7 4 0-15,-1 7 1 16,-3 7-1-16,-1 6 0 16,-2 3 0-16,0 10 0 15,2 5 14-15,5 6-4 16,7 1 14-16,2 1 24 16,9 0-3-16,6-4-6 0,6-3 3 15,6-4-8 1,11-6-12-16,14-8-2 0,15-6-20 15,-9-8-228-15,-11-5-1078 0</inkml:trace>
  <inkml:trace contextRef="#ctx0" brushRef="#br0" timeOffset="117506.4753">14354 7024 1813 0,'0'0'360'0,"0"0"-43"16,0 0-221-16,0 0-70 15,0 0-12-15,-2 36-3 16,2-17 13-16,0-1 26 16,0-1-3-16,0-5-16 15,2-2-15-15,-2-5-10 16,1-4-4-16,-1-1 7 16,0-5 12-16,-1-9-10 15,-2-5-11-15,-1-6-20 0,4-2-29 16,0-2-8-16,1 3 17 15,7 5-11-15,1 6 4 16,3 9-2-16,1 6 6 16,2 0 23-16,0 11 14 15,-1 2 6-15,-1 2 30 16,-4 3 21-16,-2-2-7 16,-2-2-11-16,-2-2-2 15,-3-4-4-15,1-4-3 16,-1-4-2-16,0-1 26 15,0-10-3-15,0-5-27 16,2-4-18-16,3-2-21 16,1-1-19-16,3 6 3 0,0 2 8 15,3 6 8-15,-1 6 7 16,3 3 12-16,2 0 1 16,3 9-5-16,1 3 6 15,0 2 8-15,-1-1 5 16,-2 2-4-16,-2-1-9 15,3-4 0-15,-4-4-287 16,-2-6-562-16</inkml:trace>
  <inkml:trace contextRef="#ctx0" brushRef="#br0" timeOffset="118023.4808">14766 6862 1377 0,'0'0'333'0,"0"0"213"15,0 0-393 1,0 0-97-16,0 0-35 0,0 0-13 15,0 0 8-15,-27 40 6 16,25-18 11-16,2 2 1 16,0-3-7-16,6-1 4 15,3-5-5-15,1-6-4 16,1-6-6-16,1-3-1 16,-2-4-4-16,0-9-11 15,-2-4-7-15,-2-4-27 16,-2 0-9-16,-2-1 20 15,-2 2 16-15,0 3 7 16,0 6 0-16,0 4-8 0,-1 5 8 16,-1 2-11-1,1 3-12-15,1 7 18 0,0 3 5 16,1 2 6-16,8 1 0 16,4-2 3-16,5-1 0 15,2-3 1-15,2-5-9 16,-2-5 6-16,-2 0-7 15,-3-9-10-15,-3-6-2 16,-5-2 12-16,-3-3 0 16,-3 0 5-16,-1 2 1 15,0 4-6-15,0 4 0 16,-1 5 1-16,1 5 8 16,0 0-9-16,0 9-4 15,1 7 4-15,7 4 13 16,0 3 10-16,2 2 11 0,-1 1 0 15,-2 1-8 1,-1 0-26-16,-5 2-26 0,-1-7-326 16,0-8-887-16</inkml:trace>
  <inkml:trace contextRef="#ctx0" brushRef="#br0" timeOffset="118225.4782">15009 6698 1721 0,'0'0'262'16,"0"0"-179"-16,0 0-55 16,43-13-22-16,-23 21-4 15,2 9 0-15,3 11 38 0,-1 13 35 16,-8 10 12 0,-11 4 17-16,-12-3 1 0,-23-2-32 15,-15-6-65-15,5-11-8 16,-2-8-774-16</inkml:trace>
  <inkml:trace contextRef="#ctx0" brushRef="#br0" timeOffset="118444.6982">13604 7511 2083 0,'0'0'272'15,"76"-24"-138"-15,5-3 89 0,17-3-48 16,7 2-108-16,-9 4-45 16,-19 6-10-16,-18 6-1 15,-20 3-11-15,-16 5-5 16,-13 2-88-16,-4 0-232 16,-6 1-469-16</inkml:trace>
  <inkml:trace contextRef="#ctx0" brushRef="#br0" timeOffset="118617.9621">13725 7592 2022 0,'0'0'211'0,"57"-2"-122"16,16-16 30-16,20-8 72 0,7-4-100 15,-8 5-44-15,-29 8-19 16,-16 5-28-16,-19 4-127 15,-18 2-650-15</inkml:trace>
  <inkml:trace contextRef="#ctx0" brushRef="#br0" timeOffset="128887.4987">4079 6444 1367 0,'0'0'392'16,"0"0"-212"-16,-15 49-17 16,7-12 19-16,1 7-37 15,-2-1-47-15,3-9-18 16,2-12-29-16,1-8 2 15,0-1-15-15,0-1-11 16,1-1-7-16,-1-6-2 16,1-3 9-16,1-2 22 15,-2-5 5-15,-3-13-21 16,-2-15-18-16,5-11-6 0,1 2-1 16,2 9 1-16,3 13-2 15,6 12 10-15,2 1 6 16,4 4 1-16,4 2-3 15,3 1 12-15,3 8 14 16,1 5-7-16,1 2-4 16,1 2-21-16,-2-1-4 15,-3 0-10-15,-3-1 5 16,-4-3-6-16,-5-2-3 16,-4-5-63-16,-3-4-47 15,-2-1-6-15,-1-10 45 16,0-8 24-16,-1-3 5 15,2-2 0-15,-1 4 20 0,0 3 16 16,1 7 8 0,-2 5 1-16,0 2 1 0,0 2 15 15,0 0 35-15,-6 6 34 16,-5 6-21-16,-11 12-19 16,-14 12-2-16,-15 12 14 15,-5 7-15-15,0-2-15 16,10-10-16-16,17-15-4 15,7-9-7-15,4-3-25 16,4-4-171-16,4-4-373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1T04:47:47.0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7842 1917 1776 0,'0'0'280'15,"0"0"-106"-15,0 0-48 16,0 0-11-16,0 0-17 16,0 0-34-16,14-10-13 15,3 2-18-15,4-2-20 0,1-1-13 16,1-3 0-1,-1-2-55-15,7-11-95 0,-6 4-195 16,-6 1-398-16</inkml:trace>
  <inkml:trace contextRef="#ctx0" brushRef="#br0" timeOffset="239.4742">7985 1656 121 0,'0'0'1243'0,"0"0"-862"15,0 0-88-15,0 0-136 16,0 0-59-16,0 0 3 16,0 0 10-16,26 23-11 15,-10-15-20-15,2-1-16 16,1 1-21-16,-1 0-16 0,-2 0-3 16,-2 3-6-16,-3 3-3 15,-6 5-4-15,-5 13-11 16,-24 18-6-16,-30 21-48 15,3-7-142-15,-10-2-512 0</inkml:trace>
  <inkml:trace contextRef="#ctx0" brushRef="#br0" timeOffset="3189.7895">11011 1993 1594 0,'0'0'321'16,"0"0"-175"-16,40-1-12 0,18-12 87 16,33-10-12-1,22-8-16-15,10-6-38 0,-3 0-38 16,-12 3-41-16,-8 5-11 15,-7 4-46-15,-12 5-1 16,-12 5-3-16,-21 5-7 16,-16 3-8-16,-16 4 0 15,-9 1-32-15,-3 2-49 16,-4 0-82-16,-15 3-114 16,-8 3-55-16,-9 2-663 0</inkml:trace>
  <inkml:trace contextRef="#ctx0" brushRef="#br0" timeOffset="3407.0542">11197 2084 1600 0,'0'0'490'0,"0"0"-449"16,0 0-11-16,52 8 112 16,-2-14 83-16,26-14-30 15,12-5-17-15,4-5-45 16,-1 1-40-16,-13 4-18 15,-5 1-33-15,-10 1-20 16,-15 6-8-16,-14 4-14 16,-13 4 0-16,-7 8-111 15,-4 0-218-15,-9 1-429 0</inkml:trace>
  <inkml:trace contextRef="#ctx0" brushRef="#br0" timeOffset="8196.5749">7182 3229 644 0,'0'0'497'16,"0"0"-147"-16,0 0-28 0,0 0-58 16,0 0-62-1,-49 6-55-15,33 5-31 0,2 5-17 16,0 5-2-16,5 3-4 15,3 3-19-15,5 1-18 16,1-1-19-16,5 0-20 16,5-4-1-16,6-3-7 15,1-4-8-15,2-6-1 16,1-5-66-16,0-5-146 16,6-13-108-16,-5-5-258 15,-4-3-339-15</inkml:trace>
  <inkml:trace contextRef="#ctx0" brushRef="#br0" timeOffset="8491.4242">7244 3234 789 0,'0'0'679'15,"0"0"-300"-15,0 0-121 16,0 0-155-16,0 0 1 16,-33 34 17-16,32-15-23 15,1 1-31-15,0 1-24 16,8-2-10-16,1-2-16 15,2-6-3-15,-1-2-14 16,0-5 15-16,-3-4-8 16,-3 0 1-16,-1-8-1 15,-3-3 19-15,0-3-16 16,0-2 5-16,-4 1-8 16,-5 2 7-16,-2 3-14 15,1 3-23-15,1 3-33 0,2 4-46 16,4 0-51-16,3 0-131 15,5 2-300-15,3-2-336 16</inkml:trace>
  <inkml:trace contextRef="#ctx0" brushRef="#br0" timeOffset="9092.6368">7269 3167 1075 0,'0'0'627'0,"0"0"-246"16,0 0-146-16,0 0-132 16,0 0-17-16,0 0 41 15,0 0-8-15,36 37-11 0,-22-22-31 16,0-1-24-16,-2 0-28 16,-1 0-11-16,-2-4-8 15,-3 0-6-15,-1-4 1 16,-2-3-1-16,-2-1-32 15,-1-2-13-15,0-2-7 16,0-7-44-16,-3-4-60 16,-1-3 38-16,-1-2 29 15,1-1-13-15,1 1 14 16,1 3 63-16,1 1 24 16,0 4 1-16,1 2 0 0,0 2 8 15,0 3 20 1,0 0 19-16,3-1 20 0,0 2-14 15,2 1 27-15,1 0-7 16,0 1-1-16,2 0-8 16,1 1-8-16,2 6 3 15,0 1 2-15,1 2-3 16,0 1-10-16,-1-1-12 16,0 1-12-16,-3-3-14 15,-1-1-1-15,-1-1-7 16,-1-3 4-16,-2-1-6 15,-1-1 1-15,-2-1 13 16,0 0 13-16,0-8 38 16,0-5-34-16,0-4-22 15,0-4-8-15,0-2-1 0,0-2-15 16,0 2-39 0,0 2-32-16,0 5-57 0,0 4-68 15,0 4-110 1,2 3-367-16,3 2-572 0</inkml:trace>
  <inkml:trace contextRef="#ctx0" brushRef="#br0" timeOffset="10244.4467">7394 3139 527 0,'0'0'561'0,"0"0"-299"16,0 0-135-16,0 0-19 0,0 0 4 15,0 0-21-15,30 47-46 16,-20-34-30-16,6 3-15 15,-3-3-90-15,-1-4-462 0</inkml:trace>
  <inkml:trace contextRef="#ctx0" brushRef="#br0" timeOffset="10559.2121">7664 3049 1452 0,'0'0'647'0,"0"0"-276"16,0 0-49-16,0 0-74 15,0 0-103-15,0 0-85 16,0 0-45-16,-7 27 2 16,13-12 13-16,5 4-5 15,3 2-15-15,5 1-10 16,16 9-9-16,-5-5-260 0,-7-4-985 16</inkml:trace>
  <inkml:trace contextRef="#ctx0" brushRef="#br0" timeOffset="11621.591">7500 5954 1538 0,'0'0'540'0,"0"0"-228"16,0 0-31-16,0 0-72 16,-46 1-61-16,35 13-66 15,0 11-37-15,4 2-19 0,4 5-1 16,3 1 7-16,1-7-19 16,9 3-4-16,3-5-3 15,3-4-4-15,2-5-2 16,1-6-99-16,1-6-172 15,4-11-221-15,-2-8-189 16,-7-2-431-16</inkml:trace>
  <inkml:trace contextRef="#ctx0" brushRef="#br0" timeOffset="11899.359">7563 5994 750 0,'0'0'727'15,"0"0"-377"-15,0 0-60 16,0 0-137-16,0 0-61 0,-17 40 0 15,17-21-1-15,5 2-24 16,5-2-29-16,1-2-15 16,1-4-3-16,-1-4-9 15,0-3 4-15,-2-5-3 16,-3-1-2-16,-3-2-1 16,-2-7 11-16,-1-3 9 15,0-3-11-15,-8-2-12 16,-1 1 5-16,-3 0-11 15,1 1-28-15,-1 3-27 16,4 2-15-16,2 4-64 16,6 0-82-16,0 2-156 15,3 0-410-15</inkml:trace>
  <inkml:trace contextRef="#ctx0" brushRef="#br0" timeOffset="12245.1452">7625 5954 1476 0,'0'0'297'15,"0"0"-165"-15,0 0-20 16,0 0 71-16,0 0-64 16,31 43-20-16,-24-32-26 15,0 0-23-15,-2-3-16 16,-2-1-19-16,-1-4-4 15,-2-3-4-15,0 0 53 0,0-6 99 16,-2-8-74 0,-2-4-49-16,2-2-21 0,1 1-4 15,1 1 1-15,0 5-2 16,4 5 1-16,2 3-6 16,4 4-4-16,-1 1 4 15,3 0-5-15,1 3 0 16,0 3-4-16,2-1-94 15,6-2-143-15,-2 0-253 16,-3-3-354-16</inkml:trace>
  <inkml:trace contextRef="#ctx0" brushRef="#br0" timeOffset="12525.0135">7744 5753 876 0,'0'0'833'0,"0"0"-524"0,0 0-190 16,0 0-35-16,0 0 56 16,0 0 0-16,52 44-18 15,-36-31-13-15,-2-1-20 16,-2-2-38-16,-4-3-24 16,-2-3-17-16,-5-3-4 15,-1-1 15-15,0-6 91 16,-1-6-46-16,-5-8-43 15,-1-2-23-15,0-4-2 0,-2 0-95 16,4 2-97 0,5 0-66-16,1 7-258 0,6 6-356 15</inkml:trace>
  <inkml:trace contextRef="#ctx0" brushRef="#br0" timeOffset="12931.24">7921 5767 848 0,'0'0'1038'0,"0"0"-702"16,0 0-115-16,0 0-96 0,0 0-15 15,0 0-32-15,0 0-11 16,16-18-27-16,-8 18-3 15,0 0-16-15,-1 6-1 16,0 4 14-16,-2 2 34 16,-2 5 3-16,-1 0 0 15,-1 2-22-15,-1-1-7 16,0 0-9-16,1-3 4 16,1-3-16-16,0-2 6 15,1-4 0-15,0-4 6 16,2-1-3-16,2-1 24 15,2-3 26-15,5-7-20 16,2-4-11-16,4-4-29 16,0-3-20-16,1 1 6 15,0 0-6-15,-4 5-51 0,-4 11-86 16,-6 2-116-16,-7 4-687 0</inkml:trace>
  <inkml:trace contextRef="#ctx0" brushRef="#br0" timeOffset="29142.7304">8922 3695 1156 0,'0'0'250'0,"0"0"-68"16,0 0-7-16,0 0 9 16,0 0-29-16,0 0-31 15,30-15-36-15,-18 8-26 16,2-1-19-16,0 1-22 0,2 0-11 15,-1 0-10-15,0 2-32 16,1-1-116-16,-3 2-178 16,-5 0-283-16</inkml:trace>
  <inkml:trace contextRef="#ctx0" brushRef="#br0" timeOffset="29327.3827">8939 3775 1365 0,'0'0'365'0,"0"0"-201"15,0 0-53-15,0 0 49 0,0 0-39 16,56-23-64-16,-14 4-37 16,14-4-20-16,-8 2-147 15,-7 4-510-15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2:53:22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11025 3279 925 0,'0'0'321'0,"0"0"-96"16,0 0-18-16,0 0-26 16,0 0-46-16,0 0-55 0,-6-1-31 15,6 1-24-15,0 0-12 16,4 7-4-16,3 3 50 16,0 2 6-16,1 1 43 15,0 0-19-15,0-1-4 16,-1-3-20-16,1-2-21 15,0-6 2-15,4-1 31 16,5-5 34-16,13-14 25 16,13-14-31-16,12-13-29 15,5-4-16-15,-6 2-12 16,-11 12-21-16,-13 12-15 16,-7 6-6-16,-5 2 0 15,0 1-5-15,1 0 7 16,-2 0-8-16,-5 5 1 0,-4 3-1 15,-5 4 0-15,0 1 0 16,-3 2-1-16,0 0-5 16,0 0-63-16,-18 20-162 15,1 0-476-15,-7 7-725 0</inkml:trace>
  <inkml:trace contextRef="#ctx0" brushRef="#br0" timeOffset="1449.4897">10770 4452 780 0,'0'0'503'16,"0"0"-259"-16,0 0-34 16,0 0-49-16,0 0-54 15,0 0-59-15,0 0-38 16,9 10 3-16,-2 0 20 15,2 3 23-15,1 0 4 16,0 0 10-16,-1 1 13 16,-1-2-21-16,1-2 2 15,0-2-12-15,-1-2-6 16,-1-4-12-16,1-2 19 16,2-2 42-16,3-10 24 15,8-10-17-15,8-15-35 0,9-12-19 16,4-4-13-16,-6 9-8 15,-7 12-9-15,-10 13-5 16,-1 2-4-16,1-2-7 16,1 0 4-16,0-1-6 15,-4 4 0-15,-4 4 0 16,-4 2 1-16,-1 3 5 16,-3 3-6-16,-2 2 0 15,-1 1 0-15,-1 1 0 16,0 0-6-16,0 0-37 15,0 0-92-15,-7 12-170 16,-5 1-305-16,-3 2-405 0</inkml:trace>
  <inkml:trace contextRef="#ctx0" brushRef="#br0" timeOffset="16361.134">11370 1909 598 0,'0'0'820'0,"0"0"-575"15,0 0 34-15,0 0-59 16,-44-36-46-16,36 36-116 16,-6 14-39-16,-2 16-17 15,0 15-2-15,3 5 10 16,7-6 32-16,6-12-11 0,0-13 23 15,10-3-26 1,6-1-22-16,11-1-6 0,13-9-49 16,9-9-107-1,0-18-154-15,-12-1-236 0,-15 1-338 0</inkml:trace>
  <inkml:trace contextRef="#ctx0" brushRef="#br0" timeOffset="17056.9648">11528 1889 1035 0,'0'0'269'0,"0"0"71"0,0 0-73 16,-41 1-26-16,28 10-85 15,2 5-62-15,2 4-43 16,3 2-24-16,6 3 9 16,0 0 7-16,6-1-4 0,7-5-13 15,2-4-20-15,1-4-5 16,0-7 8-16,-1-4-9 15,-1-4-1-15,-1-8 1 16,-3-5-9-16,-4-2-5 16,-3-1 13-16,-3-1 1 15,-4 2 0-15,-7 1 0 16,0 4 7-16,-1 2-6 16,2 5 5-16,2 5-5 15,2 2-1-15,3 0-5 0,2 9-2 16,1 3 5-1,0 1-10-15,8 1-43 0,5-1-82 16,2-3-79 0,2-3-114-16,0-5 48 0,-2-2 57 15,-3-1-38-15,-3-8 62 16,-3-1 162-16,-5-3 39 16,-1-1 147-16,0-1 79 15,-1 1-14-15,-3 0 32 16,1 3-29-16,1 2-66 15,2 6-50-15,0 3-46 16,0 0-41-16,0 9 5 16,3 4-5-16,2 0 3 15,0 2-2-15,-1-1 1 16,1-2-3-16,-2-1-9 0,-1-3-1 16,0-3 7-16,-2-4-8 15,1-1 6-15,-1 0 59 16,0-6 100-1,0-5-99-15,0-1-37 0,0-3 1 16,0 0 1-16,1 4-8 16,1 3-4-16,0 3 2 15,1 4-11-15,2 1-10 16,2 1 0-16,3 7 1 16,1 1 0-16,2 2 0 15,2-2-1-15,-1 1-13 16,1-2-105-16,4-1-105 15,-5-3-268-15,-4-2-396 0</inkml:trace>
  <inkml:trace contextRef="#ctx0" brushRef="#br0" timeOffset="17349.6763">11790 1800 1217 0,'0'0'389'0,"0"0"-52"16,0 0-196-16,0 0-78 15,0 0 33-15,14 39 6 16,-4-17 2-16,2 0 3 16,-2-1-47-16,1-2-28 15,-2-4-15-15,-2-4-7 16,-1-3-4-16,-3-5 0 16,-2-3 3-16,-1 0 19 0,1-4 74 15,-1-9-54-15,0-4-31 16,0-6-15-16,0-1-2 15,0 0-11-15,-2 1-44 16,2 6-42-16,0 6-40 16,0 7-99-16,3 4-355 15,4 0-227-15</inkml:trace>
  <inkml:trace contextRef="#ctx0" brushRef="#br0" timeOffset="17636.6483">12007 1745 1443 0,'0'0'596'0,"0"0"-243"16,0 0-188-16,0 0-70 15,0 0-41-15,0 0-29 16,0 0-24-16,4 4 6 15,8 12 11-15,2 6 19 16,1 2 26-16,-1 1-17 16,-2 0-23-16,-2-1-14 15,-2-4-9-15,-3-4-9 16,-3-6-82-16,-2-5-161 16,-3-3-129-16,-4-2-466 0</inkml:trace>
  <inkml:trace contextRef="#ctx0" brushRef="#br0" timeOffset="17803.1113">11978 1818 613 0,'0'0'745'16,"0"0"-525"-16,0 0-34 16,48-27-57-16,-10 10-53 15,13-1-46-15,4-1-30 16,-2 2-18-16,-16 7-250 15,-15 3-395-15</inkml:trace>
  <inkml:trace contextRef="#ctx0" brushRef="#br0" timeOffset="18014.2582">12301 1665 1337 0,'0'0'515'0,"0"0"-253"16,0 0-138-16,0 0-60 15,-7 36 1-15,14-19 6 16,2 6-14-16,3-1-29 16,1 3-13-16,0-1-14 15,-1 1-1-15,-2-4-12 16,-2-3-110-16,-3-8-128 16,-2-5-320-16,-3-5-108 0</inkml:trace>
  <inkml:trace contextRef="#ctx0" brushRef="#br0" timeOffset="18230.8288">12317 1688 986 0,'0'0'348'16,"0"0"-68"-16,-2-40-76 15,2 26-92-15,8 3-32 16,2 4-39-16,2 2-25 16,0 5-6-16,1 0-9 15,-2 7 14-15,-2 5 9 16,-3 2 4-16,-3 4-3 15,-3 1-6-15,0 2-9 16,-8 1 1-16,-3 0-11 16,0-2 0-16,2 2-34 0,4-6-177 15,5-7-350-15</inkml:trace>
  <inkml:trace contextRef="#ctx0" brushRef="#br0" timeOffset="18769.337">12467 1668 1121 0,'0'0'349'0,"0"0"132"16,0 0-267-16,0 0-31 15,0 0-55-15,-41-14-38 16,35 14-29-16,2 7-40 16,1 2-7-16,1 1-13 15,1 3 11-15,1-1-10 16,1 1-2-16,7-3-1 15,3-2-14-15,1-4 15 16,3-3-8-16,0-1 8 16,0-6-26-16,-3-3-20 0,0-2 15 15,-4-1 15-15,-1-1 15 16,-2 1 0-16,-1 0 1 16,1 2 0-16,-2 0 0 15,-1 3 1-15,0 1 0 16,-1 4 6-16,-1 1 9 15,0 1-1-15,0 0-14 16,0 8 0-16,2 2 6 16,0 5-5-16,3 0 11 15,0 1 8-15,1-1-9 0,3-3-5 16,-1-2-5-16,-1-4 5 16,1-4-7-16,-2-2 14 15,-1 0 10-15,1-8 8 16,-3-3-6-16,-2-4 2 15,-1 0-1-15,-2-3-3 16,-9-2-8-16,-3-1-11 16,-6 1-5-16,0 2-11 15,-1 6-47-15,4 3-12 16,6 5 3-16,4 4-36 16,7 1-211-16,4 4-79 15,6 0-120-15</inkml:trace>
  <inkml:trace contextRef="#ctx0" brushRef="#br0" timeOffset="19001.0643">12576 1424 1532 0,'0'0'631'0,"0"0"-489"16,0 0-74-16,0 0-28 15,0 0-22-15,0 0-17 16,0 0 5-16,21 46 18 16,-6-19-2-16,2 2 12 15,2 1-27-15,5 6-7 16,-3-9-174-16,-5-6-584 0</inkml:trace>
  <inkml:trace contextRef="#ctx0" brushRef="#br0" timeOffset="19169.2116">12786 1542 1371 0,'0'0'523'0,"0"0"-297"15,0 0-142-15,0 0-54 16,0 0-13-16,0 0-2 16,0 0-7-16,14 40-7 15,-12-29-1-15,-2 2-78 16,0-4-252-16,-2-4-354 0</inkml:trace>
  <inkml:trace contextRef="#ctx0" brushRef="#br0" timeOffset="20052.9425">12720 1445 542 0,'0'0'161'0,"0"0"-94"15,0 0-33-15,0 0-18 16,0 0-9-16,0 0 1 16,43 28 0-16,-34-23 95 15,-2-1 57-15,0 1-2 16,-1 1-29-16,2 2-14 16,-1 2-28-16,1 0-8 15,1 3-3-15,-1-1-31 0,0 1-17 16,-1-3-12-16,-2-1-7 15,-1-2-1-15,-2-3-7 16,0-3 1-16,-1-1 7 16,0 0 87-16,1-8 38 15,0-2-90-15,2-4-25 16,1-1-1-16,1-1 2 16,1 1 1-16,-1 2 11 15,-1 5 4-15,0 2-5 16,-1 4-7-16,2 2-14 15,0 2 3-15,1 4-5 16,3 3 2-16,0 0-8 16,1 0-1-16,1-3 0 0,1-1 0 15,1-5-1-15,0 0-38 16,0-3-43-16,-1-7-51 16,-2-2-7-16,-4-2 55 15,-4-1 51-15,-2 1 33 16,-1 2 9-16,-1 1 31 15,-6 3 33-15,-1 5-12 16,-1 2-18-16,0 1-18 16,0 2-13-16,3 7-3 15,1 3-8-15,4 1 6 16,1 0-7-16,0 1-1 16,3-3-1-16,5-1-8 15,0-5-3-15,2-4-12 16,-1-1 12-16,0-3 12 15,-1-6 1-15,-1-2 7 0,-2-1 7 16,-2 1 67-16,-3 0 46 16,0 2 9-16,0 2 34 15,0 3-46-15,0 3-63 16,0 1-33-16,0 1-27 16,0 8 0-16,0 6-1 15,3 5 6-15,2 4 0 16,2 4 37-16,1 2 8 15,0 3 6-15,-1-1-3 16,0-2-11-16,-1-1-17 0,-3-3-8 16,0-4 0-16,-3-5 1 15,0-3 2-15,-4-2 3 16,-5-3 0-16,-4-2-3 16,-4-2-4-16,-6-1-16 15,-10-4-1-15,-11 0-3 16,-9-8-134-16,8-2-454 15,10-1-875-15</inkml:trace>
  <inkml:trace contextRef="#ctx0" brushRef="#br0" timeOffset="20871.1834">11785 2468 1187 0,'0'0'235'15,"0"0"88"-15,0 0-83 16,0 0-29-16,-45-13-131 16,32 16-50-16,-2 8-14 0,0 7-7 15,0 9 0-15,4 2 4 16,5 2 12-16,6 1 2 15,2-6 12-15,12 0 2 16,10-3-11-16,14-9-30 16,12-14-6-16,4-7-48 15,-2-20-104-15,-8-12-80 16,-15 9-136-16,-9 4-212 0</inkml:trace>
  <inkml:trace contextRef="#ctx0" brushRef="#br0" timeOffset="21563.0032">12009 2398 983 0,'0'0'292'0,"0"0"6"16,0 0 8-16,-48-8-68 16,36 10-98-16,1 7-41 15,2 4-31-15,2 4-37 16,4 4-5-16,3 2 5 16,0 2-3-16,10-1-13 15,3-1 0-15,5-6-15 16,0-5-10-16,2-6 3 15,0-6-1-15,-4-3 8 16,-2-11-1-16,-4-4-20 16,-4-3-14-16,-3-2 0 15,-3-1 22-15,-5-1 13 16,-6 2 0-16,-2 3-1 16,0 2 2-16,1 7 8 15,2 5-9-15,2 6 0 0,2 2-1 16,4 9 1-16,2 3 1 15,1 1-1-15,10 0-12 16,5-1-32-16,3-4-85 16,2-3-28-16,1-4-1 15,-2-3 61-15,-3-1-18 16,-4-6 7-16,-6-4 25 16,-4 1 21-16,-3-2 62 15,0 0 26-15,-5 1 93 16,-1 0 52-16,1 4-29 0,1 1-15 15,3 4-16 1,1 2-60-16,0 2-39 0,4 7 0 16,5 4-5-16,3 2 1 15,0 1-1-15,0 1 6 16,-3 0-4-16,-1-3 8 16,-4-2-4-16,-1-3-3 15,-2-5 4-15,-1-3 45 16,0-1 85-16,-2-8 27 15,-5-4-108-15,0-6-29 16,2-2 10-16,1-1-19 16,4 1-6-16,0 3-5 15,0 4-13-15,5 5 0 16,3 5-1-16,2 3 0 16,2 2-6-16,3 9-1 0,-2 1 7 15,1 4 0 1,-1-1-49-16,-1 0-121 0,0-2-101 15,-3-3-461-15,-3-4-465 0</inkml:trace>
  <inkml:trace contextRef="#ctx0" brushRef="#br0" timeOffset="21838.6642">12261 2281 1530 0,'0'0'372'0,"0"0"-186"15,0 0-121-15,0 0 69 16,0 0 37-16,51 35 7 0,-29-19-61 16,0 0-35-16,-3-2-24 15,-4 1-31-15,-4-5-9 16,-2-4-9-16,-5-2-2 16,-2-4 11-16,-1-2 47 15,0-10-9-15,0-6-33 16,0-6-23-16,-1-5-18 15,1 0-18-15,1-1-34 16,2 4-32-16,10-3-64 16,-1 7-392-16,0 3-877 0</inkml:trace>
  <inkml:trace contextRef="#ctx0" brushRef="#br0" timeOffset="22267.9001">12792 2061 1160 0,'0'0'335'0,"0"0"50"16,0 0-94-16,0 0-60 15,0 0-77-15,0 0-102 16,0 0-22-16,-29 37-9 15,26-11 26-15,2 3 3 16,1-2 5-16,6-3 6 16,7-4-24-16,4-5-26 15,5-6-11-15,6-6-38 16,3-4-146-16,3-15-21 16,5-20-143-16,-8 3-314 15,-8 0-334-15</inkml:trace>
  <inkml:trace contextRef="#ctx0" brushRef="#br0" timeOffset="22914.2017">13009 2009 1136 0,'0'0'509'0,"0"0"-191"16,0 0-69-16,0 0-100 15,0 0-64-15,-39 12-19 16,36 4 12-16,2 4 2 16,1 2-25-16,0 1-26 15,6-2-8-15,5 0-7 16,0-6-14-16,1-4-1 15,0-4-6-15,-1-7-2 16,-4 0 18-16,-2-10-8 16,-2-6 1-16,-3-5 2 15,0-2-4-15,-4 0 0 16,-5 0-7-16,-2 3-8 0,1 5 3 16,2 4 11-16,2 5 0 15,3 6 0-15,2 0-16 16,1 4-11-16,0 6 10 15,8 3-1-15,4 1-65 16,4-2-67-16,3-4-83 16,2-2-6-16,0-6 6 15,-4 0 30-15,-2-8 13 16,-7-3-5-16,-5-3 154 16,-3-1 42-16,0-1 173 15,-5 1 73-15,-1 3 22 16,2 2 6-16,0 3-69 0,3 4-42 15,1 3-77-15,0 0-58 16,1 3-27-16,7 7 21 16,3 2-3-16,0 2-1 15,-2 0-9-15,0 1-7 16,-3-3 3-16,-1-1-4 16,-2-4-1-16,0-3 2 15,-3-4-1-15,0 0 24 16,0-8 124-16,-2-6-88 15,-1-5-28-15,2-2-5 16,1 2-8-16,0 0-1 16,1 6 1-16,5 5-7 15,0 3-4-15,1 3-8 0,1 2-1 16,2 4 0 0,2 4 6-16,2 3-6 0,-1 1-2 15,3 5-120-15,-4-3-211 16,-3-2-516-16</inkml:trace>
  <inkml:trace contextRef="#ctx0" brushRef="#br0" timeOffset="23191.298">13276 1879 628 0,'0'0'1268'0,"0"0"-946"16,0 0-161-16,0 0-84 0,0 0 117 15,38 18 1 1,-19-5-71-16,2 0-76 0,-3-1 4 16,-4 0-16-16,-2-3-25 15,-5-3-1-15,-3-4-8 16,-2-2 7-16,-1 0 18 16,-1-8 25-16,0-7-29 15,0-9-23-15,0-1-13 16,-3-3-23-16,-1 1-21 15,-1 1 0-15,0 4-153 16,0 7-412-16</inkml:trace>
  <inkml:trace contextRef="#ctx0" brushRef="#br0" timeOffset="23764.7234">13850 1614 864 0,'0'0'988'16,"0"0"-693"0,0 0-137-16,0 0-95 0,0 0 58 15,10 54 24-15,0-28-49 16,0 0-43-16,2 0-27 16,-2-2-20-16,0 0-5 15,-2-5-1-15,-2-3 0 16,-3-5-42-16,-2-7-67 15,-1-4 44-15,-1-9-42 16,-7-11-166-16,-5-11 84 16,-3-13 76-16,-2-10 113 15,2 3 1-15,6 11 11 16,5 15 26-16,5 10 45 0,0 0 5 16,8-1-45-1,4 4-21-15,3 3-9 0,2 5 2 16,0 4 15-16,0 2 8 15,-1 10 2-15,-6 4-9 16,-3 4-8-16,-7 3-6 16,0 2-5-16,-7 0-10 15,-5-1 5-15,0-3-7 16,2-4-55-16,7-11-181 16,3-5-325-16,0-1-881 0</inkml:trace>
  <inkml:trace contextRef="#ctx0" brushRef="#br0" timeOffset="24679.9174">14074 1545 863 0,'0'0'744'0,"0"0"-381"15,0 0-81-15,0 0-101 16,0 0-55-16,0 0-58 16,0 0-26-16,-23 34-6 15,22-15-3-15,1 2-2 16,0-1-7-16,6-1-11 15,2-5-6-15,3-4-7 16,0-4-13-16,0-6 13 16,0 0 0-16,0-9 6 15,-3-5 4-15,-2-3-8 16,-3-2-2-16,-3-2 0 16,0-2 1-16,-4 2 6 15,-4 1-6-15,-1 5-1 16,1 5 1-16,1 5 5 0,1 5-6 15,0 0-5-15,3 7-3 16,3 3 7-16,0 3-12 16,4-1-35-16,8-1-77 15,3-1-51-15,2-3-64 16,1-4 4-16,-1-3 9 16,-2-2 20-16,-4-6-60 15,-5-5-105-15,-3-1 94 16,-3-4 178-16,0-1 100 15,-8-3 263-15,-3-2 62 16,-2-1-93-16,-3-4-45 16,1 2 17-16,1 0-8 0,2 4 5 15,1 4-27-15,3 6-63 16,4 7-72-16,2 6-26 16,2 4-13-16,1 18 1 15,11 13 7-15,8 9 2 16,2-2 27-16,0-8 29 15,-3-10-10-15,-3-7-29 16,4 2-18-16,3-1-9 16,1-2-19-16,-3-5-53 15,-4-8-5-15,-5-3-23 16,-3-4-21-16,-5-10 3 16,-2-3 14-16,-2-3 57 0,0-2 34 15,-6 0 13 1,0 1 14-16,0 3 27 0,1 4 21 15,2 3 4-15,0 4-1 16,2 3-19-16,1 3-16 16,0 1-10-16,0 0-14 15,0 6 2-15,5 2-1 16,1 2 2-16,1 2 6 16,0 1 3-16,1 1 4 15,0 1 5-15,1-1-12 16,-2-2 1-16,0 0-6 15,-1-2-1-15,-2-2 2 16,0-2-10-16,-2-2 0 16,-1-2 0-16,-1-1-1 0,0 0 0 15,0-1 1 1,0 0 0-16,0 0 8 0,0 0 0 16,0 0-9-16,-2 0-46 15,-2-3-28-15,0 1-106 16,-3-1-115-16,3 0-184 15,-1 0 68-15</inkml:trace>
  <inkml:trace contextRef="#ctx0" brushRef="#br0" timeOffset="25204.0356">14297 1324 1205 0,'0'0'295'15,"0"0"18"-15,0 0-120 16,0 0-83-16,0 0-72 15,0 0-38-15,0 0-50 16,37 5-138-16,-17 3-137 16,-4 2-272-16</inkml:trace>
  <inkml:trace contextRef="#ctx0" brushRef="#br0" timeOffset="25939.2185">14437 1376 1280 0,'0'0'353'15,"0"0"21"-15,0 0-159 16,0 0-117-16,0 0-51 16,0 0-10-16,0 0 19 15,8 37 7-15,-2-23-13 0,0 1-23 16,1-4-15 0,-1-1-2-16,0-4-2 0,-2-2-3 15,1-2-4-15,-1-2-1 16,1-4 9-16,-1-6-1 15,1-4-7-15,0-3 0 16,-1-1 0-16,1-1 1 16,-2 2-2-16,1 2 2 15,-1 4-1-15,0 4 0 16,0 4 0-16,2 3-1 16,1 2-14-16,5 7 13 15,0 3 1-15,4 1 0 16,1 0-1-16,-1-2 1 0,1-3-8 15,0-4-33 1,-2-4-26-16,0 0 22 0,-2-6-23 16,-3-5-27-16,-1-3-4 15,-5-2 47-15,-2-2 26 16,-1-3 14-16,-1 1 12 16,-5 1 0-16,-2 4 6 15,0 4 14-15,-1 5 4 16,1 5-22-16,1 1 0 15,0 4-1-15,3 6-1 16,1 1 0-16,3 1-3 16,0-1-6-16,8-1-6 15,1-4-13-15,1-2-3 0,-1-4 6 16,0 0 25 0,-2-7 0-16,0-2 11 15,-1-4 11-15,-2 1 35 16,-1 1 30-16,-1 1 35 0,-1 4 31 15,-1 4 3-15,0 2-43 16,3 3-72-16,2 11-32 16,7 13 4-16,5 11-7 15,6 13 0-15,-1 4 0 16,-4-2 4-16,-9-6-1 16,-9-4-2-16,-2-8-7 15,-10-6-6-15,-2-9-7 16,-5-3-50-16,-14 4-44 15,-28 2-88-15,3-5-379 0,-2-5-749 16</inkml:trace>
  <inkml:trace contextRef="#ctx0" brushRef="#br0" timeOffset="26607.695">14158 1517 438 0,'0'0'210'0,"0"0"445"16,0 0-432-16,0 0-26 16,0 0-69-16,0 0-62 15,0 0-25-15,-1 19 29 16,5-10 25-16,1 2-14 15,1 1-19-15,0-3-21 16,2 1-1-16,-1-4-13 16,0-1-3-16,-1-3 5 15,-2-1-8-15,0-1-9 16,-1 0 4-16,0-3 15 16,-1-3 4-16,-1-3-10 15,-1-2 2-15,0-1-5 0,-1-1-3 16,-5 0-8-16,-1 1-11 15,-1 2 0-15,-1 2-13 16,1 3-20-16,1 4-31 16,1 1-55-16,2 0-156 15,3 4-328-15,1 0-374 0</inkml:trace>
  <inkml:trace contextRef="#ctx0" brushRef="#br0" timeOffset="26767.9407">14377 1514 1446 0,'0'0'489'0,"0"0"-303"16,0 0-186-16,0 0-25 0,0 0-681 0</inkml:trace>
  <inkml:trace contextRef="#ctx0" brushRef="#br0" timeOffset="60412.7839">5658 3373 182 0,'0'0'72'15,"0"0"238"-15,0 0-116 16,0 0-64-16,0 0-29 0,0 0 30 16,-6-7 8-1,6 6-10-15,0 0 3 0,0 1-34 16,0 0-50-16,0 0-28 15,1 0-8-15,6 0 13 16,3 0 30-16,2 0 13 16,3 0 5-16,1 0-10 15,3 0 11-15,0 0-10 16,1 0 6-16,1 0-18 16,0-1-3-16,2 1-14 15,-2 0-5-15,1 0-6 16,0 0 5-16,-1 1-3 15,0 2 11-15,0 0 6 16,-2-1-13-16,0 1-1 16,-1 0 0-16,1-1-4 0,0-1-4 15,0 0-2 1,1-1-5-16,1 0 0 0,-1 0-5 16,0 0 5-16,0 0-7 15,1 0 1-15,-1 0-2 16,-2-1 1-16,1-2-1 15,-3 0-4-15,-1 0 4 16,-1 1-5-16,0 0 0 16,0-1 5-16,-1 2-5 15,0-2 5-15,1 3-5 16,1 0 0-16,0-1 6 16,0 1-6-16,-1 0 0 0,0 0-1 15,1 0 7 1,-1-1-6-16,0 1 0 0,0 0 5 15,1-1 0-15,-2 1-5 16,0-1 8-16,-2 1-3 16,2 0-4-16,-1 0-1 15,-1 0 8-15,0 0-3 16,0 0-4-16,0 0-1 16,-1 0 5-16,-1 0 0 15,1 0-5-15,-1 0 7 16,0 0 4-16,-1 0-3 15,-1 0 2-15,0 0 0 16,0 0-5-16,-2 0-5 16,0 1 8-16,0-1 0 15,-1 1-1-15,-2-1-1 0,-1 0-5 16,-1 0-1-16,0 0 7 16,0 2-1-16,0-2-7 15,-10 8-53-15,-3 0-206 16,-4-1-332-16</inkml:trace>
  <inkml:trace contextRef="#ctx0" brushRef="#br0" timeOffset="62925.3674">4271 3748 484 0,'0'0'359'0,"0"0"-249"16,0 0 30-16,0 0 12 0,0 0 35 15,0 0-50-15,-9-2-9 16,9 1-43-16,8 1-22 16,5 0 11-16,3 0-8 15,4 0 4-15,3 0-2 16,3 3-2-16,1 0-17 15,1 1-6-15,1 0-9 16,2 1-7-16,-2 0-5 16,0 0-1-16,3 0-1 15,-2-1 6-15,6-1-7 16,8-1 5-16,8-2 11 16,-3 0 1-16,-10-5-2 15,-9 2-5-15,-7-1 3 0,3 0-8 16,5-1 6-1,6 1-5-15,0-1-2 0,-2 2-1 16,1-1 3-16,0 3-10 16,-1-1 8-16,-1 1-4 15,2 1-4-15,0 0-3 16,4 0-3-16,-3 0 0 16,-1 0-9-16,0 1 8 15,-5 1-2-15,4 1-5 16,0-1 10-16,-1-1-10 15,2 0 0-15,-3-1 5 16,2 0-5-16,-1 0 0 16,-1 0 5-16,0-4 3 15,0 0-1-15,-1-3 7 16,1 0 1-16,0-2 10 16,1-2-1-16,-2 1-1 15,-1 1-5-15,-2 0-1 0,-3 2 0 16,-3 1 0-16,-3 2 6 15,-3 2-9-15,-1-1 2 16,-5 2-2-16,0 1 3 16,-4 0 0-16,-2 0-9 15,0 0 1-15,-3 0 1 16,0 0-10-16,-1 0 5 16,-1 0-5-16,0 0 0 15,0 0-1-15,-1 0-66 16,-22 6-181-16,3 3-442 15,-7 0-435-15</inkml:trace>
  <inkml:trace contextRef="#ctx0" brushRef="#br0" timeOffset="65266.0205">9656 1683 879 0,'0'0'218'0,"0"0"-38"0,0 0-32 16,0 0 6-16,0 0-36 15,0 0-3-15,0 0-17 16,-14-13-3-16,11 12-1 15,-1 0-20-15,-3 1-12 16,-1 0-15-16,-1 0-4 16,-2 2-9-16,0 2 5 15,-2 1-2-15,1 1 1 16,0 1 1-16,1 2-2 16,1-1-4-16,1 0 10 15,2 1-10-15,0-1-14 0,2 3 5 16,-2 0-3-16,2 1 3 15,0 2-5-15,1 2-3 16,2 1-2-16,0 0-2 16,1 0 1-16,1 1-7 15,0-2 9-15,0 0-3 16,0-1 0-16,1-2-3 16,2 1-8-16,3-2 15 15,-1-1-4-15,2 0 0 16,-1 0-3-16,2-2 6 15,2-1-4-15,0 1 5 16,0-3 2-16,1 1 0 0,1-3-1 16,0 0-4-1,1-1 6-15,-1-2 5 0,2-1 3 16,-1 0-9-16,1 0-1 16,0-2 4-16,-1-3 4 15,0 1-4-15,-2-2-4 16,0 0 1-16,-2 1-3 15,0-1-3-15,-2 0 3 16,0 0 1-16,-1-1 4 16,0 0-3-16,-1 0-2 15,0-1-3-15,-1-1 2 16,1-1-4-16,-2 1 4 16,0-2-2-16,-1-1-6 15,-1 0 6-15,1-2-6 0,-2-1 0 16,0 0-5-16,0 0 8 15,0 0-7-15,0 1-1 16,0 1 0-16,0 1 1 16,0 0-2-16,-3 0 9 15,-1 1-8-15,-2-1 7 16,-1 1-7-16,-1 1 1 16,-1 0-1-16,-1 1 0 15,0 0-1-15,-2 2 8 16,-1 1-7-16,0 1-2 15,1 0 1-15,0 1 0 16,-1 0-1-16,3 1 0 16,0 1 1-16,1 1-6 0,3 1-6 15,-1 0-48 1,1 0-43-16,2 5-70 0,2 7-200 16,2 0-315-16,0-3-540 15</inkml:trace>
  <inkml:trace contextRef="#ctx0" brushRef="#br0" timeOffset="66416.9487">9959 1643 728 0,'0'0'195'0,"0"0"24"15,0 0-25-15,0 0-19 16,0 0-2-16,0 0-24 16,0 0-23-16,-34-12-9 15,26 12-27-15,-1 0-8 16,0 2-14-16,-2 4-9 0,1-1-6 15,0 3 1-15,1 0-5 16,1 1-5-16,2 2-12 16,0 2-6-16,3 2 6 15,2 0-11-15,1 0-4 16,0 1 4-16,1 0-9 16,4 1 0-16,2-1 2 15,2 1 2-15,1-1 11 16,0 0 4-16,1 0-5 15,0-1-5-15,1-2 2 16,-1-1-8-16,1-2 8 16,-1 1 2-16,0-2-10 15,0-1 8-15,-1-1 1 16,1-1-2-16,0 0 3 16,-1-1-5-16,1-1-7 0,-3-1 4 15,1-1 1 1,-1-2 0-16,0 0-6 0,2 0 4 15,0-1 8-15,3-4 0 16,1-2 0-16,2-2-6 16,-1 1-1-16,0-2 4 15,-2 2 4-15,-3 0-1 16,0 2-2-16,-4-1 8 16,-1-1-1-16,0 1-1 15,-2-2-4-15,1-2 5 16,-3-3-7-16,-1-1-1 0,0-2-9 15,0-2-4 1,-4-1-2-16,-4 0-5 0,-1 1 5 16,-1 1-4-16,0 0-1 15,-1 1 5-15,1 2-6 16,-1 0 6-16,1 2-5 16,-1 1 0-16,2 1-1 15,1 3 0-15,-1 0-1 16,1 1 1-16,0 4 0 15,0-1-1-15,-1 2 0 16,-1 2-5-16,-2 0 5 16,1 0 0-16,-2 1 0 15,0 6 0-15,-1-1 1 16,1 3 1-16,0-1-1 0,3-1-1 16,1 0-44-16,2-1-60 15,7-2-62 1,0-3-157-16,0-1-501 0</inkml:trace>
  <inkml:trace contextRef="#ctx0" brushRef="#br0" timeOffset="79816.2491">4942 4850 358 0,'0'0'518'0,"0"0"-291"16,0 0-23-16,0 0 12 15,0 0 3-15,0 0-45 16,0 0-38-16,0-5-42 16,0 5-41-16,4 0-26 15,6 0-8-15,4 0 36 16,6 0-2-16,4 0-11 16,1 0-11-16,4 2-6 15,3-2-1-15,7 0 19 16,8 0-13-16,8-3-7 15,2-2-11-15,-1-2 15 0,-9 1 3 16,-11 0-5-16,-6 2-1 16,-8 1-5-16,-3 1-4 15,2 2-4-15,2-1 4 16,1 1-8-16,-4 0 2 16,-3 0-1-16,-3 0-7 15,-3 0 6-15,-3 0-7 16,-4 1 0-16,-2 0-28 15,-4 4-122-15,-7 0-165 16,-5 0-462-16</inkml:trace>
  <inkml:trace contextRef="#ctx0" brushRef="#br0" timeOffset="80335.0677">4811 5135 1071 0,'0'0'329'0,"0"0"-15"16,0 0-103-16,0 0-21 16,0 0-26-16,0 0-20 15,0 0 30-15,50 6-24 16,-22-5-42-16,4-1-35 16,0 0-24-16,1 0-17 0,-2-1-20 15,-3-2-5 1,-4 0-1-16,-6 0-6 0,-5 1-47 15,-6 0-105-15,-7 1-67 16,-8 1-40-16,-8 0-404 16,-4 0-516-16</inkml:trace>
  <inkml:trace contextRef="#ctx0" brushRef="#br0" timeOffset="80542.1575">4830 5223 1371 0,'0'0'221'0,"0"0"-8"16,0 0 14-16,44 5 21 16,-21-5-45-1,4-5-22-15,3-4-36 0,2-1-60 16,-2 0-46 0,-2-1-20-16,-4 2-13 0,-5 3-6 15,-8 4-74-15,-6 2-168 16,-5 0-470-16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2:55:02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3713 6412 336 0,'0'0'0'0,"0"0"0"16,0 0 315-16,0 0-117 15,0 0-69-15,0 0 14 16,-3-9-6-16,2 7 5 16,-1 1-14-16,2-1 12 15,-1 1-7-15,0 0 10 16,1 0-15-16,0 0-22 16,0 1-33-16,0 0-28 15,1 0-21-15,8 5 5 16,3 3 44-16,3 3 11 0,1 2 19 15,-1 1-8 1,0 0-17-16,-1-2-12 0,-1-1-10 16,-2-2-6-16,-3-2-2 15,-1-4 2-15,0-2 0 16,-2-1-1-16,4-6 26 16,5-14 6-16,10-15-26 15,9-15-22-15,2-6-12 16,0 0-9-16,-6 8-3 15,-7 12-8-15,-4 9 5 16,-5 6-6-16,0 3 0 16,1-1 1-16,0 0 0 15,1 0-1-15,-4 3-1 0,-2 5-5 16,-4 5-6 0,-3 2 2-16,-2 3-8 0,0 1-3 15,-8 7-15-15,-5 3-156 16,-8 0-539-16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2:55:17.3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12258 2598 110 0,'-25'-38'210'16,"-1"-4"-146"-16,4 5-5 0,2-4-24 16,1 0-17-16,1-2 52 15,1-1-62-15,0 5-8 16,-1 1-44-16,2 7 22 16,2 5 22-16,1 5 40 15,1 2 53-15,-2-5 112 16,-1-2 9-16,-2-1-13 15,4 3-14-15,3 6-10 16,2 4 35-16,4 6-12 16,2 6-52-16,2 2-82 15,0 8-47-15,7 15 5 16,4 14 23-16,1 14 20 16,-2 3 0-16,-4-3-11 0,-1-7-17 15,-1-12-29 1,1-7-10-16,1-7-12 0,7-3-114 15,-1-4-195-15,-1-5-409 0</inkml:trace>
  <inkml:trace contextRef="#ctx0" brushRef="#br0" timeOffset="333.3258">12115 2018 1066 0,'0'0'398'0,"0"0"-39"15,0 0-88-15,0 0-140 16,0 0-81-16,0 0-17 16,7 38 32-16,3-14 3 15,3 0-6-15,3-1-4 0,2-5-25 16,2-4-18 0,-2-6 1-16,-1-5-5 0,-5-3-10 15,-2-1 12-15,-5-11 4 16,-3-4-2-16,-2-4-15 15,-1-4 13-15,-7-2-7 16,-5-1-6-16,-3 3 0 16,-2 2 0-16,-1 6-24 15,1 7-15-15,1 6-14 16,5 3-35-16,3 0-8 0,9 10-97 16,1-1-199-16,8-2-234 15</inkml:trace>
  <inkml:trace contextRef="#ctx0" brushRef="#br0" timeOffset="678.1397">12289 1926 1174 0,'0'0'351'0,"0"0"-25"15,0 0-173-15,0 0-65 16,0 0 25-16,0 0-17 15,42 38-26-15,-32-19-30 16,-4 1-10-16,-3 0-8 16,-3 1-7-16,0-2-3 0,-7-2-11 15,0-5 0-15,2-5 1 16,0-4 5-16,1-3-1 16,1 0 1-16,1-7 2 15,0 0 6-15,2 1-4 16,0 0 3-16,0 4-13 15,1 2 0-15,5 0-1 16,2 2 0-16,2 2-6 16,1 2-3-16,1 0-46 15,5-1-96-15,-2-3-147 16,-3-1-419-16</inkml:trace>
  <inkml:trace contextRef="#ctx0" brushRef="#br0" timeOffset="1068.5062">12439 1811 912 0,'0'0'485'0,"0"0"-133"16,0 0-150-16,0 0-137 16,0 0-4-16,4 36 11 15,5-14 0-15,2 2-17 16,2 0 13-16,0-1-10 15,0-3-19-15,-1-2-22 16,-1-5-11-16,-3-4-5 0,-3-5-1 16,-2-4 0-1,-2 0 9-15,0-7 18 0,-1-7-18 16,1-5-8-16,-1-5 5 16,1-1 2-16,1 2-7 15,0 3 5-15,1 5-5 16,-1 7 0-16,1 6-1 15,1 2-1-15,3 8-13 16,1 6 14-16,2 3 0 16,2 2 6-16,1 1-5 15,-1 0 0-15,2-1-1 16,5 2-23-16,-2-4-191 16,-2-6-519-16</inkml:trace>
  <inkml:trace contextRef="#ctx0" brushRef="#br0" timeOffset="1303.8206">12950 1620 1117 0,'0'0'827'0,"0"0"-607"16,0 0-121-16,0 0-58 15,0 0-20-15,0 0 28 16,17 44 40-16,-1-20-12 15,1 4 18-15,0 1-31 16,1 0-31-16,-3 2-24 16,1-5-9-16,-2-4-79 15,4-13-175-15,-4-7-373 0,-3-3-831 16</inkml:trace>
  <inkml:trace contextRef="#ctx0" brushRef="#br0" timeOffset="1600.02">13127 1647 1315 0,'0'0'276'0,"0"0"24"16,0 0-139-16,0 0-75 15,0 0-42-15,-26 44-13 16,26-23-1-16,0 2-10 16,8-2-2-16,0-4 0 15,2-4 0-15,0-5 7 16,0-7 22-16,-1-1 47 15,0-4-14-15,-1-8-31 16,-1-5-10-16,-3-3 1 0,-4-2 2 16,0-2-17-16,-2 0-16 15,-5 2-9-15,-2 5-33 16,1 5-16-16,-1 5-9 16,3 6-19-16,2 1-90 15,4 5-158-15,6 3-271 16,4-1-255-16</inkml:trace>
  <inkml:trace contextRef="#ctx0" brushRef="#br0" timeOffset="2073.6378">13305 1537 760 0,'0'0'277'16,"0"0"-39"-16,0 0-53 16,0 0-9-16,0 0-69 15,0 0-40-15,0 0-10 16,34 7 6-16,-28 6 16 15,-3 2-20-15,-2 3-9 0,-1 0-18 16,0 1-8-16,-6 0-12 16,-2-2-4-16,-2-2-6 15,-1-1-1-15,3-4 0 16,0-5-1-16,3-3 6 16,3-2 2-16,2-5 0 15,0-4-6-15,1-2 5 16,6 2 1-16,2 1-2 15,1 3-5-15,2 3 8 16,1 2-8-16,2 0 1 16,2 3-1-16,0 3 0 15,-1 0-1-15,-1 1 0 16,-1-2-14-16,1-4-131 0,-3-1-215 16,-3 0-562-16</inkml:trace>
  <inkml:trace contextRef="#ctx0" brushRef="#br0" timeOffset="2517.815">13509 1396 937 0,'0'0'588'0,"0"0"-307"16,0 0-35-16,0 0-121 15,0 0-81-15,0 0-21 16,0 0 39-16,-6 53 1 0,8-29-9 15,-1 1 1 1,-1-1-17-16,0-1-18 0,2-1-14 16,1-5-5-16,1-3 0 15,3-4 1-15,2-3-1 16,2-4 0-16,3-3 0 16,3 0 0-16,0-5 6 15,-1-5-5-15,-1-3-2 16,-5-1 1-16,-4-4 1 15,-4 0 4-15,-2-2-5 16,0 2 0-16,-6 2 8 16,0 3 0-16,1 5 34 15,2 4 4-15,0 3-18 16,3 1-14-16,-1 11-14 16,1 7-1-16,0 6 27 15,1 5 24-15,5 2-2 0,2-1-13 16,1 1-12-16,2-3-17 15,-1 0-7-15,0 6-13 16,-3-7-189-16,-3-5-430 0</inkml:trace>
  <inkml:trace contextRef="#ctx0" brushRef="#br0" timeOffset="3176.1459">12418 2725 803 0,'0'0'136'16,"0"0"-34"-16,0 0 53 15,0 0 6-15,0 0-83 16,0 0 2-16,-42 12 47 16,33 2 27-16,1-1-15 0,4 1-30 15,4-4-37-15,1-1-15 16,11-3 16-16,4 0 30 16,5-2-4-16,3 1-45 15,1 0-15-15,0 1-7 16,-4 2 0-16,-3 2-4 15,-5 0-18-15,-7 3-1 16,-5 1 6-16,-1 3-15 16,-11 0-18-16,-7-1-128 15,-15 0-92-15,2-5-393 16,3-6-352-16</inkml:trace>
  <inkml:trace contextRef="#ctx0" brushRef="#br0" timeOffset="3299.5396">12370 2721 874 0,'0'0'168'16,"0"0"-84"-16,62-39-31 16,-31 26-12-16,14 3-41 15,-9 4-25-15,-5 2-211 0</inkml:trace>
  <inkml:trace contextRef="#ctx0" brushRef="#br0" timeOffset="3482.1276">12623 2641 606 0,'0'0'673'16,"0"0"-318"-16,0 0-84 16,0 0-157-16,0 0-56 0,0 0 49 15,5 39 12 1,5-24-54-16,1 3-19 0,1-3-25 16,2 1-14-16,1-2-7 15,8 0-90-15,-4-5-252 16,-2-4-502-16</inkml:trace>
  <inkml:trace contextRef="#ctx0" brushRef="#br0" timeOffset="3770.0723">12809 2556 772 0,'0'0'698'16,"0"0"-478"-16,0 0-7 0,47-30-37 15,-27 25-2-15,-1 2-22 16,-3 3-25-16,-4 0-74 16,-4 7-20-16,-5 4 4 15,-3 4 9-15,0 4 11 16,-6 2 7-16,-2 1-14 16,-1 0-22-16,2 0-13 15,4-4-14-15,3-3-1 16,3-4 0-16,12-5-18 15,10-6-61-15,16-18-51 16,14-17-111-16,-6 1-372 16,-7 1-555-16</inkml:trace>
  <inkml:trace contextRef="#ctx0" brushRef="#br0" timeOffset="4012.113">13376 2271 833 0,'0'0'906'0,"0"0"-593"15,0 0-75-15,0 0-71 16,-44 28-21-16,40-15-82 16,4 2-36-16,2 0-11 15,10 1-5-15,2 0-2 16,5-1 5-16,-2-1 5 16,-1 0-14-16,-1-1-6 15,-5-1 0-15,-3-1-2 16,-5 0-31-16,-2-2-37 15,-6-1-74-15,-19-3-55 0,0-3-331 16,0-2-199-16</inkml:trace>
  <inkml:trace contextRef="#ctx0" brushRef="#br0" timeOffset="4143.9781">13262 2330 742 0,'0'0'255'0,"0"0"-56"16,48-30-65-16,-21 18-51 15,5 0-38-15,14-3-32 16,-6 3-13-16,-7 2-171 0</inkml:trace>
  <inkml:trace contextRef="#ctx0" brushRef="#br0" timeOffset="4338.9941">13541 2195 62 0,'0'0'1486'16,"0"0"-1005"-16,0 0-260 15,0 0-117-15,0 0-44 16,0 0 25-16,0 0 28 16,18 38-40-16,-7-24-30 15,2 0-26-15,2 0-16 16,-1-1-1-16,-1-2-37 16,1-1-189-16,-2-3-313 15,-4-6-734-15</inkml:trace>
  <inkml:trace contextRef="#ctx0" brushRef="#br0" timeOffset="4641.6463">13682 2141 1476 0,'0'0'243'16,"0"0"-30"-16,0 0-86 15,0 0-8-15,0 0-26 16,49-25-20-16,-37 25-7 15,-1 0-15-15,-4 7-20 16,-3 4-1-16,-4 3 4 16,0 5 20-16,-4 2 38 15,-6 2-9-15,0 2-18 16,0-2-31-16,5-3-13 16,5-5-12-16,0-5-2 0,14-5-1 15,13-5 14-15,16-12 19 16,14-8-9-16,4-4-17 15,-10 2-13-15,-12 3-18 16,-19 9-218-16,-13 3-605 0</inkml:trace>
  <inkml:trace contextRef="#ctx0" brushRef="#br0" timeOffset="6303.2063">12858 3298 907 0,'0'0'896'16,"0"0"-657"-16,0 0-17 15,0 0-44-15,0 0-72 16,0 0-72-16,10 38-19 15,14 5 19-15,3 6-18 16,-3-2-4-16,-5-9-12 16,-7-13-1-16,-1-7-71 15,3-4-118-15,-1-2-192 0,-3-5-334 16</inkml:trace>
  <inkml:trace contextRef="#ctx0" brushRef="#br0" timeOffset="6856.3615">13043 3215 418 0,'0'0'867'15,"0"0"-620"-15,0 0-117 16,0 0-27-16,0 0-3 16,0 0-21-16,0 0-19 15,43 16-6-15,-35-1-17 16,-3 6-15-16,-4 3 1 15,-1 3-2-15,0 2 8 16,-5-3-6-16,2-3-3 0,3-6-8 16,0-8-6-16,9-9-5 15,12-8 4-15,13-20 0 16,8-13-5-16,-3 0-84 16,-12 6-22-16,-12 10-80 15,-10 5 4-15,-3-1 22 16,-2-2 96-16,0 1 64 15,-9 6 97-15,-3 7 77 16,0 7-59-16,-1 2-15 16,0 5 1-16,3 6-1 15,5 2-35-15,3 2-30 16,2 1-7-16,8 0-5 16,7-2-4-16,4 0-1 0,3-1 4 15,1 0-6 1,-1 0 2-16,-1-1-8 0,-5 0 2 15,-3 1-4-15,-7-1-7 16,-5 0 0-16,-1-2 15 16,-4-1-7-16,-6-2-1 15,-1-6-7-15,-2-1 7 16,2-7-2-16,1-10-6 16,6-5-14-16,5-11-35 15,20-7-35-15,16-6-89 16,-1 8-106-16,-3 10-265 0</inkml:trace>
  <inkml:trace contextRef="#ctx0" brushRef="#br0" timeOffset="7107.8011">13625 2950 743 0,'0'0'1313'0,"0"0"-1100"16,0 0 37-16,0 0-147 16,0 0-57-16,0 0-21 15,0 0 25-15,23 43 9 16,-8-25-33-16,2 0-17 16,-1 1-9-16,0-2 0 0,-2 1-61 15,1-1-163-15,-4-4-283 16,-4-8-387-16</inkml:trace>
  <inkml:trace contextRef="#ctx0" brushRef="#br0" timeOffset="7714.1655">13791 2863 690 0,'0'0'872'15,"0"0"-708"-15,0 0 35 16,0 0-51-16,0 0-9 15,42-26-68-15,-34 26-20 16,1 10-23-16,-3 4-7 16,-3 3 22-16,-1 5 3 0,-1-1-7 15,-1 0-15 1,0-2-12-16,2-3-6 0,3-4-4 16,2-4-2-16,4-6-2 15,5-2-9-15,3-11-35 16,4-7-59-16,2-11-63 15,0-11-14-15,-5-7-42 16,-4 2 14-16,-10 9 105 16,-6 12 105-16,0 10 9 15,0 0 110-15,-6 2 68 16,-2 3-7-16,-1 7-16 16,1 2-68-16,0 6-53 15,3 6-3-15,2 3 2 0,3 1-17 16,2-1-10-1,9 0-2-15,5-2 3 0,3-1 1 16,3-1-1-16,0 0 9 16,-1-1-2-16,-2 0-7 15,-3 1 0-15,-3-1-4 16,-5 1-4-16,-5 1-1 16,-3 0 4-16,-1 1 4 15,-10-1-4-15,-3 1-3 16,-1-4-7-16,1-3 5 15,3-6 4-15,3-3 53 16,4-19-2-16,4-15-30 0,15-13-10 16,3-4-4-1,-1 10-8-15,-4 13-2 0,-6 13 2 16,-4 4-4-16,-1 1-5 16,-9 5-24-16,-8 3-126 15,-9 5-441-15</inkml:trace>
  <inkml:trace contextRef="#ctx0" brushRef="#br0" timeOffset="71747.5097">3523 6454 453 0,'0'0'1102'0,"0"0"-898"15,0 0 70-15,0 0-38 0,-14-37-57 16,35 18 2-16,21-8-48 16,20-6-28-16,11-2-16 15,2 3-18-15,-9 6-24 16,-14 5-15-16,-11 5-8 16,-12 4-14-16,-12 4-10 15,-6 3-1-15,-3-1-94 16,-3 0-89-16,-5-2-143 15,-4 2-251-15,-7 0-450 0</inkml:trace>
  <inkml:trace contextRef="#ctx0" brushRef="#br0" timeOffset="72002.7346">3783 6159 1141 0,'0'0'262'16,"0"0"-19"-16,0 0 6 15,39 0 2-15,-9 0-25 16,2 0-25-16,1 0-40 16,0 0-39-16,-6 0-35 15,-1 0-35-15,-5 3-10 16,-6 3-17-16,-7 2-8 16,-5 2-8-16,-3 4 4 15,-6 4 7-15,-9 2-8 0,-6 4-12 16,-13 8-8-1,-22 11-141-15,6-5-324 0,-2-4-500 0</inkml:trace>
  <inkml:trace contextRef="#ctx0" brushRef="#br0" timeOffset="73241.3781">2081 6683 327 0,'0'0'907'0,"0"0"-597"15,0 0-23 1,-52-5 17-16,32 11-96 0,-2 8-53 15,1 6-13-15,1 4-6 16,4 1-28-16,6 1-20 16,5-1-27-16,5-2-15 15,2-4-16-15,9-3-29 16,4-3 0-16,2-5-1 16,2-5 0-16,1-3-1 15,-2-5-8-15,-2-11-30 16,-3-9-9-16,-6-13 23 15,-7-12 10-15,-7-7 7 16,-13-4 3-16,-4 0 5 0,-1 7 0 16,5 12 1-1,4 13 0-15,9 14 5 0,1 8 21 16,2 3 20-16,1 4-10 16,3 0-34-16,0 21-3 15,14 18-1-15,8 14 1 16,4 5 18-16,5-5-6 15,-3-13-6-15,-6-14-5 16,-3-8-1-16,0-6-14 16,2-1-72-16,2-3-142 15,0-6-139-15,-4-2-214 16,-7-13 22-16,-5-5 3 16,-6-3-51-16,-1-3 607 15,-5 2 192-15,-4 0 124 0,-2 4 41 16,-1 3-53-16,1 5-15 15,2 4-11-15,0 4-42 16,2 2-85-16,2 4-55 16,1 8-46-16,3 3 8 15,1 4-2-15,0-1-18 16,5 1-13-16,3-3-9 16,4-3-4-16,-1-5-4 15,0-2-7-15,-2-5 8 16,-1-1-9-16,-3-4 7 15,-2-6-4-15,-3-3-3 16,0-1-33-16,-3-1 5 0,-4-1-20 16,-2 2 20-16,-1 2-3 15,2 4 0 1,0 3 13-16,4 3 6 0,2 2-6 16,2 0-106-16,1 2-13 15,7 4 12-15,5 0-49 16,7-2-116-16,-1-2-45 15,-5-2-319-15</inkml:trace>
  <inkml:trace contextRef="#ctx0" brushRef="#br0" timeOffset="73729.7817">2228 6602 430 0,'0'0'376'0,"0"0"-56"16,0 0-67-16,0 0-1 15,0 0-48-15,0 0-25 0,0 0-77 16,-14-24-59-16,17 29-8 15,4 3 39-15,2 1 0 16,0 2-12-16,2-1-16 16,0 0-16-16,3-3-13 15,-2 0-6-15,0-3-3 16,-4-2-7-16,-2-2 5 16,-3 0 6-16,-2 0 4 15,-1-5 9-15,0-3-10 16,0 0-7-16,-1 0-2 15,-2 1 1-15,0 2 9 16,2 1 22-16,-1 3 21 16,2 1-11-16,0 0-30 0,0 1-12 15,0 5-6 1,6 1 13-16,0 0 5 0,2 1-1 16,1-3-2-16,0-1-2 15,-1-2-1-15,2-2 9 16,-4 0 13-16,0-4 8 15,-2-5 11-15,-2-2-24 16,-2-4-15-16,0-2-5 16,-3-2-8-16,-6-3-1 15,-1 2-10-15,-1 4-18 16,0 4-11-16,1 4-15 16,4 6-64-16,1 2-68 0,5 2-45 15,3 8-98 1,7 0-147-16,2-1-209 0</inkml:trace>
  <inkml:trace contextRef="#ctx0" brushRef="#br0" timeOffset="74104.6841">2418 6506 1482 0,'0'0'328'0,"0"0"-34"15,0 0-169-15,0 0 10 16,0 0-16-16,0 0-2 16,39 21-10-16,-31-11-39 15,2 1-12-15,-2-1-17 0,-4-2-17 16,1 0-13-16,-3-3-3 16,-1-3 0-16,-1-1 0 15,0-1 12-15,0-5 14 16,-2-7-13-16,-3-4-10 15,2-3 0-15,1-1 3 16,2 2 5-16,0 3 5 16,2 4 12-16,7 4-11 15,1 3-23-15,3 4 8 16,1 0-7-16,4 0 0 16,0 7 0-16,0 1-1 15,0 3-11-15,0 11-93 16,-4-3-255-16,-6 1-427 0</inkml:trace>
  <inkml:trace contextRef="#ctx0" brushRef="#br0" timeOffset="74551.246">2273 6864 1348 0,'0'0'243'0,"0"0"-5"0,0 0 3 15,0 0-46-15,0 0-50 16,0 0-65-16,0 0-44 15,-40 7-12-15,37 9-1 16,3-1 1-16,0-2-9 16,4-3-6-16,5-2-2 15,3-3-6-15,0-1 0 16,4-2 8-16,-1 1-2 16,-3 0-6-16,0-1 0 15,-4 2-1-15,-2 1-1 0,-4 1-8 16,-2 1 1-1,-3 2 8-15,-6 1 6 16,-4 0-6-16,0 0-15 16,-3-1-22-16,1-3-56 0,2-4-90 15,3-1-141-15,6-1-377 16</inkml:trace>
  <inkml:trace contextRef="#ctx0" brushRef="#br0" timeOffset="76156.3343">2404 6800 1493 0,'0'0'255'0,"0"0"97"16,0 0-155-16,0 0-44 0,0 0-53 16,0 0 11-1,-19 51 25-15,17-32-46 0,1-1-22 16,1-1-8-16,0-2-24 15,5-3-18-15,3-2-17 16,2-3 0-16,1-5-1 16,1-2 0-16,-2 0-40 15,1-10-39-15,-3-5 13 16,-3-3-24-16,-3-3-7 16,-2-1-19-16,0 0 36 15,-3 4 41-15,-1 3 32 16,-1 6 7-16,1 3 8 15,2 4 20-15,1 2 11 0,1 0-39 16,0 2-6 0,4 4 5-16,4 4 1 0,3-2 0 15,1 1-1-15,1-2 0 16,0-2-27-16,-2-3-68 16,-1-2-110-16,-3 0-47 15,-1-5 107-15,-6-3 85 16,0-2 61-16,0-1 29 15,-4-2 45-15,-2 2 38 16,1 1 24-16,0 2 5 16,2 2-5-16,1 2 0 15,1 3-19-15,1 1-59 16,0 0-47-16,3 7-11 16,5 3 37-16,1 3 4 0,1 0-12 15,0 0-9-15,2-3-8 16,-3 0-11-16,-1-3 6 15,-2-2-7-15,-3-3-55 16,0-2-34-16,-3 0 11 16,0-3 26-16,0-6-22 15,0-4-4-15,0-3 4 16,0-2 23-16,-2 0 40 16,1 1 4-16,1 1 7 15,0 4 16-15,0 5 2 16,0 2 17-16,0 4 1 15,3 1-11-15,1 0-4 16,2 3 40-16,1 4-18 0,2 0-7 16,-1 1-8-1,-1 0 0-15,1-1-10 0,-3-3-9 16,-1 0-8-16,0-2 13 16,-2-1-13-16,1-1 5 15,-1 0-6-15,1 0-49 16,0-5 24-16,0 0-14 15,0-3-22-15,0 0-4 16,2 0-11-16,0 0-4 16,0 2-10-16,2 1 22 15,0 2 27-15,1-1 1 16,1 1 6-16,2 0 10 16,0-2 8-16,-1-1-18 0,-2-2-23 15,-2 0 9-15,-1-1 32 16,-3-1 16-16,-1 2 35 15,-1 2 56-15,0 3 63 16,0 2 40-16,0 1-69 16,0 5-90-16,0 8-2 15,0 6 29-15,1 5 13 16,1 3 7-16,2 2 9 16,0 0-18-16,0 0-37 15,2-2-17-15,-2-5-7 16,-1-5-12-16,0-7 0 15,-3-6-10-15,0-4-8 16,0-10-7-16,0-10-32 0,-2-5 27 16,-1-4 11-1,1-1 5-15,-1 3 14 0,2 3 0 16,0 6 1-16,1 5 0 16,0 6 20-16,0 5 9 15,0 2-15-15,4 2-15 16,3 7 19-16,4 2 8 15,-1 1-1-15,3 0-7 16,-3-1-12-16,0-1-5 16,-1-4-1-16,-2-1 5 15,-1-5-4-15,-2 0-1 16,-2-5-1-16,-2-6-5 0,0-6-23 16,0-4-5-1,-9-10 2-15,-7-16 8 0,-11-19-5 16,-5-6-8-16,3 9-10 15,6 17 28-15,11 24 8 16,4 12 10-16,3 2 22 16,0 3 11-16,3 5-17 15,2 5-16-15,1 12 0 16,9 7 1-16,4 4 16 16,6 3-7-16,5 1 1 15,1 0-4-15,1-4-6 16,-1-4-1-16,-1-6-1 15,-3-7-15-15,-2-8-53 16,-4-3-25-16,-6-5 8 16,-3-6 61-16,-2 0 25 15,-3-1 11-15,0 3 9 16,-2 2 34-16,2 5 19 0,0 2-15 16,2 0-40-16,3 7-3 15,2 4 7-15,2 2 2 16,0 2-14-16,-2-2-2 15,-1 0-8-15,-2-2-6 16,-3-3-109-16,-3-4-66 16,0-2-309-16,-6-2-186 0</inkml:trace>
  <inkml:trace contextRef="#ctx0" brushRef="#br0" timeOffset="76292.6305">2920 6395 90 0,'0'0'1194'0,"0"0"-1097"16,0 0-61 0,0 0-24-16,48 29-12 0,-27-16-106 15,-1-2-540-15</inkml:trace>
  <inkml:trace contextRef="#ctx0" brushRef="#br0" timeOffset="77070.9086">3051 6476 1320 0,'0'0'305'0,"0"0"-185"0,0 0-44 16,0 0 51-1,0 0 8-15,33 34-19 0,-24-22-33 16,-3-1-31-16,0-1-20 16,-1-1-15-16,-2-4-10 15,-1 0 2-15,-1-4-8 16,-1-1 18-16,0-2 17 15,0-8-15-15,0-4-9 16,0-1 13-16,0-1-13 16,0 2 7-16,0 4 12 15,3 2 10-15,2 4-13 16,0 2-7-16,1 2-6 16,2 0 10-16,2 0-10 15,0 2 3-15,1 2-5 16,1 0-7-16,-1-1-5 0,1-1-1 15,0-2 2 1,-1 0-2-16,0-3-33 0,-2-6-91 16,-2-3-41-16,-3-3 14 15,-3-1-34-15,-1 0 76 16,-1-2 72-16,-4 2 37 16,-4 3 54-16,2 1 65 15,0 5 11-15,0 2 5 16,1 4-24-16,1 1-38 15,2 0-43-15,2 3-23 16,1 4-7-16,0 0-6 16,5 1 4-16,3 0-5 15,1-2 6-15,0-2-6 16,-1-2 1-16,-1-2-40 16,-1 0-2-16,0-3 23 0,-3-4 4 15,-2-3 8-15,-1 0 13 16,0-1 0-16,0 2 22 15,0 2 48-15,-1 3 61 16,-2 3 30-16,3 1-28 16,0 0-76-16,0 6-38 15,0 7 11-15,3 5 19 16,5 4 17-16,1 3 2 16,4 2 29-16,0-1-67 15,0 0 6-15,-1 0 0 16,-1-2-14-16,-3-2-5 15,0-1-10-15,-4-4 1 16,-4-3-2-16,0-2 3 0,-1-2-8 16,-10 1 0-1,-2-3 7-15,-5-1-8 0,-5 0-26 16,-14-2-105-16,5-2-213 16,2-1-723-16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2:56:47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1567 3315 176 0,'0'0'845'0,"0"0"-638"15,0 0-33-15,0 0 44 16,0 0-9-16,0 0-47 16,-12-12-31-16,12 12-43 15,0 0-47-15,3 4-30 16,7 5 8-16,4 4 27 15,2 2 4-15,2-1 14 16,-3 0-2-16,1-5 1 16,-2-1 4-16,-1-4-5 0,0-4-15 15,0 0 9 1,3-12 3-16,4-9-10 0,6-15-7 16,7-14-12-16,1-7-11 15,-2-1-10-15,-4 4-1 16,-7 6-8-16,-1 4-10 15,-3 9-4-15,-5 7-8 16,-2 7-7-16,-2 4 1 16,-1-1 7-16,3-2-1 15,-1 0 1-15,-2 3-2 16,0 3-14-16,-2 3-5 16,-2 4-19-16,-2 3-7 0,-1 4 4 15,-5 21-26 1,-6 4-273-16,-5 6-684 0</inkml:trace>
  <inkml:trace contextRef="#ctx0" brushRef="#br0" timeOffset="12400.612">3910 3686 2 0,'0'0'1084'0,"0"0"-875"15,0 0-63-15,0 0-18 16,0 0-26-16,0 0-22 16,-3 0-11-16,3 0-9 15,0 0-9-15,3 2-8 16,4 2 43-16,3-1 21 15,3 3-14-15,1-1-19 0,2 1 3 16,4 0 15-16,1-1-32 16,4 0-9-16,2-1-13 15,4 0 0-15,1-1-3 16,5-1 1-16,-2 0 3 16,1 0-2-16,0 0 4 15,-1 0-3-15,-2-1 6 16,1-1-8-16,-1 0-2 15,1 0 6-15,-2 0-8 16,-2 0-11-16,-1-4-9 16,-3 1 6-16,-3 1 0 0,-3-1-3 15,-3 0-6-15,-1 1-9 16,-4 0 9-16,-2 1-9 16,-2 0 6-16,-3 0-5 15,-2 1-1-15,-2 0 0 16,0 0 0-16,-1 0-16 15,0 2-104-15,0 3-252 16,0 1-453-16</inkml:trace>
  <inkml:trace contextRef="#ctx0" brushRef="#br0" timeOffset="28871.6806">8013 3814 882 0,'0'0'320'0,"0"0"-135"15,0 0-10-15,0 0 30 16,0 0-25-16,0 0-47 15,-5 0-47-15,5 0-30 16,0 0-27-16,7 1-8 16,2 2 21-16,6-1 33 15,2 2 4-15,5 0-2 16,2 0 8-16,2 0-27 0,2-1-16 16,8 0-11-1,7-3 2-15,8 0-6 0,2 0 7 16,-5 0-8-16,-3 0 0 15,-6-3-2-15,-5 1-6 16,-5 1 0-16,-6-1-3 16,-1 1-4-16,4 0-4 15,5 0 4-15,2 0-5 16,2-1-5-16,-2 0 7 16,2-1-2-16,0 1 1 15,0 0-5-15,-1 0 8 16,-1 1-4-16,-2 0-5 15,1 0 1-15,-1 1-2 16,0 0 11-16,1 0-2 16,0 0-2-16,1 0 1 0,0 0-2 15,3 0 3-15,-1 0 0 16,2 0-2-16,5 0-1 16,6 0 2-16,7-2 1 15,1-1 1-15,-6 1-1 16,-5-1 0-16,-6 1 0 15,0 0-3-15,0 2 9 16,2-1-3-16,-1 1 3 16,0 0-4-16,0-2-2 15,3 2 4-15,2-2 7 16,1-1-7-16,2 2 4 16,0-2 5-16,1 2-1 15,-2-1-3-15,0 2 0 0,0 0-2 16,-2 0 5-16,-2 0 0 15,0 1 0-15,-1 2-3 16,2 0-3-16,0 1 3 16,0-3 2-16,-7 0 2 15,-7 0 1-15,-6-1-5 16,-3 0 3-16,5 0 12 16,1-1 12-16,3-2-14 15,-1-2-11-15,-5 0-7 16,-2 1 2-16,-4-2-1 15,-2 1-8-15,-1 0 3 16,-1 0-2-16,-2 0-1 0,-3 1-5 16,-1 0 5-16,-3 0-6 15,-2 2 0 1,-1 1-6-16,-2 0 5 0,0 0-15 16,-7 0-50-16,-13 1-96 15,-26 1-73-15,1 6-304 16,-2 0-508-16</inkml:trace>
  <inkml:trace contextRef="#ctx0" brushRef="#br0" timeOffset="35921.686">2968 4199 995 0,'0'0'567'0,"0"0"-420"15,0 0 40-15,0 0-5 16,0 0-17-16,0 0-32 16,0-2-53-16,1 4-44 15,8 5 13-15,1 0 43 16,4 0-10-16,2-1-16 0,0-2-14 15,3-3-4-15,2-1-6 16,11-9-15-16,12-14 1 16,11-15 19-16,5-4-12 15,-10 3-6-15,-11 9-11 16,-16 10-6-16,-4 3-6 16,0-3-6-16,-1-3 0 15,2 0-1-15,-6 3-11 16,0 2-10-16,-5 4-11 15,0 3-4-15,-2 5-16 16,-1 4-20-16,-5 10-45 16,-1 6-198-16,0 4-689 0</inkml:trace>
  <inkml:trace contextRef="#ctx0" brushRef="#br0" timeOffset="38448.2748">2563 4774 1565 0,'0'0'292'16,"0"0"-141"-16,0 0-85 15,0 0-33-15,0 0-16 16,0 0-9-16,5 3 6 16,2 6 33-16,3 0 31 15,0 3-5-15,-1-3-18 16,0 0-5-16,0-2-14 15,0-3 2-15,1-4 1 16,2 0-2-16,4-4 3 16,5-10 1-16,10-12 6 15,9-14-11-15,3-10-3 0,0-3-18 16,-11 9-8 0,-11 12-7-16,-8 12 0 0,-1 3-10 15,1-1-7-15,-2-1-8 16,2 2 1-16,-4 3 5 15,-2 4-5-15,-3 4-10 16,-2 2-7-16,-1 2-17 16,-1 2 0-16,0 1-29 15,-10 23-72-15,-2 1-72 16,-6 3-926-16</inkml:trace>
  <inkml:trace contextRef="#ctx0" brushRef="#br0" timeOffset="43561.6592">7799 5263 1147 0,'0'0'245'0,"0"0"-31"16,0 0 2-16,0 0-17 16,0 0-111-16,0 0-38 15,50-11 3 1,-24 10 15-16,3-1-7 0,8 2-12 16,-2 0-2-16,2 0 14 15,0 0 1-15,-6 0-14 16,4 1-5-16,1 1 2 15,-2 1-8-15,1 1-8 16,-2 0-1-16,-1 0 14 16,-1-1-6-16,-1-1 10 15,-1-1-6-15,0-1 4 16,0 0-10-16,2 0-4 0,1 0-14 16,-1 0-4-1,0-2 0-15,-1 0-1 0,-2 0-2 16,1-1-2-16,-2 1 8 15,-1-1-4-15,1 0 2 16,-2 1 4-16,-1-1-2 16,-1 1-14-16,-2 0 17 15,-3 1-7-15,-1 0-1 16,-3 1-1-16,0 0 3 16,-4 0-3-16,0 0 0 15,-3 0 2-15,-2 0-4 16,-1 0-1-16,-2 0-5 0,0 0 0 15,-1 0 0 1,-1 0 0-16,0 0-1 0,0 0-6 16,-20-4-73-16,-2 0-210 15,-5-2-534-15</inkml:trace>
  <inkml:trace contextRef="#ctx0" brushRef="#br0" timeOffset="45831.2297">3913 4837 1352 0,'0'0'217'0,"0"45"-67"15,0-5-53-15,0 9 24 16,0-4-24-16,-2-7-19 16,-1-12-10-16,2-6-6 15,-1 3 32-15,1 2-14 16,0 3-25-16,-1-3-19 16,1-4-8-16,-1-4-11 15,2-1-9-15,-1-3-2 0,1-5-5 16,0 0 0-1,0-4 0-15,0-1 0 0,0-1 0 16,0 1 1-16,0-3-2 16,0 2 0-16,0-1 1 15,0 0-1-15,0 0 0 16,0 0 0-16,5-1 0 16,4 2 1-16,3-2 0 15,4 2 5-15,2-1-5 16,2 0 1-16,0 0-1 15,3 1 0-15,0 0 1 16,0 0 4-16,1 0 0 16,1-1 3-16,0 1-3 15,1-2 10-15,-1 0-6 16,2 0 2-16,-2 1-1 0,-1-1-1 16,-1 1-2-16,1-1-1 15,0 2-4-15,0-2 4 16,0 2-1-16,3-2 2 15,0 1-2-15,1 1 1 16,1-2-6-16,1 1 8 16,0-1-8-16,1 0 8 15,0 0-7-15,0 0-1 16,1 1 0-16,1 0-1 16,-1-1 1-16,-1 0 0 0,0 0 0 15,-3 0 0 1,1 0 0-16,-2 0 8 0,-1 0 0 15,0-1 10-15,-2-1 1 16,0 0 4-16,0 0-3 16,-1-1-8-16,0 2 4 15,1-2 2-15,-1 1-4 16,-2 1-8-16,2-1 2 16,-1-1-7-16,-2 2-1 15,3-1 5-15,-1 0-5 16,1 0 7-16,-1 0-7 15,0 1 7-15,1-1-7 16,0 0 8-16,-1 0-7 16,-1 0 5-16,-1 1-1 15,-1 0-4-15,0-1 4 16,-3 2-5-16,0-1 0 16,-3 0 0-16,-1 1 1 0,-1-2-1 15,-1 1 10-15,-1 0-5 16,-1-1 9-16,0 0-2 15,-1 0-4-15,1 0-2 16,0-1 1-16,0 1-7 16,0 1 0-16,-1-1 1 15,0 0-1-15,-1 2 0 16,0-1 0-16,-1 0 0 16,-1-1-1-16,0 1 1 15,0-2 0-15,0-1 7 16,-1-2 26-16,1-2 10 15,-1-5-20-15,1-5-14 16,0-3-4-16,-2-3-6 0,1-4 0 16,-3-3-14-16,0-5-7 15,0 2-6-15,-3 0-6 16,-2 0-4-16,0 7-5 16,-1-1-19-16,-1 3 14 15,1 4-9-15,0 2-4 16,1 4 18-16,0 1 3 15,1 5 14-15,-1 1 9 16,2 2 10-16,0 2-2 16,-1 1 7-16,-1 0 0 0,-3 0-8 15,-2 1-7 1,-4 0-4-16,-3 1-6 0,-3 0 8 16,-4 1 6-16,-4 0 11 15,-9 0-1-15,-10 0 1 16,-12 0-20-16,-4 0 20 15,1 0-1-15,5 0 1 16,5-2-5-16,0 0 6 16,1 0-8-16,2-1-7 15,0 1-14-15,-3 0 18 16,-1 0 11-16,-3 1-1 16,-1 1-20-16,1 0 3 15,-2 0 11-15,1 1-5 16,0 4 10-16,2-1-14 15,2 2 2-15,4-1 13 0,0 2-12 16,2-1 12-16,2 0 0 16,1-1-12-16,9 0 7 15,8-2 6-15,7 1 0 16,2-2 0-16,-2 0-15 16,-3 2 9-16,-1-3-2 15,4 2-3-15,4-3 10 16,4 1-5-16,1-1 5 15,3 0-13-15,2 0-5 16,2 0 0-16,1 0-2 16,1 0-4-16,1 0-7 15,-2 3-8-15,-1 5-25 16,1 0-3-16,-3-3-422 0</inkml:trace>
  <inkml:trace contextRef="#ctx0" brushRef="#br0" timeOffset="45966.3056">3994 4904 1422 0,'0'0'135'0,"0"0"-135"16,0 0-257-16</inkml:trace>
  <inkml:trace contextRef="#ctx0" brushRef="#br0" timeOffset="48015.9731">2827 5672 1018 0,'0'0'258'0,"0"0"-52"16,0 0 0-16,0 0-44 0,0 0-56 16,0 0-55-16,0 0 5 15,22 10 32-15,-9 2 5 16,0-2-17-16,0 1-13 16,-1-2-3-16,0-4 0 15,-2-2-5-15,3-3-11 16,2 0 5-16,3-8 0 15,5-8-7-15,10-12 2 16,7-12-18-16,7-10-14 16,-2-5-5-16,-6 5-5 15,-11 11-2-15,-9 13-8 16,-4 10-19-16,-4 3-16 16,2 0 0-16,-2 1-2 0,2 2-8 15,-5 5 5-15,-3 4-13 16,-3 13-25-16,-2 5-25 15,-2 6-229-15</inkml:trace>
  <inkml:trace contextRef="#ctx0" brushRef="#br0" timeOffset="50724.4005">2546 6364 592 0,'0'0'202'0,"0"0"3"15,0 0-12-15,0 0-5 16,0 0-19-16,0 0-34 16,0 0-14-16,0 0-30 15,0 0-28-15,0 0-18 16,1 4-14-16,5 4 16 0,3 2 10 15,1 2 33-15,-1-1-29 16,2 0-12-16,-1-1 3 16,0-3 3-16,2-2 1 15,3-4 26-15,4-1 28 16,12-17 18-16,19-16-29 16,17-18-42-16,6-8-26 15,-3 0-17-15,-12 7-14 16,-20 16-1-16,-10 10-5 15,-9 7-3-15,-5 4-12 16,0-2-5-16,0 1 2 16,-2 2 0-16,-5 6-4 15,-4 5 1-15,-2 3 0 0,-1 3-29 16,-4 11-95-16,-24 23-131 16,2-3-401-16,-7 2-796 0</inkml:trace>
  <inkml:trace contextRef="#ctx0" brushRef="#br0" timeOffset="53271.7467">3786 6796 1051 0,'0'0'253'0,"0"0"-74"0,0 0 8 16,0 0-13-16,0 0-7 15,41 0-11-15,-10 0-16 16,15 4-3-16,15 0 17 15,4-1-5-15,-2-2-41 16,-8-1-38-16,-8 0-9 16,-10 0-4-16,-8 0-20 15,-7-2-14-15,-6 1-8 0,4-1-2 16,-2 0-4-16,1 1-7 16,-6-1-1-16,-5 1 5 15,-3 0-6-15,-2 1-6 16,0 0-57-16,5 0-179 15,-1 0-278-15,1 1-320 0</inkml:trace>
  <inkml:trace contextRef="#ctx0" brushRef="#br0" timeOffset="54081.5874">5785 6807 510 0,'0'0'649'15,"0"0"-427"-15,0 0-48 16,0 0 4-16,0 0 21 16,0 0-25-16,0 0-34 15,26 10 16-15,-4-6-39 16,10 1 18-16,13 1-21 0,6-1-16 16,5-1-23-16,-11-1-18 15,-11-2-11-15,-12-1-7 16,-1 0-14-16,1 0-7 15,1 0-6-15,1 0-4 16,-7-2-7-16,-3 0 0 16,-5 1 0-16,-4 0-1 15,-4-1-18-15,-2 1-96 16,-8 0-228-16,-5 1-496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2:58:12.0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2280 3544 1565 0,'0'0'220'16,"0"0"-182"-16,0 0 25 15,0 0-6-15,0 0 31 0,46 0-9 16,-25 0-11 0,4 0-4-16,2-1-7 0,4-1 5 15,0 0 10-15,1-1-23 16,-2 0-5-16,0 0 8 16,0 0-10-16,-1 1-12 15,-2-1-6-15,2 0-1 16,-2 1 1-16,1-1 8 15,-1 2 2-15,0-3-4 16,-1 3-9-16,0-1-5 16,-2 0-5-16,0-1-1 15,2 2 5-15,0-1-5 16,0-1 2-16,0 0-4 16,0 1 2-16,1-1-2 15,-2 0-7-15,1 1 5 16,-1 0 3-16,-2 1 0 15,1 1-8-15,0-1 10 0,0 1-10 16,2-1 7-16,1 1-2 16,0-2 0-16,0 2 0 15,1-2 7-15,-1 1 2 16,2 0 7-16,-2-1-11 16,3 0 10-16,-1 2-11 15,-1-1-1-15,1 1-3 16,0 0 0-16,0 0 2 15,-2 1 2-15,1 2-1 16,-2-1 2-16,-2 0-1 16,-1-1-2-16,-1 0 8 15,1 0 14-15,1-1-3 16,0 0 0-16,3 0 3 0,-1 0 0 16,1-2-14-16,2-1 17 15,1 0-12-15,-3 0-1 16,-3 1-13-16,-3 0 5 15,-6-1-4-15,-3 2-7 16,-5 1 1-16,-2 0-1 16,-4 0 5-16,-1 0-6 15,0 0-10-15,-10 0-68 16,-3 1-132-16,-6 6-542 0</inkml:trace>
  <inkml:trace contextRef="#ctx0" brushRef="#br0" timeOffset="4392.4646">9830 3540 975 0,'0'0'262'16,"0"0"-106"-16,0 0 0 0,0 0-27 15,0 0-41-15,0 0-20 16,0 0 35-16,38 2-21 16,-14-2 1-16,13 2-24 15,10-1 5-15,8 0-9 16,4 1-20-16,-4 0 15 15,-5 1 16-15,-5 0-13 16,-1 2-13-16,-1 0 2 16,0-1-9-16,-1 1 10 15,1-3 2-15,3-2-14 16,3 0 9-16,0 0-28 16,0-3 34-16,-1-1-7 15,-2 1-12-15,-1-2-3 16,1 2-15-16,0 0 1 0,-1 0 19 15,-2-1-4-15,-3 2-13 16,-6 0-3-16,-5 0 3 16,5 0 0-16,6 0-3 15,-2 1 2-15,0-1-10 16,-10 0 8-16,-7 2 3 16,6-1-3-16,3 0 3 15,6-1-5-15,-2 2 1 16,1 0 2-16,0-1-2 15,-1 1 2-15,1-1 2 16,0 1-6-16,5 0 0 16,6-1 3-16,-5 0-3 0,-4 1 9 15,-5 0-3 1,-5 0 3-16,4 0 3 0,4 0-3 16,5 0-3-16,8 0-1 15,6 1 13-15,2 0-2 16,-3-1 0-16,-4 0-2 15,-3 1-4-15,2 0-2 16,2-1 1-16,-1 0 12 16,-3 0-12-16,-2 0 6 15,-7 0 6-15,-9 0 0 16,-7-2-3-16,-4 0 0 16,2 0-5-16,-1-1-5 0,0 0-13 15,-4-1 8 1,-1 1 8-16,-3 0-1 0,1 0-1 15,-2-1-9-15,-1 2 1 16,-1 0-6-16,-2 0-1 16,0 0 0-16,-3 1 1 15,-1 0-1-15,-1 1-6 16,0 0-9-16,-28 0-54 16,-2 4-125-16,-12 1-569 0</inkml:trace>
  <inkml:trace contextRef="#ctx0" brushRef="#br0" timeOffset="12984.7527">6378 3504 15 0,'0'0'1657'0,"0"0"-1447"15,0 0-106-15,0 0-25 16,0 0 7-16,50 9-24 15,-30-5 7-15,3 0-4 16,1 0-16-16,2-1-1 0,0 2 11 16,-1-2 0-1,-1-1-14-15,-3 1-8 0,-2-1-5 16,0-1-3-16,-1 1-3 16,0-1-10-16,0 0 7 15,2 0 6-15,-1 0-6 16,2-1-8-16,1 1-2 15,0 0-1-15,1 0-3 16,1-1 6-16,0 0-13 16,2 0 5-16,0 0-6 15,1 0 7-15,1 0-2 16,1 0-5-16,1 0 5 16,1 0-6-16,0 0 6 15,1 0-4-15,-1-1-1 0,-1-1 1 16,1 1-1-1,0 0 7-15,1-1-8 16,0 1 2-16,0 0-2 0,0-1 6 16,1 1-6-16,-2 0 1 15,0 0-1-15,0 0 0 16,0-1 0-16,2 2 0 16,-3-2 0-16,2 2 0 15,-2 0 0-15,0 0 0 16,-1 0-1-16,-1-1 1 15,0 1 0-15,0 0 0 16,-1-2 0-16,0 1 1 16,0 0-1-16,-2 0 2 0,1 1-1 15,-2-1-1-15,1 0 0 16,0 1 1-16,-1 0 0 16,0 0-1-16,0 0 0 15,-1 0-1-15,1-1 1 16,0 1-2-16,-1-1 2 15,1 1 0-15,0 0-1 16,-1 0 1-16,1 0 0 16,-2 0 0-16,0 0 0 15,0 0 0-15,-1 1 1 16,1 0 0-16,-1 0 5 16,1 0-6-16,-1-1 2 15,0 1-2-15,0 0 2 0,0-1 4 16,1 0-5-1,0 0 8-15,1 0-1 0,0 0 1 16,-1 0-2-16,0 0 1 16,0 0-1-16,1-2 2 15,-1-1-7-15,-1 0 8 16,1 1-2-16,-1 0-1 16,-3-1-6-16,-1 2 5 15,0 0-5-15,-4-1 5 16,-1 0-4-16,-3 2-1 15,-1-1 0-15,-3 1 1 16,0 0-1-16,0 0 0 16,0 0 1-16,-1-1-1 15,1 1 1-15,-1 0-1 16,1 0 0-16,-1 0 0 0,1 0-1 16,0 0 0-16,-1 0 0 15,1 0 1-15,1 0 0 16,-1 0-1-16,0 0 0 15,-1 0 0-15,1 0 0 16,-1 0 1-16,0 0-1 16,0 0 0-16,-1 0 1 15,0 0 0-15,-1 0-1 16,0 0 0-16,0 0 0 16,0 0 1-16,0 0-1 15,0 0 1-15,1 0 0 16,-1-1-1-16,1 0 1 15,0-1-1-15,1-2 1 0,-1 0 0 16,1-2 0-16,0-3 0 16,0-2 0-1,0-3 0-15,-1-3 0 0,0-5 0 16,0-2 5-16,-3-4-5 16,0-3 0-16,0 1 5 15,0-3-4-15,-3 1 4 16,-2 1 4-16,-1-1-9 15,1 3-1-15,-1 0 1 16,0 2 5-16,0 4-5 16,0 0 0-16,0 4 5 15,0 2-5-15,-1 1-1 16,0 3 6-16,0 3-6 16,0 1 1-16,1 1 1 0,0 2-1 15,0 2-1-15,0 1 6 16,0 1-5-16,-2 2 5 15,-1-1-5-15,-1 1 0 16,-3 0 0-16,-1 0 0 16,-3 0 1-16,-3 1-1 15,-2 3 0-15,-2-2 1 16,-1 0-2-16,0 0 1 16,-2 1 0-16,0-2 0 15,0 0 0-15,0-1 0 16,-2 0-1-16,0 0 1 15,1 0 0-15,-1 0-1 16,0-1 0-16,1 0 0 0,0-2 0 16,0 2 0-1,-1-1 0-15,0 1 0 0,0-1 0 16,-2 0 0-16,-2 0 1 16,-4 1-1-16,-8 1 1 15,-6-2 0-15,-4 1 0 16,3 1-1-16,3-1 2 15,3 1-2-15,-1 0 0 16,-1 0 0-16,-1 0 0 16,-2 0 0-16,-3 2 0 15,-1 0 0-15,-1-1 0 16,0 1 1-16,0 1 0 0,0-2 0 16,0 1 1-16,0-1-2 15,1 0 0-15,0 1 0 16,0-2 0-16,2 1 0 15,1 0 1-15,4 0 0 16,3 0 0-16,1-1 1 16,2 1 4-16,7 0-5 15,6-1 0-15,7 0-1 16,0 0 1-16,-3 0 1 16,-3 0-1-16,-2 2 0 15,3-2 7-15,4 0-8 16,2 0 2-16,3 1-1 15,3-1-1-15,1 0 2 0,3 0-2 16,-1 0 1-16,2 2 0 16,-1-1 0-16,-1 0 0 15,0 2 0-15,0 0-1 16,0 0 0-16,1 0 0 16,-1 0 0-16,2 0 0 15,0 1 0-15,0-2 0 16,2 1 1-16,1 0-1 15,1-2 0-15,2 0 0 16,0 1 1-16,2-2-1 16,0 0 0-16,1 1 0 15,0-1 0-15,0 1 0 16,-1 1-1-16,0 0 1 16,-1 1 0-16,-1 2-1 15,0 1 1-15,-1 1 0 0,2 3-1 16,0 1-1-1,1 2 2-15,0 3-1 0,1 4 1 16,1 0-2-16,0 1 2 16,0 2-1-16,0 0 1 15,4 0 0-15,0 0 6 16,-1-1-6-16,2-1 0 16,-1-1 1-16,0-1 8 15,1 0-2-15,0-1 2 16,0-1-1-16,-1 0 1 15,1-1-2-15,-2-2-1 16,2-1-4-16,-1 0 7 16,-1-1-3-16,1-1-5 0,-1-2 8 15,0 0-3-15,0-1-5 16,-2-2 5-16,1-1 1 16,-1-2-6-16,-1 0 1 15,0-1-1-15,1-2-1 16,-1 0 1-16,0 0 0 15,0 0 0-15,0 0 0 16,1 0-1-16,-1 0-19 16,1 0-38-16,-1 0-79 15,0-2-177-15,0-3-426 0</inkml:trace>
  <inkml:trace contextRef="#ctx0" brushRef="#br0" timeOffset="13177.7527">6569 3464 1905 0,'0'0'348'0,"0"0"-66"0,0 0-144 16,0 0-22-16,0 0-30 15,0 0-58-15,0 0-28 16,-4 3-264-16,-4-1-1072 0</inkml:trace>
  <inkml:trace contextRef="#ctx0" brushRef="#br0" timeOffset="18790.6633">5924 4117 1553 0,'0'0'256'16,"0"0"-180"-16,0 0-40 15,0 0 23-15,0 0 7 0,0 0 9 16,47 14-15-16,-31-10 11 16,0-1-4-1,2 0-27-15,1-2-11 0,2 0 7 16,0-1-5-16,2 0 5 16,0 0-1-16,0-2 5 15,-1-1-5-15,0 0-9 16,0-1 1-16,1 1-7 15,-2-1-1-15,1 1-4 16,-1 1-5-16,0 0-4 16,-2 0-5-16,1 0 1 15,0 1 7-15,0-1 3 16,2 2-2-16,0-1-1 0,2 1-3 16,0 0 10-16,1 0-5 15,0 0-4-15,0 0-1 16,1 0-5-16,0 0 10 15,0 0-2-15,1 0-2 16,0 1 1-16,4 1-1 16,-1-2 1-16,0 0-7 15,0 0 5-15,1 0-5 16,-1 1 10-16,0-1-11 16,0 0 1-16,1 0-1 15,1 0 1-15,2 0 6 16,-1 0-5-16,1 0-1 15,-1 0 1-15,-1 0-1 16,0 0 5-16,-1 0-6 16,0 0 1-16,-1 0 0 0,0 0 1 15,-1 0-1-15,1 0 0 16,-1 2 10-16,-1-1-10 16,1 0 4-16,-2 1-5 15,-1-1-5-15,0 0 5 16,-1 0 1-16,0 0-1 15,1-1 1-15,-1 0 0 16,0 0-1-16,0 0 1 16,-2 0 1-16,-1 0-1 15,0 0 0-15,-2 0-1 16,-1 0 1-16,1 0 0 16,-2-2-1-16,1 2 1 15,2-1-1-15,1 0 6 0,2-1-6 16,1 2 0-1,0-2 1-15,1 1 1 0,0 0 4 16,0 1-6-16,0 0 0 16,0 0 0-16,0 0-1 15,1 0 1-15,-1 0 0 16,1 0 0-16,-1 0 0 16,-1 0 0-16,0 0 0 15,-2 0 1-15,0 0 0 16,-2 0-1-16,1 0 1 0,-1 0 1 15,1-1-1 1,-1 1 5-16,-1 0-6 0,0 0 0 16,-1 0 1-16,-1-2 8 15,1 2-9-15,-3-1 0 16,1 0 8-16,-2 1-8 16,-2-1 7-16,-1 1-7 15,1 0 1-15,-3-1-1 16,0 0 6-16,-1 1-4 15,0-1 4-15,-1 1 0 16,1-1 0-16,0 0 4 16,-1 0-2-16,0 0-1 15,1 1 1-15,-3 0-8 16,0 0 1-16,1-1 2 16,-2 1-2-16,1 0 1 0,-2 0-1 15,2 0 0-15,-2 0 5 16,0 0-6-16,0 0 1 15,0 0-1-15,-1-1 1 16,0 0 0-16,-1 1 0 16,0-1 6-16,1 0-1 15,0-2 11-15,0 0-2 16,0-1-5-16,-1-1 1 16,2-2-4-16,-1 0 1 15,1-2-1-15,-1 0-5 16,0-2-1-16,0 1 0 15,1-2 5-15,0 1-6 16,0 0 1-16,-1-2-1 16,1 2 1-16,0-2 0 15,-1 0 1-15,0 1-1 0,1-1-1 16,-1 1 1-16,-1 0 0 16,1 2-1-16,-1-1 1 15,-1 1-1-15,-1 1 1 16,0-1 5-16,0 0-5 15,0 0-1-15,-1-2 1 16,-4 0 5-16,-1 1-5 16,1 1 0-16,-1 0 0 15,1 1 1-15,0 0 7 16,0 1-9-16,0 0 1 16,1 0-1-16,-1 1 0 15,1 1 0-15,0-2 1 0,0 4-1 16,2-1 0-1,-2 0 1-15,1 2 0 16,-1 0 1-16,0 1-1 0,-2-1 1 16,0 2 5-16,-3 0-6 15,-2 1 0-15,-4 0 0 16,-1 0-1-16,-2 0 1 16,-4 3 0-16,-1 1-1 15,-3-2 1-15,-2 2-1 16,-2-1 1-16,-1 0 0 15,-1 0-1-15,-1-1-1 16,-1 0 1-16,-6-1-5 16,-7-1 5-16,-10 0 0 15,-3 0 2-15,3 0-2 16,1 0 1-16,4 0-1 0,-2 0 2 16,-1 1-1-16,-1 0 1 15,0 0-2-15,2 0 0 16,-1-1 0-16,0 0 0 15,1 0-1-15,1 0 1 16,1 0 1-16,2 0-1 16,0-2 1-16,0 0 0 15,2 1 0-15,0 1-1 16,3 0 0-16,0 0-1 16,2-1 0-16,-1 1 1 15,2-1-1-15,0 1-4 0,8-1 5 16,7 0 7-1,5 0-5-15,-1 1-1 0,-3-2 0 16,-3 1 0-16,-5 1-1 16,2-2 0-16,1 2 0 15,1-1 0-15,-1 1 0 16,3-1 0-16,-2 0 0 16,-1-1 0-16,0 1 1 15,-2 1-1-15,1-1 1 16,1 0 0-16,-1 1 1 15,2 0-1-15,0-1 0 16,3 1 5-16,-1-1-6 16,2 0 2-16,-1 1-2 15,0-2 2-15,1 2-2 16,0 0-1-16,2 0 1 0,-1 0 0 16,2-1-1-16,2 1 1 15,0 0 0-15,2-1 0 16,0 0 0-16,2 0 1 15,1 0-1-15,1 1 1 16,1 0-1-16,0 0 1 16,0 0-1-16,-1 0 1 15,1 0-1-15,1 0 1 16,1 0-1-16,2 0 0 16,1 0 1-16,-1 1-1 15,1 1 1-15,-3-1-1 16,1 2 1-16,-1-1-1 15,0 1 1-15,1 0-1 16,1-1 0-16,1 0 0 0,2-1 0 16,2 2 0-16,-1-3 0 15,3 2 0-15,0-2 0 16,2 0 0-16,1 1 0 16,0-1-1-16,0 2 0 15,0 1-5-15,0 3 4 16,0 5 2-16,3 2-1 15,1 2 0-15,-1 4 1 16,1 0 0-16,1 2 1 16,0 2 11-16,0 1 2 15,0 2 4-15,0 0 0 0,-1 1-8 16,0 0 5 0,0-3-3-16,-1 0 3 0,0-5 0 15,-1-3-3-15,1-2-6 16,-1-5 0-16,0-1 4 15,-1-3-2-15,1-2-7 16,-1-1 1-16,0-2-1 16,0 0-1-16,-1 0 0 15,1 0 0-15,-1 0 0 16,0 0 0-16,0 0-14 16,0 0-34-16,1 0-49 15,-1 1-102-15,0 0-336 16,0 0-524-16</inkml:trace>
  <inkml:trace contextRef="#ctx0" brushRef="#br0" timeOffset="18963.5345">5859 4155 1950 0,'0'0'278'16,"0"0"-99"-16,0 0-123 15,0 0-5-15,0 0-17 16,0 0-34-16,0 0-92 16,0 1-698-16</inkml:trace>
  <inkml:trace contextRef="#ctx0" brushRef="#br0" timeOffset="21941.7498">11246 4109 816 0,'0'0'175'0,"0"0"-84"0,0 0-28 16,0 0-8-16,0 0-2 15,0 0 2-15,0 0 21 16,3 0 12-1,3 0 9-15,1 0-13 0,2 0 8 16,3 1 5-16,3 1 5 16,2-2-13-16,2 1-22 15,3-1 5-15,1 2-12 16,2 0-4-16,0 0-10 16,0 0-1-16,1 1-7 15,0 0-4-15,-2-1-5 16,1-1-4-16,0 0 3 15,2-1-1-15,1 0-2 16,1 0 1-16,2 0-4 16,0 0-10-16,1-1-3 0,0 0-2 15,1 0 4-15,-3 1-10 16,2 0 6-16,-1 0-5 16,-2 0-1-16,1 0 9 15,0 0-1-15,0 1 0 16,-1 0-1-16,0 0-1 15,0 1 1-15,-2-1-2 16,0 1-6-16,-1-1 8 16,1 1-7-16,-1-1 8 15,1 1-3-15,-1-1 0 16,0 1 0-16,0 0-6 16,0 0 7-16,-1 0-5 0,1-1-1 15,0 0 7-15,0 0-2 16,1-1 0-16,0 0 4 15,0 0-2-15,-1 0-7 16,1 0 6-16,-1 0-1 16,2-1 0-16,0-1-6 15,-1 0 0-15,2 0 0 16,0-1 1-16,1 0 5 16,1 1-5-16,0-1-1 15,0 0 1-15,-1 1 1 16,-1 0-1-16,-1-1 5 15,-2 1-6-15,0-1 1 16,0 2 0-16,0-2-1 0,0 1 7 16,0 0-6-16,0-1-1 15,1 1 1-15,-1 1 9 16,-1-2-8-16,1 1-2 16,-2 0 2-16,2 1 5 15,-1-1-7-15,0 1 6 16,1-1-5-16,0 1 1 15,1 0-1-15,-1-1 7 16,0 1-2-16,0-2-5 16,0 0 0-16,0 0 5 15,0-1-5-15,0 1 0 16,-1 1 5-16,0-1-5 16,0 1 6-16,-2 1-7 0,-1-1 7 15,-1 1-6 1,-1 1-1-16,-1 0 1 0,0 0-1 15,-2 0 1-15,2 0 5 16,-1-2-6-16,1 2 2 16,0 0 10-16,-1 0-3 15,1 0-3-15,0 0 0 16,1 0 9-16,-1 0-8 16,0 0-1-16,1 0 0 15,0 0 2-15,0 0 8 16,-1 0-7-16,0 0-8 15,-1 0 11-15,0 0 2 16,-1 0 2-16,1 0-5 16,-1 0-1-16,0 0 8 15,0 0-1-15,-1 0 10 0,1 0-8 16,-1 0-2-16,-2-2-5 16,0 2 6-16,-2-1 1 15,-1 1-7-15,-1-2 6 16,1 2-3-16,-2-1-14 15,-1 1 10-15,-1-1-1 16,0 1 0-16,-2-1 1 16,-1 1-2-16,-1 0 0 15,-1 0 0-15,-1 0 0 16,-1 0-2-16,1 0 4 0,-1 0-10 16,0 0 5-1,0-1-6-15,0 1 1 0,0-1-1 16,-4 0-35-1,-14-2-88-15,1 1-176 0,-4-1-514 0</inkml:trace>
  <inkml:trace contextRef="#ctx0" brushRef="#br0" timeOffset="33714.0808">11545 5075 1249 0,'0'0'335'16,"0"0"-148"-16,0 0-34 15,0 0 16-15,0 0-23 16,0 0-66-16,-2-1-30 16,12 11 60-16,2 3-2 15,2 0-6-15,2-3-20 16,2-3 6-16,5-4 9 15,12-6 33-15,18-21 0 16,23-25 3-16,13-15-14 16,4-8-49-16,-4-2-26 15,-10 9-20-15,-6 7 0 0,-10 9-23 16,-15 12-1 0,-17 15-11-16,-14 9 10 0,-8 6 1 15,-2 0-7-15,-2 3 6 16,-1 1-1-16,-4 3-11 15,-9 2-32-15,-20 12-113 16,-37 21-125-16,2 1-302 16,-6 0-326-16</inkml:trace>
  <inkml:trace contextRef="#ctx0" brushRef="#br0" timeOffset="35298.35">3870 6154 1262 0,'0'0'272'0,"0"0"-147"15,0 0-38-15,0 0-78 16,0 0 108-16,0 0 22 16,37 36-14-16,-20-19-37 15,1 0-15-15,-2-3-1 16,-1-3 0-16,-1-3-3 16,0-6 6-16,1-2 86 15,3-5-5-15,1-9-24 16,7-11-21-16,6-11-45 15,5-11-24-15,1-3-21 16,-6 3-14-16,-7 9 4 0,-8 12-11 16,-6 7 0-16,1 3-7 15,1-1 0-15,1 0-8 16,-1 1-11-16,0 5-1 16,-4 7-24-16,-2 4-100 15,-3 6-149-15,-4 34-4 16,0-2-235-16,-2 5-284 0</inkml:trace>
  <inkml:trace contextRef="#ctx0" brushRef="#br0" timeOffset="36853.9675">6358 5855 1677 0,'0'0'253'0,"0"0"-152"15,0 0-35-15,0 0 39 16,77 10 17-16,-14-5 15 16,11-2-12-16,2-1-21 15,-6-1-7-15,-11 0-19 0,-3-1-37 16,-6 0 25-16,-11 0-19 16,-8 1-18-16,-10-1-17 15,-2 0 2-15,0 1 2 16,0-1-15-16,0 0 1 15,-6 1-1-15,-5 0-1 16,-2 0-1-16,-3 1-32 16,0 8-109-16,-1 0-162 15,0 1-338-15</inkml:trace>
  <inkml:trace contextRef="#ctx0" brushRef="#br0" timeOffset="38033.1153">9740 5917 1213 0,'0'0'234'0,"0"0"-125"16,0 0-52-16,0 0-11 16,0 0 59-16,0 0 14 15,59 18 1-15,-32-12-7 16,10 0-10-16,9 1-19 15,7-1-16-15,-4-2-10 16,-10 0 3-16,-10-3-9 0,-2 0-6 16,10 1-1-16,12 0-9 15,4 0 2-15,-4 0 0 16,-3-1-14-16,-7 0-2 16,1 1-4-16,1-2 0 15,0 0-2-15,3 0 4 16,0 0 4-16,0 0 1 15,-2 0-6-15,-2-3 2 16,-6 2 0-16,-4-1-3 16,-7 0 6-16,0 0-1 15,5 0 3-15,3-2 1 0,4 2 3 16,-1 0 2-16,-1-2-1 16,-2 3-5-16,-2-1-8 15,-2 1-3 1,-3-1-2-16,-3 0 1 0,-4 1-2 15,-3-1-2-15,-2 1 2 16,-3 0 0-16,-3 0-4 16,-2-1 9-16,0 1-3 15,-2-1-8-15,-1 2-5 16,-1-2 7-16,0 1-8 16,-7 0-39-16,-25 1-109 15,0 0-312-15,-5 0-317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2:59:05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1021 5874 1315 0,'0'0'266'0,"0"0"-109"0,0 0-74 16,0 0-37-16,0 0 33 16,0 0 38-16,59 17 18 15,-35-4-56-15,-1 0 6 16,-1-1-27-16,-2-4-9 15,-3-4 8-15,-1-4 31 16,1-6 8-16,6-20-12 16,11-25-23-16,8-26-31 15,3-14 4-15,-5 0-17 0,-10 11-11 16,-9 19-5 0,-6 7 0-16,-3 9-1 0,-1 9-51 15,-4 9 19-15,-1 9-16 16,0 4-7-16,-2 2 4 15,1 3 15-15,-3 1 12 16,0 3 9-16,-1 5-11 16,-1 0-6-16,0 0-5 15,2 7-56-15,3 20 17 16,-2 0 5-16,-1-1-497 0</inkml:trace>
  <inkml:trace contextRef="#ctx0" brushRef="#br0" timeOffset="8631.8918">1670 8175 1612 0,'0'0'210'0,"0"0"-119"16,0 0 15-1,0 0 48-15,0 0-32 0,47-16-12 16,-27 8-30-16,2-2 0 15,0 0-2-15,-1-1-25 16,0 2-27-16,-4 1-11 16,-5 3-15-16,-1 2 1 15,-5 2-1-15,-4 0-29 16,1 1-105-16,-3 0-93 16,1 0-133-16</inkml:trace>
  <inkml:trace contextRef="#ctx0" brushRef="#br0" timeOffset="8834.0967">1693 8246 1478 0,'0'0'341'0,"0"0"-54"15,0 0-84-15,57-20-40 16,-28 7-62-16,3-3-67 15,1 0-16-15,-5 2-18 16,4 4-3-16,-9 6-165 16,-9 4-369-16</inkml:trace>
  <inkml:trace contextRef="#ctx0" brushRef="#br0" timeOffset="12474.0938">4523 8111 1418 0,'0'0'335'16,"0"0"-140"-16,0 0-69 15,0 0 8-15,0 0-1 16,0 0-28-16,0 0-11 16,17-14-21-16,-1 5-20 0,1-1-17 15,2-2-15 1,-1 2-12-16,-1-1-8 0,1 2 0 15,-3 1-1-15,-4 3-47 16,-3 2-108-16,-3 2-68 16,-5 1-121-16,0 4-140 15,-2 3-580-15</inkml:trace>
  <inkml:trace contextRef="#ctx0" brushRef="#br0" timeOffset="12693.8483">4468 8203 1213 0,'0'0'325'0,"0"0"-131"0,0 0 15 15,0 0 20-15,0 0-74 16,0 0-51-16,59-36-25 16,-33 20-29-16,3-2-26 15,2 0-14-15,-3 3-10 16,-3 3-1-16,-3 5-100 15,2 5-116-15,-5 2-362 16,-7 0-411-16</inkml:trace>
  <inkml:trace contextRef="#ctx0" brushRef="#br0" timeOffset="13867.1477">7173 8149 1350 0,'0'0'356'0,"0"0"-86"16,0 0-47-16,0 0-41 15,0 0 0-15,0 0-88 16,0 0-55-16,28-23-21 15,-9 13-11-15,3 2 1 16,-2 2-8-16,0 1 0 16,-4-2-21-16,-3 4-140 15,-3 1-84-15,-3 0-283 16,-6 1-748-16</inkml:trace>
  <inkml:trace contextRef="#ctx0" brushRef="#br0" timeOffset="14044.5985">7127 8189 694 0,'0'0'855'0,"0"0"-539"0,0 0-148 15,0 0-1-15,0 0-49 16,0 0-39-16,0 0-17 16,56-23-32-16,-30 11-29 15,1 2-1-15,9-4-138 16,-5 5-359-16,-6 0-524 0</inkml:trace>
  <inkml:trace contextRef="#ctx0" brushRef="#br0" timeOffset="17782.1812">9476 8134 838 0,'0'0'170'0,"0"0"-22"0,0 0 2 15,0 0-5-15,0 0-21 16,0 0 52-16,0 0-16 16,-8-10-20-16,7 10-7 15,1 0-14-15,0 0-25 16,0-1-22-16,2 1-9 15,5-3 7-15,2 1-8 16,3-3-17-16,2-1-21 16,2 1-8-16,3-2-8 15,-2 1-7-15,0 0 0 16,-1 1-1-16,-4 1-17 16,-2 1-80-16,-3 1-91 15,-2 2-62-15,-3 0-123 16,-2 0-137-16</inkml:trace>
  <inkml:trace contextRef="#ctx0" brushRef="#br0" timeOffset="17981.0734">9452 8212 666 0,'0'0'601'15,"0"0"-410"-15,0 0-48 16,0 0 68-16,0 0 10 15,0 0-65-15,41-19-74 16,-24 7-45-16,0 2-17 16,2 0-20-16,0 1-118 0,-4 3-236 15,-6 2-571-15</inkml:trace>
  <inkml:trace contextRef="#ctx0" brushRef="#br0" timeOffset="22334.0134">12061 8141 1141 0,'0'0'305'16,"0"0"-81"-16,0 0 4 16,0 0 19-16,0 0-82 0,0 0-60 15,27-22-21 1,-13 19-12-16,1 2-23 0,2-1-10 16,0 0-13-16,2-1-13 15,-1 1-6-15,-2-1-6 16,-1 2-1-16,-3-3-1 15,-4 3-112-15,-1 1-72 16,-3 0-109-16,-2 0-238 16,-2 0-216-16</inkml:trace>
  <inkml:trace contextRef="#ctx0" brushRef="#br0" timeOffset="22559.0891">12104 8240 1277 0,'0'0'486'16,"0"0"-397"-16,0 0 21 15,0 0 98-15,0 0-33 16,0 0-51-16,38-10-24 16,-18 1-45-16,0-2-31 15,0 1-17-15,-1 1-7 16,-2 0-95-16,2 2-114 15,-6 2-274-15,-4 1-347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2:59:48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2616 5399 765 0,'0'0'552'0,"0"0"-430"16,0 0 16-16,0 0 72 16,0 0-19-16,0 0-32 15,-16-13-46-15,16 13-58 16,3 4-25-16,7 7 42 15,3 6 49-15,2 3 4 16,2 2-18-16,-3-1-32 16,1-3-30-16,-3-3 7 15,0-6-3-15,-2-3-16 16,0-6-6-16,1 0-5 16,3-9 10-16,6-14 7 0,8-17-8 15,11-18-4-15,4-9-16 16,-1-2 1-16,-2 7-11 15,-4 9-1-15,-5 12-2 16,-5 11 2-16,-9 10-1 16,-2 4 0-16,-1 0-11 15,-2 1-5-15,-2 2 7 16,-4 5-2-16,-3 4-9 16,-2 3-8-16,-1 1-5 15,0 0-18-15,0 7-37 16,-2 3-211-16,-2 3-472 0</inkml:trace>
  <inkml:trace contextRef="#ctx0" brushRef="#br0" timeOffset="4177.1572">4595 2521 1512 0,'0'0'205'15,"0"0"-27"-15,0 0 8 16,0 0-60-16,0 0-51 15,0 0-10-15,0 0 52 16,60 14-10-16,-18 0 4 16,14-8 3-16,4-6-15 15,0-15-36-15,-5-14-18 0,-4-5 1 16,1-9-25-16,-2-2 1 16,-10 6-11-16,-12 8-2 15,-11 8-9-15,-7 4-5 16,-1-2-22-16,-2 1-14 15,-1 1-22-15,-4 6-18 16,-2 10-37-16,-7 14-217 16,-6 8-226-16,-1 6-220 0</inkml:trace>
  <inkml:trace contextRef="#ctx0" brushRef="#br0" timeOffset="4512.4057">4889 2771 1617 0,'0'0'271'0,"0"0"-49"16,0 0-50-16,0 0-26 15,0 0-76-15,0 0-34 16,0 0 47-16,15-10 26 15,2 18-11-15,4 1-31 16,1-4-19-16,3-4-1 16,3-1 2-16,9-16 0 0,9-16-5 15,9-16-4 1,2-9-20-16,-7 0-15 0,-10 4-5 16,-14 10-8-16,-8 9-13 15,-8 12-39-15,-6 11-32 16,-5 11-161-16,-7 6-256 15,-6 6-744-15</inkml:trace>
  <inkml:trace contextRef="#ctx0" brushRef="#br0" timeOffset="5173.1486">4889 3209 1257 0,'0'0'287'16,"0"0"-33"-16,0 0-254 15,0 0 173-15,0 0-173 16,0 0 241-16,0 0-165 16,7 10 18-16,3-2-20 15,4-2-28-15,1-2-10 0,2-4 7 16,3-1 33-16,6-17 16 16,12-17 26-16,11-20-19 15,5-9-42-15,-4-2-25 16,-6 4-17-16,-12 8-14 15,-5 6-1-15,-9 11-5 16,-9 14-56-16,-9 15-155 16,-3 8-142-16,-11 3-495 0</inkml:trace>
  <inkml:trace contextRef="#ctx0" brushRef="#br0" timeOffset="6698.4267">6529 5705 1113 0,'0'0'163'16,"0"0"-96"-16,0 0 5 15,0 0 16-15,0 0-45 16,0 0 101-16,0 0-39 16,44 30 15-16,-23-13-4 15,1-2 13-15,-2-3-41 16,-2-6-7-16,0-6-13 16,-3 0-7-16,0-11-18 0,6-12-6 15,4-14 5-15,5-12-21 16,2-4-14-16,-5-1-5 15,-7 7-2-15,-6 13-6 16,-4 6-9-16,-4 9-33 16,0 5-26-16,0 1-63 15,10 1-77-15,-2 1-375 16,-1 3-381-16</inkml:trace>
  <inkml:trace contextRef="#ctx0" brushRef="#br0" timeOffset="9093.9049">8822 3936 7 0,'0'0'277'0,"0"0"-161"15,0 0-50-15,0 0 45 16,0 0 8-16,0 0-8 15,0 0 6-15,-8-7 27 16,8 7-22-16,0 0-28 16,0 0-22-16,0 0 2 0,0 0-33 15,3 6-10-15,5 4 88 16,2 2 24-16,2 0-26 16,1-1-31-16,-1-5 0 15,2-3-13-15,1-3 11 16,4-10 15-16,7-13 25 15,9-13-33-15,0-1-32 16,-3 2-19-16,-5 5-16 16,-9 9-6-16,0 3-16 15,-5 3-2-15,-6 9-22 16,-7 6-137-16,-9 30-403 16,-6 1 181-16,-4 3-581 0</inkml:trace>
  <inkml:trace contextRef="#ctx0" brushRef="#br0" timeOffset="9531.0828">8812 4419 823 0,'0'0'327'0,"0"0"-136"15,0 0-31-15,0 0-34 16,0 0-53-16,0 0 53 16,0 0 63-16,30 42-41 15,-13-26-49-15,-1-3-41 16,0-4-11-16,1-5-3 16,1-4 13-16,2-2-7 0,7-16-7 15,9-14-20-15,0 0-14 16,-4-1-9-16,-4 5-7 15,-1 6-140-15,-4 4-208 16,-7 4-570-16</inkml:trace>
  <inkml:trace contextRef="#ctx0" brushRef="#br0" timeOffset="10131.2668">8755 5128 831 0,'0'0'403'15,"0"0"-197"-15,0 0-133 16,0 0 20-16,0 0 111 15,39 37-31-15,-22-23-32 16,2-3-43-16,0-4-27 16,0-4 6-16,1-3 6 0,1-10 8 15,5-12-21 1,8-15-15-16,5-13-25 0,0-7-18 16,-5 4-11-16,-8 5-1 15,-9 15-18-15,-2 6-101 16,-4 9-219-16,-4 9-519 0</inkml:trace>
  <inkml:trace contextRef="#ctx0" brushRef="#br0" timeOffset="13554.4762">9625 8159 709 0,'0'0'398'0,"0"0"-118"15,0 0-59-15,0 0 3 16,0 0-89-16,0 0-41 16,0 0-35-16,20 0 0 15,0 0 26-15,10 0-2 16,13-8-10-16,12-5-35 15,5-2-6-15,-4 0-31 16,-11 5 4-16,-15 6-5 0,-1 4-15 16,-11 0-198-16,-5 0-484 15</inkml:trace>
  <inkml:trace contextRef="#ctx0" brushRef="#br0" timeOffset="16440.9171">10836 8179 1687 0,'0'0'205'0,"0"0"-205"16,0 0 282-16,0 0-166 15,58-22 72-15,-17 16-134 16,9 0-26-16,4 2-28 0,1 1-22 16,-3 1-105-16,1-3-120 15,-11 1-227-15,-4-2-305 0</inkml:trace>
  <inkml:trace contextRef="#ctx0" brushRef="#br0" timeOffset="16730.2893">11960 8157 1837 0,'0'0'294'0,"0"0"-221"16,0 0-44-16,67 4 14 15,-24-4 0-15,8-5-25 16,3-2-8-16,-10 3-10 16,-3 2-63-16,-17 2-193 15,-9 0-338-15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00:26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1358 3501 464 0,'0'0'1371'16,"0"0"-1092"-16,0 0-101 16,0 0 29-16,0 0 8 15,0 0-16-15,-4 3-57 16,15-3-49-16,13-8-15 16,16-8-18-16,16-7-17 0,7-4-15 15,-1-1 10-15,-15 6-16 16,-15 7-2-16,-11 6-9 15,-5 2-11-15,-2 0 0 16,-2 1 0-16,-2 2-2 16,-4 2-16-16,-5 2-33 15,-1 0-67-15,-3 1-84 16,-24 17-177-16,0 0-252 16,-6 1-431-16</inkml:trace>
  <inkml:trace contextRef="#ctx0" brushRef="#br0" timeOffset="227.8736">1294 3651 1602 0,'0'0'254'15,"0"0"-87"-15,0 0 145 16,70-19-6-16,-24 1-21 16,13-7-96-16,5-1-56 15,-2 1-40-15,-10 3-42 16,-13 6-3-16,-9 3-12 15,-10 4-27-15,-4 2-8 16,0-1-1-16,-3 1-2 16,-2 2-80-16,-14 10-161 15,-8 6-459-15,-14 6-732 0</inkml:trace>
  <inkml:trace contextRef="#ctx0" brushRef="#br0" timeOffset="5016.2858">4610 7270 1190 0,'0'0'370'0,"0"0"-189"16,0 0 44-16,0 0 28 15,0 0-50-15,0 0 2 16,-18-2-43-16,38 2-81 16,23 0 12-16,24-1 46 0,11 1-13 15,-1 0-38-15,-9-2-25 16,-14 2-26-16,-3-2 14 15,-4 0-19-15,-10 0-7 16,-8 0-5-16,-9 0-10 16,-4 0-10-16,0 0 0 15,-2 0 0-15,-2 0 0 16,-4 0-19-16,-5 2-65 16,-3-2-85-16,0 1-320 15,-1-1-628-15</inkml:trace>
  <inkml:trace contextRef="#ctx0" brushRef="#br0" timeOffset="5576.8317">6141 7271 1222 0,'0'0'561'15,"0"0"-202"-15,0 0-152 16,0 0 53-16,0 0-38 16,51 1-17-16,-2 2-12 15,19-2-49-15,9 2-54 16,3-2-20-16,-6-1-38 0,-10 0 25 16,-9 0-20-16,-12 0-4 15,-13-3-18-15,-13 2-4 16,-6 1-10-16,-3 0-1 15,-5 0-7-15,-3 0-64 16,-48 16-176-16,0-1-364 16,-18 0-1209-16</inkml:trace>
  <inkml:trace contextRef="#ctx0" brushRef="#br0" timeOffset="6572.8109">7731 7238 1280 0,'0'0'494'0,"0"0"-235"15,0 0-55-15,0 0-15 16,0 0 89-16,76 10-24 15,-14-9-53-15,11-1-68 16,5 0-36-16,-5-7-26 16,-9-1-20-16,-2-1-11 15,-4 0-13-15,-5 1-15 0,-12 2 3 16,-11 1 3-16,-10 2-6 16,-6 0-3-16,-2 1-7 15,-2-1 4-15,-2 1-6 16,-4 1-6-16,-3 0-3 15,-1 1-18-15,-5 0-53 16,-5 0-134-16,-4 0-515 0</inkml:trace>
  <inkml:trace contextRef="#ctx0" brushRef="#br0" timeOffset="7230.6503">9321 7320 431 0,'0'0'748'16,"0"0"-253"-16,0 0-191 0,0 0-47 16,0 0-21-1,0 0-4-15,0 0-54 0,28 2-18 16,9-2-14-16,15 0-26 15,12 0-56-15,2-1 4 16,2-2-10-16,0-1-20 16,3-3-1-16,-1 0 14 15,-4-1-19-15,-8 0-22 16,-14 1 4-16,-14 3-5 16,-11-1 0-16,-7 3-9 15,-1-1 2-15,-1-1 5 16,-2 2 8-16,-4 0-6 15,-2 2-1-15,-2-1-8 16,0 1-1-16,-1 0-11 16,-18 0-27-16,-27 4-57 0,-43 10-81 15,4-2-502-15,-5 1-1376 16</inkml:trace>
  <inkml:trace contextRef="#ctx0" brushRef="#br0" timeOffset="11816.5995">11136 7190 788 0,'0'0'238'0,"0"0"-89"16,0 0 35-16,41 13 55 0,-20-8-19 16,4 0-19-16,10 0-24 15,9-1-42-15,9-3-11 16,3-1 7-16,-4-3-21 15,-12-4-35-15,-12 1-17 16,-6-1-8-16,-3-2-3 16,1-3-11-16,2-4-3 15,2-10 5-15,-1-10 8 16,-6-14-1-16,-4-2-11 16,-9 3-5-16,-4 11-11 15,0 12-3-15,-4 5-8 16,-5 1-7-16,-3-4-11 0,-3-2-18 15,-5-3-26 1,-2 1 34-16,-1 3-6 16,0 4-31-16,0 3 4 0,1 3 15 15,0 2 10-15,0 3-21 16,-2 3 3-16,-1 0 0 16,-1 3-13-16,-2 2 14 15,1 1-2-15,0 1 27 16,-1 0-25-16,1 3 28 15,-1 3-7-15,0 2 7 16,1 0 3-16,-1 3 15 16,2 0 0-16,1 3 0 15,1 3 1-15,1 2 0 0,1 3 14 16,0 3 7 0,2 1-13-16,3 1 30 0,0 1 9 15,3 1-10 1,3 0 13-16,3-1 21 0,3 1-7 15,2-2-6-15,3 1-4 16,0-2-13-16,6-2 10 16,4-1-6-16,1-3-13 15,3-4 5-15,2-2-5 16,2-2-6-16,2-2 4 16,0-1-5-16,2-2-14 15,-1 0 1-15,-2-3-13 16,-3 1 0-16,-2 0-2 15,-1 1-115-15,-1 6-246 16,-4-3-328-16,-4 0-1023 0</inkml:trace>
  <inkml:trace contextRef="#ctx0" brushRef="#br0" timeOffset="13221.4013">11286 7266 960 0,'0'0'366'15,"0"0"-22"-15,0 0-25 16,0 0-64-16,0 0-50 16,0 0-127-16,0 0-46 15,0-1-26-15,4 20 6 16,2 6 33-16,0 4 43 15,1 0-6-15,-2-2-22 0,0-2-14 16,-2-4-12 0,-1-2-11-16,-1-3-13 0,-1-3-8 15,0-4-1-15,-2-2-1 16,-5-2 0-16,-1-3-7 16,-2-2-12-16,-2-2-25 15,-1-8 1-15,-1-3 0 16,1-3 4-16,3-1 17 15,3 2 22-15,1 2 9 16,3 4 7-16,2 3 17 16,1 5 4-16,0 1-23 15,0 3-14-15,4 7 9 0,4 4 14 16,1 2 9 0,3 0-7-16,-1 1-2 0,2-3-1 15,0-1-8-15,1-2-7 16,1-2-6-16,-2-4 1 15,-2-2-1-15,-1-3 0 16,-1 0 5-16,-1-6-5 16,-2-6-1-16,2-3-11 15,-2-2-14-15,-1-2-7 16,-1 3 13-16,0 3 11 16,-3 4 8-16,-1 4 0 15,0 5-7-15,0 0 7 16,0 10-6-16,-2 6 6 15,-4 4 0-15,0 5-1 16,-1 3 0-16,0-1-10 0,0 3-8 16,-4 8-215-16,2-7-323 15,0-7-853-15</inkml:trace>
  <inkml:trace contextRef="#ctx0" brushRef="#br0" timeOffset="13500.461">11111 7773 801 0,'0'0'1368'15,"0"0"-1145"-15,0 0-85 16,0 0-80-16,0 0 29 0,-1 39 11 15,6-15-23-15,1-1-22 16,-1 1-29-16,0-2-12 16,-2-2-11-16,-1-2-1 15,-2-2-11-15,0-4-116 16,-5-7-101-16,-2-3-256 16,-1-2-382-16</inkml:trace>
  <inkml:trace contextRef="#ctx0" brushRef="#br0" timeOffset="13681.6957">11072 7739 1362 0,'0'0'372'0,"0"0"-243"16,0 0-43-16,45-24 0 16,-25 18-3-16,4 3-49 15,-1 1-23-15,0 2-11 16,-5 0-10-16,0 4-115 15,-5 0-214-15,-6 2-266 0</inkml:trace>
  <inkml:trace contextRef="#ctx0" brushRef="#br0" timeOffset="13848.4592">11105 7829 1092 0,'0'0'280'16,"0"0"-87"-16,0 0-120 15,0 0-25-15,0 0-29 16,62-11-3-16,-34 5-16 16,16-3-22-16,-7 3-151 15,-5-1-336-15</inkml:trace>
  <inkml:trace contextRef="#ctx0" brushRef="#br0" timeOffset="14084.9821">11362 7734 1162 0,'0'0'360'0,"0"0"-38"16,0 0-48-16,0 0-69 0,0 0-58 15,0 0-4-15,-45 45 34 16,38-24-50-16,1 1-19 16,4 0-18-16,2-3-26 15,0-3-22-15,3-3-13 16,6-3-16-16,3-3-1 15,7-5-11-15,11-2 8 16,21-11-9-16,20-15-50 16,-8 2-299-16,-8-1-904 0</inkml:trace>
  <inkml:trace contextRef="#ctx0" brushRef="#br0" timeOffset="14762.1487">11661 7724 962 0,'0'0'590'0,"0"0"-417"0,0 0-3 15,0 0 0-15,-16 47-27 16,12-29-49-16,-1 0-27 15,1-2-15-15,-1-3-18 16,2-3-18-16,1-3-7 16,0-4-1-16,1-3-7 15,0 0 20-15,1-6 41 16,-1-8-35-16,1-6-18 16,0-2-3-16,0-3-5 15,4 1-1-15,1 4 9 16,1 4-8-16,1 5 13 0,0 5-5 15,0 6-8-15,1 0-1 16,3 8 24-16,1 5 0 16,1 4 9-16,2 2-6 15,-1-1 4-15,0-1-10 16,-1-3-9-16,-3-5-5 16,-3-3 1-16,-3-4-7 15,-1-2 12-15,-2-2 39 16,1-8 28-16,0-6-52 15,-2-4-13-15,0-2-14 16,0-3-1-16,0 1-14 0,-1 5-2 16,-2 4-16-1,0 6-8-15,2 5-29 0,-1 4-114 16,2 2-91 0,1 15 6-16,6-1-107 0,1 0-262 0</inkml:trace>
  <inkml:trace contextRef="#ctx0" brushRef="#br0" timeOffset="15244.3175">11879 7748 1577 0,'0'0'249'0,"0"0"-38"15,0 0-107-15,0 0 38 0,-19 36-69 16,16-22-27-16,1 2 4 15,-1-3-22-15,1-2-4 16,0-3-6-16,0-2-8 16,2-5-4-16,0-1 2 15,0-3 82-15,0-10-9 16,0-5-59-16,3-6-13 16,1-2 0-16,3 0-7 15,0 3 5-15,0 3 8 16,1 7 6-16,-1 5 1 15,-1 4-14-15,1 4-8 16,1 3 8-16,2 7 4 16,3 4 1-16,0 1 10 0,2 1 2 15,-3-2-6 1,-1-2-1-16,-3-4-6 0,-2-2-3 16,-3-3-3-16,0-3 9 15,-2 0 18-15,1-3 55 16,-1-7-20-16,1-4-46 15,-1-4-13-15,-1-3-8 16,0-2-1-16,0 0-31 16,0 1-14-16,0 5-38 15,0 4-48-15,-7 7-162 16,1 5-94-16,0 1-424 0</inkml:trace>
  <inkml:trace contextRef="#ctx0" brushRef="#br0" timeOffset="15385.9633">12180 7717 899 0,'0'0'889'16,"0"0"-781"-16,-73-7-108 16,36 6-29-16,0 1-302 0</inkml:trace>
  <inkml:trace contextRef="#ctx0" brushRef="#br0" timeOffset="16901.994">13030 5185 856 0,'0'0'771'0,"0"0"-622"16,0 0 9-16,0 0 25 15,0 0-29-15,0 0-48 16,0 0-55-16,-20 20-29 16,19 3 17-16,-2 6 17 0,2 2 1 15,-1-4-25 1,1 1-12-16,-1-2-13 0,1-4-1 16,0-3-6-16,0-4 1 15,-1-5-2-15,0-3-4 16,-2-5-9-16,-2-2 1 15,-1 0-23-15,-3-8-29 16,-2-4 2-16,0-3 28 16,1-1 23-16,1 1 10 15,4 2 2-15,2 3 5 16,1 4 16-16,3 3 19 16,0 3-24-16,0 1-16 15,6 9 0-15,2 3 22 0,4 3 12 16,0 2 8-16,2 2-3 15,-1-3-15-15,3 1 1 16,-2-4 2-16,2-2-11 16,-2-3-4-16,-1-4-11 15,-1-2 5-15,-4-3-5 16,0 0 0-16,-2-6 10 16,-2-6-11-16,0-3-7 15,-1-4-4-15,-1-1-13 16,-1 0 14-16,0 4 10 15,-1 5 7-15,0 5-7 16,0 4 3-16,-1 2-3 16,-5 4-17-16,-2 6 16 0,-3 5-1 15,0 3 1-15,-1 1 0 16,1 0-5-16,2 0-14 16,1-3-65-16,3-1-61 15,3-4-196-15,2-4-479 0</inkml:trace>
  <inkml:trace contextRef="#ctx0" brushRef="#br0" timeOffset="17062.8281">13223 5427 1542 0,'0'0'485'16,"0"0"-342"-16,0 0-87 0,0 0-56 15,-54 17-159-15,29-9-709 0</inkml:trace>
  <inkml:trace contextRef="#ctx0" brushRef="#br0" timeOffset="19545.496">13734 4961 1672 0,'0'0'331'16,"0"0"-170"-16,0 0-50 15,0 0-35-15,0 0-39 16,0 0-5-16,11 51 26 16,-5-29-25-16,2 3-20 15,-2-5-11-15,2-1-2 16,6-2-36-16,-3-6-249 15,0-6-445-15</inkml:trace>
  <inkml:trace contextRef="#ctx0" brushRef="#br0" timeOffset="19851.2747">13786 4746 1349 0,'0'0'318'15,"0"0"-17"-15,0 0-172 16,0 0-43-16,-29 35 2 16,29-20-17-16,0 0-20 15,0-3-17-15,6-4-5 16,-1-5-6-16,2-2 8 16,0-1-4-16,1-6 16 0,1-5 1 15,-1-4-18-15,-3-2-17 16,-3-1-8-16,-2 2-1 15,-3 2 0-15,-5 5-72 16,-4 3-8-16,1 6-40 16,2 1-65-16,6 17-118 15,3 0-191-15,0-1-295 0</inkml:trace>
  <inkml:trace contextRef="#ctx0" brushRef="#br0" timeOffset="20411.3537">13933 4900 1403 0,'0'0'307'0,"0"0"-29"16,0 0-149-16,0 0-88 16,0 0-10-16,-5 38 6 15,6-19-1-15,2 0-20 16,1-2-3-16,-1-2-7 15,0-3-4-15,-2-6 4 16,1-1-5-16,-2-5 5 16,0 0 2-16,0-7 45 15,0-7-16-15,0-6-21 0,0-5-1 16,-1-2 6 0,1 2-3-16,0 4 8 0,4 6-6 15,3 6-10 1,0 6-9-16,2 3-1 0,2 4 1 15,0 8 10-15,-1 3-10 16,1 3 6-16,-3 2 1 16,0-1-7-16,-3 0 5 15,-2-2-5-15,-2-3-1 16,-1-4 6-16,0-4-5 16,0-5 0-16,0-1 17 15,0-8 63-15,0-13-22 16,0-12-21-16,0 0-4 15,6 1-19-15,5 7-3 0,0 9-5 16,2 2 1-16,2 3-8 16,-2 9-2-16,1 2-7 15,-2 9 9-15,1 5 2 16,-1 4-2-16,-2 2 0 16,1 0-20-16,-1 1-84 15,6 1-131-15,-2-5-347 16,-2-6-401-16</inkml:trace>
  <inkml:trace contextRef="#ctx0" brushRef="#br0" timeOffset="21232.7081">14311 4779 340 0,'0'0'1282'0,"0"0"-1049"15,0 0 9-15,0 0-140 0,0 0-34 16,0 0 13-16,-36 49 1 15,28-28-10-15,3-2-17 16,2-1-25-16,3-3-15 16,0-3-6-16,0-6-8 15,2-4-1-15,4-2 11 16,3-5 1-16,3-8 5 16,2-3-11-16,2-2 3 15,1-1-2-15,-1 1-5 16,-1 5 4-16,-1 3-5 15,-3 4 5-15,-1 5-6 16,-1 1-4-16,0 1 4 16,-1 6 1-16,1 1 0 15,1 2-1-15,0 0 0 16,0-1-12-16,1-1-68 0,1-3-102 16,1-2-127-16,2-3 28 15,0-6-99-15,-1-6-300 16,-2-5 160-16,-3-2 520 15,-4-3 14-15,-2 1 299 16,-3 1 49-16,0 3-77 16,0 4-48-16,-2 6 6 15,-5 6-17-15,-1 1-115 16,-2 6-72-16,-1 5-19 16,0 4-2-16,2 1-8 15,4 0-4-15,4-2-4 0,1-2-2 16,0-4-2-1,2-4-16-15,4-3 18 0,1-1 9 16,2-6 5-16,-1-5 0 16,1-4 2-16,-1 2 25 15,-3 0 35-15,1 2 1 16,-3 5 9-16,-2 3-9 16,1 3-31-16,-1 4-28 15,4 9 3-15,2 11 2 16,4 13 6-16,3 15 20 15,-1 5 6-15,-5-1-3 16,-6-4-14-16,-2-15-10 0,-3-10-13 16,-3-8-9-1,-1-5 1-15,0-3-1 0,-1-3-5 16,-1-4 7-16,-1-4 8 16,0-12 8-16,-2-13-7 15,4-14-14-15,4-10-3 16,3 3 0-16,1 9 0 15,4 13-13-15,2 11-14 16,3 1-46-16,2 2-39 16,1 1-40-16,3 3-33 15,7 2-105-15,-2 1-193 16,-4 1-180-16</inkml:trace>
  <inkml:trace contextRef="#ctx0" brushRef="#br0" timeOffset="21673.24">14718 4789 568 0,'0'0'760'15,"0"0"-613"-15,0 0 1 16,0 0 23-16,0 0-66 16,0 0-43-16,0 0-31 15,1 22-8-15,3-21-4 16,1-1-9-16,0 0 3 15,1-1 8-15,0-3 0 16,0-4-10-16,-1-2 3 16,-1 0 0-16,-2 1 8 15,-2 1 36-15,0 1 16 0,0 3 12 16,-6 2 38 0,-3 2-43-16,-1 2-20 0,-1 7 10 15,-2 5 4-15,2 3-11 16,2 1-6-16,2 0-2 15,4 2-4-15,3-3-4 16,1-1-6-16,8-1 9 16,5-3-3-16,3-3-3 15,4-3-15-15,1-2-9 16,1-4-5-16,0 0-8 16,-1-4-6-16,-2-2-1 15,-3 0-1-15,-2-2-103 16,3-4-152-16,-5 2-339 0,-3-1-612 15</inkml:trace>
  <inkml:trace contextRef="#ctx0" brushRef="#br0" timeOffset="23283.4729">14605 5233 1562 0,'0'0'327'0,"0"0"-4"15,0 0-11-15,0 0-78 16,-41-16-95-16,26 20-58 15,-1 10-39-15,0 6-13 16,1 6 0-16,4 4-1 16,4 0-7-16,6 2-12 0,1-2-8 15,7-3-1 1,6-3 0-16,3-5-1 0,3-6-21 16,1-7-96-16,2-6-141 15,5-19-46-15,-6-5-301 16,-4-2-239-16</inkml:trace>
  <inkml:trace contextRef="#ctx0" brushRef="#br0" timeOffset="23451.0411">14684 5187 514 0,'0'0'741'15,"0"0"-501"-15,0 0 86 16,0 0-109-16,0 0-102 16,0 0 23-16,1 42 9 15,-1-12-1-15,0 2-60 0,2-5-46 16,1 4-28-16,3-2-11 15,1-5-1-15,14-4-89 16,-1-8-241-16,0-9-466 0</inkml:trace>
  <inkml:trace contextRef="#ctx0" brushRef="#br0" timeOffset="24530.1634">14859 5252 1485 0,'0'0'338'0,"0"0"-67"15,0 0-141-15,0 0-31 16,0 0-15-16,0 0-27 16,-40 45-27-16,34-33-10 15,0 0-11-15,1-3-3 16,2-2-5-16,2-3-1 0,1-4 0 16,0 0 2-16,0 0-1 15,5-8-1-15,1-1-5 16,1 0 4-16,0 1 1 15,-1 1 1-15,-1 3 5 16,-1 1 1-16,0 3-1 16,0 0-4-16,1 3 5 15,2 3 2-15,-1 1-9 16,1 1 6-16,2 0-5 16,-1-2-1-16,2-2-1 15,1-4-18-15,1 0-48 16,-2-6-22-16,1-5-13 0,-3-5 34 15,-1-1 34-15,-3-1 24 16,-1 1 10-16,-2 3 17 16,-1 5 31-16,0 2 12 15,0 5 22-15,-1 2-30 16,1 0-30-16,-1 1-22 16,1 7 1-16,0 1 0 15,1 2-1-15,4 1-7 16,0-1 5-16,1 1-17 15,-1-2 3-15,0 1 14 16,-2-1-10-16,-2-2 11 0,-1 0-6 16,0 0 7-1,-2-2 0-15,-3 0 1 0,-1-1 0 16,1-2 0 0,1-1 1-16,3-2-2 0,1 0-11 15,1 0-85-15,9-8-8 16,4-2-25-16,4-1 40 15,1-3 39-15,1-2-13 16,-2-3-10-16,-3 1 45 16,-2-1 27-16,-4 2 1 15,-5 4 13-15,-4 4 15 16,0 5 38-16,-1 1 48 16,-5 3-23-16,-2 0-40 15,0 4-33-15,1 4-8 16,2 0-10-16,2 1 0 0,3 0-2 15,0-1-5-15,5-1-11 16,2-2-8-16,1-1 2 16,0 0 15-16,-1-2-3 15,-1-1 11-15,-2 0 1 16,-2 1 0-16,-2-1 6 16,0 2-6-16,0 1 8 15,-2 2 5-15,-5 1 15 16,2 1-2-16,-2 2-15 15,2-1-1-15,1 2-10 16,2-3 1-16,2 0-1 16,0-2 0-16,0-3-11 0,7-2-1 15,1-1 2 1,0-4 10-16,2-6 1 0,-1-1 0 16,-1-4 12-16,-2-1 4 15,1 0 56-15,-2 3 12 16,0 3 17-16,-1 4-15 15,-1 4-9-15,0 2-25 16,0 0-23-16,0 8-1 16,3 3 6-16,-2 4 9 15,-1 1-12-15,0 0-15 16,-3-1-10-16,0-2-7 16,0-2-6-16,0-3-76 15,0-8-128-15,0 0-275 0,-1-6-770 16</inkml:trace>
  <inkml:trace contextRef="#ctx0" brushRef="#br0" timeOffset="24667.7935">15172 5066 172 0,'0'0'268'16,"0"0"-268"-16,0 0-150 0</inkml:trace>
  <inkml:trace contextRef="#ctx0" brushRef="#br0" timeOffset="25123.917">15265 5060 588 0,'0'0'1082'0,"0"0"-836"0,0 0 14 15,0 0-144-15,0 0-42 16,0 0 32-16,-4 45 14 16,9-14-14-16,0 9-20 15,0-1-15-15,-1-3-24 16,0-8-23-16,0-7-15 16,0 1-3-16,1-1-6 15,-1-5 0-15,-1-6-1 16,0-4-12-16,-1-4-19 15,1-2 13-15,-1-5-2 0,0-7-43 16,-1-3-42 0,-1-1 36-16,0-1 39 0,0 1 22 15,0 2 9-15,0 2 0 16,0 2 0-16,2 2 1 16,2 1 14-16,2 3-9 15,2 2 0-15,0 2 5 16,1 0 0-16,0 6-3 15,0 3 7-15,0 3-6 16,-2 0 9-16,-2 1-11 16,-2-2-1-16,-1 0-5 15,-2-3-1-15,0-3-49 0,-2-5-113 16,-2 0-190 0,-2-4-508-16</inkml:trace>
  <inkml:trace contextRef="#ctx0" brushRef="#br0" timeOffset="25250.7245">15372 5102 224 0,'0'0'395'16,"0"0"-281"-16,0 0-114 16,15 46-141-16</inkml:trace>
  <inkml:trace contextRef="#ctx0" brushRef="#br0" timeOffset="25492.3259">15443 5160 557 0,'0'0'896'16,"0"0"-599"-16,0 0-51 16,0 0-82-16,0 0-56 15,0 0 0-15,0 0-4 16,-17 44-19-16,16-26-34 15,1 1-20-15,0-1-15 16,0-1-10-16,4-2-5 16,2-2-1-16,3-4-49 15,2-5-113-15,8-4-136 16,-2-6-236-16,-3-3-476 0</inkml:trace>
  <inkml:trace contextRef="#ctx0" brushRef="#br0" timeOffset="26053.5865">15542 5187 1038 0,'0'0'369'16,"0"0"-50"-16,0 0-59 16,0 0-81-16,0 0-78 15,0 0-45-15,0 0-15 16,-23 26-6-16,20-13-15 16,1-2-9-16,2-1-5 15,0 1-6-15,0-4 0 16,0-2-12-16,4-3-37 15,0-2-66-15,1 0-27 16,1-1 24-16,-1-5-50 16,0-1 62-16,-1 0 77 0,-1 1 29 15,-3 2 8-15,0 0 36 16,0 3 66-16,0 1-11 16,0 0-34-16,0 0-30 15,0 3-20-15,0 4-2 16,0 0-4-16,0 1-8 15,2 0 14-15,4-1-5 16,2-3 5-16,1-1-2 16,2-2-1-16,0-1-3 15,1-4 1-15,-1-4-3 16,-1-3-7-16,-4-3-9 16,-1-2 9-16,-3-5 1 15,-2-3 32-15,0-2 26 0,-1-2 1 16,-5 1 31-1,2 5 29-15,-2 6 45 0,2 5-6 16,1 4-53-16,1 4-33 16,1 3-28-16,1 0-42 15,0 4-3-15,7 8-1 16,2 3 1-16,2 5 1 16,1 1-1-16,-1 1 7 15,-2-1-7-15,-3-1-16 16,-1 0-89-16,-5 1-147 15,0-4-90-15,0-4-351 0</inkml:trace>
  <inkml:trace contextRef="#ctx0" brushRef="#br0" timeOffset="26267.2601">15646 5113 532 0,'0'0'845'0,"0"0"-684"15,0 0 17-15,38 0-28 16,-22 8-31-16,0 4-26 16,-1 2-31-16,-2 2-23 15,-3 0-17-15,-4-1-10 16,-4 0-12-16,-2-4-12 16,0-3-175-16,-3-2-141 15,-1-5-367-15</inkml:trace>
  <inkml:trace contextRef="#ctx0" brushRef="#br0" timeOffset="26392.5137">15748 5079 1150 0,'0'0'155'0,"0"0"-83"16,0 0-38-16,0 0-32 16,0 0-2-16,0 0-89 15,41 14-437-15</inkml:trace>
  <inkml:trace contextRef="#ctx0" brushRef="#br0" timeOffset="26683.0795">15816 5107 1295 0,'0'0'234'0,"0"0"-79"15,0 0 5-15,0 0-36 16,-21 37-41-16,21-25-40 16,0-2-22-16,0 0-1 15,3-4-11-15,1-1 0 16,1-4-1-16,-1-1-7 16,1 0 6-16,0-5 2 15,0-4-9-15,0-1-8 16,-2-2-30-16,-1 0-33 15,-2-2-104-15,0 3-69 16,0 3-124-16</inkml:trace>
  <inkml:trace contextRef="#ctx0" brushRef="#br0" timeOffset="27082.0091">15900 5087 430 0,'0'0'708'15,"0"0"-600"-15,0 0 34 0,0 0 15 16,0 0-17 0,0 0-17-16,0 39-24 0,0-31-51 15,0-2-27-15,0-1-9 16,-1-2-3-16,0-2 1 15,-1-1-4-15,0 0 9 16,1 0-4-16,0-8 0 16,1-2 19-16,0-3 27 15,4-2 11-15,3 0 0 16,1 3-1-16,1 3-1 16,0 4-8-16,-2 3-12 15,0 2-16-15,3 2-22 0,0 6 21 16,2 4-8-1,-2 1-9-15,-2 2-4 0,-3 1-8 16,-5 5-5-16,0-3-150 16,-3-4-240-16</inkml:trace>
  <inkml:trace contextRef="#ctx0" brushRef="#br0" timeOffset="32474.8577">8494 2473 1500 0,'0'0'476'0,"0"0"-247"16,0 0-44-16,0 0-56 15,0 0 56-15,0 0-25 16,26-6-60-16,15 6 4 16,15 0-44-16,7-1-16 15,-4 1-16-15,-14 0-13 16,-15 0 5-16,-7 0-11 15,-4 0-9-15,0 0 0 16,0 0-1-16,0 0-59 16,-5 0-138-16,-1-1-257 0,-5-4-109 15,-4-1-430-15</inkml:trace>
  <inkml:trace contextRef="#ctx0" brushRef="#br0" timeOffset="32795.8884">8804 2325 1602 0,'0'0'339'0,"0"0"-19"15,0 0-175-15,0 0-79 16,0 0 27-16,0 0 101 16,52 37-45-16,-17-20-45 15,11-1-31-15,-3-2-24 0,-5-2-13 16,-6-4-3-16,-9-3-18 15,0 1 0-15,-1 1 5 16,-7-1-12-16,-8-1-8 16,-5 1 0-16,-2 1 13 15,-5 2-2-15,-9 3 4 16,-5 2 4-16,-5 3-1 16,-4 0-12-16,0 1 0 15,-1 0-6-15,2 1-1 16,-8 11-80-16,7-6-229 15,3-4-459-15</inkml:trace>
  <inkml:trace contextRef="#ctx0" brushRef="#br0" timeOffset="35358.8617">3004 3243 352 0,'0'0'940'16,"0"0"-816"-16,0 0-32 15,0 0 84-15,0 0 20 16,0 0 12-16,0 0-46 16,-25-5-75-16,26 5-35 15,7 0-28-15,6 0 6 0,11 5 77 16,12 0 38-1,15 0-9-15,7-2-10 0,2-1-4 16,-2-2-11-16,-3 0-37 16,-6 0-17-16,-2-2-11 15,-5-1-22-15,-8 0-5 16,-7-1 4-16,-6 2-7 16,-1-1-4-16,2 0-3 15,2 1 0-15,1-1-7 16,-4 1 5-16,-3 0-6 15,-5 0-1-15,-4 1 0 16,-2 0 0-16,-4 1-1 16,-2 0-24-16,-1 0-85 15,-1 1-214-15,0 3-388 16,1-3-1117-16</inkml:trace>
  <inkml:trace contextRef="#ctx0" brushRef="#br0" timeOffset="36656.3764">4948 3254 67 0,'0'0'506'0,"0"0"-96"16,0 0-162-16,0 0-29 15,0 0 46-15,0 0-58 16,0 0-60-16,-16-3-53 15,16 3-38-15,0 0-31 16,0 0-13-16,5 3-5 16,4 2 26-16,1 1 42 15,5 0-3-15,2 1 3 16,3-2 21-16,3 1-6 16,2-1-3-16,2 0-15 0,3-2-4 15,1 0-15-15,7-2-10 16,7-1 0-16,8 0-1 15,2 0-9-15,-3-1-4 16,-6-3-8-16,-3 2 1 16,0-2 11-16,1 1-9 15,2-1-1-15,2 1 1 16,-1 0-1-16,1 0-6 16,-2 2 1-16,-1-1-2 15,-1 2-2-15,-3 0-4 16,-5 0-2-16,-7 0-7 15,-6 0 11-15,-1 0 0 16,5 0 2-16,4 0-2 0,5 0 4 16,-2 0-2-1,-1 0 1-15,0 0-2 0,-1 0 1 16,-1 0-2-16,-1-1 0 16,-1 0-2-16,-1-2-2 15,-1 1-2-15,-1-1 13 16,-1-1-1-16,-1 1-7 15,-4 1-10-15,-1-1 14 16,-3 1-13-16,-4 1 13 16,0 0-3-16,-2 0-3 15,0-1 3-15,-3 1 1 16,3 0-1-16,-1 0-1 16,-2 0-1-16,2-1-2 15,-2 1-1-15,0-1-5 0,-2 2 7 16,0-1-4-16,-2 1-4 15,-1-1-1-15,-1 0 0 16,0 1 0-16,-1 0 6 16,0 0-6-16,0 0 0 15,0 0-9-15,0 0 0 16,-2 0-33-16,-3 0 9 16,-7 0-45-16,-12 0-142 15,-24 3-276-15,4 2-199 16,-4-3-972-16</inkml:trace>
  <inkml:trace contextRef="#ctx0" brushRef="#br0" timeOffset="40991.36">5490 3684 67 0,'0'0'1430'0,"0"0"-1111"0,0 0-37 16,0 0-43-16,0 0-69 15,0 0-86-15,0 0-49 16,-18 8-20-16,18 14 3 15,0 3 12-15,0 2-12 16,0-4-11-16,1-2-5 16,1-5-1-16,-1-4-1 15,1-6 0-15,-1-4-11 0,-1-2-12 16,0-12 3 0,0-11-59-16,0-13 29 0,0-15 33 15,0-6 17 1,0-1 1-16,0 5-1 0,3 16 1 15,2 9 5-15,1 11 2 16,4 6 1-16,2 3-8 16,2 3 0-16,2 5-1 15,1 1 0-15,-2 12 1 16,-3 5 0-16,-2 5 1 16,-5 2 6-16,-5 3-6 15,0 0 4-15,-7 0 0 16,-5-2 0-16,-2-3 1 15,-2-4-6-15,0-4 7 16,0-5-7-16,3-3 0 16,2-7 11-16,3 0 43 0,2-9-9 15,3-4-17-15,3 0-8 16,0 1-8-16,0 3-5 16,7 5-8-16,1 4-8 15,3 1 8-15,1 9-1 16,3 4 1-16,-1 1 0 15,0 1 1-15,1 1 6 16,1-2-7-16,0-2 0 16,1-1 1-16,0-3-1 15,0-4-9-15,7-5-144 16,-4 0-211-16,-4-8-532 0</inkml:trace>
  <inkml:trace contextRef="#ctx0" brushRef="#br0" timeOffset="41242.9458">5772 3553 1480 0,'0'0'347'16,"0"0"-131"-16,0 0-12 16,0 0-27-16,-14 52 14 15,12-32-54-15,2 2-24 16,0 0-25-16,0-2-40 15,4-1-24-15,3-4-13 16,2-3-4-16,-1-4-7 16,0-3-6-16,2-4-18 0,0-1-103 15,6-9-175 1,-2-2-374-16,-2-2-683 0</inkml:trace>
  <inkml:trace contextRef="#ctx0" brushRef="#br0" timeOffset="41405.4767">5831 3661 1288 0,'0'0'407'0,"0"0"-132"15,0 0-134-15,0 0-42 16,0 0-51-16,45-7-27 16,-23 1-9-16,2-1-12 15,3-3-11-15,-5 2-244 0,-7 1-329 0</inkml:trace>
  <inkml:trace contextRef="#ctx0" brushRef="#br0" timeOffset="41577.4718">5782 3534 1081 0,'0'0'256'16,"0"0"-149"-16,39-6-73 15,0-1-20-15,12-1-14 16,2 0-77-16,-14 3-233 0,-15 2-523 16</inkml:trace>
  <inkml:trace contextRef="#ctx0" brushRef="#br0" timeOffset="41862.4876">6075 3462 307 0,'0'0'1045'0,"0"0"-550"15,0 0-209-15,0 0-107 16,0 0-62-16,0 0-73 16,0 0-11-16,-13 36 52 15,13-14 29-15,-1 2-20 16,0 1-19-16,1 0-2 16,0-2-11-16,0-3-19 15,0-3-13-15,0-2-15 16,3-4-8-16,1-2-5 0,2-3-1 15,2-1 11-15,0-2-11 16,4-3 5-16,0 0 0 16,3 0-6-16,-1-1-58 15,8-7-129-15,-4 0-189 16,-3 0-477-16</inkml:trace>
  <inkml:trace contextRef="#ctx0" brushRef="#br0" timeOffset="42290.4114">6228 3525 1618 0,'0'0'363'0,"0"0"-69"16,0 0-140-16,0 0-11 15,0 0-42-15,0 0-62 16,0 0-21-16,-6 33 16 16,12-14 15-16,0 3-13 15,2 0-1-15,1-1-3 16,2-2-9-16,0-3-14 16,0-3 0-16,0-5-2 15,-1-2 7-15,-1-4-2 16,0-2 24-16,0-2 5 15,1-8-3-15,2-4-22 16,0-4-4-16,0-5-3 0,-1-1-7 16,-1-5 4-16,-2 1-5 15,-1 1 0-15,-3 2 9 16,-1 6-8-16,-2 5-2 16,-1 5 0-16,0 4-41 15,0 4-68-15,0 1-163 16,0 0-274-16,0 4-513 0</inkml:trace>
  <inkml:trace contextRef="#ctx0" brushRef="#br0" timeOffset="59741.0375">4075 7541 725 0,'0'0'753'0,"0"0"-575"16,0 0 51-16,0 0-3 15,-49-24-45-15,32 26-38 16,-4 16 13-16,-2 15-42 16,5 3-45-16,6-2 1 15,5-3 9-15,7-7-31 16,0 4 0-16,5 2-18 15,6-4-12-15,6-1-6 16,4-3-7-16,4-4-5 16,4-5-47-16,4-6-109 15,-1-6-136-15,8-11-186 16,-9-6-94-16,-7-4-517 0</inkml:trace>
  <inkml:trace contextRef="#ctx0" brushRef="#br0" timeOffset="60041.3367">4225 7623 1124 0,'0'0'345'0,"0"0"11"16,0 0-99-16,-43 14-46 15,29 2-36-15,3 5-27 16,2 4-32-16,5 1-21 16,4 0-39-16,1-2-7 15,12-3-16-15,3-5-20 0,4-6 7 16,2-5-19-1,1-5 13-15,-1-4-1 0,-3-8 2 16,-2-7-6 0,-4-3-8-16,-6-3 7 0,-6 0-2 15,-1 0-6-15,-13 2-11 16,-7 5-18-16,-3 4-24 16,-6 6-47-16,-1 5-52 15,2 3-42-15,0 0-99 16,7 2-258-16,8-2-511 0</inkml:trace>
  <inkml:trace contextRef="#ctx0" brushRef="#br0" timeOffset="61059.6969">4428 7642 1228 0,'0'0'501'0,"0"0"-334"15,0 0-59-15,0 0 86 16,0 0-38-16,-3 46-41 16,-1-29-26-16,0 1-32 15,-2-3-11-15,3-2-13 16,-1-5-15-16,2-3-8 16,0-5 7-16,1 0 63 0,0-8 34 15,1-5-75-15,0-4-17 16,0-1 7-16,0-2 2 15,5 3-1-15,3 3-2 16,2 4 1-16,1 5-11 16,2 5-8-16,3 0-9 15,0 9 9-15,1 4 1 16,1 3-1-16,-1 4 1 16,-2 0-10-16,-1-1 1 15,-2 0-2-15,-3-1-14 16,-1-2-79-16,-2-2-139 15,-1-9-222-15,-2-4-276 16,-2-1-470-16</inkml:trace>
  <inkml:trace contextRef="#ctx0" brushRef="#br0" timeOffset="61367.6035">4593 7592 1371 0,'0'0'304'0,"0"0"-44"16,0 0-157-16,0 0 79 15,-4 46-17-15,10-23-32 16,2 2-18-16,2 0-8 16,1-1-26-16,0-2-21 15,-2-5-23-15,-3-5-12 16,0-5-7-16,-3-5 5 16,0-2 23-16,0-8 56 15,-1-7-59-15,1-7-26 0,-1-8-11 16,0-11-5-16,-2 3-1 15,0 4-14-15,0 8-23 16,0 13-20-16,0 5-18 16,0 4-55-16,0 4-143 15,1 12 52-15,6 14-41 16,0-3-307-16,0-2-329 0</inkml:trace>
  <inkml:trace contextRef="#ctx0" brushRef="#br0" timeOffset="61617.3825">4768 7631 1785 0,'0'0'373'0,"0"0"-36"15,0 0-148-15,0 0-22 16,0 0 6-16,-8 43-55 15,10-21-37-15,2 3-4 16,1 1-39-16,-1-2-17 16,1 0-12-16,1-4-9 15,-1-4-17-15,5-6-122 16,0-6-463-16,-2-4-1433 0</inkml:trace>
  <inkml:trace contextRef="#ctx0" brushRef="#br0" timeOffset="62231.64">4944 7616 479 0,'0'0'587'0,"0"0"-251"16,0 0 38-16,0 0-4 15,0 0-83-15,0 0-18 16,0 0-77-16,-5-20-87 16,5 30-44-16,0 6 17 15,2 3-4-15,3 2-16 16,2 1-8-16,1-2-10 15,-1 1-24-15,0-3-7 16,-1-2-7-16,-2-3-2 16,0-2-15-16,-2-4-78 15,-2-1-103-15,-1-3-284 0,-6-3-113 16</inkml:trace>
  <inkml:trace contextRef="#ctx0" brushRef="#br0" timeOffset="62406.6396">4909 7688 1038 0,'0'0'559'15,"0"0"-380"-15,0 0-19 16,0 0-34-16,56-18-29 16,-23 11-65-16,1 1-32 15,12-3-25-15,-9 1-337 16,-12 1-815-16</inkml:trace>
  <inkml:trace contextRef="#ctx0" brushRef="#br0" timeOffset="62685.2591">5134 7572 1273 0,'0'0'363'0,"0"0"-98"15,0 0-44-15,0 39-1 16,4-21-52-16,3 2-39 16,-1 0-12-16,4 1-22 0,-2-2-32 15,0-1-30 1,-1-1-21-16,-1-2-5 0,-3-2-5 16,-1-4-2-16,-1-2-42 15,-1-5-94-15,0-2-21 16,-1-2-40-16,-8-19-269 15,1 0-95-15,1-2-203 0</inkml:trace>
  <inkml:trace contextRef="#ctx0" brushRef="#br0" timeOffset="62981.6191">5149 7546 519 0,'0'0'605'16,"0"0"-324"-16,12-45 12 16,-1 31-111-16,0 5-28 15,3 3-36-15,1 6-17 16,0 0-27-16,-1 6-1 15,0 7 4-15,-4 3 24 16,-3 4-7-16,-4 4-12 0,-3 0-7 16,-4 0-17-16,-8 0 0 15,-3-2-16 1,-2-3 3-16,1-3-8 0,1-3-11 16,5-3-8-16,4-4-6 15,2-3-2-15,4 0-9 16,0-2 0-16,2-1 7 15,8 0 1-15,4 0 3 16,4 0-3-16,5 0-9 16,2-3-7-16,0 0-107 15,9-4-160-15,-7 2-213 16,-6-1-468-16</inkml:trace>
  <inkml:trace contextRef="#ctx0" brushRef="#br0" timeOffset="63201.6942">5391 7550 1617 0,'0'0'343'0,"0"0"-38"15,0 0-194-15,0 0 21 16,0 0-19-16,-7 46 33 16,10-26-41-16,4 1-31 15,3-1-21-15,2-2-25 16,0-2-14-16,1-4-13 15,-1-2-1-15,-1-3-60 16,3-7-146-16,-3 0-118 16,-3-3-396-16</inkml:trace>
  <inkml:trace contextRef="#ctx0" brushRef="#br0" timeOffset="63377.5983">5430 7629 1139 0,'0'0'283'16,"0"0"-135"-16,0 0-8 16,0 0 6-16,0 0-61 15,47 1-59-15,-30-2-26 16,2-7-25-16,-6 0-255 16,-4-1-315-16</inkml:trace>
  <inkml:trace contextRef="#ctx0" brushRef="#br0" timeOffset="63538.6773">5365 7498 793 0,'0'0'332'0,"0"0"-199"16,0 0-31-16,55-5-47 15,-29 5-35-15,11 0-20 16,-8 0-155-16,-5 0-498 0</inkml:trace>
  <inkml:trace contextRef="#ctx0" brushRef="#br0" timeOffset="63779.24">5561 7493 681 0,'0'0'500'16,"0"0"-197"-16,0 0-60 16,0 0-28-16,0 0-17 15,0 0-43-15,-12 51 26 16,12-31-37-16,0 2-28 15,2 0-5-15,2-1-29 16,2-1-12-16,-1-2-16 16,4-3-14-16,-1-3-19 15,3-2-6-15,0-2-1 16,2-4-5-16,-1-3-9 16,2-1-11-16,0-2-113 15,2-14-178-15,-5 0-388 16,-3-1-807-16</inkml:trace>
  <inkml:trace contextRef="#ctx0" brushRef="#br0" timeOffset="64087.6302">5693 7502 430 0,'0'0'1104'0,"0"0"-874"15,0 0 52-15,0 0-33 16,5 47-20-16,4-23-43 15,1 0-26-15,1 2-38 16,0-2-38-16,0-4-14 16,-2-2-16-16,0-4-18 0,-1-4-10 15,-2-3-13 1,-2-5 4-16,3-2-4 0,-1-2 29 16,3-10 6-16,1-5-27 15,1-10-14-15,-1-14-6 16,-4-10-1-16,-2 5-13 15,-4 11-26-15,0 15-12 16,-1 13-37-16,-11 3-132 16,1 2-310-16,-1-1-621 0</inkml:trace>
  <inkml:trace contextRef="#ctx0" brushRef="#br0" timeOffset="65677.5865">8058 7328 1326 0,'0'0'336'16,"0"0"-5"-16,0 0-44 15,0 0-25-15,0 0-55 16,0 0-126-16,0 0-53 16,-10-6-27-16,10 25 9 15,2 7 24-15,4 2 19 16,1 4-1-16,0-1 17 15,1-2-26-15,-1-2-26 0,-3-2-10 16,-2-4-6-16,-2-3-1 16,0-4-35-16,-7-2-44 15,-4-5-36-15,-2-3-39 16,-2-4 23-16,0-1 24 16,0-11 27-16,1-1 32 15,1-3 33-15,4 2 15 16,4 1 3-16,2 4 33 15,3 4 17-15,0 5-2 16,5 0-23-16,5 5 24 16,5 7 42-16,4 4 16 15,2 1-38-15,4 0-27 16,1-1-14-16,1-2-11 16,1-2-13-16,-3-4-1 15,-3-3-6-15,-5-4-11 0,-4-1-35 16,-6-1-12-16,-1-8 17 15,-4-3 19-15,-2-5 13 16,0-1 8-16,-1 0 1 16,-4 3 1-16,1 4 12 15,2 8 25-15,-2 3-10 16,-1 8-27-16,-2 9 10 16,0 6 4-16,-3 3 5 15,1 1-7-15,2 0-12 16,0-2-1-16,-2 7-69 15,3-6-202-15,-2-7-452 0</inkml:trace>
  <inkml:trace contextRef="#ctx0" brushRef="#br0" timeOffset="66213.0361">7523 7901 557 0,'0'0'722'16,"0"0"-403"-16,0 0 43 0,0 0 0 16,0 0-154-16,-49 17-32 15,26 21-10-15,-1 10-21 16,5-1-36-16,7-9-34 16,8-12-21-16,4-9-18 15,0 2-3-15,6 0-14 16,5-2-12-16,5-3-7 15,4-6-6-15,4-5-75 16,3-3-117-16,13-17-292 16,-6-3-157-16,-6-2-880 0</inkml:trace>
  <inkml:trace contextRef="#ctx0" brushRef="#br0" timeOffset="66512.7348">7643 8001 1476 0,'0'0'338'0,"0"0"-3"15,0 0-120-15,0 0-26 16,-41 49-27-16,37-27-57 16,2 3-20-16,2-2-24 15,1-2-10-15,8-4-25 16,2-4-10-16,3-5-7 16,0-4 1-16,-1-4-9 15,1-5 19-15,-4-8-8 16,-1-5-12-16,-6-3-1 15,-3-5-14-15,-3 0 14 16,-7 2-21-16,-3 2-12 16,1 8 1-16,1 4 4 15,2 9-35-15,4 1-79 0,1 6-2 16,4 4-81 0,4 8-99-16,6-2-233 0,2-3-674 15</inkml:trace>
  <inkml:trace contextRef="#ctx0" brushRef="#br0" timeOffset="66873.3575">7746 8003 1646 0,'0'0'330'0,"0"0"20"16,0 0-155-16,0 0-72 15,0 0-84-15,0 0-5 0,0 0 63 16,3 45-31-1,2-27-21-15,-2 2-29 0,-2-3 4 16,0-1-19-16,-1-4 0 16,0-4 0-16,0-6 8 15,0-2 10-15,0-8 14 16,0-7-8-16,0-6-16 16,3-3-1-16,1 0 7 15,3 3-3-15,3 5 7 16,0 5 8-16,2 5-15 15,1 3-1-15,1 3-4 16,2 5-1-16,-2 7-5 16,2 3 0-16,-3 3-1 0,0 1-9 15,-3 1-18 1,1 7-109-16,-2-5-175 0,-3-5-342 0</inkml:trace>
  <inkml:trace contextRef="#ctx0" brushRef="#br0" timeOffset="67173.9499">7939 7964 1582 0,'0'0'298'16,"0"0"-6"-16,0 0-102 16,0 0-108-16,0 0 37 15,0 0 19-15,17 45 6 16,-3-23-47-16,-1-1-24 15,0-1-16-15,-3-3-21 0,-2-4-20 16,-2-7-7-16,-3-3 0 16,-2-3 8-16,2-7 56 15,-1-8-25-15,1-5-34 16,-1-5-5-16,0-2 0 16,-1-1-9-16,-1 1-23 15,0 2-41-15,1 5-49 16,2 10-108-16,0 4-153 15,1 5-537-15</inkml:trace>
  <inkml:trace contextRef="#ctx0" brushRef="#br0" timeOffset="68178.8594">8170 7960 920 0,'0'0'341'0,"0"0"-62"0,0 0-49 15,0 0-19-15,0 0-42 16,10-35-57-16,-5 32-29 16,0 0-18-16,1 3-21 15,0 0-3-15,0 0 0 16,1 6 8-16,-1 5 11 16,-2 3-4-16,-2 3 7 15,-2 3-2-15,0 1-13 0,-4-1-6 16,-4 1-5-16,-2-4-2 15,3-2-14-15,0-2-8 16,1-5 1-16,3-3-8 16,2-1 5-16,1-4 7 15,0 0 8-15,0 0 7 16,0 0-23-16,4 0-2 16,3 0-1-16,2-3-6 15,0 2-1-15,1 0-32 16,0 0-132-16,7-2-133 15,-1-1-372-15,-2 0-612 0</inkml:trace>
  <inkml:trace contextRef="#ctx0" brushRef="#br0" timeOffset="68446.7309">8361 8004 1249 0,'0'0'782'0,"0"0"-533"15,0 0-105-15,0 0 9 16,0 0 45-16,49-4-80 16,-28 2-48-16,1-1-34 15,0 0-15-15,-3 0-10 0,-5 1-11 16,-3 0-8-1,-5 1-116-15,-6-1-98 0,0 0-252 16,-3 0-321-16</inkml:trace>
  <inkml:trace contextRef="#ctx0" brushRef="#br0" timeOffset="68678.2339">8393 7922 1487 0,'0'0'376'16,"0"0"-24"-16,0 0-195 16,0 0-22-16,0 0 63 0,9 43-9 15,-2-20-52 1,0 2-45-16,0 1-20 0,-1-2-27 16,-1 0-24-16,0-4-9 15,-2-3-10-15,0-3-2 16,3-3-53-16,-1-4-208 15,0-6-501-15</inkml:trace>
  <inkml:trace contextRef="#ctx0" brushRef="#br0" timeOffset="68958.0116">8573 7909 2060 0,'0'0'488'0,"0"0"-235"15,0 0-155-15,0 0 64 16,7 46-39-16,2-23-42 16,1 3-20-16,1 1-21 15,-2-1-20-15,-1-1-20 16,-1-1 0-16,-2-4 0 15,-1-3-38-15,-1-4-105 16,-3-10-182-16,0-1-268 16,0-4-209-16</inkml:trace>
  <inkml:trace contextRef="#ctx0" brushRef="#br0" timeOffset="69291.6711">8639 7834 1363 0,'0'0'477'0,"0"0"-262"15,0 0 33-15,0 0-108 16,0 0 1-16,0 0-59 16,45-18 9-16,-28 33-5 15,-2 3-14-15,-3 3 3 16,-4 2-16-16,-5 0-18 16,-3 0-14-16,-9-2-3 15,-5-1-9-15,-2-2-3 16,-1-2-5-16,3-4 1 15,2-4-7-15,5-1 8 0,3-5-3 16,3 0-5-16,1-2 14 16,0 0 1-16,6 2-5 15,6-1 1-15,6 1-2 16,5 1-1-16,2-1-3 16,2-1-6-16,0 0-14 15,-1-1-80-15,3 0-177 16,-6-2-360-16,-7-5-410 0</inkml:trace>
  <inkml:trace contextRef="#ctx0" brushRef="#br0" timeOffset="69519.7152">8861 7898 1468 0,'0'0'283'15,"0"0"-24"1,0 0-48-16,0 0-17 0,-12 36-6 15,12-15-29-15,5 2-20 16,5 1-43-16,1 0-25 16,2-1-24-16,0-3-25 15,-1-4-10-15,-2-4-10 16,1-6-2-16,-2-5-45 16,5-7-105-16,-2-5-202 15,-3-3-395-15</inkml:trace>
  <inkml:trace contextRef="#ctx0" brushRef="#br0" timeOffset="69698.2767">8920 7976 1264 0,'0'0'339'0,"0"0"-104"16,0 0-51-16,0 0 10 15,0 0-52-15,0 0-74 16,41 3-25-16,-23-8-31 15,-2-2-12-15,0-8-97 16,-5 2-215-16,-6-1-310 0</inkml:trace>
  <inkml:trace contextRef="#ctx0" brushRef="#br0" timeOffset="69854.1447">8884 7840 879 0,'0'0'295'0,"0"0"-136"0,0 0-12 16,38 4-25-16,-13-1-67 16,4 0-55-16,10 0-10 15,-6 1-265-15,-7-1-320 0</inkml:trace>
  <inkml:trace contextRef="#ctx0" brushRef="#br0" timeOffset="70108.7429">9114 7856 390 0,'0'0'1007'0,"0"0"-670"16,0 0-112-16,0 0 30 16,0 0-57-16,-19 34-29 0,16-16-11 15,-1 1-19-15,0 2-16 16,0 2-25-16,1 0-11 16,2-2-25-16,1-1-19 15,0-3-16-15,1-3-9 16,6-2-6-16,1-5 0 15,2-3 1-15,3-4 1 16,1 0-4-16,2-3-10 16,1-8-7-16,0-1-89 15,1-9-160-15,-5 3-337 16,-3 1-401-16</inkml:trace>
  <inkml:trace contextRef="#ctx0" brushRef="#br0" timeOffset="70445.6666">9242 7877 75 0,'0'0'1572'15,"0"0"-1071"-15,0 0-254 16,0 0-126-16,0 0 95 16,0 0-11-16,-3 48-71 15,3-27-23-15,0 2-34 16,3-1-16-16,1-1-18 15,0-2-11-15,1-2-14 16,0-4-9-16,1-5 0 16,-1-3-2-16,0-5 4 15,1 0-4-15,3-8 17 0,2-5-9 16,2-6-7-16,0-3-2 16,1-4-5-16,-1-2-1 15,-2 1-8-15,-2 2-28 16,-3 6-15-16,-6 6-25 15,0 7-71-15,-20 3-191 16,-2 2-220-16,-3 1-625 0</inkml:trace>
  <inkml:trace contextRef="#ctx0" brushRef="#br0" timeOffset="73323.5544">1974 4709 988 0,'0'0'1015'0,"0"0"-840"16,0 0 20-16,0 0-38 16,0 0-27-16,0 0-29 15,-10-1-55-15,20 1-32 16,3-2-13-16,5 1-1 15,0-2-37-15,2 2-149 16,-6 0-179-16,-6 1-305 0</inkml:trace>
  <inkml:trace contextRef="#ctx0" brushRef="#br0" timeOffset="73493.8176">1861 4831 1512 0,'0'0'256'0,"0"0"-67"16,0 0-88-16,47-22 2 16,-5 1-60-16,-2 0-24 15,-1 2-19-15,0-4-13 16,-16 10-164-16,-4-1-431 0</inkml:trace>
  <inkml:trace contextRef="#ctx0" brushRef="#br0" timeOffset="73757.665">2007 4578 1654 0,'0'0'518'0,"0"0"-324"0,0 0 30 16,0 0-109-16,0 0-24 16,0 0 12-16,0 0 18 15,62 25-15-15,-31-14-40 16,0 1-16-16,-2 1-1 15,-6 0-7-15,-6 1-5 16,-7 1-5-16,-10 2 1 16,-3 2-9-16,-24 7-23 15,-22 8 17-15,-27 10-18 16,-18 7-27-16,-10 4-84 16,23-11-343-16,15-10-492 0</inkml:trace>
  <inkml:trace contextRef="#ctx0" brushRef="#br0" timeOffset="91049.5888">2599 4696 760 0,'0'0'282'0,"0"0"-120"0,0 0-61 16,0 0-21-16,0 0 10 15,0 0 3-15,0-1-16 16,1 1-20-16,-1 0-18 15,3 0-9-15,1 0 31 16,1 0-10-16,1 0-7 16,2 1-10-16,1 0 10 15,0 1 4-15,2-1 3 0,0 0-2 16,2 1 3 0,1 0-9-16,0 0-9 0,2 1-8 15,-1 0 7-15,2 0-5 16,-2 1-3-16,2-1 0 15,-1-1-8-15,-2 2-1 16,1-2 2-16,-1 0 1 16,-1 0 3-16,1 0-7 15,-1 0-4-15,-1 0 4 16,0 0-5-16,-2-1 0 16,0 1-9-16,-2-1 8 15,-1 0-9-15,0 0 7 16,0 1-5-16,-1-1-1 0,2 1 0 15,0-1 5 1,0 0-5-16,4 1 1 0,-1-1-1 16,3 0 14-16,0 0-5 15,0 0-10-15,1 1 10 16,-2-2-10-16,1 2 9 16,-1-2-3-16,0 1 2 15,0 0-1-15,-1-1 1 16,3 1-2-16,-2-1 10 15,1 0-7-15,0 1 10 16,-1-1-7-16,0 0 5 16,0 0-8-16,0 0 1 15,0 0 2-15,1 0-3 16,-1 0-9-16,2 0 8 16,-1 0-8-16,0 0 7 0,0 0-6 15,1 0 0-15,-2 0-1 16,0 0 9-16,-2 0-8 15,2 0-1-15,-3 0-1 16,3 0 0-16,-1-1 1 16,0 0 0-16,1 0 0 15,-1 0 0-15,1 1 4 16,0-1-4-16,0 0 0 16,-1 0 0-16,1 0 1 15,-1 0 5-15,0 0-6 16,-1 1 2-16,2-2-1 15,0 1 7-15,0 0 2 0,0 0-10 16,1 0 1 0,-2-1 0-16,-1 2 0 0,1-2 0 15,-3 1 9-15,0 1-9 16,-1-1 0-16,1 0-1 16,-1 0 1-16,1 0-1 15,0 0 9-15,1-1-8 16,1 1-1-16,1-1 7 15,0 0-7-15,-1 0 7 16,-1 1-7-16,1-1 7 16,-3 0-1-16,-1 1-5 15,1 1-1-15,-3-2 1 16,1 1-1-16,-2 0 1 0,1 1 1 16,-1-1-2-1,-2 1-1-15,1-1 1 0,-1 1 0 16,1-1 0-16,0 0 1 15,0 0-1-15,1-2 9 16,-1 0-1-16,2-2-1 16,1-2 23-16,2-2 9 15,0-3-16-15,0-3 2 16,1-2-7-16,0-2-9 16,0-3 1-16,-2-3 1 15,-2-1 2-15,-1-2-2 16,-2-2-10-16,-2-2 11 15,0 0 8-15,0 3-19 16,-3 3 10-16,-2 5-2 16,0 4 3-16,-1 3-8 0,1 4-3 15,-1-1-2-15,1 3 1 16,-1 0-2-16,-2 2 2 16,2-2-14-16,-2 2 13 15,-2 0-17-15,-2 1 4 16,-3 0 2-16,-4-1 0 15,-1 1 2-15,-3 1 2 16,-2 0 2-16,-1-1 5 16,-1 1-15-16,-3-1-8 15,0 1 6-15,-1 0 12 16,-1-1 6-16,-3-1 0 16,-3 1 0-16,-10-2 0 15,-6-2 0-15,-4 1 0 16,5 1-22-16,5 2 14 0,6 2 7 15,1 1-19-15,1 0-2 16,0 2 7-16,0 0 4 16,-2 0-4-16,2 0 5 15,5 0 9-15,6 0-5 16,6 0 6-16,1 0-1 16,-2 0-17-16,-5 0 18 15,-1 0 1-15,0 0 0 16,2 0-1-16,3 0-1 15,2 1 1-15,1 0-1 16,2 0-8-16,3-1 9 16,0 1 1-16,4-1 0 15,1 0 0-15,2 1 0 0,3-1 5 16,1 1-5-16,2-1-1 16,1 0 1-16,2 0 0 15,-1 2 0-15,1 1 0 16,-1 2-1-16,-1 3 0 15,0 4 0-15,1 4 0 16,-1 2 10-16,0 3 5 16,1 1-6-16,0 1 3 15,0 4 21-15,1 0 10 16,-1 2-1-16,2 0-14 16,-1 0-7-16,-1-1 9 15,2-3-19-15,-3-1 7 16,3-4 9-16,0-2-3 0,0-2-5 15,0 0-2-15,0-2-1 16,0-1-4-16,0 0 3 16,0-2-3-16,2 2-1 15,-1-2-1-15,0 0 2 16,0-1-2-16,0 0-1 16,1-1-3-16,-1 1 2 15,0-2-2-15,1 1-5 16,-1-2 0-16,1 0 8 15,0 0-3-15,0-1-4 16,0-2-1-16,-1 0 10 16,2 0-10-16,0-2 7 15,1 0 2-15,3-1 4 16,3-1-5-16,6 0 9 16,6 0-2-16,4-5-8 0,4-1-8 15,1 0 0-15,-1 0-27 16,5 6-106-16,-8 0-227 15,-10 3-609-15</inkml:trace>
  <inkml:trace contextRef="#ctx0" brushRef="#br0" timeOffset="95344.9201">2290 5784 1650 0,'0'0'224'15,"0"0"-145"-15,0 0-14 16,8-35-1-16,-1 28 33 0,1 2-22 15,2 3-51-15,-1 2-5 16,0 4-8-16,-3 6 15 16,-2 2 8-16,-3 3-14 15,-1 0-3-15,0 1-3 16,-7-1 1-16,-2-1 1 16,1-3 3-16,1-2-8 15,2-4 14-15,2-2 14 16,3-2 5-16,0 1-11 15,3-1-17-15,6 2 5 16,5 3-10-16,5 0 1 16,1 2-5-16,1 1-6 0,-1 2 12 15,-1 0-13-15,-5 1 1 16,-5 1 0-16,-3 0 5 16,-6-1-5-16,0 2 8 15,-5-2 8-15,-6 1 22 16,-4 0 7-16,-5-2-10 15,-1-2-17-15,-1-2-4 16,4-5-14-16,3-2-1 16,8-14-82-16,4-2-200 15,3-4-518-15</inkml:trace>
  <inkml:trace contextRef="#ctx0" brushRef="#br0" timeOffset="95759.3459">2524 5758 1478 0,'0'0'341'0,"0"0"-11"0,0 0-107 16,0 0-37-16,0 0-76 15,0 0-56-15,0 0-23 16,29-18-10-16,-19 26 4 15,-3 2 8-15,-1 1 5 16,-2 3 8-16,-1 1 5 16,-3 1 3-16,0 1 5 15,-2 0 0-15,-4 0-8 16,-2 0-2-16,0-2-4 0,1-1 7 16,1-3-1-16,2-3-7 15,2-3-7-15,2-3-13 16,0-2-13-16,0 0 7 15,3 0-6-15,6-1 24 16,4-4-9-16,5-2-8 16,2-2-7-16,0 0-11 15,1 0-1-15,-4 3-7 16,-3 2-69-16,6 4-167 16,-4 8-526-16,-2 0-819 0</inkml:trace>
  <inkml:trace contextRef="#ctx0" brushRef="#br0" timeOffset="96748.3384">2954 6674 624 0,'0'0'695'0,"0"0"-512"16,0 0-6-16,0 0-35 16,0 0-15-16,50-32-33 15,-38 32-31-15,1 0-23 16,-4 6-11-16,-1 4-5 16,-5 3-6-16,-3 0-1 15,0 3 2-15,-5 0-7 16,-4-2 0-16,1-1 0 15,1-4-2-15,2-2 11 0,1-4 26 16,2-1 23-16,2 0-19 16,0-2-16-1,2 1-15-15,8 1-6 0,1 1 6 16,4 2 1-16,2 0-6 16,-1 0-4-16,-3 0 1 15,-2 0-4-15,-4 1-1 16,-4 0 2-16,-3 0 3 15,0 2 5-15,-6 0 8 16,-6 2 11-16,-4-1-9 16,-3 0-13-16,1-3-8 15,0-1-6-15,4-4-1 16,8-1-109-16,5-5-175 16,1-3-507-16</inkml:trace>
  <inkml:trace contextRef="#ctx0" brushRef="#br0" timeOffset="97131.9606">3220 6667 309 0,'0'0'1141'15,"0"0"-834"-15,0 0-33 16,0 0-103-16,0 0-49 15,0 0-42-15,0 0-38 16,28-11-8-16,-17 11-4 16,0 1-3-16,-2 4-1 15,-2 2 1-15,-2 3 7 16,-4 0 4-16,-1 3 14 0,0 0 8 16,-4 2 19-16,-3-1 7 15,-2-2-11-15,3 0-12 16,1-4-21-16,2-3-15 15,2-2 0-15,1-2 0 16,0-1 6-16,0 0 9 16,2 0-12-16,8-3-14 15,5-4-1-15,5-2-8 16,1-1-7-16,9 2-78 16,-4 3-154-16,-4 0-456 0</inkml:trace>
  <inkml:trace contextRef="#ctx0" brushRef="#br0" timeOffset="104840.5121">3740 4447 388 0,'0'0'991'0,"0"0"-698"0,0 0-47 16,0 0-28-16,-23-39-40 16,18 23-41-16,2-2-13 15,1-2-27-15,2-1-26 16,0-2-4-16,0 0-23 16,8-1-7-16,0-1-10 15,4 1-17-15,-1-2-8 16,2 1-1-16,-2 1 1 15,0 2-1-15,-3 2 0 0,-1 4-1 16,-1 3-70-16,-6 2-124 16,0 4-94-16,0 2-312 0</inkml:trace>
  <inkml:trace contextRef="#ctx0" brushRef="#br0" timeOffset="105154.4876">3680 4013 1305 0,'0'0'382'0,"0"0"-79"15,0 0-96-15,0 0-84 16,0 0-19-16,32-36-20 16,-12 28-17-16,6 0-15 15,2-1-8-15,4 1-10 0,-1 2-10 16,-2 2-5-16,-3 3-5 15,-6 1-7-15,-4 1-5 16,-8 9 5-16,-1 4 5 16,-5 4 3-16,-2 1 4 15,0 2-2-15,0-1-7 16,-3-1-8-16,0-1-1 16,3-2-1-16,0-2-19 15,11-5-181-15,-2-6-312 0,2-3-858 16</inkml:trace>
  <inkml:trace contextRef="#ctx0" brushRef="#br0" timeOffset="105808.4117">3620 3703 778 0,'0'0'400'15,"0"0"-181"-15,0 0 37 16,0 0-56-16,-43-22-26 15,31 22-3-15,1 3-56 16,2 9-48-16,-1 6-8 16,4 5-2-16,3 4-2 15,3 1-8-15,2 2-11 16,9-2-14-16,5-4-13 16,5-2 2-16,4-5-10 0,4-5-2 15,2-6-76-15,0-6-100 16,-2-7-93-16,-2-22-237 15,-8 1-164-15,-8-1-85 0</inkml:trace>
  <inkml:trace contextRef="#ctx0" brushRef="#br0" timeOffset="106168.7731">3703 3605 124 0,'0'0'1340'16,"-22"-50"-967"-16,19 42-77 16,0 3-70-16,1 4-69 15,1 1-81-15,1 8-50 0,0 15-7 16,8 15 18-1,2 11 17-15,3 2-9 0,-3-10-19 16,0-11-6-16,-4-12-11 16,1-4-9-16,0-1 1 15,-1-3-1-15,0-2-6 16,-1-7 5-16,-2-1 1 16,2-11 9-16,0-5-8 15,2-5 1-15,0-2-1 16,1 2 0-16,0 3 0 15,0 5 0-15,-1 5-1 16,2 5-1-16,-1 3 0 16,4 0-5-16,1 8 6 15,3 2 0-15,4 1 1 16,0 0-1-16,1 1 0 0,0-2 0 16,-2-2-80-16,-2-3-83 15,0-2-73-15,0-4-126 16,-5-7-166-16,-2-3-175 15</inkml:trace>
  <inkml:trace contextRef="#ctx0" brushRef="#br0" timeOffset="106849.4975">4059 3653 454 0,'0'0'532'0,"0"0"-238"16,0 0 1-16,0 0-8 16,0 0-92-16,0 0-105 15,0 0 4-15,-45 21 11 16,38-1-26-16,0 1-15 15,3 1-23-15,2-1-5 16,2-4-17-16,0-3-12 0,6-3-7 16,3-5-1-16,-1-4-8 15,2-2 2-15,-1-6-30 16,1-8-53-16,-3-2-9 16,-3-5 9-16,-2 0 25 15,-2 1 31-15,0 2 33 16,0 2 0-16,0 6 1 15,0 4 14-15,-2 3 17 16,2 3 10-16,0 2-31 16,0 7-4-16,2 2 0 15,7 2-4-15,2 1-1 16,3-1 5-16,2-2-6 0,1-4-7 16,2-2-55-1,-3-5-106-15,-3 0-75 0,-4-5-23 16,-4-5 131-16,-5-3 81 15,0-3 54-15,-3 0 55 16,-3 2 48-16,0 1 63 16,1 4 13-16,2 4-23 15,2 4-19-15,1 1-75 16,0 5-45-16,0 6-6 16,3 4 25-16,1 1 4 15,0 0-9-15,0 1-10 16,-2-2-10-16,0-2-2 15,-2-2-7-15,0-4-1 16,0-4 0-16,0-3 10 0,0 0 17 16,-1-9 6-1,-1-5-21-15,0-4-2 0,2-2-11 16,0 1 0-16,2 1 0 16,4 4 24-16,1 5-5 15,1 4-10-15,1 3-3 16,2 2-5-16,1 4 5 15,-1 4-5-15,-1 2 5 16,1 0-5-16,-3 1-1 16,1-1-64-16,0-2-162 15,-1-1-322-15,-2-5-428 0</inkml:trace>
  <inkml:trace contextRef="#ctx0" brushRef="#br0" timeOffset="107210.5931">4310 3598 542 0,'0'0'648'0,"0"0"-551"16,0 0 27-16,0 0 12 15,0 0-22-15,9 42 8 16,-5-31-37-16,1-2-38 16,-2-1-18-16,-1-2-16 15,0-2-4-15,-1-3-7 16,-1-1 12-16,0 0 84 15,0-5 48-15,0-6-97 16,-1-3-24-16,1-2 5 0,0-2-9 16,0 0 7-1,4 4 0-15,2 2-3 0,2 5-4 16,2 5-12-16,2 2-8 16,1 4 1-16,2 5-1 15,0 4 10-15,-1 2-4 16,-1 2 2-16,-4-1-8 15,0 0-1-15,-3-2 0 16,-1-1-80-16,2-5-195 16,-1-3-350-16,-3-5-536 0</inkml:trace>
  <inkml:trace contextRef="#ctx0" brushRef="#br0" timeOffset="107773.8474">4516 3566 431 0,'0'0'889'16,"0"0"-689"-16,0 0-96 16,0 0-69-16,0 0 0 15,0 0 4-15,0 0-10 16,5 32-14-16,3-27-9 16,-1-1-5-16,0-2 1 15,-1-2 5-15,-1 0-6 16,0 0 7-16,-1-6-1 15,0-2 2-15,-1-1-2 16,-3 0 15-16,0-1 22 16,0 2 41-16,0 2 7 0,-4 1 17 15,-2 1 23 1,2 4-33-16,-3 0-22 0,-1 2-25 16,2 6-6-16,0 4-4 15,1 2 10-15,3 1-16 16,2 1-2-16,2-1-16 15,7-2 6-15,2-3-8 16,1-3-4-16,0-3-4 16,1-4-8-16,-1 0 13 15,1-10-12-15,-2-4 0 16,-2-4 11-16,-2-3-6 16,-5-4 0-16,-2-8-1 15,-6-9-4-15,-3 1 7 16,-1 6-6-16,2 6 14 15,2 12 36-15,1 3 43 0,1 4 5 16,1 6-64-16,3 4-26 16,0 10-10-16,4 13-4 15,11 14 3-15,8 9 1 16,6 4 0-16,1-3 0 16,-1-1-1-16,-14-4-88 15,-7-9-454-15,-8-5-1196 0</inkml:trace>
  <inkml:trace contextRef="#ctx0" brushRef="#br0" timeOffset="109307.9216">5323 4371 137 0,'0'0'1167'0,"0"0"-852"16,0 0-54-16,0 0-31 15,0 0-16-15,0 0-18 16,-5-8-30-16,10 1-53 15,6-1-46-15,5-5-22 16,4-1-8-16,3-2-1 16,3-1-3-16,-2 1-15 15,0 0 0-15,-2 1-12 0,-5 2-5 16,-3 4 0-16,-4 1-1 16,-4 3 0-16,-3 1-6 15,-2 1-53-15,-1 1-58 16,0 0-125-16,-5 1-64 15,-1 1-247-15,-2 0-91 0</inkml:trace>
  <inkml:trace contextRef="#ctx0" brushRef="#br0" timeOffset="109591.8399">5445 4177 1126 0,'0'0'337'0,"0"0"-31"0,0 0-117 15,0 0-66-15,0 0-32 16,0 0 24-16,38-5-23 16,-18 4-28-16,2-1-12 15,-1 0-19-15,-1 1-14 16,-1 1 5-16,-4 0-17 16,-4 0 1-16,-4 3-7 15,-4 5 0-15,-3 2 7 16,0 4 2-16,-3 1-1 15,-5 2 0-15,-1 0-8 16,-1 1-1-16,1-2-8 16,1 4-99-16,2-3-167 15,3-5-484-15</inkml:trace>
  <inkml:trace contextRef="#ctx0" brushRef="#br0" timeOffset="110397.2543">6946 4328 1227 0,'0'0'328'0,"0"0"-10"15,0 0-75-15,0 0-60 16,0 0-36-16,0 0-55 15,0 0-28-15,27-31-22 16,-7 16-21-16,4-1 1 16,0-1-4-16,0 2-12 15,-4 0-5-15,-4 3 0 16,-3 0-1-16,-5 3-57 16,-4 0-104-16,-4 0-115 15,-2 3-271-15,-5 1-439 0</inkml:trace>
  <inkml:trace contextRef="#ctx0" brushRef="#br0" timeOffset="110665.7527">7024 4120 1113 0,'0'0'484'0,"0"0"-264"15,0 0-81-15,0 0-38 16,0 0 20-16,46-12-7 15,-24 11-34-15,2 0-12 16,0 1-22-16,-4 0 0 0,-1 0-19 16,-6 1-12-16,-4 2-2 15,-4 4 2-15,-1 1 4 16,-4 3 1-16,-2 2-1 16,-7 4-7-16,-5 3-5 15,-1 0-7-15,-8 6-153 16,5-6-375-16,0-5-786 0</inkml:trace>
  <inkml:trace contextRef="#ctx0" brushRef="#br0" timeOffset="113211.6722">7357 3897 846 0,'0'0'393'0,"0"0"-62"16,0 0-41-16,0 0-35 16,0 0-67-16,-51-20-65 15,37 30-30-15,1 5-21 16,2 4-23-16,3 3-10 0,5 1-10 16,3 0-9-16,5-1-10 15,8-5-4-15,6-2-5 16,5-6-1-16,3-4 0 15,1-5-14-15,-1-5-105 16,-2-8-35-16,-5-8 11 16,-7-9-76-16,-8-11 64 15,-5-11 84-15,-11-1 45 16,-4 7 26-16,1 13 8 16,5 13 38-16,3 7 55 0,1 2 84 15,0 3-37 1,1 2-6-16,4 6-51 0,0 3-73 15,1 11-12-15,7 6 18 16,0 5 32-16,3 4-13 16,0 0-20-16,0 0-11 15,0-1-3-15,0-3-2 16,0-5-6-16,-1-4 0 16,-2-5 1-16,-2-7-2 15,-1-4 6-15,-2-7 6 16,2-9-5-16,0-4 2 15,0-4-3-15,1 0-6 16,0 3 0-16,-1 5 0 0,0 4 6 16,-2 4-6-1,2 6-1-15,0 2 0 0,2 1-6 16,2 8 7 0,4 3-1-16,1 3 0 0,4 0 0 15,0-1 0-15,3-2 1 16,0-3-1-16,-2-2-29 15,-2-6-91-15,-3-1-37 16,-1-7 11-16,-5-6-30 16,-2-5-24-16,-1-2-35 15,-3-2 124-15,-2-1 105 16,0 2 7-16,0 2 77 16,-3 3 31-16,-1 5 41 15,1 3 5-15,0 4-5 16,1 3-42-16,0 1-53 0,0 4-36 15,0 7-9 1,0 3 2-16,2 3-11 0,0 1 11 16,0 0-11-16,5-1 0 15,2-3 0-15,1-3 0 16,0-4 0-16,1-6-15 16,-1-1-15-16,0-5-30 15,-2-6-50-15,0-4-6 16,-3-2 29-16,-3-1 30 15,0 0 17-15,0 1 26 16,0 3 13-16,-2 3 1 16,-1 3 31-16,1 4 10 15,0 3 4-15,2 1-27 0,0 1-17 16,0 8 0-16,3 1 8 16,4 1 2-16,2 0-4 15,2-1-6-15,2-3 3 16,1-2-3-16,1-4-2 15,0-1-4-15,-1-3-95 16,-2-6-131-16,-3-2-28 16,-3-2 32-16,-3-2 54 15,-3 1 173-15,0-1 11 16,-2 4 135-16,-2 3 33 16,0 3-12-16,2 3-7 15,0 2-59-15,0 4-75 0,0 7-6 16,1 3 6-1,0 2 19-15,-1 1-15 0,2-1-4 16,-1-2-10-16,1-3-10 16,0-3-5-16,0-3-1 15,0-4 6-15,0-1 0 16,0-5 17-16,0-7-21 16,0-3-2-16,1-2 0 15,4 0 1-15,1 2 0 16,0 3 1-16,0 4-2 15,1 4 1-15,1 2-1 16,1 2 1-16,3 4-1 16,1 4 1-16,3 1 1 15,-1 0-1-15,-1 0 0 16,0-3 0-16,-4-2-1 0,0-2-5 16,-4-2-75-16,-1-3-5 15,-3-7 10-15,-1-4 30 16,-1-2 33-16,0-1 12 15,0 0 16-15,0 2 28 16,-1 5 30-16,0 4-11 16,1 4-18-16,0 2-33 15,0 4-11-15,1 5 9 16,4 3-9-16,-2 2 12 16,0 0-11-16,-2 0 12 15,-1-1-12-15,0-2 4 16,0-3-5-16,0-4 0 15,-3-3-1-15,0-1 2 16,1-7-2-16,2-7-11 16,0-3-1-16,0-2 12 0,6 0 0 15,1 2 8-15,3 3 12 16,1 5 27-16,1 5-7 16,2 4-18-16,3 0 3 15,1 8 11-15,1 3 2 16,-1 2-20-16,0 2-2 15,-1-1-7-15,-3-1-8 16,-1 0-1-16,3-2-70 16,-4-2-211-16,-2-5-429 0</inkml:trace>
  <inkml:trace contextRef="#ctx0" brushRef="#br0" timeOffset="113788.4691">8305 3599 1192 0,'0'0'234'0,"0"0"-112"16,0 0-82-16,0 0-21 15,0 0-4-15,0 0 5 16,0 0-5-16,24 29-8 16,-14-26 0-16,0-3-5 15,-1 0-2-15,-2-1 0 16,-1-6-9-16,-1-2-24 15,-2-2 11-15,-1 1 14 16,-2-1 8-16,0 1 19 0,0 2 42 16,-4 3 82-16,0 2-4 15,-1 3 0-15,0 0-26 16,-1 5-47-16,0 4 2 16,2 5-4-16,1 1-18 15,3 1-15-15,0 1 3 16,6-2-11-16,6-1-3 15,2-4-11-15,1-4 0 16,3-5-7-16,0-1 4 16,0-7 4-16,-2-7-2 15,-2-2-2-15,-4-4-5 16,-3-2 1-16,-5-2-2 16,-2-3 0-16,-3-2 0 15,-7-1 1-15,-2 0-1 0,1 5 10 16,1 4 20-16,2 7 72 15,3 5-7 1,3 5 4-16,1 4-45 0,1 0-38 16,0 10-16-16,5 6 1 15,5 5 0-15,2 2 0 16,3 1 5-16,-1-1-4 16,1-1-1-16,-1-3 0 15,-3-1-1-15,-1 5-57 16,-3-6-259-16,-3-4-396 0</inkml:trace>
  <inkml:trace contextRef="#ctx0" brushRef="#br0" timeOffset="113950.1591">8738 3533 1098 0,'0'0'1076'15,"0"0"-604"-15,0 0-304 16,0 0-111-16,0 0-23 15,0 0-31-15,0 0-3 16,-42-3-232-16,28 8-649 0</inkml:trace>
  <inkml:trace contextRef="#ctx0" brushRef="#br0" timeOffset="116279.462">437 6983 1145 0,'0'0'296'0,"0"0"-178"16,0 0 35-16,7-44-13 16,6 37-49-16,4 4-18 15,2 3-32-15,-2 7-21 16,-2 8 13-16,-4 5 17 15,-4 3 3-15,-5 3-6 16,-2 0-4-16,0-3-6 16,0-3-6-16,0-5-5 15,0-4 0-15,0-5 1 16,5 1 0-16,5-2-1 16,6 1 6-16,3 2-12 0,2 0-3 15,1 2-2 1,-1 1 0-16,-3 1 4 0,-6 2-4 15,-3 1-2-15,-6 1 22 16,-3 2 23-16,-6-1 4 16,-5 2-9-16,-5-2-25 15,-3-3-9-15,1-2-13 16,-2-4 6-16,1-6-12 16,0-2-15-16,5-6-111 15,6-18-161-15,4 2-366 16,4-1-537-16</inkml:trace>
  <inkml:trace contextRef="#ctx0" brushRef="#br0" timeOffset="116488.954">800 7041 1347 0,'0'0'341'0,"0"0"-161"16,0 0-9-16,0 0-44 15,0 0-39-15,0 0-48 16,39-16-16-16,-23 7-14 16,-1 1-10-16,0 1-105 15,-4 5-187-15,-4 2-264 16,-4 0-409-16</inkml:trace>
  <inkml:trace contextRef="#ctx0" brushRef="#br0" timeOffset="116619.8138">816 7117 804 0,'0'0'233'0,"0"0"17"0,0 0-87 16,0 0-38-16,0 0-16 15,0 0-52-15,56-38-57 16,-24 17-18-16,-4-1-294 0</inkml:trace>
  <inkml:trace contextRef="#ctx0" brushRef="#br0" timeOffset="116859.3519">890 6882 1393 0,'0'0'212'0,"0"0"-86"0,45-9-4 16,-18 8 12-16,4 1-8 15,0 0-23-15,1 6-8 16,-5 3-18-16,-6 3-15 15,-4 1-26-15,-8 4-5 16,-6 2-7-16,-3 2-4 16,-9 5-11-16,-8 1-9 15,-20 11-86-15,4-7-384 16,-1-7-1151-16</inkml:trace>
  <inkml:trace contextRef="#ctx0" brushRef="#br0" timeOffset="118398.1889">374 7711 385 0,'0'0'1328'0,"0"0"-1077"16,0 0 11-16,0 0-133 15,0 0-86-15,4 39-5 16,13-8 42-16,0 2 22 16,2-3-43-16,-3-6-22 15,1 4-13-15,1 0-10 16,0-2-13-16,-4-4 0 15,-3-7-1-15,-4-5-24 16,-6-7-64-16,-1-3 34 16,-8-6 23-16,-13-15-86 0,-10-16 28 15,-5-17 26 1,0-7 43-16,8 4 11 0,13 13 3 16,9 17 3-16,6 9-6 15,0 4 18-15,9-1 16 16,4 3 0-16,4 3-25 15,3 7 11-15,2 2-4 16,-1 9 15-16,-1 6-13 16,-4 4 0-16,-3 3 4 15,-6 4 5-15,-4 2 6 16,-3 0 9-16,-1-2 1 16,-7-2-8-16,0-6-3 15,-2-6-4-15,1-4 14 0,2-6 43 16,1-2 13-1,2 0-35-15,1-2-23 0,3-3 14 16,0 0-36-16,6 1 6 16,7-1-15-16,4 2 0 15,4-2-6-15,4 2 4 16,-1 1-6-16,3-2-69 16,-2 0-115-16,5-9-93 15,-6 2-356-15,-7-4-589 0</inkml:trace>
  <inkml:trace contextRef="#ctx0" brushRef="#br0" timeOffset="118766.1867">646 7544 1597 0,'0'0'263'16,"0"0"-137"-16,0 0 22 15,-3 54 19-15,3-25-16 16,8 0-22-16,4-1-42 15,4-2-34-15,3-3-26 16,1-5-9-16,2-2-9 16,-4-6-7-16,0-5 5 15,-5-4 2-15,-4-1-9 16,-4-4-8-16,-4-8-7 16,-1-2-60-16,-1-2-29 15,-6-1 15-15,-5 1 27 16,2 3 39-16,-3 2 5 0,4 3 18 15,-2 3 0-15,5 2 0 16,2 3 0-16,2-1 0 16,2 1-6-16,0 0-13 15,9-2-58-15,5-2 13 16,5-3-66-16,3-2-130 16,8-11-32-16,-4 2-39 15,-6 1-270-15</inkml:trace>
  <inkml:trace contextRef="#ctx0" brushRef="#br0" timeOffset="119306.5028">889 7527 316 0,'0'0'565'16,"0"0"-204"-16,0 0 15 16,0 0-38-16,0 0-54 15,0 0-138-15,0 0-84 0,-10 4-32 16,16 11 40-16,2 6 19 16,4 0-16-16,-2 0-40 15,3-2-21-15,-2-2-4 16,0-3-7-16,-3-3 1 15,-3-2-2-15,-2-4-33 16,-3-5-55-16,-1 0 48 16,-7-10-76-16,-7-7 7 15,-3-11 19-15,0 0 12 16,1-5 14-16,2 1 55 16,7 7 9-16,3 0 36 15,4 4 4-15,1 5-9 16,6 3-5-16,5 3-15 0,1 4-11 15,1 3-15 1,0 3 15-16,-3 1 14 0,-1 7-1 16,-2 3-12-16,-3 3 7 15,-3 1-8-15,-1 1 0 16,0-2 6-16,-1-3-4 16,-2-4-1-16,1-2 5 15,2-4 5-15,0-1-2 16,0 0-8-16,7 0 0 15,3 0 11-15,4 0-4 16,2 0-2-16,2 0 0 16,3 0-5-16,-1 1 1 15,0 5-1-15,-4 2-1 0,-4 2 0 16,-4 2 0-16,-6 3 0 16,-2 1 8-16,-5 1 2 15,-8-1-9-15,-4-1 5 16,-3-3-6-16,-5-5-70 15,6-3-211-15,5-4-438 0</inkml:trace>
  <inkml:trace contextRef="#ctx0" brushRef="#br0" timeOffset="121357.3949">1323 7234 1731 0,'0'0'236'0,"0"0"-82"16,-38 23-13-16,24-4-15 15,2 3 0-15,5 3-26 16,3 2-14-16,4-1-32 16,2-2-37-16,9-4-6 15,7-3-9-15,4-5 5 16,4-5-5-16,0-7-1 15,-1 0-1-15,-3-13-105 16,-5-6-85-16,-2-11-48 16,-11-12-95-16,-4-10 93 15,-14-3 103-15,-7 2 128 16,2 13 9-16,4 14 92 0,5 10 70 16,1 7 98-16,1 2-34 15,2 3-26-15,2 4-29 16,4 3-98-16,0 13-50 15,12 10 5-15,5 11 0 16,1-2 7-16,-2-2-4 16,0-6 0-16,-3-5-11 15,1-1-8-15,2 1-11 16,-3-6 5-16,-3-5-5 16,-4-7-1-16,-2-4 1 15,-1-5 13-15,-1-11 1 16,0-3-14-16,2-3-1 15,1 0-6-15,0 1 0 16,2 4 0-16,0 4 0 16,0 4 5-16,1 3-1 0,1 3 1 15,-1 1-5-15,3 2 5 16,1 0-1-16,1 0 1 16,4 0-37-16,2 0-59 15,1 0-65-15,0-5-3 16,-1-3-37-16,-5-1-55 15,-2-3 3-15,-7-1 91 16,-4-1 93-16,-1-1 70 16,-5 0 70-16,-3-1 79 15,-1 2 44-15,1 2 20 16,0 4-35-16,1 2-29 16,1 5-36-16,1 1-30 15,-1 7-37-15,-1 7-20 0,1 4-2 16,0 2-5-1,3 1-4-15,3 1 1 0,0-3-2 16,5-2-8-16,4-4-5 16,2-3 0-16,0-5-1 15,-1-5 0-15,0 0-1 16,-3-9-31-16,-1-4-33 16,-2-4-10-16,-3 0 26 15,-1-5 21-15,0 2 8 16,0-1 13-16,-1 1 5 15,-1 3 2-15,2 2 0 16,0 6 0-16,0 5 1 0,0 2 11 16,0 2-12-16,7 2-1 15,1 4 1-15,4 3 0 16,1 1 0-16,1-1 0 16,0 0 0-16,1-3 0 15,0-2 0-15,1-4-34 16,-1 0-136-16,-2-10-112 15,-6-2 0-15,-3-4 70 16,-4-1 103-16,0-1 109 16,-1 2 64-16,-5 2 117 15,2 4 35-15,1 4-13 16,3 3-70-16,0 3-77 16,0 0-41-16,0 8-14 0,4 3 6 15,0 3 1-15,2 2-2 16,-2 2-5-16,-2-1 11 15,-1-1-5-15,-1-2 2 16,0-4-8-16,0-4 0 16,-3-5 7-16,-1-1 11 15,0-10-6-15,1-8-11 16,1-5-2-16,2-2 1 16,0 1-1-16,0 2 0 15,3 5 5-15,6 4-5 16,-1 6 0-16,1 4-1 15,4 2-5-15,0 1 6 16,3 1 1-16,-1 4 0 16,-2 0-1-16,0 1 0 15,-2-3 0-15,-1-1-10 0,0-2-77 16,0-1-14-16,-3-8-32 16,0-4-98-16,-4-3 76 15,-3-2 95-15,0-1 60 16,-1 2 13-16,-3 2 70 15,0 3 53-15,2 6-12 16,0 5-18-16,1 1-54 16,1 5-39-16,0 7-2 15,0 2-10-15,0 4 12 16,0 0-3-16,0 0-8 16,-1-2 4-16,0-2-5 15,0-2 1-15,1-6-1 0,-2-2 1 16,1-4 6-1,1-6-8-15,0-6-3 0,0-6-13 16,0-1 5-16,3 1 11 16,3-1 0-16,-1 4 2 15,3 4 8-15,-1 3 15 16,2 3 2-16,0 3-12 16,0 2-6-16,3 0 1 15,-1 5-4-15,2 1 0 16,1 1 0-16,1-1 0 15,0 0-5-15,1-4 0 16,-4-1 1-16,-1-1-2 16,-2-3-20-16,-2-7-50 0,-2-2-68 15,0-4 0-15,-2-1 12 16,-2 0 35 0,1 0 55-16,-2 3 35 0,0 3 1 15,0 3 53-15,-5 3 49 16,1 4 17-16,-1 1-34 15,1 0-18-15,-1 4-27 16,2 6 0-16,0 3-1 16,2 3 5-16,1 0-14 15,0 0-8-15,5-2-7 16,3-1 1-16,2-3-6 16,1-2-1-16,1-6-7 15,1-2 8-15,-1-1-1 0,1-8 1 16,-3-4 4-1,-1-4-7-15,-6-2-1 0,-3-5 0 16,0-7-4-16,-12-8 4 16,-5-10-5-16,-3-3 8 15,0 11 1-15,6 10 5 16,5 15 76-16,2 6 18 16,1 3 0-16,1 2-20 15,2 2-18-15,3 3-34 16,0 10-25-16,8 8-11 15,5 6 5-15,4 6-5 16,2 0 7-16,-1 1-7 16,-1 0-1-16,-2-1 0 15,-5 12-22-15,-3-7-310 0,-7-8-1061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02:50.3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1884 1630 26 0,'0'0'954'0,"0"0"-553"16,0 0-189-16,0 0-32 15,0 0-29-15,0 0-66 16,0 1-54-16,6-1-20 0,4 3 3 16,3 2 6-1,4-1 16-15,1 3 27 0,3-2-1 16,2 0-19-16,3 0 16 15,2 0 5-15,3-2-23 16,3 0-8-16,5 1 7 16,-3-2-4-16,-1 0-5 15,8 1-1-15,0-2-8 16,12 1-11-16,-1 0 5 16,-3-2-7-16,-5 0-8 15,-7 0 5-15,-6 0 7 16,-5 0-7-16,-5-2 3 15,-1 1-1-15,4 0-1 16,4-1 5-16,4 0 2 16,-1 0 2-16,-1 0 6 0,0 1-7 15,-2-1 2-15,1 0-1 16,-1 0-1-16,2 0-7 16,0 0 4-16,-1 0 1 15,2 1-4-15,-2-1 0 16,-2 2-8-16,0-2 5 15,-2 2-5-15,1-2 10 16,-2 2-4-16,0-2-7 16,0 0 2-16,-1 1 11 15,-1 0-4-15,-1-1-1 16,0 1-2-16,-1 0-1 16,-1-1-5-16,-1 1 0 0,2 1 2 15,1-2 10-15,0 0-12 16,1 2 2-16,1-1 5 15,1 1-1-15,1 0 3 16,-1 0 5-16,1 0-13 16,0 0 9-16,-1 0 5 15,1 0-14-15,1 0 6 16,0 0 2-16,1 0 2 16,0 0-4-16,0 0 7 15,1 0 10-15,-3-1-15 16,1 0 7-16,-2-1-15 15,-1-1 5-15,-2 1-5 16,1 0 11-16,0-2 8 0,-1 1-13 16,1-2 4-1,-1 2-5-15,0 0 1 0,-2-1-6 16,0 1 7-16,-1 0-7 16,-2 1 5-16,-1 0-4 15,-1 0 7-15,-1 0-3 16,-2 1 3-16,1 0-2 15,-1 1 2-15,0-1-7 16,-1 1 4-16,0 0 1 16,0 0 2-16,0 0 6 15,-2 0-14-15,2 0 9 16,-2 0 2-16,0 0-11 16,0 0 0-16,0 0 5 15,0 0-4-15,0 0 11 16,0-1-7-16,-1 0 8 0,-1-2 4 15,-1 2-2-15,-1 0-10 16,0 0 6-16,-2-1-12 16,0 2-1-16,-1-1 1 15,-1 1 0-15,-1 0 0 16,1 0 1-16,-2 0 0 16,0 0-1-16,0 0-1 15,0 0 0-15,0 0-13 16,0 0-11-16,-23 0-75 15,0 0-131-15,-7 0-1000 0</inkml:trace>
  <inkml:trace contextRef="#ctx0" brushRef="#br0" timeOffset="7877.9491">5982 2740 836 0,'0'0'1003'0,"0"0"-854"16,0 0-101-16,0 0-32 16,45-1 5-16,-22-1-9 15,3 1-3-15,3 0-8 16,1 1-1-16,7 0-131 15,-8 0-227-15,-8 0-509 0</inkml:trace>
  <inkml:trace contextRef="#ctx0" brushRef="#br0" timeOffset="8056.0378">6047 2833 644 0,'0'0'892'0,"0"0"-673"15,0 0-80-15,0 0-17 16,48 4 11-16,0-4-40 16,19-2-53-16,12 1-22 15,0 1-18-15,-21 1-173 16,-19 2-550-16</inkml:trace>
  <inkml:trace contextRef="#ctx0" brushRef="#br0" timeOffset="10000.5106">2246 2637 622 0,'0'0'753'15,"0"0"-535"-15,0 0-8 16,0 0-35-16,0 0-6 16,0 0-24-16,0 0-18 15,59-4 26-15,6-2-16 16,16-1-23-16,10 0-34 15,1 1-15-15,-6 2-13 0,1-1-13 16,0 2-2 0,-3 0 1-16,-7 1-20 0,-5 0-5 15,-11 1-2-15,-15 0-5 16,-14 0-5-16,-12 0 0 16,-7 1 0-16,-4 0 0 15,-2 0-1-15,-2 0-52 16,-5 0-59-16,-28 1-137 15,1 4-318-15,-7 0-256 0</inkml:trace>
  <inkml:trace contextRef="#ctx0" brushRef="#br0" timeOffset="10301.1098">2527 2689 1363 0,'0'0'370'16,"0"0"-139"-16,0 0-27 16,0 0-22-16,0 0-3 15,0 0 30-15,74 6-2 16,-11-6-57-16,11 0-57 16,4-1-17-16,-3-4-9 15,-8-2-8-15,-1 1-29 16,-2-1-14-16,-6 2-4 15,-12 0-10-15,-13 3 5 16,-10-1-6-16,-9 3-1 0,-2-1 0 16,-4 1-51-16,-10 8-112 15,-11 4-330-15,-12 1-317 0</inkml:trace>
  <inkml:trace contextRef="#ctx0" brushRef="#br0" timeOffset="14460.2832">2398 3813 1135 0,'0'0'260'16,"0"0"-124"-16,0 0-25 15,0 0 23-15,0 0 9 16,0 0-5-16,67 0-28 15,-12 0-30-15,10 2-5 16,5 3 10-16,0 0-2 16,-2 0 9-16,1-1-16 15,1 0-9-15,1 0-19 0,2-2 0 16,2-2-8-16,3 0 2 16,5 0-18-16,1-2 7 15,0-3-4-15,-2 0-1 16,-7 1-7-16,-7-1 0 15,-10 1-2-15,-16 1-5 16,-12 1-3-16,-13 0 3 16,-7 0-3-16,0 2-8 15,-4-2 5-15,-2 2-6 16,-2 0 0-16,-2 0-8 16,-15-4-104-16,-5 0-371 15,-11-2-1376-15</inkml:trace>
  <inkml:trace contextRef="#ctx0" brushRef="#br0" timeOffset="35427.6176">2422 4733 656 0,'0'0'381'0,"0"0"-210"0,0 0 17 15,0 0 107-15,0 0-40 16,0 0-66-16,-17-2-78 16,39 2-37-16,19 0 19 15,22 0 41-15,16 4-21 16,5-1-28-16,-2 0-23 16,-7-3-11-16,2 0-15 15,-1 0-15-15,-2 0 4 16,-3-1-8-16,-9-1-11 15,-17 0-6-15,-13 0 2 16,-15 2-2-16,-8 0-21 16,-6 0-66-16,-3 0-108 15,-26 1-8-15,-5 5-285 0,-9 0-213 16</inkml:trace>
  <inkml:trace contextRef="#ctx0" brushRef="#br0" timeOffset="35653.0657">2448 4890 550 0,'0'0'1231'16,"0"0"-1089"-16,0 0-73 15,53 7 59-15,-4-3 87 16,23-1 1-16,11-1-48 16,3 0-44-16,-1 0-45 15,-7-2-10-15,-4 0-26 16,-5 0-21-16,-7 0-16 0,-16 0-4 15,-12 3-2-15,-14-2 0 16,-7 7-112-16,-4 0-258 16,-9-1-591-16</inkml:trace>
  <inkml:trace contextRef="#ctx0" brushRef="#br0" timeOffset="37832.2536">5513 4795 517 0,'0'0'397'0,"0"0"-134"16,0 0-60-16,0 0-55 16,0 0-4-16,0 0 15 15,26 6 76-15,18-1-17 16,26-3-16-16,18-2-33 16,13-1-44-16,5-7-39 15,-3-3-18-15,2 2-15 0,-4 1-17 16,-9 1-11-16,-12 1-9 15,-15 0-14-15,-18 2-1 16,-18 1 0-16,-12 0 0 16,-10 2 1-16,0-1 4 15,-4 0-6-15,-3 0-17 16,-6 1-71-16,-32 1-209 16,0 1-313-16,-3 2-148 0</inkml:trace>
  <inkml:trace contextRef="#ctx0" brushRef="#br0" timeOffset="38115.2396">5800 4949 1590 0,'0'0'238'0,"48"3"30"15,9-3 17-15,14 0 27 16,7-7-92-16,0-1-88 15,-5 0-34-15,-3 1-44 16,-2 0-27-16,-5 2-12 16,-2 0-6-16,-4 1-3 15,-6 1-5-15,-11 0 8 16,-11 1-7-16,-10 1-1 16,-6 0-1-16,-2 0 0 15,-3 1-6-15,-3 0-10 16,-14 4-101-16,-7 4-236 0,-11 0-564 15</inkml:trace>
  <inkml:trace contextRef="#ctx0" brushRef="#br0" timeOffset="45528.3974">3871 6032 1054 0,'0'0'280'16,"0"0"-61"-16,0 0 68 15,0 0-48-15,0 0-84 16,16-36 0-16,8 27 0 16,15-2-35-16,15-2-17 15,8-1-54-15,1 2-25 16,-1-1-15-16,-9 3-7 16,-1 1 4-16,-6 0-5 15,-9 3 5-15,-10 2-6 16,-10 1 1-16,-5 2-1 0,-4 0-10 15,-4 1-103-15,-4 0-139 16,-15 2-59-16,-5 5-244 16,-6 0-255-16</inkml:trace>
  <inkml:trace contextRef="#ctx0" brushRef="#br0" timeOffset="45790.465">3925 6036 1407 0,'0'0'288'0,"0"0"-44"16,0 0 65-16,49 1 193 16,-3-5-292-16,16-5-124 0,6-2-45 15,-1 1-14-15,-8 1-6 16,-10 2-19 0,-4 0 41-16,-2-1-28 0,-7 1-13 15,-7 0 4-15,-6 3 3 16,-6 0-8-16,0 1 0 15,-2 0-1 1,-4 0-5-16,-7 2-15 0,-4 1 1 16,-33 6-26-16,-4 5-202 15,-7 0-765-15</inkml:trace>
  <inkml:trace contextRef="#ctx0" brushRef="#br0" timeOffset="60464.1748">1070 1517 88 0,'0'0'1396'0,"0"0"-1201"0,-46-2-71 16,16 11 37-16,-12 17-26 16,-8 17 5-16,0 10-10 15,8 3-39-15,12-1-6 16,17-9-24-16,10-3-20 15,3-9-12-15,10-7 6 16,5-8-9-16,9 3-10 16,12 8 8-16,10 9 7 15,1 7-4-15,-12-3-9 0,-17-1-12 16,-13-4 8-16,-7 1-13 16,-14 0 6-16,-5-1-6 15,-1-6-1-15,2-6 1 16,5-8 0-16,1-5 1 15,2-1-2-15,0-4 0 16,3-5 10-16,2-3 8 16,3-13-18-16,1-5-1 15,3-3-5-15,0 2 6 16,1 5-1-16,5 4 0 16,0 6-7-16,1 4-5 15,-1 10 0-15,4 16 13 16,-3 20 9-16,-3 19 12 0,-4 12-3 15,-1 4-8 1,-8-1-1-16,-4 0 0 0,2 4 14 16,-1 2-23-1,1 4 2-15,-1 1 7 0,2-1-9 16,0 3 2-16,2-2 13 16,-1 1-15-16,0 2-1 15,-2-3 1-15,-1 2 5 16,-2 1 6-16,0-1-1 15,-3-3 2-15,1-1 3 16,-1-5-3-16,4 0 1 16,0-3-1-16,2-2 0 15,0-1 8-15,4 0 8 16,-1-2 2-16,0 0 3 0,2 0-15 16,1-2 3-16,-1-2-20 15,0-1-1-15,2-1 0 16,-2-3 6-16,2 1-6 15,0-2 1-15,2-1 12 16,2-2-13-16,0-4-1 16,0-4 1-16,0-5 0 15,8-4 6-15,0-3-4 16,2-8 11-16,1-8-4 16,-2-7-1-16,2-2-8 15,1 2 6-15,5 1 0 16,4-1-4-16,0-4-1 0,2-5 6 15,0-5-5 1,0-5 4-16,0-1-5 0,-2-4 5 16,-2-4-5-16,-2-2 5 15,-4-1-6-15,-2 0-5 16,-5-1-22-16,-3-1-55 16,-3-6-94-16,-7 3-305 15,-3 1-241-15</inkml:trace>
  <inkml:trace contextRef="#ctx0" brushRef="#br0" timeOffset="60621.3508">872 5803 1971 0,'0'0'362'0,"0"0"-287"0,0 0-75 16,0 0-149-16,0 0-200 15,-45 5-896-15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04:31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3059 3471 1288 0,'0'0'340'15,"0"0"-146"-15,0 0-16 16,0 0-32-16,0 0-26 16,0 0-39-16,17-7-38 15,-5 1-22-15,3-3-14 16,2 0-6-16,0-1 5 15,1 1-6-15,-2 0 0 16,-1 1-6-16,-1 2-54 16,-3 1-124-16,-5 1-127 15,-1 2-198-15,-5 1-264 0</inkml:trace>
  <inkml:trace contextRef="#ctx0" brushRef="#br0" timeOffset="230.2064">2986 3569 329 0,'0'0'941'15,"0"0"-713"-15,0 0-23 16,0 0-34-16,0 0-27 16,0 0 23-16,0 0-44 15,33 0-36-15,-13-6-34 16,5-2-17-16,1-1-15 15,3-3-11-15,0 0-10 16,-1-2-30-16,5-7-129 0,-6 1-188 16,-7 1-419-16</inkml:trace>
  <inkml:trace contextRef="#ctx0" brushRef="#br0" timeOffset="568.0528">3150 3286 1825 0,'0'0'242'15,"0"0"-80"-15,0 0-28 16,0 0-61-16,0 0-12 16,0 0-12-16,0 0 3 15,19 1 0-15,3 1-14 0,5-1 20 16,3-1-14-16,2 0-15 15,-2 0-7-15,-3 2 1 16,-4 1-13-16,-5 2-2 16,-4 3 0-16,-6 1 9 15,-4 4-4-15,-4 4 7 16,0 4 10-16,-8 3 1 16,-7 2-7-16,-6 3-9 15,-2-1-13-15,-3 2-2 16,-11 7-12-16,8-5-251 15,1-9-591-15</inkml:trace>
  <inkml:trace contextRef="#ctx0" brushRef="#br0" timeOffset="6491.6153">7812 3456 310 0,'0'0'171'15,"0"0"-169"-15,0 0 58 16,0 0 509-16,0 0-367 16,0 0-35-16,0 0-10 15,0-1 1-15,0 1-15 16,0 0 4-16,0 0-10 16,0 0-37-16,0 0-25 15,0 0-19-15,0 0-16 16,4 0 11-16,3 1 41 15,2 1 6-15,2 1-17 16,1-1-18-16,2-1 7 0,1-1-13 16,1 0 11-16,0 0-11 15,0 0-10-15,-1-2-4 16,-3-2-10-16,-1 1-13 16,-3 0-4-16,-1 1-8 15,-3 1-7-15,-1 0 7 16,-2 1-8-16,-1 0 0 15,0 0 0-15,0 0-1 16,0 0-20-16,-2 0-55 16,-12 9-140-16,0 0-313 15,0-1-427-15</inkml:trace>
  <inkml:trace contextRef="#ctx0" brushRef="#br0" timeOffset="7536.4349">10535 3444 454 0,'0'0'770'0,"0"0"-485"15,0 0-36-15,0 0-39 16,0 0-5-16,0 0-69 16,2-2-32-16,5 2-8 15,4-1 0-15,3 0 0 16,2-1 1-16,3 0-4 16,1 0-12-16,1-1-9 15,0 0-11-15,0 1-18 16,0-1 2-16,-2 1-3 15,-1 1-16-15,-2-1-10 16,-2 1-4-16,-4 0-4 0,-3 1-8 16,-1 0 0-1,-3 0 1-15,-2 0-1 0,-1 0-12 16,0 0-59-16,-20 1-125 16,0 3-373-16,-3 0-525 0</inkml:trace>
  <inkml:trace contextRef="#ctx0" brushRef="#br0" timeOffset="15184.7121">13553 1455 1759 0,'0'0'319'0,"0"0"-149"16,0 0-44-16,0 0-73 0,0 0 47 16,0 0 44-16,0 47-31 15,2-26-54-15,1 0-25 16,0-3-16-16,0-3-11 16,0-2-6-16,-2-6 1 15,-1-5 5-15,0-2 14 16,0-8 6-16,-4-15-16 15,-1-14-11-15,2-17 0 16,3-6 0-16,0 1 0 16,9 14-26-16,1 16-28 15,-2 13-29-15,5 6-1 16,1 1 59-16,5 3-29 16,4 3 26-16,1 3 7 15,2 7 6-15,2 12-89 16,-7-1-285-16,-7-1-432 0</inkml:trace>
  <inkml:trace contextRef="#ctx0" brushRef="#br0" timeOffset="15371.5403">13385 1519 1377 0,'0'0'199'0,"0"0"-138"15,0 0-25-15,81-2-5 16,-18-8-14-16,10-2-9 16,0-2-8-16,-9-2-60 15,-24 6-194-15,-11-1-396 0</inkml:trace>
  <inkml:trace contextRef="#ctx0" brushRef="#br0" timeOffset="15558.4004">13888 1284 62 0,'0'0'1274'15,"0"0"-991"-15,-55 4 27 16,31 10-59-16,3 7-81 16,5 4-36-16,8 3-29 15,5-1-51-15,3 0-15 16,10 0-17-16,7-3-9 16,5 0-5-16,2-3-8 15,-1-5-114-15,6-8-151 16,-6-6-216-16,-6-2-334 0</inkml:trace>
  <inkml:trace contextRef="#ctx0" brushRef="#br0" timeOffset="15965.6093">13962 1357 1162 0,'0'0'289'0,"0"0"21"16,26-42-132-16,-9 29-24 15,1 4-51-15,0 5-26 16,1 3-22-16,-6 1-14 15,-4 6-2-15,-6 7-3 16,-3 1 8-16,-2 4 17 16,-8 1 5-16,-3-1-13 0,-2 1-33 15,1-3-9 1,2-1-10-16,4-4-1 0,5-2-14 16,3-3-46-16,0-3-18 15,9-3 15-15,6 0 33 16,4-8-14-16,1-4 11 15,-2-4 17-15,-1-5 7 16,-2-3 9-16,-3-2 0 16,-4 0 15-16,-2 3 29 15,-4 6 35-15,-1 5 21 16,-1 7-6-16,0 5-18 16,-1 1-60-16,-5 11-6 15,1 8-2-15,0 3-2 16,1 3-6-16,2 1 0 15,2-1-5-15,0 3-95 0,5-5-159 16,1-6-436-16</inkml:trace>
  <inkml:trace contextRef="#ctx0" brushRef="#br0" timeOffset="16153.7093">14236 1395 1672 0,'0'0'316'15,"0"0"24"-15,0 0-230 16,0 0-71-16,0 0-1 16,0 0 25-16,0 0-32 15,32 37-15-15,-22-26-16 16,0-2-31-16,0-4-171 16,-3-2-305-16,-1-3-399 0</inkml:trace>
  <inkml:trace contextRef="#ctx0" brushRef="#br0" timeOffset="16483.9514">14327 1250 1415 0,'0'0'256'0,"0"0"-11"16,0 0-162-16,0 0-9 16,0 0-17-16,-3 38-23 15,13-23-4-15,4-2-18 16,0-3 4-16,1-4-15 15,-2-6 7-15,-1 0 4 0,-3-8-2 16,-2-4 0-16,-2-4 52 16,-2-1 69-1,-2 1-11-15,0 3-51 0,-1 3-17 16,0 3-10-16,0 6-15 16,0 1-15-16,0 5-12 15,1 6-9-15,3 7 9 16,1 3 1-16,3 3 0 15,1 2 0-15,2-2-1 16,-2-1-2-16,-1-1-184 16,-2-6-317-16,-5-6-219 0</inkml:trace>
  <inkml:trace contextRef="#ctx0" brushRef="#br0" timeOffset="16685.8892">14426 996 1610 0,'0'0'341'16,"0"0"-56"-16,0 0-154 16,0 0-71-16,53-24-32 15,-14 55-12-15,8 24 18 16,-5 15 33-16,-14 13 12 16,-27 2-33-16,-23-3 25 15,-36 2 79-15,-35-4-150 16,10-21-137-16,-8-11-862 0</inkml:trace>
  <inkml:trace contextRef="#ctx0" brushRef="#br0" timeOffset="20770.7628">8193 3435 348 0,'0'0'32'0,"0"0"-15"0,0 0 262 15,0 0-80-15,0 0-50 16,0 0-10-16,0-1-19 15,0 1-13-15,0 0-12 16,0 0 12-16,0 0-3 16,0-1-2-16,1 1-14 15,0 0-9-15,-1 0-9 16,1 0-8-16,1 0-12 16,2 0-2-16,3 0 16 15,4 1 16-15,3 1 35 16,3 2-40-16,2-1-23 0,1 1 4 15,1-2-2-15,1 0-5 16,1-2 3-16,3 0-8 16,0 0-5-16,2 0 1 15,1 0-7-15,2-2-6 16,0 0 4-16,-1-1 5 16,0 1-6-16,-3 0-9 15,-2 0 3-15,-3 0 0 16,-1 1-5-16,-2 0-2 15,-1 1-4-15,-2 0-5 16,0 0-7-16,0 0 14 16,-1 0-4-16,0-1-1 15,-2 1-2-15,-1-1-8 16,0 1 14-16,-2 0 5 16,-1-1-5-16,-1 1-4 0,-1 0-4 15,-3 0 0-15,-1 0-5 16,-1 0 0-16,-2 0 1 15,1 0-1-15,-1 0 5 16,0 0-5-16,1 0-1 16,-1 0 1-16,0 0-1 15,0 0-1-15,0 0-26 16,-5 3-133-16,-3 2-447 16,2-2-534-16</inkml:trace>
  <inkml:trace contextRef="#ctx0" brushRef="#br0" timeOffset="21544.0788">9337 3464 848 0,'0'0'216'0,"0"0"29"0,0 0-64 16,0 0-10-16,0 0-25 16,0 0-19-16,0 0-20 15,-6 0-15-15,6 0-21 16,2 0 0-16,4 0 15 15,6 0-1-15,7 0 30 16,13 0 14-16,12 0-12 16,13 0-18-16,4 0-11 15,-2 2-13-15,-4-1-11 16,-8 1-10-16,-2-1-7 16,-8-1-8-16,-7 0-9 15,-8 0-14-15,-2 0 3 16,0 0-4-16,0 0-3 0,0-1-3 15,-3-1 5-15,-5 1-7 16,-3-1-6-16,-1 1 14 16,-3 0-6-16,-1 0-8 15,-2 0 5-15,-1 0-5 16,-1 1-1-16,0 0 0 16,0 0-10-16,-12 0-74 15,-2 0-138-15,-7-3-537 0</inkml:trace>
  <inkml:trace contextRef="#ctx0" brushRef="#br0" timeOffset="26725.3976">11202 3479 546 0,'0'0'184'0,"0"0"35"15,0 0 7-15,0 0 38 16,0 0 22-16,0 0-55 15,-7-11-30-15,7 11-45 16,0 0-69-16,0 0-13 16,7 0 9-16,5 0 41 0,8 0 3 15,10 0-26 1,16-4-26-16,15-7-3 16,5-3-21-16,-4 0-24 0,-15 4-8 15,-17 4-11-15,-9 2-8 16,-7 1-1-16,-2 1-7 15,-3-1-38-15,-3 2-83 16,-7 1-98-16,-9 0-66 16,-5 0-414-16</inkml:trace>
  <inkml:trace contextRef="#ctx0" brushRef="#br0" timeOffset="27063.0752">11193 3539 1401 0,'0'0'284'16,"0"0"-122"-16,0 0-17 15,0 0-3-15,0 0 67 16,0 0-58-16,0 0-2 15,65-5-6-15,-7-3-13 16,7-1-15-16,0-1-30 16,-8 1-17-16,-17 2-28 0,-10 3-13 15,-8 0-15 1,-6 2-6-16,-1 0-6 0,-1 0 0 16,-4 1 0-1,-5 1-32-15,-5 0-70 0,-17 3-112 16,-3 2-265-16,-8 1-461 0</inkml:trace>
  <inkml:trace contextRef="#ctx0" brushRef="#br0" timeOffset="37924.1176">12557 3139 1733 0,'0'0'288'15,"0"0"-137"-15,0 0-47 16,0 0 10-16,0 0-36 16,0 0-18-16,59-6-19 15,-24 3-18-15,-1-2-11 0,1 0-7 16,2 2-5 0,-8-1-41-16,0 2-94 0,-6 2-158 15,-7 0-315-15,-9 0-452 0</inkml:trace>
  <inkml:trace contextRef="#ctx0" brushRef="#br0" timeOffset="38111.7375">12610 3219 1054 0,'0'0'194'0,"0"0"-91"15,0 0 76-15,53 2 26 16,-9-2-25-16,0-2-76 15,-3-3-47-15,-6 0-38 16,-11 1-9-16,0 0-10 0,0-5-131 16,-9 1-194-16,-8 0-618 15</inkml:trace>
  <inkml:trace contextRef="#ctx0" brushRef="#br0" timeOffset="38448.2054">12531 2961 1490 0,'0'0'255'0,"0"0"-162"16,0 0 4-16,0 0 20 0,0 0 8 15,0 0-38-15,0 0-42 16,-16 15-2-16,0 22 80 15,-8 15 22-15,-8 5-16 16,1 0-26-16,2-9-23 16,10-13-17-16,7-7-18 15,9-9-15-15,4-1-12 16,22 1-5-16,34 0 1 16,39-5 7-16,25-9-6 15,7-5-2-15,-12-7-13 16,-31 0 0-16,-25-2-125 15,-25 1-355-15,-21 0-945 0</inkml:trace>
  <inkml:trace contextRef="#ctx0" brushRef="#br0" timeOffset="42354.9212">6825 5553 608 0,'0'0'1165'15,"0"0"-865"-15,0 0-74 16,0 0-112-16,0 0 15 16,0 0 17-16,38-6-7 15,-15 2-33-15,10-1-24 16,10-3-19-16,8-1-23 16,-3-1-16-16,-11 3-16 15,-10 2-2-15,-10 2-5 16,0 0-1-16,-1 0 0 15,-4 1-36-15,-4 1-64 16,-7 1-63-16,-7 0-63 0,-5 0-151 16,-7 1-350-16</inkml:trace>
  <inkml:trace contextRef="#ctx0" brushRef="#br0" timeOffset="42752.0704">6808 5420 1360 0,'0'0'406'0,"0"0"-127"0,0 0-78 16,0 0-62-16,0 0 3 15,0 0-32-15,0 0-47 16,3-14-36-16,-4 25-8 15,-6 6 21-15,-3 6 32 16,-1 3 0-16,-3 2-15 16,3-1-12-16,0-1-7 15,4-4-14-15,3-3-3 16,4-3-7-16,0-5 1 16,10-2 6-16,4-2 15 15,6-6 1-15,5-1 8 16,2 0-10-16,3-3-19 15,-1-5-6-15,-2 0-9 0,-3 1-1 16,-4 1 0-16,-5 1-57 16,-6 2-105-16,-7 3-165 15,-2 0-315-15,0 0-579 16</inkml:trace>
  <inkml:trace contextRef="#ctx0" brushRef="#br0" timeOffset="44756.9488">3338 5847 622 0,'0'0'125'0,"0"0"-60"16,0 0 106-16,0 0 19 15,0 0-26-15,0 0-18 16,0 0 14-16,-24-21-2 16,24 19-19-16,0 0-49 15,1 1-31-15,8-1-10 16,4 1-9-16,7 1 19 16,12 0 12-16,12 0 0 15,13 0-9-15,8 4 2 16,-3 0-5-16,-4-1 8 15,-5-2 2-15,0 1 7 0,0-2-6 16,2 0-7 0,-2 0-9-16,-2 0-2 0,-3-2-4 15,-3-1-17-15,-9 2-14 16,-6-1 1-16,-8 2 7 16,-2 0-5-16,2 0-7 15,2 0 4-15,2 0-4 16,-2-2 2-16,-2 1 2 15,-1-1-2-15,-2 0 0 16,0-1 0-16,-2-1-5 16,-2 0-2-16,0 1 1 15,-2-1-3-15,-1 1 2 16,-1 0-6-16,2 0-1 16,-2 0 8-16,0-1-8 0,-3 2 0 15,1 0-1-15,-4 0 1 16,-2 1 0-16,-1 0-1 15,-2 1 0-15,0 0-1 16,0 0-5-16,0 0-15 16,0 0-30-16,-6 0-66 15,-20 2-170-15,1 2-330 16,-3 0-306-16</inkml:trace>
  <inkml:trace contextRef="#ctx0" brushRef="#br0" timeOffset="57883.0572">1809 6405 1215 0,'0'0'407'16,"0"0"-206"-16,39 2 94 15,2 0 26-15,17-2-22 16,8 0-102-16,1 0-52 16,-9 0-40-16,-9-1-30 15,-10-1-27-15,-9 1-17 16,-7 0-12-16,-5-1-10 0,2 1-7 15,0-1-1-15,-2 1-1 16,-5 0 0-16,-3 0-30 16,-3 1-63-16,0-2-99 15,15-3-151-15,0-1-312 16,3-2-1050-16</inkml:trace>
  <inkml:trace contextRef="#ctx0" brushRef="#br0" timeOffset="58371.3598">3199 6402 1262 0,'0'0'361'0,"0"0"-101"16,0 0-9 0,0 0-31-16,0 0-39 0,0 0-20 15,0 0-28-15,14 2-6 16,12 0-3-16,16 0-7 16,11-2-30-16,4 0-25 15,-9 0-15-15,-14-1-22 16,-11-1-4-16,-2 1-12 15,4-2-7-15,2 0-1 16,2 1-1-16,-6-1 0 16,-5 2-50-16,-17 2-87 15,-1 5-236-15,-13 2-367 0</inkml:trace>
  <inkml:trace contextRef="#ctx0" brushRef="#br0" timeOffset="64651.2402">4504 6418 173 0,'0'0'956'16,"0"0"-769"-16,0 0-96 15,0 0-21-15,0 0 91 16,0 0 22-16,37-12-40 15,-23 11-15-15,2 1-9 16,3 0-5-16,2 0-19 0,3 0-18 16,2 0-7-16,2 2-17 15,3 0-8-15,3 1 3 16,1-1 3-16,0 0 1 16,0 0-16-16,-1-2-9 15,-3 1-5-15,0-1-3 16,1 0 4-16,-1 0-2 15,2-1 4-15,0-2-4 16,0 0 2-16,1 0-6 16,1 1-3-16,-2 0-1 15,1 1 2-15,0-1-6 16,0 1 5-16,0 1-2 16,0-1-3-16,0 0 3 0,-1 0 0 15,2-1-3-15,5 0 1 16,-5-1 1-16,3 2 4 15,-1-3-5-15,-6 3 2 16,4-1-4-16,-3 1-2 16,-1 0-6-16,-2 1 6 15,0-1-5-15,-1 1 1 16,-1 0-1-16,1-1 5 16,1 0 6-16,1 0-1 15,-2 0-5-15,1 0 1 16,1 0 4-16,-1 1-4 15,-2-1 4-15,3 1-10 16,-2 0 5-16,0 0 4 16,-1 0-2-16,1 0-2 15,-1 0 1-15,1 1-1 0,-1 0-5 16,0 1 5-16,-1 0-5 16,2 0 5-16,-1 0-5 15,1 0 0-15,0 1 10 16,0 0-11-16,1-1 11 15,0 2-2-15,-2-2-3 16,3 1 0-16,-1 0 7 16,-1-1-1-16,2-1 0 15,0 1 0-15,0-1 2 16,1 0-2-16,1-1 3 0,0 0 1 16,1 0-1-1,2 0-1-15,5 0-5 0,7 0 3 16,-4 0 4-16,-5 0 2 15,-3-1-4-15,-9 0 2 16,4 0-1-16,2 0 6 16,-4-1 0-16,-3 1-1 15,-3-1 4-15,-3 0-3 16,-2-1 4-16,-1 1 7 16,-3-1-10-16,-1 1 1 15,-2 0-5-15,0-1-2 16,-2 2-5-16,-1-1-1 15,0 1-2-15,-2 0-7 16,-2 0 0-16,-2 1 0 16,-1-1 0-16,0 0-1 0,0 0 0 15,-10 1-35-15,-15 0-97 16,-30 0-109-16,3 5-140 16,-6 2-600-16</inkml:trace>
  <inkml:trace contextRef="#ctx0" brushRef="#br0" timeOffset="86031.5235">4090 3512 747 0,'0'0'374'0,"0"0"-238"15,0 0-22-15,0 0 33 16,0 0-7-16,0 0 1 16,-8 1-29-16,14-1-16 15,2 0-30-15,4 0 12 16,3 2 28-16,4-1-6 15,5 2-14-15,3-3-15 16,4 2-12-16,1-1 4 0,2-1-5 16,6 2-7-1,8-1-7-15,9-1-3 0,3 0 2 16,1 0 2-16,-4-4-5 16,-2 0-7-16,2 1-21 15,2-2 5-15,-1 3-4 16,-2 0-4-16,-4 0 3 15,-3 0-5-15,2 1 5 16,-1 0 6-16,-1 0 2 16,1 0 5-16,0-1 4 15,2 0-14-15,1 0-5 16,0 0 4-16,-1 0-2 16,0-1-3-16,-3 0-3 15,-3 1 1-15,0-2-1 16,-10 3 0-16,-8-1 0 0,-6 1-5 15,-6 1 1 1,1-2-2-16,-2 1 1 0,0 0 0 16,-6 1 1-16,-6 0-2 15,-3 0-1-15,0 0-22 16,-16 0-79-16,-34 0-124 16,0 0-239-16,-7 2-300 0</inkml:trace>
  <inkml:trace contextRef="#ctx0" brushRef="#br0" timeOffset="86557.0645">3971 3628 578 0,'0'0'221'0,"0"0"-58"15,0 0 25-15,0 0-24 0,0 0-57 16,0 0-7-1,0 0 33-15,12 12 55 0,5-6-7 16,14 0-2-16,16-2-17 16,23-2-29-16,14-2 17 15,9-2-19-15,5-5-19 16,-1 1-10-16,9-1-17 16,8 0-13-16,0-1-21 15,6 0-8-15,-3 1 4 16,-3-1-16-16,-6 1 3 15,-11 0-2-15,-10 0-5 16,-13 2-5-16,-15 0 2 16,-16 2-4-16,-16 1-1 15,-11 0-4-15,-8 1-6 16,-1 0-8-16,-2 1 7 0,-2 0-7 16,-3 0 0-16,-1 0-1 15,-36 0-92-15,2 1-107 16,-11 4-552-16</inkml:trace>
  <inkml:trace contextRef="#ctx0" brushRef="#br0" timeOffset="88118.8181">3899 7207 1172 0,'0'0'387'0,"0"0"-53"15,0 0-5-15,0 0-71 16,0 0-51-16,0 0-80 15,5-5-69-15,21 5-16 16,17 3 7-16,17-2 1 16,8-1-10-16,-2 0-6 15,-6-4-17-15,-4-3 17 16,-3-2-14-16,-1 1-8 16,-3-1-5-16,-9 1-5 0,-10 1 4 15,-10 2-5 1,-4 1 4-16,-2-1-5 0,-2 1 0 15,-2 0-9-15,-6 2-2 16,-4 1-23-16,-2 1-101 16,-28 2-204-16,2 3-224 15,-5 1-120-15</inkml:trace>
  <inkml:trace contextRef="#ctx0" brushRef="#br0" timeOffset="88372.6164">3947 7354 1743 0,'0'0'328'0,"0"0"-157"15,0 0 18-15,0 0-28 16,0 0 40-16,0 0-49 0,50-7-44 16,-8-1-53-16,11-3-20 15,3-2-7-15,-2 0-13 16,-7 2-3-16,-12 4-10 15,-6-1 4-15,-9 3-6 16,-3 1-1-16,-2 0-8 16,-1 1-74-16,-3-1-190 15,-4 2-238-15,-6 0-368 0</inkml:trace>
  <inkml:trace contextRef="#ctx0" brushRef="#br0" timeOffset="89739.3394">7167 7176 1016 0,'0'0'330'0,"0"0"-105"15,0 0-15-15,0 0 87 16,0 0-83-16,0 0-105 15,0 0-32-15,80-21 49 16,7 17 11-16,16-2-16 0,6 0-37 16,-1 0-24-16,-12 1-20 15,0 0-13-15,-5 1-3 16,-8 2-2-16,-12-1-2 16,-18 1-7-16,-17 0-7 15,-14 1-6-15,-7 0 0 16,-3 0 1-16,0-1-1 15,-3 1 1-15,-7 0-1 16,-2 1-6-16,-3 0-65 16,-32 0-163-16,1 0-154 15,-7 0-391-15</inkml:trace>
  <inkml:trace contextRef="#ctx0" brushRef="#br0" timeOffset="90025.6538">7359 7244 1555 0,'0'0'251'0,"0"0"-155"15,0 0 58-15,0 0 92 16,67 19 8-16,0-17-17 16,18-2-38-16,10-1-68 15,2-4-60-15,-8-2-23 16,-1 1-15-16,-4-1-15 15,-5 1 3-15,-9-2-11 16,-10 1-8-16,-16 0-2 0,-13 1 1 16,-12 3 0-1,-9-1 0-15,-1 1-1 0,-6 2-33 16,-22-1-99 0,-8 2-235-16,-15 0-480 0</inkml:trace>
  <inkml:trace contextRef="#ctx0" brushRef="#br0" timeOffset="91945.8128">3467 3829 1684 0,'0'0'341'16,"0"0"-83"-16,0 0 17 15,0 0-44-15,0 0-78 16,0 0-53-16,-1 6-37 16,27-15-8-16,18-7 14 0,20-8-16 15,0-1-26 1,-8 3-9-16,-17 7-10 0,-19 5-2 16,-4 3-5-16,-1 0-1 15,-1-1-17-15,-3 0-75 16,-10-4-113-16,-1 3-257 15,-3 1-344-15</inkml:trace>
  <inkml:trace contextRef="#ctx0" brushRef="#br0" timeOffset="92222.6906">3690 3591 1829 0,'0'0'319'15,"0"0"-140"-15,0 0-102 0,0 0 36 16,0 0 36-16,55 13-2 16,-30-8-24-16,1 1-56 15,3 0-13-15,-4 0-15 16,-4 1-11-16,-2 0-8 16,-5 3-13-16,-4 0 5 15,-4 1-3-15,-4 3-8 16,-2 1 5-16,-3 2-6 15,-9 0-5-15,-3 1-32 16,-13 4-152-16,5-6-179 16,0-3-548-16</inkml:trace>
  <inkml:trace contextRef="#ctx0" brushRef="#br0" timeOffset="92877.6152">1855 3700 1532 0,'0'0'573'0,"0"0"-387"16,0 0-54-16,0 0-22 0,0 0 117 15,32 51-51 1,-18-30-52-16,0 1-52 0,0-2-26 15,-5-2-19-15,0-4-12 16,-5-3-9-16,-1-7-5 16,-3-2 8-16,0-2 5 15,-4-5 17-15,-9-9-4 16,-9-12-13-16,-5-18-13 16,-6-18 9-16,3-7-5 15,9 5-5-15,9 15-14 16,9 20-16-16,3 10-14 15,3 4 4-15,7 1-5 16,4-1-2-16,5 3-4 0,4 4-53 16,3 5-132-16,3 6-63 15,-6 7-324-15,-7 4-361 0</inkml:trace>
  <inkml:trace contextRef="#ctx0" brushRef="#br0" timeOffset="93075.1028">1669 3788 1640 0,'0'0'525'15,"0"0"-418"-15,0 0 5 16,0 0-14-16,44-23 12 16,-18 8-49-16,5-4-34 0,1-1-18 15,2-2-9 1,-1-1-32-16,6-6-113 0,-9 5-201 15,-7 5-315-15</inkml:trace>
  <inkml:trace contextRef="#ctx0" brushRef="#br0" timeOffset="93424.8299">1958 3556 307 0,'0'0'1030'0,"0"0"-740"16,0 0-86-16,0 0-13 15,0 0-44-15,0 0-38 16,0 0-16-16,36 35-45 16,-24-33-16-16,-1-2-8 0,1 0 6 15,-2-7 13-15,0-2 3 16,-3-4-1-16,-1 0-5 16,-6 0 8-16,0 1 40 15,-2 2 4-15,-6 2-11 16,-2 3-11-16,-2 3-20 15,1 2-22-15,-1 4-4 16,1 5-6-16,1 4-4 16,4 2-8-16,2 1 3 15,4 2-9-15,0-2 0 16,8-1-2-16,9-4-17 16,4-5-85-16,6-6-121 15,13-11-96-15,-5-6-380 0,-7-2-486 16</inkml:trace>
  <inkml:trace contextRef="#ctx0" brushRef="#br0" timeOffset="93981.3363">2166 3434 1687 0,'0'0'299'0,"0"0"168"16,0 0-287-16,0 0 17 16,0 0-73-16,0 0-62 15,0 0-1-15,-25 40-7 16,24-21-23-16,1 0-16 15,0-1-6-15,4-2-9 16,4-4 0-16,1-2-6 16,3-6-17-16,-1-4-67 15,0 0-2-15,0-10-26 16,-3-5-2-16,-2-2 35 0,-2-1 50 16,-4-1 26-16,0 1 9 15,0 1 1-15,-1 2 30 16,-2 4 42-16,0 3 48 15,1 4-4-15,1 3-41 16,1 1-43-16,0 1-24 16,3 7-9-16,4 3 1 15,3 0 0-15,3 2 1 16,3-4 3-16,1-1-5 16,1-4-1-16,0-3-10 0,-4-1-48 15,0-3-21-15,-5-6 10 16,-4-5 25-16,-4-3 30 15,-1-5 15-15,-12-10 0 16,-11-11 7-16,0 2 11 16,1 4 27-16,3 7 39 15,9 13 10-15,2 4 11 16,1 2-66-16,5 8-23 16,2 3-16-16,1 4 0 15,11 8-9-15,3 6 9 16,4 4 0-16,3 3-1 15,-1 1-1-15,-3 1-17 16,-4-1-56-16,-4 2-187 0,-6-5-195 16,-4-8-289-16</inkml:trace>
  <inkml:trace contextRef="#ctx0" brushRef="#br0" timeOffset="94738.7492">2148 3357 1748 0,'0'0'339'0,"0"0"-159"16,0 0-118-16,0 0-39 15,58-18 8-15,-8 3-9 16,0 0-3-16,-9 2-18 16,-13 4-1-16,-10 3-56 15,-1-2-76-15,-2 0-74 16,-3-2-27-16,-7 1 143 0,-5 1 74 15,0 1 16 1,0 1 108-16,-4 1 60 0,0 1 2 16,1 2 3-16,1 1-8 15,1 0-34-15,1 1-66 16,0 0-37-16,0 6-19 16,2 4 17-16,3 2 48 15,2 2-26-15,4 1-25 16,0 0-10-16,2-2-6 15,-2-2-6-15,2-3 0 16,-4-3-1-16,-1-4-32 16,-2-1-22-16,-1-2 27 15,-1-6-19-15,0-3-20 0,-2-3 24 16,-1 1 30-16,0-1 11 16,-1 0 1-16,0 2 0 15,0 1 27 1,0 3 28-16,0 2 8 0,0 2 10 15,0 3-25-15,0 1-21 16,0 0-15-16,4 3-12 16,3 3 11-16,3 2 11 15,1 0 10-15,2 0-13 16,-1 0-8-16,0-3-5 16,-3-1-5-16,-1-2 0 15,-2-2 0-15,-1 0 0 0,0-4 8 16,-1-5-9-1,1-5-1-15,-2-2-26 0,0-3-4 16,-3-1 7-16,0 1 9 16,0 3 6-16,0 3 9 15,0 4 0-15,0 5 8 16,0 2 11-16,0 2-7 16,0 1-12-16,3 5-2 15,3 3 1-15,3 2 1 16,3 0 0-16,-1-1 0 15,2-1 0-15,-1-2-1 16,-1-2-114-16,-1-5-61 16,0-3-83-16,-4-6-293 15,-2-2-521-15</inkml:trace>
  <inkml:trace contextRef="#ctx0" brushRef="#br0" timeOffset="95116.2035">2757 3046 1408 0,'0'0'303'0,"0"0"-112"16,0 0-112-16,0 0-19 15,0 0-8-15,0 0-8 16,49 23-15-16,-36-23-14 16,-3 0-14-16,-3-5 11 15,0-3-6-15,-3-2-5 16,-2-2 10-16,-2-1-10 15,0 0 6-15,-3 1 3 16,-3 2 52-16,-3 2 66 16,0 6 14-16,-3 2-9 0,0 1-18 15,-3 9-29-15,0 5-2 16,2 3-19-16,3 2 5 16,4 1-25-16,6-2-18 15,1-2-6-15,12-3-11 16,5-3-1-16,5-5-1 15,7-4-7-15,0-2 5 16,5-4-6-16,-2-5-45 16,8-3-133-16,-10 2-203 15,-10 2-650-15</inkml:trace>
  <inkml:trace contextRef="#ctx0" brushRef="#br0" timeOffset="95790.7203">2187 3821 1704 0,'0'0'357'16,"0"0"-77"-16,0 0-79 0,0 0-76 16,0 0-28-16,0 0-54 15,0 0-4-15,13 17 40 16,1-1-12-16,2 3-20 16,0 0-18-16,0-1-15 15,-1-1-8-15,-3-2-5 16,-1-2 0-16,-4-4-1 15,-4-5 0-15,-1-4-14 16,-2-2 14-16,-5-12-9 16,-3-6-5-16,-2-4 13 15,0-3-6-15,1-1 7 16,3 5 7-16,5 4-7 16,0 5 6-16,1 5-4 0,0 4 3 15,4 5-5-15,3 0-1 16,3 0 1-16,4 8 1 15,-1 1 0-15,2 3 1 16,-1 0-1-16,-1 0 7 16,-3 0-7-16,-2-3-1 15,-5-4 0-15,0-2 1 16,-3-3 0-16,0 0 14 16,0-8 12-16,0-7-15 15,0-3-11-15,0-1 5 16,0 1-4-16,3 3 4 15,2 3-5-15,0 3 5 16,1 4-6-16,1 2 1 16,3 3-1-16,3 0 0 15,1 0 0-15,3 6 0 0,0 0-1 16,-2 2-11-16,1-1-74 16,1-1-180-16,-5-2-217 15,-3-4-393-15</inkml:trace>
  <inkml:trace contextRef="#ctx0" brushRef="#br0" timeOffset="96383.5951">2533 3645 1737 0,'0'0'282'0,"0"0"-1"16,0 0-191-1,0 0 17-15,0 0 28 0,-4 41 10 16,4-25-63-1,5 0-28-15,2-1-30 0,1-2-14 16,2-1-8-16,-1-4-1 16,-1-4-1-16,1-3-6 15,-2-1-38-15,-1-6-24 16,-2-4-31-16,-1-4 4 16,-2-1 14-16,-1-2 25 15,0 1 31-15,0 1 17 16,-3 3 8-16,1 3 2 15,0 4 25-15,1 1 29 16,1 4-2-16,0 0-34 16,0 0-19-16,4 5-1 0,6 2 2 15,3 0-1 1,4-1 7-16,2-1-8 0,-1-2 1 16,1-3-1-16,-1 0-10 15,-3-4-36-15,-5-4-18 16,-3-1 3-16,-4-4 16 15,-3-1 37-15,-1-2 8 16,-6 1 21-16,0 1 32 16,1 3 47-16,1 3 47 15,2 3 16-15,2 4-16 16,0 1-68-16,1 1-49 16,0 7-20-16,4 6 7 15,4 5 11-15,3 2-1 16,3 2-6-16,0 2 3 15,2 1-7-15,-1 0-11 0,-3-2-6 16,0-1-8-16,-5-2-19 16,-3-3-84-16,-2-4-136 15,-4-8-120-15,-5-5-361 16,0-1-420-16</inkml:trace>
  <inkml:trace contextRef="#ctx0" brushRef="#br0" timeOffset="96608.9171">2708 3537 1461 0,'0'0'309'0,"0"0"21"16,0 0-140-16,-4-37-39 15,12 32-51-15,5 2-50 0,5 3-17 16,3 0 6-16,-1 6 2 16,0 4 10-16,-3 3-5 15,-5 0-4-15,-4 3-15 16,-6 0-6-16,-2 0-9 15,-2-1-6-15,-9 0-6 16,-3-3-71-16,-15-3-144 16,3-5-175-16,0-4-793 0</inkml:trace>
  <inkml:trace contextRef="#ctx0" brushRef="#br0" timeOffset="96743.4786">2888 3522 1847 0,'0'0'809'0,"0"0"-614"0,0 0-38 16,0 0-106-16,0 0-51 15,0 0-384-15</inkml:trace>
  <inkml:trace contextRef="#ctx0" brushRef="#br0" timeOffset="106012.9091">3165 4683 664 0,'0'0'95'0,"0"0"138"15,0 0-63-15,0 0-9 16,0 0-1-16,0 0-32 16,-18 18 13-16,18-14 5 15,3 2 2-15,4 0-8 16,2 0-38-16,6 0-7 16,4 1 6-16,5-1-23 15,10 0-9-15,10 2 2 16,9-1-8-16,5 0-2 15,-4-1-8-15,-1-1-12 16,-2-2-15-16,-1-1 2 16,3-2-10-16,2 0 5 15,0 0-4-15,2 0-1 16,2-1-5-16,1-2-1 0,0 0-4 16,-1 2-7-16,0-1 6 15,-1 0-5-15,-1 0-1 16,-3 1 0-16,-2 0 1 15,-2 0 4-15,1-1-5 16,-1 1 0-16,-2-2 8 16,0 1-8-16,0-1 1 15,1 0-1-15,2 0-1 16,-1 0 0-16,3 1 1 16,-1-1-1-16,2 1 6 15,1 0-4-15,2 0 7 0,-1 0 0 16,1 0 0-1,-1 1 0-15,1 0-9 0,3 1 1 16,-1 0 6-16,0 0-6 16,-1 0 6-16,0 0-6 15,-1 0 5-15,-2 0-4 16,-2 2 5-16,-2 0-1 16,-3 0-5-16,1-1 1 15,-1 0 5-15,-2 0-1 16,-2-1-5-16,-1 0 7 15,-2 0-7-15,-6 0 5 16,-6 0-4-16,-6-1-1 16,-2 1 8-16,2-1-7 15,3 0 4-15,1 0-6 0,-3 1 0 16,-3 0 1-16,-2-1 0 16,-3 0 1-16,-1 0 8 15,-1 1-2-15,0-2-1 16,-1 2-1-16,1-1 3 15,1 0-1-15,0 1-7 16,1-1 10-16,0-1-2 16,2 1-8-16,1 0 17 15,-1 0-9-15,1-1 1 16,0 1-4-16,0-1-4 16,1 0 5-16,1 0 1 15,0 0 4-15,2 0-3 16,0 0-2-16,-1 0 5 15,1 0 3-15,0 0-3 16,-2 0-3-16,-2 0 6 0,-2 0-4 16,-1 0-1-16,0 0 7 15,-3 0-2-15,-1 1 1 16,0 1-8-16,-1-2 1 16,-2 2 6-16,1-2-6 15,-1 1 10-15,1 1-7 16,0-2-6-16,-1 1 11 15,1 1-4-15,-3-2-2 16,3 2-1-16,-3-1-2 16,0 1-1-16,-1-2-7 15,0 2 11-15,-2-1-4 0,-1 0-5 16,1 1 4 0,-1 0-5-16,2 0 0 0,-2-1 0 15,0 1 1-15,-1 0-1 16,-1 0-1-16,0-1 1 15,0 1 0-15,-1 0 0 16,0 0-1-16,0 0-2 16,0 0-20-16,0 0-44 15,0 0-63-15,-17 0-70 16,0 1-347-16,-6 0-557 0</inkml:trace>
  <inkml:trace contextRef="#ctx0" brushRef="#br0" timeOffset="111749.29">13958 4706 360 0,'0'0'397'0,"0"0"-283"15,0 0-72-15,0 0 52 16,0 0 52-16,0 0-20 15,-16-5-2-15,16 5 11 16,0 0 4-16,0 0-2 0,0 0-14 16,0 0-8-16,0 0 2 15,1 0-18-15,3 0-6 16,5 0 0-16,7 0 10 16,15 4 19-16,19 0 14 15,20 1-27-15,7 0-40 16,0 0-18-16,-11 0-17 15,-13-1-7-15,-6 0 3 16,-11-2-8-16,-6 1-7 16,-7-2-3-16,-2 0-4 15,5 0-7-15,3 0 17 0,4 0 0 16,-1 0-12 0,-4-1-5-16,-2 0 0 0,-3 0 8 15,-4 0 0-15,-4 0 3 16,-3 0-6-16,-4 0-5 15,-4 0-1-15,-2 0 1 16,-2 0 1-16,0 0-2 16,-2 0-27-16,-25 0-113 15,0 0-238-15,-8 0-635 0</inkml:trace>
  <inkml:trace contextRef="#ctx0" brushRef="#br0" timeOffset="112838.4052">1146 5236 1423 0,'0'0'215'0,"0"0"-167"15,0 0 65-15,0 0-25 16,0 0 1-16,65 25-7 15,-20-23 37-15,16-2-5 16,5-4-25-16,0-6-2 16,-8-1-39-16,-8 2-20 15,-3 0-9-15,-10 1 16 16,-8 2-9-16,-9 2-11 16,-4 2-7-16,-2-1-8 15,-2 1-1-15,-2 1-8 16,-4 0-4-16,-5 1-3 0,-1 0-31 15,-20 12-122-15,-2 0-211 16,-5 1-1395-16</inkml:trace>
  <inkml:trace contextRef="#ctx0" brushRef="#br0" timeOffset="115465.5419">9275 4713 1048 0,'0'0'278'16,"0"0"-139"-16,0 0-68 16,0 0-21-16,0 0 104 15,0 0 13-15,0 0-15 16,47 16-18-16,-25-12-18 15,5 0-23-15,7 0-11 16,9-1-5-16,8-1 0 16,0-1-11-16,-7 0-5 0,-11-1-10 15,-9 0-3-15,-1 0-5 16,5 0-9-16,3 0-4 16,6-1-1-16,-1-2-10 15,5 0-8-15,8-1 5 16,8-1-7-16,0 2 7 15,-10-1-1-15,-12 2-6 16,-11 1 2-16,-1 1-4 16,4-1-6-16,6 1 11 15,4 0-6-15,1 0-4 16,-2 0 7-16,-2 0 0 16,-1 0-8-16,-1 0 10 15,-2 0 1-15,0 0 0 0,0 0-3 16,-1 0 4-1,0 0 1-15,0-1-13 0,0-2 17 16,0 2-9-16,0-1-1 16,0 1 1-16,1-2 0 15,-1 2 0-15,0 0-3 16,0-1-5-16,-1 1 5 16,-1 0 2-16,0 1-2 15,-1 0 0-15,0 0-6 16,-3 0 2-16,0 0-1 15,0 0 9-15,-1 1-1 16,-1 0-4-16,2 1-4 0,-2-1-1 16,1 0 13-1,1 1-5-15,1-1 4 0,1-1-3 16,-1 0 3-16,1 0-3 16,-1 0 0-16,-1 1-2 15,0 0 5-15,0 0-3 16,0-1 5-16,-2 1-5 15,0 0 1-15,-1 0 2 16,0 0 0-16,-1 0 3 16,1-1 5-16,0 1-1 15,-2-1-4-15,0 0-1 16,-1 0 1-16,-1 0-8 16,0 0 2-16,-1 0-7 15,1 0 14-15,0 0-5 16,-1 0-5-16,1-1-5 0,0 0-1 15,0-1 6-15,-1 1-5 16,0 0 6-16,-3 0 5 16,-3-1-5-16,-3 2-6 15,-3 0 5-15,-1 0 0 16,-1 0-4-16,-1 0-1 16,0 0 5-16,0 0-5 15,0 0-1-15,0 0 0 16,0-2 0-16,-2 0-12 15,-5-2-63-15,-21-4-130 16,-1 1-344-16,-4-3-792 0</inkml:trace>
  <inkml:trace contextRef="#ctx0" brushRef="#br0" timeOffset="421779.3736">6781 2653 796 0,'0'0'866'0,"0"0"-600"0,0 0 18 16,0 0-33-16,0 0-7 15,0 0-73-15,0 0-77 16,0-13-45-16,0 25-15 16,0 5 11-16,0 5-4 15,0 2-28-15,0 1-13 16,0-1-23-16,3 6-95 16,3-6-196-16,2-5-352 0</inkml:trace>
  <inkml:trace contextRef="#ctx0" brushRef="#br0" timeOffset="422229.396">7270 2670 1287 0,'0'0'502'16,"0"0"-199"-16,0 0-67 15,0 0 4-15,0 0-46 16,0 0-74-16,0 0-64 16,-2 5-35-16,2 4-15 15,0 2 5-15,0 3-11 16,2 1 9-16,1-1-9 15,0-1 0-15,-1-1-29 0,-1-2-147 16,-1 0-98-16,0-4-254 16,-6-2-312-16</inkml:trace>
  <inkml:trace contextRef="#ctx0" brushRef="#br0" timeOffset="422416.6994">7201 2740 1380 0,'0'0'359'16,"0"0"-174"-16,0 0-112 16,0 0 49-16,0 0-29 15,0 0-33-15,0 0-24 16,36 41-20-16,-23-33-16 16,2-2 0-16,2-4-172 0,-4-1-362 15,-3-1-430-15</inkml:trace>
  <inkml:trace contextRef="#ctx0" brushRef="#br0" timeOffset="422577.6345">7337 2710 1403 0,'0'0'317'0,"0"0"-131"16,0 0-19-16,-14 44-15 15,10-22-80-15,-1 1-32 16,1 3-22-16,-1 8-18 15,1-5-174-15,1-8-622 0</inkml:trace>
  <inkml:trace contextRef="#ctx0" brushRef="#br0" timeOffset="423272.6396">9969 3097 1162 0,'0'0'229'0,"0"0"-139"15,0 0-68-15,0 0-22 16,0 0-58-16,0 0-152 16,57-4-426-16</inkml:trace>
  <inkml:trace contextRef="#ctx0" brushRef="#br0" timeOffset="423462.9264">10913 3076 1309 0,'0'0'184'0,"0"0"-184"15,0 0-10-15,0 0-41 16,-41-1-191-16</inkml:trace>
  <inkml:trace contextRef="#ctx0" brushRef="#br0" timeOffset="423679.0552">10000 3070 1194 0,'0'0'0'0,"0"0"-13"15,51-6-39-15,-19 3 5 16,1-2-246-16</inkml:trace>
  <inkml:trace contextRef="#ctx0" brushRef="#br0" timeOffset="423864.4239">10848 3112 1506 0,'0'0'198'16,"0"0"-198"-16,0 0-8 16,-44-10-100-16,29 6-17 15,0 1-423-15</inkml:trace>
  <inkml:trace contextRef="#ctx0" brushRef="#br0" timeOffset="424042.3922">9974 3109 200 0,'0'0'0'0</inkml:trace>
  <inkml:trace contextRef="#ctx0" brushRef="#br0" timeOffset="424193.9352">10661 3105 334 0,'0'0'0'0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07:23.0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474 1084 848 0,'0'0'1116'0,"0"0"-807"0,0 0-137 16,0 0 64-16,0 0-20 15,0 0-60-15,28-7-60 16,17-8-23-16,17-7-25 16,9-3-18-16,-6 1-15 15,-15 4-3-15,-19 8-3 16,-10 2-8-16,-2 1-1 16,0 1-12-16,-1-1-64 0,-3 1-94 15,-8 5-182-15,-4 0-220 16,-3 3-278-16</inkml:trace>
  <inkml:trace contextRef="#ctx0" brushRef="#br0" timeOffset="218.28">560 1109 1096 0,'0'0'862'16,"0"0"-736"-16,0 0 45 15,0 0 70-15,0 0 40 16,69 8-19-16,-11-22-96 15,9-4-51-15,-1-4-37 16,-7 1-14-16,-18 6-10 16,-10 2-16-16,-9 5-28 15,-6 0-4-15,0 0-6 0,-1 1-41 16,0 2-125-16,-6 2-298 16,-7 3-835-16</inkml:trace>
  <inkml:trace contextRef="#ctx0" brushRef="#br0" timeOffset="5820.1852">315 1601 1031 0,'0'0'409'16,"0"0"-191"-16,0 0-11 15,0 0 38-15,-41-32-13 16,35 30-4-16,0 2-73 16,0 0-49-16,-1 11-67 15,-1 12-27-15,0 13-3 0,5 9-3 16,3-1 3 0,0-9-9-16,7-12 0 0,4-5 0 15,1 0-1-15,4 0 1 16,3-1-12-16,-2-4 11 15,0-5 0-15,-4-5 1 16,0-3-9-16,-6 0 8 16,-1-1-23-16,-3-5 24 15,-3-2-1-15,0-1 2 16,-7 1-2-16,-4 0-7 16,-3 1-10-16,0 3 6 15,1 0-21-15,1 3 8 16,6 0 13-16,3 0-9 15,3 0-98-15,0-3-122 16,6-1-35-16,9-1 0 0,2-2 49 16,2-1-30-16,2-4-63 15,-3 3-71-15,-5 2-147 0</inkml:trace>
  <inkml:trace contextRef="#ctx0" brushRef="#br0" timeOffset="6098.4319">408 1733 354 0,'0'0'502'15,"0"0"-194"-15,0 0-11 16,0 0 6-16,0 0-63 15,0 0-17-15,0 0-72 16,-24-29-69-16,28 29-58 16,6 0-20-16,3 0-2 15,4 7 17-15,2 2-4 16,-2 2-8-16,-4 2 7 0,0 0-1 16,-4 0 8-16,-2 0-9 15,-4-1 4-15,-2-3 3 16,-1-1-1-16,0-4 2 15,-3-1 9-15,-4-3-2 16,1-3-10-16,-1-8-17 16,0-5-26-16,3-5-72 15,4-1-40-15,0 2-37 16,11-1-94-16,13-2-65 16,-2 5-75-16,-1 2-314 0</inkml:trace>
  <inkml:trace contextRef="#ctx0" brushRef="#br0" timeOffset="6481.5022">563 1642 778 0,'0'0'235'0,"0"0"-100"16,0 0-47-16,0 0-11 15,0 0-15-15,0 0-43 16,0 0 0-16,45 20 7 15,-34-20-13-15,-1-5 5 16,1-3 2-16,-2-2 12 16,-3-2-2-16,-2 1 45 15,-3 1 81-15,-1 1 14 16,-1 2 16-16,-6 1-37 16,1 3-14-16,1 0 15 15,1 2-25-15,-1 1-59 0,2 1-26 16,0 7-27-16,0 4-5 15,3 1-1-15,0 3-5 16,0 1 4-16,8-2-5 16,1-2-1-16,3-3 0 15,3-2-20-15,2-4 20 16,3-4-36-16,2 0-145 16,6-18-119-16,-6-1-352 15,-5-1-323-15</inkml:trace>
  <inkml:trace contextRef="#ctx0" brushRef="#br0" timeOffset="6857.9932">767 1515 1239 0,'0'0'237'0,"0"0"-64"0,0 0-117 16,0 0-4-16,0 0 43 16,0 0 11-16,0 0-77 15,33 25-10-15,-20-23-13 16,0-2-5-16,0-3 28 15,-2-6-4-15,-1-1-14 16,-4-3-5-16,-2-1 6 16,-2-1 7-16,-2 2 46 15,0 1 34-15,-2 3 20 16,-1 3 32-16,1 3 11 16,2 3-65-16,0 0-58 0,0 3-28 15,1 8-10-15,9 5 10 16,2 4 16-16,5 3 31 15,1 3-7-15,2-1-6 16,-1 1-17-16,0-1-5 16,-3 0-13-16,-3-2-3 15,-5 0-6-15,-6-2-1 16,-2 2 0-16,-11-1 0 16,-27 12-63-16,2-6-206 15,-3-3-475-15</inkml:trace>
  <inkml:trace contextRef="#ctx0" brushRef="#br0" timeOffset="8837.1668">167 2082 1265 0,'0'0'251'0,"0"0"-162"15,0 0 52-15,0 0-47 16,0 0-14-16,31 38-17 16,-19-37-35-16,1-1-17 15,-2-2-3 1,-1-7 11-16,-3-4 0 0,-4-1-7 0,-3-2-3 15,0 0 4-15,-3 0-12 16,-3 2 10-16,-3 2-11 16,1 4 0-16,0 3-4 15,1 4-3-15,4 1-17 16,0 5-140-16,3 12-75 16,7-1-59-16,2 0-470 0</inkml:trace>
  <inkml:trace contextRef="#ctx0" brushRef="#br0" timeOffset="9883.2291">295 2220 1190 0,'0'0'245'16,"0"0"-60"-16,0 0 57 15,0 0-62-15,0 0-47 16,0 0-42-16,0 0-27 16,-10-25-42-16,12 34-12 15,7 4 11-15,4 5 0 16,1 3-5-16,2 2-5 16,-2 1-5-16,-1-3-5 0,1-2-1 15,-2-3 0-15,4-6-220 16,-4-4-356-16,-5-6-429 0</inkml:trace>
  <inkml:trace contextRef="#ctx0" brushRef="#br0" timeOffset="10462.2385">450 2164 819 0,'0'0'931'0,"0"0"-706"0,0 0-124 16,0 0-60-16,0 0 11 16,-2 42 39-16,10-26-6 15,0 1-42-15,2-3-20 16,0-1-9-16,-1-4-8 16,-3-3-6-16,-3-4 1 15,-1-2-1-15,-2 0 8 16,0-8-4-16,-7-6-4 15,-4-6-10-15,-2-3 9 16,1-3 1-16,1 1 6 16,2 3-6-16,3 5 11 15,5 5 12-15,1 7-13 16,1 5-10-16,11 0 6 0,2 8 1 16,5 3 6-16,1 2 1 15,-1 0-4-15,-1 0-4 16,-1-1-6-16,-3-4 0 15,-4-1 0-15,-5-3 0 16,-2-3 1-16,-1-1 0 16,-2-1 17-16,0-9 62 15,-5-4-42-15,1-5-25 16,-1-2-10-16,3 1 7 16,2 3-2-16,0 4-7 15,4 3-1-15,3 6-12 16,3 4 5-16,3 0 7 15,4 3 2-15,5 6 4 0,1 1 0 16,3 0-6 0,0 0 0-16,-2-1 0 0,-2-3-76 15,-2-3-149-15,-5-5-294 16,-2-7-57-16,-7-3-258 0</inkml:trace>
  <inkml:trace contextRef="#ctx0" brushRef="#br0" timeOffset="11159.8542">798 2021 36 0,'0'0'1060'0,"0"0"-698"15,0 0 27-15,-23-36-103 16,20 32-61-16,1 3-41 16,-1 1-67-16,2 1-62 15,0 7-26-15,-1 4-28 16,2 4 8-16,0 1-8 0,0 1 8 16,0-2-8-1,4-2 0-15,2-4-1 0,-2-4-12 16,0-4 3-16,1-2-6 15,-1-2 3-15,2-7 10 16,-2-3 2-16,2-2 0 16,-2 0 0-16,2 2-2 15,-3 2-4-15,1 3 6 16,0 4 0-16,0 1-18 16,1 2 12-16,1 2 6 15,2 3 0-15,2 2 4 16,2 1-4-16,1-1-1 0,-2-2-33 15,1-4-108 1,-1-1-65-16,-2-3-65 0,-3-7-42 16,-4-4 42-16,0-4 65 15,-2 0 111-15,-2-1 96 16,-5 2 59-16,1 4 82 16,-1 1 14-16,2 6-2 15,1 4 16-15,1 2-19 16,1 0-63-16,1 4-59 15,1 4-20-15,0 0-8 16,0 0 0-16,5-1-12 16,1-1 3-16,1-2-48 15,-2-2-63-15,0-2-44 16,-2 0 90-16,-1-1 74 16,-1-5 26-16,-1 1 34 0,0 1 70 15,0 1 29 1,0 3-38-16,1 0-60 0,2 3-44 15,3 6-5-15,4 5-2 16,4 3 22-16,1 4 10 16,1 3 0-16,-2 1 11 15,-2 1-5-15,-4 0-2 16,-3-2-6-16,-5-3-16 16,0-4-8-16,-7-1-4 15,-5-6 10-15,-3-4 7 16,-1-5-22-16,-1-2-7 15,0-12-54-15,1-23-132 16,5 1-286-16,4 0-288 0</inkml:trace>
  <inkml:trace contextRef="#ctx0" brushRef="#br0" timeOffset="11496.1973">1067 1913 85 0,'0'0'1193'16,"0"0"-1045"-16,0 0-59 16,0 0-40-16,0 0-13 15,0 0-6-15,0 0-19 16,7 19-11-16,-5-19 28 16,0-4 55-16,-2-4-8 15,0-3-27-15,0-1-13 0,0-2-7 16,-4 0 14-1,0 3 31-15,-2 3 26 0,2 4 43 16,-1 4-10-16,1 0-30 16,-1 6-32-16,-1 7-36 15,-2 3-13-15,0 5 5 16,2 1-9-16,4 1-6 16,2-2-10-16,1 0-1 15,18-3-85-15,0-5-140 16,2-7-535-16</inkml:trace>
  <inkml:trace contextRef="#ctx0" brushRef="#br0" timeOffset="11610.8747">1268 1925 1590 0,'0'0'733'0,"0"0"-595"0,0 0-49 16,0 0-89-16,0 0-37 15,-38-10-302-15</inkml:trace>
  <inkml:trace contextRef="#ctx0" brushRef="#br0" timeOffset="12830.9885">1610 2776 1167 0,'0'0'255'16,"0"0"10"-16,0 0-11 0,0 0-91 16,0 0-101-16,0 0-40 15,-8 86-3-15,16-26 6 16,2 4 31-16,-3-5-10 16,-1-9 14-16,-3-2-6 15,-2-1-24-15,-1-10-9 16,0-11-11-16,0-9-10 15,0-7-5-15,0-4 5 16,0-3 0-16,0-3 8 16,0-14 6-16,0-18-4 15,0-13 4-15,0 0 5 16,4 9 12-16,2 14 24 0,0 12-4 16,0 2-5-16,3 2-18 15,2 5-19-15,3 3 9 16,3 11 6-16,4 7 14 15,3 6 14-15,0 3-6 16,2 8-5-16,-3 7-19 16,-5 8-20-16,-7 2-2 15,-4-2-16-15,-4-15-224 16,-3-13-550-16</inkml:trace>
  <inkml:trace contextRef="#ctx0" brushRef="#br0" timeOffset="13915.4439">3659 6935 1430 0,'0'0'608'16,"0"0"-396"-16,0 0-62 15,0 0-64-15,0 0-52 16,4 53-1-16,7-11 96 16,1-1-41-16,-2-7-18 15,-2-12-19-15,0-9-15 16,0-1-15-16,2-2-12 15,3-2-8-15,-1-5 11 16,-2-3-4-16,0-9 10 16,-1-7-3-16,-1-5-8 15,-2-2-5-15,-1 0 5 16,-2 3-6-16,0 4 7 0,-1 6-2 16,-1 5 1-16,0 5 6 15,1 0-11-15,2 8-2 16,5 6 1-16,2 4 6 15,2-1 4-15,2 0 7 16,0-3 1-16,0-6 4 16,-1-3-8-16,-1-5-2 15,0 0 14-15,-2-12 5 16,0-6-10-16,-1-11-8 16,-2-11-8-16,-5-10-5 15,-3 3 7-15,0 12-1 16,0 12-1-16,-3 11-6 0,-3 2-6 15,0 3-45-15,-1 4-79 16,0 3-233-16,6 0-458 0</inkml:trace>
  <inkml:trace contextRef="#ctx0" brushRef="#br0" timeOffset="16354.6239">4877 6936 1311 0,'0'0'496'15,"0"0"-293"-15,0 0 2 0,0 0-80 16,0 0-49-16,75-1 43 16,-3-3 22-16,12-2-4 15,3-3-29-15,-7 0-32 16,-16 1-24-16,-4-1-14 15,-14 1-14-15,-13 3-11 16,-12 0-5-16,-6 1-7 16,-3 1 0-16,-2 0-1 15,-4 0 0-15,-6 1-36 16,0 2-65-16,-12 0-170 16,-21 4-68-16,3 4-239 15,-4 0-103-15</inkml:trace>
  <inkml:trace contextRef="#ctx0" brushRef="#br0" timeOffset="16611.3181">4853 7092 1385 0,'0'0'283'0,"0"0"-17"15,0 0-51-15,46-1 18 16,6-9 15-16,25-7-75 15,10-1-56-15,1-2-47 16,-9 3-19-16,-13 3-20 16,-7 2-8-16,-13 3-14 15,-13 4-8-15,-13 2 5 0,-7 1-6 16,-3 2-47-16,-4 0-126 16,-6 3-180-16,-10 3-315 15,-8 2-416-15</inkml:trace>
  <inkml:trace contextRef="#ctx0" brushRef="#br0" timeOffset="26248.3029">12867 4541 656 0,'0'0'884'0,"0"0"-708"0,0 0 8 15,0 0 2-15,0 0-16 16,0 0-31-16,-2 0-7 15,16-1-23-15,7-1-6 16,12 0-36-16,11-2-27 16,11 0-13-16,2-1-9 15,-2 1-12-15,-12 1-5 16,-14 0-1-16,-9 2-35 16,-5 0-122-16,-1 1-150 15,-5 0-233-15,-1 0-99 16,-8 2-495-16</inkml:trace>
  <inkml:trace contextRef="#ctx0" brushRef="#br0" timeOffset="26433.4436">12939 4630 1213 0,'0'0'238'15,"0"0"-55"-15,0 0 1 16,0 0 2-16,0 0-5 15,81-3-73-15,-10-8-24 16,6-1-45-16,-5 5-26 16,-19 5-13-16,-24 2-132 15,-15 0-426-15</inkml:trace>
  <inkml:trace contextRef="#ctx0" brushRef="#br0" timeOffset="29623.5016">8531 4116 345 0,'0'0'913'16,"0"0"-631"-16,0 0-71 15,0 0-51-15,0 0 8 16,0 0-38-16,-2 0-42 15,8-1-36-15,4-2-18 16,1-1-12-16,2 1-4 16,2 0-4-16,0-1-7 15,-1 2-6-15,-1-2 6 16,-1 2-7-16,-2 1-26 16,-2 0-78-16,-3 1-135 15,0 0-153-15,-2 0-230 0,-1 0-356 16</inkml:trace>
  <inkml:trace contextRef="#ctx0" brushRef="#br0" timeOffset="29832.7525">8533 4198 409 0,'0'0'849'0,"0"0"-602"15,0 0 5-15,0 0-72 16,0 0-26-16,0 0-13 15,0 0-15-15,15 9-28 16,4-9-39-16,3 0-21 16,2-2-22-16,0-4-16 15,1-3-11-15,8-6-93 0,-7 3-174 16,-5 0-384-16</inkml:trace>
  <inkml:trace contextRef="#ctx0" brushRef="#br0" timeOffset="30166.9433">8659 4025 763 0,'0'0'883'0,"0"0"-601"16,0 0-6-16,0 0-125 0,0 0-30 15,0 0-29 1,0 0-51-16,18-3-24 0,1 3 1 15,4 0 9-15,0 0-3 16,-3 0-3-16,-2 3-5 16,-3-1-7-16,-4 1-7 15,-3 3 5-15,-4 2 2 16,-3 2 3-16,-1 2 4 16,-2 3 17-16,-6 2 17 15,-3-1-3-15,0 1-20 16,-1-1-12-16,1 0-13 15,0-2-2-15,3 0-7 16,8 4-159-16,0-5-315 0,1-2-433 16</inkml:trace>
  <inkml:trace contextRef="#ctx0" brushRef="#br0" timeOffset="32232.7859">9878 3028 872 0,'0'0'510'15,"0"0"-271"-15,0 0-24 16,0 0-79-16,9-40-45 15,1 35-41-15,4 2-28 0,1 3-13 16,1 0-8 0,-1 4 5-16,-2 4 1 0,-4 2-6 15,-5 2 0-15,-3 2 5 16,-1 1 0-16,-5-1-4 16,-5 1 7-16,0-1-2 15,1-4-1-15,1-2-5 16,2-3 6-16,4-4 17 15,1 0 7-15,1-1-2 16,0 0 0-16,0 1-12 16,6 1-6-16,4 2-2 15,3 2-1-15,2 1 0 16,-1 0-7-16,0 2 0 16,-3 1 0-16,-4 0 0 15,-2 3 1-15,-3-1 4 0,-2 1-5 16,-2-1 7-16,-8 0 5 15,-4-1 0-15,-3-1 1 16,-3-3-1-16,-2-2 0 16,1-1-2-16,0-4-4 15,3 0-5-15,2 0-1 16,5 0-1-16,3-4-20 16,8 0-93-16,5 0-192 15,5 0-469-15</inkml:trace>
  <inkml:trace contextRef="#ctx0" brushRef="#br0" timeOffset="32487.7716">10268 3041 1242 0,'0'0'751'16,"0"0"-466"-16,0 0-60 15,0 0-88-15,0 0-40 16,0 0-62-16,0 0-15 16,-5 32 12-16,3-12 7 15,-1 2-7-15,1-1-20 16,0 0-6-16,-1-2-5 16,-1 1-1-16,2 1-133 15,-1-4-210-15,0-5-519 0</inkml:trace>
  <inkml:trace contextRef="#ctx0" brushRef="#br0" timeOffset="32699.1542">10136 3119 955 0,'0'0'737'0,"0"0"-498"16,0 0-52-16,0 0-29 15,60 14 41-15,-33-5-59 16,1 2-64-16,1 0-44 16,-2 1-21-16,-1 1-11 15,7 1-66-15,-8-4-231 0,-6-3-566 16</inkml:trace>
  <inkml:trace contextRef="#ctx0" brushRef="#br0" timeOffset="33094.9264">10426 3048 1657 0,'0'0'315'0,"0"0"-104"16,0 0-124-16,0 0-44 16,0 0 9-16,47-12-21 15,-30 12-4-15,-1 4-8 16,-4 3-3-16,-5 2-8 0,-4 2-2 15,-3 0 1 1,0 1-6-16,-8 2 7 0,-3-1-7 16,-1-2 5-16,0-1-6 15,3-4 1-15,2-3 6 16,4-1 4-16,3-2 17 16,0 0 72-16,0 0-30 15,5 0-40-15,5 0-18 16,1 0-5-16,2 0 1 15,2 1-1-15,0 4 5 16,1 3 6-16,-3 0 27 16,-2 2 1-16,-5 0-22 15,-4 2-11-15,-2 2-5 16,-16 2-8-16,-27 11-31 16,2-4-163-16,-6-1-548 0</inkml:trace>
  <inkml:trace contextRef="#ctx0" brushRef="#br0" timeOffset="33967.8595">8725 3726 477 0,'0'0'1003'16,"0"0"-675"-16,0 0-83 16,0 0-77-16,0 0-46 0,21-36-45 15,-8 32-31-15,2 0-18 16,1 4-10-16,0 0-12 16,-2 4-6-16,-2 4 12 15,-4 3-4-15,-4 2-7 16,-3 2 10-16,-1 2-10 15,-6 1 8-15,-6 0-8 16,0-2 0-16,1-4 0 16,3-4 0-16,3-3 5 15,2-3 0-15,3-2 2 16,0 0 26-16,1 0 5 16,7 0-20-16,3 0-10 15,5 0 7-15,1 1-5 0,1 1-1 16,-2 3 1-16,-1 1 2 15,-3 3 11-15,-3 1 24 16,-2 3-8-16,-5 2-17 16,-2 2-3-16,-3 2-6 15,-12 3-8-15,-13 2-6 16,-15 3-53-16,4-5-199 16,1-7-424-16</inkml:trace>
  <inkml:trace contextRef="#ctx0" brushRef="#br0" timeOffset="34875.3145">10188 5066 1235 0,'0'0'293'16,"0"0"-52"-16,0 0-64 15,0 0-40-15,0 0-31 16,25-38-41-16,-13 33-19 16,1 2-16-16,0 3-15 15,-3 0-2-15,-2 0-3 0,-2 3-2 16,-3 2 1-16,-3 1 0 15,0 2 7-15,0 2 0 16,-5 0 2-16,-2-2-3 16,0-1 0-16,2-1 1 15,1-4 8-15,2 0 32 16,2-2 41-16,0 0-1 16,1 0-28-16,5-3-29 15,3 0-18-15,2 0-8 16,1 2-2-16,0 1-2 15,0 0-3-15,-3 2 1 16,-1 4 8-16,-2 2 2 16,-6 1 8-16,0 2 13 0,-4 2 2 15,-6 0-9-15,-8 2-1 16,-3-1-15-16,-5 1-13 16,-4-2-2-16,-2-2-18 15,-17-4-141-15,8-3-365 16,1-4-959-16</inkml:trace>
  <inkml:trace contextRef="#ctx0" brushRef="#br0" timeOffset="59432.4771">5894 6606 751 0,'0'0'614'16,"0"0"-381"-16,0 0 23 15,0 0-17-15,0 0-74 16,0 0-40-16,-4-5-42 16,19 5-7-16,13 0 14 15,10 0-15-15,11-4-9 16,-2-2-23-16,-9 2-19 15,-11-1-17-15,-6 2-6 16,-1-1-1-16,-1 0-103 16,-8-2-228-16,-6 3-360 15,-5-2-358-15</inkml:trace>
  <inkml:trace contextRef="#ctx0" brushRef="#br0" timeOffset="59748.6445">5874 6484 1174 0,'0'0'317'0,"0"0"-52"0,0 0-146 16,0 0-15-16,0 0-3 16,0 0 23-16,-9 40 30 15,6-16-25-15,-2 2-25 16,-1 1-13-16,0-2-20 15,1 0-23-15,2-2-9 0,3-1 9 16,0-4-1-16,5-3-15 16,8-5-8-16,7-3 0 15,12-5 1-15,14-2 5 16,13-10-20-16,3-5-8 16,-4-1-2-16,-7 2-10 15,-12 3-232-15,-10 3-323 16,-13 2-577-16</inkml:trace>
  <inkml:trace contextRef="#ctx0" brushRef="#br0" timeOffset="109241.5322">13788 3842 1245 0,'0'0'479'0,"0"0"-265"16,0 0 30-16,0 0-9 15,0 0-26-15,0 0-36 16,4 2-26-16,5-2-43 16,7-8-11-16,13-6-22 15,17-8-31-15,15-9 2 16,7-1-10-16,-5 0-16 0,-16 8-1 15,-18 7-14 1,-12 7 5-16,-5 3-5 0,-3 0 0 16,-2 1-1-16,-2 1-6 15,-3 1-9-15,-2 2-19 16,0 0-50-16,-7 2-74 16,-5 0-170-16,-18 3-152 15,3 4-106-15,-4 0-222 0</inkml:trace>
  <inkml:trace contextRef="#ctx0" brushRef="#br0" timeOffset="109654.8946">13834 3653 734 0,'0'0'668'0,"0"0"-347"15,0 0-51-15,0 0-13 16,0 0-59-16,0 0-58 16,0 0-49-16,9-27-28 15,-10 36-32-15,-7 6-6 16,-6 12 46-16,-2 1 14 16,-1 4-15-16,-1 0-15 15,6-5-16-15,0 3-9 16,5-5-12-16,5-3-4 15,2-3-4-15,4-3 8 16,6-2-1-16,5-4 14 0,3-2 10 16,3-4 6-16,3-4-9 15,2 0 2-15,2-4-13 16,1-5-7-16,-1-3-4 16,-2 1-8-16,-4 1-8 15,-7 3 0-15,-6 2-1 16,-6 4-59-16,-3 1-64 15,-25 13-169-15,-1 2-416 16,-5 2-542-16</inkml:trace>
  <inkml:trace contextRef="#ctx0" brushRef="#br0" timeOffset="140785.672">8848 4574 413 0,'0'0'980'0,"0"0"-740"15,0 0-99-15,0 0-19 16,0 0-8-16,0 0-13 16,-4-1-61-16,11-1-18 0,5-2-14 15,1 1-8 1,0 0 0-16,1 1-49 0,-3 1-80 15,-3 1-145-15,-3 0-95 16,-4 5-215-16</inkml:trace>
  <inkml:trace contextRef="#ctx0" brushRef="#br0" timeOffset="140924.3505">8818 4663 208 0,'0'0'663'15,"0"0"-475"-15,0 0-61 16,0 0 9-16,0 0-4 15,0 0-37-15,39-19-47 16,-20 5-48-16,5-5-24 16,-4 2-230-16,-6 0-659 0</inkml:trace>
  <inkml:trace contextRef="#ctx0" brushRef="#br0" timeOffset="141128.7592">8914 4466 1194 0,'0'0'349'0,"0"0"-181"16,0 0-89-16,0 0-11 15,54-5 35-15,-27 10-10 16,2 7 19-16,-1 5-36 16,-8 5-39-16,-11 10-21 15,-20 16-16-15,-37 13-9 0,-4-9-242 16,-9-8-843-16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10:25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446 2919 388 0,'0'0'1134'16,"0"0"-913"-16,0 0-77 15,0 0 12-15,0 0-22 16,0 0-39-16,-2 2-42 16,9-2-25-16,5-1-1 15,4-4-1-15,1-2-5 16,3 0-7-16,0-2-4 0,0 0-10 15,-3 0 0-15,-2 2-43 16,-4 2-87-16,-4 4-144 16,-1 1-263-16,-6 0-126 0</inkml:trace>
  <inkml:trace contextRef="#ctx0" brushRef="#br0" timeOffset="189.0202">428 2990 390 0,'0'0'46'0,"0"0"712"0,0 0-542 16,0 0-87 0,0 0 56-16,0 0-57 0,0 0 0 15,36 10-62-15,-7-12-31 16,4-6-16-16,1-2-16 16,2-3-3-16,4-11-134 15,-8 3-402-15,-9 1-646 0</inkml:trace>
  <inkml:trace contextRef="#ctx0" brushRef="#br0" timeOffset="428.9647">600 2747 1588 0,'0'0'341'0,"0"0"-171"16,0 0-81-16,0 0-46 0,0 0 22 15,38 16 51-15,-14-10-30 16,2 1-16-16,1 1-17 16,-1 0-6-16,-4 1-4 15,-8 4-10-15,-8 5-15 16,-12 12-11-16,-36 20-7 16,-47 22-35-16,5-6-210 15,-11-6-625-15</inkml:trace>
  <inkml:trace contextRef="#ctx0" brushRef="#br0" timeOffset="3526.7723">994 2060 819 0,'0'0'269'0,"0"0"-82"0,0 0-47 16,0 0-13-16,0 0-30 15,0 0-40-15,-3-1-26 16,1 7-15-16,0 4 10 16,0 3 41-16,-1 5 5 15,1 3-7-15,0 1 3 16,1 2 3-16,-1 2-11 15,0 1-5-15,0 0-5 16,1 2 8-16,-1 1-12 16,2 1-17-16,0-1-2 0,0-2 4 15,0-1 5-15,0-2-18 16,2-3-2-16,1-1 3 16,-1 0 1-16,0-1-2 15,1-1-3-15,-2 0 1 16,2 0 0-16,-2-2 2 15,1 1-4-15,-1-1-5 16,0 0 1-16,0 1-9 16,0 0 13-16,-1-1-14 15,1 2 1-15,0-1 0 0,0 2 0 16,0 0 0 0,1 0 5-16,1 2-6 0,0 1 1 15,0 0 0 1,1 1 5-16,1 1-5 0,0-1 0 15,-1 0 0-15,2 0 1 16,-2 0-1-16,0 2 1 16,-1-1-1-16,2 1 1 15,-3-1 8-15,1-1-10 16,-1 0 8-16,-1-1-2 16,1 1 1-16,-2-1 1 15,0 0-1-15,0 0-6 16,0-1 6-16,0 1-1 15,0-1 3-15,0 0-3 16,-2 1 2-16,0 0-7 0,1 0 8 16,-1-1-8-16,0-1 1 15,2 0 4-15,-1-1-5 16,-1-1 0-16,2-2 5 16,-1 2-5-16,-1-2 0 15,2 1 1-15,-1-1 5 16,-1 1-1-16,1-1-5 15,0 1 1-15,0-2-2 16,1 0 6-16,0 1-6 16,0-1 0-16,0 0 0 15,0 0 0-15,0 1 0 16,0 1 1-16,0 0-1 16,0 1 1-16,0 1 0 15,0-1-1-15,-1 0 0 16,-2 0 1-16,1 0 0 0,-1-1 0 15,1-2 0-15,-1 0-1 16,0-2 0-16,2-1 1 16,-2 1 1-16,1-1-1 15,1-1 1-15,0 0 6 16,0-2 3-16,1 1-10 16,-1 1 4-16,1-2-4 15,0 1 0-15,0-1 5 16,0 0-5-16,0 1 0 15,0-1 5-15,0 1-5 16,0-1 5-16,0 1-6 16,0-1 9-16,0 0-1 0,0 0-1 15,0 0 2-15,0 0-1 16,0-1-7-16,0 0 8 16,0 0-7-16,0 1 4 15,0-2-5-15,0-2 6 16,0 1 2-16,-1-1-1 15,0-2-1-15,0 0 1 16,1-2 1-16,0-1 4 16,0 0-4-16,-1-1 4 15,1 1 2-15,0 0-3 16,-1-1-1-16,1 2 4 16,0-1-8-16,0 0 5 15,-2 1-4-15,2-1-1 16,0 0-1-16,0 1-4 0,-1 0 4 15,1 0 0-15,0 0-5 16,-2 2 6-16,2-1-5 16,-1 1 7-16,1-1 1 15,-2 1-4-15,2 0 2 16,-1-1 2-16,1-1-1 16,0 0 3-16,-1 0-3 15,1 0 6-15,0-1-3 16,0 0-1-16,0 0-1 15,0-1-1-15,0 1 6 16,0-1 1-16,0 0 1 16,-1 0 1-16,1 0 4 15,0 0-1-15,-1 0 11 16,1 0-1-16,0 0 1 0,0 0-8 16,0 0-3-1,0 0-5-15,0 0-4 0,0 0-4 16,0 0 1-16,0 0-3 15,0 0 1-15,-1 0-1 16,-1-4-5-16,-1-3 0 16,-1-3-1-16,0-4-59 15,2-4-103-15,5-13-111 16,8 4-397-16,1 1-1299 0</inkml:trace>
  <inkml:trace contextRef="#ctx0" brushRef="#br0" timeOffset="5073.8668">997 4296 329 0,'0'0'34'15,"0"0"799"-15,0 0-649 16,0 0-44-16,0 0 12 16,0 0-18-16,0 0-37 15,-5 0-12-15,11 3 17 0,3 2-25 16,2 0-6 0,5-1-14-16,1 0-12 15,3-1-13-15,2 1-6 16,1-1-9-16,1-1-6 0,1 0-1 15,0-1 8-15,1 0-8 16,0-1 2-16,3 0 11 16,1 0 0-16,-1-3-5 15,1 0-3-15,-1 0-6 16,-4 0 0-16,0 2 0 16,-2 1-2-16,-2 0 1 15,0 0 1-15,-3 0-8 16,2 2 17-16,-1-1 0 15,2 0 6-15,0-1 7 0,1 0-10 16,0 0 7 0,1 0-16-16,-2-1 6 0,1 0-2 15,-2-1-10-15,-1 1 2 16,1-1 1-16,0 0-2 16,0 1 2-16,2-1-3 15,-1 0 3-15,1 1-7 16,1-2 5-16,-3 1-1 15,0 2-5-15,-1-1 7 16,-1 1-7-16,-2 0 0 16,0 0 6-16,-2 0-5 15,2 0 6-15,-1 0-6 16,0 0 8-16,3 0 2 0,0 0 3 16,1 0-1-16,1 0-7 15,1 0 4-15,1-1-1 16,0 0-4-16,-1 1 9 15,-2 0-9-15,-1 0-5 16,1 0-1-16,-1-2 6 16,2 2 0-16,0-2 1 15,0 1 2-15,1-1-8 16,-1 1 9-16,2-2 2 16,-1 2-5-16,-2 0 1 15,1-1-1-15,-1 2 7 16,-2-1-5-16,-1 1 3 15,-1 0 0-15,1 0 3 16,0 0 1-16,0 0-4 16,0 0-3-16,0 0 3 0,1 0 5 15,1 0-1 1,2 0-1-16,2 0 8 0,-1 0-4 16,1 0-4-16,0 0-4 15,-1 0 4-15,-1 0-5 16,-1 0-3-16,1 0 1 15,-2 0 4-15,0 0-3 16,1 0 1-16,-1 0 2 16,-1-1 18-16,0 0-13 15,0-1-5-15,-2 1 7 16,1 0-5-16,-1-1 5 16,-1 1-2-16,0-2-2 15,-2 2 0-15,-1 0-8 0,-3-1 4 16,0 2 1-16,-2-1 1 15,-1 1-2-15,0-1 4 16,-1 0-6-16,-1 0-2 16,-2 1-1-16,2-1-5 15,0 1 5-15,-2 0-5 16,1-1 0-16,-2 1 0 16,0 0-1-16,0-1-42 15,0 1-66-15,-16-6-99 16,-1 0-416-16,-3-3-952 0</inkml:trace>
  <inkml:trace contextRef="#ctx0" brushRef="#br0" timeOffset="6463.0926">975 1984 892 0,'0'0'172'0,"0"0"-51"16,0 0-51-16,0 0-21 15,0 0-1-15,0 0 23 16,38 7 13-16,-15-2 9 15,5 0 44-15,4 2-6 16,2-2-33-16,2 1-22 16,6 1-13-16,8-2-14 15,9 1-13-15,3 0-13 16,-2-3 0-16,-2-1-1 0,-4-1-8 16,0-1 5-16,0 0 0 15,-3 0-3-15,-2 0-1 16,0 0-1-16,-2 0-13 15,1 0 17-15,-1 0-5 16,-3 0-5-16,-2 0 3 16,1 0 6-16,0 0-2 15,-1 0-2-15,-6-1-4 16,-5 1 7-16,-7 0-10 16,-2 0 4-16,4 0-9 15,3 0 4-15,4 0-2 16,0 0-2-16,0 0 5 15,0 1 3-15,0 0 2 0,-1 0-10 16,-1 0 10 0,0 0-2-16,-1 0-1 0,1 1-2 15,-2 0 0-15,1 0 2 16,-3-1-1-16,0 0-1 16,-1 0 9-16,1-1-4 15,-1 0-1-15,1 0 3 16,-2 0 7-16,2 0-5 15,0-1 4-15,-1-1-7 16,-1-1-6-16,-1 0 7 16,-1 1 4-16,-1-1 1 15,-1 0 0-15,0 0 1 16,-1 1 0-16,-1-2 2 0,0 2-4 16,-1 0-4-16,0-1 2 15,-2 1 4-15,-1 1-2 16,-1-1 1-16,-3 0 3 15,-1 0 1-15,-1 0 1 16,-2 0-5-16,-1 2 3 16,-1-2-4-16,-1 1-3 15,-2 0-2-15,0 1 1 16,-1 0-7-16,-1 0 3 16,0 0-3-16,0 0-5 15,0 0 1-15,0 0-2 16,-1 0-48-16,-19 6-206 15,-1 1-403-15,-2 0-1090 0</inkml:trace>
  <inkml:trace contextRef="#ctx0" brushRef="#br0" timeOffset="8794.1708">3242 2088 973 0,'0'0'287'0,"0"0"-99"16,0 0-64-16,0 0-24 16,0 0-21-16,0 0 34 15,0 0 29-15,-11 43-32 16,8-23-19-16,1 0-11 0,1 2-21 16,1 2 2-1,0-1 1-15,-1 2 19 0,1-1-19 16,-1 2-11-16,0-1-8 15,0 1-3-15,0-2 0 16,0-2 5-16,1-1-1 16,0-1-12-16,0 0-3 15,0-1-7-15,2-1-5 16,0 1 4-16,0-1-3 16,-1-1 4-16,1 0 0 15,-1-1-5-15,-1-1-4 16,0 0 1-16,0-1-2 15,0-2 0-15,0 0 0 16,0 0-3-16,2-2-2 16,-2 0 1-16,0 0-7 0,0 0 1 15,0 1 4 1,1-2-5-16,-1 1 0 0,1-1 0 16,0 0 0-16,0 0 0 15,-1 0 0-15,1 0 1 16,-1 0-1-16,2 1 0 15,-1 0 0-15,1 1 0 16,-1 0 1-16,2 1-1 16,-1 0 0-16,0 0 0 15,0 0 5-15,-1 1-5 16,2-1 5-16,-2-1-4 16,1-1 5-16,-1 0-1 15,-1-2-4-15,2 0 7 0,-1 0-8 16,0 0 5-1,0-1-5-15,0 1 1 16,0-2-1-16,1 1 0 16,-2 0 5-16,2-1-5 0,-1 2-1 15,0-1 0-15,-1 0 1 16,2 2 0-16,-1-1-1 16,-1 0 1-16,2 0 0 15,-1 0 0-15,-1 0-1 16,1 1 1-16,0-1 0 15,-1 0 0-15,1 0 0 16,-1 0 0-16,1-1 0 16,-1 0 0-16,1-2-1 0,-1 1 0 15,1 0 1 1,-1-1 0-16,1 1-1 0,-1 0 1 16,0-1 0-16,0 1-1 15,0 0 0-15,1 0 1 16,-1 0 0-16,1 0-1 15,0 1 0-15,-1 0 0 16,0 0 0-16,1 0 0 16,-1 0 0-16,0 1 0 15,1 1-1-15,-1-1 1 16,0 2-2-16,0-1 1 16,0 0 1-16,0 1 1 15,0 0 0-15,0 1 0 16,0 0-1-16,0 0 1 0,0 1-1 15,-2 0 0 1,2 1 0-16,-2-1 0 0,1 1 1 16,-1 1-1-16,1-1-1 15,0 0 1-15,-1 0 0 16,1-1 1-16,0 1 0 16,-1-2 0-16,1 1 0 15,1 0 0-15,0-1 1 16,0 1-1-16,0 1 0 15,0-1 1-15,0 2-1 16,0-1 0-16,0 0 8 16,0 1-8-16,0 0 0 15,0 0 0-15,0 1 7 0,0-2-7 16,0 1 4-16,0 1-4 16,0 0 5-16,0 0-6 15,0 2 0-15,0-1 9 16,-2 2 4-16,1-1-5 15,1 2-7-15,0-1 5 16,0 2-5-16,0-1 1 16,0 1 5-16,0 1-6 15,0 0 0-15,0-2 5 16,0 2-5-16,1-2 5 16,-1 1-4-16,2-1 4 15,-1 2-5-15,1 0 1 16,-1 0 4-16,1 1 0 15,-1-1-5-15,1-1 5 16,0 1-5-16,0-1 0 0,-1 1 0 16,2-2 1-16,-2 0-1 15,1-1 0-15,-2 0 0 16,1-2 5-16,1-2-6 16,-2-1 0-16,1-2 0 15,-1-3 0-15,1-1 1 16,-1-3-1-16,0-2 0 15,0 0 1-15,0-2 0 16,0 0 1-16,0 0 4 16,0 0 3-16,0 0 3 15,0 0 0-15,0 0-2 16,0 0-8-16,0 0 8 0,0 0-2 16,0 0-7-16,0 0-1 15,-2 0 0-15,-3 0 1 16,1 0-1-16,-2 0 1 15,-1-1 0-15,-3 0-1 16,0 0 1-16,-3 1-1 16,-1-2 0-16,-2 2 0 15,-3-3 0-15,-1 3 0 16,-3-2 0-16,0 1 0 16,-2-1 0-16,0 2 0 15,3 0 0-15,1 0 0 16,3 0 1-16,2 2-1 15,0 1 1-15,3-1-1 0,0 1 0 16,1-2 0-16,3 1 1 16,-2-1-1-16,0-1 1 15,-1 0-1-15,1 0 1 16,-2 1-1-16,2 0 1 16,-1 0-1-16,2 0 0 15,1 0 1-15,2 0 0 16,2 0 0-16,0 0-1 15,2 0 0-15,0 0 0 16,2-1 0-16,1 0 0 16,0 0 0-16,0 0-10 15,0 0-43-15,0 0-38 16,0 0-57-16,1-2-123 0,4-1-271 16,-1-3-256-16</inkml:trace>
  <inkml:trace contextRef="#ctx0" brushRef="#br0" timeOffset="8943.2053">2847 4350 1352 0,'0'0'505'16,"0"0"-326"-16,0 0-25 16,0 0-47-16,0 0-9 15,0 0-98-15,0 0-17 16,-34 20-611-16</inkml:trace>
  <inkml:trace contextRef="#ctx0" brushRef="#br0" timeOffset="16418.1842">1146 2561 674 0,'0'0'198'16,"0"0"-47"-16,0 0-29 15,0 0-31-15,0 0-1 16,0 0 1-16,0-2-2 16,0 2-3-16,0 0 14 15,0 0 13-15,0 0-5 16,0 0-13-16,0 0-7 16,0 0-14-16,0 0-15 15,0 0-19-15,0 0-9 0,0 0-12 16,0 0-9-16,0 0 1 15,0 0-10-15,0 0 1 16,0 0 4-16,-1 0-6 16,1 0-6-16,0 0-19 15,0 0-49-15,0 0-78 16,0 0-82-16,0 0-73 16,2 0-67-16,1 0-235 0</inkml:trace>
  <inkml:trace contextRef="#ctx0" brushRef="#br0" timeOffset="24063.2911">1207 2566 1175 0,'0'0'325'15,"0"0"-12"-15,0 0-40 16,0 0-80-16,0 0-34 0,0 0-21 15,-4-4-55 1,-1 5-40-16,-1 6-28 0,-1 4-13 16,-3 4 4-16,-1 2 0 15,2 1-6-15,0 1 0 16,2 0 0-16,0-2-9 16,0 0-41-16,0-1-139 15,3-3-205-15,-1-5-340 0</inkml:trace>
  <inkml:trace contextRef="#ctx0" brushRef="#br0" timeOffset="24280.7778">1084 2604 1290 0,'0'0'492'15,"0"0"-311"-15,0 0-58 16,0 0-40-16,0 0 16 0,0 0 40 15,0 0-4-15,39 36-41 16,-25-23-27-16,-1 1-39 16,1-1-17-16,0-1-11 15,-1 1 0-15,4 4-69 16,-3-4-199-16,-3-3-372 0</inkml:trace>
  <inkml:trace contextRef="#ctx0" brushRef="#br0" timeOffset="24504.562">1320 2617 945 0,'0'0'923'0,"0"0"-680"16,0 0-48-16,0 0-60 15,0 0 49-15,0 0-22 16,-5 35-35-16,5-22-61 15,0 0-33-15,2 0-21 16,1 1-12-16,1 0 0 16,2 6-135-16,1-3-237 15,-2-3-682-15</inkml:trace>
  <inkml:trace contextRef="#ctx0" brushRef="#br0" timeOffset="25756.0512">1950 2582 722 0,'0'0'608'0,"0"0"-285"16,0 0 19-16,0 0-49 15,0 0-41-15,0 0-85 16,0 0-64-16,-20 5-55 16,11 8-27-16,-2 5 22 15,-1 3-4-15,1 2-9 16,-1-1-14-16,3-1-10 15,0-2-5-15,1 0-1 16,2-4-9-16,1 0-85 0,1-5-140 16,-1-7-107-1,1-2-327-15,1-1-454 0</inkml:trace>
  <inkml:trace contextRef="#ctx0" brushRef="#br0" timeOffset="25963.2709">1797 2623 1392 0,'0'0'516'16,"0"0"-359"-16,0 0-93 15,0 0 74-15,0 0 38 16,44 27-11-16,-24-15-64 0,0 0-47 16,0 0-35-16,-1-1-13 15,-2 0-6-15,0 0-31 16,5-2-188-16,-5-2-266 15,-3-5-582-15</inkml:trace>
  <inkml:trace contextRef="#ctx0" brushRef="#br0" timeOffset="26155.6161">2071 2681 1835 0,'0'0'381'0,"0"0"-140"15,0 0-122-15,0 0-21 16,0 0-17-16,0 0-17 0,43 3-33 16,-29-3-22-16,2 0-9 15,-2 0-60-15,3-3-199 16,-4-3-265-16,-3 0-537 0</inkml:trace>
  <inkml:trace contextRef="#ctx0" brushRef="#br0" timeOffset="26352.3187">2223 2579 1585 0,'0'0'541'16,"0"0"-267"-16,0 0-145 0,0 0-4 16,0 0 66-1,-7 41-60-15,7-23-46 0,0 3-35 16,0-1-31-16,-2 2-19 15,-4 14 0-15,-1-4-165 16,-3-2-476-16</inkml:trace>
  <inkml:trace contextRef="#ctx0" brushRef="#br0" timeOffset="28513.8406">2712 2624 1179 0,'0'0'582'15,"0"0"-328"-15,0 0-28 16,0 0-27-16,0 0-15 16,0 0-60-16,0 0-63 15,-10-10-36-15,5 16-24 16,-2 6 7-16,-2 2 1 0,-1 4-8 15,0 1 0-15,1-1 0 16,1 1-1-16,2-2-15 16,0-1-94-16,0 2-91 15,2-4-160-15,0-6-314 0</inkml:trace>
  <inkml:trace contextRef="#ctx0" brushRef="#br0" timeOffset="28724.2739">2609 2638 818 0,'0'0'727'0,"0"0"-521"0,0 0-101 16,0 0 9-16,0 0 42 16,0 0-46-16,52 39-37 15,-36-25-38-15,1 1-20 16,0 0-5-16,-1-2-10 15,5 1-27-15,-2-2-281 16,-4-7-443-16</inkml:trace>
  <inkml:trace contextRef="#ctx0" brushRef="#br0" timeOffset="29017.2392">2913 2684 1098 0,'0'0'744'16,"0"0"-445"-16,0 0-92 16,0 0 22-16,0 0-40 15,0 0-77-15,0 0-37 16,2 2-38-16,5-2-22 15,5 1-8-15,3 0-6 16,1 0-2-16,0-1 1 16,1 0 0-16,-1 0-124 0,2 0-161 15,-1-2-251 1,-5-2-486-16</inkml:trace>
  <inkml:trace contextRef="#ctx0" brushRef="#br0" timeOffset="29260.7069">3060 2572 1370 0,'0'0'516'16,"0"0"-162"-16,0 0-78 0,0 0-60 15,0 0-85 1,0 0-80-16,0 0-26 0,-5 36 23 15,11-14-9-15,0 3-22 16,0 3-11-16,-1 7-6 16,-5 10-97-16,-1-6-371 15,-7-6-937-15</inkml:trace>
  <inkml:trace contextRef="#ctx0" brushRef="#br0" timeOffset="33272.3739">1255 3370 1081 0,'0'0'556'16,"0"0"-279"-16,0 0-8 16,0 0-65-16,0 0-36 15,0 0-67-15,-14 2-46 16,5 7-32-16,0 4-10 15,-3 3-4-15,0 2 0 16,2 1-7-16,1-1-1 16,1-1-1-16,0-2-3 15,3-1-93-15,-2 0-108 0,4-4-152 16,0-4-400-16</inkml:trace>
  <inkml:trace contextRef="#ctx0" brushRef="#br0" timeOffset="33493.367">1139 3390 1408 0,'0'0'401'0,"0"0"-176"16,0 0-115-16,0 0-39 16,0 0 13-16,0 0 19 15,0 0-17-15,45 45-37 16,-31-30-29-16,0 0-14 0,1-1-6 15,-1-1-5-15,4 0-102 16,-1-4-233-16,-5-2-451 0</inkml:trace>
  <inkml:trace contextRef="#ctx0" brushRef="#br0" timeOffset="33711.9356">1367 3450 914 0,'0'0'1158'16,"0"0"-961"-16,0 0-74 15,0 0-34-15,0 0 33 0,0 0-34 16,0 0-6-16,17 12-40 16,-7-11-23-16,3-1-13 15,0 0-6-15,0 0-38 16,6-6-211-16,-3-2-302 15,-3 0-452-15</inkml:trace>
  <inkml:trace contextRef="#ctx0" brushRef="#br0" timeOffset="33918.3583">1502 3347 973 0,'0'0'987'0,"0"0"-724"16,0 0-86-16,0 0-66 0,0 0-10 16,0 0 18-16,-3 42-16 15,8-20-55-15,0 2-29 16,1 0-19-16,-1 15-19 16,-1-7-217-16,-4-4-545 0</inkml:trace>
  <inkml:trace contextRef="#ctx0" brushRef="#br0" timeOffset="36614.3466">2062 3371 508 0,'0'0'885'16,"0"0"-509"-16,0 0-90 16,0 0-57-16,0 0-24 15,0 0-19-15,0 0-64 0,-11-7-56 16,8 9-29 0,-3 7-21-16,-2 6-1 0,-3 3 11 15,0 4 1-15,-2 0-11 16,0 0-6-16,1-3-10 15,1 1-1-15,1-3-50 16,-2 4-153-16,4-5-164 16,2-5-391-16</inkml:trace>
  <inkml:trace contextRef="#ctx0" brushRef="#br0" timeOffset="36847.7002">1907 3410 529 0,'0'0'1169'0,"0"0"-817"0,0 0-88 16,0 0-125-16,0 0-17 15,0 0-58-15,0 0 48 16,26 20-10-16,-9-7-40 16,0 3-33-16,-1 0-13 15,0-1-7-15,-2 0-9 16,-2 0-8-16,0-1-136 15,5-2-154-15,-3-3-343 16,-3-6-774-16</inkml:trace>
  <inkml:trace contextRef="#ctx0" brushRef="#br0" timeOffset="37086.6129">2189 3385 1568 0,'0'0'589'0,"0"0"-382"15,0 0-50-15,0 0-3 16,0 0-43-16,0 0 3 16,1 36-21-16,4-19-51 15,1 3-26-15,0-1-15 16,-1 1-1-16,2 9-39 15,-2-4-226-15,-1-2-432 0</inkml:trace>
  <inkml:trace contextRef="#ctx0" brushRef="#br0" timeOffset="38370.4399">8762 4603 1061 0,'0'0'375'0,"0"0"-37"15,0 0-38-15,0 0-67 16,0 0-28-16,0 0-44 15,0 0-32-15,-4 3-41 16,17 1-7-16,7-1 39 16,10 1-18-16,12-1-17 15,8-1-19-15,3-2-23 0,-11 0-4 16,-11 0 0-16,-12 0-16 16,-4 0-12-16,-1 0-10 15,-3 0 4-15,0 0-4 16,-6 0 0-16,-3 0-1 15,-2 0-5-15,0 0-63 16,0-1-54-16,-13 1-82 16,-1 0-300-16,-3-1-330 0</inkml:trace>
  <inkml:trace contextRef="#ctx0" brushRef="#br0" timeOffset="42450.4603">2800 3385 978 0,'0'0'384'15,"0"0"-18"-15,0 0-12 16,0 0-119-16,0 0-8 0,0 0-48 15,0 0-58-15,-10-10-53 16,7 13-35-16,-3 5-24 16,-1 3 2-16,-3 5-10 15,0 2 8-15,-1 1-8 16,2 0-1-16,-1 0 0 16,0-2-1-16,1-1-66 15,1-2-126-15,-1 0-104 16,3-5-277-16,2-3-159 0</inkml:trace>
  <inkml:trace contextRef="#ctx0" brushRef="#br0" timeOffset="42677.2834">2682 3401 1430 0,'0'0'493'16,"0"0"-223"-16,0 0-147 15,0 0-9-15,0 0-35 16,0 0 30-16,0 0-28 16,33 35-39-16,-20-21-15 15,-1 2-18-15,0-1-2 16,-1-1-7-16,0-1-11 16,5 0-170-16,-2-4-130 15,-2-3-446-15</inkml:trace>
  <inkml:trace contextRef="#ctx0" brushRef="#br0" timeOffset="42913.9831">2896 3464 1482 0,'0'0'661'0,"0"0"-463"16,0 0-76-16,0 0 16 15,0 0-5-15,0 0-24 16,0 0-20-16,33 11-42 16,-20-9-26-16,2 0-12 15,-3-2-9-15,3 0 0 0,-3 0-75 16,4-1-158-16,-3-3-280 16,-2 0-286-16</inkml:trace>
  <inkml:trace contextRef="#ctx0" brushRef="#br0" timeOffset="43130.6103">3076 3343 1766 0,'0'0'480'0,"0"0"-303"16,0 0-95-16,0 0 12 0,-3 35 35 15,3-11-38-15,0 4-53 16,8 8-32-16,-2 14-6 16,-1-7-208-16,-5-4-513 15</inkml:trace>
  <inkml:trace contextRef="#ctx0" brushRef="#br0" timeOffset="45347.8766">6314 4926 738 0,'0'0'344'0,"0"0"-138"15,-39 0-9-15,27-2 48 16,3 0-39-16,5 1-23 15,1 1-26-15,3-1-34 0,0 0-21 16,0 1-4-16,0-1-32 16,3-1-42-16,4 2-13 15,2 0-2-15,5 0-3 16,2 0 8-16,3 2-4 16,2 1-9-16,1 2 1 15,-1-2-2-15,0 1-12 16,-2-2 4-16,-1 1-135 15,1-3-145-15,-3 0-309 16,-6-4-407-16</inkml:trace>
  <inkml:trace contextRef="#ctx0" brushRef="#br0" timeOffset="45693.0371">6406 4816 1371 0,'0'0'380'0,"0"0"-98"16,0 0-127-16,0 0-77 16,0 0-16-16,0 0-19 15,0 0 69-15,31 20 1 16,-13-11-54-16,0 2-17 16,1-2-24-16,-2 1-2 15,-2-1-16-15,-3 0 2 16,-5 0-1-16,-3 1 12 0,-3 0-12 15,-1 2 9-15,-4-1 10 16,-5 1 0-16,-2-1 1 16,-2 1 0-16,0-1-9 15,-1-2-4-15,2 0-8 16,0-1 1-16,1-2-1 16,1 0-12-16,2-1-111 15,2 2-96-15,0-2-322 16,3-1-582-16</inkml:trace>
  <inkml:trace contextRef="#ctx0" brushRef="#br0" timeOffset="47300.4794">1206 4147 1136 0,'0'0'353'0,"0"0"-14"0,0 0-48 15,0 0-78-15,0 0-26 16,0 0-43-16,0 0-54 15,-7 1-38-15,9 0-34 16,5 0-11-16,1 0 2 16,4 1 2-16,1-1-4 15,2 0-6-15,0 0-1 16,-1 1-8-16,0-2-104 16,4 0-132-16,-2 0-287 15,-4 0-279-15</inkml:trace>
  <inkml:trace contextRef="#ctx0" brushRef="#br0" timeOffset="47720.5579">1422 4095 1497 0,'0'0'332'0,"0"0"-6"16,0 0-93-16,0 0-4 16,0 0-75-16,0 0-57 15,0 0-35-15,-6 0-30 16,6 0-17-16,0 0-5 0,0 0-8 16,-2 0 5-16,2 0-1 15,0 0-5-15,0 0 1 16,0 0 3-16,0 0-4 15,0 0-1-15,0 0 0 16,0 0 1-16,0 0 0 16,0 0-1-16,0 0-1 15,0 0-8-15,0 0-6 16,0 0-9-16,0 0-6 16,0 0 0-16,0 0 1 15,0 0-10-15,0 0-39 0,0 0-50 16,0 0-33-1,0 0-89-15,0 1-269 16,0 0-230-16</inkml:trace>
  <inkml:trace contextRef="#ctx0" brushRef="#br0" timeOffset="48561.5705">1195 3949 1333 0,'0'0'349'0,"0"0"-71"15,0 0-70-15,0 0-18 16,0 0 17-16,0 0-59 15,0 0-63-15,-7-7-48 16,5 12-25-16,-1 3-11 0,-1 3 7 16,0 3-7-1,-2 1 7-15,1 1-8 0,1 0 0 16,0-1-2-16,0-1-56 16,1-2-109-16,1 1-81 15,0-4-263-15,0-3-122 0</inkml:trace>
  <inkml:trace contextRef="#ctx0" brushRef="#br0" timeOffset="48782.0705">1129 3977 962 0,'0'0'600'0,"0"0"-333"16,0 0-98-16,0 0-76 0,0 0-41 15,0 0 51-15,0 0 10 16,21 25-53-16,-9-13-30 16,-4 0-21-16,4 1-8 15,-3 0-1-15,5 6-27 16,-1-2-265-16,-2-5-446 0</inkml:trace>
  <inkml:trace contextRef="#ctx0" brushRef="#br0" timeOffset="49324.5942">1446 4107 1232 0,'0'0'487'0,"0"0"-120"16,0 0-59-16,0 0-24 16,0 0-107-16,0 0-83 15,0 0-52-15,-9 14-25 16,9-1 1-16,0 4 1 0,0 2-6 16,0 2-5-16,0 0-8 15,0 1-1-15,5 7-150 16,-2-6-365-16,-2-4-980 0</inkml:trace>
  <inkml:trace contextRef="#ctx0" brushRef="#br0" timeOffset="50197.2929">1956 4123 469 0,'0'0'338'0,"0"0"-49"16,0 0-53-16,0 0 2 16,0 0 14-16,0 0 7 0,0 0-40 15,1-14-26-15,-2 14-25 16,-2 0-61-16,0 4-49 15,-1 3-28-15,-2 2-6 16,-1 3 7-16,-2 3-4 16,0 1-10-16,2 1-8 15,0-1-3-15,1-2-5 16,3 0 0-16,1-1-1 16,0-4-10-16,1-1-80 15,0-3-85-15,0-4-83 16,0-1-234-16,0 0-113 0</inkml:trace>
  <inkml:trace contextRef="#ctx0" brushRef="#br0" timeOffset="50445.9049">1821 4143 1443 0,'0'0'354'0,"0"0"27"15,0 0-203-15,0 0-82 16,0 0-35-16,0 0 21 16,0 0 52-16,37 16-33 15,-21-6-14-15,1 0-30 16,-1 1-24-16,-1-2-18 0,-2 2-10 16,-2-2-5-16,-1 2-18 15,3 3-188-15,-3-4-306 16,-5-2-678-16</inkml:trace>
  <inkml:trace contextRef="#ctx0" brushRef="#br0" timeOffset="51250.2015">2142 4185 1035 0,'0'0'505'16,"0"0"-123"-16,0 0-73 15,0 0-48-15,0 0-43 16,0 0-70-16,0 0-51 16,-5 1-44-16,6-1-34 0,7 0-8 15,3 0-4 1,1 0 0-16,2 0-5 0,1 0-1 15,1 0-1-15,-1 0 0 16,-2 0-165-16,5-8-140 16,-2 1-284-16,-5 0-429 0</inkml:trace>
  <inkml:trace contextRef="#ctx0" brushRef="#br0" timeOffset="51482.1532">2290 4073 1644 0,'0'0'489'0,"0"0"-135"0,0 0-115 16,0 0-40-16,0 0-103 16,0 0-47-1,0 0-24-15,-3 18 1 0,8-5-10 16,-1 4-5-16,-1 3-11 15,0 2-1-15,-2 14-98 16,-1-4-361-16,0-4-478 0</inkml:trace>
  <inkml:trace contextRef="#ctx0" brushRef="#br0" timeOffset="53230.5206">2850 4091 874 0,'0'0'330'15,"0"0"-63"-15,0 0 9 16,0 0 15-16,0 0-40 16,0 0-66-16,0 0-51 0,-16-10-58 15,8 17-46-15,-5 2-18 16,-2 4-3-16,-2 2-3 16,3 1-5-16,1 1 0 15,3-2 0-15,2 1-1 16,4-3-6-16,0-1-57 15,3-2-104-15,1-4-170 16,0-4-289-16,0-2-489 0</inkml:trace>
  <inkml:trace contextRef="#ctx0" brushRef="#br0" timeOffset="53483.8791">2721 4115 232 0,'0'0'1163'16,"0"0"-889"-16,0 0-114 15,0 0-80-15,0 0 93 16,0 0-15-16,0 0-37 16,49 13-16-16,-35-4-36 15,0 1-29-15,-2 2-24 16,0 0-8-16,-2 1-8 15,1 0-10-15,2 1-156 16,-1-2-359-16,-4-5-577 0</inkml:trace>
  <inkml:trace contextRef="#ctx0" brushRef="#br0" timeOffset="53946.3503">3058 4083 838 0,'0'0'533'0,"0"0"-278"16,0 0 60-16,0 0-52 16,0 0-45-16,0 0-53 15,0 0-77-15,0 1-44 16,0 9-15-16,2 4-7 16,4 4-6-16,1 2-14 0,-2 1-2 15,5 13-33-15,-2-7-238 16,-3-2-470-16</inkml:trace>
  <inkml:trace contextRef="#ctx0" brushRef="#br0" timeOffset="60055.2886">5687 1551 990 0,'0'0'353'0,"0"0"-63"0,0 0-9 16,0 0-36-16,0 0-25 15,0 0-65-15,0-15-88 16,0 15-35-16,0 0-9 15,0 0-14-15,0 8-8 16,0 4-1-16,0 7 11 16,0 3 30-16,1 3 12 15,1 0-4-15,1 0-15 16,-1-1-14-16,0-2-19 16,-1-2-1-16,5-1-36 15,-3-5-236-15,0-7-492 0</inkml:trace>
  <inkml:trace contextRef="#ctx0" brushRef="#br0" timeOffset="61084.2506">6001 1548 1141 0,'0'0'531'0,"0"0"-228"15,0 0-37-15,0 0-32 16,0 0-94-16,0 0-85 16,0 0-30-16,-9 12-16 15,1 2-3-15,-1 4 12 16,1 1 24-16,-2 1 3 0,2-1-20 16,2-1-13-16,-1 0-12 15,1-2 0-15,1-3-122 16,-3-4-204-16,1-4-407 15,0-5-779-15</inkml:trace>
  <inkml:trace contextRef="#ctx0" brushRef="#br0" timeOffset="61304.291">5882 1572 1493 0,'0'0'520'16,"0"0"-206"-16,0 0-124 15,0 0-116-15,0 0-41 0,0 0-15 16,0 0 9 0,33 25 22-16,-17-12-1 0,1 3-4 15,1 0-18-15,-1-1-16 16,1 0-10-16,-2-2-3 16,3-3-198-16,-5-3-392 15,-2-7-747-15</inkml:trace>
  <inkml:trace contextRef="#ctx0" brushRef="#br0" timeOffset="61558.0209">6136 1512 725 0,'0'0'1288'0,"0"0"-804"15,0 0-337-15,0 0-83 16,0 0-28-16,0 0-17 15,0 0 17-15,6 32 10 16,-3-14 11-16,2 2 1 16,-1 0-10-16,-1 2-10 15,0-2-9-15,-1 0-15 16,0 0-9-16,-2-2-5 16,0-3-12-16,0-3-182 15,0-4-410-15,2-5-981 0</inkml:trace>
  <inkml:trace contextRef="#ctx0" brushRef="#br0" timeOffset="77761.6514">6418 1619 1124 0,'0'0'860'0,"0"0"-592"16,0 0-22-16,0 0-38 0,0 0-11 16,0 0-62-16,-6-10-51 15,17 10-30-15,4-1-30 16,8-1-8-16,7-1-7 15,0 0-8-15,3-2 0 16,-4 0-2-16,-5 0-53 16,-5-1-102-16,-6-4-141 15,-6 2-276-15,-6-1-637 0</inkml:trace>
  <inkml:trace contextRef="#ctx0" brushRef="#br0" timeOffset="77966.6285">6506 1469 1721 0,'0'0'533'0,"0"0"-312"15,0 0-124-15,0 0 113 16,-13 57-17-16,11-28-56 16,1 1-51-16,1 3-41 15,0-6-18-15,0 2-27 16,0-1-1-16,0 5-47 15,0-8-223-15,0-7-531 0</inkml:trace>
  <inkml:trace contextRef="#ctx0" brushRef="#br0" timeOffset="78846.1912">6887 1495 113 0,'0'0'1330'16,"0"0"-836"-16,0 0-236 15,0 0-34-15,0 0-3 0,0 0 9 16,0 0-74 0,-38-14-101-16,26 23-28 0,-2 3-8 15,1 4 4-15,4 3-1 16,2 0-1-16,3 2-1 16,4-1-19-16,1-2 13 15,9-2 5-15,4-2 4 16,2-3-8-16,3-3-5 15,1-4 1-15,0-4-5 16,-2 0 1-16,0-8-1 16,-2-5-5-16,-3-3 0 15,-3-5-1-15,-3-2-6 16,-4-3-6-16,-3 0-3 16,0 2-3-16,-9 3-12 15,-1 6 3-15,-2 6-1 0,-2 6-41 16,2 3-87-1,-1 8-59-15,4 3-62 0,6 1-372 0</inkml:trace>
  <inkml:trace contextRef="#ctx0" brushRef="#br0" timeOffset="79352.4998">7249 1470 1446 0,'0'0'519'0,"0"0"-170"0,0 0-18 16,0 0-62-16,0 0-146 15,0 0-82-15,0 0-2 16,-31 23-16-16,16-3 5 16,-1 3 4-16,2 1-2 15,1 0-5-15,2 0-5 16,2-2-20-16,2-2-16 15,1-3-97-15,0-4-201 16,1-5-252-16,0-5-326 0</inkml:trace>
  <inkml:trace contextRef="#ctx0" brushRef="#br0" timeOffset="79545.573">7090 1518 1450 0,'0'0'512'0,"0"0"-246"15,0 0-148-15,0 0 13 16,0 0 56-16,40 27-42 16,-23-12-33-16,0 1-48 15,2 0-37-15,-1 0-15 16,0-1-12-16,9-3-52 16,-5-2-227-16,-2-5-407 0</inkml:trace>
  <inkml:trace contextRef="#ctx0" brushRef="#br0" timeOffset="79737.9384">7365 1564 1913 0,'0'0'513'16,"0"0"-290"-16,0 0-139 15,0 0-8-15,0 0 3 16,0 0 3-16,48 7-38 15,-27-6-44-15,0-1-54 16,4-3-191-16,-5-3-325 16,-4-1-1040-16</inkml:trace>
  <inkml:trace contextRef="#ctx0" brushRef="#br0" timeOffset="79961.4529">7562 1424 506 0,'0'0'1812'16,"0"0"-1279"-16,0 0-390 16,0 0-46-16,0 0-4 15,0 35-27-15,5-15-19 16,2 2 3-16,1 1-14 16,-2 1-4-16,0-2-10 15,-2 0-10-15,1-1-12 0,3 0-58 16,-2-5-266-1,2-8-776-15</inkml:trace>
  <inkml:trace contextRef="#ctx0" brushRef="#br0" timeOffset="80448.4168">7799 1549 1702 0,'0'0'649'16,"0"0"-285"-16,0 0-115 15,0 0-50-15,0 0-79 16,0 0-54-16,55-3-27 16,-28 2-14-16,3 0 4 0,3-3 5 15,1 0-13-15,-2-2-12 16,0-1-3-16,-4 0-6 16,-5-1-12-16,-4 0-59 15,-8-4-114-15,-5 3-274 16,-6 0-243-16</inkml:trace>
  <inkml:trace contextRef="#ctx0" brushRef="#br0" timeOffset="80684.9788">7964 1400 1962 0,'0'0'545'16,"0"0"-243"-16,0 0-167 0,0 0-4 15,0 0-24-15,-1 49-49 16,1-25-7-16,1 4 7 16,4 0 5-16,0 0-10 15,-1-1-11-15,1-2-15 16,-1-3-14-16,-1-3-12 16,0-3-1-16,3-5-89 15,-2-4-161-15,0-7-554 0</inkml:trace>
  <inkml:trace contextRef="#ctx0" brushRef="#br0" timeOffset="81418.7806">8444 1432 143 0,'0'0'988'16,"0"0"-603"-16,0 0 7 0,0 0-100 16,0 0-27-16,0 0 3 15,0 0-35-15,-21-18-79 16,12 21-83-16,-2 7-35 15,-2 5-9-15,1 3 0 16,1 3 1-16,3 1 6 16,4-1-10-16,4 0-7 15,1-1-8-15,10-3 0 16,4-4 1-16,5-2 7 16,1-6-2-16,1-5-8 15,0 0-6-15,-2-8 0 0,-3-5-1 16,-4-5-8-16,-4-4-3 15,-4-2 4-15,-5-3-13 16,-2-2-13-16,-9 2-19 16,-4 3-3-16,-2 7 13 15,-1 7-44-15,1 7-74 16,3 3-58-16,9 14-1 16,4 0-117-16,1 2-284 0</inkml:trace>
  <inkml:trace contextRef="#ctx0" brushRef="#br0" timeOffset="81653.3716">8801 1437 2121 0,'0'0'497'0,"0"0"-28"15,0 0-364-15,0 0-58 16,0 0-29-16,0 0-12 15,0 0 3-15,-19 40 10 16,15-16 8-16,-1-1-9 16,-1 1-2-16,0-3-16 15,-1-1-21-15,-4-4-125 16,0-4-326-16,2-6-343 0</inkml:trace>
  <inkml:trace contextRef="#ctx0" brushRef="#br0" timeOffset="81840.6772">8642 1455 1810 0,'0'0'523'0,"0"0"-272"15,0 0-89 1,0 0 83-16,54 15-95 0,-31-1-74 16,2 3-16-16,-1 2-22 15,-2-1-18-15,-1 1-18 16,-2-2-2-16,3-2-130 15,-6-6-369-15,-3-5-543 0</inkml:trace>
  <inkml:trace contextRef="#ctx0" brushRef="#br0" timeOffset="82011.4723">8949 1491 2163 0,'0'0'606'16,"0"0"-415"-16,0 0-112 15,0 0-19-15,0 0-6 16,45 0-27-16,-24 1-17 16,0-1-10-16,8 0-155 15,-7-5-228-15,-5-2-588 0</inkml:trace>
  <inkml:trace contextRef="#ctx0" brushRef="#br0" timeOffset="82234.4955">9167 1351 2304 0,'0'0'748'16,"0"0"-553"-16,0 0-117 15,0 0-40-15,0 0-24 16,0 0 14-16,-2 54 22 16,7-27 2-16,2 1 2 15,0 0-6-15,2-1-12 16,-2-3-13-16,0-3-14 15,-1-3-9-15,4-4-10 16,-3-6-185-16,0-6-551 0</inkml:trace>
  <inkml:trace contextRef="#ctx0" brushRef="#br0" timeOffset="83286.755">9509 1479 1111 0,'0'0'576'0,"0"0"-192"16,0 0-98-16,0 0 4 15,0 0-25-15,0 0-78 16,0 0-79-16,9 0-64 15,3 0-20-15,4 0 4 16,5 0 6-16,2 0-16 0,0 0-16 16,-1 0-1-1,-2-2-1-15,-3 0-4 0,-4-1-95 16,-6-3-230-16,-4 1-325 16,-3-1-806-16</inkml:trace>
  <inkml:trace contextRef="#ctx0" brushRef="#br0" timeOffset="83494.5313">9559 1408 1702 0,'0'0'604'0,"0"0"-364"16,0 0-140-16,0 0 92 15,0 0 9-15,5 50-67 16,1-29-50-16,-1 1-22 0,0-1-15 15,-1-1-29-15,0-1-18 16,2 1-7-16,0-7-173 16,0-4-503-16</inkml:trace>
  <inkml:trace contextRef="#ctx0" brushRef="#br0" timeOffset="84263.3919">10028 1457 325 0,'0'0'218'0,"0"0"19"16,0 0-3-16,0 0-14 15,0 0-38-15,0 0 41 16,-20-36-28-16,16 31 12 16,-1-1-17-16,0 2-13 15,-2 1 18-15,0 1 2 16,-2 2-39-16,-3 0-58 16,-1 8-37-16,-2 5-24 0,0 3-18 15,2 5 9-15,4 0-9 16,4 2-4-16,4-2-5 15,1 1 3-15,8-3-8 16,6-3 5-16,5-5 0 16,4-5-4-16,2-4-2 15,2-2 0-15,-3-7-5 16,-2-5-1-16,-6-5 1 16,-5-3-1-16,-4-3-1 15,-6-2 0-15,-1-1-10 0,-8 0 2 16,-6 3-4-1,-2 4-17-15,-2 6 3 0,0 7-11 16,0 5-44 0,2 1-29-16,4 8-88 0,9 10-44 15,3-2-328-15,2-2-568 16</inkml:trace>
  <inkml:trace contextRef="#ctx0" brushRef="#br0" timeOffset="84511.5156">10318 1422 2109 0,'0'0'483'0,"0"0"-112"16,0 0-208-16,0 0-97 0,0 0-43 15,0 0-14-15,0 0 22 16,-20 49 8-16,11-25-9 15,1 0-2-15,-1-1-10 16,1-2-18-16,-1-2-8 16,-4-1-131-16,2-7-314 15,-2-4-332-15</inkml:trace>
  <inkml:trace contextRef="#ctx0" brushRef="#br0" timeOffset="84700.8814">10166 1447 2008 0,'0'0'532'0,"0"0"-368"16,0 0 48-16,45 18-18 15,-20-4-93-15,3 5-25 16,-1 0-25-16,-1 0-27 16,-3 0-14-16,-3-2-10 15,-3-5-82-15,1-7-183 16,-4-5-396-16,-5 0-1001 0</inkml:trace>
  <inkml:trace contextRef="#ctx0" brushRef="#br0" timeOffset="84875.4296">10458 1491 1758 0,'0'0'663'0,"0"0"-370"15,0 0-151-15,0 0 0 16,38 0-29-16,-19 0-54 15,2 0-40-15,1 2-19 16,-2-2-19-16,0 0-206 16,-5-4-253-16,-4-3-645 0</inkml:trace>
  <inkml:trace contextRef="#ctx0" brushRef="#br0" timeOffset="85077.6757">10659 1379 803 0,'0'0'1528'16,"0"0"-927"-16,0 0-435 16,0 0-79-16,0 0-8 15,1 38-17-15,7-13-4 0,1 2 0 16,0 2-1-16,-2 0-16 16,-1-2-13-16,-2-2-12 15,-3-3-16-15,1-2-97 16,-1-7-237-16,1-7-885 0</inkml:trace>
  <inkml:trace contextRef="#ctx0" brushRef="#br0" timeOffset="86107.4944">10996 1475 1557 0,'0'0'626'0,"0"0"-287"0,0 0-68 15,0 0-53-15,0 0-77 16,0 0-65-16,0 0-43 16,19 3-15-16,-4-1-1 15,5 0-1-15,1-1-5 16,-1 0-11-16,-1-1 0 15,-2 0-30-15,-3-2-144 16,-4-3-290-16,-5-1-284 0</inkml:trace>
  <inkml:trace contextRef="#ctx0" brushRef="#br0" timeOffset="86321.93">11047 1398 2082 0,'0'0'389'16,"0"0"-175"-16,0 0-144 16,0 0 159-16,9 47-84 15,-3-24-70-15,3 1-9 16,-3 1-15-16,1-2-20 16,0-1-26-16,-2-3-5 15,1-3-53-15,2-5-168 16,-1-4-400-16,-1-6-672 0</inkml:trace>
  <inkml:trace contextRef="#ctx0" brushRef="#br0" timeOffset="86554.8269">11341 1391 2163 0,'0'0'564'15,"0"0"-289"-15,0 0-165 16,0 0-42-16,0 0-28 16,-1 36 5-16,1-16-1 15,0 3-16-15,1 0-3 16,0-1-14-16,1-1-11 0,0-3-10 16,3-2-155-16,-1-4-366 15,2-8-533-15</inkml:trace>
  <inkml:trace contextRef="#ctx0" brushRef="#br0" timeOffset="86781.3029">11606 1422 2478 0,'0'0'562'15,"0"0"-381"-15,0 0-121 16,0 0-36-16,0 0-10 15,0 0 6-15,-3 45 4 0,0-25-6 16,-1 1 3-16,0-1-12 16,-2-2-4-16,-2-1-5 15,-1-3-121-15,-8-7-198 16,1-4-405-16,0-3-1157 0</inkml:trace>
  <inkml:trace contextRef="#ctx0" brushRef="#br0" timeOffset="86968.0266">11453 1451 1433 0,'0'0'955'0,"0"0"-647"15,0 0-148-15,0 0-50 16,0 0 80-16,61 24-82 0,-29-9-41 16,2 1-22-1,-2 0-19-15,-4-2-16 0,-4-1-10 16,-4-3-29-16,0-7-186 15,-6-3-461-15,-4 0-1614 0</inkml:trace>
  <inkml:trace contextRef="#ctx0" brushRef="#br0" timeOffset="87181.3477">11777 1391 2329 0,'0'0'573'0,"0"0"-388"15,0 0-99-15,0 0-23 16,0 0-36-16,0 0 24 16,13 51-7-16,-7-29 0 0,-1 1 16 15,-1 0-21-15,-2-2-20 16,-2-1-14-16,0-3-5 16,0-4-116-16,1-5-212 15,1-6-644-15</inkml:trace>
  <inkml:trace contextRef="#ctx0" brushRef="#br0" timeOffset="87568.9081">12075 1474 1781 0,'0'0'564'0,"0"0"-222"16,0 0-108-16,0 0-51 15,0 0-93-15,0 0-45 0,52 0-21 16,-26 0-14-16,3-1-8 16,-1-1-2-16,-3 0-6 15,0-5-132-15,-8 1-222 16,-6-1-364-16</inkml:trace>
  <inkml:trace contextRef="#ctx0" brushRef="#br0" timeOffset="87779.2492">12184 1379 1862 0,'0'0'473'0,"0"0"-313"16,0 0 53-16,-5 37 41 0,5-15-90 15,0 4-80-15,0 2-28 16,0 1-14-16,3-2-17 16,3-2-15-16,0-1-10 15,1-6-31-15,6-7-211 16,-3-4-448-16,1-7-834 0</inkml:trace>
  <inkml:trace contextRef="#ctx0" brushRef="#br0" timeOffset="88168.7505">12492 1419 1642 0,'0'0'503'16,"0"0"-176"-16,0 0-26 15,0 0-71-15,0 0-82 16,0 0-77-16,0 0-34 15,-27 5-19-15,15 5 12 16,2 3-2-16,0 2-13 16,4 2 2-16,4 2 1 15,2-2 3-15,3 2-6 16,9-3 0-16,3-3 1 16,2-4-8-16,2-4-2 15,1-5-6-15,0-1-1 0,-3-10-18 16,-3-2 2-16,-5-4 8 15,-4-3 8-15,-5-1-5 16,-2 0 0-16,-9 3-8 16,-4 3-8-16,-4 7-48 15,1 3 14-15,1 5-7 16,5 1-61-16,10 11-176 16,2-1-216-16,3-1-408 0</inkml:trace>
  <inkml:trace contextRef="#ctx0" brushRef="#br0" timeOffset="88357.8705">12679 1505 2121 0,'0'0'514'16,"0"0"-223"-16,0 0-177 15,0 0-7-15,0 0-41 16,0 0-42-16,53-4-24 15,-32 2-42-15,8-4-133 16,-7 0-167-16,-4-1-502 0</inkml:trace>
  <inkml:trace contextRef="#ctx0" brushRef="#br0" timeOffset="88570.6888">12818 1359 2241 0,'0'0'594'0,"0"0"-367"16,0 0-142-16,0 0 4 16,-2 37-34-16,2-15-3 15,2 4-17-15,7 3-1 16,-1-1 7-16,2 0-5 16,-2-2-25-16,-1-4-11 15,1-4-88-15,-1-5-474 16,-2-8-911-16</inkml:trace>
  <inkml:trace contextRef="#ctx0" brushRef="#br0" timeOffset="89668.4418">13100 1444 484 0,'0'0'564'0,"0"0"-292"16,0 0 26-16,0 0-12 16,0 0-29-16,0 0-62 15,0 0 16-15,-2 0-31 16,2 0-20-16,1 0-40 15,5 0-26-15,4 2-37 16,3 0-21-16,5 1-12 16,2-2-9-16,1-1-5 0,-1 0-1 15,-2 0-9 1,-2 0 0-16,-5-1-61 0,-4-6-168 16,-4 1-257-16,-3 0-494 0</inkml:trace>
  <inkml:trace contextRef="#ctx0" brushRef="#br0" timeOffset="89882.6235">13146 1367 1894 0,'0'0'480'16,"0"0"-306"-16,0 0-110 15,0 0 109-15,0 0 3 0,18 46-62 16,-10-27-63-16,-1 0-26 15,0-1-11-15,-1-2-14 16,0 0-1-16,0-3-62 16,4-3-221-16,-1-3-355 15,-1-4-858-15</inkml:trace>
  <inkml:trace contextRef="#ctx0" brushRef="#br0" timeOffset="90248.9162">13509 1372 801 0,'0'0'1375'0,"0"0"-1052"0,0 0 13 16,0 0-158-16,0 0-48 16,0 0-73-16,-42 1-31 15,33 10-14-15,-2 3 7 16,2 2 13-16,2 0-11 15,4 1 1-15,3 1-7 16,0-2 0-16,7-1-5 16,5-1 7-16,3-4-1 15,2-3-4-15,0-5-3 16,1-2-1-16,-2 0-7 16,-1-6 1-16,-2-5-1 0,-3-3 0 15,-2-4-1 1,-4-1-12-16,-2 0-15 0,-2-1-4 15,0 4-2-15,-9 2-16 16,-4 2-38-16,-9 1-241 16,4 3-354-16,2 0-775 0</inkml:trace>
  <inkml:trace contextRef="#ctx0" brushRef="#br0" timeOffset="92106.2795">13853 1333 1164 0,'0'0'400'0,"0"0"91"16,0 0-203-16,0 0 3 16,0 0-86-16,0 0-128 15,0 0-50-15,-24 18 24 16,7 1-18-16,-1 3-2 16,-1 2-4-16,1-2-4 15,3-1-2-15,2-1-12 16,3-4-9-16,2-1-54 15,3-4-133-15,1-4-173 16,1-6-298-16,1-1-148 0</inkml:trace>
  <inkml:trace contextRef="#ctx0" brushRef="#br0" timeOffset="92299.4156">13713 1375 1607 0,'0'0'387'0,"0"0"-54"15,0 0-128-15,0 0-65 16,0 0-29-16,0 0 15 16,42 15-68-16,-26-2-17 15,2 1-17-15,0 2-16 16,-1-2-8-16,5 4-75 16,-3-6-218-16,-5-3-406 0</inkml:trace>
  <inkml:trace contextRef="#ctx0" brushRef="#br0" timeOffset="92512.8799">14014 1304 1249 0,'0'0'901'0,"0"0"-620"16,0 0-77-16,0 0-89 15,0 0-9-15,0 0-45 16,6 48-18-16,-1-24 8 15,1 0-5-15,0-2-11 16,1 0-23-16,-1-2-12 16,1-2-8-16,2-2-190 15,-1-5-180-15,0-6-551 0</inkml:trace>
  <inkml:trace contextRef="#ctx0" brushRef="#br0" timeOffset="92833.0278">14312 1406 1650 0,'0'0'514'16,"0"0"-248"-16,0 0 3 0,0 0-33 16,0 0-104-16,42-3-83 15,-19 1-29-15,2-1-10 16,3 1-9-16,0 1 0 16,0-1-1-16,0-2 0 15,-4 2-1-15,-4-2-41 16,-6-3-209-16,-5 0-283 15,-6 0-623-15</inkml:trace>
  <inkml:trace contextRef="#ctx0" brushRef="#br0" timeOffset="93051.941">14426 1298 1367 0,'0'0'247'16,"0"0"-46"-16,0 0-128 16,0 0-73-16,0 0-6 15,0 0 5-15,0 0 1 16,0 0-22-16,0 0-63 16,0 1-80-16,0 1-99 15,0-2-516-15</inkml:trace>
  <inkml:trace contextRef="#ctx0" brushRef="#br0" timeOffset="93949.3814">14404 1237 1196 0,'0'0'396'16,"0"0"99"-16,0 0-238 15,0 0 19-15,0 0-131 16,0 0-83-16,0 0-33 0,-5 18-8 16,5 4 16-16,0 4-3 15,0 3-8 1,0 0-16-16,1-2 35 0,2-1 36 16,-2 0-41-16,1-3-40 15,-1-3-48-15,2-2-276 16,-1-6-317-16,0-5-809 0</inkml:trace>
  <inkml:trace contextRef="#ctx0" brushRef="#br0" timeOffset="94831.929">14877 1252 1091 0,'0'0'300'16,"0"0"74"-16,0 0-29 15,0 0-64-15,0 0-42 16,0 0-64-16,0 0-57 16,-41-13-70-16,30 20-20 0,-1 5-1 15,1 2-5-15,1 2 4 16,3 4-14-16,3-1 3 16,2 1-3-16,2-3 7 15,4-2 7-15,6-2-8 16,5-3 3-16,2-3-3 15,1-4-2-15,2-3-4 16,1 0-3-16,-2-4-7 16,-1-8 9-16,-4 0-11 15,-2-6-1-15,-3-3 0 16,-5-3-19-16,-2 1-7 16,-2-1-6-16,-2 4-6 15,-8 4-6-15,-5 7-97 0,-9 8-185 16,4 1-139-16,3 1-249 15</inkml:trace>
  <inkml:trace contextRef="#ctx0" brushRef="#br0" timeOffset="96233.1753">15200 1224 1292 0,'0'0'370'0,"0"0"-16"16,0 0-3-16,0 0-48 15,0 0-133-15,0 0-113 16,0 0-51-16,-27 5 36 0,11 11-20 16,0 4 11-1,-1 1 2-15,2 2-16 0,2-3 3 16,3-2-14-16,2-1-8 15,1-2-80-15,0-2-177 16,2-4-279-16,0-4-448 0</inkml:trace>
  <inkml:trace contextRef="#ctx0" brushRef="#br0" timeOffset="96445.0868">15086 1216 1392 0,'0'0'673'0,"0"0"-503"16,0 0-36-16,0 0-28 0,0 0 47 15,0 0-50 1,32 52-36-16,-17-32-31 0,3 0-17 16,0 1-16-16,1-3-3 15,7 0-64-15,-4-4-289 16,-4-6-699-16</inkml:trace>
  <inkml:trace contextRef="#ctx0" brushRef="#br0" timeOffset="96646.131">15371 1316 1739 0,'0'0'656'16,"0"0"-436"-16,0 0-50 15,0 0-63-15,0 0-47 16,0 0-33-16,0 0-13 16,43 7-14-16,-27-4-50 15,5-3-144-15,-4 0-179 16,-4 0-681-16</inkml:trace>
  <inkml:trace contextRef="#ctx0" brushRef="#br0" timeOffset="96857.2222">15521 1195 2031 0,'0'0'387'0,"0"0"-75"16,0 0-159 0,0 0-110-16,0 0-10 0,-4 43 9 15,4-18 7-15,1 4-7 16,5 1-6-16,1-1-24 15,2 0 1-15,-2 7-13 16,0-9-121-16,-7-4-603 0</inkml:trace>
  <inkml:trace contextRef="#ctx0" brushRef="#br0" timeOffset="97584.4194">6827 2004 1709 0,'0'0'530'16,"0"0"-262"-16,0 0-89 15,0 0-107-15,0 0-43 16,0 0-21-16,0 0-1 0,34 4 11 16,-13-2 0-16,3 0-4 15,0-2-14-15,0 0-3 16,4-2-123-16,-5-3-159 15,-6-2-439-15</inkml:trace>
  <inkml:trace contextRef="#ctx0" brushRef="#br0" timeOffset="97798.3968">6964 1904 1560 0,'0'0'567'16,"0"0"-218"-16,0 0-215 15,0 0-81-15,0 0-30 0,0 0-4 16,-6 41 32-16,6-20 11 16,0 2-18-16,2 1-3 15,1-1-6-15,2-1-17 16,0-2-18-16,10 1-55 16,-3-4-318-16,2-5-501 0</inkml:trace>
  <inkml:trace contextRef="#ctx0" brushRef="#br0" timeOffset="98148.4781">7293 1929 2054 0,'0'0'474'0,"0"0"-239"16,0 0-141-16,0 0-55 15,0 0-11-15,-36 35 11 16,32-17 0-16,4 1-12 16,0 0-8-16,3-2-7 15,6-2-10-15,2-3 5 16,4-3 8-16,1-5 0 16,1-3 3-16,1-1 2 15,-2-6-5-15,-1-6-8 16,-3-2-5-16,-3-3-1 0,-3 0-1 15,-5-3-8-15,-1 0-19 16,-3 2-15-16,-7 2-4 16,-4 4 9-16,-4 8-49 15,-9 4-176-15,5 1-297 16,4 6-462-16</inkml:trace>
  <inkml:trace contextRef="#ctx0" brushRef="#br0" timeOffset="98616.9124">7645 1949 1513 0,'0'0'563'0,"0"0"-250"15,0 0-42-15,0 0-124 0,0 0-79 16,0 0-31-16,0 0-37 16,-9 6 1-16,2 11 32 15,-1 4 13-15,-1 3-16 16,2-1-6-16,0-1 0 15,-1-2-24-15,3 0-51 16,-8-2-221-16,4-6-353 16,-2-5-796-16</inkml:trace>
  <inkml:trace contextRef="#ctx0" brushRef="#br0" timeOffset="98802.5459">7512 1987 1751 0,'0'0'499'0,"0"0"-276"16,0 0-140-16,0 0 100 16,54 14-65-16,-31-3-46 15,2 2-26-15,-1-1-11 16,0 1-17-16,-1 0-18 16,5-2-39-16,-6-3-251 15,-5-3-397-15</inkml:trace>
  <inkml:trace contextRef="#ctx0" brushRef="#br0" timeOffset="98983.4317">7784 2008 1778 0,'0'0'607'0,"0"0"-228"16,0 0-230-16,0 0-69 15,0 0-56-15,0 0-15 16,0 0-2-16,36-3-7 15,-21 3-28-15,4 0-199 16,-4 0-153-16,-3 0-547 0</inkml:trace>
  <inkml:trace contextRef="#ctx0" brushRef="#br0" timeOffset="99191.9308">7927 1904 45 0,'0'0'1931'0,"0"0"-1253"0,0 0-481 16,0 0-131-16,0 0-39 16,0 0 15-16,-3 35 10 15,8-15-7-15,0 2-14 16,0 1 8-16,0 0 2 16,-2 0-20-16,3-3-21 15,4 0-26-15,0-6-458 16,-1-7-1139-16</inkml:trace>
  <inkml:trace contextRef="#ctx0" brushRef="#br0" timeOffset="99568.876">8597 1953 1580 0,'0'0'647'0,"0"0"-290"16,0 0-144-16,0 0-68 15,0 0-61-15,0 0-48 16,43-4-27-16,-22 3-9 16,2 0 0-16,-1 0-12 15,3-1-143-15,-6 1-179 16,-7 0-560-16</inkml:trace>
  <inkml:trace contextRef="#ctx0" brushRef="#br0" timeOffset="99742.5016">8574 2045 1842 0,'0'0'391'0,"0"0"-111"16,0 0-203-16,0 0-5 15,67 0 20-15,-11-8-55 16,10-3-37-16,-12-1-275 16,-13 1-802-16</inkml:trace>
  <inkml:trace contextRef="#ctx0" brushRef="#br0" timeOffset="100559.191">9234 1839 1015 0,'0'0'385'16,"0"0"159"-16,0 0-262 15,0 0-30-15,0 0-62 16,0 0-78-16,0 0-54 16,19-31-34-16,-3 28-12 15,4 2-6-15,0 1 4 16,2 0-2-16,-4 1-7 15,-2 5 0-15,-5 0 1 0,-6 2-2 16,-3 0-1 0,-2 3 1-16,-2-2 11 0,-7 2 34 15,-1-1-23-15,-2-1-8 16,0-2-8-16,2-3-5 16,0-2 8-16,4-1-2 15,1-1 11-15,4 0 46 16,1-1 11-16,0-2-39 15,1 0-12-15,7 0-18 16,1 2-5-16,4 1 0 16,2 0 7-16,0 1-7 15,2 6 5-15,-3 1 6 16,-2 2 4-16,-4 1 2 0,-2 0 9 16,-4 1 7-16,-2 0-2 15,0 0-11-15,-7-1 6 16,-4 0 3-16,-5-3 6 15,-6 0-2-15,-9 1-10 16,-10-4-6-16,0-1-3 16,4-1-7-16,4-3-7 15,10 0-1-15,-2 0-1 16,2 0-17-16,4 0-6 16,6 0-5-16,3 0-20 15,4 0-128-15,0 0-702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25:22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5276 1695 468 0,'0'0'164'16,"0"0"331"-16,0 0-279 15,0 0-7-15,0 0-23 16,0 0-28-16,-14-6-23 16,14 5-51-16,2-2-22 15,6 0-17-15,2-2-27 0,6 0-18 16,2-2 0-16,-1 2-121 16,-2 1-74-16,-5 4-98 15,-4 0-105-15,-6 4-4 0</inkml:trace>
  <inkml:trace contextRef="#ctx0" brushRef="#br0" timeOffset="139.0576">5266 1751 75 0,'0'0'607'0,"0"0"-365"15,0 0-6-15,-29 35-75 16,28-30-76-16,1-2-30 0,5-3 27 16,8 0-33-16,3-3-12 15,4-6-37-15,7-7-57 16,-5 1-178-16,-5 1-395 0</inkml:trace>
  <inkml:trace contextRef="#ctx0" brushRef="#br0" timeOffset="379.8835">5327 1609 1209 0,'0'0'265'0,"0"0"-66"15,0 0-139-15,0 0-23 16,0 0 6-16,51-6 6 16,-30 9 2-16,-4 5-13 0,-3 2-10 15,-3 1-9-15,-5 4 11 16,-5 0 4-16,-1 2-18 16,-3 1 18-16,-7 1-34 15,-9 8-13-15,2-5-157 16,-1-4-315-16</inkml:trace>
  <inkml:trace contextRef="#ctx0" brushRef="#br0" timeOffset="546.8295">5523 1734 1659 0,'0'0'374'16,"0"0"-94"-16,0 0-106 15,0 0-88-15,0 0-53 0,0 0-33 16,0 0-110-16,-11 3-693 16</inkml:trace>
  <inkml:trace contextRef="#ctx0" brushRef="#br0" timeOffset="5048.7347">7013 3451 1373 0,'0'0'217'0,"0"0"6"16,0 0-44-16,0 0-9 16,0 0-62-16,0 0-70 15,-8 0-23-15,6 19 10 16,1 2 8-16,0 1-8 16,1-1-12-16,0-4-4 15,3-2-7-15,3-4-1 0,2-3 5 16,1-6 2-1,2-2-1-15,0-1-7 16,1-8-9-16,0-4 2 0,-1-1-1 16,-2-2 7-16,-1 3 0 15,-3 0 1-15,-1 5 0 16,-3 3 1-16,-1 3 0 16,1 2-1-16,0 4-13 15,0 6 13-15,2 4 13 16,2 3 0-16,1-1-3 15,1-1-2-15,2-2-7 16,2-4 10-16,1-1 24 16,0-4 10-16,2-4-8 15,-2 0-14-15,-1-7-4 0,-1-5-7 16,0-3-3-16,-4-4-3 16,-2-1-5-16,-4-1 0 15,0-1 0-15,-4 1-1 16,-4 0-10-16,-2 4-24 15,-1 6-16-15,-1 5-34 16,-1 7-87-16,3 7-145 16,3 3-274-16</inkml:trace>
  <inkml:trace contextRef="#ctx0" brushRef="#br0" timeOffset="5339.2242">7337 3506 1684 0,'0'0'263'0,"0"0"-31"15,0 0-123-15,0 0-61 16,0 0 57-16,0 0-25 16,-23 44-28-16,22-25-32 15,1 0-20-15,6 5-80 0,7-5-203 16,2-5-460-16</inkml:trace>
  <inkml:trace contextRef="#ctx0" brushRef="#br0" timeOffset="5907.8067">7823 3450 1437 0,'0'0'232'0,"0"0"-17"16,0 0 31-16,0 0-34 15,0 0-27-15,0 0-75 16,0 0-59-16,-11-11-30 16,9 25 3-16,1 2-2 15,1 2-7-15,0-2-7 16,2-3-8-16,6-1 6 15,2-3-6-15,3-4-1 16,0-3-44-16,-1-2-22 16,1-3 0-16,-3-5 21 15,-2-1 19-15,-1 0 15 16,-3 2 11-16,-1 2 1 0,-2 3 1 16,0 2 8-16,-1 2-9 15,1 8 0-15,0 3 17 16,2 4 15-16,2-1-14 15,1-1-9-15,1-4-1 16,3-4 0-16,0-5 9 16,2-2 2-16,1-7 4 15,2-6-6-15,-2-7-6 16,0-1-10-16,-3-5 0 16,-3-1 0-16,-4-3-1 15,-3 2-15-15,0 2-32 16,-3 7 5-16,-4 7-32 15,-1 12-162-15,2 4-241 0,2 7-70 16</inkml:trace>
  <inkml:trace contextRef="#ctx0" brushRef="#br0" timeOffset="6200.3749">8136 3442 1445 0,'0'0'196'0,"0"0"25"16,0 0-103-16,0 0-11 15,0 0-2-15,42-23-33 16,-35 26-4-16,0 6-8 16,-5 4-1-16,-2 3 24 15,-3 4 41-15,-7 0-9 0,-1 1-32 16,0-2-28-16,4-1-32 15,4-4-7-15,3-1-15 16,18-6-1-16,19-7-23 16,19-2-92-16,12-12-110 15,-11 0-293-15,-11 0-435 0</inkml:trace>
  <inkml:trace contextRef="#ctx0" brushRef="#br0" timeOffset="6693.891">8696 3357 1813 0,'0'0'242'0,"0"0"-31"16,0 0-125-16,0 0-27 15,0 0 20-15,-21 37 20 16,21-16-8-16,1 2-49 15,5 1-24-15,3-4-17 16,2-2 1-16,-1-5-1 16,1-5-1-16,-1-5-24 15,1-3-29-15,-1-2 8 16,0-7-4-16,-2-4 10 16,-2-2 20-16,0 0 17 0,-2 0 2 15,-3 2 0-15,-1 3 14 16,0 4 41-16,0 4 16 15,0 2-22-15,0 6-48 16,0 6 11-16,0 4 19 16,0 2 1-16,0-1-15 15,6-2-9-15,3-2-2 16,2-6-5-16,0-3 0 16,3-4 8-16,0-3 0 15,2-9-2-15,0-5-6 16,-2-8-1-16,-3-13 0 15,-6-10-15-15,-5 4-31 16,0 9-35-16,-3 14-26 16,0 12-24-16,3 7-45 15,0 2-113-15,0 0-566 0</inkml:trace>
  <inkml:trace contextRef="#ctx0" brushRef="#br0" timeOffset="7052.6462">9006 3386 1352 0,'0'0'200'16,"0"0"71"-16,0 0-126 16,0 0-60-16,0 0-35 15,0 0-28-15,0 0 6 0,18-11-4 16,-13 22-5-1,-3 1-6-15,-1 3 11 16,-1 1 1-16,0-1-6 0,0 0-7 16,0-3-11-16,0-2 8 15,0-1 8-15,2-2 28 16,5-3 12-16,3 3 4 16,1-2 1-16,2 1-1 15,0 0-10-15,-2 1-10 16,-2-1-14-16,-3 0-12 15,-6 1-7-15,0 0-7 16,-14 2-1-16,-31 9-137 16,3-3-104-16,-7 0-590 0</inkml:trace>
  <inkml:trace contextRef="#ctx0" brushRef="#br0" timeOffset="8070.5241">6266 4289 750 0,'0'0'655'0,"0"0"-419"16,0 0 31-16,0 0-44 16,0 0-52-16,0 0-67 15,0 0-61-15,-10-14-28 16,13 25 22-16,2 4 11 15,2 3-16-15,0 1-14 16,1 0-7-16,0-1 2 16,1-3-12-16,1-3-1 15,-3-5 0-15,0-2 0 0,-1-3-1 16,-1-2-18-16,0-2 18 16,1-4-7-16,-2-2 2 15,1-1 6-15,-3 1 0 16,1 3 1-16,-1 2-1 15,-1 3 0-15,2 0-16 16,2 3 4-16,1 5 12 16,1 3 0-16,1-2 0 15,1-1 8-15,0-1 1 16,1-4-8-16,0-2 14 16,1-1 10-16,0-6 5 15,0-5 2-15,-2-3-18 16,0-4-2-16,-2 0-6 15,-4-1-5-15,-3 0-1 16,0 2-30-16,-1 3-43 0,-4 5-49 16,-3 6-78-16,1 3-166 15,3 0-395-15</inkml:trace>
  <inkml:trace contextRef="#ctx0" brushRef="#br0" timeOffset="8458.0944">6537 4272 71 0,'0'0'1442'0,"0"0"-1064"16,0 0-130-16,0 0-148 0,0 0-38 16,0 0 9-16,0 0 45 15,11 37-42-15,-5-20-26 16,0-1-23-16,0 0-8 15,0-4-17-15,-1-2 6 16,1-4-6-16,-2-4 1 16,1-2 6-16,0-2 10 15,2-8-7-15,0-2-9 16,1-4-1-16,-1 0-3 16,-1 1 2-16,-2 0 1 15,-1 6 0-15,0 3 0 16,-2 5 0-16,1 1-6 15,-1 8 5-15,1 7 1 0,0 4 34 16,0 4-10 0,2 2-14-16,3 2-10 0,3-1 0 15,16 4-40-15,-2-6-195 16,1-8-525-16</inkml:trace>
  <inkml:trace contextRef="#ctx0" brushRef="#br0" timeOffset="9203.5015">7489 4294 1345 0,'0'0'516'0,"0"0"-202"0,0 0-84 16,0 0-18-16,0 0-90 15,0 0-70-15,0 0-27 16,-6 24 22-16,6-5 6 15,0 2-27-15,0 0-11 16,6-2-14-16,1-3 0 16,-1-5 0-16,1-1 1 15,0-7-1-15,-1-2-1 16,1-1-8-16,-1-4-10 16,-1-4-9-16,-2 0 4 0,0 0 9 15,-1 0 4 1,-1 3 4-16,-1 2 5 0,0 2 1 15,0 1-1-15,0 1-20 16,0 7 9-16,1 1 11 16,1 1 0-16,0 0 0 15,2-2 0-15,0-2 1 16,1-3 0-16,1-3 6 16,3 0 3-16,-1-6-2 15,4-7-1-15,-2-4-6 16,2-4 0-16,-3-2 8 15,-2-2-8-15,-2 1-5 16,-2 3-31-16,-3 7-15 16,0 6-40-16,0 4-58 15,0 6-171-15,1 6-241 0,2 0-161 16</inkml:trace>
  <inkml:trace contextRef="#ctx0" brushRef="#br0" timeOffset="9457.6589">7732 4291 1311 0,'0'0'393'15,"0"0"109"-15,0 0-327 16,0 0-19-16,0 0-61 16,0 0-52-16,0 0 30 15,2 20-10-15,7-7-33 16,-2 3-15-16,3 0-3 15,-1 1-11-15,-3 0 0 16,-1-1 0-16,-5 0-1 0,0-1-39 16,-8-2-94-16,-6-2-68 15,-14-4-70-15,4-4-245 16,0-3-340-16</inkml:trace>
  <inkml:trace contextRef="#ctx0" brushRef="#br0" timeOffset="9593.2575">7730 4293 1235 0,'0'0'261'0,"0"0"-80"15,56-21-132-15,-5 11-49 16,-6 3-112 0,-3-1-519-16</inkml:trace>
  <inkml:trace contextRef="#ctx0" brushRef="#br0" timeOffset="10283.5152">8341 4271 1038 0,'0'0'327'16,"0"0"40"-16,0 0-104 16,0 0-69-16,0 0-55 15,0 0-74-15,0 0-31 16,0 5 21-16,1 5 19 0,3 1-26 16,0 2-30-16,2-1-11 15,-1-1 2-15,1-2-9 16,-1-1 0-16,0-4-39 15,0-2-16-15,-1-2 2 16,3 0 23-16,-1-4 8 16,0-2 11-16,0-1 10 15,-1 1 1-15,-2 1 1 16,0 3 30-16,-2 1 14 16,1 1-12-16,-1 1-18 15,1 6 7-15,3 2 33 16,-1 1-15-16,2 0-12 15,2-1-8-15,-1-2-5 0,3-5 3 16,0-2 1 0,3 0 6-16,-1-8-5 0,2-4-7 15,-1-3-4-15,-2-3-7 16,-3-2-1-16,-3-1 0 16,-3 1-1-16,-2 3-15 15,0 3-42-15,-6 5-22 16,0 5-79-16,-1 4-113 15,3 5-97-15,1 6-181 16,2-1-608-16</inkml:trace>
  <inkml:trace contextRef="#ctx0" brushRef="#br0" timeOffset="10634.9596">8657 4226 1440 0,'0'0'386'16,"0"0"-68"-16,0 0-194 15,0 0-5-15,0 0 38 16,-38 44-17-16,31-24-56 16,2 2-25-16,1-1-26 15,4-1-7-15,0-3-3 16,0-3-6-16,4-3-7 15,4-5 1-15,1-4-4 16,2-2 4-16,0 0-1 0,-1-8-9 16,-1-3 0-1,-4 1 0-15,-2-2 5 0,-3 2-6 16,0 2-5-16,-7 2-4 16,-6 3-30-16,-3 2-70 15,-4 1-73-15,-3 3-87 16,3 4-393-16,7 1-684 0</inkml:trace>
  <inkml:trace contextRef="#ctx0" brushRef="#br0" timeOffset="10783.2532">8665 4413 1950 0,'0'0'545'15,"0"0"-386"-15,0 0-114 16,0 0-45-16,0 0-130 15,0 0-163-15,0 0-666 0</inkml:trace>
  <inkml:trace contextRef="#ctx0" brushRef="#br0" timeOffset="11768.8807">6498 5103 927 0,'0'0'265'0,"0"0"10"15,0 0-42-15,0 0 4 16,0 0-27-16,0 0-60 16,0 0-40-16,-3-32-54 15,3 42-24-15,5 5 39 16,1 4-9-16,1 0-29 16,0 1-16-16,2-3-11 15,1-3-5-15,0-4 5 0,0-4-6 16,-2-5-1-1,-1-1-29-15,0-2 7 0,-2-8 3 16,-1-2 0-16,0 0 11 16,0 0 9-16,-2 3-1 15,1 2 1-15,-2 3-1 16,1 4 1-16,0 0-10 16,1 6 9-16,2 4 1 15,2 2 15-15,1 0-4 16,0-1-2-16,2-2-8 15,0-2 5-15,0-6 3 16,-1-1 0-16,0-1 1 16,-1-9-2-16,-1-3-2 15,-2-3-5-15,-1-3 0 0,-1-1 5 16,-2-1-6-16,-1 2 0 16,0 3-12-16,1 4-25 15,0 4-42-15,1 5-89 16,4 3-189-16,0 1-251 15,-1 3-363-15</inkml:trace>
  <inkml:trace contextRef="#ctx0" brushRef="#br0" timeOffset="12003.3151">6828 5067 1455 0,'0'0'275'0,"0"0"57"0,0 0-232 15,0 0-18-15,0 0 32 16,0 0 3-16,44 28-6 16,-33-13-45-16,-2 1-36 15,-2 0-13-15,-3 0-9 16,-2 0-7-16,-2-3-1 16,0-1-84-16,0-2-91 15,-9-5-142-15,0-1-277 16,-1-4-475-16</inkml:trace>
  <inkml:trace contextRef="#ctx0" brushRef="#br0" timeOffset="12152.4448">6778 5177 1558 0,'0'0'267'0,"0"0"-73"15,0 0-135-15,0 0-7 16,61-2-28-16,1-11-24 15,-6 0-152-15,0 0-512 0</inkml:trace>
  <inkml:trace contextRef="#ctx0" brushRef="#br0" timeOffset="12873.138">7621 5116 1311 0,'0'0'228'0,"0"0"64"16,0 0-95-16,0 0-17 15,0 0-29-15,0 0-78 16,0 0-35-16,-2 0 11 16,8 10 23-16,2 3-25 15,-1 1-26-15,2 0-12 16,-1-1-7-16,0-1 4 16,0-3-5-16,-1-3-1 15,-3-3-13-15,2-3-15 16,-2 0 9-16,-1-6 10 15,0-4 1-15,0 1 7 0,-1 0 0 16,0 1 1 0,-1 2 1-16,0 3 5 0,0 2 9 15,0 1-10-15,2 2-4 16,2 5 10-16,1 2 7 16,1 1-4-16,2 0-5 15,0-1-2-15,1-2 2 16,-1-2-2-16,0-4 2 15,0-1 6-15,0-4 0 16,1-6-3-16,-1-5-10 16,-2-2 4-16,-2-2-5 15,-3-1-1-15,-2 2-1 16,0 0-9-16,0 6-20 16,-6 5-18-16,1 6-86 15,1 4-114-15,1 7-103 0,1 1-216 0</inkml:trace>
  <inkml:trace contextRef="#ctx0" brushRef="#br0" timeOffset="13203.6813">7871 5082 1333 0,'0'0'337'0,"0"0"-15"16,0 0-160-16,0 0-12 0,0 0-55 15,0 0-24 1,-29 34-19-16,30-22-13 0,8 0-17 16,1 1 4-16,4 0 6 15,-1 0-9-15,1 0-2 16,-3-1-7-16,-2-2-6 16,-5-1 4-16,-2-1-11 15,-2-3 8-15,-2-2 3 16,-4-1 0-16,-2-2-5 15,3-2 7-15,0-7-7 16,4-7-7-16,1-3-27 16,9-4-55-16,15-4-73 15,23-2-123-15,-2 5-204 16,1 6-917-16</inkml:trace>
  <inkml:trace contextRef="#ctx0" brushRef="#br0" timeOffset="13820.2705">8440 5083 1356 0,'0'0'392'0,"0"0"-10"16,0 0-190-16,0 0-39 15,0 0-64-15,0 0-40 16,0 0 46-16,-2 32-14 15,2-17-35-15,3 1-20 16,1-2-13-16,2-2-7 16,-1-2 0-16,2-5-5 15,1-3-1-15,1-2 0 16,0-4-24-16,1-5-16 16,-2-1-6-16,0-2 16 15,-2 1 22-15,-2 2 8 16,-1 3 1-16,-1 3 6 0,-1 3 7 15,-1 0-13 1,1 6 7-16,1 3 14 0,1 3-4 16,1 0-17-16,1 0 8 15,0-4-8-15,3-2 5 16,0-3-4-16,0-3 7 16,3 0-2-16,-1-9 2 15,1-2-8-15,0-3 0 16,-1-2-1-16,-2-3-1 15,-4 0-26-15,-1 1-21 16,-3 2-34-16,0 6-14 16,-3 5-72-16,-4 5-178 0,1 6-200 15,3 2-142-15</inkml:trace>
  <inkml:trace contextRef="#ctx0" brushRef="#br0" timeOffset="14225.9715">8738 5074 1322 0,'0'0'286'16,"0"0"50"-16,0 0-144 16,0 0-9-16,0 0-69 15,0 0-28-15,-43 13-26 0,38-2-29 16,2 2-13-16,2 1-12 15,1-2-5-15,0-1 5 16,2-4-6-16,4-2-23 16,0-5-12-16,2 0 14 15,0-4 8-15,1-5-9 16,0-3 8-16,0-1 13 16,0 1 1-16,-2-1 0 15,-1 5 28-15,-3 2 29 16,-1 3 28-16,-1 3-11 15,-1 2-34-15,0 6-1 16,0 4 33-16,0 3-29 16,0 2-19-16,1-1-13 15,1 0-10-15,-2 0-1 16,1-3-42-16,0 1-122 0,0-5-187 16,0-2-530-16</inkml:trace>
  <inkml:trace contextRef="#ctx0" brushRef="#br0" timeOffset="14336.9032">8879 5215 1837 0,'0'0'373'15,"0"0"-49"-15,0 0-324 16,-54 6-10-16,20 0-652 0</inkml:trace>
  <inkml:trace contextRef="#ctx0" brushRef="#br0" timeOffset="23159.935">5703 2077 910 0,'0'0'729'16,"0"0"-608"-16,0 0-10 15,0 0-7-15,0 0-34 0,0 0-24 16,-9-1-20 0,19-2-11-16,5-3-5 0,3 1-8 15,2-3-2-15,-1-1-14 16,-2 2-93-16,-3 2-117 15,-10 5-127-15,-2 0-233 16,-2 3-104-16</inkml:trace>
  <inkml:trace contextRef="#ctx0" brushRef="#br0" timeOffset="23296.761">5701 2143 78 0,'0'0'664'16,"0"0"-373"-16,0 0-47 15,-29 41-90-15,29-36-74 0,0-3-45 16,11-2-3-16,13-10-5 15,12-12-27-15,9-10-38 16,-8 3-242-16,-10 5-708 16</inkml:trace>
  <inkml:trace contextRef="#ctx0" brushRef="#br0" timeOffset="23518.5708">5797 1972 1151 0,'0'0'383'0,"0"0"-242"16,0 0-68-16,41-9 1 15,2 3 35-15,13 4 16 16,-1 2-13-16,-12 1-25 0,-18 8-35 16,-15 4-22-16,-6 10-15 15,-10 18-2-15,-37 23-8 16,-31 15-5-16,3-14-228 15,-4-8-638-15</inkml:trace>
  <inkml:trace contextRef="#ctx0" brushRef="#br0" timeOffset="33338.3175">9413 6725 441 0,'0'0'765'15,"0"0"-590"-15,-46-30 62 0,20 22-8 16,-9 8-24-1,-11 3-18-15,-8 24-34 0,-5 12-14 16,7 13 19-16,9 5-31 16,13 2-18-16,10 6-15 15,10 1-25-15,10 2 6 16,17-2-2-16,21-6-23 16,16-7-7-16,12-9-1 15,5-11 3-15,-1-14 9 16,-8-11-14-16,-7-8-19 15,-7-17-10-15,-5-10 1 16,-4-9 3-16,-5-9-3 16,-5-7-6-16,-6-7-6 15,-8-12 7-15,-9-8-1 16,-6-4-5-16,-9 2 0 0,-11 10 11 16,-5 13-12-16,-1 18-19 15,1 13-47-15,4 13-11 16,-1 5 29-16,-2 4-3 15,-5 5-5-15,-1 1 12 16,0 20-16-16,5 13 27 16,12 12 21-16,12 4 5 15,14-3-67-15,21-7-299 16,-5-14-391-16,0-8-250 0</inkml:trace>
  <inkml:trace contextRef="#ctx0" brushRef="#br0" timeOffset="33551.3001">9729 6984 1927 0,'0'0'319'16,"0"0"25"-16,0 0-164 15,0 0-44-15,42 0-48 16,-14 0-58-16,5 0-24 15,0 0-6-15,-6-2-36 16,3-5-196-16,-9 1-251 16,-6-2-408-16</inkml:trace>
  <inkml:trace contextRef="#ctx0" brushRef="#br0" timeOffset="33780.9498">9862 6861 1393 0,'0'0'297'15,"0"0"-56"-15,0 0-137 16,0 0 64-16,45 20-51 16,-20-8-43-16,2 1-24 15,-2 1-28-15,-4 0-16 16,-5 0 0-16,-7-1 2 16,-8 2-2-16,-1 1 0 15,-11 0 4-15,-4 0-9 16,-3-1 6-16,2 0-7 15,4 1-77-15,6-4-165 16,5-4-479-16</inkml:trace>
  <inkml:trace contextRef="#ctx0" brushRef="#br0" timeOffset="34215.5127">10217 6837 1790 0,'0'0'250'0,"0"0"78"16,0 0-126-16,0 0-81 15,55-15-51-15,-29 16-26 16,-1 7-5-16,-6 2-15 16,-7 3-12-16,-6 0 1 0,-6 2-5 15,-1 1 19-15,-11 0-17 16,-1-1 2-16,-4-1-6 15,2 0-6-15,3-4 0 16,3-2 1-16,5-2-1 16,3-3 1-16,1 2-1 15,3-1 8-15,8 2 13 16,3 2 10-16,3 1-11 16,0 1-10-16,-1 0-9 15,-3 2-1-15,-3-2-1 16,-6 1 1-16,-4-1 0 15,0 0 0-15,-9-1 0 0,-6-3 15 16,-4 0-8-16,-2-3-7 16,-2-2-1-16,-1-1-37 15,1 0-82-15,-7 0-135 16,6 0-276-16,4 0-796 0</inkml:trace>
  <inkml:trace contextRef="#ctx0" brushRef="#br0" timeOffset="34361.8385">10475 7147 2167 0,'0'0'627'0,"0"0"-313"16,0 0-198-16,0 0-116 16,-72 0-36-16,31 11-250 15,-7 1-912-15</inkml:trace>
  <inkml:trace contextRef="#ctx0" brushRef="#br0" timeOffset="39361.9703">12099 6396 939 0,'0'0'270'0,"0"0"-9"16,0 0-24-16,0 0-66 16,0 0-80-16,0 0 0 15,30-3-43-15,-13 3-27 16,2 0-14-16,1 1-7 16,5 2-76-16,-4-1-220 15,-4-2-412-15</inkml:trace>
  <inkml:trace contextRef="#ctx0" brushRef="#br0" timeOffset="39614.0449">12222 6293 1122 0,'0'0'209'0,"0"0"-10"15,0 0 24-15,0 0-79 16,0 0-60-16,0 0-33 15,0 0 9-15,51 12-7 16,-28-2-22-16,-2 3-13 16,-5 2-8-16,-5-1 2 0,-6 3-3 15,-5 0-2-15,-8 1-5 16,-9 0 8-16,-13 6-10 16,-24 9-21-16,6-5-147 15,-3-1-349-15</inkml:trace>
  <inkml:trace contextRef="#ctx0" brushRef="#br0" timeOffset="45291.2006">6619 6271 523 0,'0'0'178'0,"0"0"-5"15,0 0 19-15,17-40 18 16,-10 30-1-16,-1 1-55 15,1 2-31-15,0 3-31 16,2 3-26-16,-2 1-30 16,3 8 4-16,-1 8-1 15,-4 4 14-15,0 5 19 16,-4 1-4-16,-1 0-23 0,-2-1-17 16,-6-3-12-16,-2 0-4 15,-2-5-11-15,1-2 7 16,-1-3-7-16,4-5 5 15,2-3 0-15,4-4 2 16,2 0 12-16,0-8-10 16,8-6-10-16,4-4-9 15,3-3-9-15,1-4-4 16,1-1-6-16,-1-1-2 16,-3 1 17-16,-2 0 7 15,-3 3 5-15,-5 1-1 16,-2 2 1-16,-1 3-49 15,0 4-39-15,0 4 5 16,-3 5 51-16,-2 4 15 16,0 6 2-16,-2 9 16 0,0 7 9 15,-1 5 31 1,3 3 40-16,2 0 10 0,3 0-10 16,0-3 0-16,0-2-24 15,7-3-19-15,2-4 2 16,1-3-24-16,-1-3-15 15,0-3-18-15,-1-4-125 16,-3-2-161-16,-2-2-360 0</inkml:trace>
  <inkml:trace contextRef="#ctx0" brushRef="#br0" timeOffset="45516.1503">6848 6301 704 0,'0'0'922'0,"0"0"-655"16,0 0-121-16,0 0 15 15,0 0-10-15,0 0-70 16,22 43-17-16,-16-25 0 16,-1 0-15-16,-1 0-18 15,-1-1-19-15,-1 1-12 16,-2 4-115-16,0-2-246 0,-5-5-751 15</inkml:trace>
  <inkml:trace contextRef="#ctx0" brushRef="#br0" timeOffset="45848.7816">6749 6708 983 0,'0'0'149'0,"0"0"-108"16,0 0-41-16,0 0-121 16,0 0-931-16</inkml:trace>
  <inkml:trace contextRef="#ctx0" brushRef="#br0" timeOffset="46017.6668">6741 6899 1114 0,'0'0'155'15,"0"0"-138"-15,0 0 24 16,0 0-41-16,0 0-29 0</inkml:trace>
  <inkml:trace contextRef="#ctx0" brushRef="#br0" timeOffset="46194.829">6773 7079 1134 0,'0'0'184'16,"0"0"-136"-16,0 0-28 0,0 0-13 16,0 0-7-16,0 0-100 15,0 0-247-15</inkml:trace>
  <inkml:trace contextRef="#ctx0" brushRef="#br0" timeOffset="46361.8149">6766 7272 1124 0,'0'0'167'0,"0"0"-160"16,0 0-7-16,0 0-35 16,0 0-186-16,0 0-385 15</inkml:trace>
  <inkml:trace contextRef="#ctx0" brushRef="#br0" timeOffset="46534.6025">6761 7488 1222 0,'0'0'171'0,"0"0"-123"0,0 0-28 15,0 0-20-15,0 0-281 0</inkml:trace>
  <inkml:trace contextRef="#ctx0" brushRef="#br0" timeOffset="46698.1017">6788 7649 1580 0,'0'0'213'16,"0"0"-213"-16,0 0-10 15,0 0-66-15,0 0-683 0</inkml:trace>
  <inkml:trace contextRef="#ctx0" brushRef="#br0" timeOffset="47505.4725">6463 8201 1046 0,'0'0'249'0,"0"0"-147"16,0 0 95-16,0 0-15 0,0 0 1 15,0 0-68-15,0 0 23 16,18-14-3-16,-1 12-40 15,1 2-18-15,-1 0 5 16,-1 8-9-16,-2 4-24 16,-4 1-15-16,-3 3-1 15,-5 3-11-15,-2-1-5 16,-2 0-1-16,-6 1-7 16,-2-1-7-16,-1-2 5 15,1-2-6-15,0-4 10 16,1-6-11-16,3-4 0 15,1 0-31-15,2-10-51 16,3-1-24-16,0-4 8 0,6 0-11 16,3-1-18-16,3 0-13 15,0 0 20-15,1 0 34 16,-3 0 33-16,0 0 27 16,-4 0 13-16,0 2 11 15,-2 0 2-15,-3 3 22 16,1 4 48-16,-2 1 62 15,0 5 24-15,0 1-24 16,-1 8-24-16,-3 6 4 16,0 5 18-16,3 4-27 15,1 1-24-15,0 0-31 16,3-3-30-16,7-1-9 16,2-6-9-16,3-2-12 0,0-4-100 15,7-7-118-15,-4-1-111 16,-2-1-407-16</inkml:trace>
  <inkml:trace contextRef="#ctx0" brushRef="#br0" timeOffset="47889.4578">6723 8218 1553 0,'0'0'304'0,"0"0"-102"16,0 0-127-16,0 0 2 15,0 0-27-15,0 0-34 16,38 7-7-16,-31 2-8 16,-3 1 10-16,-2 0 2 0,-2 2 18 15,0-1 11-15,0-1-14 16,-2 2 0-16,2-4-4 16,0-2-3-16,0 1-11 15,0-2-8-15,6-1 5 16,1 0-6-16,0 0 5 15,1 1-5-15,-1 2 0 16,-3 0 0-16,-2 1 0 16,-2 2 0-16,0 0 8 15,-4 0-8-15,-5 2-1 16,-2-1 1-16,-2-1-1 16,-1-4 0-16,0-1-1 15,0-4-49-15,2-1-65 0,4-3-158 16,3-5-254-16,4 0-607 0</inkml:trace>
  <inkml:trace contextRef="#ctx0" brushRef="#br0" timeOffset="48229.2758">6919 8189 1716 0,'0'0'322'0,"0"0"-123"16,0 0-42-16,-9 34 57 16,9-13-55-16,-1-1-65 0,1 2-9 15,0-1-40-15,1-3-22 16,3-2-11-16,1-4-3 16,0-3-8-16,0-2 5 15,0-4-5-15,0-3 0 16,-1 0 1-16,-1-4 5 15,-1-5-7-15,-1-1-7 16,-1-1-2-16,0 2-8 16,-6 3-4-16,-1 2-10 15,-3 3-14-15,-2 1-49 16,0 2-70-16,-3 7-65 16,5 1-286-16,3-2-455 0</inkml:trace>
  <inkml:trace contextRef="#ctx0" brushRef="#br0" timeOffset="48387.4856">7023 8331 2118 0,'0'0'460'0,"0"0"-357"16,0 0-12-16,0 0-56 15,0 0-35-15,0 0-140 16,0 0-219-16,0-14-1338 0</inkml:trace>
  <inkml:trace contextRef="#ctx0" brushRef="#br0" timeOffset="50899.1915">6944 6188 687 0,'0'0'227'0,"0"0"-128"0,0 0-52 16,0 0-8-16,0 0 50 15,0 0-25-15,46 16 30 16,-28-4-10-16,4 1-4 16,2 2 21-16,3 1 4 15,2 0-24-15,-1 1-22 16,2-2-12-16,1 0 0 15,1-2-5-15,2 0-6 16,0-2-8-16,0 0-6 16,0-1-4-16,-1 0-3 15,2 2 16-15,-1-1 4 16,6 4-5-16,7 1-4 0,9 2 5 16,4-1-1-16,-1-2-11 15,-1-4 9-15,-4-1-11 16,1-1 6-16,0 3 4 15,-1-1-8-15,-1 2-1 16,-1-1 1-16,-2 0 1 16,1-1-3-16,-1 1 3 15,-1-2 4-15,-2 0-1 16,0 1 0-16,-1 0 4 16,0-1 2-16,-3 0 3 15,-7-1-6-15,-7-3 10 0,-8-1-3 16,-4-2-3-1,2 2 0-15,1-2 1 0,-1 1 0 16,-4-1 4-16,-4-1-10 16,-3-1 1-16,-3 1-7 15,-1-2-7-15,-3 0-3 16,1 0-3-16,-2 1-5 16,1-1-1-16,0 0 0 15,-1 1-1-15,0-1-79 16,0 0-71-16,0 0-51 15,0 1-129-15,-6-1-332 0</inkml:trace>
  <inkml:trace contextRef="#ctx0" brushRef="#br0" timeOffset="51837.2404">7137 6802 409 0,'0'0'295'15,"0"0"-145"-15,0 0 6 16,0 0 19-16,0 0-29 16,0 0-66-16,0 0 12 15,-4 0 17-15,13 0 4 16,5 0 0-16,3 0-12 16,6 0-19-16,7 0 7 15,14 0-13-15,14 0-6 16,7 3-6-16,-1 1-8 15,-2 0-8-15,-7-2-17 16,2 1-15-16,-3 0-5 0,1-2-5 16,0 1 0-16,-1-1-5 15,-1-1 9-15,0 0 3 16,-1 0 1-16,0 0 2 16,-1-1 15-16,-2 0 2 15,1-1 6-15,-1 1 1 16,-3 0-1-16,0-1-11 15,-3 1 3-15,1 0-4 16,-1-1 5-16,0 2 1 16,-2-1 5-16,-5 0-5 15,-6 1 2-15,-7 0-1 16,-3-1-7-16,3 1-9 0,1-1-2 16,2 0 2-16,-3-1 9 15,-2 1 2-15,-3-1-7 16,-4 0-5-16,-2 0-10 15,-4-1-6-15,-2 2 1 16,-2 0 4-16,-2 0-5 16,0 1-1-16,-2 0 0 15,0 0-16-15,-15 0-98 16,-3 3-218-16,-5 2-443 0</inkml:trace>
  <inkml:trace contextRef="#ctx0" brushRef="#br0" timeOffset="59534.4043">7435 6978 1512 0,'0'0'208'0,"0"0"-185"16,0 0-23-16,0 0-22 15,0 0 22-15,0 0-162 16,-9 39-224-16</inkml:trace>
  <inkml:trace contextRef="#ctx0" brushRef="#br0" timeOffset="59716.7618">7448 7229 1681 0,'0'0'233'0,"0"0"-168"0,0 0-44 16,0 0-13-16,0 0 3 15,0 0-11-15,0 0 0 16,-11 23-166-16,16-17-529 0</inkml:trace>
  <inkml:trace contextRef="#ctx0" brushRef="#br0" timeOffset="59871.5546">7400 7350 1750 0,'0'0'210'0,"0"0"-148"16,0 0-61-16,0 0-1 15,0 0-259-15,0 0-391 0</inkml:trace>
  <inkml:trace contextRef="#ctx0" brushRef="#br0" timeOffset="60322.1628">7050 7617 1358 0,'0'0'189'0,"0"0"-132"15,0 0-12-15,0 0 57 16,0 0 5-16,0 0-40 16,0 0 84-16,74-23-63 15,-17 1-43-15,12-9-8 16,12-3 25-16,6-1-3 15,5 1-19-15,10-2-15 16,7-2-4-16,8 0 3 16,3-1 16-16,2 1-22 15,-3 2-9-15,-7 4-3 16,-10 2-6-16,-14 3 0 0,-17 2 1 16,-20 5 13-1,-19 4 16-15,-15 5 4 0,-9 3-4 16,-3 0 16-16,-3 2 25 15,-2 0-10-15,-2 3-37 16,-13 3-24-16,-13 3-59 16,-17 15-108-16,-19 10-117 15,8-2-296-15,4-2-599 0</inkml:trace>
  <inkml:trace contextRef="#ctx0" brushRef="#br0" timeOffset="60788.9503">7402 7784 1077 0,'0'0'154'16,"0"0"-98"-16,0 0 24 16,0 0 120-16,-40 38-86 15,39-33-37-15,1-1 20 0,0-3-2 16,7-1 6 0,8-3 24-16,13-14 5 0,22-12-19 15,27-15-36-15,16-11 2 16,9-6 24-16,3-3-11 15,-4 0-25-15,1-2-18 16,-2 2-3-16,-7 5-14 16,-9 6-16-16,-12 8-14 15,-12 7 12-15,-16 9 12 16,-13 8 1-16,-10 5-4 16,-6 3 9-16,0-2 1 15,-1 1-13-15,-4 2-10 16,-3 4-8-16,-7 4-1 15,0 4-32-15,-25 6-123 16,-2 8-307-16,-7 2-394 0</inkml:trace>
  <inkml:trace contextRef="#ctx0" brushRef="#br0" timeOffset="61173.7094">7671 7708 694 0,'0'0'773'0,"0"0"-599"16,0 0-59-16,0 0-74 15,0 0-14-15,-7 40-18 16,7-17-9-16,2-3-206 16,3-2-596-16</inkml:trace>
  <inkml:trace contextRef="#ctx0" brushRef="#br0" timeOffset="61314.2404">7766 7937 1092 0,'0'0'595'0,"0"0"-517"16,0 0-78-16,0 0-136 15,0 0-217-15</inkml:trace>
  <inkml:trace contextRef="#ctx0" brushRef="#br0" timeOffset="61467.7906">7796 8054 1587 0,'0'0'214'15,"0"0"-157"-15,0 0-57 16,0 0-111-16,0 0-531 0</inkml:trace>
  <inkml:trace contextRef="#ctx0" brushRef="#br0" timeOffset="61916.6933">7280 8552 1461 0,'0'0'270'15,"29"-34"-196"-15,11-3-27 16,19-11 48-16,12-7 7 16,2 2-57-16,3-1 58 15,-5 0-35-15,5-10-40 16,7-8-19-16,3-6 4 16,6-2-4-16,4 1 1 15,-1 5-4-15,-4 0-5 16,-2 3-1-16,-7 4 2 15,-8 4-1-15,-9 7 7 0,-11 9 3 16,-13 10 18-16,-12 10 24 16,-7 7-1-16,-3 4-1 15,2-1-5-15,2-1-6 16,0 0-12-16,-3 4-13 16,-4 3-7-16,-4 3-7 15,-4 4-1-15,-4 4-1 16,-4 0-24-16,-2 7-44 15,-16 12-39-15,-27 14-172 16,4-1-309-16,-6-2-540 0</inkml:trace>
  <inkml:trace contextRef="#ctx0" brushRef="#br0" timeOffset="62576.542">7501 8528 977 0,'0'0'188'16,"0"0"-133"-16,0 0-22 0,0 0 58 16,0 0 4-16,48-2-42 15,-29-3 65-15,1-4-16 16,2-3-16-16,2-4 4 16,3-4 6-16,4-4-2 15,8-5-29-15,10-9-22 16,11-7-10-16,6-4-16 15,-4 0-8-15,-5-1-8 16,-8 3 9-16,-2 1-2 16,-3 0-7-16,-2 0 23 15,1 1 11-15,0 0-3 16,2-4-6-16,0 0 1 16,2 2-11-16,-1 2 5 0,-1 3 9 15,-2 2 2-15,-5 2 1 16,-7 7 9-16,-6 3 4 15,-7 8-1-15,-2 2-2 16,4-4 0-16,2-3-1 16,3-2-14-16,0 2-2 15,-1 3-5-15,-4 2-5 16,-1 3-7-16,-3 3 4 16,-5 2 2-16,0 2-3 15,-3 2-4-15,-1 1-7 16,-2 1 0-16,-1 0 1 15,0 2-2-15,-1 1 1 0,-2 0-1 16,1 1-11-16,-2 0-51 16,0 2-64-16,0-1-60 15,-3 1-177-15,-4-1-465 0</inkml:trace>
  <inkml:trace contextRef="#ctx0" brushRef="#br0" timeOffset="62757.836">8855 7316 1892 0,'0'0'291'16,"0"0"-164"-16,0 0-75 15,0 0-35-15,0 0-17 0,0 0-213 16,0 0-355-16</inkml:trace>
  <inkml:trace contextRef="#ctx0" brushRef="#br0" timeOffset="80522.0919">9364 6272 371 0,'0'0'286'0,"0"0"234"0,0 0-293 15,0 0 23-15,0 0 6 16,0 0-20-16,-12-34-45 15,10 34-12-15,1 0-55 16,0 7-76-16,0 9-19 16,1 6 31-16,0 6 4 15,0 2-17-15,2 1-25 16,2-3-13-16,1-2-8 16,1-3-1-16,-3-2-6 15,-2-4-88-15,-1-3-151 16,0-3-29-16,-8-5-122 15,-4-4-162-15,0-2-305 0</inkml:trace>
  <inkml:trace contextRef="#ctx0" brushRef="#br0" timeOffset="80914.3522">9258 6398 950 0,'0'0'405'0,"0"0"-91"16,0 0 8-16,0 0-93 15,0 0-103-15,0 0-65 16,0 0-12-16,6 1 80 15,6 12-36-15,5 2-28 16,2 1-26-16,1 1-3 16,1-2-18-16,-1-3-11 15,-1-1-7-15,-4-3-12 16,-2-2-67-16,-3-4-55 0,-2-2-2 16,0 0 16-1,-3-5-12-15,0-4-12 0,-2-4 22 16,1 1 20-16,0-4 48 15,-1 0 41-15,0 1 13 16,0 2 15-16,-1 2 42 16,-1 2 38-16,0 4 40 15,-1 3 8-15,0 2-46 16,-4 2-46-16,-5 8-22 16,-1 5 26-16,-3 5 8 15,-2 2-28-15,1 1-17 16,0 1-12-16,2-2-6 15,1 0-34-15,-3 4-105 16,3-6-208-16,1-4-571 0</inkml:trace>
  <inkml:trace contextRef="#ctx0" brushRef="#br0" timeOffset="85704.3717">9312 6958 641 0,'0'0'234'0,"0"0"-84"15,0 0-10-15,0 0 22 16,0 0-25-16,0 0-37 16,0 0-24-16,-13-22-12 0,13 21-3 15,0 1-10 1,0-1-7-16,0 0-10 0,0-1-14 15,5 0-9-15,0 0-1 16,3 1-4-16,-1 0-5 16,1 1 1-16,0 0-1 15,-1 0 5-15,0 0-6 16,-2 3 0-16,0 2 0 16,-1 0-6-16,0 2 5 15,-3 1-5-15,-1 1 5 16,0 1 0-16,0-2 1 15,0-1 6-15,-1-1-5 16,-2-1 5-16,1-1-4 16,1-1-2-16,1-1 1 15,0-1-1-15,0-1-9 0,0 0-16 16,0 1 15-16,2 0 10 16,2-1 0-16,2 1 1 15,1-1 1-15,-1 1 0 16,0-1-2-16,-2 0 0 15,0 0-9-15,-1 0-12 16,-1 0-7-16,-2 0-8 16,1 0-2-16,-1 0-32 15,0 0-61-15,0 0-161 16,0-2-382-16</inkml:trace>
  <inkml:trace contextRef="#ctx0" brushRef="#br0" timeOffset="92520.1827">1587 1684 162 0,'0'0'1203'16,"0"0"-947"-16,0 0-71 0,0 0-33 16,0 0-73-16,0 0-51 15,1-20-20-15,7 20-8 16,2 4-2-16,1 4-10 16,-3 4-2-16,0 2 14 15,-4 2 1-15,-1 1 0 16,-2-1 9-16,0 0-2 15,0-2-1-15,0-1 14 16,2-3 4-16,1 0 20 16,2-1 10-16,4 0 6 15,0 1-13-15,4 1 3 16,1 2 4-16,1 1-24 16,-2 3 16-16,-1 1 43 15,-6 3-47-15,-7 8-22 0,-22 8-21 16,-29 10-54-16,1-8-160 15,-3-8-475-15</inkml:trace>
  <inkml:trace contextRef="#ctx0" brushRef="#br0" timeOffset="93219.9224">657 2442 1045 0,'0'0'254'0,"0"0"-30"16,0 0-10-16,0 0-93 15,0 0-40-15,0 0-28 16,12-36-13-16,0 31-12 16,1 2-4-16,1 3-5 15,-1 0 0-15,-2 5 3 16,-2 6-7-16,-2 1-5 15,-4 2 11-15,-3 4 19 16,0-2-3-16,-1 0-12 16,-5 0-9-16,2-3 0 15,1-1-2-15,0-2-7 16,3-3 9-16,0-1 7 0,1-1-1 16,8 0 9-16,0-1 17 15,2 0-5-15,1 0 6 16,-1-1-12-16,-1-1-12 15,-3 1-7-15,-1-1 0 16,-5 1-6-16,-1 1 3 16,0 2 15-16,-11 2 4 15,-6 3-15-15,-14 3-19 16,-24 8-38-16,6-2-171 16,0-3-406-16</inkml:trace>
  <inkml:trace contextRef="#ctx0" brushRef="#br0" timeOffset="199450.8774">12867 6283 484 0,'0'0'248'0,"0"0"151"15,0 0-164-15,0 0-20 16,-44-1-3-16,26 1-46 15,-1 0-39-15,-1 3-13 16,0 2-11-16,3 4 7 16,-1 0-17-16,2 4-6 0,1 3-5 15,1 4-21-15,-1 8-9 16,1 10 0-16,4 10-1 16,4 2 0-16,5-8-5 15,1-10-14-15,5-11-3 16,4-3-5-16,4 1 11 15,3 2-10-15,4 0-7 16,3-3-4-16,3-5-5 16,1-2 1-16,0-5-2 15,0-3-7-15,-1-3 5 16,-1 0-5-16,-3-1 0 16,-3-6 8-16,0-3-1 15,-2-3 8-15,0-2 4 16,0-3-4-16,-1-2-1 15,0-3-4-15,0-1-2 0,-3-1 1 16,-3-3-1-16,-2 1 7 16,-5 0 4-16,-3 0 4 15,-1 1 0-15,-9 0-6 16,-3 2-5-16,-4 2-5 16,-2 3-7-16,-1 1 5 15,0 3-6-15,0 3 0 16,1 2 0-16,2 3-1 15,3 2 0-15,2 3-5 16,2 2-14-16,3 0-34 16,0 0-32-16,1 5-57 0,5 4-102 15,0-2-226-15,1 0-239 16</inkml:trace>
  <inkml:trace contextRef="#ctx0" brushRef="#br0" timeOffset="199590.1643">13022 6311 1790 0,'0'0'241'15,"0"0"-185"-15,0 0-56 16,0 0-170-16,-50 12-713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12:21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1650 2011 348 0,'0'0'708'0,"0"0"-485"0,0 0-17 16,0 0-17 0,0 0-22-16,0 0-16 0,-7-6-5 15,6 6-36-15,1 0-26 16,0 0-20-16,-1 0-11 16,1 0-20-16,-1 5-13 15,-2 4 3-15,2 2 18 16,-1 3 4-16,1 0-12 15,1 2-5-15,0-2-17 16,0 1 8-16,0 1-9 16,0-2 10-16,0 0-1 15,0 0-2-15,0-2 9 16,1-1-2-16,-1-1-7 0,2-2-5 16,-2 0 1-1,1 0-1-15,-1 0 0 0,0 0 3 16,2 0-5-16,-2 0-2 15,0 1 1-15,0-1-2 16,0 2-1-16,0-2 0 16,0 1-5-16,0-1 0 15,0 1 5-15,0 0-5 16,0 0 8-16,0 2-3 16,0-1 5-16,0 1 5 15,0 1-4-15,0-1 2 16,0 0-8-16,0 1 6 15,0-1 1-15,0 0-6 16,0 0 4-16,1 1-1 16,0 0-8-16,1 0 4 0,-1 2 3 15,0 2-8 1,0-1 0-16,-1 0 6 0,1 0-6 16,-1 1 5-16,0-1 1 15,1 0-7-15,0 0 12 16,1 0-12-16,0 0 1 15,-1 0 9-15,2-1-9 16,-1-1 1-16,0 2-2 16,0-3 1-16,-2 1-1 15,0 0 0-15,0 1 1 16,0-1 1-16,0 2-1 16,0 0 0-16,0 1 0 0,0 0 0 15,0 0 7-15,0 1-7 16,0 0 5-16,0-1 0 15,0 1 1-15,0-1-6 16,0-3 7-16,0 1-1 16,0-3-6-16,0 1 1 15,0-1 4-15,0-1-5 16,0 0 5-16,0-1-5 16,0 1-1-16,0 1 0 15,0 1 2-15,0 1-1 16,0-1 6-16,0 3 1 15,0 0-8-15,0 0 11 16,0 1-5-16,0 0-5 0,-1-1 1 16,-1 1 5-16,-1 0 1 15,2 0-1-15,-2 0 1 16,1 1-2 0,1 1-5-16,1 0 16 0,-1-1-4 15,1-1-3-15,-1-1-1 16,0-1-3-16,0-1-4 15,0 1-1-15,0 0 0 16,0-1 1-16,0 1-1 16,1 0 0-16,-1-1 0 15,1 0 0-15,0 1 5 16,-1-1-5-16,1 1 5 16,-1 1-6-16,1 3 1 0,0 0 0 15,0 0-1 1,0 2 6-16,0-3 2 0,0-1 1 15,0 1-3-15,0-1-5 16,-2-1 7-16,2 1-7 16,-1-1-1-16,-1-2 11 15,1 1-5-15,-1-3 0 16,1 0-6-16,-2-1 8 16,1 1-8-16,0-1 0 15,0 1 1-15,0 0 0 16,1 1 1-16,0 0 4 15,-2 0-5-15,2 0-1 16,-1-3 6-16,2 1-5 16,-1 1-1-16,1-1 1 15,0 0 0-15,0 3 0 0,0 0-1 16,0 1 6-16,0 0 0 16,0-1-5-16,0-2-1 15,0-1 8-15,0 1-8 16,0-2 1-16,0 0 1 15,0 1-1-15,0-1 1 16,0 1 7-16,0-1 3 16,0 0-8-16,0 1-2 15,0 0-2-15,0 0 6 16,0 1-5-16,1-1 0 16,-1 2 13-16,0-2-8 15,2 2 3-15,-1 0-3 16,2 1-5-16,0 1 0 15,1-1 12-15,-1 0-4 0,-1-3 2 16,0-1-10-16,0-2 6 16,-1-1 2-16,1 0-7 15,-1-3-1-15,2 1 1 16,-3-1 5-16,1 0-6 16,1 0-1-16,-1 0 0 15,0 1 5-15,1 1-5 16,-2 1 0-16,1 1 1 15,-1 0 0-15,0 2 1 16,0-1-1-16,0 1 0 16,0-1-1-16,0 0 1 15,0-1-1-15,0 0 0 16,0 0-1-16,0-1-17 0,0-1-16 16,0-1-31-16,0-3-43 15,-6-6-67-15,0-5-356 16,-1-6-559-16</inkml:trace>
  <inkml:trace contextRef="#ctx0" brushRef="#br0" timeOffset="3085.7824">1631 2015 578 0,'0'0'643'0,"0"0"-449"16,0 0-8-16,0 0-65 0,0 0-23 15,0 0-32 1,0 0 7-16,13 2 20 0,0 1 6 15,4 2 19-15,5-1-42 16,2 0-20-16,5-1-3 16,1-2-8-16,8 1-5 15,-4-1-12-15,4-1-2 16,6 0 3-16,1 0-9 16,11-3-1-16,2-1 1 15,-3 0-6-15,-7 2-2 16,-11 1-3-16,-9 1 5 15,-5 0-13-15,-3 0-1 16,5 0 1-16,3 0 5 16,4 0-5-16,-1 0 0 15,2 1 1-15,-2 0-1 0,-3-1 5 16,1 0-4-16,-2 1 4 16,-1-1-5-16,0 0 11 15,0 0-6-15,-1 1-5 16,0-1 14-16,-1 0-14 15,0 0 12-15,0 0-2 16,-1 0-10-16,0 0 10 16,0 0-1-16,-2-1-9 15,1 0 14-15,-2-1 0 16,1 1-6-16,1-1 4 0,-1 1-7 16,0 0 5-16,2-1-5 15,-1 0-5-15,0-1 7 16,1 1-1-16,0-1-1 15,-1 0 3-15,1 0-7 16,-2 1 4-16,-1 1 6 16,2-1-6-16,-2 1 0 15,0 0 0-15,0 0-5 16,-2 1 0-16,1-1 5 16,-3 0 0-16,3 0 0 15,-2 0-4-15,2-1 11 16,1 2-12-16,0-2 11 15,2 0-2-15,1 0-3 0,0 0-6 16,0-1 5 0,1 1 1-16,-1 0-5 0,0 0 4 15,0 0 4-15,-2-1-4 16,-2 1 2-16,-1 0-2 16,-2-1 0-16,-1 2 1 15,-1-1 4-15,-2 1-4 16,-1-1-5-16,-1 1 10 15,1 0 1-15,-2 0 1 16,0 1-4-16,-1 0 4 16,1-1-5-16,0 1-2 15,1 0 1-15,0 0-1 16,0 0-5-16,1 0-1 16,-1 0 1-16,0 0-1 15,-2 0 5-15,-1 0-5 0,0 0 0 16,-3 0 0-16,0 0 5 15,-1 0-5-15,0 0-1 16,-1 0 2-16,-1 0 10 16,0 0-2-16,0 0 2 15,-1 0-3-15,1 0 2 16,-1 0-10-16,1 0 5 16,1 0-6-16,0 0-1 15,0 0 1-15,1 1 1 16,1-1 0-16,2 1 0 15,-1 1-1-15,0-1 1 16,1 0-1-16,3 1 0 16,-1 0 0-16,1 1 0 15,0-1 1-15,-2 0 0 0,0 1 0 16,-3-1-1-16,-1-1-1 16,-3 1-5-16,0-1 0 15,0-1 5-15,0 1 0 16,0 0 0-16,0 0 1 15,0 2 1-15,0 1 0 16,0 0 8-16,0 2-3 16,0 1-4-16,0 1 5 15,0 1 5-15,0 0-6 16,0 3 3-16,0 0-2 16,0 1-1-16,0 1 2 0,0 2 1 15,0-1-3 1,0 1 0-16,0-2 7 0,-2 1-7 15,-2 1 1-15,0-2-6 16,-1 2-1-16,-1-1 6 16,-1 1-4-16,-1-1 4 15,0 1-5-15,-1 0 0 16,2 1 0-16,0-1 0 16,-1 1 0-16,2 1 0 15,1 0 0-15,1-1-1 16,0 0 0-16,0 0 1 15,1 1 0-15,2-1 0 16,-1-1 5-16,1 0-5 16,1 0 1-16,0 1-2 15,0 0 1-15,0 0 5 0,0 1-5 16,0 1 0-16,0 0 0 16,2 1 8-16,-1 1-9 15,-1 0 6-15,1 0-6 16,-1 0 0-16,0 0-1 15,0 1 0-15,0 0 0 16,0 1 0-16,0 0 1 16,0 2-1-16,0-2 1 15,0-1 0-15,0 2 1 16,0-2-1-16,0-2 0 16,2 0 1-16,-1-2-1 15,1-2 0-15,1 1 1 16,0 0 0-16,1 0 5 15,-1 1-6-15,0 0 9 16,-1 1-9-16,1 1 1 16,0 0 0-16,-2-1 0 0,1 1 4 15,0-2 1-15,0 0-5 16,1-1-1-16,0-1 1 16,0 0 5-16,1 0-5 15,0-1 7-15,-1 0-2 16,1 2-6-16,-2 0 9 15,1 1-7-15,1 1-1 16,0 0 10-16,0 1-10 16,0-1 5-16,0-1-5 15,-1 0 0-15,0 0 11 16,-1-2-3-16,0 1-3 0,-1 0 0 16,0 0 0-1,0-2-5-15,0 0 8 0,0-2-8 16,0 0 0-16,1 0 0 15,-1-1 11-15,1-1-12 16,-2 0 1-16,0 0 4 16,0 1-5-16,0 0 1 15,0 1 1-15,0-1-2 16,0 2-1-16,0 1 0 16,0 1 1-16,0 2 0 15,0 1 0-15,0 0 0 16,-1-1 0-16,0 0 1 15,0-1 0-15,-1 0 1 0,0 0-1 16,0 0 5 0,0-2 2-16,0-1-7 0,0-1-1 15,0-2 1-15,1-1 0 16,1 0 0-16,0 0 0 16,-1 0-1-16,0 1 1 15,0 1 0-15,-1 1 0 16,0 1 1-16,0 1 7 15,0 0-8-15,0-1 9 16,-1-2 4-16,0 1-7 16,0 0-1-16,2-1-5 15,-2-1 11-15,2 0-3 16,0-2-3-16,0 0-5 0,0-2 5 16,1-1 6-1,-1 2-11-15,0-1-1 0,0 1 1 16,-1 2 5-16,1 3 2 15,-2 1-7-15,0 0 13 16,2-1-8-16,0-2-5 16,-1-3 5-16,0 0-5 15,1 0 1-15,-1 0 5 16,0-1-5-16,-1-1 4 16,1-1 1-16,1-1-5 15,-2 0 5-15,3-1 2 16,-1 0-7-16,1 0 5 15,-2 1-1-15,1-2-5 16,1 0 0-16,0 0 0 0,0-2-1 16,-1 0 0-16,-1 0-21 15,-1-2-45-15,-11-7-78 16,1 0-126-16,-6-1-668 0</inkml:trace>
  <inkml:trace contextRef="#ctx0" brushRef="#br0" timeOffset="4530.1645">1644 4384 1106 0,'0'0'358'0,"0"0"-52"0,0 0-116 16,0 0-48-16,0 0-12 16,0 0-53-16,0 0 0 15,36-2 33-15,-13 2 6 16,3 0-12-16,2 1-22 16,3 0-16-16,7 1-11 15,8-2-7-15,-4 0-12 16,-3 0-6-16,1 0 1 15,-1 0-18-15,12-2-1 16,6-2-3-16,-6 1 5 16,-10 0-4-16,-13 2 7 0,-7 0 1 15,-1 1-12 1,2 0 1-16,3-1 5 0,5 0-1 16,-1 0 4-16,1 0-3 15,-2-1 1-15,3 1-1 16,-3 0-3-16,0 0-3 15,-1 0-5-15,-1 1 13 16,1 0-8-16,-2 0 3 16,-1 0-2-16,0 0-1 15,-1 0 2-15,2 0-7 16,-1 0 0-16,0 0 12 16,0 0-1-16,-1 0-11 15,0 0 5-15,0 0 3 0,-1 0 4 16,0 0-4-1,1 0 3-15,1-2-1 0,0 2 1 16,1-2-2-16,1 1-4 16,0 0 0-16,-2-1 3 15,2 2-7-15,-2-2 7 16,-1 1-2-16,0 0 7 16,0 0-1-16,-1-1-1 15,-1 1-3-15,-1-1 3 16,2 0-4-16,-2 0 2 15,2 0 5-15,0-1 5 16,0 0-4-16,-1 1-7 16,1 0 5-16,-2-1-1 0,-1 0-4 15,0 1-1 1,-1-1-1-16,1 1 5 0,-1-1-1 16,3 0-1-1,-1-1 5-15,1 1 5 0,0 0-4 16,-2 0 1-16,-1 0-4 15,-2 0 2-15,-1 1 3 16,-1-1 0-16,-2 0 0 16,1 1 3-16,-1-1 0 15,-1-1 2-15,-1 2-5 16,0-1 0-16,-3 1 3 16,2 0-5-16,-2 1 2 0,-1 0-3 15,1-1-6 1,0 2 2-16,-1-2-4 0,1 1 5 15,0 0-3-15,0 0-1 16,1 0-7-16,-1-1 5 16,0 2-2-16,-1-1-3 15,1 0-1-15,-3 0 0 16,1 1 1-16,-1 0-1 16,0 0 1-16,-1 0-1 15,-1 0-6-15,-1 0-18 16,-1-1-27-16,0 1-36 15,-9-5-53-15,-2 0-115 16,-8-3-472-16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12:58.6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1990 2608 1475 0,'0'0'485'0,"0"0"-189"0,0 0-44 16,0 0-47-16,0 0-70 16,0 0-65-16,-34 3-37 15,21 14-14-15,0 4-2 16,-3 3-5-16,0 0-6 15,2-1-5-15,1-2-1 16,3-2 0-16,0-5-99 16,4-1-247-16,2-5-370 15,1-5-934-15</inkml:trace>
  <inkml:trace contextRef="#ctx0" brushRef="#br0" timeOffset="190.7441">1816 2652 1443 0,'0'0'506'16,"0"0"-229"-16,0 0-164 16,0 0-35-16,0 0 20 15,0 0 44-15,48 26-41 16,-26-14-46-16,1 1-35 16,-1-1-11-16,-1 1-9 15,7 3-42-15,-5-4-291 16,-4-4-498-16</inkml:trace>
  <inkml:trace contextRef="#ctx0" brushRef="#br0" timeOffset="405.2065">2117 2599 1781 0,'0'0'490'0,"0"0"-270"16,0 0-110-16,0 0 71 15,0 37 0-15,2-19-40 16,1 1-50-16,2 0-43 16,-1 1-28-16,0-2-19 15,1-1 0-15,0-1-1 16,11 0-81-16,0-4-389 16,-1-8-752-16</inkml:trace>
  <inkml:trace contextRef="#ctx0" brushRef="#br0" timeOffset="1475.6596">2701 2608 67 0,'0'0'948'0,"0"0"-610"16,0 0 18-16,0 0-35 16,0 0-55-16,0 0-48 0,0 0-57 15,-20-18-45 1,14 20-55-16,-2 7-31 0,-1 4-8 16,-1 3 1-16,0 4-8 15,1-1-6-15,1 1-8 16,0-2 5-16,2-1-6 15,0-1-82-15,3-1-203 16,0-4-278-16,0-4-358 0</inkml:trace>
  <inkml:trace contextRef="#ctx0" brushRef="#br0" timeOffset="1670.0306">2569 2620 1513 0,'0'0'487'0,"0"0"-226"0,0 0-123 16,0 0-18-16,0 0 2 16,0 0-8-16,52 30-40 15,-31-14-38-15,1 1-13 16,-1 0-16-16,1 1-7 16,6 4-43-16,-5-2-279 15,-4-7-582-15</inkml:trace>
  <inkml:trace contextRef="#ctx0" brushRef="#br0" timeOffset="1860.0914">2845 2694 1852 0,'0'0'468'0,"0"0"-166"15,0 0-193-15,0 0-46 16,0 0-32-16,0 0-16 15,40-3-15-15,-23 2-25 16,3-3-258-16,-4 1-344 16,-4-2-805-16</inkml:trace>
  <inkml:trace contextRef="#ctx0" brushRef="#br0" timeOffset="2045.2549">2945 2598 1803 0,'0'0'503'0,"0"0"-178"16,0 0-160 0,0 0-17-16,-18 46-53 0,18-28 0 15,0 3-36-15,2-1-34 16,5 0-17-16,0-1-8 16,15 4-27-16,-3-4-192 15,0-7-644-15</inkml:trace>
  <inkml:trace contextRef="#ctx0" brushRef="#br0" timeOffset="3405.504">3418 2641 580 0,'0'0'744'16,"0"0"-391"-16,0 0 11 15,0 0-80-15,0 0-27 16,0 0-69-16,0 0-85 15,-17-12-57-15,10 20-29 0,-4 4-4 16,-2 2 1-16,0 2-8 16,2 0 0-16,2 0-6 15,1 0-1-15,3-3-49 16,-1 5-163-16,3-5-165 16,1-3-495-16</inkml:trace>
  <inkml:trace contextRef="#ctx0" brushRef="#br0" timeOffset="3604.4377">3301 2666 781 0,'0'0'913'0,"0"0"-574"0,0 0-106 16,0 0-123-16,0 0-18 16,0 0 22-16,33 34-23 15,-17-17-40-15,-2 0-30 16,2 0-12-16,-2-2-9 15,0-1-23-15,4-3-219 16,-1-3-288-16,-4-5-480 0</inkml:trace>
  <inkml:trace contextRef="#ctx0" brushRef="#br0" timeOffset="3790.2457">3513 2701 932 0,'0'0'1025'0,"0"0"-737"16,0 0-121-16,0 0-98 16,0 0-13-16,0 0 1 15,0 0-4-15,40 2-29 16,-25-1-24-16,8-1-58 16,-4 0-166-16,-4 0-442 0</inkml:trace>
  <inkml:trace contextRef="#ctx0" brushRef="#br0" timeOffset="3997.8094">3671 2593 1825 0,'0'0'504'0,"0"0"-163"15,0 0-222-15,0 0 18 16,0 0-4-16,-8 49-43 15,8-27-40-15,4 1-28 16,3 2-10-16,0 0-12 16,-1 17-19-16,-1-7-164 15,-5-2-479-15</inkml:trace>
  <inkml:trace contextRef="#ctx0" brushRef="#br0" timeOffset="5311.3986">1924 3308 1170 0,'0'0'498'16,"0"0"-147"-16,0 0-87 15,0 0-48-15,0 0-70 16,0 0-76-16,0 0-16 16,-49 34-1-16,35-11-6 0,1 4-12 15,2-2-20-15,2-2-7 16,1-4-7-16,1-2-1 16,0-4-30-16,2-3-192 15,-1-5-157-15,2-4-362 16,-1-1-648-16</inkml:trace>
  <inkml:trace contextRef="#ctx0" brushRef="#br0" timeOffset="5486.194">1783 3355 1162 0,'0'0'385'0,"0"0"-19"16,0 0-174-16,0 0-77 15,0 0 3-15,0 0-23 0,40 22-27 16,-23-9-33-16,1 2-15 15,-1 0-11-15,3-1-9 16,6 3-20-16,-4-5-197 16,-4-4-480-16</inkml:trace>
  <inkml:trace contextRef="#ctx0" brushRef="#br0" timeOffset="5667.2014">2036 3397 1603 0,'0'0'404'16,"0"0"-156"-16,0 0-153 0,0 0-47 15,0 0-19 1,0 0 5-16,0 0-34 0,41 0-3 16,-27 0-226-16,-2-3-483 0</inkml:trace>
  <inkml:trace contextRef="#ctx0" brushRef="#br0" timeOffset="5867.9696">2089 3294 1001 0,'0'0'1044'16,"0"0"-697"-16,0 0-160 15,0 0-41-15,0 0 2 16,0 53-30-16,6-30-36 15,1 1-36-15,-1-1-26 0,0 0-13 16,-1-2-7-16,8 2-50 16,0-6-265-16,-1-5-768 0</inkml:trace>
  <inkml:trace contextRef="#ctx0" brushRef="#br0" timeOffset="7326.159">2611 3416 2604 0,'-8'-2'112'15,"19"6"-32"-15,8 8-41 0,1 0-19 0,-1 1-11 0,0-1-9 0,4 4-29 0,-4-3-254 0,-5-4-514 0</inkml:trace>
  <inkml:trace contextRef="#ctx0" brushRef="#br0" timeOffset="7384.8698">2871 3372 1817 0,'-3'-1'503'0,"1"1"-25"0,2 0-366 0,-1 3-18 16,1 7-21-16,0 3 23 0,0 4-27 0,3 2-28 0,1 0-22 0,0 0-13 16,0-1-5-16,1-2-1 0,2 5-74 15,-1-3-283 1,-1-7-926-16</inkml:trace>
  <inkml:trace contextRef="#ctx0" brushRef="#br0" timeOffset="8418.9234">2709 3374 139 0,'2'-2'570'0,"-2"0"-256"16,1-1-68-16,0 1-22 15,-1 1 4-15,0 0-10 0,0 1-34 16,-1 2-66-16,-7 8-65 16,-2 6-4-16,-5 5 19 15,-2 3-21-15,-1 1-18 16,0-1-17-16,2-3-12 16,8 4 0-16,4-6-79 15,4-5-513-15</inkml:trace>
  <inkml:trace contextRef="#ctx0" brushRef="#br0" timeOffset="9292.2697">3426 3351 454 0,'0'0'821'16,"0"0"-472"-16,0 0 29 16,0 0-82-16,0 0-35 15,0 0-68-15,0 0-80 16,-16-5-44-16,6 13-29 15,-1 4 5-15,-3 3-3 16,2 5-12-16,0-1-15 16,1-1-9-16,3 0-5 15,2-2 0-15,1-3-1 16,-1-1-20-16,2-3-113 16,-2-1-225-16,2-3-313 15,-2-3-555-15</inkml:trace>
  <inkml:trace contextRef="#ctx0" brushRef="#br0" timeOffset="9488.09">3282 3355 730 0,'0'0'905'0,"0"0"-593"16,0 0-153-16,0 0-63 15,0 0 15-15,0 0-10 16,46 49-28-16,-31-29-26 15,-1-2-25-15,1-1-10 0,-3-1-12 16,4 2-28 0,-1-5-144-16,-4-3-486 0</inkml:trace>
  <inkml:trace contextRef="#ctx0" brushRef="#br0" timeOffset="9704.5335">3492 3430 990 0,'0'0'948'0,"0"0"-685"16,0 0-107-16,0 0-62 0,0 0 31 16,0 0-50-16,43 0-32 15,-27 0-28-15,1 0-15 16,5 0-60-16,-4-2-178 15,-3 0-436-15</inkml:trace>
  <inkml:trace contextRef="#ctx0" brushRef="#br0" timeOffset="9923.4609">3674 3336 1770 0,'0'0'493'0,"0"0"-226"16,0 0-156-16,0 0 67 16,-5 35-35-16,5-17-41 0,0 2-41 15,0 1-31-15,0-1-18 16,0 1-4-16,0-3-8 16,1 9-30-16,-1-5-184 15,0-4-525-15</inkml:trace>
  <inkml:trace contextRef="#ctx0" brushRef="#br0" timeOffset="11552.6371">1889 4154 575 0,'0'0'1069'15,"0"0"-758"-15,0 0 32 0,0 0-157 16,0 0-106-16,0 0-37 15,-31-3-16-15,19 17-26 16,-3 5 10-16,2 4 8 16,-2 1 11-16,4-1 0 15,1 0-5-15,3-4-8 16,0-1-17-16,2-4 0 16,2-4-163-16,3-8-138 15,0-2-351-15,0-3-480 0</inkml:trace>
  <inkml:trace contextRef="#ctx0" brushRef="#br0" timeOffset="11734.9191">1791 4155 1107 0,'0'0'258'0,"0"0"104"16,0 0-126-16,0 0-88 16,0 0-76-16,0 0-22 15,0 0 11-15,40 25-14 16,-27-10-2-16,0 1-11 15,-1 0-22-15,0-2-12 16,5 1-17-16,-2-4-256 16,-4-5-441-16</inkml:trace>
  <inkml:trace contextRef="#ctx0" brushRef="#br0" timeOffset="11929.3893">2025 4208 1640 0,'0'0'369'16,"0"0"-172"-16,0 0-113 15,0 0 14-15,0 0-18 16,0 0-39-16,0 0-24 16,49 2-17-16,-32-3 0 15,-5-2-150-15,-1-1-369 0</inkml:trace>
  <inkml:trace contextRef="#ctx0" brushRef="#br0" timeOffset="12138.5307">2128 4109 1713 0,'0'0'480'0,"0"0"-266"0,0 0-138 16,0 0-49-16,0 0 4 15,-1 37 23-15,5-18-2 16,0 1 9-16,2 0-12 16,-2 0-19-16,0 0-30 15,1 4-3-15,-1-5-161 16,-1-4-495-16</inkml:trace>
  <inkml:trace contextRef="#ctx0" brushRef="#br0" timeOffset="13000.3473">2715 4155 176 0,'0'0'1093'16,"0"0"-725"-16,0 0 113 15,0 0-212-15,0 0-125 16,0 0-80-16,0 0-27 16,-8-8-13-16,1 16-9 15,-3 5-9-15,-1 3 0 16,0 2 5-16,2-1 7 0,1 0 5 15,2-1-1-15,2-1-8 16,-1-2-14-16,2-3-16 16,-4 1-184-16,2-5-335 15,0-2-268-15</inkml:trace>
  <inkml:trace contextRef="#ctx0" brushRef="#br0" timeOffset="13205.4198">2606 4144 1277 0,'0'0'344'16,"0"0"-29"-16,0 0-127 15,0 0-36-15,0 0-56 0,50 9-29 16,-34 3-19 0,1 1-17-16,1 3 6 0,-3-2-10 15,-1-1-9-15,-2-2-18 16,1 0-109-16,-3-4-368 15,-2-3-440-15</inkml:trace>
  <inkml:trace contextRef="#ctx0" brushRef="#br0" timeOffset="13386.4255">2851 4205 1510 0,'0'0'508'15,"0"0"-321"-15,0 0-99 16,0 0-20-16,41-8-35 0,-28 5-18 16,0 0-15-1,2-2-71-15,-3 2-284 0,-3-3-770 0</inkml:trace>
  <inkml:trace contextRef="#ctx0" brushRef="#br0" timeOffset="13593.8694">2965 4104 1196 0,'0'0'786'15,"0"0"-502"-15,0 0-146 16,0 0 43-16,0 0-48 0,-3 50-57 16,3-31-27-1,0 1-8-15,3-1 3 0,-2 1 0 16,1-1-25-16,-1-1-19 15,6 1-116-15,-1-4-270 16,-2-6-833-16</inkml:trace>
  <inkml:trace contextRef="#ctx0" brushRef="#br0" timeOffset="15682.8733">3479 4118 874 0,'0'0'353'16,"0"0"1"-16,0 0-24 15,0 0-48-15,0 0-112 16,0 0-66-16,0 0-28 16,-20 23-18-16,8-6-12 15,1 0-18-15,-1 2-4 0,1-2 3 16,-1 0-12 0,3-2-15-16,-2-2-12 0,0 0-179 15,-1-4-294-15,4-3-325 16</inkml:trace>
  <inkml:trace contextRef="#ctx0" brushRef="#br0" timeOffset="15901.3474">3314 4155 1476 0,'0'0'404'15,"0"0"-73"-15,0 0-197 16,0 0-3-16,0 0-51 15,47 16-22-15,-27-5-4 16,2 1-16-16,-2 1-15 0,0-1 13 16,-2 1-16-16,-3-1-20 15,-2-2-10-15,3-1-196 16,-5-3-179-16,-1-5-692 0</inkml:trace>
  <inkml:trace contextRef="#ctx0" brushRef="#br0" timeOffset="16092.9068">3610 4150 1547 0,'0'0'378'0,"0"0"-142"16,0 0-108-16,0 0 25 16,4 43-37-16,3-23-28 15,2 0-21-15,1 1-39 16,0 0-17-16,-2-2-11 0,-4-1-66 15,-7 0-156-15,-7-6-362 16,-5-4-747-16</inkml:trace>
  <inkml:trace contextRef="#ctx0" brushRef="#br0" timeOffset="20943.3324">12892 7227 1060 0,'0'0'291'0,"0"0"-45"16,0 0-23-16,0 0-25 15,0 0-34-15,0 0-29 0,-19-5 1 16,19 4 2-16,0 1-25 16,2-2-28-16,3 0-28 15,4 0-18-15,3-2-9 16,4 0-20-16,0-1-9 16,1-2-1-16,-1 1-75 15,0 0-190-15,0-1-110 16,-3 1-318-16,-5 1-539 0</inkml:trace>
  <inkml:trace contextRef="#ctx0" brushRef="#br0" timeOffset="21235.1149">13000 7117 1580 0,'0'0'517'0,"0"0"-325"0,0 0-36 16,0 0-49-16,0 0-9 16,0 0 6-16,47 0-8 15,-26 0-43-15,0 0-21 16,-2 0-13-16,-3 1-7 16,-5 4-6-16,-5 1 2 15,-3 2-7-15,-3 2 20 16,-3 4 1-16,-7 3-7 15,-3 2-3-15,-4 2-12 16,-2 0 0-16,-6 12-113 0,3-6-223 16,2-3-604-16</inkml:trace>
  <inkml:trace contextRef="#ctx0" brushRef="#br0" timeOffset="25528.6169">10901 2883 108 0,'0'0'948'0,"0"0"-656"15,0 0-134-15,0 0-124 16,0 0 141-16,0 0-54 15,13-4 47-15,-3 4-47 16,1 1-39-16,2 3-26 16,2 0-5-16,3 0 8 15,1 0 9-15,3 0-6 0,3 0-12 16,-1-1-9-16,3 0-11 16,-1 0 0-16,-1 0-11 15,0 1 2-15,-3-1-12 16,-1 0-8-16,-2 0 0 15,0 1 1-15,0-2 5 16,1 0 1-16,1-1-7 16,1 0 5-16,2-1 3 15,1 0-8-15,1 0 11 16,1 0-3-16,-1 0-3 16,0 0-6-16,-3 0 8 15,0 0-8-15,-3 0 0 0,0 0 0 16,1 0 0-16,-2-1 1 15,0 0 0-15,1 0 6 16,0 1-7-16,1-1 1 16,0 0 0-16,1 0 6 15,1 1-6-15,1-2 0 16,-1 0 7-16,1 1-8 16,1 0 1-16,0-1 6 15,0 0-5-15,2 0-1 16,1 0 8-16,-1-1-8 15,1 0 5-15,0-1-6 16,1 1 0-16,-2 0 3 16,0 0 3-16,-2-1-5 15,1 0 11-15,-1 1-10 0,0 0 5 16,0-1 10-16,0 0-1 16,-2 1-6-16,0 0 1 15,0 0-1-15,-1 0 4 16,-1 1-2-16,1 0-2 15,-1-1-1-15,1 2-8 16,0 0 10-16,1 0-5 16,-1 0-5-16,1 0 5 15,-1 1-6-15,0 0 0 16,0 0 1-16,1 0 8 16,0 0-8-16,0 0 0 15,0-1-1-15,0 0 2 16,0 1-1-16,-2-1 0 0,1 1 5 15,-2 0-5-15,0 0 0 16,1 0 5-16,-1 0 2 16,1 0 1-16,0 0-8 15,-1 0 10-15,-1 0 0 16,0 0-4-16,-1 0 4 16,0 0-1-16,-1 0 4 15,1 0-4-15,0 0 2 16,-1 0 0-16,2 0 8 15,1 0-1-15,0 0-1 16,0 0 8-16,0 0-13 16,1 0 5-16,-1 0-1 15,-2 2-4-15,-1-1 5 16,-1 0 2-16,-2-1 3 16,-1 1 0-16,-2-1-4 0,0 0 4 15,-3 0 4-15,-2 0-5 16,0 0 10-16,-1 0-2 15,-1 0-6-15,-1 0-8 16,-2 0-2-16,0 0-5 16,0 0-8-16,-1 0-1 15,0 0-1-15,0 0-62 16,-12 3-91-16,-3 4-210 16,-6 1-692-16</inkml:trace>
  <inkml:trace contextRef="#ctx0" brushRef="#br0" timeOffset="26369.8606">10928 3421 506 0,'0'0'219'0,"0"0"31"16,0 0-52-16,0 0-26 16,0 0-31-16,0 0-16 15,0 0 6-15,11-3 21 16,6 5 12-16,14 2-3 16,17 0-37-16,22 0-2 0,14-2 16 15,8-1-7-15,2-1-25 16,-4 0-31-1,4-1-8-15,2-1 2 0,-1-1-23 16,-4 0-1-16,-4 1 3 16,-8 0 5-16,-9 0-17 15,-11 1 3-15,-16-1 2 16,-14 1-18-16,-12-1 8 16,-6 0-10-16,-3 1 11 15,-1 0 2-15,-3 0 5 16,-2 0-7-16,-2 1-11 15,0 0-9-15,0 0-11 16,-1 0-1-16,-7 0-75 0,-23 14-96 16,3-1-489-16,-7 0-1023 15</inkml:trace>
  <inkml:trace contextRef="#ctx0" brushRef="#br0" timeOffset="30883.0769">10993 3920 644 0,'0'0'530'0,"0"0"-411"0,0 0-32 15,0 0-6-15,0 0 31 16,0 0-42-16,16-2 22 16,-3 5 43-16,2 1-35 15,4 0-5-15,1 0-9 16,3 0-21-16,1-1-20 16,2 0-3-16,1 1-5 15,-1-1-9-15,0 1-3 16,0 0-1-16,1 0 0 0,0 0 4 15,2-1 4-15,2 0-9 16,0 0-8-16,2-1 2 16,0-1-8-1,0 1-1-15,0-1 4 16,-1 0-12-16,0 0 6 0,-1 0-5 16,3 0 0-16,-1-1 1 15,1 0-1-15,0 1 0 16,-1 1-1-16,0-1 2 15,-2 3-1-15,-1-2 0 16,-1 2-1-16,-1-1 2 16,0 0-1-16,0 1 0 15,2-2 0-15,0 0 6 16,2 0-6-16,0 0-1 0,2-1 0 16,0 0 0-16,2-1 0 15,0 2-1-15,-1-1 1 16,-1-1 1-16,-1 2 0 15,-1-1-1-15,-1-1 1 16,1 0 0-16,-2 0 0 16,3 0 1-16,-1 0-1 15,2 0 0-15,-1-1 6 16,1-1-7-16,0 2-1 16,-2 0 1-16,2-1 1 15,-2 1-1-15,2-1 0 16,0 0 1-16,1 0-1 15,1 0 2-15,0 0 11 16,-1-1 7-16,1 2-1 0,-1-1-1 16,0 0-3-16,1 0 1 15,0 0 1-15,1 0 1 16,0 1 7-16,-1-1 9 16,2 0 2-16,3-1-8 15,6 1-1-15,-5-1 2 16,-4 0-2-16,-4-1-2 15,-5 3 5-15,4-3-3 16,3 2-3-16,-1-2-6 16,-1 2 4-16,-1-2 5 15,-1 0-3-15,-2 0 8 16,-3 0-4-16,-2-1-8 16,-4 1 1-16,-2 1 1 0,-3 0 2 15,-4 0-9 1,-2 0-8-16,-3 1-1 0,-1 1-5 15,-3-1 1-15,-1 0-1 16,-1 1-1-16,-1-1-19 16,0 1-72-16,-17 0-117 15,-2 0-414-15,-4 0-581 0</inkml:trace>
  <inkml:trace contextRef="#ctx0" brushRef="#br0" timeOffset="31662.1376">11092 4425 773 0,'0'0'302'16,"0"0"-65"-16,0 0-13 16,0 0-39-16,0 0-32 15,0 0-32-15,0 0 72 16,65 16-27-16,-10-8 17 16,9-3-14-16,5-3-40 15,-5-2-25-15,-7 0-26 16,-5-2-14-16,-12 2-2 0,-12 0-16 15,-10 0-25-15,-7 0-10 16,0 0-4-16,-3 0-6 16,-3 0-1-16,-3 0 0 15,-2 0-12-15,0 0-1 16,0 4-80-16,-7 7-118 16,1 0-322-16,3-3-493 0</inkml:trace>
  <inkml:trace contextRef="#ctx0" brushRef="#br0" timeOffset="32196.1256">12916 4554 823 0,'0'0'749'0,"0"0"-548"0,0 0-22 15,0 0-77-15,0 0 94 16,84 9 16-16,-8-3 21 15,15-1-82-15,7-1-37 16,-1-1-7-16,-13-1-5 16,-3 0-48-16,-9 0-22 15,-12 0-5-15,-15-2-18 0,-14 1 0 16,-14-1-2 0,-6 0-5-16,-4 0-2 0,-3 0-41 15,-4 0-41-15,-30 5-135 16,-5 1-328-16,-12 1-292 0</inkml:trace>
  <inkml:trace contextRef="#ctx0" brushRef="#br0" timeOffset="32821.9645">10759 5013 1013 0,'0'0'292'16,"0"0"-65"-16,0 0-22 15,0 0 10-15,0 0-36 16,0 0-43-16,0 0 59 16,76 3 21-16,-12 2-37 15,13-2-22-15,6-3-31 16,0 0-27-16,-6-4-20 15,-3-4-1-15,-5 1-14 16,-7-1-14-16,-15 2-7 16,-14 3-10-16,-12-1-15 0,-8 2-12 15,-1-1-5-15,-2 1 0 16,-3 1 0-16,-5 1-1 16,-2 0-1-16,-5 0-59 15,-18 1-57-15,-37 13-149 16,2 0-422-16,-10 1-868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13:37.4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2284 2457 1031 0,'0'0'253'16,"0"0"-76"-16,0 0-8 15,0 0-33-15,0 0-50 16,0 0-51-16,-3 7-13 16,3 3 18-16,0 3 27 15,0 1 9-15,2 1-11 16,0 2-15-16,0 0-1 16,1-1-8-16,-1 2-8 15,1-2-2-15,-1 2 2 16,0-2-5-16,1 2-9 0,-1-1 6 15,0-2-11-15,1 1 4 16,0-1-10-16,-2-1 1 16,2 1 2-16,0-2 1 15,-3 1 5-15,1 0-3 16,0 0 2-16,-1-1-1 16,0 0 3-16,0 1 0 15,0-1-3-15,0 0 3 16,0 0-5-16,-1-1 2 15,0 1-2-15,1 0-1 16,0-1-1-16,0 1-2 0,0-2-2 16,0 0-1-1,3 2-5-15,-1-1 5 0,1 0-5 16,-1 1 5-16,1 1 0 16,-2 0-4-16,1 1-1 15,-2 1 12-15,0 1-5 16,0 0-1-16,0 0 1 15,0 1-7-15,-3 0 10 16,1-2-1-16,0 2-4 16,0-2-4-16,1 1 3 15,0 0-5-15,-1-1-1 16,1 0 1-16,-1 1 1 16,1-1-1-16,0-1 2 0,0 1-1 15,-2 1 5-15,2 0-5 16,-1 3 6-16,-1-3-6 15,2 2 1-15,0 0 4 16,-1-1-5-16,2-1 5 16,0 0-5-16,-1 1 1 15,1 0-1-15,0 2 6 16,0-1-6-16,-1 1-1 16,-1 1 6-16,0 0-5 15,0-1 1-15,-1 2 8 16,1 0-4-16,1 0-5 15,-2-1 5-15,3 1-5 16,-1 0-1-16,0 0 1 16,1 0-1-16,0-1 0 15,0 0 1-15,0-1-1 0,0 0 1 16,0 0 1-16,0 1-1 16,0-1 0-16,0-1 6 15,2 0-6-15,1-2-1 16,-2 0 6-16,1 0-5 15,1 0 1-15,0 1 7 16,-1-1-3-16,0 0 24 16,0-1-20-16,0 0 11 15,-2-1-9-15,1 0 3 16,-1 1-9-16,0 0 10 16,2 1-4-16,-2-2 5 15,1 1-10-15,-1 0 4 0,0 0 5 16,0 0-4-16,2 1 3 15,-1 0 3-15,1 1-1 16,-1 1-2-16,2 0 0 16,-1 1 1-16,1 1-2 15,0 1-4-15,0 0 8 16,2-3-7-16,-2-1-10 16,-1-1 8-16,0-1-1 15,-1 0 5-15,0 0 3 16,-1 1-4-16,0-1 0 15,0-1 0-15,0 0 0 16,0-2-1-16,0-1 5 16,0-1-7-16,0 0-8 0,0 0 11 15,3-1-11 1,-1 0 17-16,1-2-9 0,-2 1-1 16,1-2-7-16,-1 0 4 15,1-1-5-15,-1 0 0 16,1-1 1-16,-1-1 0 15,-1-2 5-15,1 0-6 16,-1-2 0-16,1 0 2 16,-1 0-2-16,0-1-8 15,0-4-22-15,0-2-58 16,-6-10-113-16,0 2-421 16,-1 1-832-16</inkml:trace>
  <inkml:trace contextRef="#ctx0" brushRef="#br0" timeOffset="1290.2412">2385 4706 113 0,'0'0'236'0,"0"0"-226"16,0 0-10-16,0 0-11 15,0 0 11-15,0 0 143 16,0 0-21-16,-15 7-9 16,12-4 14-16,1-1 26 15,0 2 2-15,1-1-39 16,0 2-12-16,1-1-5 15,0 0 10-15,0 0-10 16,4 0 48-16,4 1-40 16,6 0-33-16,1 0 28 15,4 0-28-15,4 1-22 16,4-2-10-16,1-1 1 0,3 1 17 16,7-3 0-16,6 0-18 15,8-1 3-15,2 0-1 16,-5-1-8-16,-10-1 1 15,-11 0-14-15,-5 1-6 16,0 0-11-16,4-1 0 16,4 2 2-16,3-1-2 15,-1 1 4-15,-2 0 2 16,0 0 5-16,-4 0-1 16,-1 0 0-16,0 1-5 15,-1 0-1-15,1 0 7 16,2 0-1-16,-1 0 5 15,3 0 2-15,-1 0-9 16,0 1-3-16,-2-1-5 0,0 0 4 16,-3 1-8-16,0 1-2 15,-1-2 0-15,-1 1 1 16,1-1 0-16,-1 1 0 16,0 0 5-16,1-2-4 15,0 1-1-15,0 0 5 16,0 0-5-16,0-1 6 15,-2 1-7-15,1 1 9 16,-2 0 2-16,1-1-5 16,-1 2 1-16,2-1 10 15,-1 0-10-15,1 0 7 16,-1-1 2-16,2 0 0 0,0-1-4 16,0 0 8-16,2 0-7 15,-1 0 13-15,1 0 2 16,0 0-7-1,0 0 2-15,0 0 5 0,-1 0-10 16,0-1-1-16,0-2 11 16,-1 0-4-16,1 0 6 15,-2-1 1-15,-1 1 13 16,-3 0-19-16,-2-1-5 16,-2 2 4-16,-4 0 0 15,-1 1-2-15,-2-1 2 16,-1 1-6-16,-2 0-4 15,2 1-1-15,-2-1-2 0,2 0-2 16,0 1-8 0,0 0 7-16,0-1-7 0,0 1 0 15,1-1 0-15,-2 1 0 16,-2-1 0-16,-1-1-1 16,-1 1 0-16,0-1-34 15,-1-2-50-15,-3-7-75 16,-4 0-156-16,-3-2-561 0</inkml:trace>
  <inkml:trace contextRef="#ctx0" brushRef="#br0" timeOffset="3791.0094">2276 2480 401 0,'0'0'670'15,"0"0"-491"-15,0 0-77 16,0 0 53-16,0 0 34 0,48 14-18 16,-16-10-55-16,11 1-14 15,12-2-4-15,5 0-23 16,-1-2-3-16,-3-1-2 15,-4 0 0-15,0 0-9 16,-1 1-9-16,-2 1-12 16,0 0-9-16,0 0-1 15,0 0-8-15,1 0-2 16,-2-1-2-16,0 0-2 16,-3 0-4-16,-1-1-2 15,-1 0-1-15,-1 0 0 16,-1 0 0-16,-1 0 3 0,0 0-4 15,0 0 13 1,-8 0-12-16,-3 0 4 0,-6 0-7 16,0 0 6-16,5 0-6 15,4-1-5-15,3 0 8 16,0 1-2-16,-1 0-6 16,-3 0 0-16,0-1 10 15,0 1-10-15,-3 0 0 16,1-2 7-16,-1 2 1 15,-1-1-8-15,-1 0 6 16,-1 1 2-16,0-1 3 16,-2 1 0-16,0-1 3 0,-2 0-7 15,1 1 1-15,0-2-3 16,-2 1 1-16,0 0 1 16,2-1-7-16,-1 0 8 15,2-1-8-15,0 2 8 16,0-1-9-16,0 0 6 15,-2 0 2-15,1 0-8 16,-1 0 0-16,-2 0 1 16,-1 1 8-16,0-1-9 15,-4 1 0-15,0-1 1 16,-1 0 7-16,-1 0-7 16,0 1 8-16,-1 0-8 15,-1-1 5-15,1 2-5 0,1-2 0 16,-2 1 0-1,1 0 0-15,-1 0 0 0,0 0-1 16,-2 0 0-16,-1 0 1 16,-2 1 0-16,-2-1 0 15,-1 1 1-15,-1-1 4 16,-1 1-5-16,0 0 1 16,0 0-1-16,0 0 0 15,0 0-1-15,0 0 0 16,0 0-1-16,0 5-8 15,0 3 9-15,0 2-1 16,0 4 2-16,0 2-1 16,-1 2 1-16,0 1 5 15,-1 1-4-15,2 1 7 16,0 0-2-16,0-2 1 0,0 2-1 16,0-2 7-1,0 1-5-15,0 0-3 0,-1 0 0 16,0 1-5-16,0 0 5 15,-2 1 2-15,1 0-7 16,-1 1 5-16,1 1 1 16,-1-2-6-16,0 2-1 15,0-3 2-15,0 0 11 16,-1-3-7-16,2 0 0 16,0-1-5-16,-1 1-1 15,-1 1 1-15,1 0 5 16,0 1 4-16,-3 1-2 15,3 1-2-15,0-2 0 16,-1 3-5-16,1 0 0 0,0-1 5 16,-1 1-5-16,2 0-1 15,-1 0 1-15,0 1 0 16,0 2 0-16,0-1 1 16,0 2 4-16,0 0 0 15,2-1-5-15,-1-1 7 16,1 0-7-16,0 0 8 15,0-1-3-15,0-2-5 16,1 1 5-16,0-1-6 16,0 2 12-16,0 0 0 15,0 1-10-15,1 0 14 16,2 1-8-16,2 0-8 16,-1-1 1-16,-1 1-1 0,2 1 1 15,-1-1 0-15,0 2 1 16,2 0-1-16,-1 1 0 15,1-2 5-15,1 1-4 16,-1-2 4-16,1-1-5 16,0 1 5-16,0-1-5 15,0 0 8-15,-1 1 0 16,1 0-3-16,1 0-4 16,-1 0 5-16,0-1-1 15,0 2 0-15,0-2-4 16,-1 0-1-16,0 0 0 15,0 1 6-15,-2-1-1 16,1-1 2-16,-1 0 1 0,-1 0-2 16,0-3-1-16,0-1 0 15,-1-2 2-15,0-2-7 16,-1-1 10-16,1-1-10 16,-1-1 5-16,0-2-5 15,-1 2 5-15,0-2-5 16,0 0 10-16,0-1-10 15,0 0 1-15,-1-1 5 16,-2 0-6-16,1-1 0 16,0 0 5-16,-1 0-5 15,0 0 5-15,0 0-4 16,0 0 4-16,0-1 4 16,0 0-9-16,2-1 4 0,0 0-4 15,-1 0 0-15,1-2-1 16,1 0 1-16,-1-1-1 15,1 0 0-15,-1 0 1 16,0 0 0-16,-1 1-1 16,1 1 1-16,-1 0-1 15,0-1 1-15,0 0-1 16,-1 0 0-16,0 0 1 16,1-1 0-16,-1-1-1 15,0 2 1-15,0-3 0 16,-2 1 0-16,-2-1 5 15,1-1-5-15,-5 0-1 0,-3 0 1 16,-5 0-1 0,-10 0 0-16,-11 0 0 0,-13 0-1 15,4 2 0-15,9 0 0 16,13-1-5-16,10-1 5 16,-3 2-7-16,-5 0-29 15,-3 1-56-15,-21 3-93 16,7 1-422-16,-1-2-1099 0</inkml:trace>
  <inkml:trace contextRef="#ctx0" brushRef="#br0" timeOffset="7257.3949">13916 7052 235 0,'0'0'858'0,"0"0"-506"16,0 0-34-16,0 0-2 16,0 0-70-16,0 0-18 0,3-4-50 15,7 3-45-15,6-1-25 16,7-1-35-16,2 0-19 15,4-1-17-15,0-1-16 16,0 1-7-16,-5-2-7 16,-5 2-6-16,-6 1-1 15,-6 0-12-15,-7 2-65 16,0 0-101-16,-13 1-154 16,-1 0-248-16,-1 0-238 0</inkml:trace>
  <inkml:trace contextRef="#ctx0" brushRef="#br0" timeOffset="7625.4778">13949 6916 1060 0,'0'0'567'0,"0"0"-351"15,0 0 49-15,0 0-51 16,0 0-65-16,0 0-69 16,0 0-35-16,-2 2-16 15,-6 11 21-15,-2 3 29 16,-3 3 12-16,-1 3-21 16,0-2-15-16,1 0 2 15,1 0-12-15,5-4-15 16,3-1-8-16,3-3-5 0,1-3-7 15,6-2 1-15,8-2-2 16,4-1-2-16,4-3 1 16,2-1-7-16,0 0 0 15,-1-2-1-15,-4-1-37 16,-3 0-98-16,-4 1-213 16,-5 1-400-16</inkml:trace>
  <inkml:trace contextRef="#ctx0" brushRef="#br0" timeOffset="7808.313">14113 7182 2235 0,'0'0'377'0,"0"0"-274"15,0 0-43-15,0 0-28 16,0 0-32-16,-45 6-109 15,26 1-380-15,-3 0-1333 0</inkml:trace>
  <inkml:trace contextRef="#ctx0" brushRef="#br0" timeOffset="9743.01">2388 2345 1081 0,'0'0'626'0,"0"0"-396"16,0 0 9-16,0 0-20 15,0 0 7-15,0 0-40 16,0 0-59-16,-3-1-50 16,11 0-27-16,7 1 13 15,6-2 8-15,11-3-4 16,13-4-5-16,9-5-3 0,2 0-21 16,-10 1-16-1,-12 4-10-15,-15 3-3 16,-4 2-3-16,-2 1-5 0,-2 0 0 15,-4 1-1-15,-4 2-10 16,-1 0-39-16,-2 0-42 16,0 0-56-16,0 0-81 15,-2 3-146-15,-12 8-103 16,1 1-91-16,-1-2-306 0</inkml:trace>
  <inkml:trace contextRef="#ctx0" brushRef="#br0" timeOffset="10012.8263">2570 2386 801 0,'0'0'531'0,"0"0"-255"15,0 0 26-15,0 0-29 16,0 0-42-16,0 0-27 16,0 0-23-16,-6 26-15 15,18-23-28-15,8-3-27 16,12 0 3-16,12-6-26 15,11-5-33-15,-3-2-10 16,-12 3-13-16,-14 4-16 16,-9 2-7-16,-2 0-9 15,1 2 0-15,-3 0 0 0,-7 1-33 16,-4 1-86 0,-10 10-111-16,-6 2-402 0,-7 1-572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14:09.2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3808 7828 490 0,'0'0'118'0,"0"0"435"16,0 0-334-16,0 0-13 16,0 0 45-16,0 0-9 15,-30 3-67-15,30-3-44 16,1 1-38-16,10 1-39 15,14-2 19-15,20 0 28 16,22-2 6-16,12-6-29 16,5-2-5-16,-3 0-23 15,-11 2-22-15,-7 1-9 16,-15 4-8-16,-16 0-10 16,-13 1 5-16,-7 2-5 15,-4-1-1-15,-3 1-43 16,-2 0-44-16,-3 0-31 0,-8 0-92 15,-23 10-108-15,1-1-225 16,-2 1-43-16</inkml:trace>
  <inkml:trace contextRef="#ctx0" brushRef="#br0" timeOffset="263.8539">3710 7968 1380 0,'0'0'270'0,"0"0"-157"16,0 0 62-16,49 5 100 0,-2-5-10 16,26 0-58-16,13-8-37 15,6-3-41-15,-1 0-52 16,-9-1-18-16,-2 0-14 16,-5 2-17-16,-6 1-14 15,-11 1-1-15,-16 2-7 16,-15 2-1-16,-13 3-5 15,-9 0-66-15,-5 1-120 16,-19 2-166-16,-5 6-211 16,-13 0-509-16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14:29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1038 3257 362 0,'0'0'293'0,"0"0"3"16,0 0-37-16,0 0-110 15,0 0-46-15,0 0-49 16,0 0 14-16,-4-6 3 16,4 6 1-16,0 0 2 15,0 0 5-15,0 0-3 16,0 0 2-16,0 0-16 15,0 0-12-15,-1 0-13 16,0 0-9-16,0 5-12 16,0 1-3-16,-1 4 6 15,1 0 1-15,0 2 0 16,1 0 8-16,0-1-5 0,0 2-3 16,0-2 1-16,0 1 4 15,0 0-7-15,0 0 0 16,0 0-2-16,0 1 7 15,0-1 5-15,0 2-1 16,0 0 2-16,-2-1-6 16,2 0-5-16,-1-1-1 15,-1 0 1-15,2-1-7 16,0-1 1-16,0 1-3 16,0-1 2-16,0-1-3 15,0 1 5-15,0 0-4 16,0 1 0-16,0-1-3 15,0 0-4-15,0 1 8 0,0-1-4 16,0 0-4-16,0 0 7 16,0 1-3-16,0-1 2 15,0 2-6-15,0 0 5 16,0 0 2-16,0 0-7 16,0 1 8-16,-1 0-1 15,-1-1 5-15,1 1-5 16,-2 1 0-16,2 0 4 15,-1 0-5-15,1 1-7 16,-1-1 8-16,2 2-7 16,-1 0-1-16,1 2 9 15,0 0-9-15,0-1 0 0,0 3 1 16,0-2 4-16,0 1-5 16,0-1 0-16,0 1 0 15,1-2 0-15,0 0 0 16,1 0 1-16,-1 0 5 15,0-1-5-15,0 0-1 16,0-1 5-16,0 0-5 16,0 0 1-16,-1 0-1 15,0-1 5-15,1 1-4 16,-1 1-2-16,0 0 6 16,0 1-5-16,0 0-1 15,0 0 1-15,0 0 5 16,0-1-5-16,0 1 1 15,0-2 4-15,0 1-5 16,0-1 10-16,0 0-5 16,0 1 0-16,0 0-5 0,0 0 0 15,0 1 5-15,0-1-5 16,2 1 5-16,-2-2 0 16,1 0 2-16,1-1-7 15,1-1 7-15,-1 1-2 16,0-1-5-16,0 1 7 15,0 0-7-15,0 0 6 16,-1 1 1-16,1-1-2 16,-2 0-5-16,0 2 8 15,0-2-3-15,0 0-5 16,0 2 7-16,0 0-7 16,1 0 5-16,-1 0-5 0,0 0 10 15,0 0-11-15,1 0 0 16,-1 0 1-1,0 1 0-15,0-1 0 0,2 0 0 16,-2-2 1-16,0 1-2 16,0-2 2-16,1-1-1 15,-1 0 1-15,0-1-1 16,2 0 1-16,-1 0-1 16,1 1 5-16,0 0-5 15,-1 0-1-15,1 0 1 16,-1-1 0-16,1 1 0 15,-1-1 0-15,1 0 0 16,-1 1 1-16,1 1-1 0,1 1-1 16,-2-2 2-16,2 1-2 15,-2-2 1-15,2-1 1 16,0 0-2-16,-1 0 1 16,0 0-1-16,0 0 1 15,-1-1 0-15,-1 1 0 16,0 1 0-16,2 1 1 15,-2 1 5-15,0 2-1 16,0-1 8-16,0 1-5 16,0 0-3-16,0 0 4 15,0 1 1-15,0 0-10 16,0 0 5-16,0-1 2 16,0-1-7-16,0-1 6 0,0 2-5 15,0-2 5-15,0-1-1 16,-2 1 0-16,2-1 3 15,-1-1-3-15,0-2-5 16,0 1 8-16,0 0-7 16,1-1-1-16,-2 0 7 15,1 0-7-15,-1 0 10 16,0 0-2-16,0 0-2 16,0 1-1-16,0-1-4 15,2 0 0-15,-1-2 6 16,-1-2-8-16,2-1 0 15,0-2 1-15,0-2 1 16,0 0-2-16,0 0 0 16,0 0-9-16,-1 0-55 0,-3-16-122 15,-1 0-404-15,0-3-715 16</inkml:trace>
  <inkml:trace contextRef="#ctx0" brushRef="#br0" timeOffset="4157.4674">1064 3278 373 0,'0'0'31'16,"0"0"266"-16,0 0-161 15,0 0 15-15,0 0-5 16,0 0-10-16,39 13-17 0,-23-9 8 16,4 1-8-16,3-1-26 15,2 1 24-15,3-1-13 16,3 0-13-16,1-2-22 16,2 1-15-16,-1-1-11 15,1-1-10-15,-1 1-5 16,-1-1-6-16,2 0-4 15,0-1-1-15,6 1 13 16,-4-1 6-16,2 0-11 16,0 0-1-16,-6 0-7 15,5 0-3-15,5 0-5 16,5 0-2-16,-5-1 2 0,-4 0-7 16,-6 1 5-16,-7 0-6 15,5-1 7-15,3 1-2 16,1 0-5-16,1 0 5 15,1 0-4-15,-2 0 5 16,2 0 4-16,-2 0-5 16,-2 0 5-16,-1 0 0 15,-2 0 1-15,-2-2-2 16,-1 2 4-16,-1-2 5 16,-1 1 0-16,-2 0-4 15,-1 0-1-15,-1 1-4 16,0-1 2-16,-1 1-6 15,0 0 0-15,0-1 1 16,-1 0 1-16,2 1 1 16,0-1 0-16,2 0 1 0,-1 0 1 15,2 1 1-15,0-1-2 16,0 0 0-16,0 1-4 16,0-1 3-16,-1 1-7 15,0-1 10-15,-1 0-5 16,0 1 1-16,1-1-7 15,0 0 10-15,0-1-11 16,0 0 12-16,1 0-6 16,-3 1-5-16,0-1-1 15,-1 0 0-15,-3 1 6 16,-3 0-5-16,-3 0-1 16,-2 0 1-16,-3 0 5 0,-1 0-6 15,0 0 1-15,-1-1-1 16,2 1 9-16,0 0-8 15,-1-1 0-15,1 2 5 16,0-1-6-16,-1 0 0 16,1-1 0-16,1 1 2 15,0 1-1-15,-1-1-1 16,0-1 1-16,0 2-1 16,-2-1 1-16,2 1 0 15,-3-1 0-15,1 0 0 16,-2 1 0-16,0 0-1 15,0 0 0-15,-1-1 0 16,1 1 0-16,0 0 1 16,0-1-1-16,0 1 1 0,0 0-1 15,0 0 0-15,-1 0 1 16,1 0-1-16,-1 0-1 16,0 0 1-16,0 0 1 15,0 0 0-15,0 0-1 16,0 0 1-16,0 0-1 15,0 0 0-15,0 0-2 16,0 0 1-16,2 0 1 16,-1 0-1-16,1 2 1 15,1 1 2-15,-1 0-1 16,1 1-1-16,0 0 0 16,-1-1-1-16,-1 0 1 0,2 0 6 15,-2 0-5 1,1-1-2-16,-1 0 1 0,-1 1 0 15,2-1 0-15,-1 1 7 16,0 1-7-16,0 0 0 16,1 1 5-16,-1 2-5 15,1 0 1-15,1 0 0 16,0 2 0-16,0-1 0 16,0 2 4-16,-1-1-4 15,1 1 6-15,0 1 0 16,-1-2 1-16,0 1-2 15,0 1-6-15,-1 0 17 16,1-2-5-16,-2 3-3 0,0-3 3 16,1 1-5-1,-1 1 2-15,0 1-1 0,0-1 0 16,2 1-6-16,-2 1-1 16,0 0 8-16,0 0-8 15,0 2 7-15,0-1-2 16,0 1-5-16,0 1 6 15,0-1 2-15,0 0 0 16,0 1 2-16,0 0-4 16,-2 1 4-16,2 0-10 15,0 0 11-15,-1 1-11 16,0 0 0-16,0 1 13 16,0 0-4-16,-1 1-2 0,1 0-1 15,-1 1-6 1,1 0 6-16,0 0 7 0,0 0-7 15,0-1 5-15,1 0 0 16,-1-1-3-16,0 0-8 16,-1-1 9-16,1 0-2 15,-1 1-7-15,1 0 1 16,-1-1 4-16,2 2 0 16,-1-3-5-16,1 1 5 15,0 1-5-15,0-2-1 16,-1 0 2-16,1-1-1 15,-1-1 0-15,0 0 0 16,0 0 7-16,0-1-7 16,0 0 1-16,-1 1 8 0,1 0-1 15,0 1 3-15,1-1-11 16,-1 2 8-16,1-1-2 16,0-1 1-16,-1 1-7 15,1 1 5-15,-1-2 2 16,0 2-2-16,-1 0 6 15,2 1-2-15,-1-1-1 16,1 0 6-16,0 0-4 16,0 1 1-16,0-1-6 15,0 1 6-15,0-1-2 16,0 1-1-16,0 0-1 16,0-1 1-16,0 0 0 15,0 1 0-15,0-1 1 0,1 0-2 16,2 0 1-1,-2 1-8-15,2 0 9 0,-1-1-4 16,0 3 2-16,0-1 1 16,1 0-2-16,-2 0 7 15,1-1-2-15,-1 1-3 16,1-1-3-16,1 0 0 16,-2-1-5-16,0 0 7 15,1-2-7-15,0 0 7 16,0 0-2-16,-1-1-5 15,1 0 7-15,-1-1-7 16,1 1 7-16,1-1-7 16,1 0 5-16,-1-1-4 15,0 1-1-15,1 1 0 16,1-2 5-16,-1 2-6 0,0-1 2 16,0 2-2-16,0-1 1 15,-1 1 0-15,0 0 7 16,-1 0-8-16,-1 2 0 15,1-1 0-15,-2 1 1 16,1 1-1-16,-1-2 0 16,0 1 5-16,1-1-5 15,0 0 1-15,0-2 0 16,0 2-1-16,1-2 0 16,-1-1 0-16,0 0 1 15,0-2 8-15,0-1-8 16,0-1-1-16,0-2 0 0,0-1 1 15,-1 0-1-15,0-1 1 16,0-2-2-16,0-1 2 16,0 0-1-16,0-1 2 15,0-1-1-15,0 1 0 16,0 2 0-16,0-1 0 16,0 2 0-16,-2 0 0 15,0 2-1-15,-1-1 0 16,0 1 1-16,0 1-1 15,0-3 0-15,2 1 0 16,-2-2 0-16,3-1 0 16,-1 0 1-16,0-1-1 15,0-1 0-15,-2 1 0 0,0 0 0 16,-1-1 0 0,-3 0 0-16,-2 0 0 0,-2 0-1 15,-2 0 1-15,-3 0 0 16,-3 0-1-16,-1 0 0 15,-1 0 1-15,-2 0-1 16,1 0 0-16,-1 0 1 16,-1 1 1-16,1 0-1 15,1 0 0-15,1 1 0 16,0 1 0-16,1 0 0 16,0 1 1-16,-1 0 0 15,-1 0-1-15,-2 0 0 16,-3-1 0-16,-2 1 1 15,-10-1 0-15,5-2 0 16,-2 3-1-16,-3-3 0 16,8 1 0-16,-4 1-1 0,1-1 0 15,2-1 1-15,2-1 0 16,0 0 0-16,3 0 1 16,2 0-1-16,1-1 0 15,2-3 1-15,2-2-1 16,-1 1 1-16,0-1-1 15,0 1 0-15,-2 0 1 16,1 1 0-16,-1 1-1 16,-1 0 0-16,-3 0 0 15,1 2-1-15,0 0 0 16,-1 1 0-16,1 0-7 16,0 0 8-16,2 0 1 0,-1 0-1 15,-1 0 0-15,-1 0 0 16,-3 0 0-16,0 0 0 15,-2-1 0-15,-1 0-1 16,-7-2 1-16,-6 0-6 16,-5 0 5-16,3-1 0 15,10 2 1-15,11 1-1 16,7 0-1-16,-3 1 1 16,-2-1 0-16,-3-1-5 15,4 1 6-15,1-1 0 16,3-1 0-16,1 0 0 15,2 0 0-15,1 0 1 0,1 1-1 16,-2 0 0-16,0 1 0 16,1 0 1-16,0 1-1 15,-2 0 0-15,2 0 1 16,1 0 0-16,-2 0-1 16,0 0 0-16,2 0 1 15,-2 0 0-15,-2 2-1 16,0 0 0-16,-1 1 0 15,0 1 1-15,1 0 0 16,1 0-1-16,0 0 0 16,2 0 0-16,1 0 0 15,1-1 0-15,3 0 0 16,1 0 1-16,3-2 7 0,2 0 1 16,0 0-3-16,2 0 4 15,-1-1 10-15,1 0-4 16,0 0 1-16,0 0-4 15,0 0 1-15,1 0-8 16,0 0-5-16,0 0 1 16,1 0-1-16,-2 1-1 15,0 1 0-15,-1 1-23 16,-1 2-47-16,-1 1-73 16,-4-4-88-16,2-2-450 15,-2 0-1199-15</inkml:trace>
  <inkml:trace contextRef="#ctx0" brushRef="#br0" timeOffset="12282.3902">1757 3319 420 0,'0'0'35'0,"0"0"126"0,0 0 189 16,0 0-161-16,0 0-54 16,0 0-24-16,1 0 8 15,-1 0 1-15,0 0-17 16,0 0-19-16,0 1-13 15,0 0-3-15,0 0-4 16,0 1-11-16,0 3-15 16,-2 2-5-16,1 2-2 15,-2 3-8-15,2 3 2 16,0 2-1-16,0 1 5 16,1 1-3-16,0-1-6 0,0 1 3 15,0-1 0-15,0-1-6 16,0 0 5-16,0-1-7 15,0 1 1-15,0 1 6 16,0-1 4-16,0 1 2 16,0 1-4-16,0 0 2 15,0 0 9-15,0 0-12 16,-1 1 1-16,-1 1-4 16,1-1-7-16,-1 1 0 15,1 1-4-15,-2 0-1 16,2 0 1-16,-1 1 4 15,1-1-1-15,0 1 8 16,1-1-4-16,0 1-6 16,0-2-1-16,0 0-3 0,0 1 2 15,0-2-1-15,2 1-1 16,1-1 0-16,-2 1-5 16,1 0 8-16,1 2 0 15,-2-1-1-15,1 1-1 16,-1-1 4-16,-1 1 6 15,1 0 7-15,-1 0-1 16,0-1-14-16,0 1 1 16,1 0 2-16,0 1 2 15,1 1-2-15,-1 0-5 16,0 1 1-16,1-1-7 16,-1 0 5-16,0-2 0 15,-1 1-5-15,2-2 8 0,-1-2 0 16,-1 0-8-16,2-1 7 15,1-2-1-15,-2 1 1 16,1-2-8-16,-1 0 2 16,0 0-2-16,0 0 2 15,0 0-1-15,-1-1 1 16,1 1-1-16,-1-2 1 16,1 2 7-16,0-2-9 15,0 1 2-15,-1 1-1 16,1-2 0-16,-1 2 0 15,0 0 0-15,0 0 0 16,0 1 0-16,0 1 1 16,0 0 4-16,-1 1-5 15,0-1 5-15,-1 1 2 0,1 0-1 16,1-1 1-16,0-1-7 16,0-1 5-16,0 0-4 15,0 0 4-15,0-1 3 16,0 1 0-16,0-1-3 15,0 0-5-15,0-1 7 16,0 0-2-16,0-2 0 16,0 0 3-16,0-1 4 15,0 2-2-15,0 0-1 16,0 2 2-16,0 1-11 16,0 1 14-16,0 2-15 15,0-1 9-15,0 0 3 16,0 1-10-16,0-1 11 0,-1 0-1 15,-1 1-3-15,1-1-2 16,-1 0 2-16,1-2 2 16,-1 0-1-16,2-2 2 15,0 0 2-15,0-3 1 16,0-3-8-16,0-1 5 16,2-2-3-16,-2-2-1 15,2 0 1-15,-1 1 0 16,0-2-3-16,-1 1-5 15,0 0 8-15,0 0-8 16,0 1 5-16,0 1-5 16,0-1-1-16,-1 2 1 15,-4-1-1-15,2 0 0 0,-2-1-31 16,-1-1-40 0,-7-7-57-16,3-6-148 0,-2-6-397 0</inkml:trace>
  <inkml:trace contextRef="#ctx0" brushRef="#br0" timeOffset="15892.3604">1760 3320 360 0,'0'0'193'0,"0"0"287"0,0 0-292 16,0 0-72-16,0 0-4 15,0 0 3-15,0 0-50 16,5 2-36-16,1-1 15 16,2 3 32-16,4-1 16 15,1 1-6-15,4 1 5 16,0-1-4-16,4 0-19 16,2 1-17-16,2 0-8 15,2-1-10-15,0 0 7 16,5 0-7-16,-2-2-10 15,3 0-11-15,5-2 0 16,6 1 6-16,-2-1 17 16,-6 0-12-16,-5 0-7 15,-5 0-4-15,2 0-3 0,4 0-3 16,0 0 0-16,1 0 0 16,-1 0 0-16,0 0-5 15,0 0 1-15,-1 0 5 16,-2 0-1-16,2 0-6 15,-1 0 1-15,-1 0 1 16,2 0 4-16,-1 0-5 16,1 0 7-16,0 0-6 15,-1 0 4-15,0 0 3 16,-1-1-8-16,2-1 1 16,-1 1-1-16,2-1 1 0,0-1 4 15,-1 2-5 1,1-2 5-16,-3 1-5 0,0-1 5 15,-1 0-6-15,-2 0 8 16,0 0-2-16,-2 0-5 16,1 0 1-16,-1 0 5 15,-1 1-5-15,0-1 8 16,0 0-9-16,-1 1 8 16,0-1-7-16,0 1 5 15,1 0 1-15,-2 0-7 16,1 1 6-16,0 0-6 15,-1-1-1-15,-1 1 1 16,0-1 5-16,-1 0 6 16,1 1-5-16,-2-1-5 0,-2 1 17 15,0-2-7-15,-3 1-5 16,0 1-6-16,-1-1 9 16,-1-1-9-16,1 2 14 15,0-2-7-15,1 1-2 16,0 0 0-16,0 1-5 15,2-1 5-15,-1 1-5 16,0 1 0-16,-2 0-1 16,-1 0 1-16,-4 0 1 15,-2 0-1-15,-2 0 5 16,-2 0-6-16,0 0 0 16,0 0 10-16,-1 0 8 15,0-1-3-15,0 1-2 16,0 0-2-16,0 0-4 0,0 0-7 15,0 0 10 1,0 0-10-16,0 0 0 0,0 0 7 16,0 0-7-16,0 0 0 15,0 0-8-15,0 5 7 16,0 2 1-16,0 3 0 16,0 3 1-16,0 2 6 15,0 3 16-15,0 2-7 16,0 3 10-16,0 1 11 15,0 1-16-15,-1 0 1 16,-1-1-1-16,2 1 3 16,-2 0-1-16,2 0-5 0,-1 2 0 15,1-1 6 1,0 1-8-16,0-1-5 0,0 0-1 16,0 0-2-16,0-1 2 15,0-1 5-15,0-1-4 16,0 0-1-16,0-2 11 15,0 1-15-15,-2 0 6 16,1 1-12-16,-1-1 17 16,1 0-5-16,-1 0 1 15,1-1-1-15,-1-1-6 16,1 0-4-16,0 0 4 16,1 1 0-16,-1 1-5 15,0 2 0-15,0 0 6 0,1 1-6 16,0 0-1-1,0 0 6-15,0 1-5 0,0 0-1 16,0 1 0-16,0 1 1 16,0 1-1-16,0 0-1 15,0 1-5-15,0 0 6 16,0-1 0-16,0-1 8 16,2-1-7-16,0-3 0 15,-2 0 5-15,2-1-4 16,-1-2 4-16,1 0-5 15,0 0 7-15,0 1-7 16,-1-1 0-16,1 2 10 16,-1-1-10-16,1 1 6 15,0-1-1-15,0 0-5 16,-1-1 5-16,1-2-4 0,-1 0-2 16,2-1-1-16,-2 0 1 15,1-2 1-15,-1 0 9 16,0-2-9-16,0 0 8 15,0 1-8-15,1-3 11 16,-1 1-6-16,1-1-5 16,-1 0 7-16,1-1-1 15,0 1-5-15,0 1 7 16,-1 1 0-16,2 0-3 16,0 1-5-16,-1 1 8 15,0 0-3-15,0 1-4 16,0 0-1-16,0 2 1 0,-2-2 5 15,2 2 1-15,-1-1-7 16,1 1 8-16,-1-2-1 16,0-1-7-16,0-1 7 15,1 0-7-15,-1 0 5 16,0 0-5-16,0 0-1 16,-1 3-1-16,0-1 1 15,1 1 0-15,-1-2 5 16,0-1-5-16,0-1 1 15,0-3-1-15,0-1 0 16,0-3 1-16,2-1-1 16,-2-2 1-16,0-1 0 15,0-2-1-15,0 2 2 0,0-2-1 16,0 0-1 0,0 1 1-16,0 0 0 0,0 1-1 15,0-1 0-15,0 0 0 16,0 3 0-16,-2-3 0 15,1 0 0-15,-2 1 0 16,2-1 0-16,-1 1 0 16,2-1 0-16,-1 0-1 15,1-1 1-15,0 1 0 16,-1-1 0-16,1 0 0 16,-1 1-1-16,1-2 0 15,-1 2 0-15,1-2 1 16,0 1-1-16,-1-1 0 15,1 0 0-15,-1 0 1 16,0 1-1-16,0-1 0 0,-1 0 1 16,-1 0 0-1,0 0-1-15,-1 0 1 0,0 0-1 16,-2 0 1-16,-1 0 0 16,0 0 0-16,-2 0 0 15,-1 0 0-15,-3 0 0 16,-1 0 0-16,-2 0 0 15,-1 0 0-15,-3 0-1 16,0 0 1-16,-3 0 0 16,0 0 0-16,0 0 0 15,-1 0 0-15,-1 0 0 16,-1 0 1-16,-2 0-1 16,-2 0 0-16,2 1 0 0,0-1 0 15,0 2 0 1,1-1 1-16,1-1 3 0,0 0-4 15,0 0-1-15,-1 0 0 16,1 0 0-16,-1 0-1 16,0 0-5-16,1 0-1 15,1 0 7-15,2 0-5 16,0 0 6-16,2 0 0 16,-2-2 0-16,0 1-2 15,0 0 1-15,0-1-7 16,0 1 7-16,-1 0-10 15,-1-2-2-15,0 2 1 0,-2-1 3 16,0 0-2-16,1 0 6 16,-1 0 4-16,-2 0-6 15,2 1 6-15,-2 0-5 16,-1 1 0-16,3 0 0 16,-2 0 5-16,3 0 0 15,-1 0 1-15,3 2-2 16,-1 0-4-16,2-1 6 15,-1-1-1-15,1 0 0 16,0 0-1-16,-2 0-5 16,0 0-7-16,-3 0 8 15,2-1 0-15,-1 0-3 16,0 1 8-16,0 0-1 0,1 0-4 16,1 0 5-1,1 0 1-15,0 0-6 0,1 0 4 16,0 0 1-16,1 0-8 15,-1 0 1-15,2 0 7 16,0 1-5-16,1 0 5 16,0 2 0-16,1 0 0 15,-1-1-1-15,0 1 1 16,0 0-6-16,1-1 6 16,-1 1 0-16,0-1 1 15,1-2 0-15,-1 1 0 16,2 1 0-16,2-1 0 15,2 1-1-15,2 0 1 16,1-1 0-16,1 2 0 16,0 0 0-16,0 0 0 15,2 0 1-15,1-1-1 16,0 0 0-16,3 1 0 0,1-2 6 16,0 0-4-16,1-1 4 15,1 1-5-15,1-1 0 16,0 0 0-16,0 0 0 15,0 0 0-15,0 0 0 16,0 0 0-16,0 0-1 16,0 0-12-16,0 0-36 15,0 0-75-15,0 0-112 16,3 0-256-16,0-1-165 16,0-4-462-16</inkml:trace>
  <inkml:trace contextRef="#ctx0" brushRef="#br0" timeOffset="16020.9832">1702 5586 1407 0,'0'0'852'16,"0"0"-744"-16,0 0-19 15,0 0-35-15,0 0-26 16,0 0-28-16,0 0-59 16,-9-2-564-16</inkml:trace>
  <inkml:trace contextRef="#ctx0" brushRef="#br0" timeOffset="17325.9691">10116 7532 173 0,'0'0'1434'0,"0"0"-1062"16,0 0-122-16,0 0-53 16,0 0 55-16,0 0-35 15,20 16-71-15,-1-10-30 0,12-2-26 16,0-2-30-16,4 0-18 16,2-2-26-16,-6 0-7 15,4-3-9-15,-5-3-1 16,-5 0-74-16,-3-5-129 15,-7 2-341-15,-6-3-358 0</inkml:trace>
  <inkml:trace contextRef="#ctx0" brushRef="#br0" timeOffset="17587.5699">10357 7423 1692 0,'0'0'386'0,"0"0"-151"16,0 0-91-16,0 0 43 0,13 46-47 16,4-29-29-1,5 0-21-15,1 0-30 0,0 1-31 16,-4 0-11-16,-5-1-10 16,-6 0-2-16,-6 3 0 15,-3 0 0-15,-13 1-5 16,-9-1 0-16,-11 3-1 15,0-5-7-15,-9-1-95 16,8-6-249-16,15-8-617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14:59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2981 4845 10 0,'0'0'150'0,"0"0"-93"0,0 0 28 16,0 0-10-16,0 0-15 16,0 0-12-16,-15-11 20 15,14 11-68-15,-1 0 0 16,2 0 0-16,0 0 205 15,0 0 23-15,-2-1-86 16,1 0-32-16,-1 0-22 16,-1-2 32-16,1 2-8 15,0 1-13-15,0 0-13 16,1 0-21-16,-2 0-23 16,1 4-16-16,1 4 12 15,-1 2 11-15,1 3 1 0,0 2 4 16,1 1-6-16,0 2 14 15,-2 2-3-15,1 1-9 16,-2 0-1-16,0 0 3 16,-1-1-4-16,1-1-8 15,0 0 3-15,1-2-2 16,0 0-5-16,0 0-5 16,1 0-10-16,1-1 5 15,0 0-10-15,0 0-1 16,0-1-2-16,0 0 4 15,0 0-2-15,0 0 0 16,0 0 2-16,0 1-3 0,0-1 1 16,0 1-5-1,0 0 2-15,1 0-3 0,-1 2 3 16,0 1 0-16,0-1-3 16,0 2-7-16,0 2 14 15,0 0-3-15,-2 2-2 16,-1 2 2-16,1-1-1 15,-2 2 3-15,1-3-4 16,1 0 1-16,0 0 0 16,1-1-2-16,0 0 4 15,0 0-4-15,1-1 1 16,0-1-2-16,0 2-1 16,0 0 1-16,3-1-7 15,1 1 8-15,-1-1-9 16,2 1 1-16,0 1-1 0,-1 0 0 15,0 0 0-15,1 1 6 16,-1 0-1-16,0 0-5 16,0 1 0-16,-1-1 8 15,-1 1 0-15,2-1 0 16,-1 0-1-16,0-1-2 16,0 0 1-16,1-1 2 15,0 0 3-15,-1 0-1 16,0-2-2-16,1-1-2 15,-1 0-1-15,1 0-4 16,0-3 4-16,0 1 0 16,0-2-5-16,1-1-1 15,-1 0 2-15,1 0-1 16,0 1 0-16,1 1 0 0,-1 1 0 16,1 1 5-16,-2 0-5 15,1-2 0-15,-1 2 0 16,-1-1 1-16,0-1-1 15,0 3 1-15,-2-1 4 16,1 1-5-16,-2-1 8 16,0 1-8-16,0 0 7 15,0 0 4-15,-2-1-3 16,1 0-3-16,-2 0 6 16,0-1-11-16,1-1 9 15,-1 0-8-15,2 0 10 0,-1-1-12 16,0 0 6-1,2 1-6-15,-2-1 7 0,0 1-1 16,-1-1 2-16,1 1-7 16,-2 1 5-16,1-1 2 15,-1 0-7-15,-1 0 6 16,2-1-1-16,-2 1 2 16,2-1-1-16,0-1 5 15,-1-1-6-15,-1 0 5 16,3-3-10-16,-1 2 11 15,0 1-5-15,0 0-1 16,1 1 2-16,0 2 8 16,-1-1-5-16,0 0-1 15,1 0 17-15,-1-3-15 16,0 1 2-16,1-3-8 0,1 0 0 16,1-3-5-16,0 0 10 15,0-4-10-15,0 0 8 16,0-1-7-16,0 1-1 15,0-1 0-15,0 0 5 16,0-1-6-16,0 1 1 16,0-3-1-16,0 0 0 15,0 0-26-15,0-5-40 16,-3-14-43-16,-2-30-63 16,1 4-168-16,0-8-456 0</inkml:trace>
  <inkml:trace contextRef="#ctx0" brushRef="#br0" timeOffset="1340.3137">2972 4863 832 0,'0'0'200'0,"0"0"-25"0,0 0-39 15,0 0-39-15,0 0 3 16,0 0 1-16,42-4 1 15,-24 8 7-15,5-1-13 16,3 0-13-16,0 0 5 16,1 1-13-16,2-1-11 15,1-2-12-15,2 1-11 16,8-2-1-16,-4 1 8 16,0-1-7-16,1 0 1 15,-4 0-15-15,4 0-2 16,0 1-4-16,0 0-3 15,-1-1-2-15,1 0-3 16,-1 0-2-16,0 0-1 16,-2 0-8-16,1 0 13 0,-1-3-8 15,-1 1 12-15,0 0-4 16,1-2 0-16,-2 2 5 16,1-1-5-16,-1 0 1 15,-2 0-1-15,0-1-2 16,1 1 2-16,-1-1 0 15,1 2 5-15,-2 0-2 16,0-1-8-16,0 2 3 16,-1-1 8-16,-1 1-7 15,1 0-4-15,0 0 2 16,-1-1-10-16,1 1 13 16,-1-1 1-16,-1 1 8 15,0 0-6-15,-2 1 0 0,0 0-2 16,1-1 2-16,-1 1-7 15,-2-1 7-15,-1 0-18 16,1 0 9-16,-2 0 6 16,1 1-7-16,0 0 1 15,-1 0 0-15,0 0 4 16,-1 0-2-16,1 0 4 16,1 0-5-16,0 0 7 15,2-1 8-15,2-1-1 16,1 1 0-16,1-2 1 15,0 1 4-15,-2 0-13 16,-2-1 5-16,-4 1-12 16,-3 1 14-16,-1-1-1 0,-2 1-4 15,0-1 6 1,-2 0-15-16,-1 1 2 0,1-1 2 16,-3 1-13-16,0 1 8 15,-3-1-8-15,-1 0-1 16,-2 1 1-16,-2 0-1 15,0 0 1-15,0 0-1 16,0 0 0-16,0 0-23 16,-5 2-60-16,-21 9-109 15,1 2-456-15,-5-2-1049 0</inkml:trace>
  <inkml:trace contextRef="#ctx0" brushRef="#br0" timeOffset="3570.0363">2903 7140 1039 0,'0'0'245'0,"0"0"-178"16,0 0-28-16,0 0 26 0,0 0-2 16,55-1-10-1,-32 1 14-15,4 0-3 0,4 1 4 16,2 0 9-16,6 0-7 16,8-1-18-16,8 0-2 15,3 0 17-15,-5 0-14 16,-5-2-13-16,-14 2 4 15,-4 0-13-15,-8-1-3 16,-1 1-13-16,6 0 4 16,3-1 5-16,8 0-6 15,-2-2 5-15,0 2-2 16,1-3 3-16,4 0 4 16,6-1-12-16,5 0-1 0,0-1 3 15,-10 1-3-15,-11 1-5 16,-8 1 5-16,-1 1 1 15,2-1 4-15,5-2-1 16,4 2 3-16,0-2-4 16,0 1 5-16,1-1-5 15,0 1-1-15,-1 0 1 16,0 0 0-16,-1 1 0 16,-1 0-1-16,1 1-4 15,-1 0-1-15,-1 0 3 16,0 1-5-16,-1 0 2 15,-1-1-1-15,1 0 2 16,-1-1 4-16,0 0 1 0,1 0-2 16,0 0 9-1,1 1-4-15,0 0 5 0,1 0-5 16,-1 1-5-16,1 0 4 16,-1 0 2-16,0 0 3 15,0 1 1-15,-1 0-8 16,1 0-2-16,-2 0 5 15,-1 0 2-15,-1 2-4 16,-2 0-2-16,-2 0-2 16,-3 0 1-16,-2-1 4 15,-2 0-5-15,-3-1-5 16,-2 0 4-16,-3 0-5 16,0 0-2-16,-3 0-6 15,-1 0 8-15,-1 0-8 0,-2 0-1 16,0 0 0-16,0 0-1 15,0 0-39-15,0 0-62 16,0-4-90-16,-4-2-321 16,-2-3-469-16</inkml:trace>
  <inkml:trace contextRef="#ctx0" brushRef="#br0" timeOffset="5584.1804">5191 4816 1096 0,'0'0'246'0,"0"0"-120"0,0 0-56 16,0 0 10-16,0 0 76 15,-8 36-73-15,6-17 17 16,1 3 13-16,0 0-22 16,0 1-16-16,1 2-17 15,0-2-18-15,0 0-3 16,0 0 19-16,0-1-2 15,1-2-8-15,1-1-11 16,0 0 6-16,0-1-19 16,-1 1 3-16,-1-1-1 15,0-1-2-15,0 1-1 16,0-2-1-16,0 1-2 16,0-1 0-16,0 0 2 0,0-1 0 15,0-1-5-15,0 2 3 16,0-2-11-16,0 1 13 15,1 2-3-15,0-1-6 16,-1 1 7-16,1 1-11 16,-1-1 4-16,0 1 2 15,0 0-11-15,0 0 13 16,0 0-9-16,1-1 6 16,-1 0-2-16,0-1-1 15,0-1 5-15,0-2-4 16,0 1-1-16,0 0 9 15,0-1-9-15,0 2-2 16,0-1-1-16,0 1-6 0,1 1 6 16,0 0-5-1,-1 1 0-15,1-1 0 0,0 1 5 16,-1 0-5-16,0 0 0 16,0 0 1-16,0 0-1 15,0 1-1-15,0-1 2 16,0 1-1-16,0 1 0 15,-2-1 8-15,1 2 0 16,-1 0-3-16,-1 1 5 16,2-1 1-16,-1 1-2 15,0 1 7-15,1-1-2 16,-1 0-2-16,1-2-7 0,1-1 9 16,-1-1-1-16,1 0-4 15,0 0-2-15,0 2-2 16,0 0 1-16,0 0 2 15,0 0-1-15,0 0 1 16,0 2 3-16,0 0-2 16,0 0 2-16,0 2-2 15,0 0-2-15,0 0 8 16,0-1 2-16,0 0-17 16,0-2 9-16,0-1-4 15,0 0-6-15,0-2 10 16,0 2 0-16,0 0-9 15,0 0 7-15,0 0 0 0,0-2-2 16,0-2 1-16,0-1 1 16,1-1-7-16,-1 1 7 15,0-2-2-15,0 0-5 16,0 1 7-16,0-1 2 16,0 0-1-16,0-1-1 15,1-1-2-15,-1 0-5 16,0-1 5-16,0 1-5 15,0 0 5-15,0 2-4 16,0-2 7-16,0 0-8 16,0 0 8-16,0 0-7 15,0-2-1-15,0 2 1 16,0-2-1-16,0 0 1 16,0-2 4-16,0 1-6 15,0 0 1-15,0-2-1 0,0 3 0 16,0-2 1-16,-1 2 7 15,1 2-7-15,0-1-1 16,-1 2 2-16,1 0-1 16,-2 0 0-16,2 0 9 15,0-1-4-15,0 2-4 16,0 0 7-16,0 0-3 16,0 0-5-16,0 1 6 15,0-1 2-15,0 0-1 16,0 1-1-16,0-2-5 15,0 0 5-15,0-1-5 16,0 0 3-16,0 0-4 16,2 0 6-16,-1 0 3 15,0-3 2-15,0 0-6 16,-1-3 0-16,1-1-5 0,-1-2 0 16,0 0 1-16,0-1-1 15,0 0 0-15,0 0 7 16,0 0-8-16,0 0 1 15,0 0 1-15,0 0-2 16,-3 0-21-16,-4-4-62 16,-3 1-97-16,1 1-128 15,2-2-492-15</inkml:trace>
  <inkml:trace contextRef="#ctx0" brushRef="#br0" timeOffset="5729.6146">5163 7091 1352 0,'0'0'1105'0,"0"0"-952"16,-39 0-99-16,29 0-54 15,7-5-18-15,3-2-248 16,0-1-656-16</inkml:trace>
  <inkml:trace contextRef="#ctx0" brushRef="#br0" timeOffset="7378.8469">12041 3120 1532 0,'0'0'395'0,"0"0"-128"16,0 0 12-16,0 0-14 16,0 0-50-16,0 0-94 0,-9-14-64 15,9 25-35-15,0 11-13 16,7 11 18-16,4 10 21 16,-2 0-3-16,-1-10-18 15,-2-8-21-15,-3-7-4 16,0 4 1-16,-1 0-3 15,1 2-1-15,-3-4-14 16,0-4-51-16,-1-6-15 16,-6-3-41-16,-2-7-7 15,-3 0-28-15,-2-9-13 16,0-6 87-16,-1-2 41 16,2-2 22-16,0 1 19 0,2 2 1 15,1 3 13-15,4 5 50 16,2 4 45-16,2 2 3 15,1 2-47-15,1 2-34 16,0 7-16-16,0 7 44 16,7 2 20-16,3 3-33 15,5 0-2-15,2 0 8 16,5-3-2-16,2-3-23 16,1-1-14-16,-1-5-5 15,1-4-6-15,-4-2-1 16,-1-3-9-16,-3 0-33 15,-3-7-22-15,-3-1-44 16,-3-2-34-16,-4 0-37 0,-1-1 32 16,-1 1 13-1,-2 0-62-15,0 0-1 0,0 2 37 16,-1-1 107-16,-2 2 53 16,1 0 21-16,-1 2 65 15,-1 0 43-15,3 4-6 16,-1-1-12-16,1 2-34 15,-1 0-40-15,-1 6-16 16,-2 4-8-16,-1 3 5 16,-3 2-2-16,0 2-7 15,1 0-7-15,-1-2-2 16,3-2 0-16,1 0-86 16,2-2-132-16,0-2-313 0,2-4-433 15</inkml:trace>
  <inkml:trace contextRef="#ctx0" brushRef="#br0" timeOffset="7594.2463">12222 3444 424 0,'0'0'1400'16,"0"0"-1194"-16,0 0-93 15,0 0-66-15,0 0-23 0,0 0-9 16,0 0-15 0,-20 29-24-16,10-12-164 0,3-3-340 15,-1-4-364-15</inkml:trace>
  <inkml:trace contextRef="#ctx0" brushRef="#br0" timeOffset="15306.7003">12192 2085 584 0,'0'0'517'0,"0"0"-249"16,0 0 8-16,0 0 3 16,0 0-48-16,0 0-45 15,-7 5 11-15,21-1 31 16,15 1-13-16,21 0-62 15,22-1-24-15,17-1-11 16,5-3 0-16,-3 0-34 16,-15 0-19-16,-10 0-17 15,-17 0-15-15,-16 1-24 16,-11-1-8-16,-9 0 1 16,-2 0 4-16,-1 0-6 15,-3 0 1-15,-3 0 0 16,-4 0-1-16,0 0-47 15,-4 2-79-15,-29 4-145 16,1 1-453-16,-9-2-803 0</inkml:trace>
  <inkml:trace contextRef="#ctx0" brushRef="#br0" timeOffset="18477.1337">11236 2685 932 0,'0'0'739'0,"0"0"-545"16,0 0 26-16,0 0-59 16,0 0-10-16,89-28 31 15,-4 21-19-15,19 2-23 16,13 1-50-16,-4 0-20 0,-11 0-10 16,-5-1-18-1,-7 0-11-15,-12 0-5 16,-10 1-11-16,-19 1-10 0,-16 1-5 15,-13 0-1-15,-11 1-9 16,-3 1-25-16,-5 0-37 16,-1 0-28-16,-22 0-128 15,-29 6-230-15,3 1-159 16,-5 0-138-16</inkml:trace>
  <inkml:trace contextRef="#ctx0" brushRef="#br0" timeOffset="18761.4047">11335 2803 763 0,'0'0'623'0,"0"0"-460"0,0 0-33 16,0 0 49-16,0 0 92 15,40 6 19-15,13-6 6 16,28-4-94-16,17-5-78 15,6-1-24-15,-4 0-32 16,-12 0-23-16,-6 0 0 16,-7 2-15-16,-12 1-11 15,-17 2-13-15,-17 1-1 16,-13 3-5-16,-10 1-1 16,-3 0-66-16,-18 0-115 15,-7 0-393-15,-11 1-633 0</inkml:trace>
  <inkml:trace contextRef="#ctx0" brushRef="#br0" timeOffset="29359.2092">3833 7800 1197 0,'0'0'566'0,"0"0"-372"16,0 0 75-16,0 0 22 15,0 0-45-15,0 0-88 16,-14 5-52-16,34-4 12 16,18 0-17-16,15-1-29 15,8 0-8-15,2-1-24 0,-8-3-14 16,-16 1-11-1,-9 2-9-15,-9 1-5 0,-6 0 0 16,-1 0-1-16,-2 0-22 16,-2 0-68-16,-8 0-75 15,-2 0-101-15,-19 5-219 16,-4 1-209-16,-2-2-552 0</inkml:trace>
  <inkml:trace contextRef="#ctx0" brushRef="#br0" timeOffset="29600.0345">3753 7967 1674 0,'0'0'314'0,"0"0"-148"16,0 0 77-16,58 19 33 0,-3-17-12 16,22-2-99-16,7-2-35 15,-3-6-38-15,-14-2-37 16,-24 2-13-16,-11 1-15 15,-12 1-12-15,-5 1-9 16,-1 1-5-16,-1-1-1 16,-3 1-21-16,-7 2-75 15,-14 2-91-15,-7 4-328 16,-9 3-396-16</inkml:trace>
  <inkml:trace contextRef="#ctx0" brushRef="#br0" timeOffset="32883.4958">13128 3120 464 0,'0'0'519'0,"0"0"-94"16,9-37-127-16,-7 22-64 15,-1 3-24-15,-1 4-27 16,0 4-15-16,0 3-36 0,0 1-60 16,-1 7-42-1,-5 12-15-15,-3 13 25 0,-1 0 21 16,0-1-16-16,0-2-20 16,2-7-10-16,0 3-7 15,-1 1-8-15,0-3 0 16,4-4-1-16,0-6-8 15,2-4-6-15,2-5 0 16,1-3 9-16,0-1 6 16,0 0 15-16,0-7-7 15,0-1-8-15,0 0 0 16,3 0-1-16,3 2 0 16,0 3 0-16,3 1-5 0,1 2 4 15,2 0 1 1,2 0-1-16,0 1 1 0,1 1-1 15,-1 0 2-15,-2 0-27 16,-1-2-33-16,-2 0-14 16,-1 0 16-16,-2-5 26 15,-1-2 14-15,-1-3 8 16,-2 0 0-16,-1-3 9 16,-1 0 1-16,0-1 0 15,0 0 2-15,-4 2 23 16,1 2 30-16,1 3 24 15,-1 4 11-15,2 3-8 0,0 2-43 16,-2 15-30 0,-2 14 6-16,1 2 29 0,0 0-12 15,0-3-22-15,3-5-9 16,0 3-1-16,1 4-46 16,0 0-175-16,5-8-367 15,1-9-925-15</inkml:trace>
  <inkml:trace contextRef="#ctx0" brushRef="#br0" timeOffset="36976.6589">13481 3158 1330 0,'0'0'393'16,"0"0"-38"-16,0 0-65 0,0 0-23 16,0 0-88-16,0 0-98 15,0 0-45-15,-38 30 22 16,18 0 9-16,-1 2-31 15,1 0-21-15,3-1-7 16,2-3-8-16,2-3 0 16,3-3-48-16,1-6-164 15,0-4-168-15,0-6-321 16,2-6-451-16</inkml:trace>
  <inkml:trace contextRef="#ctx0" brushRef="#br0" timeOffset="37171.6249">13291 3234 535 0,'0'0'1050'0,"0"0"-787"16,0 0-45-16,0 0-38 15,0 0 28-15,41 10-17 16,-25 0-39-16,2 2-37 16,1 0-54-16,1 2-35 15,1 0-16-15,-1-2-10 16,0 1-20-16,3-2-229 15,-5-4-327-15,-5-4-501 0</inkml:trace>
  <inkml:trace contextRef="#ctx0" brushRef="#br0" timeOffset="37584.014">13597 3109 1741 0,'0'0'341'15,"0"0"-77"-15,0 0-133 16,0 0-53-16,0 0 27 16,0 0 24-16,8 54-6 15,-7-29-59-15,0 0-26 16,1 0-17-16,0 1-14 16,2-4-6-16,1-5 0 15,1-3-1-15,1-6-9 16,2-6-23-16,-1-2-2 15,1-8-13-15,1-8-24 16,0-3 33-16,-1-4 26 16,-1-2 12-16,0 0-1 0,-1 5 1 15,-1 4 14 1,-3 5 34-16,-1 7 14 0,-1 4-18 16,1 4-22-16,1 11-11 15,3 4 22-15,3 6 14 16,2 3-14-16,0 8-16 15,0-4-11-15,-3 1-6 16,-2 0-5-16,-5-8-57 16,-1 8-168-16,-5-8-237 15,-5-6-334-15</inkml:trace>
  <inkml:trace contextRef="#ctx0" brushRef="#br0" timeOffset="37847.6668">13320 3592 2011 0,'0'0'342'0,"0"0"-183"16,0 0-13-16,0 0 36 16,56-7 9-16,7-3-80 15,12-1-24-15,4 0-32 16,-7 0-25-16,-13 2 0 15,-6 1-12-15,-13 1-8 16,-11 1-8-16,-12 1-2 16,-7 2-54-16,-3-1-70 15,-7-1-107-15,0 0-143 0,-10 3-489 16</inkml:trace>
  <inkml:trace contextRef="#ctx0" brushRef="#br0" timeOffset="38102.3407">13385 3653 1899 0,'0'0'381'16,"0"0"-239"-16,0 0 65 16,42 25 75-16,9-21-46 15,24-4-72-15,9-5-45 16,-1-8-24-16,-9-1-38 0,-15 0-18 15,-8 1-15 1,-12 3-20-16,-12 2-2 0,-10 2-4 16,-8 3-5-16,-3 1-86 15,-10 2-75-15,-7 0-300 16,-11 0-567-16</inkml:trace>
  <inkml:trace contextRef="#ctx0" brushRef="#br0" timeOffset="61119.8351">7468 3278 1392 0,'0'0'327'15,"0"0"-65"-15,0 0 3 16,0 0-74-16,0 0-117 15,0 0-38-15,-19-12-17 16,16 22-12-16,-2 8-7 0,1 11 22 16,-2 10 42-16,3-2-9 15,0-4 4-15,0-6-9 16,1-8-21-16,-2 0-20 16,-1-1-9-16,0-5-52 15,-1-3-90-15,-3-6-20 16,-2-2 18-16,-3-2-23 15,-1-6 8-15,1-7 102 16,1-4 57-16,2-2 29 16,2-2 59-16,2 3 46 15,3 4 2-15,2 4-2 16,1 5-30-16,1 5-62 16,0 0-31-16,1 9-10 15,7 4 13-15,3 3 41 16,2 1-3-16,3 2 8 0,3-3-27 15,2-2-17-15,2-3-4 16,1-1-11-16,1-5-1 16,-1-3-10-16,-2-2-57 15,-3-3-33-15,-3-6-13 16,-2-4 19-16,-4-2 31 16,-2-1 40-16,-4-1 21 15,-2 1 2-15,-1 5 36 16,-1 4 41-16,0 5 38 15,-3 2-38-15,-6 12-50 16,-2 6 12-16,-3 4 27 16,-1 3-22-16,0 0-21 0,1 3-14 15,-1 4-8-15,-5 9-1 16,-7 10-165-16,3-6-315 16,-1-8-819-16</inkml:trace>
  <inkml:trace contextRef="#ctx0" brushRef="#br0" timeOffset="61745.7954">5308 5205 1497 0,'0'0'382'15,"0"0"-101"-15,0 0-82 16,0 0-17-16,44-6 7 15,-23 5-48-15,5 0-40 0,2-1-25 16,5-1-38 0,1-2-26-16,-1 0-1 0,-4-1-10 15,-4 1-2-15,-9 0-76 16,-11-3-135-16,-5 2-153 16,-1 0-605-16</inkml:trace>
  <inkml:trace contextRef="#ctx0" brushRef="#br0" timeOffset="62086.4939">5338 5031 1510 0,'0'0'313'0,"0"0"-82"16,0 0-89-16,0 0 6 15,0 0-36-15,0 0 61 16,0 0-31-16,-22 47-42 16,6-25-12-16,-4 2-18 15,-2 1-6-15,1 0-13 16,2-2 0-16,6-2-16 16,5-2-7-16,7-4-11 15,2-2-2-15,18-2-2 16,20-3 11-16,20-8 22 0,8 0-20 15,-2-8-17-15,-8-2-9 16,-19 3 0-16,-9 2-72 16,-2 5-127-16,-10 0-352 15,-7 1-567-15</inkml:trace>
  <inkml:trace contextRef="#ctx0" brushRef="#br0" timeOffset="70725.8582">5324 6367 147 0,'11'46'124'0,"-1"6"-24"15,-4-9-16-15,-3-3-8 16,-3-7-23-16,0-6-19 16,-7-8-16-16,-1 0-9 15,-3 3-9-15,-3 3 1 16,-8 13-1-16,-1-1-17 15,4-5-38-15,3-6-171 16,8-13 226-16,0-2 58 16,-1 2-41-16,0 2-17 0,-4 0-11 15,-6 5-51 1,2-4-101-16</inkml:trace>
  <inkml:trace contextRef="#ctx0" brushRef="#br0" timeOffset="73268.1757">5176 5609 983 0,'0'0'281'0,"0"0"-123"16,63-35-28-16,-12 11-22 15,17-7 3-15,10-3-12 16,2 1-18-16,-2 1-2 0,-6 3-13 16,-1-1 5-16,-2-1-12 15,-2 2-10-15,-4 0-24 16,-4 0-18-16,-2-1-6 16,-4-1-1-16,-3 2-2 15,-9 4-16-15,-10 6-5 16,-9 5-47-16,-4 2 36 15,0 2 8-15,-1-1-4 16,-1-1 11-16,-4 4 13 16,-4 3-7-16,-3 1 4 0,-3 2 9 15,-1 2 0 1,-1 0-5-16,0 0-5 16,0 0-15-16,0 0-22 0,-5 0-29 15,-3 2-38 1,1 2-885-16</inkml:trace>
  <inkml:trace contextRef="#ctx0" brushRef="#br0" timeOffset="73568.9834">6227 4961 1243 0,'0'0'45'0,"0"0"135"16,0 0-77-16,39-10-52 16,-22 8-20-16,3 1-15 15,1 1 6-15,1 0 8 16,-1 4 13-16,-2 4-2 16,-2 5-22-16,-4 3 19 15,-2 3 10-15,-6 2 15 16,-4 2-19-16,-1 0 20 15,-14 1 4-15,-5 1-13 16,-23 9-55-16,4-6-12 16,1-4-353-16</inkml:trace>
  <inkml:trace contextRef="#ctx0" brushRef="#br0" timeOffset="76617.1712">14538 7103 901 0,'0'0'205'0,"0"0"-34"16,0 0 55-16,0 0-22 0,-30-45-68 15,20 33-13-15,-2 1 17 16,-1 0-32-16,-1 1-31 15,-2 1-2-15,-2 1-2 16,-3 0-5-16,0 1 1 16,-2 2-5-16,-3 1-28 15,0 4-8-15,-4 0-1 16,0 0-3-16,-2 3 11 16,1 6-5-16,-1 3-1 15,2 2-7-15,1 5-1 0,-1 3-3 16,3 4 7-16,2 1 2 15,1 2 8-15,5 2-4 16,1 5 0-16,5 7-2 16,5 9-2-16,6-1 1 15,2-1 1-15,8-6-2 16,4-5-3-16,5 0 9 16,0-7-18-16,-1-5 10 15,1-7 4-15,4-3-12 16,4-1 16-16,10 3 0 15,11 0 0-15,7-6 0 16,1-5-3-16,-10-7-1 16,-10-1-5-16,-9-3-3 0,-2-3 3 15,5-4-5-15,3-1-4 16,4-4-1-16,-2-2-2 16,-1-3-6-16,-3-3 1 15,-1-2-5-15,-1-1 5 16,-4-3 1-16,0 0 2 15,-3-6-2-15,-3-8-8 16,-8-6 0-16,-5-3-1 16,-5 3-11-16,-12 4-22 15,-6 5-11-15,-4 0 1 16,1 7-13-16,1 5 2 16,4 8 4-16,0 5 9 15,-3-1 9-15,-2 0 9 0,-2 1 8 16,2 5-11-1,0 5-9-15,-1 3 3 0,1 2 9 16,-4 0 9-16,-1 8 6 16,-2 1 3-16,1 2 4 15,1 2-28-15,3 1-28 16,5 7 3-16,7-4-41 16,7-3-581-16</inkml:trace>
  <inkml:trace contextRef="#ctx0" brushRef="#br0" timeOffset="76776.3205">14595 7120 2313 0,'0'0'289'16,"-47"-16"-177"-16,17 8-57 0,-4-1-33 15,-5 9-22-15,3 0-137 16,4 0-350-16</inkml:trace>
  <inkml:trace contextRef="#ctx0" brushRef="#br0" timeOffset="100316.5462">1030 4763 317 0,'0'0'79'0,"0"0"301"16,0 0-159-16,0 0-29 16,0 0-12-16,0 0 6 15,-17 0-13-15,17 0-27 16,0 0-18-16,0 0-18 0,0 0-39 16,0 0-18-16,4 3-12 15,5 1 24-15,3 2 6 16,4 0-19-16,4-1-10 15,1 2 1-15,3-1 6 16,1 0-15-16,1-2-10 16,3 1 0-16,0-1-3 15,0 0-5-15,-1-2-1 16,2 0-3-16,-2 1 0 16,-1-1 0-16,-3-1 0 15,1 0-3-15,-1 1-8 16,-1-1 14-16,1 0-6 0,1 0 2 15,0-1-4-15,2 0 4 16,0 0-10-16,1 0 14 16,0 0-7-16,2-2-7 15,-1 0 0-15,1 0 0 16,-3 1 0-16,1 0 0 16,-2 1 1-16,-2 0-1 15,1 0-1-15,-2 0 1 16,2 0-1-16,-1 0 6 15,2 0-5-15,-3 0 0 16,1 0 0-16,0 0 6 16,-1 0-6-16,-1 0 0 15,0 0 5-15,0 0-5 0,-1 0 1 16,1 0 7 0,-1 0-9-16,-1 0 1 0,1 0 11 15,-1 0-6-15,0 0-4 16,-2 0 8-16,2-1-4 15,-1-1 0-15,1 1 5 16,0-1-10-16,1 0 11 16,0-2-1-16,-1 2-5 15,2-1 0-15,-1-1 1 16,0 2 1-16,-2-1-2 16,0 0 1-16,0 1-1 15,-2 0-4-15,0-1 8 16,1 1 3-16,-1 0-1 15,0 0-4-15,0 0-1 16,-1 1 5-16,1 1-4 0,-1-1-7 16,1 1 0-16,-1 0 8 15,1 0-9-15,-1 0 2 16,-1 0-1-16,0 0 1 16,-2 0-1-16,1 0 5 15,-1 0-5-15,-1 0 0 16,0 0 0-16,-2 0 11 15,-1-1-5-15,1-2 1 16,-1 0 4-16,0-1 1 16,-1 0-1-16,1 0-11 15,-2 0 10-15,0 1 4 16,-3 0-15-16,2 1 11 16,-1 0-11-16,-1-1 7 0,-2 2-6 15,0 0 1 1,1 0-2-16,-3 1-1 0,1 0 1 15,-1-1 1-15,0 1-1 16,2 0 0-16,-2-1 6 16,1 1-6-16,-1-1 1 15,2-1 0-15,0-1 0 16,0-2 6-16,1-3-6 16,0-1 4-16,-1-6-3 15,3-1 10-15,-1-4-8 16,1-3-2-16,1-2-2 15,-1-2 0-15,1 0 0 0,0-1 0 16,-1-1 6-16,-2-1-5 16,0 0-1-16,-2 0 2 15,-1 2-1-15,0 1 5 16,0 2-5-16,0 1 1 16,-1 1-1-16,-1 2 5 15,1 1-5-15,0-1 0 16,-2 2-1-16,1-1 0 15,0 1-1-15,0 1 1 16,-1 0 0-16,1 0 0 16,0 0 0-16,-1 2-1 15,0-1 1-15,0 2 0 16,0 1 7-16,-1 0-7 16,1 0 1-16,-1-2 0 15,1 0-1-15,0-1 1 0,2-3 0 16,-1 0 0-16,1-1 0 15,1 0-1-15,-1 0 1 16,0 0 2-16,0 1-2 16,0 1 0-16,-1-1 0 15,1 2 0-15,-1-2 1 16,-1 2-1-16,0-1 0 16,0 0-1-16,3 1-1 15,-2 1-5-15,0 0 5 16,1-1 2-16,0 1-2 15,0 0 2-15,0 1-1 16,0 1 0-16,0 0 1 16,0 1-1-16,0 0 0 0,0 1 0 15,0 0 1-15,0 0 1 16,-1-1-1-16,2 1 0 16,-1 0 0-16,-1 0 0 15,2 1 0-15,-1 1 0 16,1-2 0-16,0 1-1 15,0-2 1-15,0 2-1 16,0 0 1-16,-1 0-1 16,1 0 1-16,-1 0 0 15,1 0 0-15,-1 0-1 16,0 0 1-16,0 0 0 16,-1 0-1-16,2 2 0 15,-2-1 1-15,1 0-1 16,1 2-1-16,-1-2 1 0,1 2-1 15,-1 0-6-15,1 1 6 16,0 0 1-16,0 0 0 16,0-1-1-16,0-1 1 15,0-1 0-15,0 1-6 16,0-1 6-16,0 0 0 16,0 1 0-16,1 1 0 15,0 0 6-15,-1 0-5 16,0 1 0-16,1-2-1 15,0 0 1-15,0 0-1 16,1-1 1-16,-1-1-1 16,1-2-6-16,0-1 6 15,-1-2 6-15,1-1-5 0,1-2-1 16,0 0 1 0,-1 1 0-16,0 0 0 0,1 3-1 15,0 0 1-15,-1 2 0 16,0 1-1-16,-1 2 1 15,1 0 0-15,-1 3-1 16,1 0 0-16,-1 0 0 16,-1 3 1-16,0 0 0 15,1 0-1-15,0 1 1 16,0 0-1-16,0-1 0 16,1 2 0-16,-2-2 0 15,1-1-1-15,-1 1 0 16,0-2-4-16,0 0 5 0,0-1-1 15,0 0 1-15,0 1 0 16,-2-1 0-16,0 2 0 16,0-1 0-16,0 1 0 15,-1-1 0-15,0 0 0 16,1 0 0-16,2 1 0 16,-2 0-1-16,2 1 1 15,-1-2 1-15,0 0-1 16,0 0 0-16,1-1 0 15,-2 0-1-15,1 0 1 16,-2 1-1-16,1 2 1 16,0 0-1-16,-1 2 1 15,0-1-1-15,0 2 0 0,-1-1-5 16,-2 1 0 0,0 1-3-16,-2 0 0 0,-4 1 0 15,-2 0 0-15,-4 1 0 16,-7 3 3-16,-8 3 6 15,-12 1 0-15,-10 1-9 16,-3-1 9-16,3-1 0 16,4-2-7-16,6-1 7 15,2-2 5-15,6-1-4 16,7 0-1-16,8-1 0 16,2 0 0-16,-2 0 1 15,-3 0 5-15,-1 0-5 16,0 0-1-16,1 0-11 15,1 0 1-15,0 0 1 0,1 0 7 16,-2 0-8-16,0 0 8 16,0 0 1-16,2 0-14 15,0 1 8-15,1 1 6 16,0 1-4-16,-1-1 4 16,-2 2-1-16,-1-1 1 15,2 0-8-15,1-1 8 16,0-1-1-16,1 0 1 15,1-1-2-15,1 0 2 16,1 0 1-16,-1 0 0 16,1 0-9-16,-2-3-5 15,1 0 4-15,-2 1-5 16,-1 0 1-16,0-1 2 0,0 2-1 16,0 0 2-1,-1 0 4-15,3 1-2 0,-1 0-2 16,3 0 2-16,0 0-7 15,1 0 7-15,1 0 8 16,-1 0-7-16,0 2 2 16,0-1 6-16,0 2 1 15,-2-1-1-15,-2 0 1 16,1 0-1-16,-2 1 0 16,-1-2-2-16,0 0 1 15,0 0 0-15,0-1 0 16,1 1-17-16,0-1-5 15,0 0 13-15,0 0 8 0,3 0 1 16,3 0-7-16,4 0 2 16,1 0 6-16,5-1-1 15,1 1 0-15,1 0-1 16,2 0 1-16,1-1 0 16,2 1-1-16,-1 0-4 15,1 0 6-15,0 0-6 16,0 0-2-16,0 0-1 15,0 0-5-15,-2 0-21 16,-2 0-16-16,0 3-238 16,-3 0-638-16</inkml:trace>
  <inkml:trace contextRef="#ctx0" brushRef="#br0" timeOffset="100476.8068">955 2632 1766 0,'0'0'469'0,"0"0"-421"16,0 0-32-16,0 0 5 16,0 0 10-16,0 0-14 15,0 0-17-15,-7 25-251 16,1-13-738-16</inkml:trace>
  <inkml:trace contextRef="#ctx0" brushRef="#br0" timeOffset="102233.8479">985 4780 644 0,'0'0'350'0,"0"0"-157"0,0 0-52 16,0 0 10-16,0 0 4 15,-10 38-9-15,10-20-26 16,0 4-20-16,0 3-21 15,0 2-10-15,0 3 17 16,0 1-14-16,2 1-26 16,1-1 0-16,-3 1 7 15,1-3-11-15,-1 2-11 16,0-2-10-16,1 1 10 16,-1 2 8-16,1-2-3 15,0 1 3-15,0-1-19 16,0-1-3-16,1-2-5 15,-1 0 3-15,0 1 1 0,0 0-3 16,-1 0 1-16,0 1 2 16,0-1 1-16,0-1-4 15,0-1 2-15,-2 0-1 16,-1 0 2-16,0 1 0 16,0 1 7-16,0 2-5 15,0-1-3-15,1-1 1 16,1-1-5-16,1-1-1 15,0 0-2-15,0-2-1 16,0-1 2-16,0 1 0 16,3 1 2-16,-2 0-4 15,2 2 0-15,-1 1-1 0,-1 1 3 16,1 0-7-16,-1 0 7 16,0 1-3-16,0-1-5 15,0 1 8-15,0 0 0 16,-1 1-1-16,1-2-2 15,0-1 4-15,-1-1 4 16,1-2-7-16,0 0 2 16,1-1 3-16,-1 1-4 15,1-1 2-15,-1-1-2 16,1 0 2-16,-2-2 1 16,0-2-1-16,0-1-4 15,0-2 0-15,0 0 0 16,0-2-4-16,0 1 8 0,0-1-9 15,0-1 8-15,0 0-8 16,0-1 0-16,0 1 1 16,3-1 10-16,-1 0-11 15,1 1 6-15,0 0-6 16,2 0 0-16,-1 2 5 16,2 1-5-16,-2 1 0 15,0 1 1-15,0 0 5 16,-1 0-7-16,0-1-1 15,-1-2 1-15,0 0 1 16,0-1-1-16,-1-1 0 16,-1-1 0-16,0-2 8 15,0 0-7-15,0-1 7 0,0-1-1 16,0-1 0 0,0 0 2-16,0 1-1 0,-4 0-2 15,3 0-6-15,-2 0 6 16,0 2-5-16,0-1-1 15,0 0 1-15,1-2-1 16,1-1 1-16,-1-2-1 16,1-3-7-16,1-1-42 15,0-1-72-15,-4-23-195 16,1 1-499-16,-1-5-1134 0</inkml:trace>
  <inkml:trace contextRef="#ctx0" brushRef="#br0" timeOffset="103004.5516">1219 4866 332 0,'0'0'190'0,"0"0"-18"16,52 7-65-16,-26-6-16 15,2 0-25-15,11-1-1 16,7 1-17-16,9-1-10 16,2 0-19-16,1 0-6 15,-4 0-6-15,-4 0 3 0,0 0-4 16,1 0-6-1,2 0-1-15,0 0-15 0,-1 0 3 16,2 0 5-16,-2 0 7 16,1 0 0-16,-2 0-10 15,0 0-33-15,-2 0-18 16,0 0-9-16,-4 0-44 16,1 0 14-16,-12 1-52 15,-6-1-57-15</inkml:trace>
  <inkml:trace contextRef="#ctx0" brushRef="#br0" timeOffset="103750.0717">2811 6872 121 0,'0'0'75'15,"-1"39"-20"-15,-1-16-7 16,1-2 12-16,0 0-13 16,0-3-3-16,0 1-21 15,0-2-10-15,1-1-12 16,-2 0 5-16,1-2-6 0,0 1 7 15,-1-2 8 1,2 0-2-16,-1 1-12 0,1-2 11 16,0 1-12-16,0 0-9 15,0-1-15 1,4 2-38-16,1-2-18 0,1 4-13 16,1-4 69-16,-2-2-5 0</inkml:trace>
  <inkml:trace contextRef="#ctx0" brushRef="#br0" timeOffset="104030.2618">2572 7214 136 0,'0'0'62'0,"-58"-2"-62"0</inkml:trace>
  <inkml:trace contextRef="#ctx0" brushRef="#br0" timeOffset="104392.7831">1000 7216 116 0,'0'0'269'0,"0"0"-149"16,-48 1 1-16,31 2 71 15,2 0 0-15,4-1-30 16,5-1-27-16,2 0-25 16,4-1-18-16,0 0-24 15,0 0-18-15,0 0-14 16,0 0-18-16,0 1-18 16,2 0 0-16,8 5-57 15,-2-1-87-15,0 0-212 0</inkml:trace>
  <inkml:trace contextRef="#ctx0" brushRef="#br0" timeOffset="108103.8134">1106 2667 398 0,'0'0'288'15,"0"0"-145"-15,0 0-4 16,0 0-70-16,0 0-40 0,0 0-21 16,0 0-7-16,4 3 11 15,6 4-1-15,2 2-1 16,2 2 2-16,3 1 2 16,3 2 7-16,2 2-1 15,3 1 0-15,1 1-7 16,2 3-1-16,-1 1-1 15,0 3-1-15,-2 2-8 16,-2 1 4-16,-3 1-5 16,0-1 0-16,0-1 1 15,-1-1-2-15,-1-1 2 16,0 2 5-16,0-2-7 16,-1 1 0-16,0 0 1 15,-2 1 1-15,2-1-1 16,0-1-1-16,-1 1 1 0,0 0 1 15,1-1-2-15,-1 1 0 16,0 1 0-16,0 0 0 16,0-1-2-16,1 1 2 15,-1-1-2-15,-1-1-7 16,1 0 8-16,0-1-6 16,-2 1 1-16,1 0 5 15,0 1 1-15,0 2 1 16,2 0-1-16,-1 2 2 15,-1-2-1-15,0 1-1 16,1 0 0-16,-1-1 0 0,1 1 0 16,0 0-1-16,1-1 1 15,-1 1 0-15,0 0-1 16,1-1 1-16,-1-1-2 16,0-1-9-16,0 0-17 15,-1-1-2-15,0 2 10 16,-1-1 10-16,2-1 2 15,-2-1 1-15,1 1 6 16,0-2 0-16,1 0-9 16,1 0 8-16,-1-1 1 15,1 1-7-15,0 0 7 16,1 1 1-16,1 1 0 16,-1 0 0-16,2 2 0 15,0-1 0-15,0 0 1 0,2 0 0 16,-1-2-1-16,1-2 1 15,0 0 0-15,-1 0 0 16,1-1-1-16,-1-1 2 16,0 1-1-16,0-2-1 15,-2 0 1-15,0 1 1 16,-1-1-1-16,-1-1-1 16,-1 0 2-16,-2-1-1 15,-1-1 0-15,0-1-1 16,-3-2 1-16,0 0 0 15,-3-1 0-15,0-2 1 16,-2-2-2-16,-3-1 7 16,0-2-1-16,-2-3-5 0,0 0 8 15,0-2-2-15,0 0-7 16,-4 0-221-16</inkml:trace>
  <inkml:trace contextRef="#ctx0" brushRef="#br0" timeOffset="109754.7107">1227 5033 196 0,'0'0'246'15,"0"0"-26"-15,0 0-7 16,0 0-72-16,0 0-70 15,0 0-39-15,0 0 30 16,-1 11 12-16,9-1-25 16,5 2-21-16,1 2-5 15,3 2-6-15,2 1-5 0,1 1 0 16,-3 0-1-16,0 1-9 16,0 1 8-16,0 1 0 15,-1 0 4-15,2 1-2 16,0 0-3-16,3 0-3 15,-1-1 2-15,0 0-6 16,0 0 4-16,0-1-6 16,0-1 1-16,0 0 1 15,1-1 0-15,-1 1-1 16,1 0 0-16,0-1-1 16,0 1 1-16,-1 0-1 15,0-1 0-15,0 0 0 16,-2 0 1-16,2-1-1 15,0 1 1-15,-1 1 0 16,0-2 0-16,-2 2-1 0,2 0 1 16,-2-1-1-16,0-1 1 15,-2 2 4-15,-1-1-3 16,-1-1-2-16,-2 0 1 16,1 1 0-16,-2-2-1 15,0 2-1-15,-1-2 0 16,-1 0 0-16,1 1 1 15,0-1 1-15,-1 1-1 16,1 0 0-16,0 0 0 16,0 0-1-16,0 2 0 15,1 0-2-15,0 0 2 16,3-2 0-16,-1 1 0 0,2-2-1 16,0 0-9-1,1 0 0-15,1 0 1 0,-1 0-1 16,2 2 10-16,-2 0 1 15,1 1-1-15,0 1 1 16,-1 0 0-16,-1 1 0 16,1 1-1-16,-1-1 1 15,1 1 0-15,1-1 0 16,-1 2-6-16,1-2 6 16,2 1 1-16,0 0 0 15,-1 1-1-15,3-1 0 16,-3 2 0-16,2-1 0 15,0 1 0-15,-2-2 1 0,-1-1-1 16,0 0 0 0,-2-2 1-16,1 0-1 0,-1 0 0 15,0 0 0-15,0-1 0 16,-1 0 0-16,2-1 0 16,-1 1 1-16,0-2 0 15,1 1 0-15,0-1 1 16,0 0-1-16,-1 1 0 15,2-2 1-15,0 1-1 16,-1-1 5-16,1 0-5 16,-1 0 1-16,1 0-2 15,1 0 1-15,-2 0 14 16,0 0-7-16,2 2 5 0,-1 0-5 16,1 1 0-1,-3 0-7-15,2 0 0 0,-3-1 1 16,0-3 4-16,-2 0-5 15,-2-2 6-15,-2-1-5 16,-1-2-1-16,-1-1 0 16,-2-2 0-16,-2-2 8 15,0-2-8-15,0 0 0 16,-1-1 0-16,0-1-1 16,0 0-16-16,-5 1-130 15,-2-1-1074-15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17:04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10346 5213 103 0,'0'0'1028'15,"0"0"-715"-15,0 0-4 0,0 0-26 16,0 0-5-16,-12-4-23 16,12 4-76-16,8 0-51 15,9 1 11-15,13 2 0 16,14 1-49-16,14-3-30 16,4 0-12-16,-3-1-11 15,-15 0-16-15,-13 0-12 16,-10 0-7-16,-4 0-1 15,-2-1 6-15,-1 0-7 16,-4-2-53-16,-5 1-62 16,-5-3-102-16,-6 1-359 15,-2-2-243-15</inkml:trace>
  <inkml:trace contextRef="#ctx0" brushRef="#br0" timeOffset="325.823">10633 5055 1480 0,'0'0'374'0,"0"0"-55"15,0 0-142-15,0 0-21 16,0 0 8-16,0 0 1 16,0 0-27-16,40 48-37 15,-21-27-24-15,1-1-25 16,-1 0-17-16,-1 0-7 15,-5-1-14-15,-1-1 4 0,-7-1-5 16,-3-1-4 0,-2 0 3-16,-8 0 4 0,-9 0-2 15,-3 0 5-15,-4-1-7 16,-1 1-1-16,1-2-1 16,-1-2-9-16,3 0 0 15,1-3 0-15,1 2-1 16,-1 4-15-16,5-2-136 15,4-4-537-15</inkml:trace>
  <inkml:trace contextRef="#ctx0" brushRef="#br0" timeOffset="1121.6164">10498 8128 370 0,'0'0'690'16,"0"0"-317"-16,0 0-6 15,0 0-37-15,0 0-49 16,0 0 12-16,-20 0-77 16,22 1-63-16,8 1-24 0,7 3-12 15,12-1-2-15,13 2-16 16,9-1-24-16,-2 0-26 16,-9-2-17-16,-13 0-17 15,-8-2-2-15,0 1-12 16,-1 0 5-16,-1 0-6 15,-8-1 0-15,-5-1-48 16,-4 0-48-16,-1 0-69 16,-17 0-106-16,0-4-348 15,-1-1-196-15</inkml:trace>
  <inkml:trace contextRef="#ctx0" brushRef="#br0" timeOffset="1482.4485">10667 8042 1209 0,'0'0'999'16,"0"0"-725"-16,0 0-34 15,0 0-80-15,0 0 3 16,0 0-53-16,0 0-32 16,46 29-7-16,-27-14-19 15,-2 1-6-15,-1-3-5 16,-2 2-11-16,-2-1-9 15,-3 0-3-15,-4-1 0 16,-4 1-6-16,-1 2 4 16,-1 0 14-16,-9 3 5 0,-3-1-5 15,-2-1-5-15,-3 1 5 16,0 0-16-16,-1-3-1 16,0-1-2-16,3-1 2 15,2-2-13-15,3-4 1 16,3-2 0-16,1-5 7 15,0 0-8-15,-3 0-71 16,-11 4-113-16,2 1-165 16,-3 0-686-16</inkml:trace>
  <inkml:trace contextRef="#ctx0" brushRef="#br0" timeOffset="25284.5153">5752 3597 1182 0,'0'0'286'0,"0"0"-30"0,0 0 13 16,0 0-57-16,0 0-70 15,-3 29-71-15,3 31 5 16,0 39 151-16,0 19-21 16,0 11-53-16,0-6-54 15,0-11-30-15,0-3-30 16,0-8-18-16,0-9-21 15,0-13 1-15,0-14 4 16,0-16-5-16,-2-16-45 16,-2-12-8-16,1-6-29 15,-1-3-29-15,-2-5-50 16,1-7-69-16,-3-23-66 16,1-7-240-16,0-9-135 0</inkml:trace>
  <inkml:trace contextRef="#ctx0" brushRef="#br0" timeOffset="26056.9794">5607 3625 1655 0,'0'0'244'0,"0"0"-157"0,34-34-19 16,9 14-10-16,38-3 33 16,28-3 17-16,26 1-22 15,19-3-12-15,6 2-14 16,11 1-19-16,6 0-3 16,-2 2-28-16,-7 3 3 15,-10 3 1-15,-15 3-13 16,-15 2-1-16,-19 2 6 15,-17 1-6-15,-18 1 0 16,-19 2 1-16,-17 0-1 16,-16 4 1-16,-9 0 13 15,-1 0 36-15,-4 1 19 16,-1 1 7-16,-4 3-22 0,-1 9-15 16,0 15 1-16,1 19 17 15,2 23 9-15,2 13 4 16,0 8-7-16,2 1-10 15,-1 1-10-15,2 4 0 16,-1 1-3-16,1 0-40 16,-1-2 0-16,-1-5 12 15,0-4-1-15,-2-7-4 16,0-9-7-16,-3-10 0 16,-1-9 0-16,-2-15 0 15,0-8 1-15,-5-9 0 16,-2-5-1-16,-3 0 0 15,-4-1 0-15,-6-1 0 16,-12-5 0-16,-18-4 0 16,-29-3-5-16,-20-3-3 0,-20-6-1 15,-16-3 9-15,-10 1 1 16,-17-1-1-16,-10 3-3 16,-5 2 3-16,-1 5 0 15,4 2-9-15,6 5 7 16,9 6 2-16,6 5-1 15,11 1 2-15,10 1-1 16,16 0 6-16,16-4-6 16,19-2 0-16,25-4-7 15,23-3 7-15,18-4 1 16,10-1 5-16,5 0-6 16,0-5-56-16,8-5-63 15,23-16-87-15,-1 3-254 0,-1-2-252 0</inkml:trace>
  <inkml:trace contextRef="#ctx0" brushRef="#br0" timeOffset="26224.2446">5700 4545 1119 0,'0'0'1253'0,"0"0"-1110"16,0 0-143-16,0 0-54 15,0 0-33-15,-43-2-61 16,33-3-216-16,3-1-1143 0</inkml:trace>
  <inkml:trace contextRef="#ctx0" brushRef="#br0" timeOffset="28052.9225">6652 3453 973 0,'0'0'297'0,"0"0"-193"0,0 0-9 15,0 44 78-15,2-6 11 16,0 13 17-16,1 8-52 15,-2-1-53-15,2-6 0 16,0-7-24-16,0-5 2 16,0-7-31-16,0-6-6 15,-1-8-14-15,-2-3-12 0,0 0-2 16,0-1-3 0,0-2-4-16,-2-3 4 0,-7-5 3 15,-3-2-2-15,-8-1-1 16,-10-2 2-16,-15 0-2 15,-19 0-5-15,-12 0 12 16,-6-2-1-16,1 2 11 16,4 0 4-16,1 0 22 15,-1 5-12-15,1 2 1 16,4 0-18-16,5 2-11 16,12-1-3-16,14-1 2 15,11-2-7-15,9-1 10 16,4 0-11-16,1 1 1 15,0-1-1-15,4-1 1 16,4 0-1-16,5-3 0 0,2 2 0 16,1-2 2-1,0 0-2-15,0 0 0 0,0 0-17 16,0 0-24-16,0 0-55 16,0 0-67-16,10 0-37 15,-1 0-184-15,1-2-409 0</inkml:trace>
  <inkml:trace contextRef="#ctx0" brushRef="#br0" timeOffset="28217.285">5827 4052 1367 0,'0'0'747'0,"0"0"-633"16,0 0-73-16,0 0-41 15,0 0-50-15,0 0-493 16</inkml:trace>
  <inkml:trace contextRef="#ctx0" brushRef="#br0" timeOffset="30239.9432">5955 3611 209 0,'0'0'130'0,"0"0"-130"0,0 0 12 15,0 0 475-15,0 0-196 16,0 0-50-16,0 0-55 15,-1-2-4-15,-4 2-19 16,0 0-44-16,-4 0-40 16,0 2-7-16,-1 5-3 15,0 2-5-15,1 2-12 16,0 3-11-16,3 2-4 16,2 0-7-16,4 0-2 15,0-2-4-15,0 0-11 16,5-2 1-16,4-2-4 15,1-3 6-15,1-1-2 16,0-5 1-16,-1 0-3 16,1-1-11-16,-2-1 16 0,0-5-3 15,-2-2-8-15,-3-3 0 16,-1-1 6-16,-2-1-5 16,-1-1 4-16,0 0-10 15,-7-1 12-15,0 2-13 16,-3 1-10-16,-1 1 9 15,-1 4-24-15,2 1-69 16,1 3-28-16,4 3-94 16,3 2-332-16,2 3-332 0</inkml:trace>
  <inkml:trace contextRef="#ctx0" brushRef="#br0" timeOffset="30710.9625">6112 3627 120 0,'0'0'1038'16,"0"0"-783"-16,0 0-28 0,0 0-15 16,0 0-54-16,0 0-43 15,0 0-28-15,-25 14-15 16,20-3-1-16,1 1 6 16,1 1-17-16,1 0-5 15,2 0-8-15,0-2-1 16,5 0 9-16,3-3-16 15,3-2-4-15,1-2-6 16,1-4 0-16,0 0-4 16,0-2-7-16,0-6-6 15,-1-2-6-15,-3-2 4 16,-3-1-2-16,-3-1-2 16,-3-2 7-16,0 1-7 0,-5 0-5 15,-5 2-1 1,-4 5 0-16,-3 3-58 0,-19 5-165 15,4 8-129-15,-4 1-573 0</inkml:trace>
  <inkml:trace contextRef="#ctx0" brushRef="#br0" timeOffset="33965.7568">5817 4092 614 0,'0'0'286'16,"0"0"-117"-16,0 0-43 16,0 0-4-16,48-15 0 15,-16 11-5-15,17-3 0 16,21-2 8-16,11-1-13 16,5-1-32-16,-2 0-27 0,-8 2-24 15,0-1-4-15,-5 1-16 16,-7 2-2-16,-15 2-6 15,-14 1 1-15,-13 3-1 16,-6-1-1-16,-2 1 0 16,-2 0 1-16,0 0 0 15,-7 0 0-15,-3 1 0 16,-1 0 5-16,0 0-3 16,-1 0 4-16,1 0 8 15,1 0-3-15,4 7 4 16,0 6 17-16,4 6 33 15,4 9 21-15,3 11-12 16,5 10-9-16,1 6 12 0,-1 0 14 16,-2-3-11-16,-3-6-22 15,-3-1-29-15,-1-4 3 16,-3-2-11-16,-3-8-8 16,-2-8-4-16,-2-6-1 15,-2-5-3-15,-1-1-5 16,0 0 5-16,-1-1 0 15,-6-3 2-15,-2-2-2 16,-5-3 0-16,-4 0 0 16,-5-1-5-16,-11-1 0 0,-16 0 4 15,-19 1-5-15,-16 1-2 16,-8 2-4-16,-5 1 6 16,3 1 5-16,-1 0-4 15,2 2 1-15,3-2-2 16,3 0 0-16,11 0 0 15,7-2 1-15,9 0 1 16,10-3-1-16,12 0 5 16,11-1-5-16,12 0 0 15,6 0 1-15,2 0-1 16,3 0 8-16,1 0-8 16,3 0-1-16,1 0 1 15,0 0-2-15,0 0 0 16,0 0-41-16,0 0-88 15,5-2-123-15,3-1-207 0,2-3-317 0</inkml:trace>
  <inkml:trace contextRef="#ctx0" brushRef="#br0" timeOffset="34490.5708">6016 4214 535 0,'0'0'695'16,"0"0"-447"-16,0 0 20 15,0 0-66-15,-44 2-24 16,31 7-44-16,1 4-26 16,1 2-13-16,2 1-15 15,5 3 0-15,4-1-29 16,0 0-17-16,6-2-19 15,7-4 9-15,2-2 2 16,3-6-15-16,0-4-10 0,0 0 38 16,-2-8-26-16,-2-4-1 15,-3-4-2-15,-4-2-10 16,-4-1-6-16,-3-2-2 16,0 0-13-16,-6 1-7 15,-3 1-24-15,0 5 4 16,-2 3-27-16,1 6 10 15,3 5-14-15,1 0-56 16,3 9-98-16,6 10-76 16,6-2-178-16,4-3-592 0</inkml:trace>
  <inkml:trace contextRef="#ctx0" brushRef="#br0" timeOffset="34827.8059">6257 4196 1513 0,'0'0'293'0,"0"0"-56"0,0 0-54 16,0 0-83-16,0 0 0 16,-22 37-5-16,22-18 27 15,0 1-28-15,7-1-36 16,2-3-15-16,3-2 1 15,2-5-10-15,-1-3 0 16,1-6 26-16,0 0-2 0,0-7-2 16,-3-5-25-16,-1-6-4 15,-3-2-7-15,-3-3-7 16,-4-3-10-16,-1-1-3 16,-8 3 0-16,-5 4-2 15,-5 8-17-15,-10 10-29 16,-25 15-105-16,4 6-202 15,-3 5-591-15</inkml:trace>
  <inkml:trace contextRef="#ctx0" brushRef="#br0" timeOffset="45076.0023">1185 2671 165 0,'0'0'995'16,"0"0"-746"-16,0 0-117 16,0 0-53-16,0 0-5 15,0 0 8-15,7 7 17 16,4-4 1-16,2 0-20 15,6 1-3-15,2-2 10 16,5-1-7-16,3-1-8 16,3 0 1-16,-1 0-15 15,2 0-5-15,0 0-6 16,8 0 5-16,5 0-3 0,-5 0-6 16,-2 0-3-16,-6 0-5 15,-6 0-7-15,6 0-8 16,4 0-8-16,1 0 7 15,-1 0-7-15,0 0 1 16,2 0 2-16,4 0 9 16,9 0 0-16,7 0 15 15,1 0-6-15,-5 0 0 16,-12 0-3-16,-14 0-5 16,-6 0-2-16,-2 0 10 15,5 0 0-15,1 0 1 16,6 0 1-16,-1 0-3 15,-2 0 3-15,0 0-1 0,-3 0-2 16,-1 0-11-16,-4 0-6 16,-2 0-2-16,-5 0-2 15,-3 0-10-15,-2 1 7 16,-3-1-7-16,-4 0 0 16,0 0-1-16,-3 2-20 15,0-1-43-15,-1 4-80 16,-13 3-112-16,0-1-409 15,1-3-869-15</inkml:trace>
  <inkml:trace contextRef="#ctx0" brushRef="#br0" timeOffset="46548.2287">4141 2664 192 0,'0'0'613'0,"0"0"-359"0,0 0-60 16,0 0-33-16,0 0-20 15,0 0-19-15,0 0-46 16,6 0-12-16,2 0 24 15,5 0 0-15,3 3-7 16,4-1-5-16,4 1 1 16,4 0-11-16,0 0-6 15,3 0-6-15,1 0-12 16,1-1-6-16,2 1 5 16,-1-1 2-16,3-1-5 15,-2-1 2-15,0 1-12 0,-1 0 3 16,-1 0-2-16,-1-1-7 15,-2 0-1-15,0 0 9 16,1 0-14-16,-1 2-2 16,0-2 4-16,-2 1 6 15,1 0-7-15,0 0 1 16,0-1-4-16,0 1 5 16,2 0-2-16,0 0-5 15,-1-1-12-15,2 1 18 16,-1 0-9-16,0 0-1 15,0 0-2-15,-1-1-6 16,0 1-1-16,-2 0 1 16,1 1 0-16,-1-1 10 0,1 0-8 15,-1 1 4-15,0-1-5 16,-1 1 6-16,2-1 3 16,-2 1-9-16,2-2 10 15,0 1-2-15,1 0 3 16,0-1 1-16,0 0-7 15,0 0 6-15,1 0 5 16,0 0 2-16,-1 0 1 16,1 0-11-16,-1-1 13 15,1-2-5-15,-1 0-8 16,2 1 6-16,1-1-3 16,0 0 3-16,0 0 3 15,0 0-6-15,-1 0-5 16,1-1 10-16,-1 2 6 0,3 0-2 15,-2-1-1-15,1 1-10 16,-2 0 16-16,0 1-4 16,-4-1-7-16,-2 0 0 15,-3 1-6-15,-1 0 11 16,-4 1-8-16,0 0 6 16,-3 0 6-16,0 0 3 15,-1-1 4-15,-1 1-2 16,0-1-1-16,-2 0-2 15,0 0-8-15,-1 0 0 16,-3-1-6-16,-1 1-2 0,-2 1-2 16,-2-1-7-1,-1 0 0-15,-1 1-1 0,0 0-8 16,0 0-44-16,-2 0-46 16,-12 0-97-16,0 0-167 15,2 0-503-15</inkml:trace>
  <inkml:trace contextRef="#ctx0" brushRef="#br0" timeOffset="48341.5589">8104 2664 955 0,'0'0'221'16,"0"0"-74"-16,0 0-15 15,0 0-10-15,0 0 9 16,0 0-36-16,0 0-34 16,11 9 42-16,3-4 18 15,2 1-10-15,5 0-27 16,5-1-8-16,4 0-13 0,2 0-3 16,4-2-14-1,5 0-5-15,8-1-15 0,9-2-5 16,4 0 11-16,-3 0-6 15,-5 0-4-15,-7 0-3 16,-2 0-4-16,-2 0-4 16,-2 0-10-16,-2 0-1 15,-5 0 6-15,-7 0 2 16,-5 0 1-16,0 0 1 16,3 0 8-16,4 2 15 15,6-1-18-15,-2-1 7 16,2 2-8-16,-2-1 3 15,1 1-11-15,-1 0 11 16,1-1-11-16,-2 2-5 0,2-2-1 16,-2 2 1-16,1-1 7 15,0 0-1-15,0-1 1 16,0 0 4-16,-1 0-6 16,-1 0 9-16,-2-1-6 15,-2 0 3-15,-1 1-2 16,0 0-2-16,-1 0 11 15,0 1-7-15,0-1-2 16,1 1 4-16,-1-2-4 16,1 1 11-16,0 0-13 15,1 1-8-15,1-1 19 0,0 0 7 16,1 0-16 0,1 0 5-16,-1 0 5 0,2 1-10 15,0 0 4-15,0-1 1 16,0 1 7-16,0-1-5 15,-1 0-5-15,0 0 3 16,-1 1 10-16,-1-1-15 16,0-1 11-16,-1 2 2 15,2-2-8-15,1 1 4 16,2 0-2-16,2 0-8 16,0-1 3-16,0 2 0 15,0-2 1-15,-1 0 1 16,-3 1 2-16,-1-1 7 15,-2 0-1-15,-3 0 2 16,-2 0 0-16,-3 0 8 0,-3 0-13 16,-5-1 2-16,0-1 3 15,-4 1 5-15,0-1-13 16,-2 1-10-16,0 0 9 16,-2 0-15-16,-1-1 1 15,-2 2 5-15,0-1-6 16,0 0-18-16,-3-1-45 15,-24-4-108-15,-1 2-160 16,-5-3-528-16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21:58.3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10215 1227 49 0,'0'0'10'0,"0"0"60"15,0 0-48 1,0 0-21-16,0 0 6 0,0 0-7 16,1-2-1-16,-1 2 0 15,1 0 1-15,0 0 0 16,-1-1 6-16,0 1 40 15,0-1 45-15,0 0 6 16,1 1 8-16,1 0-72 16,-1 0-24-16,2-2 502 15,-1-1-239-15,-1-2-65 16,0 0-34-16,-1 2-94 16,0 2-21-16,0-1-2 15,0 2-12-15,0 0-12 16,0 0-13-16,0 0-14 15,0 6-5-15,0 7 0 0,0 4 12 16,0 4 47-16,2 1 13 16,-2 1-12-16,1-2-17 15,0 0-15-15,-1-3-26 16,0-3-1-16,0-3 9 16,0-2-3-16,0-5-7 15,-3-1-16-15,-2-2 8 16,-2-2-1-16,-2 0 9 15,-2-1-50-15,0-5-13 16,-1-1-30-16,2 0 4 16,1 1 76-16,2-1 13 15,1 2 0-15,2 2 10 16,1 0 41-16,2 1 24 0,1 1-16 16,0 1-17-1,0 0-25-15,0 0-10 0,2 3 2 16,4 2-8-16,4 3 30 15,3 0 15-15,1 0-18 16,2 1-4-16,1-1-13 16,0-1 3-16,-1 0-8 15,-2-3-6-15,-2 1 0 16,-3-3-1-16,-2-2-9 16,-1 0-27-16,-2 0-8 15,-1-3-5-15,0-4-37 16,0-2-7-16,-2-1 28 15,0-2 37-15,-1 3 21 16,0-1 8-16,0 3 7 0,0 3 19 16,0 2 62-16,0 2-37 15,-2 2-37-15,0 7-13 16,-2 3 18-16,0 3 14 16,0 0-7-16,-1 2-3 15,1-3-16-15,1 0-7 16,-1-1-1-16,1-1-9 15,-1 0-111-15,1-4-410 16,0-3-679-16</inkml:trace>
  <inkml:trace contextRef="#ctx0" brushRef="#br0" timeOffset="7380.1191">13811 1761 1795 0,'0'0'319'0,"0"0"-165"15,0 0 26-15,0 0 26 16,0 0-27-16,0 0-63 16,19-2-16-16,1-2-26 0,6-2-23 15,11-3-17 1,12-3-8-16,9-3-10 0,-4 3-7 16,-11 1-7-16,-15 3 4 15,-13 4-6-15,-1-2-35 16,-4 2-65-16,-5-1-93 15,-11 1-104-15,-9 1-262 16,-4 2-136-16</inkml:trace>
  <inkml:trace contextRef="#ctx0" brushRef="#br0" timeOffset="7729.8596">13862 1615 548 0,'0'0'1069'0,"0"0"-775"16,0 0 57-16,0 0-83 0,0 0-34 15,0 0-67-15,0 0-56 16,0-6-48-16,-6 20-39 16,-4 5 51-16,-2 7 3 15,-2 2-20-15,-1 1-15 16,2-2-2-16,5-2-7 15,3-2-1-15,5-3-4 16,2-4-8-16,12-3 0 16,15-2 3-16,20-8 16 15,20-3-4-15,9-6-13 16,-3-7-11-16,-12-1-5 0,-21 3 1 16,-14 2-8-1,-13 3-10-15,-9 1-89 0,-12 2-117 16,-8 1-375-16,-9 0-1016 0</inkml:trace>
  <inkml:trace contextRef="#ctx0" brushRef="#br0" timeOffset="82408.0499">12350 4036 1350 0,'0'0'513'16,"0"0"-282"-16,0 0 5 16,0 0 70-16,49-4-52 15,-2-2-78-15,21-1-47 16,9-1-30-16,2-1-20 16,-6 3-10-16,-11-1-13 15,-9 2-25-15,-12-1-17 16,-13 2-8-16,-12 2-5 0,-9 0 7 15,-3 1-8-15,-4-1-26 16,-5 1-58-16,-20 0-125 16,-25 1-302-16,3 0-134 15,-4 0-591-15</inkml:trace>
  <inkml:trace contextRef="#ctx0" brushRef="#br0" timeOffset="82849.3734">12430 3885 378 0,'0'0'1004'0,"0"0"-711"15,0 0-22-15,0 0-17 16,0 0-37-16,-13-37-29 15,12 34-44-15,-1 1 2 16,1 1-36-16,1 1-27 16,-2 0-24-16,-1 0-20 15,-2 6-17-15,-5 5-10 16,-3 5 5-16,-2 5 13 16,-2 3-12-16,0 0 3 15,1-1 5-15,4-2 3 0,2-3-4 16,3-4-2-16,4-3-2 15,3-3-3-15,0-2-6 16,2-2 0-16,7-1-2 16,5 0 11-16,7-2 3 15,5 0 5-15,5-1-13 16,3 0 2-16,0 0-12 16,-2-1-5-16,-3 0-1 15,-6 1-15-15,-2 3-93 16,-7 4-183-16,-4 1-534 0</inkml:trace>
  <inkml:trace contextRef="#ctx0" brushRef="#br0" timeOffset="84014.0167">12848 4553 1007 0,'0'0'269'16,"0"0"-28"-16,0 0 22 15,0 0-4-15,0 0-60 16,0 0-29-16,0 0 0 15,10 6 34-15,30-6-22 16,22-6-29-16,14-4-36 0,7-2-27 16,0-3 2-1,-7 1-20-15,-5 2-13 0,-8-1-22 16,-16 5-13 0,-16 3-13-16,-13 2-10 0,-9 0 5 15,-4 2-5-15,-3-1 1 16,-2 0-2-16,-13 1-32 15,-20-1-84-15,-20 2-60 16,-10 0-83-16,10 0-285 16,7 0-237-16</inkml:trace>
  <inkml:trace contextRef="#ctx0" brushRef="#br0" timeOffset="84444.1699">12963 4417 327 0,'0'0'1055'0,"0"0"-726"0,0 0-26 16,0 0-53-16,0 0-3 16,0 0-26-16,0 0-56 15,-14-27-21-15,8 27-39 16,-3 1-41-16,-5 8-16 15,-3 5 0-15,-4 5 7 16,0 5 10-16,1 3-10 16,3 0-8-16,3-1-5 0,6-2-9 15,4-2-8-15,4-3-2 16,0-2-4-16,7-3-2 16,5-3 1-16,6-3 10 15,12-4 13-15,14-4 13 16,13-3 1-16,6-10-7 15,-3-2-12-15,-6 0-9 16,-16 3-9-16,-11 5-12 16,-11 3 2-16,-7 2-7 15,-2 1-1-15,-6 1-66 16,-1 0-78-16,-24 13-95 16,-2 1-254-16,-6 1-699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22:23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602 2828 335 0,'0'0'1055'15,"0"0"-876"-15,0 0-82 16,0 0 83-16,0 0-7 0,0 0-38 16,-5-17-49-16,5 23-49 15,2 7-15-15,7 7 76 16,0 4 20-16,2 3-27 15,1-3-18-15,-1-2 17 16,0-6-16-16,2-4-11 16,0-8 15-16,4-4-4 15,5-2 10-15,9-18 3 16,14-16-4-16,11-13-28 16,1-6-19-16,-7 2-14 15,-11 6-10-15,-12 7-3 16,-6 8-9-16,-5 5 0 0,-5 8-45 15,-4 5-4-15,1 1 0 16,-1 2 4-16,-2 3 0 16,-5 8-8-16,0 6-173 15,-21 34-302-15,-2-2-20 16,-9 6-596-16</inkml:trace>
  <inkml:trace contextRef="#ctx0" brushRef="#br0" timeOffset="2674.6555">4049 2684 1101 0,'0'0'243'0,"0"0"-1"15,0 0-48 1,0 0-39-16,0 0-35 0,0 0-24 16,0-3-27-16,0 3-21 15,0 0-16-15,0 0-10 16,3 0-1-16,4 2 16 15,3 1 11-15,3 2 5 16,1-1 7-16,2 1-4 16,1 0-10-16,2-1-2 15,0 1-6-15,1 0 0 16,1 0-4-16,1-1-1 16,-1 0-2-16,0 0 5 15,0-1-5-15,-1-1-4 16,0 1-6-16,-1-2-1 15,-1 1-2-15,0-1 1 16,2 2-4-16,-1-2 6 16,1 1-6-16,1 0-3 0,0-1-2 15,2 0 4-15,0 2-4 16,1-2 7-16,1 0-8 16,1 0-3-16,0 1 1 15,-2 0 2-15,0-1-7 16,0 1 5-16,-1 0-6 15,-2 1 5-15,1-2-5 16,-2 0 5-16,-1 0-5 16,-1 0 1-16,1 0 4 15,-3 0 0-15,1 0 3 16,1 0 6-16,1-1-6 0,1 1 3 16,2-1-3-1,1 1 3-15,0 0-3 0,2 0-2 16,1 0-5-16,2 1 7 15,0-1 4-15,1 1-1 16,-1-1-12-16,1 1 6 16,-1-1 3-16,1 0-2 15,1-1 13-15,0 0-4 16,-1 0-2-16,1 0 2 16,-1 0-2-16,-2 0 1 15,2 0 3-15,-2 1-6 16,-1-1 3-16,-2 1 1 15,-1-1-1-15,0 1 5 0,-2 0 1 16,-1-1 4 0,0 1-4-16,-1 0 11 0,0 0-2 15,-2-1-6-15,-1 1 0 16,-2-1-5-16,-2 0 7 16,0 0-1-16,-2 0 1 15,1 0-10-15,-1 0-4 16,-1 0-1-16,0 0 1 15,-1 0-3-15,-1-1-2 16,-1 0 4-16,-2 0-10 16,-1 1 0-16,-1 0 1 15,-1 0-1-15,-1 0 1 16,0-1-1-16,0 1-1 16,0 0-8-16,-4-2-36 0,-9 0-79 15,-28-2-130-15,2-1-269 16,-6-1-511-16</inkml:trace>
  <inkml:trace contextRef="#ctx0" brushRef="#br0" timeOffset="8903.8679">11087 2771 912 0,'0'0'242'0,"0"0"-79"0,0 0-19 16,0 0-12-16,0 0-14 16,0 0-39-16,4-3-15 15,6 3 7-15,3 0-5 16,4 0-5-16,5 0 11 15,2 1 22-15,4 3-11 16,1 0-31-16,2 0-9 16,2 1-7-16,6 1 2 15,6 1-1-15,8 0-4 0,0-2 1 16,-1 0 1-16,-5-2-7 16,-3-1 6-16,0-2-1 15,2 1-5-15,-1 0 2 16,-3 0-2-16,-1 1-8 15,-1 0-2-15,-2 0 6 16,1-1-6-16,2 1 0 16,-1-1 1-16,1 0 2 15,-2 0 0-15,-5 0-2 16,-6-1 2-16,5 0-7 16,7 0-4-16,4 0 1 15,6 0-1-15,-4 0-1 16,-6 0 0-16,0 0-8 0,1 2 8 15,-1-2-8-15,-6 1 8 16,-6-1-3-16,-5 1 0 16,-1-1 5-16,2 0-4 15,7 0 4-15,3 0-1 16,-1 0 4-16,3 0-4 16,3 0 4-16,8 0 1 15,6 0-2-15,5 0 2 16,-4 0-1-16,-5 0-5 15,-6 0 4-15,-1 0-4 16,-1-1 5-16,0 0-2 16,-7-1 4-16,-5 0 1 0,-6 1-5 15,-1-1 10 1,5-1-1-16,4 0 4 0,5 0-2 16,-1 0-5-16,-1 0-2 15,-1 1-1-15,-4-1 0 16,-1 1-4-16,-5-1-4 15,-1 2 1-15,-3-2-1 16,-2 1 4-16,-3 0-10 16,-1 1 8-16,-2-1-3 15,0 1-4-15,-2-1 5 16,0 1 2-16,-1 0-7 16,0 0-1-16,-1 0 0 15,-1 1 5-15,0-1-6 0,-1 1 1 16,0-1-1-16,-1 1 0 15,-1 0 1 1,-2 0-1-16,0 0-1 0,-1 0 1 16,1 0 0-16,-1 0-2 15,0 0-7-15,0 0-3 16,-1 0-3-16,-7-2-45 16,-32-7-97-16,2-1-423 15,-9-3-617-15</inkml:trace>
  <inkml:trace contextRef="#ctx0" brushRef="#br0" timeOffset="11985.3716">1917 3185 1001 0,'0'0'278'0,"0"0"-197"0,0 0-55 16,0 0 5-16,0 0 88 15,0 0 32-15,43 0-22 16,-25 1-47-16,2 0-12 16,2 0 5-16,2 0-14 15,0 1-3-15,3-1 2 16,1 0-9-16,3 1-8 16,2-1 5-16,6-1 16 15,8 0-13-15,6 0-16 0,2 0-9 16,-3 0-3-16,-5-1 0 15,-7 0-5-15,-1 1-1 16,0 0-6-16,-1 0-2 16,2 0 0-1,-1 3-2-15,0 0 8 0,-6 0-7 16,-6-1 2-16,-5 1 5 16,-2-1-5-16,3 1-1 15,4-1-8-15,2 1 6 16,-1-1 1-16,3-1 2 15,-1 0 5-15,-1-1 1 16,2 0-1-16,1 0-4 16,0 0 1-16,1 0 0 15,0 0-3-15,1 0-8 16,0 0 7-16,-1 0 1 0,2 0-3 16,-4 1 0-1,1 3-6-15,-3-1 0 0,-1 2 0 16,1-2 1-16,0 2 1 15,-1-2 5-15,4 1 1 16,0-2 3-16,1 0 1 16,0-1 2-16,0 1 1 15,-2-1-2-15,1 0-2 16,-2 0-1-16,2 0-1 16,-1-1 5-16,2 1-1 15,1-1 7-15,-2 2-7 16,1-2 0-16,-1 0-4 15,0 1 3-15,-1 0-4 0,0 0-1 16,0-1 2-16,0 2 0 16,-1-1-1-16,-1 0 2 15,1 1 2-15,0-1 12 16,1-1-1-16,1 0 5 16,2 0-8-16,6 0 7 15,-4 0-2-15,1 0 10 16,-1-1-1-16,-4-2-9 15,3 0-4-15,-1 0 11 16,-4-1-7-16,-2 2 1 16,-4-2 1-16,-4 2-2 15,-3 0 2-15,-5-1 2 16,-1 1-5-16,-4 1 1 16,-2 0 5-16,-2 0-10 15,0 0-7-15,-1 1-4 0,-1-1 2 16,1 1-10-16,-2-1 0 15,0 1-1-15,0-1 0 16,0 1-27-16,-2-1-49 16,-15-4-115-16,-1 1-173 15,0-2-633-15</inkml:trace>
  <inkml:trace contextRef="#ctx0" brushRef="#br0" timeOffset="14407.5418">6113 3261 1230 0,'0'0'238'0,"0"0"-62"15,0 0-45-15,0 0-34 16,0 0-30-16,0 0-11 15,0 0 10-15,27 1-10 16,-9 3-2-16,2 0 14 16,4 1-9-16,3 0 17 15,1 0-21-15,3 0-11 0,1-1-8 16,0 1 6 0,8-1 1-16,6 1-9 0,7 0-7 15,3-1 1-15,-2-1 3 16,-4 0-4-16,-6-1-3 15,1 1 0-15,1-1-9 16,-1 0 1-16,-1 0-2 16,-2 0-2-16,-1 0-2 15,-1-1-1-15,1 1 0 16,-1-1-1-16,0 0 6 16,-6 0 1-16,-6-1-1 15,-6 0 5-15,1 0 1 16,1 0-5-16,7 1-3 15,2 0-3-15,0 0 6 16,0 1-8-16,-2 0 5 0,-1 0 0 16,0 0-3-1,-2 0-2-15,1 1 5 0,-1-2 0 16,1 2-4-16,-1-1 4 16,1 1-3-16,1-2 4 15,0 1-2-15,0 0-1 16,1-1 4-16,0 1-5 15,1-1 3-15,0 0 0 16,1-1 1-16,0 0-2 16,0 0 4-16,0 0-5 15,0 0 8-15,0 0-4 16,-1 0-4-16,-1 0-2 0,0 0 4 16,0 0 4-16,0-1 0 15,2 0-1 1,0-1 3-16,2 0 2 0,0 0-1 15,1 0-2-15,-1-2-2 16,1 1-5-16,-3 1 4 16,2-1-4-16,-1 0 10 15,0 1-7-15,0-1-2 16,-1 0-2-16,-2 1 3 16,0-1-2-16,-1 0 1 15,-3 0-1-15,-1 0 5 16,-1 1 3-16,-2-1 2 15,-1-1-4-15,-1 1-2 0,-1 0 2 16,1 0 4 0,0 0-1-16,1 0-1 0,-2 1-1 15,0-1 2-15,-2 0 1 16,-2 1 2-16,-1-1 4 16,-3 1-8-16,0-1-6 15,-2 1-6-15,-2 0 0 16,-1 1-5-16,-3-1 5 15,0 2-6-15,-2-1 1 16,-1 1 0-16,0 0-1 16,-1 0 1-16,0 0-1 15,0 0 0-15,0-1 0 16,0 0-18-16,-7-1-53 16,-7-1-50-16,-28-5-136 15,1 2-287-15,-5-3-564 0</inkml:trace>
  <inkml:trace contextRef="#ctx0" brushRef="#br0" timeOffset="27854.9152">3608 4429 1026 0,'0'0'216'15,"0"0"-57"-15,0 0 52 16,0 0 20-16,0 0-31 0,0 0-35 15,0 0-45-15,-4 0-34 16,4 0-15-16,3 4-4 16,5 3 15-16,4 1-5 15,5 1-5-15,5 1-11 16,10-1-12-16,11-1-10 16,9-2-1-16,-4-3-13 15,-8-3-10-15,-13 0-6 16,-8 0-7-16,1 0-1 15,0 0-1-15,-1-1-17 16,-9 0-107-16,-5 0-97 16,-9-1-73-16,-7 0-357 15,-7 1-449-15</inkml:trace>
  <inkml:trace contextRef="#ctx0" brushRef="#br0" timeOffset="28087.4754">3598 4539 127 0,'0'0'1853'16,"0"0"-1623"-16,0 0-130 15,0 0 38-15,62 0 67 16,-19 0-39-16,13-2-35 16,1 0-48-16,-1 0-37 15,-13 1-25-15,-14 0-9 16,-7 1-3-16,-3 0-9 15,0 0-5-15,-2 0-58 0,-7 0-170 16,-7 3-224-16,-3 0-442 16</inkml:trace>
  <inkml:trace contextRef="#ctx0" brushRef="#br0" timeOffset="29710.5197">6593 4484 970 0,'0'0'381'0,"0"0"-143"16,0 0-9-16,0 0-37 15,0 0 5-15,0 0-39 16,0 0-50-16,18 3 5 16,4 3 11-16,12 0-33 0,12 1-24 15,10-2-18-15,3-1-4 16,-6-3-16-16,-12-1-17 16,-13 0-11-16,-8 0 0 15,-3 0-1-15,-2-3-11 16,-1 1-99-16,-5 0-99 15,-7 0-32-15,-10-2-89 16,-6 2-328-16,-6-1-248 0</inkml:trace>
  <inkml:trace contextRef="#ctx0" brushRef="#br0" timeOffset="29934.3894">6644 4572 1154 0,'0'0'165'0,"0"0"-85"15,0 0 123-15,0 0 12 0,47 33 4 16,-6-29-12-16,15-4-28 16,5 0-57-16,-3-6 0 15,-9-1-21-15,-13 1-35 16,-8 1-21-16,-7 1-25 16,-4 1-17-16,-1 0-3 15,-1 1-23-15,-2 0-112 16,-13 1-97-16,0 0-374 15,-8 1-673-15</inkml:trace>
  <inkml:trace contextRef="#ctx0" brushRef="#br0" timeOffset="48448.7796">2747 4961 1155 0,'0'0'235'0,"0"0"-3"16,0 0-38-16,0 0-28 15,0 0-40-15,0 0-38 16,3 2-40-16,8 2-6 15,5-1 35-15,4 1 2 16,3 1-9-16,3-1 0 0,2 1-5 16,0-2-7-16,3 2-13 15,7-2-6-15,-4 0-2 16,3 0 5-16,-1-1-8 16,-2 0-13-16,1 1-4 15,1-2-5-15,-1 1 0 16,-1-1-11-16,1 1 13 15,-1 0-5-15,-1-1-8 16,-3 1 5-16,2-1-6 16,-4 1 1-16,1 0 7 15,0 0-8-15,0-1 2 16,0 1 5-16,0-1-1 16,0 1 2-16,-1 1 2 0,1-1 3 15,0 1 2-15,2 0 3 16,-1-1 2-16,1 1-1 15,0-1 2-15,-2-2-1 16,0 1-4-16,0-1 1 16,0 0-2-16,-2 0 1 15,0 0-4-15,1 0-3 16,-1 0-7-16,1 0 5 16,3 0 4-16,-1 0-10 15,1-1 8-15,-1 0-7 0,1 1 7 16,-1 0-8-1,-1 0 8-15,-1 0-3 0,-1-1 2 16,-1 1-7-16,0 0 8 16,0-2-3-16,1 2 1 15,1-1 2-15,0 0 6 16,-1 0-4-16,1 0-2 16,-1 0-2-16,1 0-1 15,-1-1 2-15,1 1-1 16,1 0 4-16,0 0-4 15,-2 0 2-15,0 1-9 16,-1-1 12-16,0 1-2 16,0 0 10-16,1-1-7 15,3 1 2-15,-1 0 2 16,-2 0-7-16,-1-2-1 0,-1 2-1 16,-3-1 10-16,0 0-6 15,-2 0 1-15,-1 0 1 16,-1 0-2-16,-2 0-3 15,-1 1 1-15,-2-2-1 16,-1 0 3-16,0 2-1 16,0-1-5-16,-1-1 0 15,1 2-6-15,-2-1 0 16,1 0 0-16,-2 0 7 16,-3 0-6-16,0 0-1 15,-2 0 0-15,-1 1-1 16,-2-1-18-16,-1 0-17 15,-31 0-86-15,-1-2-352 16,-12 0-946-16</inkml:trace>
  <inkml:trace contextRef="#ctx0" brushRef="#br0" timeOffset="50722.3905">6326 4896 126 0,'0'0'140'0,"0"0"-140"0,0 0 519 16,0 0-350-16,0 0-9 16,0 0-37-16,0 0 6 15,-16 12-13-15,16-12-1 16,0 0 0-16,0 2 5 15,0-2-3-15,0 0-7 16,0 1-16-16,5 1-11 16,3 0 5-16,2 1 4 15,3-1 11-15,1 0-12 16,4 1-4-16,1-1-21 16,2 0-14-16,2-1-5 15,0 2-12-15,1-1-6 16,0 0-11-16,1 0 10 0,-2 0-4 15,0 0-16-15,-1 0 19 16,-1 0-12-16,-2-1 2 16,1 0 0-16,-1-1-4 15,0 1-5-15,1-1-1 16,1 0-1-16,-1 0-5 16,3 0 7-16,-1 0 10 15,1 0 0-15,1 0-5 16,1 0-5-16,-1 0-7 15,1 0-1-15,0 0 11 16,-2 0-11-16,-1 0 7 16,0 0-7-16,0 0 0 15,0 0 10-15,1 0 6 16,-1 0-8-16,0 0 5 16,0 0-4-16,-1 0 2 0,-1 0-4 15,2 0-1-15,0 0 3 16,1 0-1-16,0 1 2 15,0-1-8-15,-1 1 17 16,1-1-3-16,0 0-4 16,-1 0 3-16,-2 0-1 15,-2 0-4-15,-2 0-2 16,0 0-7-16,-1 0-1 16,1 0 2-16,2 0 10 15,-1 0 9-15,0-1 9 16,0 1-3-16,1-1-17 15,-2 0-1-15,-1 1-9 16,1 0 1-16,-2 0 17 0,-2-1-7 16,-1 0 13-1,-2 1-15-15,-2-1 1 0,-2 0-4 16,0 1 3-16,-3 0-1 16,0 0-7-16,-1 0 0 15,-1 0 3-15,1 0-3 16,-1 0-2-16,0-1 1 15,0 1-9-15,0-1-21 16,-9-2-36-16,-26 0-41 16,1 0-182-16,-7-1-1056 0</inkml:trace>
  <inkml:trace contextRef="#ctx0" brushRef="#br0" timeOffset="53230.8589">9258 4952 1007 0,'0'0'292'15,"0"0"-66"-15,0 0-19 16,0 0-17-16,0 0-36 16,0 0-35-16,0 0-39 15,0 0-22-15,6 3-2 16,3 1 21-16,5 0-1 15,5 0-1-15,5 0-10 0,4 0-5 16,5-1-2-16,1-1-19 16,2-1-9-16,-1 0 8 15,1 0-9-15,-1-1-11 16,0 0-2-16,-1 0 7 16,1 0-5-16,1 0 3 15,-2 0-1-15,1 0-3 16,-1 0-1-16,1-2-1 15,-1 1-6-15,0 0-8 16,1-1 13-16,-2 2-4 16,1 0-8-16,1 0 7 15,-2 0-2-15,7 0-1 16,-4 0-4-16,0 0 4 0,7 0-5 16,-10 2 8-1,3 0-7-15,2 0 4 0,-7 0-5 16,5 0-1-16,-2-1 1 15,0 1 3-15,-2-1-3 16,2 0-1-16,-2 1 1 16,0 0 7-16,1-1-2 15,-2 0 0-15,1 0 3 16,-1 0-3-16,2-1 1 16,-1 0-6-16,3 1 17 15,-2-1-4-15,1 0-2 16,1 0 0-16,-2 0-6 0,2 0 3 15,-1 0-2 1,1 0 1-16,0 0-2 16,-1 0 1-16,0-1-7 0,-1 1 12 15,-1 0-12-15,0 0 0 16,-2 0 9-16,1 0-8 16,-1 0 19-16,-2 0-13 15,2 0-5-15,-1 0 4 16,0 0 0-16,2 0 3 15,-1 0-3-15,1 1-5 16,-3 0 1-16,1 1-1 16,-3-2 5-16,0 1-5 15,0 0 0-15,0 0 11 16,-1 0-6-16,1-1-6 16,1 1 8-16,1 0-7 0,1 0 8 15,0-1-7-15,1 0 5 16,1 0 5-16,2 0-12 15,0 0 1-15,1 0 9 16,1-3-4-16,-1 2 2 16,-1-1-8-16,-3 0 0 15,-1-2 1-15,-3 1 8 16,0-2-3-16,-2 2 0 16,-1-1-5-16,0 1 11 15,-2 0-11-15,1 0 5 16,-2 1-5-16,1 0 1 15,0 1-1-15,0 0 0 16,0-1 0-16,-1 1 1 0,1 0-1 16,0-1 5-1,-1 0-6-15,-2 0 10 0,-1 0-4 16,-2 1 0-16,-5 0-5 16,-2-1 0-16,-2 1-1 15,-4 1 1-15,-1 0-1 16,0 0 0-16,-1 0-5 15,0 0 5-15,0-1 0 16,0 1-6-16,-5-2-27 16,-35-5-44-16,1 0-137 15,-12-2-685-15</inkml:trace>
  <inkml:trace contextRef="#ctx0" brushRef="#br0" timeOffset="67016.2308">3305 5366 188 0,'0'0'611'15,"0"0"-391"-15,0 0-29 16,0 0-2-16,0 0-17 16,0 0-21-16,-13 0-19 15,13 0-31-15,6 5 26 16,8 3-1-16,14 1 33 0,15 4 15 15,18 1-4-15,11-2-43 16,0-2-27-16,-4-2-12 16,-9-2-12-16,-2-1-8 15,-1-3-22-15,-2-1-1 16,2-1-3-16,-4 0-11 16,-5 0-14-16,-6 0 4 15,-13-2-8-15,-6 1-12 16,-5 0 0-16,-1-1-1 15,0 1 9-15,-2 0-9 16,-4-1 0-16,-4 1 0 16,-2 1 1-16,-2-1-1 15,-2 1-3-15,0 0 3 0,0-1-39 16,-5-2-76-16,-3 0-229 16,-4-2-369-16</inkml:trace>
  <inkml:trace contextRef="#ctx0" brushRef="#br0" timeOffset="68518.217">8158 5410 785 0,'0'0'300'0,"0"0"-168"15,0 0-15-15,0 0 49 16,0 0 83-16,0 0-40 0,-16-14-45 16,16 14-46-16,10 0-54 15,13 4 5-15,21 0 59 16,24-1 45-16,13-3-35 16,5 0-20-16,-7-1-38 15,-13-3-28-15,-8 1-18 16,-13 1-17-16,-13 1-8 15,-10 0-3-15,-4 1-6 16,-1-1 0-16,-1 1 0 16,-2 0 0-16,-5 0 1 15,-5 0 0-15,-3 0-1 16,-1 0-32-16,-22 0-95 16,-3 1-220-16,-8 2-472 0</inkml:trace>
  <inkml:trace contextRef="#ctx0" brushRef="#br0" timeOffset="70072.9075">2940 5883 404 0,'0'0'142'15,"0"0"299"-15,0 0-253 16,0 0-21-16,0 0-2 16,0 0-5-16,0 0-8 0,-2 1-54 15,19 5 37 1,13 2 39-16,16 1-35 0,10 1-17 15,5-3 23-15,-3-3-34 16,-3-3-20-16,-7-1-21 16,0 0-19-16,-4 0-18 15,-6 0-9-15,-11-2-13 16,-6 1-10-16,-3 0 3 16,-1 0-4-16,-1 1 0 15,-1 0-6-15,-7 0-6 16,-4 0-68-16,-1 0-148 15,1 11-62-15,1 0-71 16,-1-2-333-16</inkml:trace>
  <inkml:trace contextRef="#ctx0" brushRef="#br0" timeOffset="70778.9609">5456 5958 869 0,'0'0'196'16,"0"0"-10"-16,0 0 21 16,0 0-19-16,0 0-38 15,0 0-15-15,0 0-62 16,20 2-22-16,21 6 74 16,29 3 20-16,16-1-3 15,8-3-5-15,0-3-21 16,-11-2-28-16,-3-2-25 0,-5 0-6 15,-9 0-21-15,-10 0-21 16,-14 0-5-16,-13-1 5 16,-12-1-6-16,-6 1-9 15,-2 0-1-15,-2-1 1 16,-3 1-1-16,-4 0-9 16,-8-1-103-16,-7 2-217 15,-8-1-370-15</inkml:trace>
  <inkml:trace contextRef="#ctx0" brushRef="#br0" timeOffset="85588.9384">3443 7400 1270 0,'0'0'235'0,"0"0"-103"16,0 0 84-16,0 0 3 15,0 0-40-15,0 0-53 16,-9-6-40-16,9 6-34 16,1 1-22-16,6 4 33 15,7 0 69-15,5-1 12 16,12-3-14-16,15-2 4 15,17-17-8-15,9-11-14 0,5-5-5 16,-2-3-32-16,-6 3-12 16,-1 0-14-16,-4 1-14 15,-3 2-10-15,-4 1-14 16,-5 0-11-16,-10 4 1 16,-10 5 7-16,-12 7-7 15,-5 3 9-15,-1 1-10 16,-2 2 0-16,-5 4-17 15,-7 4-71-15,-16 11-94 16,-37 28-113-16,0-1-381 16,-9 2-626-16</inkml:trace>
  <inkml:trace contextRef="#ctx0" brushRef="#br0" timeOffset="90883.0222">6916 7653 851 0,'0'0'246'0,"0"0"-45"15,0 0-33-15,0 0-17 16,0 0-3-16,0 0-46 16,0 0-20-16,0 0-20 15,7 0 26-15,5 0 22 16,4 0-14-16,4 0-14 0,2 0-16 16,3 1-3-1,2 1 2-15,2-1-7 0,1 1-11 16,0 0-15-16,-1-1 9 15,-2 0-9-15,-1 0 0 16,0 0-5-16,0-1 0 16,2 0-4-16,0 0 3 15,8 0-4-15,7-3 11 16,8-2-4-16,4 0-4 16,-5 1-4-16,-4 0-9 15,-5 1 0-15,1 0 0 16,0 0-11-16,-1 1 8 15,0 0-1-15,0 0-2 16,0 0 1-16,0 0-1 16,-7 1 0-16,-5 0 0 0,-6 1 0 15,-1 0-4-15,2 0-1 16,4-1 0-16,3 0 5 16,0-1-4-16,-1 0-1 15,1 0 7-15,0-2-2 16,1 0 1-16,0 0 1 15,2-1-7-15,5 0 8 16,8-2-7-16,6-1 5 16,4 0-5-16,-6 2-1 15,-5 1 7-15,-4 0-7 16,-8 3 0-16,-5 0-1 16,-6 0 0-16,0 1 1 15,4 0-1-15,3-1 0 0,5 0 0 16,-1 0 1-16,-1 0 0 15,-1-1 0-15,1 1 0 16,-1-1 0-16,2 0 5 16,-1-1-5-16,0 1 1 15,2 0-1-15,-4 0 5 16,2 0-6-16,-3-1 1 16,1 0-1-16,1 0 0 15,1 1 1-15,1-2 7 16,-1 2-7-16,1-2 0 15,6 2 6-15,-5 0-7 16,0-1 0-16,1 1 12 0,-4 1-5 16,5-1-1-1,-1 1 0-15,0-1-4 0,1 1 5 16,-1 0-1-16,-1 0-6 16,-3 0 1-16,-1 0 3 15,1 0-3-15,1 1 0 16,-1 0 12-16,2-1 8 15,-1 0-11-15,-2 0-10 16,-2 0 6-16,1 0 9 16,0-1-6-16,0 0-3 15,2 1 2-15,-1 0 4 16,0 0-2-16,-1 1-4 16,-2 0-6-16,0-1 0 15,1 1 1-15,0 0 0 0,2 0 9 16,1 0-10-16,0-1 1 15,0 2 4-15,-2-2-5 16,-1 2 0-16,1-1 0 16,-1 0 1-16,1 0 6 15,0 1-6-15,1 0-1 16,-2 0 0-16,-1-1 0 16,-2 0 0-16,-1 0 2 15,-2 0-2-15,-2 0 1 16,-1-1-1-16,0 0-1 15,-1 0 1-15,2 0 2 16,1 0-2-16,2 0 0 16,1 1 0-16,3 1 0 15,1-2 1-15,2 2-1 0,0 0 0 16,1 0 1 0,-2 0 0-16,-1 0-1 0,-5 0 1 15,-2 0 0-15,-2 2 0 16,-1-2 0-16,-2 0 1 15,-2 0-1-15,-1 0 0 16,-2 0 0-16,0 0 5 16,1 0-4-16,-1 0-1 15,2 0 0-15,1 0 0 16,1 0 0-16,0 0 0 0,1 0-1 16,-1 0 1-1,0 0-1-15,0 0 1 0,-2 0 0 16,2 0-1-16,-3 0 1 15,1 0 0-15,0 0-1 16,-1 0 0-16,1 0 1 16,0 0 1-16,-1 0 4 15,0-2 0-15,-3 2-5 16,0-2 6-16,-3 2-1 16,0-1 0-16,-2 0 0 15,0 0 0-15,-1 1 2 16,-1-1-7-16,0-1 7 15,-1 2-2-15,0-1 3 16,0 0-8-16,0 0 8 16,1-1 0-16,1-2-3 15,0 0-4-15,0-2 4 16,2-2 0-16,0-2 0 0,0-2-5 16,0-4 1-16,0-2 5 15,0-4-5-15,0-1-2 16,-1-3 0-16,0-2-9 15,-1 0 0-15,1-1 9 16,-2-1-12-16,-1-3-18 16,1 1 0-16,0-1 7 15,0 1 5-15,1 0-16 16,0 1-25-16,1 1 19 16,1 0 10-16,-1 1-6 15,1 1-18-15,0 1-6 0,-2 2-13 16,1 1 6-16,-1 3 17 15,-2 1-2-15,0 4 5 16,-2 1-3 0,0 1 8-16,0 2 3 0,0 1 9 15,0 2-7-15,0-1 24 16,-3 1 11-16,1 0 2 16,-1-1-2-16,0 0 1 15,-1-1-1-15,1 3 1 16,-2-1-8-16,2 1 2 15,-3 1 1-15,1 0 4 16,-1 1-11-16,-2 1 5 16,-3 0 7-16,-1 1 0 0,-3 1 0 15,-4 0 1 1,-3 1 0-16,-9 1 0 0,-10 0 0 16,-11 0 1-16,-4 0 0 15,2-1 11-15,3 1 2 16,5-3-1-16,2 3 14 15,1-2 22-15,0 0-29 16,1 1-19-16,-1-1 0 16,0 1 19-16,1 0 0 15,-2 1-11-15,-3-2 3 16,-3 0 15-16,-5-1-11 16,-4 0-4-16,-2-1 9 15,-2 0-2-15,-4 1 5 16,-3-2-10-16,-4 1-7 0,-3-1 8 15,-4-1-3 1,-4 0-11-16,-2 0 26 0,-3-2-12 16,1 1 1-16,1 0-16 15,2 1 1-15,0-1 8 16,0 0 0-16,1 0 0 16,0 0 0-16,2 1 3 15,3 0-4-15,2 0-2 16,1 1 7-16,2-1 1 15,0 2-4-15,3-2-4 16,-1 1 2-16,0 0-2 16,1 1-6-16,-1 0 0 15,1 1 0-15,0 0 11 16,2 1-2-16,4 1-8 16,2 0 0-16,2 1 1 0,2-1 4 15,2 1-6-15,3 1 1 16,0-2 7-16,3 1-7 15,-2 1 0-15,-1 0 7 16,2-1-7-16,2 1 0 16,2-1 6-16,4 1-6 15,2-1-1-15,0 1 0 16,0 0 0-16,1 0 1 16,-1 0 1-16,3 0-1 15,0 0-1-15,6 0 1 16,5 1 0-16,-4 1 1 15,-5 1-1-15,-1-1-1 16,1 1-1-16,9 0 1 0,8-2 0 16,-4 2 0-16,-5 1 1 15,-4 0-1-15,0 0 0 16,1 0 0-16,2 1 0 16,2-2 1-16,1 2-1 15,0 0 2-15,0 1-1 16,-2 0-1-16,-1 1 2 15,0 0-2-15,0-1 1 16,2 1-1-16,1-1-1 16,3 0 1-16,1 0 0 0,1 0 0 15,1-1-1 1,3 1 1-16,1-1-1 0,1 0 1 16,1 0-1-16,-2-1 1 15,1 1 0-15,0-1 0 16,1 1 0-16,0 0 0 15,6-1 0-15,0 1 0 16,3-2 0-16,3 2 0 16,1-1 0-16,0 1-1 15,3 3-5-15,0 3 6 16,0 3 0-16,0 4-1 16,2 4 1-16,3 4 5 15,-2 3 6-15,1 8 1 16,-1 6 6-16,0 9 1 15,-1 4 2-15,0-1 10 0,1-4-7 16,0-2 2 0,0-2 5-16,1 2-7 0,-1-1-6 15,3 0-7-15,0-4 4 16,0-2-6-16,2-5 3 16,0-5-2-16,-2-6 1 15,0-6 7-15,-2-3-8 16,3 4-2-16,-1 1 10 15,0 0 0-15,-1-3-6 16,-2-3-6-16,-1-2-6 16,0-1 12-16,-1-2-1 15,-1-2 5-15,1 0-8 16,0-2-1-16,-1 1-5 16,0 0 14-16,0-1-4 15,0 1-11-15,0 0 5 0,0 0-5 16,1-1 13-1,-1 0-7-15,1-1-1 0,1-2-6 16,0 0 7-16,1 0-6 16,2 0 5-16,0-1-6 15,3 0 9-15,3-1-2 16,4-2-7-16,4 0 12 16,4 0-6-16,4 0-4 15,1 0-1-15,0 0 0 16,-1 0 1-16,-2 0-1 15,-3 0 1-15,-2 0-1 16,-4 0 0-16,-5 0 0 16,-2 0-1-16,-3 0-13 0,-2-4-35 15,0-4-66 1,2-8-85-16,-1 2-260 0,0-2-638 16</inkml:trace>
  <inkml:trace contextRef="#ctx0" brushRef="#br0" timeOffset="91522.8455">9779 6134 1460 0,'0'0'390'15,"0"0"-158"-15,0 0-60 16,44-27 58-16,-11 13-32 0,16-5-52 15,17-5-28 1,5 0-44-16,-4 2-31 0,-17 7-22 16,-19 6-9-16,-10 3-5 15,-7 2-7-15,-4 2-5 16,-4-1-98-16,-9 3-152 16,-9 3-44-16,-6 3-425 0</inkml:trace>
  <inkml:trace contextRef="#ctx0" brushRef="#br0" timeOffset="91907.8917">9814 6020 542 0,'0'0'883'0,"0"0"-574"0,0 0-7 16,0 0-79-16,0 0-16 15,0 0-67-15,0 0-58 16,-54 11 2-16,32 10 11 16,-1 5 1-16,2 1-17 15,2 0-12-15,7 0-11 16,5-2-10-16,7-2 1 16,2-4-20-16,13-1 3 15,14-3 26-15,16-3 12 0,15-6-4 16,6-5 4-1,-1-1-28-15,-9-8-7 0,-16 0-12 16,-10 0-10-16,-9 1-5 16,-6 2-5-16,-1 0 1 15,-2 0-2-15,-2 2-10 16,-6 0-50-16,-2 3-57 16,-1 0-77-16,-1 0-260 15,0 2-360-15</inkml:trace>
  <inkml:trace contextRef="#ctx0" brushRef="#br0" timeOffset="96769.1397">10710 7215 286 0,'0'0'712'15,"0"0"-441"-15,0 0-40 16,0 0 45-16,0 0-46 16,0 0-52-16,0 0-88 15,-4 10-28-15,4 14 140 16,0 12 2-16,0 10-49 16,0 6-30-16,0-4-15 0,0-1-30 15,-1-5-25-15,-3-6-5 16,1-9-24-16,1-7-14 15,-1-4-3-15,1 0-3 16,0-1-4-16,0 0-1 16,-1-4 0-16,1-3-1 15,-1-6-17-15,1-2-65 16,-1-1-72-16,-1-23-202 16,-1 0-327-16,3-2-485 0</inkml:trace>
  <inkml:trace contextRef="#ctx0" brushRef="#br0" timeOffset="97167.9373">10688 7239 1330 0,'0'0'350'0,"0"0"-119"15,0 0-54-15,0 0 11 16,-38 18-48-16,27-11-46 16,-2-1-33-16,2 0-6 15,0-2-19-15,4-3-14 16,0-1 0-16,4 0 2 0,2-3 27 16,1-6-3-1,1-3-23-15,8-2-13 0,2 0-4 16,4 2-7-16,1 3 10 15,1 4-3-15,0 4 7 16,-1 1-4-16,1 3 1 16,-3 6-3-16,1 3-3 15,-4 1 4-15,-1 1-10 16,-3 1 7-16,-1-1-6 16,-2 1-2-16,-1-2-65 15,1 2-241-15,-1-5-309 16,-2-3-668-16</inkml:trace>
  <inkml:trace contextRef="#ctx0" brushRef="#br0" timeOffset="97327.0255">10912 7280 1644 0,'0'0'323'0,"0"0"-191"16,0 0-88-16,0 0-27 15,0 0-17-15,-5 43-128 16,2-31-486-16</inkml:trace>
  <inkml:trace contextRef="#ctx0" brushRef="#br0" timeOffset="102111.3247">12488 7312 1060 0,'0'0'314'0,"0"0"-66"15,0 0 39-15,0 0-41 16,0 0-52-16,0 0-47 16,0 0-17-16,-22-8-36 15,28 8 5-15,5 0 8 16,6 2 3-16,5-1-24 16,2-1-26-16,4 0-24 15,1 0-16-15,1-1-11 16,-3-3 1-16,-3 3-9 0,-4-1-1 15,-6 1-1-15,-3 0-55 16,-6 1-92-16,-3 0-164 16,-2 0-165-16,-4 0-100 15,-5 0-576-15</inkml:trace>
  <inkml:trace contextRef="#ctx0" brushRef="#br0" timeOffset="102356.5337">12505 7376 977 0,'0'0'649'0,"0"0"-381"0,0 0-29 15,0 0-39-15,0 0 20 16,0 0-25-16,0 0-33 16,46 5-49-16,-23-5-43 15,3 0-22-15,-2 0-14 16,0 0-16-16,-2 0-9 15,-4 0-8-15,-3 0-1 16,-4 0-32-16,-2 0-82 16,0-3-134-16,-2 0-232 15,-3-1-253-15</inkml:trace>
  <inkml:trace contextRef="#ctx0" brushRef="#br0" timeOffset="103048.2182">12837 6882 201 0,'0'0'891'0,"0"0"-601"16,0 0-58-16,0 0 82 15,0 0-36-15,0 0-74 16,0 0-23-16,-12 0-14 15,38-5-12-15,17-6-27 16,16-3-31-16,8-3-25 16,-1 1-26-16,-5 0-11 15,-13 5-13-15,-9 0-4 16,-12 5-11-16,-11 0-6 0,-7 4-1 16,-3-2-11-16,-3 2-73 15,-8 1-115-15,-7 0-369 16,-6 1-297-16</inkml:trace>
  <inkml:trace contextRef="#ctx0" brushRef="#br0" timeOffset="103452.1334">12820 6722 1785 0,'0'0'285'0,"0"0"-146"16,0 0 62-16,0 0 62 16,0 0-69-16,0 0-97 15,0 0-47-15,-43-4-13 16,21 16 2-16,-4 4 30 16,0 1-8-16,3 1-11 15,3-2-7-15,8-2-6 16,7-2-11-16,5-2-5 15,9 0 12-15,18-2 30 16,21 0 21-16,21-4-18 16,9-4-2-16,-2 0-8 15,-9-1-14-15,-15-6-17 16,-6 1-2-16,-9 0-8 16,-9 0-5-16,-9 3-4 0,-5-1-4 15,-1 1-2 1,-4 1-5-16,-3 1-53 0,-6 1-64 15,-26 13-98-15,-5 1-299 16,-10 1-600-16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24:29.6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8422 2552 525 0,'0'0'925'0,"0"0"-782"0,0 0-75 16,0 0-4-16,0 0 65 15,25 20 6-15,-7-12-25 16,3 0-19-16,6 0 2 16,10 0 17-16,10-1-8 15,12 0-4-15,4-1-29 16,-3-2-13-16,-2-2-6 15,-8 0-13-15,1 0-3 0,-1 0-1 16,0 0-9 0,2 1-2-16,-2-2-7 0,0 2 5 15,0-2-7-15,0 1 1 16,1-1-5-16,0 0-3 16,-1-1 0-16,-2 0 0 15,1 0-5-15,-3 0 6 16,2 0-5-16,0-4-1 15,1 2 10-15,-2-1-10 16,2-1 9-16,-2 2 0 16,-1-1-9-16,0 2 5 15,-1 0-4-15,-2-1 4 16,0 2-5-16,-3-1 8 16,0 0 2-16,2 0-1 15,0 1 10-15,1 0-5 0,0 0 1 16,0 0-1-1,0 0 3-15,0 0-1 0,1 0-10 16,2 0 8-16,1 0 2 16,1 0-5-16,2-1 3 15,1 0-3-15,3 0 3 16,2-1 3-16,4 2-5 16,1-1-5-16,0 0 11 15,-2 1-10-15,-1-1 1 16,-3-1-4-16,-3-1 8 15,-4 1 8-15,-2-2-5 16,-9 1-1-16,-8 0-5 16,-7 1 1-16,-2 0-5 15,1-1 5-15,3 0-6 0,0 0-5 16,-3-1 6-16,-4 1 13 16,-3-1-2-1,-2 2-5-15,-4 0-5 0,-3 1-2 16,-1 1-6-16,-1-1 1 15,-3 0 0-15,1 1 0 16,-1 0-1-16,0 0 0 16,-5-1-21-16,-20 0-54 15,-47 0-48-15,2 1-466 16,-9-1-649-16</inkml:trace>
  <inkml:trace contextRef="#ctx0" brushRef="#br0" timeOffset="2249.8394">6700 3648 1245 0,'0'0'518'16,"0"0"-322"-16,0 0-3 16,0 0-26-16,0 0-16 15,0 0-65-15,3 0-29 16,6 0-23-16,4 0-6 0,6 0-4 15,5 0-15-15,3-1-2 16,4-1-6-16,0 0-1 16,-2-2-40-16,-3 1-139 15,-8 0-163-15,-9 1-380 0</inkml:trace>
  <inkml:trace contextRef="#ctx0" brushRef="#br0" timeOffset="2451.2467">6682 3733 1187 0,'0'0'313'0,"0"0"-90"15,0 0-81-15,0 0-15 16,0 0 60-16,0 0-14 16,61 8-61-16,-17-8-54 15,-1-4-37-15,-3-3-21 16,-6-2-76-16,1-9-139 15,-4 1-256-15,-5-1-499 0</inkml:trace>
  <inkml:trace contextRef="#ctx0" brushRef="#br0" timeOffset="2726.5828">6927 3472 1470 0,'0'0'344'0,"0"0"-206"15,0 0-80-15,0 0-30 16,0 0-14-16,0 0 6 16,0 0 44-16,44 48 9 15,-23-29 21-15,0 2-20 16,1 1-28-16,-3 0-13 16,-2 1 28-16,-3 2 6 15,-7-1 9-15,-5 0-21 16,-3 2-15-16,-19 3-4 15,-20 6-6-15,-24 8 10 16,-18 5-20-16,-13-1-20 16,22-13-71-16,13-9-623 0</inkml:trace>
  <inkml:trace contextRef="#ctx0" brushRef="#br0" timeOffset="7358.1316">8416 2945 803 0,'0'0'238'0,"0"0"-79"0,0 0-30 15,0 0-27-15,0 0 8 16,0 0-6-16,0 0 9 16,-11-2-19-16,10 2-27 15,-1 0-8-15,1 0-12 16,-1 0-20-16,-1 0-10 15,-1 1-9-15,-2 4 1 16,1 1-3-16,-2 4 7 16,0 0 8-16,1 1 17 15,0 1 14-15,0 1-11 0,1 0-20 16,0 3-6 0,0 0 19-16,1 3 7 0,-1 0-1 15,0 1-5-15,1 2 0 16,1 0 19-16,-2 0-5 15,1-1-13-15,1 1-8 16,-2 0-1-16,2 0-5 16,-1 0 2-16,0 0-2 15,1 2 1-15,1-1-1 16,0 2-6-16,1-1 2 16,0 0 0-16,1 0-4 15,-1-4-1-15,0 2 5 16,1-3-5-16,0-1-2 15,0 1-4-15,0 0-1 16,-1 1 8-16,0-1 4 0,0 1 1 16,0 0-2-16,-1 0-8 15,1-1 1-15,-1 2-1 16,1-2 0-16,-1 1-1 16,0-1-7-16,0 2 10 15,1 0-3-15,-2 0-2 16,2 0 2-16,-1 0-7 15,1-1 7-15,0 1-7 16,-1-1-1-16,2 1 2 16,-2-1-1-16,0-2 10 15,0 1-1-15,-1-2 5 16,0 1-1-16,1-1 5 16,0-2-8-16,-1 1-5 0,2-2 1 15,1 1-1-15,0-2 0 16,0 0 2-16,0 0-8 15,0 0 1-15,0 1 8 16,0 1-9-16,0 1 1 16,3-2 7-16,0 2-2 15,-1-1-5-15,1 0-1 16,0 0 1-16,-1 0 1 16,0 0-1-16,0 0 5 15,1-1-5-15,-2 1 5 16,1-2-5-16,1 0-1 15,0-1 1-15,0-1 5 16,2-1-4-16,0 0-1 16,0-1 0-16,2-1 5 0,2 0-6 15,-1-1 1-15,1-1 1 16,-1-1-1-16,1 0 7 16,0-1-7-16,-1-1-1 15,2 0 1-15,1-1 5 16,0-1-4-16,1 0-1 15,0 1 0-15,-2-2 0 16,2 1 0-16,-2-1 1 16,0 0 5-16,2 0-6 15,-2 0 0-15,1 0 7 16,-1 0-7-16,2 0 5 0,-1-2 1 16,1 0 4-1,1-3-3-15,0 2 0 0,1-2-2 16,0 0 0-1,0-1-6-15,0 0 6 0,-2 1-5 16,1-3 0-16,-1 1 5 16,0-1 0-16,-1 0-4 15,0 0 7-15,-1-2 0 16,1 1 1-16,0-1 1 16,-1 0-2-16,1-1-3 15,-1-1 0-15,2 0 1 16,-1-1 1-16,-1 0-1 15,1-2 5-15,0 0 5 16,-1-2-5-16,-1 0 1 16,0-2-1-16,0-1 0 15,-2-1-3-15,1-2-7 16,-1-1 8-16,0-1-1 0,0-1-3 16,0 1-4-16,-1-2 5 15,0 2-1-15,-1-1 0 16,-2 1-4-16,0-1 4 15,-1 0 7-15,-1 0-1 16,-1 0-6-16,0-1-4 16,0-1-1-16,0 0 0 15,0-1-1-15,0 0-5 16,0 1-13-16,-1 0 4 16,-1 0-1-16,1 3-1 15,-2-1-17-15,0 0 7 0,0 1 4 16,1 0-11-1,0 0 13-15,-1 0 14 0,2 1-3 16,-1-1-6-16,-1 1 5 16,0 0-5-16,-1 0-3 15,1 2-5-15,0-2-12 16,-1 1-18-16,1 0 28 16,-1 0 14-16,0 1-5 15,1 0-7-15,-1-1-5 16,-1 1-26-16,1-1 18 15,0 1-4-15,0 2-2 16,0 0 4-16,0 0 11 0,0 2-1 16,-1 1-2-1,1 1-1-15,-1 2 13 0,-1 0-15 16,1 2 9-16,-2 0-6 16,3 1-7-16,-2 1 27 15,1 1-11-15,0 1 0 16,-1 0 9-16,-1 0 11 15,0 2-16-15,0 0 2 16,-2 1 2-16,-1 1-21 16,0 0 16-16,-3 1 10 15,1 1 7-15,-2-1-6 16,0 2 0-16,0-1-1 16,-1 1-1-16,1 0-1 15,-1 0 1-15,-1 1-6 16,1 0 14-16,1 0 0 0,-1 0 0 15,1 2 1 1,0 2 0-16,-1 1 1 0,1 1 0 16,-2 2 0-16,-1-2 0 15,-1 4 1-15,1-2-1 16,1-1 0-16,3-1-1 16,3-1 3-16,2-1-3 15,3-2 0-15,1 0 1 16,3-2 0-16,0 0-1 15,1 0-1-15,0 0 0 16,0 0-21-16,0 1-18 16,2 4-11-16,3 1-73 15,1-1-237-15</inkml:trace>
  <inkml:trace contextRef="#ctx0" brushRef="#br0" timeOffset="7551.4306">8448 2986 1855 0,'0'0'221'0,"0"0"-160"16,0 0-15-16,0 0 1 16,0 0-6-16,0 0-17 15,0 0-24-15,-23 25-73 16,6-13-1109-16</inkml:trace>
  <inkml:trace contextRef="#ctx0" brushRef="#br0" timeOffset="12232.8435">8897 5180 388 0,'0'0'12'0,"0"0"346"16,0 0-250-16,0 0-62 15,0 0-11-15,0 0 5 16,15 9 24-16,1-7 24 0,5 1-7 16,3-1-14-16,5-1 26 15,7 1-9-15,9 0-33 16,6 0-11-16,2 1-9 15,-4 1 10-15,-5 0-9 16,-2 0-12-16,1 0 14 16,3 0-1-16,1-2 42 15,2-1-33-15,3 0-24 16,2-1 26-16,1 0 20 16,4 0-34-16,-4 0-13 15,-1 0 14-15,-3 0 8 16,-4 0-15-16,0 0-6 15,-1 0 7-15,0 0 0 0,-1-1-16 16,0-1 2-16,0 0 23 16,1 0-20-16,0 0-8 15,1 0-5-15,1 0 10 16,-2 0 9-16,0 0-14 16,-1 0-5-16,2 1 0 15,0 0 6-15,0-1-4 16,0 2 4-16,-2-1 1 15,-2 0-8-15,-2 0 2 16,1-1 7-16,-2 1 7 16,0-2-10-16,-1 1-6 15,-1 0 0-15,1 1 0 16,-1-1 0-16,1 0 2 0,-1 1-2 16,0 0-1-1,-5 0 1-15,-5 0 0 0,-7 0 1 16,0 0 1-16,3 0 4 15,3-2-6-15,2 0 1 16,-1 0 6-16,-2 0-7 16,-3-1 1-16,-2 1 0 15,-3 0 10-15,-3 1-10 16,-3-1 2-16,-1 1-3 16,-2 0 0-16,0-1-1 15,-3 1 1-15,-1 1-2 16,-1 0 2-16,-2 0-2 15,-2 1 1-15,0 0-26 16,-4 0-29-16,-21 0-57 16,-46 5-9-16,1 1-20 0,-10 0-258 0</inkml:trace>
  <inkml:trace contextRef="#ctx0" brushRef="#br0" timeOffset="15610.9277">9165 5960 448 0,'0'0'26'0,"0"0"351"16,0 0-127-16,0 0-29 15,0 0-51-15,0 0-95 16,0 0-38-16,-1-18-14 0,-6 15-7 16,-4 0-9-16,-5-1-7 15,-6 1-5-15,-9-3-10 16,-11 0 14-16,-12 0 1 16,-4-1 0-16,2 2-19 15,5 0 1-15,8 2 18 16,2-1 6-16,1 1-6 15,1 0 0-15,-1-1 2 16,-2 2 4-16,-2-2 6 16,0 2-12-16,1 0-10 15,2 0 9-15,6 0 1 16,6 2 1-16,6-1 0 16,0 1 8-16,-5 0-8 0,-4 0 5 15,-4 0-4-15,-5 0-1 16,-7 0 31-16,-7 0-12 15,-1 3-10-15,2 1-10 16,7 0 1-16,4 0-1 16,2 2 19-16,1 0 10 15,-1 1-15-15,8 0-14 16,3-1 29-16,7-2 18 16,3 2-13-16,-5-1 7 15,-3 3-15-15,-1 1 9 16,0-1-7-16,2 1 7 15,3-1-1-15,1 2-9 0,1 0-12 16,2-1 5-16,-1 1-5 16,2 0-4-16,-1 1 1 15,0-1 6-15,1 0 11 16,1 1-6-16,0-2-14 16,1 1-6-16,1-2 7 15,1 1 8-15,1-1 20 16,1-1-10-16,2 0-5 15,2-1-9-15,2 0-3 16,0-1 2-16,2 1 0 16,0 0-5-16,2 0 3 15,0-1-8-15,2 0 7 16,1 2-7-16,0-1 8 0,0 1-2 16,0 1 5-16,0 1-1 15,0 1 8-15,2-1 3 16,3 1 2-16,1 0-2 15,0 0-1-15,0 1 3 16,2-2-9-16,1 0 1 16,2 0 2-16,2-1 6 15,1 0 0-15,3-1-5 16,2-1-4-16,3 1-3 16,2 0 0-16,0-1 4 15,3-1 2-15,1 1-6 16,1-1 6-16,2 0-3 15,2-1-6-15,1 1 0 16,2-2-8-16,-1 1 0 16,1-1 0-16,-1 1 1 0,0 0 4 15,0-1 0-15,0 1-6 16,-1-1 7-16,-1 2 5 16,1-2-6-16,-2 0-4 15,2 0 4-15,6 1 0 16,-5-1 0-16,3 0 2 15,6 1 0-15,2-2-7 16,11 2 0-16,2-1 5 16,-6 0-6-16,-7 0 0 15,-12-1 0-15,-7 0 0 16,-5-1 5-16,-1 1-5 16,4-1 1-16,4 0 1 15,3 2 4-15,1-2-5 0,-2 1-1 16,-1 0 2-1,0-2-1-15,-1 2-1 0,-1-1 1 16,-2-1-1-16,1 0 0 16,0 0 1-16,-1 0 0 15,0 0 0-15,0 0 1 16,0 0-1-16,0 0-1 16,0 0 0-16,0 0 1 15,1-1-1-15,-1-1 1 16,0 2 0-16,-2-3-1 15,-2 1 1-15,0 0-1 16,-3 0 0-16,-1 0 0 16,-2-1-1-16,-1 1 1 0,0-1 0 15,-1 0 1-15,-1-1 0 16,0 0-1-16,0-1 1 16,0 0-1-16,0-1-7 15,-1 1 7-15,0-1-7 16,-1 1-5-16,0-1-5 15,-3 0 17-15,2-1-6 16,0 0 5-16,-1-2-17 16,0-1 0-16,0-1-3 15,0-1-3-15,-2 0 1 16,0-2-24-16,-1-1 9 16,-1 0-6-16,-1-1-5 0,-2 0-6 15,-2 0 26-15,0 0-5 16,0 1 6-16,-4 0 6 15,-4 2-7-15,-1-1-9 16,-1 1-8-16,-3 1 27 16,0 1 17-16,-1-1 1 15,-1 1-45-15,-1 0-24 16,-1-2 6-16,-2 0 38 16,0 0-23-16,-1 1 34 15,0 0-19-15,-1 1-5 16,0 2-46-16,1 0 43 15,0 1 14-15,-1 2 8 16,2 0 1-16,1 1-2 0,2 2-14 16,1-1 25-1,1 3 9-15,1-1-21 0,0 1-3 16,1-1-2-16,2 1 11 16,-1 0 8-16,2 0-2 15,0 1-10-15,1 0 1 16,2 0 4-16,-1 0-12 15,1 0-8-15,0 0-4 16,-1 0-8-16,-1 1-9 16,-8 5-7-16,2 0-13 15,0-3-18-15</inkml:trace>
  <inkml:trace contextRef="#ctx0" brushRef="#br0" timeOffset="15792.0866">8925 6029 1099 0,'0'0'145'16,"0"0"-61"-16,0 0-6 16,0 0-15-16,0 0-62 15,0 0-1-15,-62 14-770 0</inkml:trace>
  <inkml:trace contextRef="#ctx0" brushRef="#br0" timeOffset="1.34027E6">1743 2628 107 0,'0'0'160'15,"0"0"-127"-15,0 0 195 0,0 0-59 16,0 0-23 0,0 0 8-16,0-8 8 0,0 7-15 15,0 1-28-15,-1 0-41 16,-1 0-34-16,0 0-31 16,-1 6-13-16,0 3 1 15,-1 5 11-15,1 3 7 16,-2 3 32-16,2 2 23 15,1 2 3-15,-1 2 5 16,0 1-7-16,-1 0-31 16,-1 3-20-16,2-1-1 15,2 1-7-15,-1-2 6 16,0-2-10-16,0-1 1 16,-1-2 2-16,1-1 1 15,-1-2 0-15,0 0-6 0,0 0 2 16,0 0-1-1,-1 0-1-15,1 0-1 0,0 0-3 16,-1 1 2-16,1 1 0 16,0-2-7-16,0 1-1 15,1 0 0-15,-1-1 1 16,0 0 5-16,1 0-4 16,-1 1 4-16,0 1 0 15,0 1-4-15,2 1 4 16,-2 0 0-16,0-1-6 15,0 1 1-15,0-1 5 16,-1 0-5-16,3 0 0 0,-2 1 1 16,1 1-1-16,2 0 11 15,0-1-11-15,0 1 0 16,0-1 1-16,0 0-1 16,0-1 0-16,0 1 5 15,0-1-6-15,0 2-1 16,0 0 1-16,0 1 0 15,0 0 0-15,0 0 0 16,2 1 1-16,-2-2-1 16,0-1 6-16,0-1-6 15,0-1 0-15,0 0 6 16,0-1-5-16,0 0-1 16,0-1 1-16,0 0 0 0,0 0 0 15,0-1 0 1,1 0 0-16,1 0 0 0,1-2-1 15,-1 0 1-15,0-1 0 16,1 0 0-16,-1 0 1 16,1 0-1-16,0 0-1 15,0 1 1-15,0 0 0 16,0 1-1-16,0 0-1 16,0 1 1-16,0 0 0 15,-1-1 1-15,1 2-2 16,0-3 1-16,1 1 0 15,-1-1 2-15,0 0-1 16,0-1-1-16,0 0 2 0,0 1-1 16,0-1-1-1,1-2 0-15,-1 1 1 0,-2-1 0 16,2 0 0-16,-1-1-1 16,0 0 1-16,0-1-1 15,1 1 1-15,0-1-1 16,1 0 1-16,-2 0-1 15,0-1 1-15,1 0-1 16,0-1 1-16,-2 0-1 16,2-1 0-16,-1-1 0 15,-1 1 0-15,2-2 0 16,-2 0 1-16,1 0 1 16,0-2-2-16,-1-1 1 15,1 1 0-15,1-1-1 16,-1 0 0-16,1-1 0 15,0 1 1-15,-2-1 0 16,4 0 0-16,-1-1 1 0,1 0-1 16,1 0 5-16,3 0 1 15,1-1-5-15,3 0-1 16,0 0 5-16,2 0-5 16,1 0 7-16,1-1-7 15,1 0 0-15,0 0 1 16,2 0-1-16,0 0 0 15,0 0 0-15,0 0-1 16,2-3 1-16,0 1-1 16,2-1 1-16,0 1-1 15,0 0 1-15,-1 1 0 0,1-1-1 16,-1 1 0-16,2 0 1 16,-1 1-1-16,-1 0 1 15,0 0 0-15,0 0-1 16,0 0 0-16,-1 0 1 15,-1 0 0-15,2-1-1 16,-2 1 1-16,1-1 0 16,-1 1 0-16,1 0-1 15,-2 0 1-15,1 0 0 16,-2 0 2-16,1 0-2 16,-2 0 1-16,0 0 4 15,-1 0-5-15,0 0-1 16,0-1 2-16,1 1 5 0,1-1 5 15,0 0-6-15,1 0 1 16,1 1 2-16,1-1-7 16,-1 1 5-16,1 0 5 15,-1 0 2-15,0 0-13 16,0 0 0-16,-1 0 6 16,-1-1-7-16,-1 1 0 15,1-1 1-15,0 0-1 16,1 0 1-16,-1 0-1 15,1 0 0-15,1 0 0 16,0 1 1-16,0-1 0 16,0 0-1-16,2 1 0 15,-2-1 0-15,1 0 1 16,-1 0 0-16,0 0 0 0,-1-1 0 16,-1 0 0-16,-2-1 0 15,-2 0 0-15,1 1-1 16,-3-2 1-16,3 2 0 15,0-1-1-15,0 0 1 16,0 1 5-16,-1 1-6 16,-2 0 1-16,-1 0-1 15,-2 0 1-15,0 0 0 16,-3 0 0-16,1 1 0 16,-1-2 8-16,-1 2 8 15,2-1-3-15,-1 0-6 16,0 0 5-16,0 1-11 15,0-1 10-15,-1-1-11 16,0 1 10-16,0 1 6 0,0-1-5 16,-1 0-4-16,-1 0 1 15,3 0 6-15,-2-1-14 16,1 0 6-16,-2 1 5 16,0-1-11-16,0 1 4 15,0 0-4-15,-1-1-1 16,0 1 6-16,-1 0 0 15,1-1 8-15,1 1 7 16,-2-1-5-16,1-1 8 16,0 0-11-16,-1-1 8 15,0-1-13-15,0-1 4 0,0-2-2 16,1 0-9 0,-1-3 11-16,0-1-11 15,0-2 5-15,-1-2 3 0,0 0 1 16,0-2 5-16,0 0-3 15,1-1-6-15,0-1-5 16,1-1 7-16,0 0-8 16,1 0 1-16,1-2 0 15,-1 0-1-15,1-1 1 16,-3-1 0-16,1 0 0 16,0-2 0-16,-2 1-1 15,2 1 1-15,-2 0 0 16,1 2 6-16,-1-1-6 15,1 2-1-15,0 1 0 16,0 0 1-16,1 0-2 0,-1 1 1 16,0 0-1-16,1 0 0 15,-1 2 1-15,0-2-1 16,0 3 1-16,1-1 0 16,-1 1-1-16,0 0 1 15,0 0 0-15,-1 0 0 16,2 0 0-16,-2-1 1 15,-1-1-1-15,0 0 1 16,0-2-1-16,0 2 0 16,0-2 1-16,0 2-1 15,0-1 1-15,0 1 5 16,0 0-5-16,0 0-1 16,0 0 1-16,0 0-1 0,0-1 0 15,0-1-4-15,0 1 4 16,-1-1 0-16,0 2 0 15,-2 0 0-15,3 1-1 16,-2 1 1-16,2-1 0 16,0 1 0-16,-1 0 0 15,0-1 0-15,-1-1 0 16,1-1 1-16,-1-1-1 16,2 1 1-16,-1-1 0 15,1 2-1-15,0 0 1 16,0 3 1-16,0 1-2 15,1 1 1-15,-1 0 0 0,1 0 0 16,0 0 0-16,0-2-1 16,0 2 1-16,0-1 0 15,-1 1 0-15,0 0 0 16,0 0 0-16,0-1-1 16,0 0 1-16,0 0-1 15,0-1 1-15,0 0-1 16,0-1 1-16,0-1-1 15,0 0 1-15,0 0 0 16,-1-1 0-16,0 1 0 16,-1 2 0-16,1-2 0 15,-2 1 1-15,0 1-1 16,0-2-1-16,-1 1 1 16,0-3 0-16,1 2-1 15,0 0 0-15,0-2-1 0,0 1-23 16,0 1-7-1,2 1-6-15,-2 0 1 0,2 2 13 16,-2 1 7-16,1-1-21 16,1 2-2-16,-2 0-2 15,2 1 12-15,-1-1 6 16,0 2-8-16,1 2 4 16,-2 1 12-16,1 2 3 15,0 1 2-15,1 1 9 16,-1 0-6-16,0 1 1 15,0 1 4-15,0 0-8 16,1-1 2-16,-2 1 1 16,0 0-5-16,0-1 2 0,0 0-1 15,-2 0-1 1,1 1-10-16,-1-1 9 0,-2 0 12 16,1 1-1-1,-2 0-10-15,-2-1 3 0,-3 0 1 16,-3 1 2-16,-1-1-2 15,-3 0 8-15,-2 0 0 16,-2 0 0-16,-2 0 0 16,-1 0-16-16,-2 0 1 15,0 0 14-15,0 2 0 16,-1-2 0-16,0 1 0 16,0 2 0-16,-1-2 0 0,0 2-13 15,0 0 13 1,-1-1-10-16,-1 1-4 0,0 0-9 15,-2 0 17-15,0 0 6 16,-1 0 1-16,-2 0-13 16,4 0 1-16,0 0 5 15,3 0-2-15,3 2 3 16,1-1 5-16,2 1 1 16,-1 0 0-16,2 0 0 15,-1 0-1-15,-2-1 0 16,1 1 0-16,-1 0 0 15,-1-1 0-15,0 1 0 16,1-1 1-16,-2 0-9 0,0 0 8 16,2 0-5-1,1-1 6-15,2 0-1 16,-2 0-4-16,2 0-11 0,-2 0-1 16,0 0 7-16,0 0 10 15,-3 0-1-15,-1 0 0 16,2 0 0-16,-1 1-10 15,1 0-6-15,3 0 8 16,3 0 9-16,2 1 1 16,2-1 1-16,1 1-2 15,0-1 1-15,1 0-1 16,1 0 0-16,1 0 0 16,-1 0 1-16,2 1 0 15,-2 0 0-15,1-1 1 16,3 0-1-16,-1 1-1 0,1-2 1 15,1 1 0-15,0-1 5 16,1 1-6-16,-1-1-1 16,3 1 1-16,-2-1-1 15,2 0-1-15,0 0 1 16,0 1 0-16,1-1 1 16,-1 0-1-16,0 1 0 15,0 0 1-15,-1-1-1 16,-2 2-4-16,3-2 4 15,-1 2 0-15,-1-1-5 16,1 0 5-16,0 0 0 16,0 0 0-16,0-1-1 15,1 1-5-15,3 0 1 0,0 0 5 16,2-1-1 0,1 0 1-16,1 0 0 15,0 0-7-15,0 0 7 0,0 0-2 16,0 0-6-16,0 0 2 15,0 0 5-15,0 0-8 16,0 0 4-16,0 0 5 16,0 0-5-16,0 0-5 15,-1 0-2-15,-2 2-22 16,-3 3-18-16,-10 10-23 16,1-1-9-16,-2 1-634 0</inkml:trace>
  <inkml:trace contextRef="#ctx0" brushRef="#br0" timeOffset="1.34878E6">2324 2399 199 0,'0'0'140'15,"0"0"-56"-15,0 0-5 16,0 0 16-16,0 0-11 15,0 0-19-15,0-4-20 16,-1 4 0-16,1 0 4 16,0 0 7-16,0 0-2 15,-1 0-1-15,1 0-8 16,-2 0-9-16,1 3-6 16,-2 2 20-16,0 1-13 15,2 2 4-15,-1-1-5 0,1 1 3 16,-1 0 13-16,1 3-12 15,1-1-10-15,-2 1 4 16,1 2 8-16,0 0-6 16,-1 2 3-16,1 1 2 15,-2 1 0-15,1 0-7 16,0 0 2-16,0-1 4 16,2 0-4-16,-1-1 5 15,1 0-14-15,0 0-11 16,0-2 1-16,0 1-1 15,-2 0-4-15,2-1-2 16,-1 0-9-16,1 0 7 16,-1 1-1-16,1-2-6 0,0-1 10 15,0 2-9-15,0-2 4 16,0 0-6-16,0-1 1 16,0 1 7-16,1 0-6 15,0 0-1-15,-1 1 0 16,0-1 7-16,0 2-1 15,0-1 1-15,0 1-1 16,0 0-1-16,2 0-5 16,-2 0 7-16,1 0-7 15,-1-2 9-15,2 1-8 16,0 0 4-16,0 0-5 16,-2 2 10-16,2-1-9 0,-1 1 5 15,0 0 1 1,1 0-2-16,-2 2 4 0,1-2-4 15,-1 1 0-15,2 0 0 16,-1 0 5-16,0 0-10 16,1-1 8-16,-1 1-8 15,-1-2 8-15,2 1-9 16,-2-3 7-16,0 2-5 16,1-2 0-16,-1 1 5 15,0 0-5-15,2-1 4 16,-1 0-5-16,-1 1 5 15,1-1-5-15,1 2 1 16,-2-1-1-16,2 1 6 0,-1 0-6 16,0 0-1-1,0 0 2-15,0 0-1 0,0 0 5 16,0 0-5-16,0-1 0 16,0 1 0-16,0-1-1 15,-1-1 1-15,2 1 1 16,-2 0-1-16,1 0 0 15,-1 1 1-15,0 1-1 16,2-2 5-16,-1 3-5 16,1 0 0-16,0 0 0 15,1 1 7-15,-1 0-7 16,1 0 0-16,-1 2 0 16,1-2-1-16,-1 1 2 15,1 1-1-15,-2-1 5 16,2 0-5-16,-3 0 0 15,2 2-1-15,-1-1 0 16,0 1 1-16,0 0 0 0,1-1 0 16,-1 1 0-16,1 1 1 15,1-1 5-15,0 0 0 16,1 0-5-16,-1-1 4 16,-1 0-5-16,1-2 0 15,-1 1 8-15,0-1-3 16,0 1-5-16,0 1 12 15,-1 0-11-15,-1 2 4 16,0 1-5-16,0 0 5 16,0 1 4-16,0 0-4 0,-1-2 0 15,-2-1-5-15,0-1 8 16,-1 2-2-16,1-2-5 16,-1 0 5-16,-1 1 7 15,2-3 2-15,1 0-16 16,-1-2 11-16,1-2-11 15,0 2 1-15,0-1-1 16,0-1 2-16,0-1 6 16,0 0-8-16,1 0 0 15,-1 1 6-15,0-1-5 16,0 0-1-16,0 2 0 16,0-1 0-16,-1 0 6 15,0 0-5-15,1 1 0 0,-2 0 0 16,3 2 0-16,-2-1 0 15,2 0 0-15,-1 2 6 16,1 1-6-16,0 1 6 16,1-2 4-16,0 0-10 15,0-4 0-15,0 1 0 16,0-2 5-16,0 0-6 16,0-2 0-16,0-1 1 15,0-1-1-15,0 0 0 16,2-1 1-16,-2-1-1 15,2 1 1-15,-1-2-1 16,-1 2 1-16,0-1-1 16,1-1 0-16,-1 1-1 15,0 0 2-15,0 0-2 16,0 1 1-16,0 0-1 0,0-1 1 16,0 1 0-16,0 0 0 15,0 1 1-15,0-1 4 16,0 0-5-16,0-1-1 15,0 0 0-15,0-1 1 16,0-1 5-16,0 0-5 16,0-3 0-16,0 0 0 15,0 0 0-15,0 0 1 16,2 0 14-16,2 0-15 16,2 0 0-16,0 0 0 15,2-2 5-15,1 0-4 16,1 1-1-16,2-2 0 15,0 1 0-15,3-1 1 0,-1 1 4 16,2 0-5-16,0-1 1 16,0 1-2-16,-1 0 1 15,1 1 0-15,0-1 8 16,-1 1-8-16,0-1 1 16,2 0 0-16,0 0 1 15,1 0-1-15,0 0-1 16,1 1 1-16,0 0 0 15,-1 0 0-15,1 0 5 16,-2 1-5-16,-1-2-1 16,-2 2 1-16,2 0-1 15,0 0 1-15,0 0 0 16,0 0 0-16,1 0-1 16,1 0 0-16,0 0 0 0,0 0 1 15,1 0-1-15,-1 0 1 16,0 0-1-16,-1 0 1 15,0 0-1-15,0 2 1 16,1-1 5-16,-1 0-5 16,1 0 0-16,0 0 0 15,1-1 15-15,-1 1-14 16,1-1 10-16,0 1-11 16,0-1 7-16,0 0 7 15,1 2-5-15,1-1 1 16,-1 1-3-16,0-2-2 0,1 1 3 15,1 1-1 1,-1-1 1-16,4 1-8 0,-1 1 6 16,-1-1 1-16,1 1-7 15,-1-2-1-15,-1-1 8 16,0 0-8-16,-1 0-1 16,0 0 1-16,1 0 0 15,-1-3 0-15,1 0 0 16,0 0 0-16,0 0 0 15,1 1 0-15,0-1 0 16,-1 2 5-16,0 0-4 16,-3 0-1-16,0 1 1 15,-3 0-1-15,-1 0 1 16,-1 0 0-16,-1 0 0 16,1 0 5-16,-1 0 2 0,0 0 14 15,1 0-12-15,-1 1-4 16,1 0-4-16,-2 0 5 15,2 0 1-15,1 0 5 16,-2 0 17-16,1-1-18 16,-1 1-10-16,0-1-1 15,-1 0 9-15,-1 0-10 16,2 0 1-16,-3 0 10 16,2 0 1-16,-3 0-11 15,0 0 7-15,-1 0-7 16,-2 0 10-16,1 0-10 15,-1 0 6-15,0 0 1 16,0 0-1-16,-1-1 2 0,0 1-1 16,0-1-1-16,-1 1 1 15,-2 0-7-15,2-1-1 16,0 0 1-16,-1 1 5 16,0 0-5-16,0 0 0 15,-1-1 5-15,1 1-5 16,0-1 1-16,0 1 7 15,-1-1-8-15,0 1 5 16,0-2-5-16,0 1 0 16,0 0 7-16,0-1 0 15,0 0-8-15,0-1 0 16,-1 0 1-16,0-1-1 16,1-2 9-16,-1-2-9 15,0-2 7-15,-1-1-7 0,0-2 6 16,0-2 11-1,0-2-7-15,0 0-4 0,0-2-6 16,0 1 0-16,-1-1 0 16,-1 1 1-16,2 0-1 15,0 1 0-15,0 1 0 16,0 0 0-16,0 1 0 16,2 0 0-16,0 0 0 15,0 1 0-15,0-1 0 16,2-1 1-16,-1-1-1 15,2-2 0-15,-2-1 0 16,1-2 0-16,-1 0 1 16,0 0-1-16,-1-1 0 0,0 1 1 15,-1 0 0-15,1 0 1 16,-2-1-1-16,1 1 0 16,-1-2 0-16,2 0 0 15,-2 0-1-15,1 0-1 16,0 0 0-16,1 0-1 15,0 1 1-15,1 1 0 16,0-1 0-16,0 0 1 16,0 0-1-16,0 1 0 15,0-1 1-15,-1-2 0 16,0 1 0-16,1 0 1 16,0 1-1-16,0 0 0 15,1 1 0-15,0 1 1 16,-1 0 1-16,1 1-1 15,-1-1 0-15,-1 1-1 0,0-1 0 16,-1 1-1-16,-1-2 0 16,0 1-5-16,0 0 5 15,0 1 1-15,0 0 0 16,0 0 0-16,0 1-1 16,-1-1 1-16,-2 0-1 15,-1 1 1-15,0 0-2 16,0-1 1-16,0 1 1 15,-1 0-1-15,1 1 1 16,0 1 1-16,0 0-1 16,-1 2 0-16,1-1 1 15,-1 0 0-15,1 0-1 0,-1 0 1 16,2 0-1-16,-2 0 1 16,1 0 0-16,-1 1 0 15,1 0 0-15,0-1 0 16,1 0-1-16,-1 1 0 15,0 1 0-15,1 1 0 16,0-2 0-16,0 2 1 16,0 0-1-16,2 0 1 15,-2 0-1-15,2 1 1 16,-1 0-1-16,1 1 0 16,-1-1 0-16,2 0-1 15,-1 0-9-15,0-1 4 16,0 0-4-16,1-1-4 15,0 0-8-15,0 0-9 16,0 0 10-16,-1 1-8 0,1 2 8 16,0-1 5-16,-1 2 8 15,1-1 8-15,-1 0-1 16,1 1-1-16,0-1-4 16,0 1 0-16,0 0-6 15,0 1 1-15,0-1-6 16,0 1 4-16,0 0-1 15,0 0-2-15,0 0-5 16,0-1 9-16,0 1 1 16,0-2 1-16,0 0-8 15,0-2 0-15,0-1 0 0,0 1-8 16,1-2 0 0,1 1-2-16,-2 1-8 0,2 1 18 15,-1-1 6-15,-1 2 6 16,0 0 5-16,0 1-7 15,0-1 7-15,0 1-7 16,0 0 2-16,0 0-12 16,0 1-9-16,0 1 6 15,0-1-22-15,0-1 9 16,0 2 9-16,0-1-8 16,0 1-1-16,0 0 5 15,0-1 5-15,0 2 5 0,-1 0-15 16,0 2 16-1,0 0 8-15,0 1 8 0,0 0 1 16,1 3-6-16,-1-2 5 16,1 3 1-16,-1-2-1 15,0 2 0-15,0-1 1 16,0 0 0-16,0 1 0 16,-1-1 0-16,-2-2 0 15,-5 1-11-15,-2 0-11 16,-5 0 11-16,-2-1-9 15,-3 1 21-15,-1 0 1 16,-2 0 7-16,-3 0-7 16,-1-1 5-16,0 2-6 15,-2-3-1-15,1 2 1 16,1 0 1-16,1 1 0 0,2-1-1 16,0 1-1-16,1 0-5 15,1 1 6-15,0 0 0 16,0 0-15-16,1 0 15 15,0 0 0-15,0 0-1 16,0 0 1-16,1 1-2 16,0 1 1-16,0 0-9 15,-1 1 10-15,-1-2 0 16,-1 1 1-16,1 0 0 16,1-1-1-16,0-1 1 15,-1 0-1-15,0 0 0 16,-1 0 0-16,0 0 1 15,0 0-1-15,0 0 0 16,1 0 0-16,-1-1 0 0,1 0-21 16,0 0 20-16,0 0 0 15,0 0 1-15,0 1 1 16,1 0-1-16,1 0-1 16,1 0-8-16,1 0 8 15,-2 0 0-15,3 0-7 16,2 0 6-16,0 0 1 15,2 0 0-15,1 0 1 16,0 0-6-16,0 0 6 16,0 1 0-16,-1 1 0 15,1-1-1-15,-3 0 0 16,0 0 0-16,-2 0 0 16,-2 1-1-16,-3-2-9 15,1 2 2-15,-1-1-19 0,2-1 27 16,1 0 0-1,2 0 0-15,1 0-9 0,2 0 8 16,-1 0 1-16,3 0-7 16,0 0 7-16,1 0 1 15,2 0-2-15,0 0-5 16,-1 0 6-16,2 0-5 16,-1 0 5-16,0 0 0 15,1 0 1-15,-2 0 0 16,0 1-9-16,0 0-17 0,-2 0-2 15,1-1-6 1,0 1 12-16,-1 0 5 0,3-1 11 16,0 0 5-16,1 0 1 15,2 1 0-15,1-1 0 16,0 0 0-16,-1 1 1 16,0-1-1-16,0 1 1 15,-2-1-1-15,3 1 0 16,0-1 0-16,0 0-22 15,0 1-7-15,3-1 0 16,1 0 5-16,1 1 7 16,0-1-1-16,1 0 2 15,0 0-3-15,0 0-10 16,0 0-11-16,0 0-61 16,0 0-26-16,0 1 15 0,0-1-24 15</inkml:trace>
  <inkml:trace contextRef="#ctx0" brushRef="#br0" timeOffset="1.34897E6">2335 2419 1031 0,'0'0'77'16,"0"0"-63"-16,0 0 53 15,0 0 33-15,0 0 11 16,0 0-67-16,0 0-44 0,-48 10-829 16</inkml:trace>
  <inkml:trace contextRef="#ctx0" brushRef="#br0" timeOffset="1.3523E6">1956 2239 1152 0,'0'0'217'15,"0"0"0"-15,0 0 75 16,0 0-185-16,0 0-59 15,0 0-14-15,-11-28-12 16,10 28-5-16,0 3-6 16,-1 8-10-16,-1 6 6 15,2 5 28-15,-1 5 29 16,1 1 8-16,0 2-12 16,1-1-17-16,-3-1-8 15,0-5-13-15,-4-2-14 16,0-5-8-16,-2-4-18 15,-3-4-37-15,1-5-24 0,-3-3 8 16,-1 0 25-16,1-4 39 16,-1-6 7-16,3-3 0 15,2-1 7-15,2-1 13 16,1 1 27-16,4 2 2 16,1 4 14-16,1 4-23 15,1 3-20-15,0 1-16 16,3 1-4-16,7 8 0 15,2 2 1-15,4 2 15 16,1 0-3-16,3 1 1 16,1-2-8-16,1-2-5 15,-1-3 0-15,-2-2-1 16,-2-4-12-16,-3-1-56 0,-4 0-33 16,-2-5 4-16,-2-4 11 15,-2 0 39-15,-1-2 26 16,-3 0 17-16,0 0 4 15,0 2 1-15,0 1 30 16,0 4 31-16,-2 2 19 16,-3 2-7-16,-2 5-46 15,-3 8-12-15,-2 3 12 16,-1 2-1-16,0 1-15 16,5 0-11-16,2-1-1 15,3 2-1-15,3-4-192 16,0-6-427-16</inkml:trace>
  <inkml:trace contextRef="#ctx0" brushRef="#br0" timeOffset="1.35318E6">2647 2056 140 0,'0'0'1045'0,"0"0"-748"0,0 0 28 16,0 0-88-16,0 0-146 15,0 0-54-15,0 0-7 16,-17-27-13-16,14 32-15 16,-1 9-1-16,-1 4 6 15,-1 6 36-15,0 1 13 16,1 1-5-16,0-2-1 15,1 0-28-15,-2-4-10 16,0-4-11-16,-1-3-1 16,0-5-49-16,-2-4-46 15,-1-4-32-15,-1 0-20 16,0-8 25-16,0-4 68 0,0-4 41 16,2-1 13-16,2 1 19 15,2 3 27-15,1 2 55 16,3 7 15-16,0 2-20 15,1 2-61-15,1 2-24 16,6 7 3-16,3 4 19 16,4 2 8-16,2 1 5 15,1 0-17-15,2-3-15 16,0-1-6-16,0-4-2 16,1-2-5-16,-3-4-1 15,-2-2-7-15,-3-2-48 16,-2-6-3-16,-3-3 23 15,-1 0 12-15,-3-2 16 0,-2 3 7 16,-1 0 6-16,0 4 18 16,-4 3 36-16,-2 3-9 15,-4 0-22-15,-1 7-12 16,-3 5-5-16,0 2 0 16,0 1-1-16,2 1-10 15,3-1-1-15,9 2 0 16,0-3-158-16,1-6-430 0</inkml:trace>
  <inkml:trace contextRef="#ctx0" brushRef="#br0" timeOffset="1.35406E6">3168 2037 312 0,'0'0'673'16,"0"0"-384"-16,0 0 7 15,0 0-86-15,-15-36-123 16,13 31-52-16,1 2-7 16,0 3-6-16,0 0-3 15,0 2-3-15,1 8-16 16,-2 6 6-16,0 5 39 16,1 1 5-16,-1 2 5 15,2-1-7-15,-1-3-14 0,-1-2-11 16,0-3-23-16,0-4 0 15,-1-4-42-15,-2-4-27 16,0-3 11-16,-1 0-4 16,-1-7 23-16,-1-2 28 15,0-3 11-15,1 1 0 16,1 0 16-16,2 3 37 16,3 2 17-16,-1 3 6 15,1 2-6-15,1 1-46 16,0 0-22-16,2 6 4 15,4 5 1-15,3 0 14 16,3 1 11-16,0 1-2 16,3-2-11-16,1-2-4 15,-1-3-6-15,1-3-3 0,-1-2-5 16,-1-1 0-16,-3-2 1 16,-2-4-1-16,-2-1 0 15,-3-3 0-15,-2 0 0 16,-2 0 0-16,0 1 0 15,-3 1 7-15,-1 3-1 16,1 2 8-16,-2 3-9 16,0 0-5-16,-2 4 0 15,-2 5 0-15,-1 2 0 16,0 2 0-16,1-2 1 16,1 1-1-16,2-1-1 0,1-1 0 15,1-1-62 1,0-3-161-16,1-1-292 0,2-3-769 0</inkml:trace>
  <inkml:trace contextRef="#ctx0" brushRef="#br0" timeOffset="1.35421E6">3235 2198 45 0,'0'0'1299'15,"0"0"-1100"-15,0 0-102 16,0 0-97-16,0 0-193 0</inkml:trace>
  <inkml:trace contextRef="#ctx0" brushRef="#br0" timeOffset="1.36587E6">1855 2210 26 0,'0'0'408'0,"0"0"-211"16,0 0-197-16,0 0-23 15,0 0-358-15</inkml:trace>
  <inkml:trace contextRef="#ctx0" brushRef="#br0" timeOffset="1.36658E6">2498 2275 235 0,'0'0'100'16,"0"0"69"-16,0 0 33 16,0 0-68-16,0 0-27 15,0 0-23-15,0 0-32 16,0 2-26-16,0-1-13 15,-5 6-13-15,-1-1-143 0,0 1-399 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24:51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12822 3559 1204 0,'0'0'841'0,"0"0"-582"15,0 0-26-15,0 0-20 0,0 0-13 16,0 0-70-16,3-1-70 15,10-3-31-15,6-1-17 16,4-2-5-16,2 2-7 16,-1 0-1-16,-2 1-28 15,-4 2-89-15,-4 2-152 16,-4 0-242-16,-6 0-235 0</inkml:trace>
  <inkml:trace contextRef="#ctx0" brushRef="#br0" timeOffset="180.3563">12734 3676 1443 0,'0'0'332'0,"0"0"-78"16,0 0-100-16,0 0-38 16,0 0-6-16,64-19-42 15,-32 6-37-15,5-3-31 16,7-8-28-16,-12 5-181 15,-7 0-450-15</inkml:trace>
  <inkml:trace contextRef="#ctx0" brushRef="#br0" timeOffset="428.0189">12857 3402 1728 0,'0'0'401'15,"0"0"-160"-15,0 0-119 16,0 0-8-16,44 1 71 0,-15 6-48 16,4 3-16-16,0 2-52 15,-3 3-22-15,-4 1-22 16,-6 2-4-16,-10 2-13 16,-10 9-7-16,-19 10 0 15,-38 14-1-15,-26 6-17 16,-24-2-173-16,18-15-404 15,13-14-964-15</inkml:trace>
  <inkml:trace contextRef="#ctx0" brushRef="#br0" timeOffset="3482.3381">15060 3951 682 0,'0'0'743'16,"0"0"-550"-16,0 0-60 0,0 0 16 15,39-15-50-15,-28 18-38 16,0 8-24-16,-2 6 24 15,-4 5 1-15,-3 2 20 16,-2 9 1-16,-9-2-2 16,-6 1 17-16,-2 2-2 15,0-6-14-15,0 3-23 16,4-1-21-16,5-3-11 16,7-2-15-16,2-4-3 15,12-1-8-15,8-5-1 16,3-3 7-16,4-5-6 15,-1-5-1-15,-3-2-12 16,-3-3 5-16,-4-5 7 0,-5-1 0 16,-4 1 2-1,-4 2 11-15,-3 3 24 0,-1 3 14 16,0 0-10-16,-4 11-17 16,-8 13 34-16,-5 15 33 15,-1 16-7-15,0 7-20 16,4-3-7-16,6-5 6 15,3-7-16-15,2-5-4 16,0-7-4-16,2-8-19 16,-2-7-7-16,1-4-4 15,0 1-8-15,-3-1-1 16,0-1 0-16,-1-4 1 0,-1-5 0 16,0-3 8-1,-2-3-9-15,-2 0 10 0,-1-6-10 16,-1-3 0-16,0-1 8 15,0 1-8-15,1-1 0 16,-1 2-18-16,1 0-43 16,1 1-68-16,-3-1-60 15,3 1-342-15,4 1-467 0</inkml:trace>
  <inkml:trace contextRef="#ctx0" brushRef="#br0" timeOffset="3617.907">15173 4800 2320 0,'0'0'304'0,"-42"-9"-303"15,-8 1-1-15,2 1-295 16,-3-1-716-16</inkml:trace>
  <inkml:trace contextRef="#ctx0" brushRef="#br0" timeOffset="5547.0759">5140 3623 22 0,'0'0'1524'15,"0"0"-1155"-15,0 0-47 16,0 0-67-16,0-34-10 15,0 31-40-15,0 3-86 16,0 5-65-16,0 12-36 16,1 5 11-16,2 5 37 15,1 4-17-15,-2-5-25 16,1 3-10-16,1-4-14 0,-3-2 1 16,-1-4-1-1,0-2-7-15,0-3-18 0,-7-3-74 16,-2-3-36-16,-3-5-106 15,-1-3 13-15,-1 0-45 16,1-10-23-16,0-3-42 16,1-4 148-16,2-1 125 15,2 2 65-15,1 2 122 16,3 3 126-16,2 5 40 16,1 3-34-16,1 3-73 15,0 3-79-15,2 8 23 16,5 5 52-16,4 4-48 0,1 3-32 15,5 0-28 1,1 0-21-16,2-3-19 0,2-3-17 16,0-3-6-16,0-6-5 15,0-5-1-15,-4-3-9 16,-2-8-25-16,-3-5-35 16,-4-5-2-16,-5-3 13 15,-2-2 10-15,-2 2 27 16,0 1 20-16,-2 4 0 15,-2 3 1-15,0 6 1 16,0 4 17-16,0 3 6 16,-2 0-14-16,-2 10-4 15,-1 5-6-15,-2 5 1 16,2 4 8-16,0 2-9 16,2-2 1-16,2 0-1 0,1-4 0 15,1-1-51-15,1-4-188 16,0-4-241-16,1-6-465 0</inkml:trace>
  <inkml:trace contextRef="#ctx0" brushRef="#br0" timeOffset="5719.4568">5309 3890 2105 0,'0'0'349'0,"0"0"-54"15,0 0-174-15,0 0-81 16,0 0-22-16,0 0-10 0,0 0-8 16,-50 30-201-1,28-18-553-15</inkml:trace>
  <inkml:trace contextRef="#ctx0" brushRef="#br0" timeOffset="30243.119">2022 6910 476 0,'0'0'0'0,"0"0"-16"0,0 0 16 15,0 0 330-15,0 0-172 16,0 0-82-16,0 0-50 16,0 0-10-16,0 0-16 15,0 0-48-15,3 1-111 16,-2 2-127-16</inkml:trace>
  <inkml:trace contextRef="#ctx0" brushRef="#br0" timeOffset="30449.9933">2022 6910 415 0,'26'40'203'0,"-26"-38"92"0,0 1-181 16,0 0-33-16,0 0-23 15,1 4-28-15,1 1-13 16,-1 1-11-16,1 4-6 15,0 0-43-15,1 8-106 16,-1-5-181-16,-1-1-364 0</inkml:trace>
  <inkml:trace contextRef="#ctx0" brushRef="#br0" timeOffset="30616.5892">2067 7140 137 0,'0'0'155'0,"0"0"-93"0,0 0 176 16,0 0-2-1,0 0-98-15,0 0-79 0,0 0-11 16,0 23-9-16,-1-18-23 16,1 1-15-16,-1 2-1 15,1 7-25-15,-1-2-125 16,-1-1-172-16</inkml:trace>
  <inkml:trace contextRef="#ctx0" brushRef="#br0" timeOffset="30796.386">2072 7359 380 0,'0'0'40'0,"0"0"220"16,0 0-143-16,0 0-52 16,0 0-40-16,0 0-14 15,0 0-11-15,5 33-101 16,-5-24-107-16</inkml:trace>
  <inkml:trace contextRef="#ctx0" brushRef="#br0" timeOffset="30984.3343">2062 7548 385 0,'0'0'39'0,"0"0"310"16,0 0-173-16,0 0-59 0,0 0-43 15,0 0-23-15,7 37-25 16,-5-29-19-16,-1 1-7 16,-1 2-1-16,0 3-85 15,0-1-149-15,0-2-83 0</inkml:trace>
  <inkml:trace contextRef="#ctx0" brushRef="#br0" timeOffset="31179.9599">2062 7762 129 0,'0'0'210'0,"0"0"-154"16,0 0 324-16,0 0-202 15,0 35-70-15,1-29-37 0,1 2-31 16,-2-3-19 0,1 2-8-16,-1 0-13 0,0 0-21 15,0 1-36-15,0 1-82 16,-2 5-84-16,-3-2-35 15,2-2-28-15</inkml:trace>
  <inkml:trace contextRef="#ctx0" brushRef="#br0" timeOffset="31340.6436">2028 7970 116 0,'0'0'265'0,"0"0"-89"16,0 0 7-16,0 0-2 15,0 0-47-15,0 0-51 16,0 0-25-16,-3 33-31 0,3-29-8 15,1-2-19-15,1 1-19 16,-1 4-87-16,1-1-125 16,-1-1-140-16</inkml:trace>
  <inkml:trace contextRef="#ctx0" brushRef="#br0" timeOffset="31539.9036">2033 8131 354 0,'0'0'502'0,"0"0"102"16,0 0-438-16,0 0 7 0,0 0-19 15,0 0-31 1,0 0-64-16,0 6-34 0,0-6-25 16,3 1-6-16,-1 0-85 15,1 1-113-15,0-1-86 16,-2 1-391-16</inkml:trace>
  <inkml:trace contextRef="#ctx0" brushRef="#br0" timeOffset="37208.2585">1411 3049 720 0,'0'0'976'0,"0"0"-706"15,0 0-54-15,0 0-55 16,0 0-42-16,0 0-45 16,-10 4-43-16,6 16-19 15,0 15 2-15,0 9 44 0,-1-1 19 16,2-9-29-16,1-10-20 16,0-6-8-16,-1 3-20 15,-1 1 1-15,0 0-1 16,0-5 0-16,-1-3-13 15,-1-6-45-15,0-5-21 16,1-3 4-16,-4-1 33 16,1-11 16-16,-1-5 14 15,-1-2 10-15,3-3 2 16,1 1 7-16,0 3 0 16,3 3 14-16,2 6 22 15,1 3 18-15,-2 3-10 0,2 3-33 16,0 0-18-1,0 4 1-15,6 5-1 0,5 3 24 16,1 3 5-16,2 0 0 16,2 1-8-16,-1 0-9 15,0-3-6-15,0-1-5 16,-4-3-1-16,1-4 0 16,-5-1-8-16,0-2-24 15,-2-2-15-15,-1 0-4 16,-1-6-7-16,1-3-9 15,0-5 0-15,0-1 16 16,0 0 29-16,-1-1 13 16,-1 2 9-16,0 5 0 0,-1 2 9 15,-1 4 21-15,0 2 10 16,0 1-15-16,0 4-19 16,-1 8-5-16,-4 2 6 15,-1 4 5-15,-1 1-11 16,2 0 5-16,-1-2-5 15,2-1-1-15,-1-3-15 16,1 0-102-16,2-4-223 16,-1-5-521-16</inkml:trace>
  <inkml:trace contextRef="#ctx0" brushRef="#br0" timeOffset="37384.3249">1516 3317 1842 0,'0'0'354'0,"0"0"-97"0,0 0-109 15,0 0-59-15,0 0-50 16,0 0-39-16,0 0-118 16,-50 35-435-16</inkml:trace>
  <inkml:trace contextRef="#ctx0" brushRef="#br0" timeOffset="40895.6806">2994 3071 1008 0,'0'0'252'0,"0"0"-17"0,-9-43 25 16,5 28-24-16,1 5-60 16,0 3-68-16,1 4-56 15,1 2-14-15,-2 1-17 16,2 3-16-16,-1 9-5 15,1 7 0-15,-1 8 1 16,2 3 16-16,0 1 25 16,0 1 3-16,0-4 2 15,0-3-8-15,0-4-26 16,-1-4-13-16,-2-3-1 16,-1-5 1-16,-2-2-6 15,-1-4-14-15,-2-3 11 16,-2 0 9-16,0-3-2 15,-1-6 2-15,1-4 1 16,2-1 8-16,1 0-7 0,4 0 16 16,2 2 9-16,1 5 16 15,1 3 1-15,0 4-25 16,0 0-19-16,6 4 0 16,3 8 0-16,2 1 15 15,1 1 12-15,3 2 1 16,0-1-13-16,-1 0-6 15,3-2-1-15,-1-1-1 16,0-5-6-16,-3 0-1 16,0-5 1-16,-4-1-1 0,-1-1 0 15,0-1 0 1,-3-5 1-16,-1-2 0 16,1-2 0-16,-2-1 0 0,-2 2 0 15,0 0 0 1,-1 3 4-16,0 1-4 0,0 5-1 15,0 0 0-15,-4 0-18 16,-4 7 6-16,-3 6 11 16,-1 1 0-16,-1 4 0 15,0 0 0-15,2-1-12 16,2 1-56-16,1-1-60 16,1 3-133-16,1-5-333 15,5-4-494-15</inkml:trace>
  <inkml:trace contextRef="#ctx0" brushRef="#br0" timeOffset="41068.8105">3147 3311 510 0,'0'0'1132'0,"0"0"-653"0,0 0-222 15,0 0-46-15,0 0-75 16,0 0-71-16,0 0-65 15,-18 14-3-15,6-1-250 16,-5 1-512-16</inkml:trace>
  <inkml:trace contextRef="#ctx0" brushRef="#br0" timeOffset="45421.4988">4224 4506 1056 0,'0'0'538'15,"0"0"-292"-15,0 0-1 16,0 0-42-16,0 0-32 16,0 0-58-16,-13-20-68 15,9 43-26-15,-2 10 12 16,1 2 29-16,2-2-29 0,3-5-13 16,0-3-9-16,0 1-8 15,-2 2 0-15,1-3-1 16,-2-3-82-16,-3-5-74 15,-3-4-80-15,-2-4-45 16,-5-3-24-16,0-5 44 16,-4-1 87-16,0-7 92 15,1-8 82-15,2-3 20 16,1-4 68-16,7-1 25 16,1 3 82-16,4 4-14 15,4 6 21-15,0 3-12 16,0 7-110-16,8 0-52 15,4 8-5-15,4 4 29 0,3 4-1 16,1 1-16-16,1 2-1 16,1-1-13-16,0-2-9 15,0-2-11-15,-2-4 5 16,0-2-6-16,-2-5-1 16,-4-2-34-16,-2-1-17 15,-3-5-7-15,-3-5 0 16,1-5 7-16,-3-2 3 15,-2-2 33-15,0 0 16 16,-2 2 1-16,0 3 11 16,0 6 22-16,0 5 6 15,-5 3 0-15,0 4-28 16,-4 9-3-16,-2 4-9 16,0 2 1-16,-1 1 1 15,2 1-2-15,1-2-1 0,-3 7-116 16,3-7-357-16,1-1-422 15</inkml:trace>
  <inkml:trace contextRef="#ctx0" brushRef="#br0" timeOffset="45567.8112">4373 4792 354 0,'0'0'1246'16,"0"0"-1033"-16,0 0-88 15,-60 10-125-15,29 0-2 16,-7 2-596-16</inkml:trace>
  <inkml:trace contextRef="#ctx0" brushRef="#br0" timeOffset="55745.3321">8252 3785 13 0,'0'0'201'16,"0"0"-201"-16</inkml:trace>
  <inkml:trace contextRef="#ctx0" brushRef="#br0" timeOffset="56113.0243">8235 3676 92 0,'0'0'291'0,"0"0"245"16,0 0-301-16,0 0-44 15,0 0-4-15,0 0 42 16,0 0-39-16,-20-37-18 0,19 35-32 16,0 2-38-1,1 0-55-15,0 5-30 0,0 9-16 16,0 8 7-16,0 5 5 15,0 3 0-15,-1 1-2 16,-1-1-10-16,0-3 0 16,2-2-1-16,0-2-7 15,0 0-140-15,3-6-374 16,3-5-683-16</inkml:trace>
  <inkml:trace contextRef="#ctx0" brushRef="#br0" timeOffset="56481.661">8644 3616 1106 0,'0'0'543'0,"0"0"-284"16,0 0 17-16,0 0-68 15,0 0-56-15,0 0-63 16,0 0-50-16,-8 19-20 16,7 4 65-16,-1 5-14 15,2 0-27-15,0-1-16 0,0-2-20 16,-1-3-1-16,1-2-6 15,-1-3-1-15,0-3-34 16,-3-3-102-16,0-3-116 16,-3-6-37-16,-7-4-63 15,2-6-8-15,0-4-252 0</inkml:trace>
  <inkml:trace contextRef="#ctx0" brushRef="#br0" timeOffset="56819.3392">8539 3775 45 0,'0'0'359'15,"0"0"137"-15,0 0-191 16,-22-36-32-16,19 32 18 15,2 4-84-15,1 0-121 16,0 4-55-16,1 5 26 0,6 3 35 16,3 3 2-16,3 1-23 15,1 0-26-15,2-1-20 16,1-1-10-16,0-3-6 16,-1-3-8-16,0-2-1 15,-2-5-28-15,-1-1-48 16,0-4-29-16,-1-7-38 15,-2-3-13-15,0-1 30 16,-3-3 60-16,-1 3 46 16,-2 1 20-16,-3 2 22 15,-1 5 49-15,0 4 25 16,0 3-10-16,-5 1-49 16,-2 9-24-16,-3 5 2 0,0 6 11 15,-1 2-7 1,1 2-11-16,-1 2-7 0,2 2-1 15,-8 9-37-15,3-7-318 16,-1-6-966-16</inkml:trace>
  <inkml:trace contextRef="#ctx0" brushRef="#br0" timeOffset="57705.6025">8042 3800 582 0,'0'0'599'0,"0"0"-299"0,0 0-48 16,0 0-67-16,0 0-68 16,0 0-67-16,0 0 37 15,18 42 64-15,-4-16-32 16,3 1-35-16,1 0-15 15,1-2-7-15,0-4-25 16,0-4-17-16,0-3-13 16,0-4-1-16,-2-5 0 15,-1-2 0-15,-3-3-5 16,-1-4-1-16,-2-7-45 16,-1-5-62-16,-1-4-16 15,-2-2 9-15,-1-2 7 16,-1 1 39-16,-1 2 24 15,-1 2 22-15,0 3 20 0,0 2 2 16,1 3 0-16,-1 3 1 16,0 2 27-16,-1 4 9 15,1 2-13-15,-1 4-18 16,1 8 19-16,-1 6 21 16,-1 5 16-16,0 3 0 15,-3 2-13-15,-5-1-16 16,0-3-15-16,-1-1-8 15,0-3-10-15,-1-3-36 16,-2 2-172-16,2-5-288 0,2-3-1048 16</inkml:trace>
  <inkml:trace contextRef="#ctx0" brushRef="#br0" timeOffset="64436.8011">8339 7307 948 0,'0'0'261'16,"0"0"-106"-16,0 0-67 15,0 0-46-15,0 0-20 16,0 0 9-16,-12 19 11 16,6-7 0-16,1-1-3 15,-3 0-11-15,1 0 6 16,-2-2-17-16,0 0-4 16,-1-1-7-16,1-3-4 15,-1 0 5-15,2-3-1 16,1-1 1-16,3-1 6 15,1 0 44-15,2-1 18 0,1-3-16 16,0-1-11-16,3 1-7 16,4 1-19-16,2 2-6 15,2 1 5-15,2 0-5 16,0 5-4-16,0 3-2 16,-1 1-1-16,-2 1-8 15,1-1 1-15,-3 0-1 16,-1-2-1-16,2 2-99 15,-3-2-181-15,-1-2-235 0</inkml:trace>
  <inkml:trace contextRef="#ctx0" brushRef="#br0" timeOffset="64923.2173">8365 7375 960 0,'0'0'329'0,"0"0"-67"16,0 0-66-16,0 0-9 16,0 0-72-16,0 0-57 15,0 0 17-15,17 4 17 16,-2 0-20-16,4-1-4 15,0 0-4-15,1-1-3 16,0-1-7-16,-1-1-22 16,-3 0-11-16,-2 0-9 15,-2 0-6-15,-3 0-5 16,-2 0 5-16,-2-1-6 16,-2-1-7-16,-3 2-52 0,0-1-57 15,0 0-33-15,0-1-162 16,-3 1-240-16,-2-2-810 0</inkml:trace>
  <inkml:trace contextRef="#ctx0" brushRef="#br0" timeOffset="65267.8721">8485 7326 857 0,'0'0'558'0,"0"0"-334"16,0 0-11-16,0 0-59 0,0 0-10 16,0 0-50-1,0 0-24-15,38 3-19 0,-27 3-12 16,0 2-5-16,-2 0 8 16,-1 0-7-16,-1 0-5 15,-2-2-2-15,-2 0-4 16,-1-1-6-16,-1 0 1 15,-1 1-2-15,0 0 4 16,-3 0-3-16,-3 0 4 16,-3 1-7-16,-2 0-3 0,-2 0-6 15,-2 0-6 1,0 0 0-16,1 1-76 0,-9 5-149 16,5-1-398-1,1 0-1037-15</inkml:trace>
  <inkml:trace contextRef="#ctx0" brushRef="#br0" timeOffset="71044.3695">8423 6621 126 0,'0'0'189'16,"0"0"-142"-16,0 0-28 15,0 0 47-15,0 0 154 16,0 0-112-16,-1 0-52 16,1 1-34-16,0 3-9 15,-2 2-3-15,0 10 2 16,-1-2-12-16,1 0-182 0</inkml:trace>
  <inkml:trace contextRef="#ctx0" brushRef="#br0" timeOffset="71239.0502">8409 6894 584 0,'0'0'195'15,"0"0"-99"-15,0 0-27 16,0 0 3-16,0 0-36 16,0 0-18-16,-4 40-18 15,7-23-38-15,1 0-205 16,-1-1-345-16</inkml:trace>
  <inkml:trace contextRef="#ctx0" brushRef="#br0" timeOffset="71410.9121">8411 7203 517 0,'0'0'162'15,"0"0"-44"-15,0 0-27 16,0 0 10-16,0 0-46 16,0 0-36-16,-1 42-19 15,1-27-22-15,0 0-200 16,0-2-301-16</inkml:trace>
  <inkml:trace contextRef="#ctx0" brushRef="#br0" timeOffset="71604.0483">8386 7455 778 0,'0'0'156'15,"0"0"-67"-15,0 0 8 16,0 0 0-16,0 0-58 15,0 0-24-15,8 40-15 16,-6-29-13-16,1 10-149 16,-3-5-186-16,1 0-300 0</inkml:trace>
  <inkml:trace contextRef="#ctx0" brushRef="#br0" timeOffset="71758.2996">8395 7737 641 0,'0'0'258'0,"0"0"-89"16,0 0-40-16,0 36 9 16,0-25-48-16,1 1-64 15,2 1-15-15,0 1-11 16,1 7-87-16,-1-4-100 16,-2-1-313-16</inkml:trace>
  <inkml:trace contextRef="#ctx0" brushRef="#br0" timeOffset="71923.1994">8376 8095 950 0,'0'0'232'0,"0"0"-135"16,0 0-60-16,0 0-5 15,-9 42-32-15,9-30-22 16,0-2-153-16,2-1-538 0</inkml:trace>
  <inkml:trace contextRef="#ctx0" brushRef="#br0" timeOffset="72108.7506">8318 8358 1106 0,'0'0'256'16,"0"0"-180"-16,0 0-55 16,0 0-21-16,0 0-43 15,-7 36-240-15,10-33-377 0</inkml:trace>
  <inkml:trace contextRef="#ctx0" brushRef="#br0" timeOffset="72317.2083">8308 8470 728 0,'0'0'1007'0,"0"0"-687"16,0 0-124-16,0 0-33 16,0 0 17-16,0 0-57 15,0 0-57-15,-13 2-41 16,13-2-25-16,0 0-16 15,0 0-127-15,0 0-107 16,0-3-393-16</inkml:trace>
  <inkml:trace contextRef="#ctx0" brushRef="#br0" timeOffset="80329.4127">8340 7126 85 0,'0'0'90'16,"0"0"-12"-16,0 0 1 15,0 0-14-15,0 0-42 16,0 0-23-16,-1-3-14 16,1 3 13-16,0 0 1 15,0 0 134-15,0-2 42 16,0 2-18-16,-1 0-15 15,0 0-20-15,0 0-21 16,1 0-35-16,-2 0-29 16,0 0-22-16,-3 7-8 15,0 0 17-15,-1 3 23 16,-2 1-9-16,0 0-10 0,-1 1-4 16,1-2-8-16,-2-1-11 15,1 0 6-15,0-1-11 16,1-2 5-16,1-1-6 15,2-2 1-15,1-2 0 16,3-1 10-16,1 0 5 16,0-1-1-16,4-3-8 15,3 0 8-15,3 1 4 16,0 2 10-16,2 1-12 16,1 0-9-16,0 5 3 15,1 2 2-15,-1 1-2 0,0 0-4 16,-2-1-6-16,-1 0-1 15,-1-1-27-15,1-1-148 16,-3-2-117-16,-1 0-501 16</inkml:trace>
  <inkml:trace contextRef="#ctx0" brushRef="#br0" timeOffset="80561.5386">8347 7217 1104 0,'0'0'332'0,"0"0"-174"15,0 0-59-15,0 0-1 16,0 0 40-16,0 0-38 0,0 0-22 16,35 13-39-16,-18-9-16 15,1-1-17-15,1-1-6 16,0-1-37-16,4-1-178 15,-4 0-268-15,-4-1-417 0</inkml:trace>
  <inkml:trace contextRef="#ctx0" brushRef="#br0" timeOffset="80840.3999">8494 7175 886 0,'0'0'511'0,"0"0"-331"0,0 0-60 16,0 0-43 0,0 0 30-16,0 0-16 0,0 0-29 15,32 22-23-15,-21-14-7 16,-2 1-17-16,-1 0 5 16,-4-1 2-16,-2 0-7 15,-2 0 9-15,0 0-7 16,-6 0 4-16,-4 1-3 15,-4-1-5-15,-2-1-7 16,0-1-5-16,-3 0-1 16,3-1-124-16,4-3-354 0</inkml:trace>
  <inkml:trace contextRef="#ctx0" brushRef="#br0" timeOffset="91908.8701">13633 3714 204 0,'0'0'0'0</inkml:trace>
  <inkml:trace contextRef="#ctx0" brushRef="#br0" timeOffset="92139.6447">13633 3714 1023 0,'0'0'324'0,"0"0"-81"0,-6-8-48 16,6 8 0-16,2 0-34 15,5 0-59-15,5 0 6 16,5 2 23-16,6 2 14 16,12 1-15-16,14-2-22 15,15-1-14-15,6-2-16 16,0 0-32-16,-8-1-15 15,-9-3-11-15,-14 1-19 16,-10 2 1-16,-11-1 5 16,-5 1-7-16,-3 0 0 0,-2-1-44 15,-4 1-41-15,-4 1-91 16,-2 0-105-16,-19 0-209 16,2 1-95-16,-2 2-860 0</inkml:trace>
  <inkml:trace contextRef="#ctx0" brushRef="#br0" timeOffset="92432.9668">13696 3806 1196 0,'0'0'367'0,"0"0"-93"0,0 0-2 15,0 0-38 1,0 0 58-16,53 0-57 0,-8 0-65 15,17 0-20-15,7-4-32 16,1-1-27-16,-5-1-14 16,-9 2-31-16,-5 0-10 15,-12 1-13-15,-10 0-11 16,-11 2-11-16,-5 0-1 16,-1 1 6-16,-2-1-6 15,-4 1-12-15,-3 0-43 16,-3 0-65-16,-9 2-61 15,-6 5-181-15,-5-1-348 0</inkml:trace>
  <inkml:trace contextRef="#ctx0" brushRef="#br0" timeOffset="95371.1131">13130 4018 783 0,'0'0'152'15,"0"0"-6"-15,0 0 19 16,0 0-41-16,0 0 19 16,-1-40-20-16,-3 35 51 15,0 1-95-15,-3 3-22 0,-2 1-22 16,-4 1-11-1,-2 8 5-15,-3 4 18 0,-1 3 4 16,0 3-15-16,4 1 10 16,2 0 2-16,5 2-15 15,4-2-11-15,4 3 0 16,0-1 18-16,4 0-6 16,3 2-7-16,2-1 1 15,-1-1-1-15,-2-1-2 16,-2 0-16-16,-4 0-7 15,0-1 5-15,-7-1-6 16,-5-1 5-16,-2-2-4 16,-4-1-1-16,0-2 8 15,2-5-8-15,2-2 1 0,2-3 5 16,5-3 1-16,4 0 11 16,2-1 29-16,1-2 13 15,0-1-7-15,0 2-22 16,0 1-9-16,3 1-23 15,2 2-1-15,3 9 1 16,-1 3 5-16,1 6 20 16,0 5 5-16,-4 10 18 15,-2 10 3-15,-2 11 21 16,-5 4-4-16,-5-2-11 16,-2-4 11-16,1-7-10 15,3-3 11-15,2-2-8 16,2-3-13-16,3-9-12 15,1-7-3-15,0-8 14 0,3-3-7 16,4 1-11-16,2 0-5 16,2 0 6-16,2-1 3 15,2-4-2-15,-1-2-1 16,2-2-6-16,0-4 2 16,3-2-7-16,1-6 2 15,2-2-4-15,2-3-11 16,-2 1 1-16,-1 1-1 15,-4 1-5-15,-3 2-1 16,-4 3 0-16,-4 0 0 16,-2 2-28-16,-2 1-47 15,-2 2-47-15,-14 0-107 16,-4 0-394-16,-6 0-1171 0</inkml:trace>
  <inkml:trace contextRef="#ctx0" brushRef="#br0" timeOffset="98340.4683">14064 2844 1328 0,'0'0'189'0,"0"0"-91"16,-3-43 84 0,-1 33 58-16,0 8-56 0,-2 2-89 15,-5 21-52-15,-6 16 7 16,-3 13 26-16,0 2-4 15,4-4-25-15,5-13-9 16,4-11-11-16,1-4-12 16,0-2-6-16,1 1-2 15,-1 0 1-15,1-2-8 16,1-6-23-16,2-4-19 16,1-6 6-16,1-1 27 15,0-6 9-15,-1-8-27 16,1-6 26-16,0-1 1 15,0 0 2-15,0 3 13 16,0 4 4-16,0 6 30 0,0 5-3 16,0 3-31-1,3 0-15-15,0 9 0 0,3 2 8 16,1 4 16-16,3 0-11 16,1 1-12-16,2 0 8 15,1-2-3-15,1-3-5 16,0 0 2-16,-2-4-3 15,0-1-29-15,-3-4-38 16,0-2-13-16,-2-1 32 16,0-7 30-16,-1-4 12 15,0 0 6-15,-3 0 0 16,-2 1 6-16,-1 4 3 16,-1 3 16-16,0 2 5 0,0 2-17 15,-5 0-13-15,-3 7 1 16,-4 2-1-16,-1 3 1 15,-2 2 1-15,0 0-2 16,3-1-19-16,0 4-114 16,4-3-195-16,2-4-362 0</inkml:trace>
  <inkml:trace contextRef="#ctx0" brushRef="#br0" timeOffset="98500.4867">14156 3141 93 0,'0'0'816'0,"0"0"-816"0,0 0-130 0</inkml:trace>
  <inkml:trace contextRef="#ctx0" brushRef="#br0" timeOffset="131822.0542">5842 4081 1121 0,'0'0'581'16,"0"0"-341"-16,0 0-64 16,0 0-15-16,0 0-1 15,47-36-13-15,-6 10-23 16,16-11-35-16,7-3-30 16,-2 1-29-16,-8 7-8 15,-18 12-16-15,-11 6 0 16,-10 6-6-16,-9 3-36 15,-4 3-130-15,-10 2-85 16,-7 0-339-16,-5 4-245 0</inkml:trace>
  <inkml:trace contextRef="#ctx0" brushRef="#br0" timeOffset="132211.7684">5857 3900 960 0,'0'0'640'16,"0"0"-402"-16,0 0-2 15,12-38-49-15,-10 33-12 16,-1 3-12-16,-1 2-45 16,0 2-61-16,-2 12-29 0,-7 17-18 15,-4 14 25 1,-1-1 27-16,2-5 1 0,4-13-6 15,7-8-14-15,1 2-11 16,0 1-13-16,6 0 4 16,7-4 1-16,7-3 18 15,11-6 12-15,14-5 0 16,10-3 4-16,2-11-12 16,-1-4-8-16,-10-3-11 15,-11 3-15-15,-9 2-12 16,-8 3 1-16,-4 2-1 15,-1 0-31-15,-2 0-86 0,-2-1-63 16,-1-2-149 0,-4 1-349-16,-3 0-856 0</inkml:trace>
  <inkml:trace contextRef="#ctx0" brushRef="#br0" timeOffset="159503.1168">13476 5111 1405 0,'0'0'235'0,"0"0"-67"15,0 0-11-15,0 0-62 16,0 0-61-16,0 0-12 16,-6 35 19-16,6-15 8 15,4 2-14-15,4 0-5 16,2-2 2-16,3-4-15 16,-1-2 2-16,3-3-9 15,-1-4-2-15,0-6 9 16,3-1 16-16,2-7 11 15,2-6 7-15,4-5-14 16,1-1-7-16,1-1-14 16,-2 3 1-16,-2 4-8 15,-2 5-8-15,-4 3-1 0,-1 5 0 16,-2 0 11 0,0 7 6-16,1 3-7 0,2 1-9 15,2 2 1 1,0-1-1-16,2-1 7 0,2-1-8 15,-1-2 0-15,1-3 1 16,-1-3 0-16,1-2-1 16,-1 0 0-16,0-5 6 15,0-4-5-15,0-2 6 16,-2 1-6-16,0-1 0 16,-2 3 1-16,-3 2 5 15,-1 2-6-15,-1 4-1 16,-1 0 0-16,1 1 3 15,3 6 15-15,1 1 7 0,4 1 5 16,2 0-2-16,4 0-2 16,1-1-2-16,3-4 4 15,1 0-3-15,2-3-14 16,-2-1 1-16,-1 0 3 16,-3-6-5-16,-3-2 2 15,-4-2 18-15,-2-1 9 16,-5-2-2-16,-3-2-8 15,-2 0-11-15,-2-1-2 16,-2 1-10-16,-2 1-4 16,-1 3-1-16,-2 0-1 0,0 5-17 15,0 0-78 1,-4 4-131-16,-2 1-268 0,0 1-545 0</inkml:trace>
  <inkml:trace contextRef="#ctx0" brushRef="#br0" timeOffset="159652.2905">14930 5180 1993 0,'0'0'483'0,"0"0"-394"16,0 0 41-16,0 0-8 16,0 0-80-16,0 0-42 15,0 0-162-15,-19 6-693 0</inkml:trace>
  <inkml:trace contextRef="#ctx0" brushRef="#br0" timeOffset="161251.7092">14162 5538 1472 0,'0'0'285'0,"0"0"-73"16,0 0-64-16,0 0-58 15,-5 50 54-15,2 0-2 16,-1 6-5-16,1 1-22 15,2-9-38-15,1-8-24 16,-2-1-16-16,1-8-30 16,1-5-7-16,0-9 0 15,0-4-12-15,0-4-112 16,6-9-175-16,2 0-387 0,1-11-331 0</inkml:trace>
  <inkml:trace contextRef="#ctx0" brushRef="#br0" timeOffset="161475.6089">14317 5517 1639 0,'0'0'506'0,"0"0"-343"16,0 0-63-16,0 43 43 16,0 1 49-16,4 14-54 15,3 6-47-15,0 0-2 16,-1-6-33-16,-6-5-28 0,0-2-28 15,-7-2 0-15,-3-10-1 16,1-12-17-16,2-11-93 16,-3-11-197-16,1-3-280 15,3-2-381-15</inkml:trace>
  <inkml:trace contextRef="#ctx0" brushRef="#br0" timeOffset="161807.5558">14266 5388 1341 0,'0'0'301'0,"-39"-9"-118"15,13 9 23-15,-4 2-23 0,-1 10-52 16,2 5-42 0,2 5-18-16,3 0-19 0,3 0-23 15,7-2-14-15,4-4-8 16,6-5-5-16,4-5-1 15,3-6 0-15,9-3 39 16,7-12 4-16,7-6 10 16,9-8 7-16,11 0-8 15,8 5-15-15,1 12-3 16,-4 13-14-16,-6 24-21 16,-7 14-2-16,-3 9 2 15,-3 5 21-15,-5 2-12 16,-3 4-9-16,-8 0-96 15,-7-13-375-15,-9-9-1172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28:48.8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1251 5850 25 0,'0'0'1301'15,"0"0"-1055"-15,0 0-68 16,0 0-4-16,0 0-28 15,0 0-37-15,6 1-48 16,8 0 14-16,3 0-2 16,3 0-27-16,3-1-11 15,0 0-18-15,0 0-11 16,-2 0-6-16,-2-3-9 0,-3-2-85 16,3-2-116-1,-6 2-308-15,-4-2-233 0</inkml:trace>
  <inkml:trace contextRef="#ctx0" brushRef="#br0" timeOffset="267.884">1391 5747 214 0,'0'0'1000'16,"0"0"-730"-16,0 0 35 16,0 0-83-16,0 0-85 15,0 0-65-15,0 0-8 16,-14 27 26-16,27-13-28 15,6 0-26-15,3 1-14 16,0-2-6-16,0 0-10 16,-4 0 8-16,-3-1-14 0,-7-1 1 15,-5 1 13-15,-3 2-7 16,-7 0-7-16,-8 1 1 16,-4 0 1-16,0-1-2 15,0-3-41-15,9-5-122 16,4-3-221-16,6-3-838 0</inkml:trace>
  <inkml:trace contextRef="#ctx0" brushRef="#br0" timeOffset="1778.47">2169 5883 314 0,'0'0'805'0,"0"0"-472"16,0 0-55-16,0 0-23 15,0 0-64-15,0 0-52 16,0 0-55-16,14-5 5 16,0 5 6-16,3 1-22 15,1 2-18-15,-1 0-22 16,0-1-16-16,0-2-11 16,-1 0-5-16,-3 0-1 15,-2 0 0-15,-2 0-91 0,-2-4-131 16,-4-3-81-1,-1 0-307-15,-2 1-333 0</inkml:trace>
  <inkml:trace contextRef="#ctx0" brushRef="#br0" timeOffset="2061.8991">2201 5790 963 0,'0'0'308'16,"0"0"-93"-16,0 0-24 16,0 0-51-16,0 0-54 0,0 0-20 15,0 0 73-15,-20 38-24 16,14-21-7-16,1-1-7 16,0 0-41-16,4-1-22 15,1-2-7-15,1 0-13 16,10-2-9-16,4-3-7 15,7-1 7-15,11-4-9 16,11-3-33-16,9 0-114 16,-9 0-196-16,-13-3-613 0</inkml:trace>
  <inkml:trace contextRef="#ctx0" brushRef="#br0" timeOffset="3397.969">1849 5710 80 0,'0'0'406'16,"0"0"-153"-16,0 0-47 15,0 0-19-15,0 0-16 16,0 0-4-16,0 0 16 16,-20-35-15-16,19 31-16 15,-1 1-4-15,2 1-31 0,0 0-11 16,0 2-8-16,0 0-39 16,0 5-38-16,0 7-6 15,2 6 45-15,1 4 1 16,0 4 16-16,-2 2-2 15,-1 1-3-15,1 1-10 16,-1-3-23-16,1 1-6 16,0 0 1-16,-1-1 5 15,0 0-6-15,0 0-3 16,0-2-7-16,0-2-4 16,-1-2-4-16,-1-3-6 15,1-3-3-15,-1-3-4 0,1-1 4 16,1-4-5-1,0-1 0-15,0-3-1 0,0-1 1 16,0-2 8-16,0 0-9 16,0 0 1-16,0 0 11 15,0-7 3-15,0-2-14 16,0-4-1-16,4-4-1 16,1-3 0-16,0-3-7 15,1-3-1-15,0-1-7 16,0 0-10-16,-1 1 11 15,-1-1-3-15,-1 1 0 16,-1 2 8-16,-2-1-1 16,0 1-4-16,0 1 14 0,0 0-13 15,0 1 2 1,-3 4 11-16,1 2 0 0,1 2-1 16,0 3 1-16,0 2 1 15,1 3 0-15,-1 2 0 16,0 2 0-16,1 2 0 15,0 0 0-15,0 6 0 16,0 8-1-16,0 6 1 16,0 10 1-16,0 8 18 15,0 8 1-15,0 1 11 16,0-1-8-16,0-2 1 16,-2-1-5-16,-2 0 2 15,-2-2 3-15,2-3 6 16,-1-3 12-16,2-4-8 15,1-5-7-15,0-8-7 0,1-1-10 16,1 1 8-16,-1-1-16 16,0 2 10-16,1-6-11 15,0-4 5-15,0-4-6 16,0-1 1-16,0-3-1 16,0-1-2-16,0 0 2 15,0 0 0-15,0-4-44 16,-2-4-98-16,-1 1-181 15,0-2-708-15</inkml:trace>
  <inkml:trace contextRef="#ctx0" brushRef="#br0" timeOffset="4474.9508">5583 5593 153 0,'0'0'335'0,"0"0"380"15,0 0-361-15,0 0-46 16,0 0-78-16,0 0-89 16,-7 13 0-16,2 6 68 15,-1 5-14-15,1 4-47 16,0 0-40-16,1-1-26 15,2-1-28-15,-1-5-19 16,2-3-22-16,0-4-7 16,-1-3-4-16,2-4-2 0,-1-5-50 15,0-2-96-15,0-11-165 16,1-5-371-16,0-3-525 0</inkml:trace>
  <inkml:trace contextRef="#ctx0" brushRef="#br0" timeOffset="4772.9147">5527 5548 791 0,'0'0'611'0,"0"0"-427"15,0 0-13-15,0 0 37 16,-31 34-4-16,22-20-48 16,1 0-27-16,0-1-19 15,3-3-40-15,1-3-22 0,1-2-29 16,1-4-10-1,2-1 5-15,0-1 10 0,4-7 37 16,4-5-45-16,2-2-8 16,1 1-2-16,0 2 4 15,1 4 4-15,0 3-2 16,0 4-5-16,0 1-6 16,1 5 0-16,2 5 0 15,0 2 0-15,1 3 7 16,16 9-8-16,-5-4-155 15,0-3-429-15</inkml:trace>
  <inkml:trace contextRef="#ctx0" brushRef="#br0" timeOffset="6145.9538">10683 5641 778 0,'0'0'269'0,"0"0"14"0,0 0 28 15,0 0-16-15,0 0-61 16,0 0-88-16,-7-3-51 15,5 16-46-15,1 12 91 16,-1 1 0-16,1 5-28 16,1 1-29-16,0-6-20 15,0 2-18-15,0-1-24 16,0-2-11-16,3-3-9 16,0-2 0-16,-1-4-1 15,-1-6-77-15,-1-3-142 16,0-7-167-16,0-5-123 15,0-4-397-15</inkml:trace>
  <inkml:trace contextRef="#ctx0" brushRef="#br0" timeOffset="6446.5838">10649 5668 1003 0,'0'0'261'0,"0"0"-67"16,0 0-17-16,-44 13 12 15,27-3-19-15,0 1-47 16,1-1-32-16,3-2-30 16,3-1-14-16,5-2-7 15,2-2-3-15,3-3 3 16,0 0 33-16,3 0 21 16,8-6-12-16,3-1-39 0,2-1-16 15,2 3-6 1,0 3-5-16,-1 2-6 0,0 4-4 15,0 7-4-15,1 6-1 16,1 1 0-16,1 2-1 16,12 13-6-16,-4-7-193 15,-4-3-407-15</inkml:trace>
  <inkml:trace contextRef="#ctx0" brushRef="#br0" timeOffset="12075.4099">6243 3913 789 0,'0'0'541'0,"0"0"-347"0,0 0-34 15,0 0-35 1,0 0-20-16,0 0-35 0,20-20-14 15,-4 18-28-15,5 0-5 16,5 2-4-16,5 0 3 16,2 6-1-16,2 3-5 15,1 4-2-15,-1 3 0 16,0 3 7-16,-2 3-6 16,0 3-5-16,-1 3 5 15,1 0 3-15,5 8 8 16,7 6 4-16,9 7 4 15,2 1 6-15,-4-3 9 16,-3-2-24-16,-6-3-8 0,-1 3-1 16,1 1-3-16,-3 0-1 15,-3 0-6-15,0 0 2 16,-2 2 2-16,0 0 3 16,0 2 2-16,1 1 2 15,0 1-7-15,0 2 2 16,-1 3-11-16,-1 0 5 15,0 1-4-15,-1-1-2 16,1 1 0-16,0 1 0 16,3-2 6-16,-1 3 2 15,1-1-7-15,-1 1-1 16,-1 0-1-16,2-1-1 0,1-2 2 16,0 1 0-1,2-1 0-15,0 0 8 0,-1 0-7 16,0 2 5-16,0 0-6 15,-2-2-1-15,1 0-7 16,-2-3 8-16,-1 0 0 16,-1 0 0-16,-3-1 0 15,-1 0 1-15,0-1 5 16,1 0-6-16,1-3-2 16,3-2 2-16,1-6-1 15,2-2 1-15,3-6 0 16,-1 0 0-16,2-3 7 15,1-1-7-15,0-2-1 16,0-2 0-16,-1-1 1 16,1-2 5-16,-2-3-5 0,1-1-2 15,0-3 1-15,2-2 0 16,2 0 1-16,0-3 0 16,1-1 2-16,-1 0 5 15,-3 1 15-15,-1-2-7 16,-1 0 9-16,-1 0 0 15,-6-1-3-15,-5-1-2 16,-6-1 1-16,0 0-1 16,4 0 7-16,5 2-7 15,3 0 2-15,-2 0 0 16,-3 0 4-16,-2-4 7 16,-4 1-2-16,-4-1 0 15,-2-2-13-15,-2 0 4 0,1-1-3 16,1 0 5-1,2 0-4-15,3 0 2 0,2 0-3 16,1-2-10-16,-1 0-2 16,-1 1 0-16,-3-1 1 15,-3 1-6-15,-3 0 5 16,-4 1-4-16,-3 0 7 16,-2 0-9-16,-2 0 0 15,-2 0 1-15,0 0-1 16,-2 0 0-16,0 0 0 15,0 0 1-15,0 0-1 16,0 0 0-16,0 0-20 0,0 0-51 16,0 0-77-16,0-2-185 15,0 0-384-15</inkml:trace>
  <inkml:trace contextRef="#ctx0" brushRef="#br0" timeOffset="12412.9586">9943 6937 1490 0,'0'0'749'16,"0"0"-498"-16,0 0-67 16,0 0-71-16,0 0 5 0,0 0-34 15,25 36 18 1,-6-12-29-16,3 1-40 0,3 3-9 15,-1-2-9 1,-2-1-6-16,-4-5-8 0,-4-1 0 16,-5-2 1-16,-4-2-1 15,-4-1 0-15,-1-3 0 16,-4 0 1-16,-4-2 4 16,-4-1-6-16,1-3 2 15,-2-1-2-15,1-2 0 16,1-1-24-16,-1-1-66 15,-4 0-88-15,2 0-335 16,2 0-506-16</inkml:trace>
  <inkml:trace contextRef="#ctx0" brushRef="#br0" timeOffset="12589.2824">10048 7307 2107 0,'0'0'390'0,"0"0"-85"16,0 0-186-16,-42 17-24 16,37-15-58-16,4 0-37 15,4-2-9-15,5 0-217 16,5 0-509-16</inkml:trace>
  <inkml:trace contextRef="#ctx0" brushRef="#br0" timeOffset="22123.3215">11038 6966 284 0,'0'0'27'0,"0"0"-27"0,0 0 225 15,0 0-82-15,0 0-49 16,0 0 42-16,24 16-3 16,8-7-23-16,22 0 8 15,27 1-10-15,16-4 8 16,8-2 13-16,-1-2 0 15,-6-2-39-15,-2 2-34 16,-2-1-24-16,-6 2-4 16,-8 0-12-16,-12 0 0 15,-17 1-4-15,-17-2-3 16,-15 0-9-16,-9 1-1 16,-4 0-49-16,-6 7-136 0,-6-1 1 15,-8 0-166-15</inkml:trace>
  <inkml:trace contextRef="#ctx0" brushRef="#br0" timeOffset="22557.1301">11108 7466 1134 0,'0'0'242'16,"0"0"-190"-16,0 0-26 16,0 0 82-16,45 24 50 15,1-15-13-15,27 1 0 16,19-7-7-16,9-3-33 16,5 0-1-16,-7-5-13 0,-1 1-21 15,-4 3-24-15,-10 1-22 16,-12 0-12-16,-19 2-6 15,-18 4-6-15,-16-1-41 16,-18 11-137-16,-1-3-311 16,-7 0-326-16</inkml:trace>
  <inkml:trace contextRef="#ctx0" brushRef="#br0" timeOffset="23009.3354">11166 8100 789 0,'0'0'295'0,"0"0"-154"16,0 0 44-16,0 0 78 15,0 0-95-15,0 0-49 0,0 0 82 16,79 6-24-1,-12 0-27-15,10 1-20 0,4-2-11 16,-4 0-10 0,-8-3-15-16,-1-2-33 0,-4 0-25 15,-5-1-17-15,-6-2-8 16,-13-1-10-16,-11 0 5 16,-12 0-6-16,-7 2-48 15,-10 2-105-15,0 0-304 16,-7 0-315-16</inkml:trace>
  <inkml:trace contextRef="#ctx0" brushRef="#br0" timeOffset="32068.1707">13106 6646 492 0,'0'0'710'15,"0"0"-535"-15,0 0 13 0,0 0 144 16,8-55-110-16,6-3-94 16,-1-9-13-16,-4-6-8 15,-6 3-4-15,-3 5-6 16,-4-2-26-16,-7-4-33 15,-4 1-13-15,-2 5-10 16,3 14 1-16,3 18 17 16,5 15 9-16,2 9 1 15,0 4-1-15,2 5-9 16,-1 10-21-16,2 35-11 16,1 30-1-16,0 15 2 15,1 7-1-15,7-10 0 16,3-13 6-16,3-8-1 0,0-17-6 15,-2-15-28-15,0-12-74 16,1-10-94-16,12-7-146 16,-3-3-288-16,-2-2-198 0</inkml:trace>
  <inkml:trace contextRef="#ctx0" brushRef="#br0" timeOffset="32459.4802">13283 6237 1247 0,'0'0'264'0,"0"0"-98"15,0 0-57-15,0 0-61 0,0 0-18 16,0 0 9 0,0 0 17-16,36 18-22 0,-23-13-17 15,-3-3-5-15,0 0-1 16,-1-2 1-16,-2-1-3 15,-1-6 31-15,-3-3 7 16,-1-2 12-16,-2-1 0 16,0-1-7-16,-2 2 7 15,-6 2 28-15,-3 2 3 16,-1 4-19-16,-2 4-10 16,1 0-9-16,0 10-13 15,2 7-8-15,2 5-5 16,4 3-10-16,4 3-5 15,1-2-5-15,6-2 0 0,7-5-6 16,4-3-12 0,6-5-70-16,3-7-142 0,14-6-78 15,-6-7-358-15,-5-5-517 0</inkml:trace>
  <inkml:trace contextRef="#ctx0" brushRef="#br0" timeOffset="34785.2024">13554 6124 1280 0,'0'0'292'0,"0"0"36"15,0 0-162-15,0 0-60 16,0 0-1-16,-16 39 10 0,11-18 1 16,1 0-27-16,1 1-25 15,1-2-19-15,2-2-24 16,0-4-12-16,0-4-8 15,5-4 0-15,1-4-1 16,1-2-12-16,1-4-31 16,1-8-43-16,0-4-15 15,-1-3 25-15,-1-2 34 16,-2 0 27-16,-1 0 14 16,-2 2 1-16,0 4 6 15,-2 3 18-15,0 4 26 16,0 4 27-16,0 4 7 15,0 0-49-15,0 6-23 0,0 6-10 16,0 3 28 0,1 2-13-16,7 1-3 0,2-1-1 15,4-1-2-15,3-3-11 16,2-4 11-16,2-5-10 16,-1-4 9-16,-1-1-2 15,-3-9-7-15,-6-2-1 16,-2-4 0-16,-6-1-11 15,-2 1-14-15,0 0-14 16,-7 2-13-16,0 0-15 16,1 3 19-16,0 2 16 15,3 1 14-15,2 3 10 0,1 2 2 16,0 2-1 0,2 1-9-16,5 0 5 15,-1 5 11-15,2 3 0 0,2 2 1 16,-2 2 16-16,3 1 14 15,0 1 4-15,1-1-8 16,-1-2-9-16,2-3-18 16,-3-2 0-16,2-3 0 15,-2-3-56-15,1 0-78 16,-1-7-133-16,-1-5-96 16,-1-4 89-16,-2-2 84 15,0-2 118-15,0 2 72 16,-2 1 75-16,-1 3 73 15,-1 4 56-15,0 5-7 16,1 1-51-16,-1 4-67 0,3 1-50 16,0 7 13-16,1 4 11 15,1 2 6-15,-1 3-3 16,-1 0-16-16,-3 2-19 16,-1-1-2-16,-1-1-18 15,0-4 11-15,0-3-10 16,0-4 4-16,-1-5-5 15,0-1 19-15,1-12-11 16,0-5-8-16,1-7-1 16,9-3-6-16,3-1 5 15,2 0 1-15,3 4 11 16,1 5 7-16,-1 5 13 16,-1 6 13-16,-3 5-7 0,-1 3-10 15,-1 8-16 1,-1 5-2-16,1 2 7 0,0 3-7 15,3-1 0-15,-1 0-8 16,4-3 0-16,2-3-1 16,3-4-13-16,2-3-84 15,-1-4-47-15,1-3-51 16,-4-6-77-16,-2-5 9 16,-5-3 111-16,-3-3 118 15,-4-3 34-15,-3 0 68 16,-1 1 84-16,-3 3 33 15,0 4 16-15,0 4-36 16,-5 5-17-16,-1 4-14 0,-1 2-54 16,-3 7-47-1,-1 7-18-15,0 6 1 0,2 2-10 16,2 1-4-16,3 0-1 16,4-3 1-16,0-4 5 15,7-5-7-15,3-4-1 16,1-4-32-16,1-3-28 15,-1-4-1-15,-2-6-14 16,0-2 34-16,-2-3 25 16,0-3 10-16,-1 1 7 15,1-2 2-15,-1 1-1 16,1 4 8-16,-2 3 19 0,-1 3 11 16,-1 3 10-16,-2 4-2 15,0 1-21-15,-1 4-26 16,1 6 9-16,1 4 0 15,0 2-3-15,1 2-5 16,1-2-1-16,2-1 0 16,1-3 0-16,1-3-8 15,1-4-34-15,-1-4-45 16,1-1 1-16,-2-6-2 16,0-7-11-16,-1-7 45 15,0-10 43-15,0-11 11 16,-2-7 0-16,0 4 0 15,-4 10 8-15,0 13 15 16,0 12 26-16,0 1 25 16,0 3 0-16,0 4-24 0,0 1-36 15,3 13-14 1,1 5 2-16,2 3-2 0,1 3 1 16,2 1-1-16,-1 1-2 15,1-2 1-15,-2-3-5 16,-1-4-49-16,-2-6-42 15,-1-5 7-15,-1-6 44 16,-1 0 46-16,1-8 1 16,-1-4 19-16,2-2 40 15,0 0 17-15,1 0-5 16,3 2 7-16,2 1-17 16,2 3-10-16,1 2-19 15,2 2-15-15,3 2-7 0,0 2-3 16,1 0 1-1,-2 4-7-15,-2 4-1 0,-7 3 1 16,-3 2 4-16,-4 1 0 16,-5 2-5-16,-8 0 0 15,-5 0 10-15,-2 0-10 16,0-3 5-16,2-2-5 16,5-1 1-16,4-4-1 15,5-1-1-15,4-3 0 16,1 0-9-16,9-2 8 15,4 0 1-15,5 0 0 16,2-7 0-16,3-3 1 0,2-5-1 16,1-3 0-1,-1-5-1-15,1-10-9 16,-1-12-1-16,-6-16 10 0,-6-5 1 16,-8 5 4-16,-6 13-3 15,0 20-1-15,-2 10 26 16,-3 7 27-16,-1 1 55 15,2 3-7-15,-1 3-14 16,0 4-32-16,2 14-44 16,0 17-1-16,3 11-4 15,3 6-4-15,9-1 4 16,0-11-5-16,-1-12 5 16,-1-5-5-16,2-4-1 15,2-1-1-15,4-1 0 16,2-3-14-16,1-7-9 0,0-3-33 15,0-8-21-15,-1-6 23 16,-1-6 12-16,-2-1 28 16,-3 1 14-16,-5 2 1 15,-3 3 9-15,-3 6 29 16,-3 5 33-16,-5 4 12 16,-8 4-49-16,-5 10-15 15,-1 5 14-15,2 2 3 16,4 3 2-16,7-1-1 15,6-1-2-15,8-3 2 16,11-3 33-16,5-4 14 16,6-5-3-16,3-4 0 15,3-3-13-15,0-3-17 16,1-7-30-16,-3-3-8 0,-3-1-1 16,-6-1-12-16,-7 1 0 15,-10 2-8-15,-8 4-77 16,-27 5-85-16,-49 8-122 15,3 7-388-15,-8 3-295 0</inkml:trace>
  <inkml:trace contextRef="#ctx0" brushRef="#br0" timeOffset="35437.2797">13313 6893 831 0,'0'0'637'16,"0"0"-397"-16,0 0-39 0,0 0-57 15,-14 40 30-15,12-1-9 16,2 10-27-16,0-3-27 15,2-9-38-15,2-10-32 16,-3-8-25-16,1 3-6 16,1 0-9-16,-2-1-1 15,1-9-140-15,0-8-92 16,-1-7 50-16,-1-21-185 16,0-19-166-16,-6-20 133 15,-7-9 127-15,-2 2 263 16,1 11 10-16,7 19 145 15,3 13 113-15,4 8 67 0,0 4-91 16,4 0-19-16,6 1-50 16,6 1-33-16,4 5-43 15,2 6-29-15,1 2-15 16,-2 6-5-16,-4 6-20 16,-5 6-5-16,-7 4 12 15,-5 2-6-15,-6 1-8 16,-11 0-3-16,-4-1-10 15,-3-2 0-15,-1-4-22 16,4-2-79-16,5-5-66 16,5-5-184-16,9-5-277 0</inkml:trace>
  <inkml:trace contextRef="#ctx0" brushRef="#br0" timeOffset="36982.9108">13612 6750 392 0,'0'0'845'16,"0"0"-719"-16,0 0 63 15,-39 2 34-15,25 8-42 16,0 4-53-16,1 3-4 16,2 3-19-16,1 2-24 15,3-1-7-15,4-1-23 16,3-1-26-16,0-3-19 15,8-4 4-15,4-3-10 16,3-6-1-16,2-3-6 16,0-4-27-16,0-9-39 0,-3-5 14 15,-4-3 14-15,-3-3 16 16,-4-1 20-16,-2 1 7 16,-1 3 1-16,0 4 1 15,0 5 31-15,-3 4 27 16,0 4 15-16,1 4 6 15,0 0-33-15,-1 4-31 16,1 7 0-16,2 2-5 16,0 3-9-16,2 2 11 15,8-1-6-15,4-1-5 16,3-3-1-16,3-2 6 16,0-4-6-16,-2-4-23 0,-3-3-68 15,-4 0-16 1,-5-9 18-16,-5-4-20 0,-1-3 13 15,-1-2 44-15,-5-1 30 16,2 0 22-16,2 2 0 16,2 1 18-16,0 3 16 15,3 3 25-15,3 2-6 16,3 3-16-16,1 4 0 16,-1 1-7-16,3 4 7 15,-2 6 24-15,0 4 31 16,0 2-9-16,0 2-13 15,0 1-12-15,0-1-26 16,2-2-19-16,0-3-11 0,3-3 7 16,-1-4-9-16,2-5-6 15,0-1-71-15,-1-6-96 16,-1-7 2-16,-2-5-56 16,-2-3-43-16,-1-3 92 15,-4 0 133-15,-2 1 45 16,-2 1 55-16,-1 3 54 15,0 6 51-15,0 2 4 16,0 5-5-16,0 4-13 16,-3 2-50-16,0 0-57 15,0 7-26-15,-2 6 14 16,0 3 6-16,1 3-6 16,1 2-2-16,3 1-3 15,0-3-8-15,0-1-14 16,7-5 1-16,0-4 7 0,3-5-8 15,-1-4-1 1,1-1-35-16,0-10-54 0,-2-3-22 16,0-3 35-16,-3-2 12 15,1 0 29-15,-2 0 23 16,0 3 12-16,-1 2 1 16,-1 5 6-16,0 4 7 15,-2 4 20-15,1 1-24 16,0 2-2-16,2 6-1 15,2 3 6-15,1 1-2 16,2 0-8-16,3 0 4 16,2-2-5-16,4-3-1 0,1-3 0 15,0-4-86-15,-1 0-122 16,-3-3-78-16,-4-6 55 16,-6-4 103-16,-3-1 128 15,-1-3 40-15,-1 1 98 16,-4 2 65-16,1 3 2 15,2 2-18-15,0 5-29 16,2 2-40-16,0 2-66 16,0 0-40-16,6 4-5 15,1 6-1-15,2 2 5 16,-2 2 6-16,-1 1-5 16,-1 0-4-16,-2-2-2 15,-1-1-5-15,-2-4 0 16,0-3-1-16,0-4 1 15,0-1 0-15,-1-3 6 0,-3-8-7 16,1-3-1 0,2-4 0-16,1-3-9 0,0 2 10 15,7 0 1-15,1 5-1 16,3 5-1-16,0 2-5 16,0 6 6-16,1 1-2 15,0 2 1-15,-1 7 1 16,-2 2 0-16,0 3 0 15,-4 0 6-15,-2 0-5 16,-2-1 1-16,-1-1-1 16,0-4 5-16,0-3-4 15,-4-3 5-15,0-2 4 16,-2-6 11-16,3-6 32 0,2-5-8 16,1-5-22-1,6-1-5-15,6 0-11 0,4 2 7 16,1 4-5-16,0 5-1 15,-1 8-6-15,-1 4 6 16,0 3-3-16,-2 11-6 16,-1 3 1-16,-3 3 1 15,-3 0-1-15,-2 0 1 16,0-1-2-16,4 3-81 16,-3-6-282-16,2-6-447 0</inkml:trace>
  <inkml:trace contextRef="#ctx0" brushRef="#br0" timeOffset="37585.0693">14589 6561 869 0,'0'0'272'0,"0"0"-129"15,0 0 9-15,0 0-59 16,0 0-32-16,17 34-27 15,-8-29-17-15,2-4-5 16,0-1 1-16,1 0-3 16,-2-6 0-16,0-4-8 15,-2-3 4-15,-1 0-5 0,-3-1 6 16,-2-1 5 0,-2 3 74-16,0 3 81 0,0 2 8 15,-6 4-25-15,-2 3-31 16,-3 1-23-16,0 9-15 15,0 5-11-15,2 5-23 16,4 0-20-16,5 3-15 16,2-2-10-16,11-2 4 15,5-3-5-15,3-3 1 16,2-5-1-16,1-5 1 16,0-3-1-16,0-5-1 15,-4-7-43-15,-3-5-8 16,-4-8 26-16,-5-14 23 0,-5-15 2 15,-3-7 0 1,-3 3 2-16,-3 12-1 16,1 19 11-16,1 12 36 0,1 6 18 15,0 3 25-15,1 3-11 16,1 3-33-16,1 8-35 16,0 15-3-16,6 12 0 15,5 11 0-15,1 5-9 16,0-4 12-16,-3-10-12 15,-4-11 0-15,-2-10 0 16,-2-5 1-16,1 1-1 16,-1-4-32-16,-1-1-99 15,0-7-194-15,-1 0-161 16,-4-9-926-16</inkml:trace>
  <inkml:trace contextRef="#ctx0" brushRef="#br0" timeOffset="37760.0751">14693 6467 1500 0,'0'0'235'0,"0"0"-170"15,0 0 29-15,54 0 46 16,-12-3-75-16,-2-1-41 16,-2 0-17-16,-7 0-7 15,-1-1-112-15,-4 1-260 16,-2-2-452-16</inkml:trace>
  <inkml:trace contextRef="#ctx0" brushRef="#br0" timeOffset="38493.1952">14985 6401 690 0,'0'0'217'0,"0"0"-15"16,0 0-63-16,0 0-45 15,0 0-43-15,0 0-6 16,0 0-13-16,10 28-4 15,0-27-14-15,3-1-1 16,0 0-5-16,0-5-7 16,0-3 8-16,-1-1-8 15,-3 0 15-15,-4 1 79 16,-3 1 65-16,-2 3 29 0,-2 1-43 16,-8 3-37-1,-4 0-26-15,-2 8 18 0,1 3-5 16,2 3-30-16,4 2-29 15,6 1-18-15,3 0-7 16,4 0-6-16,7-2-6 16,3-4 0-16,0-4 0 15,3-3-6-15,-1-4-31 16,-1-4-20-16,-1-6-10 16,-2-5 20-16,-2-2 22 15,-1-3 19-15,-2 1 6 16,0-1 0-16,-1 3 12 15,-1 3 22-15,-1 3 20 16,-1 4 7-16,0 4-6 16,0 3-16-16,0 0-28 15,2 9-3-15,1 4 4 0,2 3 7 16,0 1-5-16,1 0 4 16,0-2-12-16,0-2 5 15,3-3-11-15,-1-6 0 16,3-4 7-16,3 0-1 15,1-5-6-15,-1-7-35 16,-1-6-1-16,-2-9 12 16,-4 0 16-16,-2-4 8 15,-4 0-2-15,-4 8 2 16,0 1 2-16,0 7 25 16,-6 5 15-16,1 8 5 15,0 2-17-15,2 5-19 16,3 8-5-16,0 4-5 15,8 4 1-15,6 1 5 0,1 1-1 16,3 0-5 0,0 0-1-16,-1 0 1 0,-2 0 5 15,-4-2-5-15,-9-3 1 16,-4-1-2-16,-25 0-7 16,-41 0-127-16,4-3-256 15,-7-6-524-15</inkml:trace>
  <inkml:trace contextRef="#ctx0" brushRef="#br0" timeOffset="39528.2638">13213 4910 178 0,'0'0'1236'16,"0"0"-1028"-16,0 0 40 16,0 0 14-16,0 0-61 15,0 0-76-15,5 31 0 16,-4 33 76-16,2 13-58 16,2 8-42-16,2-2-12 15,2-4-2-15,2 4-9 0,2-1-20 16,3-4-41-1,1-5-11-15,2-16-6 0,-2-15 6 16,-4-14-5-16,-4-13 1 16,-2-7-2-16,1-6-5 15,0-2-22-15,2-17 0 16,-1-20-13-16,-7-14-5 16,-2-8 6-16,-10 2 18 15,-7 12 0-15,-2 15 9 16,2 8 4-16,0 8 8 15,-4 1-1-15,-4 2 1 16,-3 2 7-16,4 4-7 16,5 4-2-16,7 1 1 15,6 0-7-15,6 0-19 16,8 0-79-16,18 0 58 0,17-1 26 16,15-9-4-16,-3-1-29 15,-9 0-2-15,-17 3 22 16,-12 1 14-16,-1-1 13 15,-2 1 8-15,-1-1 0 16,-7 2 10-16,-3 3 45 16,-1 2 13-16,-1 1-13 15,0 0-19-15,1 2-27 16,1 6 4-16,1 4 4 16,-1 3 5-16,0 0-11 15,-3 0-10-15,0-1-1 16,0-3-24-16,0-4-136 15,0-3-319-15,-4-4-360 0</inkml:trace>
  <inkml:trace contextRef="#ctx0" brushRef="#br0" timeOffset="39665.991">13446 5210 1182 0,'0'0'228'0,"0"0"-99"16,0 0-29-16,0 0-90 15,0 0-10-15,55-14-148 16,-37 14-235-16</inkml:trace>
  <inkml:trace contextRef="#ctx0" brushRef="#br0" timeOffset="39912.5556">13574 5073 113 0,'0'0'1637'0,"0"0"-1322"16,0 0-75-16,0 0-132 15,0 0 66-15,11 35 7 16,4-1-25-16,4 10-64 16,4 4-28-16,-4-8-28 15,-4-10-18-15,-5-10-17 16,-2-1-1-16,1 3-27 15,3 4-155-15,-2-3-434 16,-3-10-700-16</inkml:trace>
  <inkml:trace contextRef="#ctx0" brushRef="#br0" timeOffset="40183.1352">13874 5109 2036 0,'0'0'283'0,"0"0"47"15,0 0-154-15,0 0-64 16,0 0-43-16,0 0 11 16,22 55-15-16,-10-28-22 0,0 1-17 15,0 0-13 1,0 1-4-16,-3-4-4 0,-2-2-5 15,-2-6-39-15,-4-2-132 16,-2-8-284-16,-6-5-87 16,-4-2-576-16</inkml:trace>
  <inkml:trace contextRef="#ctx0" brushRef="#br0" timeOffset="40343.1318">13794 5246 22 0,'0'0'1533'0,"0"0"-1337"16,0 0-81-16,52-16-53 0,-3 6 5 16,5 2-48-1,-8 1-19-15,-8 3-53 0,-17 2-277 16,-7 0-496-16</inkml:trace>
  <inkml:trace contextRef="#ctx0" brushRef="#br0" timeOffset="40865.2059">14064 5170 879 0,'0'0'558'0,"0"0"-480"15,0 0-33-15,0 0 0 16,0 0 11-16,0 0-18 16,0 0-11-16,43 12-3 15,-31-12-4-15,-2-4 1 0,-4-3 14 16,-1-2 30-16,-2-1 26 15,-2 2 47-15,-1-1 14 16,0 4 57-16,-4 2-17 16,-5 3-44-16,-1 0-56 15,-1 9-14-15,-2 5 3 16,2 4-17-16,2 2-22 16,6 1-15-16,3-1-12 15,6-2-9-15,10-2 0 16,5-7-4-16,2-4-1 15,4-5 0-15,-1-5 6 16,-1-7-7-16,-3-4-6 16,-4-3-12-16,-6-2 1 0,-4 1-7 15,-5 1 2-15,-3 3 13 16,0 3 3-16,-1 5 6 16,-2 3-1-16,1 2 1 15,0 2-1-15,2 1 0 16,0 0-6-16,0 7-4 15,5 3 10-15,2 5 0 16,0 4 1-16,-1 3 2 16,2 0 16-16,-1 0-3 15,1-1-5-15,4-3-9 16,2-4-1-16,4-3 0 16,19-7-116-16,-5-1-374 15,-1-3-506-15</inkml:trace>
  <inkml:trace contextRef="#ctx0" brushRef="#br0" timeOffset="41168.119">14534 5042 1706 0,'0'0'494'0,"0"0"-413"15,0 0-17-15,0 0 60 16,23 37 89-16,-6-14-76 15,2 2-43-15,0 2-26 16,-1-2-26-16,-5-3-11 16,-2-5-15-16,-4-6-7 0,0-6-7 15,-2-5 7 1,2-6 3-16,0-11-5 0,2-10-7 16,-2-14-18-1,0-13-33-15,-3 4-51 0,-1 9-40 16,-1 16-56-16,1 16 24 15,3 8-60-15,1 1-359 16,1 2-261-16</inkml:trace>
  <inkml:trace contextRef="#ctx0" brushRef="#br0" timeOffset="42374.2523">14853 5074 1553 0,'0'0'267'0,"0"0"31"16,0 0-90-16,0 0 46 16,0 0-68-16,-39-19-78 15,33 19-44-15,0 8-27 16,-2 3 16-16,3 2-6 16,0 3-24-16,4-1-11 15,1 1-11-15,2-3 7 16,6-1-7-16,4-4-1 15,-1-3 0-15,3-5-15 16,-1 0-29-16,-1-7-21 16,-2-6 11-16,-1-2 21 15,-4-3 19-15,-2 1 13 0,-3-1 1 16,0 2 0-16,0 2 1 16,0 2 10-16,-2 4 13 15,0 2 12-15,0 2 4 16,1 4-4-16,1 0-34 15,0 5-1-15,0 5-1 16,0 5 1-16,5 0 2 16,3 3-2-16,2-2 0 15,3 0 0-15,1-2 0 16,0-4-1-16,0-4-1 16,-1-3-10-16,-2-3-31 15,-1-3-33-15,-3-6-60 16,-3-6-21-16,-2-5 41 15,-2-10 38-15,-2-17 31 16,-3-17 24-16,1-5 15 16,2 5 7-16,2 17 1 0,0 20 26 15,0 12 41-15,0 7 6 16,0 3 21-16,0 2 4 16,0 3-38-16,0 8-46 15,3 15-6-15,1 14 6 16,4 12 4-16,1 6-2 15,2-1-5-15,0-10-3 16,-3-15 2-16,-1-8-10 16,0-5 0-16,1-2 0 0,1 0-1 15,1-2-13 1,-1-7-85-16,1-5-9 0,-1-2-30 16,1-10 0-16,0-4-21 15,-2-4 55-15,-1-1 69 16,-1-4 28-16,-3 1 6 15,-2 0 29-15,0 5 30 16,-1 3 6-16,0 4-8 16,0 6-7-16,0 1-6 15,0 2-2-15,0 3-21 16,0 0-20-16,-2 1-1 16,-1 4-1-16,0 1 1 15,0 1 0-15,1-2 0 16,1-1 1-16,0 1-1 15,1-3 1-15,0 2 0 0,0-1 5 16,0 2 18-16,0 1 15 16,0 4 11-16,0 1 10 15,3 3 1-15,0 2-3 16,0 0-7-16,1 0-14 16,1-2-4-16,0-3-8 15,1 0-8-15,0-4-16 16,1-3 8-16,3-3-2 15,1-1 1-15,2-1-2 16,2-7-5-16,-1-3 5 16,-2-3-6-16,-1-4 1 15,-3-1-1-15,-1-4 1 16,-1 2-1-16,-3 2 2 16,-2 3 4-16,0 5 6 15,-1 4 15-15,0 2 16 0,0 5-6 16,0 0-23-16,1 6-14 15,0 8 0-15,3 4-1 16,1 2 1-16,0 4 0 16,1-3 0-16,0 1 0 15,-1-5 1-15,0-1-2 16,-1-4 1-16,1-4-61 16,1-4-104-16,5-4-163 15,-1-2-207-15,0-6-494 0</inkml:trace>
  <inkml:trace contextRef="#ctx0" brushRef="#br0" timeOffset="42930.2755">15445 4922 1307 0,'0'0'204'16,"0"0"-125"-16,0 0 15 15,0 0 6-15,0 0-42 16,-9 37-18-16,13-29-12 15,1-1-9-15,2-4-3 16,1-2 3-16,2-1 4 16,0-3-12-16,1-7 3 15,-1-2-8-15,-3-2 5 16,-2 0 0-16,-4-1 21 16,-1 1 34-16,-2 2 48 0,-6 3-3 15,0 4 2-15,-3 4-27 16,1 1-31-16,0 5-19 15,2 7-11-15,2 3-9 16,3 2-10-16,3 1-4 16,0 1-1-16,4-3 0 15,6 0-1-15,2-5-6 16,2-4-40-16,1-3-19 16,1-4 7-16,1 0-6 15,-1-9 9-15,-1-2 36 16,0-3 8-16,-3-3 11 15,0-1 9-15,-1 0 30 16,-2 2 29-16,0 3 39 0,-1 3-6 16,0 4-10-1,-1 4-25-15,1 2-26 0,1 0-20 16,2 8-4-16,1 3-1 16,-1 5 0-16,-2 2 0 15,-3 3 3-15,-5 0-1 16,-1 0-4-16,-10 0-5 15,-13 0-7-15,-14 2-1 16,-20 0-84-16,6-5-410 16,2-5-1136-16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29:55.0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4478 3530 454 0,'0'0'566'0,"0"0"-370"16,0 0 3-16,0 0 48 15,0 0-28-15,0 0-46 16,13 8-36-16,29 1 14 16,25 2-28-16,15 1-24 15,9 0-9-15,1-5-7 16,-3-2 1-16,1 0-45 15,1-3 23-15,-5 0-24 16,-7-1-16-16,-12-1-21 0,-17 1 5 16,-14-1-6-1,-15 0-2-15,-6 0-7 0,-3 0 8 16,-3 0-29-16,-4 0-31 16,-5 0-96-16,-35 0-87 15,2 0-319-15,-8 0-273 0</inkml:trace>
  <inkml:trace contextRef="#ctx0" brushRef="#br0" timeOffset="300.9518">4593 3692 1528 0,'0'0'204'0,"0"0"-80"0,0 0-39 16,0 0 40-16,0 0 121 15,59 10 5 1,-9-6-84-16,21 1-82 0,10-2 9 16,3-1-19-16,-5-2-24 15,-6 0-8-15,-3 0-18 16,-2 0 5-16,-4-2-16 16,-4 1-14-16,-8-1 0 15,-12 2 0-15,-13-1 1 16,-8 1-2-16,-7 0 1 15,1-1-9-15,-3 1-24 0,2 0-145 16,-7 0-163-16,-1 1-435 16</inkml:trace>
  <inkml:trace contextRef="#ctx0" brushRef="#br0" timeOffset="1620.0294">6357 3525 446 0,'0'0'151'16,"0"0"-31"-16,0 0 42 0,0 0 49 16,0 0-21-1,0 0 10-15,0 0-39 0,-31-3-46 16,31 3-8-16,0 0-12 16,0 0-31-16,0 0-13 15,0 0-9-15,1 0-15 16,5 0 8-16,4 1 36 15,4 2-22-15,2 0-12 16,3 1-15-16,2-2 8 16,2 1 10-16,1 0-5 15,1 0 1-15,2 2-17 16,2-2 7-16,7 1-9 16,11 1 10-16,12 0-4 15,7-2 12-15,2-1-18 16,-3 1-10-16,-6-2 36 0,2 1-19 15,2-1-4-15,2 1-4 16,4 0-14-16,2-1 6 16,4 0 28-16,1 0-15 15,2 0-1-15,2 2-4 16,-1-1-10-16,-1 1 9 16,-2 2-14-16,-6-1 28 15,-3 1-19-15,-6 0 31 16,-3-1-16-16,-3 0-2 15,-1 0 2-15,-2-2-15 16,1-1-1-16,0 0 3 16,1-1-4-16,0 0 5 15,1 0 10-15,0 0-2 0,-2 0-12 16,-4 0 6 0,-4 0 10-16,-10 0-24 0,-6 0 7 15,-8 0-2-15,-2 0 6 16,1 0-2-16,0 0-1 15,0 0-7-15,-6 0 4 16,-5 0 0-16,-5 0-5 16,-1 0 7-16,-3 0-7 15,0 0 0-15,0 0 1 16,0 0-2-16,-5 0-1 16,-14 0-22-16,-32 0-216 15,1 0-463-15,-6-4-951 0</inkml:trace>
  <inkml:trace contextRef="#ctx0" brushRef="#br0" timeOffset="8050.028">3980 4226 1407 0,'0'0'286'0,"0"0"-74"15,0 0-20-15,50-4-67 16,-16 2-36-16,17 1-25 16,20-1-26-16,8 1-9 15,1-1 27-15,-4 0-16 16,-10 1-22-16,-4 0-5 16,-4 1-7-16,-6-1-4 15,-11 1-2-15,-11-1 0 16,-12 1-1-16,-6-1-12 0,-4 0-18 15,-5 1-107 1,-11-1-151-16,-10-1-310 0,-5 2-227 0</inkml:trace>
  <inkml:trace contextRef="#ctx0" brushRef="#br0" timeOffset="8289.479">4121 4304 1609 0,'0'0'217'16,"0"0"-132"-16,0 0 66 16,0 0 85-16,54 14-106 15,-11-13-45-15,16-1-26 16,7-2-4-16,2-5-22 16,-8 1 9-16,-11 1-9 0,-9 2-23 15,-9 1 1-15,-9 1-11 16,-2-1-1-16,0 2-14 15,3-2-73-15,-4 1-171 16,-9-2-444-16</inkml:trace>
  <inkml:trace contextRef="#ctx0" brushRef="#br0" timeOffset="11010.4617">5829 3989 639 0,'0'0'1045'0,"0"0"-764"16,0 0-68-16,0 0-60 16,0 0-46-16,0 0-52 15,3-8-21-15,13 8-8 16,6 3-7-16,6-1-10 16,3 0-8-16,1-1-1 0,-1-1-44 15,4-2-124 1,-6-5-196-16,-7 0-412 0</inkml:trace>
  <inkml:trace contextRef="#ctx0" brushRef="#br0" timeOffset="11273.8858">6009 3867 1527 0,'0'0'323'0,"0"0"-44"16,0 0-173-16,0 0-66 15,0 0 13-15,38 23 7 16,-5-11-8-16,-1-2-18 16,2 2-5-16,-1-2-8 15,-9 0-15-15,-2 1 2 0,-7 1-7 16,-11 1 1 0,-4 1 4-16,-10 1-3 0,-10 3 19 15,-6-1-22-15,-3 3-55 16,-1 0-89-16,6-4-232 15,9-6-751-15</inkml:trace>
  <inkml:trace contextRef="#ctx0" brushRef="#br0" timeOffset="12152.616">6683 3874 1279 0,'0'0'374'0,"0"0"-75"16,0 0-107-16,-3-46-28 15,7 32-32-15,7 2-39 16,3 2-35-16,4 6-25 15,1 4-12-15,-1 7 0 16,-4 10 10-16,-5 5 14 16,-7 5 7-16,-2 4 20 15,-11 0-29-15,-5-2 2 16,-3-3-15-16,-2-2-11 16,0-7-18-16,2-3 7 15,1-6-7-15,3-4 13 0,3-4 4 16,4-4-7-16,2-9-4 15,4-4-7-15,2-2 0 16,4 0 0-16,7 6-1 16,3 3 1-16,4 8-1 15,1 2-5-15,3 7-3 16,0 6 9-16,1 1 0 16,-1 1 2-16,0 1-2 15,0-5-20-15,0-3-122 16,0-5-86-16,8-5-98 15,-6-8-222-15,-6-2-260 0</inkml:trace>
  <inkml:trace contextRef="#ctx0" brushRef="#br0" timeOffset="12468.0042">6941 3837 1071 0,'0'0'303'0,"0"0"1"16,0 0-10-16,0 0-64 15,0 0-94-15,0 0-90 16,0 0 39-16,-11 11-9 15,16 6-27-15,6 1-31 16,5 1 4-16,4 1-13 16,1 1 18-16,1 0 20 15,-3 0-12-15,-3-2-16 16,-8-2-6-16,-5-3-4 16,-3-2-7-16,-6-4 5 0,-7-4 10 15,-2-3 7-15,-1-1-15 16,0-8 4-16,4-7-12 15,2-4-1 1,6-4-15-16,4-1-5 0,5 1-33 16,12 3-47-16,13 3-9 15,12 5-34-15,9 2-95 16,-6 5-97-16,-11 2-401 0</inkml:trace>
  <inkml:trace contextRef="#ctx0" brushRef="#br0" timeOffset="12671.6361">7295 3843 1264 0,'0'0'361'0,"0"0"36"15,0 0-158-15,0 0-105 0,0 0-59 16,0 0 62-16,-10 34-37 16,10-15-33-16,0 3-24 15,0 0-13-15,0-1-12 16,0-3-12-16,0-2-6 15,-4-3-69-15,-5-3-142 16,0-4-164-16,0-4-376 0</inkml:trace>
  <inkml:trace contextRef="#ctx0" brushRef="#br0" timeOffset="12854.2989">7173 3900 1433 0,'0'0'306'0,"0"0"-114"15,0 0 1-15,46 15 30 16,-18-5-46-16,4 2-61 16,2 1-54-16,-2-1-35 15,-3 0-16-15,-4-1-11 16,-2-2-118-16,-7-1-223 16,-5-7-437-16</inkml:trace>
  <inkml:trace contextRef="#ctx0" brushRef="#br0" timeOffset="13488.6076">7483 3832 684 0,'0'0'1044'0,"0"0"-706"16,0 0-164-16,0 0-81 0,0 0 14 16,0 0-21-16,49 7 16 15,-37 7 9-15,-4 4-25 16,-4 3 5-16,-4 0-34 15,-1 2-25-15,-8-2-13 16,-4-1-4-16,-1-5-15 16,0-4 0-16,1-4-28 15,2-5 14-15,4-2-2 16,2-2-25-16,5-5-14 16,0-1 39-16,4 1 1 15,6 0 14-15,6 2-8 16,3 0 7-16,3 3-5 0,4-1 7 15,1 0-1-15,2-1 1 16,2-1-1-16,-2-2-38 16,0-3-65-16,-4-2-17 15,-5-2 11-15,-6-2 25 16,-7-1 42-16,-5-2 30 16,-2 1 13-16,-3 3 22 15,-6 2 44-15,-1 4 29 16,-2 5-7-16,0 2-18 15,0 2 14-15,2 0-20 16,2 6-33-16,5 1-11 0,3 4-20 16,0 0 1-1,10 4 17-15,3 3 0 16,3 1-9-16,-1 3-2 0,1-1 8 16,-3 0 2-16,-4 0 2 15,-5-2 8-15,-4-3-15 16,0-2 14-16,-8-3-7 15,-4-3-3-15,-1-4-5 16,2-4-4-16,2 0 2 16,4-11-3-16,5-12 8 15,12-15-14-15,18-12-2 16,10-3-32-16,4 6-42 16,3 7-111-16,-15 16-132 15,-1 3-758-15</inkml:trace>
  <inkml:trace contextRef="#ctx0" brushRef="#br0" timeOffset="14517.8363">9407 3324 1515 0,'0'0'587'15,"0"0"-288"-15,0 0 15 16,0 0-90-16,0 0-45 16,0 0-65-16,0 0-64 15,-5-3-37-15,26 3-5 16,13 2-8-16,12 3 6 16,0-3-5-16,-10-1-1 15,-10-1-6-15,-9 0-87 0,8-3-110 16,-5-3-268-1,-2-4-328-15</inkml:trace>
  <inkml:trace contextRef="#ctx0" brushRef="#br0" timeOffset="14794.3671">9577 3197 175 0,'0'0'1480'15,"0"0"-1110"-15,0 0-137 16,0 0-72-16,0 0 1 15,-15 41-28-15,30-22-16 16,7-1-22-16,5 1-42 16,3-2-15-16,0 0 7 15,0-1-10-15,-3-2-17 16,-5 0-5-16,-6-1-13 0,-6-2 0 16,-8 1-1-16,-2 1 6 15,-21 2-6-15,-17 3 20 16,-18 0-19-16,-7-2-1 15,7-4-25-15,8-5-111 16,21-3-233-16,11-4-588 0</inkml:trace>
  <inkml:trace contextRef="#ctx0" brushRef="#br0" timeOffset="15627.711">10157 3124 1355 0,'0'0'305'0,"0"0"-29"16,0 0 11-16,0 0-40 16,0 0-61-16,0 0-86 15,0 0-49-15,-17 14 12 16,17 7 20-16,1 2-11 15,3 2-17-15,1-2-29 16,0-1-10-16,2-2-8 16,-2-1-8-16,0-3 1 15,1-2-1-15,-2-3-18 16,0-3-54-16,-2-2-60 16,-1-3-94-16,-1-1-1 15,-1-2-18-15,-5 0-147 0,-2 0-482 16</inkml:trace>
  <inkml:trace contextRef="#ctx0" brushRef="#br0" timeOffset="16461.7268">10027 3176 1011 0,'0'0'251'0,"0"0"-12"16,0 0 16-16,0 0-13 16,0 0-57-16,0 0-72 15,0 0-48-15,0-20-44 16,1 24-20-16,3 4 27 15,1 3 15-15,-1 1-14 16,0 2-3-16,-1 2 0 16,-2-1-16-16,-1 1 6 15,0-1-14-15,-4-1 7 16,-3-1-2-16,-1-2-5 16,-2-2 11-16,0-1-2 0,-1-3-2 15,0-2 1-15,0-3-3 16,0 0-6-16,2-1 14 15,3-6-3-15,0 1-10 16,3-1 8-16,0 1-10 16,3 3 1-16,0 0-1 15,0 1 1-15,0 2-1 16,0 0-8-16,0 2-13 16,5 4 21-16,3 3 15 15,2 2 16-15,3 0-13 16,1 0 7-16,2 0 1 15,-1-1-14-15,2-1-6 16,-3-1-5-16,1-2 6 16,-3-1-7-16,0-2-42 15,-1-3-109-15,4-1-100 0,-2-7-353 16,-2-3-694-16</inkml:trace>
  <inkml:trace contextRef="#ctx0" brushRef="#br0" timeOffset="17138.7487">10193 3141 796 0,'0'0'283'0,"0"0"-22"0,0 0-14 16,0 0-31-16,0 0-70 16,-38-8-4-16,29 16-18 15,1 2-19-15,-1 3-13 16,3 3 16-16,3 0-23 15,3-1-22-15,0-1-20 0,7 0 18 16,7-2-3-16,6-1-13 16,3 0 0-16,3-2 0 15,2-2-2-15,0 0-20 16,-1 1-10-16,-2 1-6 16,-3 1 2-16,-5 0 5 15,-5 2-7-15,-4 1 10 16,-5 1 2-16,-3-1 10 15,-2 1-10-15,-7-1 5 16,-6-1-7-16,0-3-2 16,-1-4-14-16,0-5 6 15,2 0 4-15,2-8-5 16,5-6-5-16,2-5 10 0,5 0-11 16,1-4 0-1,9-1 0-15,5-1 0 0,1 0-5 16,2 0 4-16,-1-1-6 15,-1 1-2-15,-4-1-3 16,-2 0-11-16,-4 3 1 16,-5 2-2-16,-1 3-15 15,-5 5 0-15,-6 7-12 16,-4 4-48-16,-2 2 1 16,-3 8-51-16,-1 4 29 15,4 3-12-15,7 6-75 16,6-3-276-16,4-3-132 0</inkml:trace>
  <inkml:trace contextRef="#ctx0" brushRef="#br0" timeOffset="17368.1559">10667 3120 1846 0,'0'0'350'0,"0"0"-151"15,0 0-91-15,-53 45 82 16,40-19-58-16,2 1-41 16,5 2-31-16,2 1-35 15,2-2-13-15,2-2-12 16,-1-1-10-16,-1-4-108 16,-4-4-175-16,-1-6-252 15,-1-7-455-15</inkml:trace>
  <inkml:trace contextRef="#ctx0" brushRef="#br0" timeOffset="17543.3207">10481 3211 1483 0,'0'0'475'0,"0"0"-403"16,0 0 32-16,40 29 59 15,-14-14-33-15,6 3-45 16,4-1-48-16,-5-1-18 15,2 1-19-15,4 2-38 16,-8-5-229-16,-8-6-509 0</inkml:trace>
  <inkml:trace contextRef="#ctx0" brushRef="#br0" timeOffset="18278.7398">10786 3131 1565 0,'0'0'330'15,"0"0"-87"-15,0 0-160 16,0 0 13-16,0 0 2 16,0 0-18-16,38 50 11 15,-38-28-39-15,0 0-6 16,-5 2-12-16,-6-2-16 16,-3 0-10-16,-1-4-8 15,0-4-76-15,2-7 0 16,1-6 53-16,6-1 10 15,3-9-30-15,3-2 22 16,2-1 16-16,6 2 5 0,5 2 0 16,2 3-1-16,2 2 0 15,1 3-5-15,3 0 6 16,1 3 0-16,-1 2 0 16,-1 1 1-16,-1-2-1 15,-2-2-1-15,-1-2-155 16,-1 0-99-16,1-8-128 15,-1-4-111-15,-1-4 235 16,-3-4-78-16,-2-4 337 16,-2-2 2-16,-3-1 264 15,-3 1 68-15,-1 5-24 0,-1 4-47 16,-6 6-5 0,-3 5-13-16,0 3-103 0,0 3-63 15,-1 0-11-15,4 8-17 16,1 2-24-16,4 3-14 15,2 1 2-15,3 2 21 16,9 0-12-16,2 1-11 16,3 0 10-16,3 0 2 15,-1 1-3-15,0 1-2 16,-2-2 5-16,-3 0 1 16,-5-2-10-16,-4-2-4 15,-4-2-5-15,-1-4 5 16,-9 0 11-16,-5-4-8 15,-4-3-8-15,-1 0 2 0,-1-8-7 16,2-5-1-16,5-4 7 16,4-4-8-16,6-3-9 15,3-3 8-15,5 1-5 16,7 1-5-16,4 2 1 16,2 4-1-16,3 2-16 15,1 6-43-15,0 4-40 16,0 4-50-16,8 3-113 15,-6 5-205-15,-4 2-293 0</inkml:trace>
  <inkml:trace contextRef="#ctx0" brushRef="#br0" timeOffset="18507.0461">11319 3093 1976 0,'0'0'286'15,"0"0"94"-15,0 0-250 16,0 0-70-16,0 0-27 16,0 0 71-16,3 53-7 15,2-27-53-15,0 3-19 16,0-2-14-16,-3-1-11 16,-1-2-8-16,-1-2-46 15,-1-2-133-15,-6-5-280 16,0-7-259-16</inkml:trace>
  <inkml:trace contextRef="#ctx0" brushRef="#br0" timeOffset="18693.1853">11219 3177 1888 0,'0'0'233'0,"0"0"-127"16,0 0-22-16,42 35 38 15,-17-22-44-15,5 0-17 16,-1-1-31-16,-2-3-30 16,6 1-1-16,-8-4-176 15,-7-3-596-15</inkml:trace>
  <inkml:trace contextRef="#ctx0" brushRef="#br0" timeOffset="19121.51">11595 3054 1921 0,'0'0'313'15,"0"0"-122"-15,0 0-121 16,0 0-45-16,0 0 21 16,54-1 14-16,-29 9-11 15,-2 1-22-15,-5 4-15 16,-7-1-11-16,-6 2 0 15,-5 1 0-15,-7 0 11 16,-5 1 2-16,-4-2-5 0,-1 0-8 16,2-2 0-1,2-4 0-15,5-4 0 0,4-2 17 16,4-2 52-16,0 0 37 16,2 0-53-16,7 0-30 15,3-1-3-15,4 1-3 16,2 0 4-16,2 5-2 15,2 3-7-15,-1 2 2 16,-4 0-3-16,-4 3 0 16,-5 0-4-16,-5 3-1 15,-3-1 7-15,-11 1-2 16,-14 1 1-16,-15 1-13 16,-21 2-6-16,-11-5-70 15,12-5-172-15,11-7-518 0</inkml:trace>
  <inkml:trace contextRef="#ctx0" brushRef="#br0" timeOffset="20290.4827">11851 3441 654 0,'0'0'223'0,"0"0"31"16,0 0-30-16,0 0 28 0,0 0-36 16,0 0-36-16,0 0 63 15,-17-37-21-15,15 33-21 16,0 0-6-16,0 1-57 15,2 3-79-15,0-1-36 16,0 1-13-16,0 2-10 16,0 8-9-16,0 6 9 15,3 6 5-15,3 3 16 16,1 0 6-16,-1-1-2 16,1-3 7-16,-1 0-19 15,-1-4-11-15,-2-2-2 0,-1-3-26 16,-2-3-57-1,0-3-96-15,-2-4-47 0,-6-2 54 16,-4 0-101 0,-1-7-61-16,-2-4-52 0,0-1 36 15,0-2 208-15,2 1 142 16,2 3 190-16,3 1 136 16,4 2-9-16,1 4-52 15,3 1-62-15,0 2-91 16,0 0-67-16,4 5-23 15,5 4 85-15,4 2 44 16,2 2-55-16,2 0-38 16,1-1-10-16,2-1-23 15,0-2-10-15,-1-3-7 16,0-2-8-16,-2-3-12 0,-3-1-66 16,-1-4-61-16,-2-5-19 15,-2-3-28-15,-2-2-52 16,-1-2 31-16,-3 0 53 15,1 0 79-15,-4 0 65 16,0 1 10-16,0 3 85 16,0 2 66-16,0 4 44 15,0 2-25-15,-1 4-38 16,-2 0-57-16,-1 8-38 16,-2 6 14-16,-2 5 7 15,0 1-31-15,1 2-20 16,1-3 3-16,1 0-10 0,2-3-109 15,3-2-137-15,0-4-322 16,0-5-665-16</inkml:trace>
  <inkml:trace contextRef="#ctx0" brushRef="#br0" timeOffset="20467.7429">12104 3526 892 0,'0'0'1219'0,"0"0"-1051"16,0 0-51-16,0 0-75 15,0 0-42-15,0 0-163 16,0 0-228-16,-28 27-851 0</inkml:trace>
  <inkml:trace contextRef="#ctx0" brushRef="#br0" timeOffset="26740.2388">7359 4848 9 0,'0'0'1161'0,"0"0"-813"16,0 0-102-16,0 0 12 16,0 0-33-16,0 0-85 15,-20-10-49-15,41 10 4 16,17 0 21-16,18 0-15 15,7 1-33-15,-2 1 3 0,-13-1-29 16,-16 1-6 0,-9-2-13-16,-3 1-4 0,-1 1-10 15,-1 0-3-15,-1-1-6 16,-5 1-1-16,-3 1-63 16,6 0-166-16,-2 2-229 15,1-4-275-15</inkml:trace>
  <inkml:trace contextRef="#ctx0" brushRef="#br0" timeOffset="27222.3029">8236 4861 1011 0,'0'0'523'0,"0"0"-235"16,0 0 35-16,0 0-59 15,0 0-38-15,0 0-53 16,0 0-62-16,-13 0-33 16,36 2-8-16,14-1-12 15,12 1-5-15,4-2-5 16,-7 0-20-16,-14 0-5 15,-10 0-4-15,-3 0-10 16,0 0 3-16,0 0-10 16,-3-1-2-16,-5 1-10 15,-3 0-20-15,-2 0-78 16,1 4-167-16,-3 3-222 16,1-1-321-16</inkml:trace>
  <inkml:trace contextRef="#ctx0" brushRef="#br0" timeOffset="27740.8578">9149 4896 1255 0,'0'0'391'0,"0"0"-95"16,-41 0-55-16,26 0-10 16,5 0 8-16,3 0-39 15,4 0-77-15,3 0-75 16,0 2-23-16,7 0 0 0,14 1 19 16,17 0 4-16,17-3 6 15,7 0 6-15,-3 0-21 16,-8-3-13-1,-15-1-17-15,-8 1-1 0,-9 1-1 16,-6 2-5-16,-1-1-1 16,-2 1-1-16,-3 0 0 15,-4 0-11-15,-1 0-10 16,-2 0-16-16,0 0-17 16,0 0-134-16,-5 4-327 15,-2-1-592-15</inkml:trace>
  <inkml:trace contextRef="#ctx0" brushRef="#br0" timeOffset="28416.7296">10116 4902 985 0,'0'0'592'0,"0"0"-249"16,0 0-81-16,0 0-101 15,0 0-10-15,0 0 1 16,0 0 64-16,72 9-75 16,-9-6-47-16,7-2-28 15,1-1-8-15,-7 0-10 16,-11-3-31-16,-4-1-10 16,-9 1 16-16,-11 0-11 0,-9 2-11 15,-5-1 1-15,-2 1-2 16,-2 0-8-16,-2 1-16 15,-9 1-26-15,-5 6-209 16,-11 0-728-16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30:43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3145 7735 1182 0,'0'0'598'0,"0"0"-301"15,0 0 6-15,0 0-51 16,0 0-65-16,0 0-62 16,30-35-41-16,1 25-21 15,11-1-26-15,10 0-13 16,-4 3-9-16,-10 2-6 15,-12 3-7-15,-11 3 5 16,1 0-7-16,0 0-18 16,-3 0-81-16,-5 0-141 15,-8 6-264-15,0 0-83 16,-4 0-167-16</inkml:trace>
  <inkml:trace contextRef="#ctx0" brushRef="#br0" timeOffset="224.1753">3188 7797 1230 0,'0'0'530'16,"0"0"-337"-16,0 0 27 15,0 0-29-15,0 0 2 16,0 0-83-16,0 0-14 16,37-2 1-16,4-6-17 15,10-4-24-15,-1 0-23 16,-11 2-20-16,-13 2 1 15,-11 4-14-15,2-1-28 16,0 0-105-16,1-5-231 0,-7 2-283 16,-3 0-562-16</inkml:trace>
  <inkml:trace contextRef="#ctx0" brushRef="#br0" timeOffset="515.6627">3426 7552 1677 0,'0'0'395'0,"0"0"-148"16,0 0-101-16,0 0-67 15,0 0 30-15,0 0 19 16,63 16-15-16,-19-8-30 16,0-1-25-16,-4-1-12 15,-9-1-11-15,-12 1-16 16,-2 1-10-16,-3 2-7 0,-8 2 4 15,-6 1-5-15,-5 2 8 16,-13 4-2-16,-12 5 1 16,-13 4-7-16,3 0 5 15,3-2-6-15,5-2-21 16,-1 12-114-16,5-4-244 16,1-2-544-16</inkml:trace>
  <inkml:trace contextRef="#ctx0" brushRef="#br0" timeOffset="2570.3005">5303 8064 633 0,'0'0'1113'0,"0"0"-769"0,0 0-32 16,0 0-68-16,0 0-76 15,0 0-59-15,-13 25-29 16,13 2 18-16,4 5-23 16,0-3-27-16,1 3-16 15,0-2-13-15,-3-3-5 16,1-4-8-16,-2-3-5 16,0-4 8-16,-1-5-9 15,0-5-46-15,0-4-71 0,0-2-78 16,0-18-287-1,-4-3-167-15,1-1-411 0</inkml:trace>
  <inkml:trace contextRef="#ctx0" brushRef="#br0" timeOffset="2824.6697">5287 8019 1174 0,'0'0'399'0,"0"0"-205"15,0 0 5-15,0 0 0 16,-50 21-39-16,37-9-53 15,2-1-23-15,3-1-21 16,2-2-27-16,3-4-22 16,2-3-2-16,1-1-3 15,0-4-3-15,9-5 8 16,3-3-14-16,4-1 8 0,2 2-8 16,2 7-1-16,2 4 1 15,1 4-1-15,5 17-13 16,2 14 4-16,-6 8-152 15,-7-4-346-15,-11-11-1096 0</inkml:trace>
  <inkml:trace contextRef="#ctx0" brushRef="#br0" timeOffset="6320.103">7415 7529 165 0,'0'0'196'0,"0"0"-192"16,0 0 34-16,0 0 188 15,0 0-6-15,0 0-89 16,-26 0-31-16,22 0 13 15,1-1 16-15,0 1 7 16,1-1-40-16,0 1 13 16,1 0 27-16,0 0 6 15,1 0-28-15,0 0-29 0,0 0-18 16,0 0-17 0,0 0-18-16,7 0 4 0,3 0 47 15,3 1 22-15,5 0-11 16,4 1-16-16,2-2 2 15,4 0-19-15,1 1-10 16,1-1-11-16,-1 0-7 16,-1 1-9-16,-4 1-4 15,-1-1-1-15,-2-1 1 16,-3 1 9-16,0-1 3 16,-1 0 2-16,-1 0 1 15,2 0-1-15,-1 0-5 16,0-1-2-16,1 0-2 0,0-1-2 15,-1 1-1 1,-1 0-3-16,-1 0-4 0,-1 0 0 16,-1 0-3-16,-1 1 0 15,0 0 2-15,-2 0-1 16,1 0 2-16,0 0 6 16,0 0 2-16,1 0-1 15,-1 0 1-15,0-1-7 16,-1 1 2-16,-1 0 0 15,0 0-1-15,-4-1-2 16,-1 1-5-16,-1 0 1 16,-2 0-2-16,0 0-8 15,0 0 7-15,-1 0-1 0,0 0-6 16,0 0 0 0,0 0 4-16,0 0-4 0,0 0 4 15,1 0-4-15,-1 0 0 16,1 0 0-16,1 0 0 15,0 0-1-15,0 0 1 16,1 0-1-16,0 0 2 16,-1 0-2-16,0 0 1 15,1 0 0-15,-3 0 0 16,2 0 0-16,-1 0-1 16,-1 0 0-16,1 0-1 15,0 0 1-15,0 0 1 0,0 0 0 16,0 0 0-1,0 0-1-15,0 0 1 0,-1 0 1 16,1 0-2 0,0 0 1-16,-1 0-1 0,0 0 1 15,1 0 0-15,-1 0-1 16,0 0 1 0,0 0-1-16,0 0 0 0,0 0-9 15,0 0-16-15,0 0-31 16,-3 0-52-16,-10 0-128 15,2 0-483-15,-1-2-988 0</inkml:trace>
  <inkml:trace contextRef="#ctx0" brushRef="#br0" timeOffset="7741.9909">8353 7517 199 0,'0'0'188'0,"0"0"183"16,0 0 124-16,0 0-269 16,0 0 17-16,0 0-66 0,0 0-30 15,-8-2-40-15,7 2-38 16,1 0-12-16,0 0 6 16,0 0 2-16,0 0 10 15,0 0 20-15,4 2 14 16,3 0-24-16,0 1-15 15,4-2-8-15,0 2-14 16,1-2 0-16,2 0-12 16,2 2 3-16,0-2-8 15,0-1 5-15,1 2 6 16,-2-1-9-16,1-1-4 16,-1 0 1-16,1 0-2 15,-1 0 3-15,1 0-5 16,-1 0-1-16,-1 0-1 0,0 0-3 15,-2 0-3-15,1 0-1 16,-2 0-4-16,1 0 5 16,-1 0-1-16,1 0-5 15,1 0 0-15,1 0 3 16,1 0 0-16,0 0-2 16,1 0 5-16,0 0-6 15,1 0 2-15,-2 0-13 16,0 0 14-16,1 0-1 15,-1 0-5-15,1 0 0 16,2-1 1-16,-2-1-4 16,-1 2 9-16,-2-1-3 15,-1 1 0-15,-2 0 0 0,1-1 0 16,-2 1 3 0,1-1-1-16,-2 0-2 0,0 1 1 15,0-1-2-15,1 1 2 16,1-2 1-16,-1 1-4 15,0 0 1-15,0 1-2 16,0-2-2-16,-2 1 2 16,0 1-8-16,-1 0 9 15,-1 0-1-15,-1 0-8 16,-1 0 0-16,-1 0 10 16,-1 0-5-16,-1 0-5 15,0 0 5-15,0 0 0 0,0 0 2 16,0-1 4-1,0 1 3-15,0 0-3 0,0 0-2 16,0 0-1-16,0 0-3 16,0 0-4-16,0 0-2 15,0 0 7-15,0 0-6 16,0 0 2-16,0 0-3 16,0 0-1-16,0 0 1 15,0 0 2-15,0 0-1 16,0 0 1-16,0 0-1 15,0 0 0-15,0 0-1 16,0 0-12-16,-5 0-60 16,-5 1-88-16,-27 10-125 15,1-1-406-15,-6-1-781 0</inkml:trace>
  <inkml:trace contextRef="#ctx0" brushRef="#br0" timeOffset="11294.2998">9355 7521 155 0,'0'0'225'0,"0"0"-225"0,0 0 329 16,0 0 5-16,0 0-103 15,0 0-35-15,0 0-30 16,-6 0 13-16,6 0-38 16,0 0-31-16,0 0-3 15,1 0-20-15,5 0 11 16,2 0 28-16,1 0-7 16,2 0-31-16,-1 0-27 15,2 0-9-15,1 0-17 16,1 0-4-16,3 0-1 15,-2-1 0-15,0-1-8 16,-2-1-4-16,-3 1-6 0,-3 0-6 16,-3 1 0-16,-2 1-4 15,-2-1-1-15,0 1 5 16,0 0-6 0,0 0-41-16,-3 0-71 0,-8 6-204 15,-1 2-219-15,0-1-234 0</inkml:trace>
  <inkml:trace contextRef="#ctx0" brushRef="#br0" timeOffset="11832.3377">9414 7589 307 0,'0'0'250'0,"0"0"67"15,0 0-38-15,0 0-14 16,0 0-22-16,0 0 25 16,0 0-70-16,0-25-58 15,-1 25-48-15,0 9-39 16,-1 5 64-16,-1 7 68 15,1 4-40-15,0 2-35 16,0 4-13-16,2-1-20 16,0 2-19-16,0-2-5 15,0-1-26-15,0-5-12 16,2-4-8-16,-1-2-5 16,1-4 4-16,-2-4-6 15,0-3 0-15,0-5-30 16,-2-2-48-16,-4 0-97 15,-5-7-186-15,-5-9-200 0,1 3-106 16,1 0-91-16</inkml:trace>
  <inkml:trace contextRef="#ctx0" brushRef="#br0" timeOffset="12050.0928">9284 7798 760 0,'0'0'392'16,"0"0"-46"-16,0 0-59 15,0 0-88-15,0 0-15 16,0 0 26-16,0 0 36 15,16 30-68-15,-5-17-41 16,0 0-16-16,4 1-31 16,0 0-24-16,3-1-24 0,0 0-24 15,1-2-12 1,-2-1-5-16,0-2-1 0,-2-4-18 16,-2-1-84-16,-2-3-136 15,0-1-302-15,-3-5-199 16,-2-2-631-16</inkml:trace>
  <inkml:trace contextRef="#ctx0" brushRef="#br0" timeOffset="12231.0863">9537 7812 1311 0,'0'0'531'0,"0"0"-223"16,0 0-154-16,0 0 13 15,0 0 59-15,-14 42-76 16,7-20-34-16,-2 0-38 15,1 2-35-15,-3-1-23 0,1 0-19 16,-1-1-1 0,0 0-124-16,1-4-425 0,2-6-993 0</inkml:trace>
  <inkml:trace contextRef="#ctx0" brushRef="#br0" timeOffset="13160.2556">8997 8163 942 0,'0'0'343'16,"0"0"-83"-16,0 0 23 16,0 0-61-16,-38-10-53 15,27 11-56-15,0 7-24 16,3 3 15-16,-1 4-8 15,3 3 4-15,3 1-25 16,2 1-33-16,1-1-14 16,1 0-8-16,9-2-4 15,3 0-10-15,4-4-5 16,4-1-1-16,2-5-27 16,4-5-99-16,-1-2-75 0,0-10-48 15,-3-7-119-15,-3-12-182 16,-7-10-40-16,-10-14 386 15,-3-4 204-15,-7 9 87 16,-2 11 132-16,3 17 47 16,2 7 15-16,-1 0-6 15,1 3-35-15,0 3-34 16,3 7-57-16,0 3-82 16,1 19-41-16,0 16 14 15,1 12 59-15,4 2 0 16,1-8-15-16,0-12-22 15,-2-12-20-15,1-1-21 0,2 2-4 16,1 0-10-16,0-1-1 16,0-7-6-16,0-8 0 15,-1-5-5-15,0-4 4 16,1-9 1-16,-1-5-18 16,2-2-3-16,0 2 20 15,-1 2-7-15,-1 3 8 16,-1 4 0-16,-1 4-1 15,-1 4 0-15,1 1-8 16,1 5 4-16,3 5 5 16,4 4 1-16,2 3 5 15,4-1-5-15,1 2 0 16,3-3-1-16,1-1-32 0,0-5-188 16,5-7-104-16,-7-2-325 15,-5-1-373-15</inkml:trace>
  <inkml:trace contextRef="#ctx0" brushRef="#br0" timeOffset="13830.1003">9487 8220 532 0,'0'0'632'0,"0"0"-397"0,0 0 100 16,0 0-154-16,0 0-17 16,0 0-23-16,0 0-24 15,-31 51-17-15,26-30-19 16,1-2-15-16,4-1-22 15,0-1-26-15,1-2-7 16,7-4-10-16,2-5-1 16,2-4-53-16,0-2-54 0,1-10-47 15,-3-4-59-15,-3-5-22 16,-1-1 54-16,-4-3 95 16,0 1 64-16,-2 3 22 15,0 4 15-15,0 3 39 16,0 6 30-16,0 4 42 15,0 2-56-15,0 5-42 16,0 6 8-16,0 5 9 16,0 0-10-16,5 2-11 15,3-1-13-15,3-1-5 16,1-5-6-16,1-2-72 16,0-4-160-16,-1-5-65 15,-1-1-56-15,-4-7-158 0,-1-5 289 16,-3 0 222-16,-2 0 196 15,-1 0 191-15,0 5-100 16,0 3-26-16,0 4 4 16,0 1-116-16,0 1-78 15,0 8-5-15,0 1 29 16,-2 4-23-16,-1 0-13 16,0 0-17-16,0 1-23 15,-1-3-8-15,2-3-10 16,-1-2 5-16,2-7-4 15,1 0-2-15,0-5-7 16,0-8-42-16,3-2 8 0,3 1 21 16,2 0 12-1,1 3 8-15,-1 5 0 0,1 1 19 16,-1 3 1 0,1 2-7-16,1 2 2 0,0 6-6 15,1 2-2-15,-1 0 0 16,-1 0-7-16,-1 0-16 15,0 2-132-15,-1-6-394 16,-2-2-352-16</inkml:trace>
  <inkml:trace contextRef="#ctx0" brushRef="#br0" timeOffset="14152.5286">9790 8278 1149 0,'0'0'259'0,"0"0"-73"0,0 0-34 15,0 0 16-15,0 0-61 16,0 0-52-16,-18 41-22 16,14-35-15-16,1-2-8 15,0-4 0-15,1 0-8 16,1-3 9-16,1-7-3 16,0-4-2-16,5-1-5 15,4 1 10-15,0 3 8 16,2 3 34-16,1 3 12 15,0 4 0-15,1 1-11 16,0 5 12-16,0 5 16 16,0 2-3-16,-3 2-31 15,-1 1-26-15,-4-1-10 0,-1 0-12 16,-1-2-3 0,2-1-161-16,-2-3-183 0,0-4-647 0</inkml:trace>
  <inkml:trace contextRef="#ctx0" brushRef="#br0" timeOffset="14699.5462">9982 8244 170 0,'0'0'1144'16,"0"0"-974"-16,0 0 0 15,0 0-68-15,0 0 15 0,0 0-72 16,0 0-24-16,20 36-9 15,-14-33-5-15,1-3 5 16,-2 0-1-16,1-4 0 16,-2-4-4-16,0-1 0 15,0-2-5-15,-2 1 7 16,-2 0 39-16,0 4 39 16,0-1 20-16,-3 4 4 15,-3 2 7-15,-2 1-7 16,-1 4-29-16,0 6-7 15,0 4-13-15,2 3-5 16,3 1-14-16,4 0-16 16,0 0-12-16,3-2-6 0,6-1-8 15,2-5 5 1,2-6-4-16,0-4-1 0,3-2 4 16,-2-9-5-16,-1-5-7 15,-1-4-2-15,-1-3 8 16,1-9 0-16,0-10 1 15,0 1 0-15,-3 4 0 16,-1 9 20-16,-3 11 14 16,-1 5 35-16,-2 4 6 15,0 8-32-15,-2 9-20 16,1 8-17-16,1 9-5 16,-1 3 21-16,0-2-10 15,-1 4-4-15,0-3-8 16,0-2 0-16,0-1-18 15,0 5-127-15,-3-6-366 0,-1-6-366 16</inkml:trace>
  <inkml:trace contextRef="#ctx0" brushRef="#br0" timeOffset="16180.3171">5256 8045 298 0,'0'0'0'0,"0"0"0"16,0 0 375-16,0 0-162 15,0 0-72-15,0 0-73 16,0 0-4-16,0-11-24 15,0 10-8-15,0 1 7 16,0 0 8-16,0 0 15 16,0 0 11-16,0 0-1 15,0 0 0-15,0 0 9 16,0 0 15-16,0 4 35 16,0 6 62-16,-1 3-20 15,0 5-7-15,-1 4 19 16,1 4-35-16,0-1-47 0,0 1-18 15,1-3-31-15,0-2-14 16,0-3-21-16,0-3 5 16,0-3-15-16,0-2 3 15,0-2-6-15,0-3-4 16,0-3-2-16,0-2 0 16,0 0-15-16,-1-2-71 15,-1-6-128-15,-1-8-138 16,1 1-310-16,2-1-516 0</inkml:trace>
  <inkml:trace contextRef="#ctx0" brushRef="#br0" timeOffset="16600.0969">5261 8028 1237 0,'0'0'386'16,"0"0"-143"-16,0 0-24 15,0 0-61-15,0 0-2 16,0 0-21-16,-38 31-22 16,30-21-28-16,-1-1-32 15,2-1-20-15,2-4-13 16,2 0-10-16,1-3-2 0,2-1-2 15,0 0-5-15,0-5 0 16,6-4-1-16,3-4 6 16,3-1-5-16,2-1 0 15,1 4-1-15,-1 1 0 16,-1 4 1-16,-1 6 5 16,0 0 7-16,-1 8 0 15,-1 5 1-15,-1 4 5 16,-2 3-4-16,-1 0-7 15,-1 0-7-15,-2-3-1 16,-2-2 0-16,2 2-101 16,-2-3-244-16,0-5-510 0</inkml:trace>
  <inkml:trace contextRef="#ctx0" brushRef="#br0" timeOffset="25086.8541">12308 2068 1152 0,'0'0'344'16,"0"0"-82"-16,0 0 42 16,0 0-25-16,0 0-78 15,0 0-93-15,2 28-53 16,-2 24 36-16,0 14 38 15,0 9-26-15,0-2-15 16,0-5 23-16,0 0-27 0,0-3 10 16,-3-1-4-1,-3-2-25-15,-1-7 1 0,1-14-42 16,1-11-18-16,0-11-6 16,1-3-23-16,-2-1-19 15,0-2-42-15,2-2-36 16,-2-8-11-16,2-3-4 15,-1-8-136-15,0-21-113 16,0 2-304-16,0-1-665 0</inkml:trace>
  <inkml:trace contextRef="#ctx0" brushRef="#br0" timeOffset="25874.2172">12298 2010 1177 0,'0'0'726'0,"0"0"-588"16,0 0 81-16,9-38-94 16,35 25-44-16,36 2-52 15,23 1-19-15,13 4 11 16,4 5 10-16,-11 1 0 15,-1 0 12-15,-4 0-17 16,-8 0 1-16,-11-2-8 16,-12-2 5-16,-14-2-6 0,-17 1-12 15,-15 1 0-15,-10 1 9 16,-10 2-2-16,-1 0 9 16,-2 0 2-16,-2 0 6 15,-1 1 1-15,-1 0 4 16,0 7-14-16,0 7 16 15,-2 11 33-15,-2 15 2 16,-3 15-6-16,1 9 12 16,0 4-8-16,1 3 5 15,2-1-10-15,0 3-11 16,3 1-6-16,0-4 1 16,0-3-4-16,0-4-18 15,3-4-9-15,0-8-9 16,-2-6-8-16,0-9-1 15,-1-10-1-15,0-9-5 0,0-5 6 16,-1-1 0-16,-2-1-1 16,-2-3 0-16,-1-3-6 15,-2-4 1-15,-5 0 0 16,-5 0-6-16,-5 0 4 16,-12-5 7-16,-14 2-1 15,-18-3 2-15,-9 0-1 16,-2 1 1-16,-1 0 0 15,3 1-1-15,-3 0 0 16,-4 2-2-16,0 2 3 16,3 0 1-16,6 0 7 15,8 0-8-15,10 3 0 16,14 0 0-16,12-2 1 0,9-1 15 16,7 0-7-16,2 0 3 15,1 0 5-15,4 0-9 16,3 0-8-16,3 0 0 15,1 0 1-15,0 0-1 16,0 0-10-16,0 0-34 16,0 0-37-16,0 0-63 15,0 0-85-15,0-3-345 16,0-1-472-16</inkml:trace>
  <inkml:trace contextRef="#ctx0" brushRef="#br0" timeOffset="26035.4896">12291 2929 2165 0,'0'0'286'0,"0"0"-140"15,0 0 43-15,0 0-96 16,-39-4-35-16,38 4-58 16,6-5-166-16,5 0-361 15,4-4-805-15</inkml:trace>
  <inkml:trace contextRef="#ctx0" brushRef="#br0" timeOffset="27598.2525">11965 2361 1706 0,'0'0'257'0,"0"0"-112"16,-6-40 10-16,6 28-35 15,10 1-43-15,6 3-48 16,4 3-15-16,2 3-2 16,-1 2 8-16,-3 4-8 15,-6 7-6-15,-3 5-4 16,-7 4 0-16,-2 4 7 0,-2 0 1 16,-8 1-4-16,-2-3-5 15,2-4 1-15,0-5-1 16,3-4 11-16,4-4-3 15,2-2 15-15,1 0 10 16,4-1-20-16,7 3 11 16,6 2 17-16,5 1-1 15,4 1-8-15,0 2-3 16,-1 1-15-16,-5 1-7 16,-6 0 4-16,-8 1-5 15,-6 2 3-15,-6 0 2 16,-11 2 2-16,-6 0-2 0,-4-1-6 15,-4-1-6-15,0-4-37 16,-6-2-151-16,8-3-142 16,9-6-500-16</inkml:trace>
  <inkml:trace contextRef="#ctx0" brushRef="#br0" timeOffset="28498.3322">12742 3098 1072 0,'0'0'488'0,"0"0"-316"16,0 0 31-16,0 0-11 15,14-37-59-15,-4 31-65 16,3 2-27-16,0 2-14 16,0 2-3-16,-1 0 8 15,-2 3-6-15,-4 4-19 16,-2 1 11-16,-4 3 12 16,0 3 20-16,-3 1-17 15,-5 0-9-15,-1 1-14 16,1-4-4-16,1-3 0 15,0-1 0-15,4-4 0 16,2-2 16-16,1-1 17 16,0 0-1-16,3-1 6 0,8 0 12 15,6 0 17-15,5 1-18 16,2 3-28-16,1-1-3 16,-1 3-12-16,-4 2 0 15,-4 0-6-15,-6 1 6 16,-6 0-6-16,-4 3 7 15,-16 3 26-15,-21 3-19 16,-24 5-11-16,-18 1-3 16,-14-1-6-16,-6-1-29 15,-3-2-122-15,22-6-323 16,14-2-296-16</inkml:trace>
  <inkml:trace contextRef="#ctx0" brushRef="#br0" timeOffset="29981.1557">12686 1582 97 0,'0'0'1302'15,"0"0"-964"-15,0 0-35 0,0 0-66 16,0 0-118 0,0 0-70-16,-29 49 8 0,21-6 28 15,0 6-18-15,2-4-32 16,3-10-24-16,2-10-9 15,1-6-2-15,0-5-25 16,1-1-169-16,8-10-272 16,-1-1-154-16,0-4-503 0</inkml:trace>
  <inkml:trace contextRef="#ctx0" brushRef="#br0" timeOffset="30231.6008">12716 1680 922 0,'0'0'293'16,"0"0"-37"-16,0 0-56 0,0 0-10 15,0 0-86 1,0 0-32-16,0 0 15 0,-45 22-6 16,29-12-21-16,2-1-5 15,4-3-19-15,5-2-13 16,4-3-5-16,1 0 16 16,0 0-16-16,9 2-3 15,5 3-6-15,2 4 0 16,3 1 6-16,1 1-15 15,-1 2-6-15,-1-2 6 16,1-2 0-16,-1-3-141 16,9-7-217-16,-5 0-119 15,-3-5-614-15</inkml:trace>
  <inkml:trace contextRef="#ctx0" brushRef="#br0" timeOffset="30805.8476">12891 1669 1145 0,'0'0'386'0,"0"0"-113"16,0 0-136-16,0 0-91 15,0 0-24-15,0 0 16 16,0 0 1-16,3 22-17 16,4-17-13-16,0-2-8 15,1-1 1-15,-1-2-1 16,1 0 8-16,-2-6 0 15,1-2 6-15,-1-4 1 16,-2 0 21-16,-3 0 51 16,-1 1 13-16,0 2-31 15,-2 2 31-15,-4 4-6 0,-1 3-31 16,-1 2-47-16,-1 7-11 16,1 5-5-16,4 2 6 15,3 1-7-15,1 1-12 16,9 0 4-16,6-2 2 15,2-2 5-15,4-5-5 16,1-4-21-16,1-4-75 16,-1-1-19-16,-3-7 11 15,-2-5-49-15,-4-3 20 16,-3 0-6-16,-4 0 78 0,-1-1 46 16,-2 2 21-16,0 3 2 15,0 1 20-15,0 4 25 16,0 0 14-16,0 4-9 15,0 2-23-15,2 0-4 16,-1 1 0-16,2 6-2 16,1 3-5-16,2 1 22 15,1 1-9-15,-1-1-18 16,2 0-7-16,2-3-5 16,0-2-2-16,1-4-81 15,0-2-147-15,3-7-108 16,-6-4-282-16,-1-1-339 0</inkml:trace>
  <inkml:trace contextRef="#ctx0" brushRef="#br0" timeOffset="31125.0786">13291 1618 468 0,'0'0'402'16,"0"0"-55"-16,0 0-65 0,1-35-35 15,0 34-115-15,0 1-72 16,2 3-38-16,3 9 0 16,0 2-7-16,1 3-8 15,-1 3 11-15,0-1 2 16,-3 0 0-16,-2-2-9 15,-1-2 2-15,0-2-13 16,0-6 9-16,-1-2-2 16,-1-5 7-16,-1 0 126 15,2-9-53-15,0-5-32 16,1-5 3-16,0-2 1 16,6 0 20-16,2 2-6 15,1 3-10-15,1 6-27 16,1 4-27-16,0 6-9 0,2 0 0 15,-1 8 15-15,2 3-15 16,-2 4 9-16,-1 0-9 16,-3 1-4-16,-1-1-33 15,-4 4-115-15,-1-5-141 16,-2-3-435-16</inkml:trace>
  <inkml:trace contextRef="#ctx0" brushRef="#br0" timeOffset="31682.8484">13458 1592 1126 0,'0'0'275'0,"0"0"-201"16,0 0-33-16,0 0 30 16,0 0-17-16,16 42-18 15,-7-33-17-15,1-4-6 16,1-2-12-16,-1-3 0 15,0-1 8-15,-1-6 8 16,0-3 2-16,-1-1 14 16,-2-1 29-16,-3 2 19 15,-2 0 32-15,-1 3 25 16,0 1-27-16,-1 4 3 16,-2 2-25-16,-2 0-22 0,-1 2-39 15,-1 6-13 1,2 4 4-16,0 4 2 0,3 1-3 15,2 1-7 1,1 0-5-16,7-1-6 0,3-2-1 16,3-3 1-16,2-4 2 15,3-6 8-15,0-2-9 16,1-2 6-16,-1-8-5 16,-1-6-1-16,-4-4 19 15,-5-9-1-15,-5-12 7 16,-4-13 9-16,0-5 3 15,-2 9-7-15,-1 15 6 16,1 16 5-16,2 9 21 16,-1 2-27-16,0 2-20 0,1 4-8 15,0 3-8 1,0 19-18-16,10 20 11 0,11 18 7 16,5 9 7-16,2 2-7 15,-1-3-5-15,-6-5-40 16,-6-15-324-16,-7-11-570 0</inkml:trace>
  <inkml:trace contextRef="#ctx0" brushRef="#br0" timeOffset="38652.8954">12736 4166 770 0,'0'0'727'0,"0"0"-636"15,0 0-50-15,0 0 64 0,0 0-20 16,-4-7-46-16,4 7-20 16,0 0-13-16,0 0-5 15,0 0-1-15,0 0-1 16,0 0-11-16,0 0-7 15,0 0-16-15,0 0 0 16,0 0-16-16,0 0-6 16,0 0-20-16,0 0-3 15,0 0 28-15,0 0 18 16,0 0 13-16,0 0-8 16,0 0 5-16,0 0 14 15,0 0 10-15,0 0 0 16,0 0 0-16,0 0 1 0,0 0-1 15,0 0 0 1,0 0-15-16,0 0-30 0,0-1-33 16,0 1-33-16,0 0-5 15,0-1-8-15,0 1 23 16,0 0 24-16,0 0-2 16,0 0-37-16,0-1-256 0</inkml:trace>
  <inkml:trace contextRef="#ctx0" brushRef="#br0" timeOffset="40212.5423">12693 4088 1470 0,'0'0'277'0,"0"0"-86"15,0 0-12-15,0 0-18 16,0 0-102-16,-17 61-19 15,25 26 82-15,1 20 16 16,-3 7-9-16,-4 0 0 0,-2-5-22 16,-1 2-33-16,-6-1-26 15,-1-6-9-15,-1-10-37 16,1-10-1-16,0-13 5 16,-2-14 1-16,2-15-6 15,0-15-1-15,3-12-14 16,1-7-35-16,1-5-56 15,-2-3-77-15,-1-27-88 16,2-3-204-16,-1-8-173 0</inkml:trace>
  <inkml:trace contextRef="#ctx0" brushRef="#br0" timeOffset="40910.2003">12385 4121 1783 0,'0'0'233'0,"64"-46"-182"15,26 15-29-15,30-1 3 16,25 3 24-16,14 3 26 16,3 1 1-16,16 0-36 15,12-1-15-15,10-1-9 16,3 3-4-16,-2 2 0 15,-13 4 0-15,-18 7 1 16,-24 7-3-16,-30 4 4 16,-26 5-1-16,-31 5 14 15,-23 0-5-15,-17 1 12 16,-12 3 4-16,-2 12 29 0,-5 17 15 16,-3 19 4-1,-12 13 5-15,-5 6-17 0,0 1-1 16,3 0-3-16,3 5-5 15,3 0-8-15,4 0-15 16,5-4 4-16,2-6-21 16,0-4-5-16,6-2-5 15,0-6-6-15,0-5-9 16,-2-8 1-16,-2-7 0 16,-2-11-1-16,0-9 6 0,-4-7-6 15,-5-4 1-15,-4 1 0 16,-7 0-1-16,-12 1-1 15,-16-3 0-15,-20-1-5 16,-14-2 6-16,-15-2 0 16,-14-4 0-16,-10 1 8 15,-19 0-8-15,-14 0 0 16,-6 0-8-16,-1 2 8 16,2-1 2-16,11 2-2 15,11 0 0-15,15-1 10 16,14 0-10-16,17 0-1 15,17-2 1-15,21-2 5 16,20-2 1-16,14 0-5 0,9-1 0 16,4 0 5-1,0 0-6-15,1 0-6 0,3 0-17 16,0-3-44-16,-2-3-83 16,-3-12-121-16,-1 0-274 15,-1-4-753-15</inkml:trace>
  <inkml:trace contextRef="#ctx0" brushRef="#br0" timeOffset="41535.7358">13248 5883 1603 0,'0'0'501'0,"0"0"-382"0,-9 57 1 16,7-7 97-16,1 5-50 16,1-2-63-16,0-15-48 15,0-13-33-15,0-7-11 16,0-5-12-16,1-2-58 16,3-9-221-16,-1-2-345 15,0-4-549-15</inkml:trace>
  <inkml:trace contextRef="#ctx0" brushRef="#br0" timeOffset="41679.4024">13225 5678 1515 0,'0'0'232'16,"0"0"-150"-16,0 0-27 0,0 0-55 16,0 0-1-1,59 8-93-15,-16 18-91 0,-5-3-159 16,-5-3-429-16</inkml:trace>
  <inkml:trace contextRef="#ctx0" brushRef="#br0" timeOffset="42173.0224">13481 5797 175 0,'0'0'1485'0,"0"0"-1245"16,0 0-104-16,0 0 1 16,-3 38 43-16,3-19-32 15,0 1-40-15,0 1-13 16,0-1-19-16,2-3-22 15,0-2-23-15,0-5-14 0,-1-4-17 16,0-6 10 0,0-1 0-16,0-12-1 0,1-12-3 15,-1-2-5 1,2-4-1-16,0-1 0 0,3 8-1 16,1 2 1-16,0 7 0 15,1 7 0-15,1 8 0 16,1 1-7-16,2 10 7 15,1 6 1-15,-1 3 5 16,-2 1-5-16,-2 2 0 16,-2-3-1-16,-4-2 0 15,-1-3 1-15,-1-5 0 16,0-5 1-16,0-5 4 16,-2-5 4-16,2-17 8 0,0-12 3 15,5-1 6-15,5 4 0 16,2 6 10-16,1 11-5 15,2 3-4-15,1 2-11 16,-1 8-7-16,0 3 2 16,-2 12-4-16,1 7-2 15,-3 3-5-15,1 3 0 16,-2-3 0-16,0-1-1 16,0-5-31-16,2-6-131 15,9-12-208-15,-3-1-401 16,0-10-632-16</inkml:trace>
  <inkml:trace contextRef="#ctx0" brushRef="#br0" timeOffset="42474.5633">13940 5696 993 0,'0'0'619'0,"0"0"-445"0,0 0 86 16,0 0-17-16,0 0-66 16,0 0-109-16,0 0-5 15,-23 27 35-15,14-4-19 16,0 0-6-16,3 1-22 15,2-4-20-15,1-3-23 16,3-5-8-16,0-7 6 16,7-4-5-16,1-1 8 15,4-10-3-15,1-1-6 16,1-2 2-16,-1 2-1 16,-1 2 0-16,-1 2-1 0,0 3 1 15,-2 3-1-15,1 1-6 16,-1 0 4-16,2 5-4 15,0 0-67-15,1-2-79 16,10-3-85-16,-2-2-124 16,-3-4-345-16</inkml:trace>
  <inkml:trace contextRef="#ctx0" brushRef="#br0" timeOffset="42862.3159">14164 5656 538 0,'0'0'737'0,"0"0"-541"16,0 0 43-16,0 0-30 15,0 0-70-15,0 0-76 16,0 0-8-16,-30 10-10 0,26 2-15 16,2 0-14-1,2-2-7-15,0-4-8 0,0-3 1 16,6-3-1-16,1-1 12 16,1-8-11-16,1-3-1 15,0-1 5-15,-1 0 8 16,0 2 57-16,-3 4 59 15,-1 3 13-15,-1 4-43 16,-1 0-49-16,1 10-26 16,1 7 39-16,2 11-1 15,1 10-24-15,-3 10 0 16,-3 2-3-16,-1-8-15 16,-3-11-12-16,-4-11-8 15,-2-2 0-15,0 1 1 0,-3-1-1 16,-2-4 0-1,0-7-1-15,2-7 0 0,0-4-38 16,3-17-74-16,5-14-148 16,4-10-92-16,4 5-319 15,6 6-217-15</inkml:trace>
  <inkml:trace contextRef="#ctx0" brushRef="#br0" timeOffset="43208.7684">14377 5663 188 0,'0'0'1079'0,"0"0"-924"16,0 0-9-16,0 0-3 0,0 0-16 15,0 0-64 1,38 19-28-16,-28-21-13 0,-1-6-8 16,0-4-6-16,-1-2 0 15,-1-2 15-15,-2-1 25 16,-2 2 39-16,-3 2 15 15,0 4 18-15,0 6 25 16,-10 3-15-16,-3 5-57 16,-4 11-22-16,-5 11 8 15,5 1-8-15,4 3-17 16,5 0-5-16,8-7 8 16,5 3-7-16,13-7-7 15,6-6-8-15,7-8-8 0,1-6-7 16,2-9 0-1,-2-11-10-15,0-21-67 0,-9 4-180 16,-11 1-411-16</inkml:trace>
  <inkml:trace contextRef="#ctx0" brushRef="#br0" timeOffset="44513.3859">11779 4634 51 0,'0'0'1069'0,"0"0"-805"16,-8-38-53-16,8 25-38 15,11 5-68-15,2 5-27 16,3 3 1-16,5 17-13 16,1 15 24-16,-3 13 16 15,-7 5 4-15,-8-8-21 16,-4-12-10-16,-3-10-11 15,-4-4-17-15,-3 4-9 16,-4 1-15-16,-3 2-9 16,-2-5-10-16,0-4-6 15,1-7 4-15,3-7-5 0,5-2 10 16,3-10 1 0,7-3 7-16,0 2-7 0,11 3-12 15,5 4-1-15,3 5-5 16,4 1 0-16,3 0 6 15,2 1 0-15,2 0 0 16,2-1-75-16,1-4-81 16,0-7-6-16,-4-5-66 15,-4-5-101-15,-7-3 85 16,-9-8 152-16,-9-7 70 16,-3 1 22-16,-7 6 31 15,-1 6 100-15,3 12 75 16,-1 3-10-16,2 1-13 15,3 7-47-15,1 3-39 16,3 5-72-16,0 7-8 0,0 7-10 16,8 3-6-16,4 3 5 15,5 1-5-15,3 0 0 16,0-2 0-16,1-1-1 16,-3-1 0-16,-4-3 0 15,-4-1 0-15,-7-3 0 16,-3-3 0-16,0-3 1 15,-8-3-1-15,-1-6 1 16,0 0-1-16,1-9 8 16,4-5-8-16,4-4-26 0,2-4 0 15,11-2 7 1,5-1-11-16,4-1-1 0,0 0 6 16,0 2-14-1,-4 3 1-15,-2 0 13 0,-3 4 9 16,-3 2 16-16,-4 2 10 15,-1 5 2-15,-3 2-6 16,-2 4 29-16,0 0 14 16,0 2 5-16,-3 0-26 15,-4 2-15-15,0 4-12 16,0-1 1-16,0 0-1 16,2 0 0-16,3-1-1 15,2 0 1-15,0-2-1 16,0 0-1-16,3 2 1 15,3-1 1-15,1 3 12 0,2 1 10 16,1 3 5 0,0 1-3-16,1 2 6 0,1 3-1 15,-1 2 6-15,-1 2 4 16,-2 0 11-16,-1-1-14 16,-4-1-11-16,-2-2-7 15,-1-3-8-15,0-5-10 16,0-1 6-16,0-6-1 15,-1-1 6-15,-4 0 15 16,-1-8-10-16,-1-1-10 16,1-4-6-16,1-1-1 15,1 2-36-15,4-2-67 16,0-3-103-16,7 2-171 0,1 0-638 16</inkml:trace>
  <inkml:trace contextRef="#ctx0" brushRef="#br0" timeOffset="45439.4078">13081 5573 230 0,'0'0'1183'0,"0"0"-975"0,0 0-23 15,0 0-24-15,0 0-42 16,0 0-46-16,0 0 15 15,21 11 34-15,-22 8-19 16,-8 0-41-16,-2 0-17 16,-2-2-15-16,0-2-11 15,-1-4-9-15,3-5-4 16,1-5-4-16,3-1 7 16,3-7-2-16,2-3-5 15,2 0 4-15,0 3 0 16,4 4-5-16,4 3 6 15,3 0-6-15,3 5 11 16,3 3-3-16,4 0 1 16,4-1-8-16,3-3-1 15,2-4 1-15,0-1-2 0,0-11-78 16,-3-5-79-16,-5-3-55 16,-6-6 46-16,-5-2 91 15,-6-2 52-15,-4-1 23 16,-1 3 17-16,0 5 46 15,-3 5 36-15,-1 7 3 16,0 5-4-16,2 3 14 16,1 3-28-16,1 1-51 15,0 7-17-15,3 3-6 16,7 4 22-16,2 3 14 16,4 2 21-16,2 2-3 15,-1 1-9-15,-2 1-14 16,-4-2-16-16,-6 1-11 0,-5-1-4 15,-2-2-2-15,-11-4-7 16,-3-4 7-16,-1-7-7 16,1-5 7-16,2-9-2 15,5-16-5-15,8-18-1 16,5-20 1-16,13-6-1 16,9 1-1-16,5 10-5 15,0 15-45-15,-5 9-70 16,1-1-137-16,-7 11-291 15,-10 5-600-15</inkml:trace>
  <inkml:trace contextRef="#ctx0" brushRef="#br0" timeOffset="45932.5616">12451 4775 212 0,'0'0'0'0,"0"0"569"15,0 0-224 1,0 0-145-16,0 0-20 0,0 0 12 16,0 0-36-1,-5-2-72-15,3 2-48 0,2 1-36 16,0 1-167-16,0 0-403 0</inkml:trace>
  <inkml:trace contextRef="#ctx0" brushRef="#br0" timeOffset="46825.0542">12663 4642 342 0,'0'0'66'0,"0"0"635"0,0 0-501 16,0 0-44-16,0 0-25 15,0 0 37-15,0 0-7 16,39-12-37-16,-20 12 0 16,4-1-27-16,11 0 4 15,13-1-27-15,16-2 5 16,6-1 7-16,3-2-26 16,-2 0 10-16,-5 0-21 15,1 0-15-15,-2 1-7 16,-2-1-12-16,-5 0-6 15,-4 0-7-15,-5 0 8 16,-10 1 9-16,-9 2 28 0,-9 0-16 16,-3 0 4-16,2 1-10 15,1 0-1-15,2-1-8 16,-3 1-1-16,-3-1-4 16,-3 1-2-16,-2 0 3 15,-3 1 1-15,-2-1 7 16,-1 1-4-16,-1 1 1 15,-1-2-2-15,-2 1 1 16,2-3-1-16,-1 0 3 16,-1-3-4-16,-1-5-2 15,0-3-5-15,0-5 4 16,0-9-4-16,-6-11 1 16,-2-12-2-16,-2-8 2 0,1-1-7 15,2-1 7-15,1 3-8 16,3 0-6-16,-1 5 6 15,0 12 1-15,0 12 0 16,0 10-1-16,2 8-20 16,-1 0 3-16,0 2 6 15,1 3 11-15,0 4 0 16,2 3-10-16,-1 1-5 16,0 0-9-16,0 2-14 15,-1 5 16-15,0 5 11 16,-1 2 10-16,0 3-10 15,-2 12-55-15,2-5-415 0,-3-4-650 16</inkml:trace>
  <inkml:trace contextRef="#ctx0" brushRef="#br0" timeOffset="48485.7543">12680 4305 114 0,'0'0'618'0,"0"0"-333"0,0 0-122 16,0 0-34-16,0 0-20 16,0 0-26-16,-1-3-14 15,6 0 10-15,3-2 17 16,3-2-14-16,6-3 0 16,10-4-1-16,16-6-1 15,17-7-15-15,8-3-16 16,3 1 2-16,-3 2-9 15,-8 4-5-15,-1 0-6 16,-2 2-3-16,-4 1-9 16,-4-1 9-16,-3 1-8 15,-2-2 2-15,-8 4 2 16,-8 3 2-16,-7 4 10 0,-4 2 0 16,-1 0-8-16,0-1-10 15,-2 2-8-15,-5 2-10 16,-3 3 8-16,-4 1-7 15,-1 2-1-15,-1 0 0 16,0 0-34-16,-2 2-89 16,-13 12-129-16,1 0-138 15,-4 1-190-15</inkml:trace>
  <inkml:trace contextRef="#ctx0" brushRef="#br0" timeOffset="48981.4366">12809 4507 887 0,'0'0'252'16,"0"0"-180"-16,0 0 54 16,0 0 79-16,0 0-30 15,0 0-92-15,0 0 16 16,26-24 8-16,-5 11 24 16,12-6-10-16,15-8-28 0,15-8-4 15,10-3-22-15,1 1 0 16,-2 3-6-16,-7 6 6 15,-1 1-19-15,-4 1-20 16,-4 4-4-16,-11 4-8 16,-12 4 2-16,-10 5 2 15,-5 1-4-15,2 0-1 16,-1 0 3-16,-1-1-8 16,-4 3-8-16,-3 1 5 15,-5 1-6-15,-1 2 1 16,-3 0-2-16,-1 2 0 15,-1 0 0-15,0 0-43 16,0 0-77-16,-7 5-136 0,-13 10-80 16,1-1-223-16,-1-1-159 15</inkml:trace>
  <inkml:trace contextRef="#ctx0" brushRef="#br0" timeOffset="49440.7847">13148 4521 1041 0,'0'0'193'0,"0"0"-70"15,0 0 6-15,0 0 62 16,0 0-35-16,0 0-32 16,0 0 19-16,16 1-21 15,-4-1-4-15,6-1 16 16,9-8 14-16,16-9-37 16,13-7-13-16,9-4-19 15,-1-2-17-15,-4 5-17 16,-10 3-2-16,-4 2-13 15,-3 2 4-15,-9 3 4 16,-6 3-1-16,-7 4 1 16,-4 0-11-16,4 0-11 15,1-1-2-15,0 0-2 0,-3 1-6 16,-5 2-6-16,-5 3 0 16,-4 2 0-16,-5 2-1 15,0 0-30-15,-7 4-91 16,-32 16-169-16,2-2-393 15,-7 1-998-15</inkml:trace>
  <inkml:trace contextRef="#ctx0" brushRef="#br0" timeOffset="72748.4426">14170 6817 770 0,'0'0'762'0,"0"0"-544"16,0 0 25-16,0 0-62 16,0 0-88-16,0 18-4 15,0 4 40-15,0 5-13 0,0 2-57 16,2 0-30-16,0-2-19 15,0-2 0 1,0-3-10-16,0-2 0 0,0-5-44 16,-1-4-145-16,-1-5-113 15,0-4-347-15,-3-2-665 0</inkml:trace>
  <inkml:trace contextRef="#ctx0" brushRef="#br0" timeOffset="73255.4495">14211 6739 834 0,'0'0'629'16,"0"0"-514"-16,0 0 6 16,59-12 41-16,-29 11-47 15,3 1-17-15,2 0-17 16,0 0-37-16,-4 1-19 15,-2 2-6-15,-6 0 5 16,-6-1 2-16,-4 1 13 16,-5 1 7-16,-3 0 0 15,-3 3 32-15,-1 2 25 16,0 3-15-16,-1 3-7 16,1 4 7-16,0 0 1 15,-1 2-23-15,2 1-15 16,-1 0-18-16,0 0-9 0,2-1-14 15,-1-1 4-15,0-3-7 16,0-2-6-16,-1-2-1 16,-1-4 6-16,0-2-5 15,0-3-1-15,-4-2 6 16,-4-1 0-16,-7-1-4 16,-3 0-1-16,-6 0 7 15,-3-2-7-15,-4-1 0 16,-7 2 1-16,-8 1-1 15,-5 0-1-15,4 1 0 16,11 3 0-16,12 1 0 16,11-2 0-16,3 1-27 0,6 0-66 15,19-2-193-15,9-2-219 16,10 0-371-16</inkml:trace>
  <inkml:trace contextRef="#ctx0" brushRef="#br0" timeOffset="74141.0275">14650 6733 332 0,'0'0'694'16,"0"0"-506"-16,0 0 7 16,0 0-57-16,0 0-26 15,0 0-13-15,0 0-14 16,35-14-3-16,-16 13-12 16,1 0-3-16,3 1-12 15,-2 0-14-15,0 0-14 16,-5 0-11-16,-3 0-9 0,-3 0 5 15,-3 0 7 1,-4 0 17-16,-2 0 2 0,-1 0-2 16,0 5-5-16,0 4 33 15,0 4 41-15,0 4 1 16,0 2-14-16,-3 4-20 16,1 2-17-16,0 1-12 15,2 0-14-15,0 1-14 16,0 1-3-16,0-2-5 15,0-2-1-15,0-3-4 16,0-4-1-16,0-4 0 16,0-5 0-16,0-1 5 15,-1-5-5-15,-6-1 8 16,-4-1-1-16,-4 0-7 16,-5-6 5-16,-4-2-5 0,-2 0 0 15,-2-2 0 1,0 0 0-16,-1-1 8 0,2 3-9 15,3 2 2-15,2 1-2 16,4 2 0-16,4 1 0 16,1 2 0-16,4 0-14 15,3 0-48-15,4 4-89 16,8 2-142-16,6-1-88 16,5-3-290-16</inkml:trace>
  <inkml:trace contextRef="#ctx0" brushRef="#br0" timeOffset="74871.2843">14856 6733 477 0,'0'0'188'0,"0"0"101"15,0 0-25-15,0 0-64 16,0 0-62-16,0 0-26 16,0 0-21-16,18-18-18 15,-1 18-1-15,6 0-2 16,5 0-13-16,2 0-14 15,2 2-2-15,0-2-4 16,-3 0-8-16,-5 1-5 16,-5-1-5-16,-7 0-4 0,-4 0 7 15,-5 0 13-15,-3 0 19 16,0 4-13-16,0 2-10 16,-5 4 32-16,-2 6 29 15,-1 4 9-15,0 3-14 16,1 4-16-16,0 1-11 15,3 0-8-15,1 1-23 16,1-1-10-16,1-2-8 16,1-1-2-16,0-4-8 15,0-3 0-15,0-5 1 16,0-2-1-16,0-6 1 16,0-1-1-16,-2-4 8 15,-5 0 0-15,-4 0-2 0,-7 0-1 16,-11-5-4-16,-12 1-1 15,1 0-1-15,5 1-6 16,7 1-27-16,12 0-21 16,5-1-59-16,11-4-135 15,13 1-249-15,7-3-514 0</inkml:trace>
  <inkml:trace contextRef="#ctx0" brushRef="#br0" timeOffset="76769.2504">13869 7157 129 0,'0'0'226'16,"0"0"182"-16,0 0-159 15,0 0-60-15,0 0 19 16,0 0-8-16,0 0-29 16,-31 2-20-16,31-2-8 0,0 0-4 15,0 0-23-15,0 0-24 16,2 0-25-1,5-3 3-15,4-3 12 0,7-3 15 16,4-2-12-16,5-2-24 16,3-3-4-16,3-1-8 15,1 1-2-15,0-1-9 16,-2 1-5-16,-3 1 0 16,-3 1-12-16,-3 0 15 15,-3 1-3-15,-3 1-10 16,-1 1-22-16,-3 2 10 15,-3 1-5-15,-3 3-5 16,-3 0 0-16,-1 2 5 0,-2 3-6 16,-1-1 0-16,0 1 0 15,0 0-32-15,-5 0-101 16,-5 0-227-16,-2 0-178 16,1 2-214-16</inkml:trace>
  <inkml:trace contextRef="#ctx0" brushRef="#br0" timeOffset="77220.5312">14083 6901 1149 0,'0'0'388'0,"0"0"-89"0,0 0-100 15,0 0-53-15,0 0-48 16,0 0-7-16,0 0 40 16,34 0-18-16,-18 0-22 15,1 0-25-15,1 0-4 16,-1 1-26-16,-3 1-18 16,-2 0-3-16,-4-1-3 15,-3 1-3-15,-1 0-3 16,-3 1-5-16,-1 3 8 15,0 3 2-15,0 3 28 16,-4 3 28-16,-1 2-39 16,-1 2 20-16,0 0 2 15,1-2-14-15,2-1-12 0,0-1-9 16,1-3-3-16,2-2 0 16,-1-2-5-16,1-2-5 15,0-2-1-15,0-1 1 16,-1-2-1-16,1 0 1 15,-1 1-2-15,-2 0-8 16,-6 7-110-16,1-2-219 16,-3 1-402-16</inkml:trace>
  <inkml:trace contextRef="#ctx0" brushRef="#br0" timeOffset="118036.2618">13688 2263 522 0,'0'0'0'0,"0"0"203"15,0 0 143-15,0 0-45 16,0 0-75-16,-34-19-8 15,33 17-26-15,1 1-67 16,0 1-57-16,0 0-24 0,0 0-35 16,5 0-8-1,5 0 22-15,3 0-12 0,5 0-11 16,2 0-22 0,2-2-137-16,6-3-92 0,-4 2-126 15,-6-2-226-15</inkml:trace>
  <inkml:trace contextRef="#ctx0" brushRef="#br0" timeOffset="118297.5091">13780 2153 62 0,'0'0'780'0,"0"0"-524"16,0 0 19-16,0 0-67 16,0 0-90-16,0 0-70 15,0 0-2-15,11 7 38 16,3 5-15-16,3 2-12 0,1 2-27 15,-1 0-9-15,0-1-9 16,-3-1 11-16,-4 0-4 16,-6-2-10-16,-4 0-1 15,-1 0 0-15,-11-1 3 16,-4 0-10-16,-3-1-1 16,-1-1-22-16,1-3-85 15,7-6-91-15,5 0-139 16,6-3-644-16</inkml:trace>
  <inkml:trace contextRef="#ctx0" brushRef="#br0" timeOffset="118792.125">14319 2072 1069 0,'0'0'402'0,"0"0"-133"16,0 0 56-16,0 0-76 16,0 0-66-16,0 0-57 15,-41-31-29-15,27 32-32 16,-4 7-14-16,2 4-3 16,1 2 3-16,3 0-12 15,4 2-12-15,5-2-14 16,3 1-1-16,0-3-4 15,10-2-3-15,3-2-5 0,1-3-6 16,3-4 6-16,1-1 0 16,-3-6 11-16,0-6-1 15,-1-3-1-15,-3-4-8 16,-1-2 8-16,-2 2 0 16,-2 3 5-16,-2 5 29 15,-2 4 37-15,-2 7-4 16,0 0-39-16,0 17-35 15,0 13 16-15,0 12 46 16,0 4-8-16,2-1-14 16,4-11-14-16,-1-9-5 0,-1-5-17 15,0-3-6 1,0 2 0-16,-1 1-1 0,0 0-60 16,0-4-97-16,-1-5-99 15,-1-3-366-15,-1-6-541 0</inkml:trace>
  <inkml:trace contextRef="#ctx0" brushRef="#br0" timeOffset="119079.8573">14205 2534 2079 0,'0'0'260'15,"0"0"-22"-15,0 0-22 16,0 0 5-16,0 0-71 16,73-12-39-16,-11 1-28 15,6 1-33-15,-5-1-17 16,-16 2-23-16,-16 3 5 16,-10 1-13-16,-5 0-2 15,0 0-3-15,-3 1-47 16,-2 1-59-16,-9 3-54 15,-11 0-148-15,-7 3-362 16,-5 3-305-16</inkml:trace>
  <inkml:trace contextRef="#ctx0" brushRef="#br0" timeOffset="119319.2082">14130 2625 1453 0,'0'0'829'15,"0"0"-687"-15,0 0 84 16,0 0 33-16,75-6-24 16,-20 0-67-16,5-1-54 15,-10 1-36-15,-12 1-30 16,-16 2-21-16,-3-1-12 16,3 0-3-16,0 1-12 15,2-1 0-15,-4 1-30 16,-2 1-78-16,-2-1-97 15,-4 1-318-15,-6 0-636 0</inkml:trace>
  <inkml:trace contextRef="#ctx0" brushRef="#br0" timeOffset="140004.241">5912 5415 313 0,'0'0'128'0,"0"0"559"16,0 0-343-16,0 0-37 16,0 0-16-16,0 0-64 15,-11-9-49-15,11 9-22 16,0 0-35-16,0 0-34 16,0 0-26-16,0 0-16 15,6 0-12-15,4 0-2 16,4 3-2-16,2-2-13 15,2 1-10-15,0-2 0 0,0 0-6 16,-2 0-7 0,0 0-51-16,-5 0-86 0,-2 0-147 15,-6-2-81-15,-3 0-292 16,0 0-442-16</inkml:trace>
  <inkml:trace contextRef="#ctx0" brushRef="#br0" timeOffset="140192.062">5857 5494 1083 0,'0'0'511'0,"0"0"-310"16,0 0 4-16,0 0-21 16,38 2-25-16,-8-2-46 15,0-2-66-15,5-1-36 0,0 1-11 16,-5 2-126-16,-5 0-265 15,-12 0-713-15</inkml:trace>
  <inkml:trace contextRef="#ctx0" brushRef="#br0" timeOffset="148340.6009">4023 4010 1192 0,'0'0'373'16,"0"0"-113"-16,0 0-50 15,0 0-30-15,0 0-44 16,0 0-38-16,2 0-37 15,9-1-8-15,6-2 32 16,6-3 2-16,4-1-13 16,4-4-8-16,1 0-24 15,-2 0-18-15,-2-1-14 16,-5 2-8-16,-5 2-1 16,-4 1 5-16,-3 0-5 0,-4 2-1 15,-1 1-19-15,-2 0-38 16,-2 1-58-16,-1 1-41 15,-1-1-44-15,0 2-119 16,-4 0-246-16,-2 0-205 0</inkml:trace>
  <inkml:trace contextRef="#ctx0" brushRef="#br0" timeOffset="148660.2871">4224 3848 1132 0,'0'0'370'0,"0"0"-65"0,0 0-58 15,0 0-86-15,0 0-59 16,0 0-28-16,0 0 10 16,26 5-2-16,-12 2-34 15,-1 1-8-15,0-1-10 16,-3 1-4-16,0 1-8 15,-4 0 0-15,-2 1 9 16,-4 3 7-16,0 1 8 16,-1 0 5-16,-8 3-10 15,-3-1-15-15,-3 1-14 16,-3-2-7-16,-3 3-1 0,0-1-91 16,-5 6-151-16,6-4-318 15,4-4-773-15</inkml:trace>
  <inkml:trace contextRef="#ctx0" brushRef="#br0" timeOffset="151694.4977">4878 5387 561 0,'0'0'348'15,"0"0"-135"-15,0 0 10 16,0 0 53-16,0 0-57 16,0 0-52-16,0 0-38 0,11-10-18 15,25 13 29-15,21 3 25 16,10 1 0-16,2-1-35 15,-6-2-40-15,-9-1-27 16,-3-3-18-16,-2 0-5 16,-3 0-10-16,-10 0-15 15,-7-2-8-15,-11 1-5 16,-4 0-1-16,-2 0 0 16,-2 0-1-16,-1 0-18 15,-7 1-42-15,-2 0-40 16,-10 0-115-16,-28 7-93 15,2-1-194-15,-2 2-301 0</inkml:trace>
  <inkml:trace contextRef="#ctx0" brushRef="#br0" timeOffset="152008.3793">4937 5507 1390 0,'0'0'296'16,"0"0"-148"-16,0 0-32 15,0 0-5-15,0 0 88 16,0 0-51-16,0 0-35 16,15 11 39-16,11-7-14 15,15 0-27-15,15-3-30 16,3-1-8-16,-3 0-27 0,-8-6-13 15,-8 1-16-15,-6 0-8 16,-8 1-8-16,-6 2 0 16,-4 1-1-16,-2 1-21 15,-2 0-100-15,-12 9-168 16,-7 2-328-16,-11 1-612 0</inkml:trace>
  <inkml:trace contextRef="#ctx0" brushRef="#br0" timeOffset="155295.0001">4530 3619 1272 0,'0'0'484'16,"0"0"-226"-16,0 0-36 15,0 0-25-15,0 0-48 16,0 0-26-16,0 0-36 15,0 0-41-15,6 0-22 0,4 0 4 16,2 0 1-16,1 0-14 16,0 0-8-16,0 0-6 15,-1-2-1-15,-2 1 0 16,-2 0-67-16,1-1-72 16,-5 1-55-16,-2 0-122 15,-1 0-153-15,-1 0-216 0</inkml:trace>
  <inkml:trace contextRef="#ctx0" brushRef="#br0" timeOffset="155493.649">4508 3668 1172 0,'0'0'331'15,"0"0"-39"-15,0 0-95 0,0 0-20 16,0 0-54-16,0 0-18 15,0 0-20-15,39-4-50 16,-23 1-14-16,1-1-21 16,-1 1-8-16,0 3-138 15,-4 0-417-15,-9 0-661 0</inkml:trace>
  <inkml:trace contextRef="#ctx0" brushRef="#br0" timeOffset="158153.5166">4800 3360 424 0,'0'0'256'0,"0"0"17"15,0 0 3-15,0 0 8 16,0 0-23-16,0 0-28 16,0 0-32-16,-4 0-83 15,4-1-45-15,0 1-9 16,0 0-6-16,0-1-23 15,1 1-12-15,3-1-7 16,4 0-1-16,2-2 37 16,1 2-12-16,-1 0-28 15,0 0-12-15,-3 1-46 0,-1 0-70 16,-3 0-110-16,-2 0-120 16,-1 0-168-16,0 0-92 15</inkml:trace>
  <inkml:trace contextRef="#ctx0" brushRef="#br0" timeOffset="158369.5443">4787 3402 971 0,'0'0'281'0,"0"0"43"16,0 0-57-16,0 0-49 15,0 0-13-15,0 0-30 0,0 0-24 16,20 5-33-16,-11-5-58 15,1 0-34-15,1 0-9 16,3 0-8-16,1 0-9 16,-1-2-5-16,6 1-102 15,-4 1-179-15,-6 0-499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37:16.8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3262 3083 552 0,'0'0'930'0,"0"0"-604"15,0 0-140-15,0 0-64 16,0 0-43-16,0 0-15 15,17 0 17-15,-4 0 4 16,6 0 2-16,4 0 7 0,1 0-5 16,5 0 5-16,0-2-8 15,2 2-30-15,1 0-18 16,1 0-10-16,6 0 2 16,-3 0-2-16,0 0 5 15,7 0-4-15,0 0-7 16,10 2 1-16,1 0 1 15,-4-1-8-15,-4 2-2 16,-4-1 1-16,-2 1 1 16,1 0-1-16,-1-2-6 15,0 2 8-15,1-2-5 16,-1 0-3-16,0-1 6 16,0 0-2-16,-7 0 5 15,-6 0 0-15,-4 0-2 16,-2 0 2-16,4-2 0 0,6-1 2 15,3 0-4 1,0 0 1-16,-1 0 1 0,-1 1-8 16,-2 0-8-16,-2 1 7 15,0 0 6-15,-2-1-8 16,1 1-6-16,-1-1 16 16,3 1-5-16,3 0 0 15,1 0 0-15,2 1-3 16,1 0 1-16,-2 0-1 15,2 0 3-15,0 0 2 16,-3 0-2-16,0 0 0 0,-1 0 0 16,-1 0 3-1,-2-2-5-15,0 2 4 0,0 0 5 16,0-1-4-16,-1-1 3 16,-3 1 2-16,-4 0-7 15,-3-2-2-15,-5 2-2 16,-1 0-2-16,-4 0 1 15,-2 1-8-15,0-1 2 16,-3 1-1-16,1 0 7 16,-1 0-7-16,-1-1 5 15,-1 1-5-15,-1 0-1 16,0 0 1-16,0 0-1 16,0 0-1-16,0-1-6 15,0 1-19-15,-3 0-41 0,-15-5-131 16,3 2-329-1,-1-4-930-15</inkml:trace>
  <inkml:trace contextRef="#ctx0" brushRef="#br0" timeOffset="1404.5092">7732 3093 342 0,'0'0'817'16,"0"0"-553"-16,0 0 8 15,0 0 9-15,0 0-55 16,0 0-61-16,-10-4-38 0,14 4-50 16,5 0-27-1,13 0 38-15,19 4 33 0,27 4 0 16,18 0-21-16,9 1-2 16,3 0-10-16,-7-2-10 15,-1 1-30-15,-2-3-8 16,-3 0 4-16,-3-2-13 15,-3 0-1-15,-4-2 0 16,-2-1-13-16,-7 0 2 16,-6 0 1-16,-6-1 2 15,-13-2-1-15,-9 0-3 16,-10 0-3-16,-4 1 0 0,-1-1-14 16,-2 0 8-16,-3 1-8 15,-5 1 0-15,-5-1-1 16,-2 2-28-16,-1 0-58 15,-11 0-88-15,-24 2-160 16,3 2-352-16,-4-2-595 0</inkml:trace>
  <inkml:trace contextRef="#ctx0" brushRef="#br0" timeOffset="1786.7638">8056 3200 834 0,'0'0'644'0,"0"0"-411"16,0 0-3-16,0 0-25 15,0 0-26-15,0 0-10 16,0 0 38-16,12 30-1 15,42-19-18-15,30-1-36 16,17-3-30-16,9-5-20 16,-3-2-9-16,-13 0-12 15,-5 0-24-15,-9 0-19 16,-15 0-20-16,-17 0-3 16,-16 0-15-16,-12 0 6 15,-7-1 5-15,0 0-11 0,-4 0 9 16,-1-1-8-16,-5 1-1 15,-3 0-44-15,-10 1-82 16,-36 0-147-16,1 0-437 16,-8 2-1083-16</inkml:trace>
  <inkml:trace contextRef="#ctx0" brushRef="#br0" timeOffset="4832.5336">11695 3621 1520 0,'0'0'511'0,"0"0"-299"16,0 0-39-16,0 0-40 15,0 0-35-15,0 0-55 16,39-8-24-16,-16 4-8 0,2 1-10 16,0 0-1-1,0 0-60-15,-4 1-104 0,4-3-143 16,-6 0-322-16,-5-1-501 0</inkml:trace>
  <inkml:trace contextRef="#ctx0" brushRef="#br0" timeOffset="5106.286">11883 3495 1283 0,'0'0'593'16,"0"0"-325"-16,0 0-68 16,0 0-108-16,0 0-39 15,0 0-11-15,0 0 13 16,47 18 0-16,-26-8-27 0,-1 1-14 15,-3 1-4-15,-2 0-4 16,-4-1-6-16,-4 0 0 16,-5 0 0-16,-2 1 0 15,-4 1-1-15,-9 1 1 16,-5 1-1-16,-4 1-57 16,-2 1-33-16,1 0-74 15,6-3-193-15,6-6-573 0</inkml:trace>
  <inkml:trace contextRef="#ctx0" brushRef="#br0" timeOffset="7943.423">12201 2747 679 0,'0'0'834'15,"0"0"-569"-15,1-39-83 16,7 23-2-16,3 4-59 16,3 2-38-16,0 6-44 15,2 4-23-15,0 2-3 0,-4 9-5 16,-4 5-2 0,-4 4-5-16,-4 2 1 0,-2 1 4 15,-8 1-6-15,-1-2 1 16,0-4-1-16,2-3 1 15,4-4 0-15,1-4 1 16,2-4-1-16,2-1 1 16,0-2-2-16,8 0 1 15,4 0 5-15,5 0-4 16,3 2 7-16,0-1-8 16,-2 3 0-16,-4 0 0 15,-5 1 0-15,-6 1-1 16,-3 2 0-16,-5 4 1 15,-10 0 0-15,-6 1 0 16,-4 0 5-16,-2-1-6 0,-1-1-6 16,0-2-63-1,4-3-82-15,9-6-88 0,6-2-247 16,9-8-615-16</inkml:trace>
  <inkml:trace contextRef="#ctx0" brushRef="#br0" timeOffset="8164.3915">12614 2612 1239 0,'0'0'561'0,"0"0"-262"16,0 0-29-16,0 0-132 0,0 0-86 16,0 0-28-16,-10 50 38 15,8-20-7-15,2 0-14 16,0 0-25-16,0-1-10 15,-1-1-6-15,-1-3-1 16,-3 3-143-16,2-6-213 16,-1-8-359-16</inkml:trace>
  <inkml:trace contextRef="#ctx0" brushRef="#br0" timeOffset="8359.2276">12489 2705 1360 0,'0'0'486'16,"0"0"-313"-16,0 0-111 0,0 0-9 15,55 14 24-15,-25-5 0 16,3 2-27-16,2 2-33 16,-6-2-17-16,11 3-117 15,-9-5-425-15,-8-4-718 0</inkml:trace>
  <inkml:trace contextRef="#ctx0" brushRef="#br0" timeOffset="8763.3852">12795 2610 1401 0,'0'0'351'0,"0"0"-72"15,0 0-92-15,0 0-92 0,54-28-21 16,-32 28-16-16,-2 0-15 15,-3 4-15-15,-4 5-14 16,-7 2-8-16,-5 1-5 16,-1 2 5-16,-5 1-5 15,-5 0 1-15,-3-2-1 16,1-4 5-16,2-1-4 16,3-3-1-16,2-3 10 15,4-2 23-15,1 0 11 16,0 0-5-16,1 0 8 15,7 1-24-15,2 2-9 16,4 0-7-16,1 2-6 16,0 0-1-16,0 2 8 0,-4 1-1 15,-1 0-2 1,-4 0 1-16,-4 1-5 0,-2 3 5 16,0-1 8-16,-9 3-3 15,-8 0-4-15,-5 0-8 16,-5 0-14-16,-9-2-153 15,7-5-341-15,6-5-1309 0</inkml:trace>
  <inkml:trace contextRef="#ctx0" brushRef="#br0" timeOffset="10151.4707">13250 2542 1343 0,'0'0'391'0,"0"0"-6"16,0 0-85-16,0 0-54 15,0 0-99-15,0 0-90 16,0 0-33-16,-21 23-15 16,11 2 7-16,0 2 4 15,0 1-7-15,2-3-11 16,1-1 4-16,2-3-6 15,1-3-42-15,1 2-213 16,2-5-267-16,-3-6-520 0</inkml:trace>
  <inkml:trace contextRef="#ctx0" brushRef="#br0" timeOffset="10367.7816">13124 2605 1800 0,'0'0'327'16,"0"0"-184"-16,0 0-94 15,0 0 10-15,0 0 30 16,47 41-16-16,-28-25-39 16,0 1-22-16,0-1-12 15,12 4-40-15,-6-4-183 16,-3-5-474-16</inkml:trace>
  <inkml:trace contextRef="#ctx0" brushRef="#br0" timeOffset="10820.6335">13455 2522 1824 0,'0'0'287'15,"0"0"-12"-15,0 0-97 16,0 0-92-16,43-27-40 16,-19 26-14-16,1 1-11 15,-2 0-6-15,-6 4-14 16,-3 4 7-16,-7 0 3 16,-4 2-3-16,-3 0-7 0,-1 2 7 15,-7-1-8 1,-4 0 1-16,0 0 0 0,1-3 1 15,2-1-1-15,4-4 0 16,2-1 9-16,2-2 2 16,1 0 41-16,0 0 9 15,4 0-14-15,4 1-24 16,6 2-12-16,2 2-4 16,2 1-2-16,-1 1-5 15,-2 1 0-15,-3 0 6 16,-5 0-5-16,-3 1 4 15,-4 1-5-15,0-1 1 0,-6 0 5 16,-7 0-1-16,-4-1 3 16,-6 0-9-1,-6-2-31-15,-14-4-182 0,6-1-313 16,5-1-481-16</inkml:trace>
  <inkml:trace contextRef="#ctx0" brushRef="#br0" timeOffset="11212.0625">12580 1926 1580 0,'0'0'364'0,"0"0"-172"15,0 0-74-15,0 0-75 16,11 61 55-16,-2-26 26 16,-1-1-28-16,-2-4-50 15,-2-6-24-15,0 1-10 16,-1 2-12-16,3 3-98 0,-1-7-184 16,-1-7-504-16</inkml:trace>
  <inkml:trace contextRef="#ctx0" brushRef="#br0" timeOffset="11501.4882">12703 1984 992 0,'0'0'675'16,"0"0"-527"-16,0 0-81 16,0 0-20-16,-25 33 40 15,10-14-33-15,-1 0-15 0,0-1-22 16,2-4-7-1,5-5-9-15,4-3 13 0,4-6 61 16,1 0 86-16,4 0-9 16,7-2-87-16,3 1-26 15,3 1-18-15,2 0 1 16,0 6-6-16,-2 2-4 16,-2 0-7-16,-1 0-5 15,-1-1-25-15,1-2-103 16,11-2 0-16,-3-3-196 15,-1 0-430-15</inkml:trace>
  <inkml:trace contextRef="#ctx0" brushRef="#br0" timeOffset="12373.4904">12881 1991 1467 0,'0'0'282'0,"0"0"-9"16,0 0-122-16,0 0-89 15,0 0-43-15,0 0-13 16,0 0 0-16,6 22 3 16,2-15-3-16,1-1 1 15,1-1-6-15,0-3-1 16,1-2-1-16,-2 0-7 16,-1-7 8-16,-3-4 1 15,-1 1 11-15,-3-2-3 16,-1 3 31-16,0 1 26 0,-5 2 24 15,-2 3-1-15,-1 3-31 16,-3 0-31-16,0 9-14 16,-3 3 0-16,2 5-4 15,2 3-3-15,4 1-5 16,4 2 1-16,2-1 5 16,7-2-7-16,8-3-7 15,5-4-33-15,4-6-63 16,2-6-19-16,1-1-98 15,-2-10-139-15,-4-6 4 16,-5-2 4-16,-6-3 184 16,-4-2 167-16,-3-1 125 15,-3 4 85-15,0 1 58 16,0 5-5-16,0 4-73 16,0 4-70-16,0 3-1 0,0 3-61 15,0 1-44-15,2 6-13 16,5 5 0-16,3 2 0 15,1 1 8-15,4 1-9 16,-1-1 0-16,3-3-48 16,1-3-68-16,-1-5-57 15,-2-4-84-15,-2-2 48 16,-4-7 64-16,-3-5 135 16,-2-2 10-16,-1-1 113 15,-3-1 56-15,2 3 15 0,-1 6-5 16,0 3-39-16,-1 4-71 15,2 2-39-15,-1 3-24 16,2 6 1-16,-1 3 5 16,1 3 1-16,-1 1-5 15,1 0-7-15,0-2 7 16,-1-1-6-16,0-4-1 16,0-4 0-16,-1-4 0 15,2-1 11-15,0-9 19 16,3-7-14-16,2-5 20 15,1-3 46-15,2 0 9 16,1 3-13-16,1 4-16 16,0 5-12-16,-2 7-27 15,2 5-8-15,0 0-8 16,0 8-7-16,-1 7 7 0,0 3-8 16,-2 2 1-1,0 0-1-15,-2 1-60 0,3 1-184 16,-1-6-251-16,-4-6-386 0</inkml:trace>
  <inkml:trace contextRef="#ctx0" brushRef="#br0" timeOffset="12915.4059">13536 1940 947 0,'0'0'747'0,"0"0"-601"16,0 0-46-16,0 0-72 15,0 0-23-15,0 0-4 16,0 0 5-16,26 20-6 16,-13-16-13-16,-1-3 12 0,0-1 1 15,-1 0 6-15,-3-7-5 16,-1-2 11-16,-4-1-3 16,-1 1 33-16,-2 1 37 15,0 0 63-15,0 3 2 16,-5 2 0-16,0 2 6 15,-2 1-23-15,-1 1-72 16,-1 6-22-16,0 3-15 16,1 1-3-16,5 3-6 15,3-2-2-15,0 2 4 16,10-2-2-16,6-2 7 16,4-4 4-16,2-4-5 15,2-2-3-15,-2-3-4 0,-3-8-7 16,-3-3 5-16,-3-5 5 15,-4-12-10-15,-4-15 10 16,-1-13-1-16,-3 5 2 16,0 12 9-16,-1 17 23 15,0 15 29-15,0 4 14 16,0 1-3-16,0 4-41 16,0 1-33-16,0 9-10 15,3 14-6-15,7 16 6 16,7 13 1-16,4 6-1 15,-1-4-1-15,-4-7-5 16,-7-5-1-16,-6 1-88 16,-3-10-216-16,0-8-791 0</inkml:trace>
  <inkml:trace contextRef="#ctx0" brushRef="#br0" timeOffset="14553.3695">12489 3428 772 0,'0'0'698'16,"0"0"-404"-16,0 0-3 15,-12-43-32-15,2 33-43 16,0 1-40-16,-1 4-30 16,-2 0-31-16,-1 5-47 15,0 0-36-15,0 2-5 16,1 8-12-16,2 3-7 0,3 4-2 15,3 3-6 1,5-1 0-16,0-1 0 0,6-4-1 16,7-3 0-16,1-4-8 15,1-5 8-15,0-2 1 16,-1-2 0-16,-1-10 1 16,-1-1 5-16,-2-5 0 15,-2-1 3-15,-3 0 2 16,-1 1 19-16,-2 3 28 15,0 6 16-15,-1 4-7 16,-1 3-37-16,0 2-29 16,1 9-1-16,2 14-1 15,1 13 1-15,-1 14 0 16,-1 2 23-16,-2-2 20 16,0-12-4-16,0-13-3 0,-2-6-9 15,-1-5-15-15,0 1-6 16,1 0-4-16,-1-3-2 15,2-4 0-15,-1-4 0 16,2-3-53-16,-2-1-46 16,0-13-74-16,0-2-396 15,2-3-467-15</inkml:trace>
  <inkml:trace contextRef="#ctx0" brushRef="#br0" timeOffset="15174.7626">12802 3438 1137 0,'0'0'744'15,"0"0"-586"-15,0 0 76 16,0 0-130-16,0 0-58 15,0 0-28-15,0 0 5 16,-13 33 6-16,12-19-15 16,-1-1-3-16,2-2-5 15,-1-2-5-15,1-3 7 16,0-4-8-16,-1-1 1 0,0-1 11 16,0-2 12-16,-2-7-17 15,3-3 4 1,0-5 4-16,0-4 7 0,2-2 0 15,6 2 11-15,2 2-2 16,2 5-7-16,1 6-12 16,0 7-11-16,1 1 7 15,0 7-7-15,-1 7 13 16,-1 2-13-16,-3 3 5 16,-4 1-4-16,-3-1-1 15,-2-4 0-15,0-2 0 16,-2-3 5-16,-3-4-5 15,1-4 5-15,0-2 19 0,-2-1 32 16,2-10-3 0,1-3 16-16,2-6 0 0,1-2-16 15,4-1-12-15,7 2-19 16,2 5-5-16,2 4-12 16,0 9-6-16,-1 3-1 15,1 8 1-15,-1 7 0 16,-2 4 0-16,0 3 1 15,-2 2 0-15,-4-2-1 16,-1-2-39-16,-1-1-122 16,0-2-178-16,-1-6-311 15,-2-5-550-15</inkml:trace>
  <inkml:trace contextRef="#ctx0" brushRef="#br0" timeOffset="15640.867">13109 3317 1763 0,'0'0'319'16,"0"0"4"-16,0 0-162 15,0 0-73-15,0 0-58 16,0 0 26-16,0 49 25 16,0-26-24-16,4 2-19 15,1-3-21-15,0-2-10 16,1-4 1-16,-1-4-8 15,0-5 0-15,1-3-29 16,0-4-81-16,1-2 23 16,1-8-62-16,1-2-11 0,-1-4 30 15,0-3 79 1,-1-1 34-16,0-1 17 0,-1 1 13 16,0 2 22-16,-1 2 38 15,-1 5-9-15,-1 4 8 16,-2 3 14-16,0 4 13 15,0 0-46-15,0 4-39 16,2 8-8-16,1 5 6 16,0 4 9-16,2 3 5 15,0 0-2-15,2-1-12 16,-1-2-4-16,2-4-7 16,-2-4-1-16,1-3 0 0,-2-4-1 15,-1-4-62-15,0-2-76 16,2-2 29-16,4-13-148 15,-2 0-438-15,0-1-514 16</inkml:trace>
  <inkml:trace contextRef="#ctx0" brushRef="#br0" timeOffset="15902.1027">13413 3238 15 0,'0'0'1677'15,"0"0"-1375"-15,0 0 56 16,0 0-76-16,0 0-69 0,0 0-122 16,0 0-56-1,-16 13 19-15,16 8 19 0,0 4-13 16,0 2-6-16,0 2-17 16,0-1-16-16,0 0-12 15,1-3-8-15,0-3 0 16,0-3-1-16,-1-6-28 15,2-3-111-15,1-8-189 16,1-2-345-16,-1 0-398 0</inkml:trace>
  <inkml:trace contextRef="#ctx0" brushRef="#br0" timeOffset="16581.1681">13666 3369 692 0,'0'0'1090'16,"0"0"-724"-16,0 0-60 16,0 0-39-16,0 0-46 15,0 0-88-15,0 0-46 16,37 0-2-16,-12 0-26 15,4 0-25-15,4 0-15 16,0-4-8-16,-1 0-10 16,-6 0 0-16,-6-1-1 15,-5-1-49-15,-9 0-76 16,-6-3-135-16,-4 3-351 0,-7-2-305 16</inkml:trace>
  <inkml:trace contextRef="#ctx0" brushRef="#br0" timeOffset="16797.5006">13751 3253 1448 0,'0'0'547'0,"0"0"-179"0,0 0-28 15,0 0-114-15,0 0-121 16,0 0-59-16,0 0 42 16,11 56 20-16,-5-17-8 15,0-1-19-15,0-4-28 16,-2-5-19-16,-1-9-11 15,-1 1-16-15,0 2-6 0,-2-4-1 16,0-3-10 0,-1-1-110-16,-3-3-173 0,-1-9-630 0</inkml:trace>
  <inkml:trace contextRef="#ctx0" brushRef="#br0" timeOffset="17314.7313">14180 3251 863 0,'0'0'228'0,"0"0"-60"16,0 0 9-16,0 0 4 15,0 0 30-15,0 0-8 16,0 0-7-16,11-25-13 0,-11 24-4 16,0 1-15-1,0 0-31-15,0 0-42 0,1 0-31 16,-1 6-29-16,3 5-12 16,0 5 19-16,-1 3-4 15,2 2 1-15,0 2-17 16,0-2-8-16,-1-2-2 15,0 0-7-15,-1-3 0 16,1-3 0-16,0-2-1 16,-2-2-6-16,0-2-86 15,0-1-129-15,1-3-259 16,-1-1-303-16</inkml:trace>
  <inkml:trace contextRef="#ctx0" brushRef="#br0" timeOffset="18177.6515">14308 3267 712 0,'0'0'280'16,"0"0"-53"-16,0 0 26 15,0 0-13-15,0 0-28 16,-21-38-31-16,14 33-21 16,0 2-21-16,-1 3-28 15,-2 0-9-15,-3 3-24 16,-2 6-7-16,0 2-13 15,0 3 2-15,1 1-11 16,3 0-12-16,2 0-16 16,3 0-19-16,4 0 10 15,2-2-6-15,4-1-6 16,6-2 1-16,6-5 8 0,2-3-8 16,2-2 8-16,0-1-8 15,0-7-1-15,-3-2-12 16,-4-2 10-16,-2-4 2 15,-3-2 0-15,-2-2 8 16,-1 0-7-16,-1 2 6 16,-2 3-5-16,0 4 4 15,-2 5 5-15,0 3 1 16,1 3-6-16,1 2-6 16,0 8-6-16,3 6 6 15,3 3 0-15,1 4 0 0,1 1 0 16,2-1 0-1,2-1-1-15,0-4-5 0,3-3-73 16,1-5-116-16,2-7-77 16,6-4-89-16,-3-8-278 15,-5-3-179-15</inkml:trace>
  <inkml:trace contextRef="#ctx0" brushRef="#br0" timeOffset="18568.6721">14562 3307 810 0,'0'0'490'15,"0"0"-169"-15,0-34 1 16,-1 26-58-16,-5 2-74 15,0 5-58-15,-3 1-12 16,-1 0-54-16,-2 6-24 0,0 4-11 16,0 4-10-1,2 3-8-15,2 1-5 0,5 1-7 16,3 0 0-16,0-2 0 16,4-2-1-16,6-6 0 15,2-5-28-15,1-4-21 16,1-2-2-16,0-11-16 15,-1-5 10-15,-1-5 36 16,-2-9 20-16,-1-11 1 16,-1-11 1-16,-2-7 8 15,-2 5 6-15,-1 12-1 16,-2 16 4-16,0 11 32 16,-1 8 7-16,0 3 1 15,0 4-9-15,0 2-25 16,-2 16-23-16,0 18 0 0,2 16 5 15,0 7-5-15,4-3 1 16,7-7-1-16,1-13-1 16,-1-9-8-16,1-7-108 15,8-1-102-15,-3-3-164 16,0-5-354-16</inkml:trace>
  <inkml:trace contextRef="#ctx0" brushRef="#br0" timeOffset="19249.5825">14801 3267 745 0,'0'0'370'15,"0"0"-96"-15,0 0-42 16,0 0-27-16,0 0-38 15,0 0-50-15,0 0-5 16,-34-3-17-16,25 3-23 16,-1 0-2-16,1 3-15 15,0 4-19-15,1 1-13 16,2 0-8-16,3 3-9 16,3 0-1-16,0 0-5 15,3-1-8-15,7-1 7 16,2-4-5-16,1-3-15 0,2-2 2 15,-1-3-11 1,-1-8-4-16,-1-5 22 16,-4-4 12-16,-1-10 6 0,-1-14 0 15,-2-12 9-15,-2-6 15 16,-2 3 5-16,0 13 7 16,0 16 10-16,0 11 17 15,-3 8 26-15,2 2-19 16,-2 5-19-16,1 4-24 15,-2 10-27-15,1 22-4 16,3 18-1-16,0 8 0 16,12 2 0-16,5-6 0 15,0-15-1-15,1-10 0 16,-4-8-60-16,0-8-140 0,4 0-42 16,0-4-38-16,0-5-61 15,-3-4 53-15,-1-12 95 16,-4-5 147-16,-1-6 46 15,-1-1 126-15,-3-1 59 16,0 3 63-16,-2 5-21 16,-1 8-46-16,-2 4-33 15,0 5-71-15,0 7-55 16,0 8-11-16,0 6-10 16,1 3 5-16,1 1-6 15,1-1 0-15,-2-1-8 16,2-1-125-16,0-6-178 15,-2-7-332-15</inkml:trace>
  <inkml:trace contextRef="#ctx0" brushRef="#br0" timeOffset="19404.4097">15056 3079 1285 0,'0'0'206'0,"0"0"-113"16,0 0 25-16,0 0-93 15,0 0-25-15,0 0-22 16,0 0-99-16,54 38-197 0</inkml:trace>
  <inkml:trace contextRef="#ctx0" brushRef="#br0" timeOffset="19582.6757">15167 3092 1083 0,'0'0'378'0,"0"0"-135"15,0 0-11-15,0 0-149 16,0 0-10-16,-18 47-16 16,18-20-8-16,0 2-17 15,2 0-14-15,3 0-18 16,1 6-4-16,-3-7-203 16,-3-6-414-16</inkml:trace>
  <inkml:trace contextRef="#ctx0" brushRef="#br0" timeOffset="19797.6465">15148 3173 1392 0,'0'0'245'16,"0"0"-162"-16,0 0-39 16,0 0 32-16,48 28-8 15,-33-6-27-15,0 2-21 16,-4 3-8-16,-2-3-11 15,-6-3-1-15,-3-3-45 16,0-6-161-16,-5-8-33 16,-2-4-59-16,-1 0-280 0</inkml:trace>
  <inkml:trace contextRef="#ctx0" brushRef="#br0" timeOffset="19928.0333">15221 3201 557 0,'7'-41'317'0,"-1"3"-32"15,0 13-74 1,-1 11 6-16,-1 8-7 0,1 1-99 15,3 5-64-15,1 0-40 16,4 9-7-16,1 8-28 16,5 15-136-16,-3-5-139 15,-5-3-602-15</inkml:trace>
  <inkml:trace contextRef="#ctx0" brushRef="#br0" timeOffset="20252.1163">15379 3172 1220 0,'0'0'260'16,"0"0"5"-16,0 0-69 15,0 0-73-15,0 0-63 0,0 0-35 16,0 0-12-16,-40 46 1 16,38-22-14-16,2 0 9 15,0-4-9-15,7-4 0 16,3-4 0-16,1-6-8 15,0-4 2-15,1-2 5 16,-1-6-11-16,-1-6-5 16,-2-2 17-16,-2-3 11 15,-2-3-4-15,-4-3 2 16,0 0-2-16,0 1-6 16,-7 4 6-16,0 5-7 15,0 5-12-15,3 4-83 16,4 4-152-16,2 4-265 15,5 0-172-15</inkml:trace>
  <inkml:trace contextRef="#ctx0" brushRef="#br0" timeOffset="20594.7228">15513 3172 1215 0,'0'0'277'0,"0"0"-182"16,0 0-3-16,0 0 57 15,-9 41-26-15,6-25-20 16,0-2-41-16,2 0-28 16,0-3-16-16,-1-2-8 15,2-3-4-15,0-3-4 16,0-2 5-16,0-1 14 0,0-4 135 16,4-6-32-16,5-4-86 15,1-4 11-15,3-3 6 16,2 0 5-16,2 0-3 15,-2 4-13-15,-2 6-6 16,-1 7-19-16,-2 4-10 16,-1 2-1-16,-1 9-1 15,0 4 5-15,-1 2-6 16,-2 1-6-16,-2 0-16 16,-3 6-175-16,0-6-157 15,-4-3-503-15</inkml:trace>
  <inkml:trace contextRef="#ctx0" brushRef="#br0" timeOffset="20738.7771">15797 3309 1802 0,'0'0'482'0,"0"0"-227"16,0 0-69-16,0 0-122 15,0 0-64-15,-48-10-163 16,22 15-695-16</inkml:trace>
  <inkml:trace contextRef="#ctx0" brushRef="#br0" timeOffset="22697.6681">3795 5000 342 0,'0'0'905'0,"0"0"-684"16,0 0-134-16,43-4 12 15,-19 3 61-15,11 1 0 16,8 0-21-16,10 2-21 16,2 2-41-16,-1 1-6 15,-4-1-4-15,-4-1 9 16,-3 0-9-16,0 1-11 16,-1-3-12-16,1 1-4 15,0-1 9-15,2-1 0 16,0 0-17-16,0 0-1 15,2 0 0-15,1-1-2 16,0-2-11-16,2-1-2 16,1 1-1-16,-2 0-3 15,0 0 0-15,-2 1-3 16,1 0 5-16,1-2-4 0,2 1 2 16,2-1-2-16,1 0-1 15,1 1 3-15,1 1-10 16,0 0 5-16,-1 2-1 15,-2 0 0-15,0 0 0 16,-1 0 0-16,1 0 0 16,0 0 3-16,0 0-1 15,2 0-7-15,-1 0 8 16,2 0-3-16,0-1-5 16,-3 0 8-16,2-1-1 0,-5 2-2 15,2-2 0 1,-2 2 3-16,1 0-2 0,-1 0 10 15,-2 0-7-15,0 0 2 16,-1 0-6-16,-2 0 3 16,-1-1 3-16,-2 1 0 15,-1 0 0-15,-1 0 0 16,-1 0 6-16,-4-1-3 16,-7 1 1-16,-6 0 8 15,0 0 3-15,3 0 8 16,2 0-1-16,4 0-5 15,-3 2-2-15,-1 0-5 16,-2 0 8-16,-2 0-10 16,0-1 4-16,0 0 3 15,-1-1-2-15,-1 0-1 0,0 0-6 16,-3 0-4-16,-1-2-2 16,-3 0 0-16,0 0 0 15,-2 1-2-15,-1-1-2 16,-2 1-7-16,-1-1 5 15,-2 0-5-15,-2 1-1 16,-2 0 9-16,0-1-8 16,-2 0 0-16,-2-1-1 15,-16 0-70-15,-32 3-177 16,1 0-390-16,-7 0-1110 0</inkml:trace>
  <inkml:trace contextRef="#ctx0" brushRef="#br0" timeOffset="28332.3454">10211 5239 529 0,'0'0'607'0,"0"0"-406"15,0 0-11-15,0 0 8 0,0 0 14 16,0 0-65 0,-12-6-78-16,5 19-16 0,0 8 3 15,0 2-5-15,1 2-16 16,1-2-10-16,2 0-11 16,1-5-7-16,2-4-1 15,0-4-4-15,0-4 0 16,0-6 4-16,0-1 8 15,0-11 42-15,0-11-26 16,1-13-9-16,5-12 65 16,2-5 0-16,2-1-12 15,0 6-15-15,0 15-20 16,-1 9 16-16,0 12 26 16,1 7-36-16,3 5-15 15,3 4-20-15,8 18-4 0,2 16 2 16,3 14-1-16,-4 3 2 15,-8-9-8-15,-8-13 5 16,-4-14-6-16,-3-4-9 16,-1 0-73-16,-1-1-76 15,0 0-98-15,-9-5-2 16,-9-9-124-16,2 0-229 16,-1-5-739-16</inkml:trace>
  <inkml:trace contextRef="#ctx0" brushRef="#br0" timeOffset="29254.7118">10215 5260 1096 0,'0'0'217'0,"0"0"-127"15,0 0 13-15,0 0-1 16,63 6-51-16,-23-5-31 16,-1-1-20-16,-3 0-1 15,-5 0-47-15,-6-6-48 16,-1-1-60-16,1-2-6 15,-8 0 61-15,-5-1 101 16,-7 1 20-16,-3-1 156 16,-2 4 23-16,0-1 20 15,-5 2-12-15,0 3-41 16,1 2-50-16,-2 0-25 16,1 6-42-16,-1 5-9 0,0 5 19 15,2 3-4 1,3 1-18-16,1 0-15 0,0-2-10 15,6-3-10-15,3-4-2 16,1-5 1-16,0-5-1 16,1-1 0-16,-1-9 0 15,0-7 0-15,0-5-7 16,-2-10 6-16,-2-12 1 16,-2-9-1-16,-1 3 1 15,-1 11 0-15,-1 17 1 16,1 13 23-16,-2 4 26 15,3 2-8-15,1 2-29 16,2 6-13-16,4 9 0 0,1 5 1 16,4 3 5-1,1 1-4-15,1 0-2 0,1-2-80 16,2-5-96-16,1-5-10 16,-1-5-63-16,-1-6-61 15,-4-1-19-15,-3-10 7 16,-4-3 239-16,-3-4 83 15,-2-1 189-15,-2-1 43 16,-1 4-13-16,0 1 34 16,0 4-32-16,-3 5-50 15,-1 4-20-15,-2 1-30 16,2 6-57-16,-3 7-11 16,1 4 1-16,3 3-8 15,1 3-12-15,2-1-10 16,2-1-13-16,8-3-10 0,0-4 8 15,1-6-9-15,-1-4-8 16,1-4-25-16,-2-7-13 16,-1-7-31-16,-4-6 23 15,-2-10 36-15,-2-12 12 16,-6-17 6-16,-4-12 1 16,-1 0 6-16,4 8 2 15,5 21 36-15,1 18 5 16,1 13 31-16,-2 9 9 15,2 2 11-15,0 2-62 16,0 16-30-16,1 17-1 16,8 20 1-16,4 8 26 0,1 0-5 15,1-7-6 1,0-12-3-16,-2-9-19 0,-2-8 11 16,-4-10-5-16,0-2-8 15,-2-2 0-15,0-1 0 16,0-2-118-16,-1-3-241 15,-3-7-506-15</inkml:trace>
  <inkml:trace contextRef="#ctx0" brushRef="#br0" timeOffset="30044.9902">11617 5075 1039 0,'0'0'272'0,"0"0"-70"15,0 0-1-15,5-36-42 16,4 25-50-16,5 3-55 0,2 3-28 15,2 3-4-15,-1 2 2 16,-2 7-12-16,-6 6 5 16,-3 2 0-16,-6 3 3 15,0 0-1-15,-5 0-2 16,-4-2 3-16,-1-2 1 16,2-4-5-16,3-3-2 15,1-3 11-15,3-2 18 16,1-1 13-16,1 0-9 15,8 2-24-15,5 1 12 16,5 3 7-16,2 1-18 16,0 2-11-16,-3 0-5 15,-2 1-1-15,-4-1-1 16,-4 0 6-16,-5-1 0 16,-3 0 4-16,-3 0 20 0,-9 0 21 15,-5-1-13-15,-4-1-15 16,-5-1-20-16,-3-1-3 15,2-1-6-15,1-3-17 16,6 0-101-16,16-1-87 16,4-4-180-16,13-4-737 0</inkml:trace>
  <inkml:trace contextRef="#ctx0" brushRef="#br0" timeOffset="30516.4856">12478 5028 1071 0,'0'0'372'0,"0"0"-206"16,0 0-99-16,0 0 21 16,0 0 62-16,-2 42-22 15,2-25-53-15,0-1-30 16,1-2-17-16,-1-4-14 16,0-2-5-16,0-4-1 15,0-3-6-15,0-1 13 16,0-3 19-16,0-7-14 0,-1-5-11 15,1-3 6-15,0-2 18 16,3 0 14-16,6 2-1 16,2 3 19-16,2 6-13 15,3 5-19-15,-1 4-13 16,1 7-3-16,0 6 1 16,-1 3-3-16,-2 1 0 15,-2-1-6-15,-2 1-8 16,-1-2-1-16,-2-3-24 15,1 1-169-15,-1-6-165 0,-2-2-438 16</inkml:trace>
  <inkml:trace contextRef="#ctx0" brushRef="#br0" timeOffset="31139.6595">12694 4946 1375 0,'0'0'264'0,"0"0"-14"15,0 0-128-15,0 0-9 16,-24 42-18-16,24-21-34 16,0 1-22-16,5-1-13 15,5-3-4-15,1-3-11 16,2-5-2-16,0-3-3 16,0-6 0-16,-2-1 2 15,1-6 1-15,-3-5-1 0,0-4-2 16,-1-4-5-16,-4-4 7 15,-2-2-2-15,-2-2-5 16,0 1 6-16,-1 5-6 16,-3 7 1-16,-1 8 8 15,0 6-10-15,1 2-1 16,-1 12-1-16,4 1 1 16,1 3-8-16,6-1-51 15,11-4-29-15,7-5-16 16,5-5-18-16,2-3-8 15,0-7-45-15,-3-7 42 16,-6-3 77-16,-5-3 57 16,-5-2 6-16,-5 0 62 15,-4 1 53-15,-3 2 26 16,0 5 15-16,-3 6-38 0,-4 4-26 16,-2 4-41-16,0 2-5 15,-1 7-20-15,3 4-4 16,3 2-13-16,4 2-2 15,0 0-12-15,11 2 17 16,2 0-9-16,6 0-1 16,-1 1-2-16,-1 0-5 15,-3-2 5-15,-7-1 1 16,-5-2 4-16,-2-2 11 16,-6-3 17-16,-6 0-17 15,-5-2-7-15,-2-3-6 16,0-2-9-16,0-3-5 0,3-4-118 15,4-5-171-15,7-3-595 16</inkml:trace>
  <inkml:trace contextRef="#ctx0" brushRef="#br0" timeOffset="31274.1565">13159 4937 1553 0,'0'0'261'16,"0"0"-143"-16,0 0-89 15,0 0-29-15,-17 35-196 16,6-18-441-16</inkml:trace>
  <inkml:trace contextRef="#ctx0" brushRef="#br0" timeOffset="31486.3292">12680 5268 1748 0,'0'0'482'0,"0"0"-380"0,0 0-50 16,0 0 37-16,54-10 64 15,-7 0-93-15,0 1-41 16,-8 3-1-16,-12 2-18 16,-7 2-41-16,4-3-180 15,-4 3-331-15,-4-1-588 0</inkml:trace>
  <inkml:trace contextRef="#ctx0" brushRef="#br0" timeOffset="31654.7715">12692 5356 1881 0,'0'0'314'15,"0"0"-205"-15,0 0-70 16,51 0 17-16,11-10 29 15,9-3-51-15,1 2-34 16,-20 4-55-16,-21 1-471 0</inkml:trace>
  <inkml:trace contextRef="#ctx0" brushRef="#br0" timeOffset="36397.7132">5829 6511 770 0,'0'0'570'16,"0"0"-419"-16,0 0-78 15,0 0-4-15,39 0 57 16,-19 0-8-16,3 0 0 15,2 0-13-15,2 1-27 16,1 1-14-16,0 0-10 16,0 2-6-16,3-2-13 15,0 2-4-15,7 0-1 16,7 1-3-16,11-1-6 16,5 1-2-16,1-2 2 15,0 0 0-15,-1 1 7 0,4-1-10 16,2 2-8-1,4-2 2-15,3 1 1 0,2-1-1 16,2 0-1-16,1 0 0 16,0-1-11-16,0 1 0 15,1 1 1-15,-1-1 1 16,2 1 4-16,-1 0 0 16,2 1-5-16,-1-2 8 15,-1 1-9-15,-2 1 0 16,-2-2 0-16,-2 0 0 15,0 0 1-15,-2 0 2 16,-2 0 4-16,-1 1-7 0,-2-2 0 16,0 1-1-1,-1-1 1-15,-1 0 1 0,1-1-1 16,-1-1 2 0,-1 0-1-16,-2 0 5 0,-1 0-6 15,0 0-1-15,-2 0 0 16,1 0 1-16,-2 0 0 15,2-1 1-15,0-2 10 16,-1 0-10-16,1 0 7 16,0-1-7-16,0 0 6 15,0-1-6-15,0 0 7 16,0-1-2-16,2 1 3 16,0-1-2-16,2 0-1 0,0-2 1 15,2-2 4 1,2 1-10-16,-1-1-1 0,2 0 1 15,0 1 5-15,0-1 2 16,0 0-2-16,1 1-5 16,-1 1 5-16,-1 1-5 15,0 0 1-15,-1 0 4 16,0 2-5-16,-1 0 0 16,2 0 5-16,-3 1-5 15,0 0 0-15,0-1 8 16,-1 1-9-16,0 0-1 15,-1 0 0-15,0 0 1 16,-2-1 0-16,0 2 1 16,0 0 0-16,-4 0 1 15,-1 1-1-15,-2 1 1 0,-2-1-1 16,-1 0 0-16,-2 0 0 16,0-1 0-16,-1 1 5 15,0 0-4-15,2 0 7 16,0 0-3-16,0 0 1 15,2-1 0-15,-2 1-1 16,3-1 0-16,-1 2-5 16,0-3 5-16,-1 3 0 15,0-2 2-15,-1 1-2 16,0-1 3-16,-2 1 0 16,-2 0-2-16,-1-1 2 15,-3 0-7-15,-8 1 4 16,-4 0-5-16,-8-1 7 15,-1 2-2-15,3-1 1 16,4-1 1-16,2 0-2 0,1 0-6 16,-2-1 12-16,0 2-4 15,-1 0-7-15,0 0 8 16,-2 0-7-16,-2 2-1 16,0-1 11-16,-3 1-6 15,1-1 0-15,-1 0 7 16,2-1 7-16,0-1-4 15,2 1-2-15,2 0-4 16,0 0-1-16,2 0-8 16,0 1 10-16,-1 0-2 15,0 0 7-15,0 1-4 16,-1 0-1-16,0-1 1 0,1 0 10 16,-1-1-1-16,1 1-1 15,0 0-2-15,-1-1-2 16,-2 0 6-16,-1 0-4 15,-2 0 6-15,-2 1-4 16,0 0-2-16,-2 0-3 16,-2 0-3-16,0 1-5 15,-3-2 5-15,0 2 11 16,-3-2-14-16,1 2 1 16,-3 0 2-16,-1-1-3 15,0 1-1-15,-3-1-7 16,-1 1-1-16,0 0 9 0,0 0-9 15,-1 0 0-15,0 0 6 16,1 0-5 0,1-1-2-16,0 0 1 0,1 0 0 15,0 1 6-15,0-1-6 16,1 0 0-16,0 0 1 16,0 0-1-16,0 0 0 15,1 0-1-15,-1 0 1 16,1 1 1-16,-1-1 0 15,0 0 0-15,1 1-1 16,-1 0 0-16,1-2 5 16,0 2-4-16,1-1-1 15,-1-1 0-15,-3 1 0 16,2-1 1-16,-2 2-1 0,-1-2 1 16,-2 2-1-16,1 0 1 15,-2-1-1-15,0 1 0 16,0-1 0-16,0-1-22 15,-14-2-62-15,-2 0-154 16,-8-3-560-16</inkml:trace>
  <inkml:trace contextRef="#ctx0" brushRef="#br0" timeOffset="40767.2551">13512 6134 129 0,'0'0'1464'0,"0"0"-1090"16,0 0-145-16,0 0-44 15,0 0-33-15,0 0 28 16,-13 70 12-16,10-20-39 16,0-1-35-16,2-9-46 15,1-13-21-15,0-7-21 16,0 2-11-16,0 2-17 16,0 2-1-16,0-5-1 15,0-4-5-15,-2-6-45 16,-2-5-73-16,-1-5-85 15,-4-9-162-15,2-6-301 0,1-3-525 16</inkml:trace>
  <inkml:trace contextRef="#ctx0" brushRef="#br0" timeOffset="41081.8075">13484 6121 1650 0,'0'0'486'0,"0"0"-320"15,0 0-54-15,0 0 18 16,0 0 4-16,-36 49-23 16,24-32-6-16,-1-1-50 15,2-3-23-15,1-3-13 16,4-3-5-16,2-5-7 16,4-2-1-16,0-5 25 15,3-10 5-15,6-6-24 0,6-3 5 16,4-2-2-1,4 4 3-15,0 5-2 0,2 6 1 16,-1 9-10-16,-2 2-7 16,0 13 0-16,0 12 0 15,0 11 1-15,-4 10-1 16,-7 2-51-16,-7-11-196 16,-4-9-449-16</inkml:trace>
  <inkml:trace contextRef="#ctx0" brushRef="#br0" timeOffset="47035.9638">6179 7163 134 0,'0'0'153'0,"0"0"10"16,0 0 393-16,0 0-353 0,0 0-92 15,0 0-28-15,0 0 21 16,-3 0-2-16,3 0-38 16,0 0-24-16,5 0-13 15,3 0 36-15,4 0 40 16,5 0 4-16,3 1-15 15,2 0-12-15,3 0-13 16,-1 0-27-16,2 2-7 16,-1-3 0-16,2 2-1 15,1-1-1-15,-1 0 5 16,3-1-5-16,0 0 8 16,0 0 1-16,0 0-6 15,-2-1 11-15,-1-2-12 16,0 0 4-16,-1 1-7 15,-1-2-5-15,2 1-3 0,-1 1 2 16,3-1-1 0,1 0-4-16,1 1 2 0,2-1-3 15,1 0 1-15,2 1-2 16,0 0-5-16,2 1 1 16,-2-1-1-16,0 1 0 15,-2 0-1-15,1 1-2 16,-2-1 0-16,0 0 0 15,-2 0 4-15,1 0 3 16,0-1-1-16,1 1-1 16,-1 0-1-16,-1-1-2 15,0 0 4-15,0 1-6 0,0-1 0 16,0 1 0-16,7-2 4 16,7 0-1-16,6 0 0 15,-4-1-4-15,-8 2-2 16,-12 1 3-16,-5 1 1 15,4-1-1-15,3 1-1 16,4 0-7-16,-3 0 8 16,0 0-8-16,0 0 11 15,-2 0-4-15,0 0 4 16,1 0-6-16,-1 0 3 16,0 1-3-16,0 1-5 15,0-1 8-15,-1 1-8 16,0-1 7-16,1 1-1 0,0-2 2 15,-1 1-3-15,0 1-5 16,0-2 6-16,0 2-6 16,0-1-1-16,2 0 8 15,0 0 8-15,1 0-2 16,1 0-4-16,-2 0-4 16,-1 0-4-16,-4-1 5 15,-1 2 1-15,-5-2-7 16,-3 0 6-16,-2 1-1 15,-3-1 5-15,-2 0-4 16,0 0 2-16,-1 0 2 16,-1 0-1-16,1 0-2 15,0 0 1-15,0 0-8 16,0 0 7-16,0 0-2 16,-1 0 0-16,-2 0-5 0,-1 0 7 15,0 0-7-15,-2 0-1 16,0 0 0-16,-1 0 1 15,0 0-1-15,0 0-8 16,-25 0-53-16,2 0-162 16,-14 0-752-16</inkml:trace>
  <inkml:trace contextRef="#ctx0" brushRef="#br0" timeOffset="48635.6062">9922 7212 101 0,'0'0'1208'0,"0"0"-861"16,0 0-68-16,0 0-23 16,0 0-50-16,0 0-27 15,0 0-73-15,14 0-19 16,14 4 54-16,16 1-10 0,20-1-27 15,9-2-29 1,3-1-9-16,0-1-15 0,-8 0-23 16,-5 0-4-16,-8 0-9 15,-13-1-15-15,-14 1 1 16,-11-1-1-16,-8 1 0 16,-4-1 0-16,-1 1-12 15,-4 0-39-15,0-1-60 16,-11 0-86-16,-22 1-295 15,2 0-202-15,-3-1-465 0</inkml:trace>
  <inkml:trace contextRef="#ctx0" brushRef="#br0" timeOffset="48897.8763">9899 7334 1182 0,'0'0'316'0,"0"0"-23"0,0 0 1 15,0 0 9-15,60 19-20 16,-11-13-71-16,20-2-33 16,6 0-43-16,2-1-34 15,-6-2-33-15,-11-1-26 16,-5 0-8-16,-5 0-7 16,-11 0-17-16,-12 0-10 15,-10 0-1-15,-6 0 0 0,-2 0-11 16,-3 0-10-1,-4 0-64-15,-7 0-86 0,-8 0-146 16,-7 0-501-16</inkml:trace>
  <inkml:trace contextRef="#ctx0" brushRef="#br0" timeOffset="52263.1502">12499 3035 568 0,'0'0'549'15,"0"0"-311"-15,0 0-14 16,0 0 22-16,0 0-89 15,0 0-43-15,29-5 60 16,3 3-15-16,19-4 32 16,19-3-16-16,8-2-32 15,0-1-53-15,-9 1-32 16,-12 3-16-16,-12 3-21 0,-13 1-4 16,-13 2-17-16,-6 0 0 15,-4 2-24-15,-4-1-74 16,-5 1-113-16,-11 0-108 15,-6 0-290-15,-6 3-270 0</inkml:trace>
  <inkml:trace contextRef="#ctx0" brushRef="#br0" timeOffset="52495.263">12443 3141 1287 0,'0'0'207'0,"0"0"25"0,0 0 94 15,52 1 11-15,1-7-50 16,22-4-67 0,7-2-58-16,-2 0-63 0,-11 3-35 15,-16 2-10-15,-12 4-28 16,-10 0-14-16,-10 1-11 16,-7 1 4-16,0 1-5 15,-3 0-81-15,-11 0-180 16,-2 0-464-16,-15-2-1118 0</inkml:trace>
  <inkml:trace contextRef="#ctx0" brushRef="#br0" timeOffset="63660.4164">1627 7704 515 0,'0'0'118'0,"0"0"103"0,0 0-55 15,0 0-21-15,0 0 2 16,0 0 4-16,-8 0-10 16,8 0-18-16,0 0-24 15,0 0-1-15,0 0-24 16,0 0-29-16,1 0-20 16,6 0 0-16,3 0 26 0,9 0 33 15,11 0 4 1,17 0-10-16,20-3 47 15,8-2-21-15,4 1-30 0,-2-1-6 16,-5 3-30-16,5-1 21 16,1 1-19-16,0 1-3 15,-1 1-11-15,-7 0-14 16,-7 0-6-16,-9 0-6 16,-13-1 0-16,-12 0 9 15,-10 1-9-15,-10-1-5 16,-2 0-29-16,-2 0-57 15,-5-1-27-15,-1 1-46 16,-24-1-179-16,2 1-336 16,-4 0-352-16</inkml:trace>
  <inkml:trace contextRef="#ctx0" brushRef="#br0" timeOffset="64091.9674">1970 7779 1137 0,'0'0'238'0,"0"0"-157"16,0 0 54-16,0 0 102 15,0 0-33-15,0 0-61 16,0 0-41-16,18 0 58 16,12 0 80-16,17 0-51 15,22-1-44-15,11-5-34 16,7-1-12-16,2-2-12 16,-5 0-11-16,2-2-10 15,-2-1-5-15,-10 0-10 16,-11 1-12-16,-16 2-19 15,-16 2-11-15,-14 2 3 16,-7 3-6-16,-4 1-5 16,-2-1 0-16,0 1 5 15,-4 1-5-15,0 0-1 16,-6 0-28-16,-9 0-50 0,-24 11-94 16,1 0-205-16,-6 0-639 15</inkml:trace>
  <inkml:trace contextRef="#ctx0" brushRef="#br0" timeOffset="69280.0409">4912 7729 178 0,'0'0'887'0,"0"0"-652"16,0 0-77-16,0 0-2 16,0 0 30-16,0 0-17 15,-4 0-26-15,4 0-22 16,0 0-22-16,0 0-11 16,2 2-2-16,7 0 21 15,4 0 3-15,5 0-2 16,6 1-19-16,11 0-11 15,11 2-17-15,9 1-16 16,4 0 8-16,-4 0-7 16,-5-1-11-16,-6 0 1 0,-3-1-5 15,-6-1-8-15,-7-1 14 16,-7-1-7-16,-1-1-6 16,4 1 3-16,4-1 9 15,3 0-5-15,1 0 1 16,-1-1-8-16,1-2 3 15,0-1 0-15,-1 0 7 16,-2 1-13-16,-1 0 0 16,-3-1-3-16,-2 1-1 15,-4 0-1-15,-3 0-1 16,-4 1-3-16,-4 1-3 16,-3-1 0-16,-3 2-8 15,0 0 1-15,-2 0 4 16,0 0-6-16,0 0 0 0,-8 0-34 15,-5 0-80-15,-27 2-121 16,3 2-316-16,-8 1-777 0</inkml:trace>
  <inkml:trace contextRef="#ctx0" brushRef="#br0" timeOffset="71487.7747">6472 7716 1107 0,'0'0'370'0,"0"0"-39"16,0 0-59-16,0 0-55 16,0 0-18-16,0 0-55 15,-7 0-53-15,10 0-35 16,6 0 9-16,5 0 33 15,5 0-11-15,3 0-30 0,3 0-17 16,1-4-10-16,-2 1-7 16,0-1-22-16,-5 2 1 15,-3-1-1-15,-5 3-1 16,-5-1-31-16,-3 1-63 16,-2 0-88-16,-1 0-96 15,-4 2-71-15,-3 2-167 16,-2 0-101-16</inkml:trace>
  <inkml:trace contextRef="#ctx0" brushRef="#br0" timeOffset="71728.8116">6492 7795 1163 0,'0'0'373'0,"0"0"-39"15,0 0-85-15,0 0-32 16,0 0-46-16,0 0-10 15,0 0-17-15,42 10-24 16,-21-9-24-16,2-1-29 16,1 0-37-16,2 0-12 15,0-1-5-15,-1-2-13 16,2-1 0-16,-4 1-10 16,-3 0-92-16,-6 2-161 15,-6 1-287-15,-8 0-300 0</inkml:trace>
  <inkml:trace contextRef="#ctx0" brushRef="#br0" timeOffset="73163.0024">7315 7748 1340 0,'0'0'387'0,"0"0"-134"15,0 0-95-15,0 0-4 16,0 0-31-16,0 0-68 16,0 0-12-16,26 1-3 0,-12 0-21 15,2-1-7-15,0 1-4 16,0-1-2-16,-2 0 1 15,-1 0-7-15,-2 0-78 16,-1 0-73-16,-4-1-178 16,-3-1-321-16</inkml:trace>
  <inkml:trace contextRef="#ctx0" brushRef="#br0" timeOffset="73338.0486">7221 7854 859 0,'0'0'541'0,"0"0"-351"16,0 0-43-1,43-5-14-15,1-5-17 0,19-2-69 16,4-1-43-16,-12 5-4 16,-22 2-563-16</inkml:trace>
  <inkml:trace contextRef="#ctx0" brushRef="#br0" timeOffset="75789.8459">10531 1545 985 0,'0'0'362'16,"0"0"-233"-16,1-37 8 15,6 22 19-15,4 3-25 16,0 2-28-16,3 3-12 16,3 3-31-16,-1 3-17 15,1 1-15-15,-2 2-10 16,-4 8-5-16,-2 2-3 16,-5 3-4-16,-3 2 0 0,-1 2 3 15,0 0-2 1,-1-1-1-16,-2-2-5 0,2-2 0 15,1-1 9-15,0-3-9 16,5-2-1-16,6 0 18 16,1-2 10-16,4 0-16 15,0-1-6-15,0 0-5 16,-3 1 6-16,-5 1-6 16,-3 1 5-16,-5 1-6 15,-4 3 0-15,-11 2 6 16,-6 2-5-16,-5 2-1 15,-10 2 0-15,3-3-47 16,0-1-107-16,2-6-119 16,14-6-57-16,5-4-327 0</inkml:trace>
  <inkml:trace contextRef="#ctx0" brushRef="#br0" timeOffset="76022.7691">10974 1459 727 0,'0'0'957'16,"0"0"-722"-16,0 0 40 15,0 0-145-15,0 0-68 16,0 0-40-16,-11 42-1 16,5 1 22-16,-1 3-10 15,1-7-20-15,1-10-4 16,1-10-3-16,0-3-6 0,0 1-92 15,-4 5-165 1,2-4-314-16,-3-6-298 0</inkml:trace>
  <inkml:trace contextRef="#ctx0" brushRef="#br0" timeOffset="76203.247">10823 1554 1232 0,'0'0'323'15,"0"0"-120"-15,0 0-39 16,44-4-30-16,-19 5 20 16,10 8-52-16,0 1-46 15,1 3-34-15,0 2-17 16,6 5-5-16,-5-2-190 0,-8-2-531 16</inkml:trace>
  <inkml:trace contextRef="#ctx0" brushRef="#br0" timeOffset="76584.7772">11111 1456 1190 0,'0'0'351'0,"0"0"-166"16,0 0-15-16,0 0-60 15,49-29 9-15,-33 29-52 16,-3 0-24-16,-3 8-22 15,-4 4-6-15,-4 2-8 0,-2 2-5 16,0 2 5-16,-5-1-6 16,-2-1 0-16,1-2 1 15,1-4-1-15,2-4 1 16,2-2 4-16,1-2-6 16,0-1 0-16,8 1 9 15,1 0 6-15,4 2-2 16,0 1-2-16,1 1-4 15,-2 0 5-15,-2 2-5 16,-2 0 1-16,-3 3 1 16,-5 1-3-16,0 1 1 0,-11 2 1 15,-4-1-8 1,-2-1-1-16,-7-1-118 0,5-4-278 16,4-7-469-16</inkml:trace>
  <inkml:trace contextRef="#ctx0" brushRef="#br0" timeOffset="77037.5123">11539 1396 1283 0,'0'0'385'0,"0"0"0"15,0 0-133-15,0 0-69 16,0 0-70-16,0 0-75 16,0 0-14-16,-16 46 16 0,9-21 8 15,0 1-17-15,-1 0-20 16,1-3-4-16,0-1-6 15,2-1-1-15,-1-3-88 16,0-2-183-16,0-4-402 16,2-8-451-16</inkml:trace>
  <inkml:trace contextRef="#ctx0" brushRef="#br0" timeOffset="77239.5893">11400 1453 1588 0,'0'0'392'0,"0"0"-164"0,0 0-137 16,0 0-33-16,0 0 64 15,49 29-14-15,-26-16-39 16,2-1-39-16,0 1-16 16,-1-2-14-16,1 0-21 15,6-5-171-15,-6-3-366 16,-6-3-564-16</inkml:trace>
  <inkml:trace contextRef="#ctx0" brushRef="#br0" timeOffset="77635.2896">11664 1370 1458 0,'0'0'354'0,"0"0"-76"0,0 0-76 15,0 0-85 1,0 0-36-16,0 0-31 0,42-10-11 15,-26 17-15-15,0 2-9 16,-3 1-4-16,-5 0-2 16,-4 2-8-16,-4-1 1 15,0 2 4-15,-9 0 0 16,-2 0 0-16,0-2-6 16,0-3 2-16,4-3 4 15,1-2 29-15,5-3 25 16,0 0 33-16,1 0-1 15,0 0-24-15,0 0-37 16,5 0-16-16,3 0-14 0,4 3 0 16,3 2 1-16,0 1-1 15,3 3 1-15,-3 1 4 16,-2 1 0-16,-3 2 0 16,-6-1 1-16,-4 2-6 15,-4 0 5-15,-19 4-6 16,-19 0 0-16,-16-2-112 15,5-4-382-15,9-10-733 0</inkml:trace>
  <inkml:trace contextRef="#ctx0" brushRef="#br0" timeOffset="80236.4353">12081 1458 221 0,'0'0'1014'0,"0"0"-631"0,0 0-76 15,0 0-84-15,0 0-32 16,0 0-13-16,0 0-34 16,53-17-53-16,-27 8-40 15,3-2-21-15,-1 1-14 16,-2 0-14-16,-4 1-2 16,-5 1-9-16,-8 3-124 0,-9-2-148 15,-3 2-360-15,-9 0-801 16</inkml:trace>
  <inkml:trace contextRef="#ctx0" brushRef="#br0" timeOffset="80462.7957">12104 1331 1603 0,'0'0'355'15,"0"0"-121"-15,0 0-107 16,0 0-32-16,0 0 88 15,40 41-46-15,-25-18-21 16,-3 1-52-16,-1 0-32 16,-3-1-19-16,-3 0-5 0,-1-1-8 15,-3-1 0 1,0-1-89-16,-1 3-197 0,0-5-293 16,0-6-446-16</inkml:trace>
  <inkml:trace contextRef="#ctx0" brushRef="#br0" timeOffset="80729.2297">12381 1286 1810 0,'0'0'358'0,"0"0"-22"16,0 0-102-16,0 0-94 15,0 0-49-15,0 0 51 0,9 54-13 16,-3-27-33-16,-2 2-35 16,0 0-10-16,-1-1-22 15,0-1-17-15,-1 0-6 16,-1 0-5-16,2-2-1 16,0-2-52-16,11-2-152 15,-2-7-443-15,2-9-889 0</inkml:trace>
  <inkml:trace contextRef="#ctx0" brushRef="#br0" timeOffset="81085.1448">12924 1448 1854 0,'0'0'357'0,"0"0"-51"15,0 0-136-15,0 0-54 16,0 0-66-16,0 0-34 16,50-8-8-16,-28 6-8 15,-2 0-22-15,-3 1-108 16,-1 1-118-16,-4-1-112 16,-5 1-394-16</inkml:trace>
  <inkml:trace contextRef="#ctx0" brushRef="#br0" timeOffset="81248.7268">12927 1487 1026 0,'0'0'365'15,"0"0"-45"-15,0 0-89 0,0 0-84 16,0 0-1 0,0 0-66-16,0 0-36 0,73-2-25 15,-33-6-19-15,11-4-10 16,-14 2-265-16,-13 2-446 0</inkml:trace>
  <inkml:trace contextRef="#ctx0" brushRef="#br0" timeOffset="81473.3901">13117 1288 618 0,'0'0'1256'16,"0"0"-989"-16,0 0-78 0,0 0-125 15,0 0 37 1,63 10 0-16,-30 7 4 0,4 5 7 16,-1 2-37-16,-9 0-41 15,-3 4-17-15,-9 2-8 16,-15 4-8-16,-23 7-1 16,-33 2-97-16,1-7-283 15,-5-10-637-15</inkml:trace>
  <inkml:trace contextRef="#ctx0" brushRef="#br0" timeOffset="83297.9168">13579 1215 973 0,'0'0'240'16,"0"0"-25"-16,0 0 16 15,0 0-31-15,18-34-93 16,-9 34-44-16,1 12 12 16,1 7 13-16,-2 5-9 15,-4 4-28-15,-4 1-24 16,-1-1-8-16,-1-2-10 15,-7-4-1-15,-3-4-7 0,0-4 5 16,-1-4-5-16,1-2 1 16,2-6 8-16,3-2 3 15,2 0 41-15,2-7-10 16,2-3-15-16,0 2-15 16,5 2-6-16,3 3-7 15,2 3 0-15,4 0-1 16,1 6 0-16,2 5 1 15,0 1 1-15,1-1-2 16,-2 0-1-16,-1 0-98 16,2 0-87-16,-4-3-302 0,-3-3-203 15</inkml:trace>
  <inkml:trace contextRef="#ctx0" brushRef="#br0" timeOffset="83524.7987">13743 1256 1239 0,'0'0'314'0,"0"0"-82"0,0 0 30 16,0 0-75-16,25-34-70 15,-10 34-43-15,2 9-7 16,0 6-13-16,0 5-10 16,-2 3-14-16,-4 3-17 15,-4-1-5-15,-4 0-7 16,-3-2-1-16,0-3-68 15,-4-4-97-15,-12-1-119 16,2-3-249-16,0-5-154 0</inkml:trace>
  <inkml:trace contextRef="#ctx0" brushRef="#br0" timeOffset="83684.1256">13731 1382 337 0,'0'0'1108'0,"0"0"-935"16,0 0-1-16,0 0-58 15,0 0-16-15,46-35-51 16,-23 28-28-16,4 1-13 16,3 3-6-16,12-3-190 15,-8 2-323-15,-5 0-836 0</inkml:trace>
  <inkml:trace contextRef="#ctx0" brushRef="#br0" timeOffset="83905.0322">14051 1182 933 0,'0'0'684'16,"0"0"-429"-16,0 0 80 16,0 0-80-16,0 0-77 15,0 0-109-15,0 0-44 16,9 24 29-16,2-1 12 16,2 2-19-16,0 2-23 15,-2-1-12-15,-2-2-6 16,-1-1-6-16,-4-4 0 0,-3-3-76 15,-1-4-140 1,0-3-80-16,-5-5-265 0,-3-2-236 16</inkml:trace>
  <inkml:trace contextRef="#ctx0" brushRef="#br0" timeOffset="84066.0794">14019 1310 1335 0,'0'0'305'0,"0"0"-48"15,0 0-102-15,0 0-56 16,41-22-37-16,-16 16-29 16,6 0-16-16,1 2-17 15,12-2-81-15,-9 3-280 16,-4-2-466-16</inkml:trace>
  <inkml:trace contextRef="#ctx0" brushRef="#br0" timeOffset="84269.7243">14324 1118 1413 0,'0'0'259'16,"0"0"121"-16,0 0-171 15,0 0-87-15,0 0-79 16,0 0 3-16,17 43 58 16,-4-21-16-16,0 1-26 15,1 1-29-15,-1-2-25 16,-2-1-8-16,1-1-48 15,4-6-198-15,-1-6-325 0,-3-6-422 0</inkml:trace>
  <inkml:trace contextRef="#ctx0" brushRef="#br0" timeOffset="84465.3079">14515 1132 1625 0,'0'0'342'15,"0"0"-74"-15,0 0-131 16,0 0-46-16,0 0-50 16,38-3-26-16,-19 3-7 15,1 0-8-15,-1 0-30 16,1 2-98-16,-1 3-189 16,-5 0-279-16,-5-1-479 0</inkml:trace>
  <inkml:trace contextRef="#ctx0" brushRef="#br0" timeOffset="84620.9086">14549 1232 456 0,'0'0'781'0,"0"0"-617"15,0 0 70-15,0 0-2 16,0 0-12-16,48 6-77 16,2-13-74-16,7-3-42 15,2 1-27-15,-8-1-99 16,-17 3-172-16,-7 0-711 0</inkml:trace>
  <inkml:trace contextRef="#ctx0" brushRef="#br0" timeOffset="85362.5604">14956 1023 1595 0,'0'0'267'0,"0"0"0"16,0 0-109-16,0 0-103 15,0 0-3-15,0 0-3 16,47 27-2-16,-33-8 4 16,-6 1-11-16,-6 2-18 15,-2-2-11-15,-9-1-1 16,-6-2-10-16,-4-1 2 16,-2-3-2-16,1-3-11 15,3-2-29-15,4-5 10 0,5-3 23 16,6 0 7-1,2-2 1-15,2-3-1 0,9-1 0 16,4 0 0-16,5 0 0 16,4 2 0-16,3 1-1 15,2-1 0-15,2-1 1 16,0-1-1-16,1-3-82 16,-3-2-77-16,-2-4-51 15,-5-3-29-15,-5-5 60 16,-5-7 110-16,-6 1 69 15,-5 0 1-15,-1 0 83 16,-5 9 104-16,-4 2-4 0,-1 6-30 16,0 6-22-16,1 3-39 15,1 3-28-15,0 2-34 16,4 8-17-16,2 3-7 16,2 5 5-16,5 1-10 15,10 1 32-15,2 2 28 16,3-1 6-16,1-1-12 15,-2 1-1-15,0-2-6 16,-5-2-11-16,-4-1-12 16,-4-3-14-16,-5-2-11 15,-1-1 10-15,-6-1-9 16,-6-1 5-16,-3-2-6 16,-2-2 0-16,2-3 1 15,2-1 11-15,3 0 4 16,4-9 5-16,5-3-1 0,1-5-10 15,8-3 15-15,6-5-14 16,5-2-11-16,3 2 0 16,0 0-1-16,-1 4 1 15,-1 3-1-15,-3 3 0 16,-4 4-5-16,-3 4-32 16,-4 3-61-16,-4 3-91 15,-2 1-97-15,0 0-331 16,-5 0-534-16</inkml:trace>
  <inkml:trace contextRef="#ctx0" brushRef="#br0" timeOffset="85539.0688">15527 963 1572 0,'0'0'300'0,"0"0"-128"15,0 0-58-15,0 0-43 16,0 0-71-16,0 0-135 16,0 0-667-16</inkml:trace>
  <inkml:trace contextRef="#ctx0" brushRef="#br0" timeOffset="85885.5297">14711 1506 1776 0,'0'0'353'16,"0"0"-203"-16,0 0 16 0,0 0 40 15,0 0-40 1,45-13-96-16,-3 4-40 0,0 1-17 16,-1 1-11-16,-8 3-2 15,-10 1-23-15,3 0-90 16,2-1-188-16,-9 0-333 15,-7 2-502-15</inkml:trace>
  <inkml:trace contextRef="#ctx0" brushRef="#br0" timeOffset="86082.8383">14772 1532 1684 0,'0'0'392'0,"0"0"-262"15,0 0 12-15,0 0 34 0,45-3 40 16,0-4-89-16,14 0-57 16,-3 0-43-16,-12 1-15 15,-15 2-12-15,-5-2-105 16,-4 1-265-16,-6-1-805 0</inkml:trace>
  <inkml:trace contextRef="#ctx0" brushRef="#br0" timeOffset="95242.6284">8275 8268 1031 0,'0'0'177'0,"0"0"-37"15,0 0-18-15,0 0-7 16,0 0 23-16,0 0-21 16,-3-2-33-16,2 2-18 15,1 0-11-15,-1 0 2 16,1 0-8-16,0 0-15 16,0 0-10-16,0 0-7 15,4 0 8-15,3 0 18 0,1 2 3 16,0 0-6-1,2-1-4-15,-2-1-8 0,0 1 3 16,-1-1-1-16,-1 0-5 16,1 0-5-16,0 0-1 15,0 1-3-15,1-1 4 16,3 0 0-16,-1 0 0 16,4 0-2-16,0 0 3 15,3 0 2-15,0 0 0 16,1 0-7-16,1 0-2 15,1 1-7-15,1 0 2 16,2 0 0-16,0 1 1 16,1-1-8-16,0 0 8 0,1 0-9 15,-1 1 0-15,-1-2 1 16,-1 1-1-16,0-1 0 16,0 0 1-16,0 0-1 15,0 0 5-15,2 0-5 16,0 0 1-16,0 0-1 15,1-1 5-15,-1-1-5 16,-1 2 0-16,0-2 5 16,0 2-5-16,0-1 7 15,0 0-7-15,0 0 1 16,0 0-1-16,0 1 0 16,2 0 7-16,0 0-8 15,-2 0 1-15,1 0 1 0,-2 0 5 16,-1 0-6-16,-2 0 1 15,0 0 4-15,-2 0-5 16,2 0 1-16,-2 0 5 16,2 0 0-16,1-1 1 15,1 1-2-15,-1 0 4 16,1-1 1-16,0 1-2 16,0 0-2-16,-1-1 2 15,-1 1-1-15,0 0 2 16,1-1 2-16,-1 1-1 15,0-1 2-15,1 0 2 16,1-1-1-16,0 1 2 0,0-1 2 16,0 0 0-1,-1 1 0-15,-1-1-2 0,-1 1 1 16,-1-1 1-16,-1 0 4 16,-1 0 1-16,1 0-1 15,-2-1 1-15,0 1-4 16,0-1 4-16,-2 1-4 15,-2 1 2-15,-1-1-8 16,-2 1 8-16,-1-1-1 16,-3 2-7-16,-1-1-4 15,-1 1 8-15,0 0-10 16,-1 0-1-16,0 0-5 16,0 0 0-16,0 0-1 15,-9 0-47-15,-32 3-99 16,-1 3-374-16,-10-3-628 0</inkml:trace>
  <inkml:trace contextRef="#ctx0" brushRef="#br0" timeOffset="96414.7406">3303 8269 42 0,'0'0'130'0,"0"0"-64"15,0 0-15-15,0 0 73 16,0 0 3-16,0 0-28 15,-41-15 30-15,35 12-17 16,-1 1 37-16,1 1 3 16,2-1-4-16,1 2-9 15,2 0-1-15,0 0-17 16,1 0-30-16,0 0-33 16,8 0-12-16,6 2 74 15,8 2 31-15,14-1-32 16,19-2 7-16,19-1 42 0,14-2-24 15,1-5-47-15,-3-1-13 16,-7 2-15-16,-3 1-10 16,-7 0-12-16,-9 2-1 15,-14 1-16-15,-16 1-3 16,-10 1-19-16,-5 0-1 16,-2 0-6-16,-3 0 1 15,-1 0-1-15,-5 0 0 16,-3 0 1-16,-1 0-2 0,0 0-1 15,0 0-49 1,0 0-77-16,-3 6-178 0,-1 2-245 16,2 0-371-16</inkml:trace>
  <inkml:trace contextRef="#ctx0" brushRef="#br0" timeOffset="97715.225">5356 8281 78 0,'0'0'165'0,"0"0"165"16,0 0-31-16,0 0-85 15,0 0-57-15,0 0-23 16,0 0-1-16,-2 0 30 16,12 2 48-16,7 1-25 15,6 0-9-15,13 2-18 16,14-3-4-16,20 1-25 0,8-3-34 16,4 0-21-16,-4-2-9 15,-11-1-24-15,-4 0-26 16,-6-1-4-16,-7 1-6 15,-12 2-5-15,-12-2 0 16,-9 1 5-16,-6 2-6 16,-3-2-6-16,-3 0-47 15,-4 0-26-15,-1 1-85 16,-24 1-125-16,0 0-225 16,-2 0-149-16</inkml:trace>
  <inkml:trace contextRef="#ctx0" brushRef="#br0" timeOffset="97976.7541">5494 8378 1023 0,'0'0'253'16,"0"0"-144"-16,0 0 112 15,0 0 75-15,49 14-49 16,-9-14-72-16,20 0 5 15,9-8-37-15,4-4-31 16,0 0-24-16,-7 1-33 16,-1 0-22-16,-5 3-21 15,-7 2-5-15,-13 2-2 0,-11 2-5 16,-13 1-1-16,-9 1-93 16,-12 4-214-16,-8 5-270 15,-8 2-237-15</inkml:trace>
  <inkml:trace contextRef="#ctx0" brushRef="#br0" timeOffset="104455.5039">10488 7777 973 0,'0'0'326'16,"0"0"-87"-16,0 0-7 16,0 0-2-16,0 0-79 15,-10-40-61-15,10 28-32 16,0 0-8-16,1 0-8 15,4-1-2-15,2 0-9 16,1 0 3-16,2 0-4 16,3 1 1-16,2 0 14 15,3 0-7-15,2 1 0 16,3 2 6-16,2 2-2 0,2 2-5 16,-1 0-1-16,1 1-10 15,-1 0-5-15,0 1-5 16,-1-1-1-16,-1 1-6 15,-2-1-3-15,-1 0-5 16,-6 0 7-16,-3 1-8 16,-2-1 0-16,-4 1-18 15,-2-1-64-15,-2 1-127 16,-2-3-115-16,-1 2-269 16,-4-2-270-16</inkml:trace>
  <inkml:trace contextRef="#ctx0" brushRef="#br0" timeOffset="104703.3561">10833 7404 1079 0,'0'0'335'15,"0"0"7"-15,0 0-147 16,0 0-68-16,0 0-12 16,0 0-22-16,45 20-20 15,-31-7-13-15,0 1-18 16,-2 0-17-16,-1 1-7 15,-3 0-11-15,-3-1-5 16,-3 0-1-16,-2-1 5 16,-3 1 0-16,-7 0-6 15,-4-2 0-15,1 0-71 0,2-2-95 16,3-2-221-16,7-7-630 16</inkml:trace>
  <inkml:trace contextRef="#ctx0" brushRef="#br0" timeOffset="105355.372">11149 7323 1500 0,'0'0'239'16,"0"0"96"-16,0 0-106 15,0 0-74-15,0 0-68 16,0 0-28-16,-31 36 10 15,31-16-28-15,0 1-15 16,0-1-11-16,4 0-5 0,1-2-8 16,-1-3-1-1,0-1 5-15,-1-6-6 0,0-4-12 16,0-4-9-16,0-2 20 16,3-8 0-16,2-6-17 15,2-2 7-15,3-2 10 16,0 1-5-16,1 2 5 15,0 4 0-15,-1 4-5 16,0 5 5-16,-3 4-9 16,-2 0 4-16,-1 8 4 15,-6 4 1-15,-1 2 0 16,-3 2 0-16,-8 1 1 16,-5 1 0-16,-2 0 2 0,-1-1 4 15,0-1-6-15,4-4 1 16,5-2 0-16,4-4 0 15,3-2-1-15,3-4-1 16,5 0-38-16,7-4 0 16,5-5-35-16,5-5-21 15,1-3 3-15,0-3 28 16,-1-3 29-16,-2 0 12 16,-3 0 23-16,-3 3 7 15,-4 5 11-15,-3 3 28 16,-3 7 15-16,-1 3 16 15,0 2-24-15,0 7-23 0,2 6 49 16,1 4 4 0,3 3-28-16,0 1-23 0,0 0-15 15,0-2-9-15,-1-2-7 16,-3-3-1-16,-1-4-43 16,-2-4-130-16,-2-6-113 15,-3-3-266-15,-5-7-791 0</inkml:trace>
  <inkml:trace contextRef="#ctx0" brushRef="#br0" timeOffset="105506.7195">11376 7229 689 0,'0'0'271'15,"0"0"-190"-15,0 0-39 0,19 36-24 16,0-11-18-16,-1-3-18 15,-1-3-467-15</inkml:trace>
  <inkml:trace contextRef="#ctx0" brushRef="#br0" timeOffset="106144.4244">11586 7299 1039 0,'0'0'210'0,"0"0"51"16,0 0 7-16,0 0-52 15,0 0-74-15,0 0-76 16,0 0-7-16,-40 6-11 16,32 7-10-16,2 4-5 0,2-1-14 15,3 0-9-15,1-2-1 16,1-3-9-16,6-3 0 16,2-4 0-16,2-4 0 15,0 0-6-15,0-4-14 16,1-7 0-16,-1-1 10 15,-2-3 9-15,0 0-6 16,-1 2 6-16,-2 3 1 16,-3 3 0-16,-1 3 0 15,-1 3 1-15,-1 1 1 16,0 2-1-16,0 6 0 16,0 0-1-16,0 1 3 15,4-1-2-15,4 0-1 0,4-4 0 16,4-1 1-16,2-3-1 15,2 0-28-15,0-8-46 16,-1-3 8-16,-3-2 30 16,-4-3 22-16,-3-2 13 15,-4 0 1-15,-2 3 0 16,-3 2 7-16,0 4 18 16,-1 3 12-16,-4 4-3 15,0 2-4-15,1 0-8 16,1 0-12-16,2 4-4 15,1 2-4-15,0 2 5 16,3 0-1-16,3 2 1 16,1 1 1-16,1 0-2 15,0 0-5-15,-1 2 0 0,-4-2 0 16,0 2 1-16,-3-2 5 16,-1-1-6-16,-8 0 0 15,-2-2 0-15,-3-2-1 16,0-1 0-16,-2-2-65 15,-1-3-102-15,4 0-307 16,1-1-482-16</inkml:trace>
  <inkml:trace contextRef="#ctx0" brushRef="#br0" timeOffset="106312.2958">12013 7331 1458 0,'0'0'205'0,"0"0"11"16,0 0-140-16,0 0-76 15,0 0-137-15,-48-1-520 0</inkml:trace>
  <inkml:trace contextRef="#ctx0" brushRef="#br0" timeOffset="108144.3082">11197 8231 1392 0,'0'0'496'0,"0"0"-253"0,0 0 4 16,0 0 30-16,0 0-101 15,0 0-76-15,0 0-19 16,53-11-8-16,-14 9-16 16,12 1-11-16,-3-1-10 15,-8 0-13-15,-14 1-8 16,-8-2-8-16,0 1-1 16,-1 1-4-16,-3-1-2 15,-5 1 0-15,-5 1-28 16,-4 0-65-16,0 0-102 15,-17 3-287-15,0 2-152 16,-3 0-313-16</inkml:trace>
  <inkml:trace contextRef="#ctx0" brushRef="#br0" timeOffset="108510.0965">11203 8311 947 0,'0'0'286'0,"0"0"-105"15,0 0-37-15,0 0 100 0,0 0-3 16,0 0 4-1,0 0 22-15,42 1-58 0,-18-1-53 16,6 0-31-16,2 0-31 16,2 0-24-16,0-2-28 15,1 0-12-15,-4-2-6 16,-2 1-7-16,-3-1-6 16,-5 1-11-16,-3 0 0 15,-5-1 0-15,-5 3 0 16,-5 1-69-16,-15 0-149 15,-7 5-438-15,-9-1-845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34:01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1188 1745 1326 0,'0'0'477'0,"0"0"-227"15,0 0-19-15,0 0 16 16,0 0-67-16,0-3-86 15,-1 16-53-15,-1 8-10 16,-1 6 53-16,1 3-18 16,0 2-11-16,2-4-24 15,0-2-7-15,0-2-22 16,0-3-1-16,0-2-1 0,0-3-8 16,-2-3-87-16,-1-5-186 15,-1-8-186-15,-1 0-203 16,0-5-666-16</inkml:trace>
  <inkml:trace contextRef="#ctx0" brushRef="#br0" timeOffset="511.5395">1193 1691 1322 0,'0'0'357'0,"0"0"-151"0,0 0 17 16,0 0-80-1,0 0-32-15,49-33-31 0,-33 33-25 16,0 0-27 0,1 0 6-16,-3 6 14 0,0 1-2 15,-5 1-4-15,0 1 7 16,-3 1-9-16,-4 1-4 16,-2 0 0-16,0 2 4 15,-7 1 4-15,-6 1-11 16,0 0-23-16,-4 0-8 15,-2-1 10-15,1-1-12 16,1-4 1-16,2-3 11 16,4-3-5-16,4-2-7 15,4-1 12-15,0 0 0 16,3 0 10-16,0 0-7 0,0 0-9 16,0 0 3-1,1 5-9-15,6 2 0 0,2 3 42 16,2 3 20-16,0 0-4 15,1 0 1-15,3 1-10 16,-1-1-9-16,2-1 16 16,0-1-13-16,-2-1-19 15,1-3-15-15,-5-1 3 16,-1-2-5-16,-3-2-6 16,-1-1 0-16,-1-1 0 15,-1 0-1-15,-1 0-32 16,0 0-91-16,0 0-115 0,-2-3-583 15</inkml:trace>
  <inkml:trace contextRef="#ctx0" brushRef="#br0" timeOffset="1563.0671">4567 1701 1582 0,'0'0'270'0,"0"0"-24"16,0 0 17-16,0 0-22 15,-21-38-18-15,15 37-109 16,-3 1-77-16,-6 15-17 16,-7 15-19-16,-2 15 7 15,3 8 26-15,9-1 0 16,7-11 4-16,5-13-2 15,2-8-2-15,5-4-16 16,2 0-9-16,5 0-8 16,3-2 0-16,0-7 0 0,2-4 1 15,0-3 4-15,-2-5-5 16,-5-7 0-16,-2-2 0 16,-6-2 0-16,-4-1 5 15,0-1-5-15,-8 3 1 16,-6 3-1-16,-5 4 9 15,-3 4-10-15,-2 4-1 16,2 0 0-16,4 4 1 16,6 2 1-16,7 1-1 15,5-2-6-15,3 2 4 16,13-2 2-16,14 0 9 16,16-3 15-16,14-2 5 15,0 0 18-15,-8-2-24 0,-19 0-8 16,-17 2-14-16,-7 0 0 15,-2 0 0-15,-3 0-1 16,-1 0-15-16,-3 0-49 16,-6 1-100-16,-5 4-199 15,-3-2-491-15</inkml:trace>
  <inkml:trace contextRef="#ctx0" brushRef="#br0" timeOffset="2547.7239">7203 1690 1099 0,'0'0'590'15,"0"0"-233"-15,0 0-113 16,0 0-97-16,0 0 20 0,-9 68 34 16,3-21-25-1,1-1-56-15,2-10-30 0,3-11-21 16,0-10-27 0,0 2 4-16,0-1-27 0,0-1-8 15,0-6-10-15,0-6 0 16,0-3 1-16,0-3 7 15,0-11-9-15,-4-14-28 16,-1-16-15-16,2-15 11 16,3-3-2-16,0 10 5 15,3 15 11-15,3 15-7 16,0 6 4-16,4-1-3 16,0 1-6-16,3 0 3 15,1 7-3-15,2 4 5 16,0 5 10-16,-1 0-3 0,0 8 6 15,-2 4 12-15,-4 4 0 16,-3 3 7-16,-5 0 2 16,-1 1 6-16,-6 1 9 15,-6-2 1-15,-3-1-10 16,0-2 2-16,1-3-16 16,3-3 0-16,4-4 5 15,3-3-4-15,3-2 23 16,1-1 8-16,0 0-9 15,6 0-12-15,5 2-3 16,5 2 6-16,3 1-4 16,2 3-1-16,1 3 1 15,-3 2 10-15,-4 1 3 16,-3 2-3-16,-5-1 1 0,-6 0 5 16,-1 0 1-16,-4-3 10 15,-8 1-4-15,-6-1-8 16,-13-1-7-16,-16-1-10 15,-20-2-9-15,-12-1 0 16,-7-4-60-16,19-1-183 16,12-2-750-16</inkml:trace>
  <inkml:trace contextRef="#ctx0" brushRef="#br0" timeOffset="7896.1266">9107 1486 1711 0,'0'0'560'0,"0"0"-389"15,0 0-81-15,0 0-48 16,0 0 77-16,0 38-3 0,0-17-38 16,1 0-44-16,1 0-22 15,-1-3-12-15,2-4-19 16,2-6-215-16,0-4-245 15,0-4-255-15</inkml:trace>
  <inkml:trace contextRef="#ctx0" brushRef="#br0" timeOffset="8184.1055">9114 1282 1162 0,'0'0'642'16,"0"0"-410"-16,0 0 20 15,0 0-148-15,0 0-55 16,0 0-4-16,-37 48-2 16,37-27-14-16,0-4-14 0,3-3-7 15,4-5-8-15,0-5-1 16,2-4 1-16,1-1 12 16,0-9 5-16,0-5-11 15,-2-4-5-15,-3-2 6 16,-4-1-6-16,-1 1 0 15,0 3-1-15,-7 6-10 16,-1 6-23-16,-1 6-50 16,0 11-116-16,2 6-129 15,4 3-251-15</inkml:trace>
  <inkml:trace contextRef="#ctx0" brushRef="#br0" timeOffset="8747.78">9220 1445 1728 0,'0'0'352'0,"0"0"-75"16,0 0-197-16,0 0-43 16,0 0 21-16,0 46 16 15,6-30-25-15,-1 1-26 16,0-1-11-16,0-4-11 15,-2-2 1-15,-1-4-2 16,-2-2 0-16,0-3-7 16,0-1 7-16,-1-5 0 15,-4-8-30-15,-2-5 5 16,3-3 16-16,3-2 9 16,1 1 1-16,0 4 1 0,5 3 19 15,5 6-11-15,2 5 7 16,2 3-7-16,0 1-2 15,0 6-6-15,-1 5 7 16,-1 1 0-16,-2 2-3 16,-4 0-5-16,-1 0 0 15,-4-2-1-15,-1-2 1 16,0-3 0-16,0-2 0 16,-4-4 11-16,-1-1 6 15,2-6 79-15,0-6-40 16,2-5-32-16,1-3 1 0,1 0 2 15,8 2-14 1,2 5-13-16,1 5 1 0,1 4-1 16,0 4-1-16,2 5 0 15,-1 6-1-15,0 4 1 16,-1 3 0-16,0 2 1 16,-2 0-1-16,1 0-14 15,5-1-216-15,-2-7-348 16,-1-4-444-16</inkml:trace>
  <inkml:trace contextRef="#ctx0" brushRef="#br0" timeOffset="9078.1206">9623 1339 1568 0,'0'0'538'0,"0"0"-254"0,0 0-60 15,0 0-85-15,0 0-99 16,0 0-18-16,-49 45-4 15,38-23 2-15,3 1-11 16,3-1-8-16,4-4-1 16,1-3 0-16,1-5-12 15,7-6 0-15,2-4 4 16,1 0 8-16,2-10 9 16,0-3-9-16,1-1 0 15,-2 0 1-15,-1 2 8 16,-3 4-7-16,-2 2 4 0,-3 4 3 15,-1 2-8 1,-2 0-1-16,2 9 1 0,0 3-1 16,1 1-6-16,3 1-30 15,6 2-175-15,0-5-137 16,-1-4-361-16</inkml:trace>
  <inkml:trace contextRef="#ctx0" brushRef="#br0" timeOffset="9476.3419">9779 1342 1204 0,'0'0'400'0,"0"0"-84"0,0 0-195 15,0 0-68 1,0 0-23-16,0 0-13 0,-16 46-11 16,16-31-6-16,0-4 0 15,4-1-14-15,2-6-28 16,1-3-7-16,0-1 37 15,-1-5 12-15,0-7 12 16,-1 1 57-16,0-2 43 16,-1 3 56-16,-2 2 1 15,-1 2 14-15,0 5-89 16,0 1-61-16,0 4-31 16,3 8-1-16,2 5 9 15,1 6 5-15,1 3 12 0,0 3 16 16,-3 1 8-1,-3 0-6-15,-2-2-14 0,-2-5-10 16,-8-2-7-16,-3-6-4 16,-2-5 5-16,-1-6-15 15,-2-4 0-15,2-3-7 16,1-10-77-16,8-15-157 16,4 2-239-16,3 0-326 0</inkml:trace>
  <inkml:trace contextRef="#ctx0" brushRef="#br0" timeOffset="9814.1171">9884 1406 1162 0,'0'0'245'0,"0"0"-38"0,0 0-117 16,0 0-38-1,0 0-11-15,18 38 18 0,-7-35 5 16,2-3-17-16,0 0 3 15,1-2-11-15,0-7-3 16,1-1-8-16,-1-4-11 16,-1-2-6-16,-1-1 2 15,-3 0 61-15,-3 0 31 16,-3 3 27-16,-2 4 16 16,-1 4 2-16,0 6-79 15,-7 0-42-15,-5 11-20 16,-4 8 2-16,0 3-5 15,1 3 0-15,3 0 0 0,7-2-6 16,5-1 0 0,8-3-57-16,32-5-196 0,-2-5-394 15,5-7-882-15</inkml:trace>
  <inkml:trace contextRef="#ctx0" brushRef="#br0" timeOffset="10339.5747">10472 1355 1564 0,'0'0'391'16,"0"0"85"-16,-45 0-326 15,29 4 28-15,4 3-107 16,5 0-42-16,4 1-21 16,3 0-8-16,0 1 0 0,8 1-1 15,4-2 1-15,0 1 0 16,2 0 0-16,-1-1 1 15,-3-1 0-15,-4 1-1 16,-3-2 0-16,-3 0 1 16,-2 0 1-16,-10 0 4 15,-4 0 0-15,-4 0-5 16,0 0 0-16,2-1 6 16,3-2-6-16,5 0-1 15,4-2 0-15,5 0-1 16,1-1-12-16,7 0-77 15,9 0 47-15,7 0 35 16,6-5-16-16,2-3-50 0,2-1 20 16,-3-4 24-1,-2-2 16-15,-5-2 13 0,-6 1 1 16,-4 1 0-16,-6 4 26 16,-3 3 35-16,-2 5 41 15,-2 0 5-15,0 3-46 16,0 3-43-16,0 6-16 15,0 7 7-15,0 2-2 16,0 4 1-16,0 0-7 16,1-2 0-16,2-1-1 15,0-5-9-15,-2-4-98 16,1-10-170-16,-2 0-281 16,0-8-354-16</inkml:trace>
  <inkml:trace contextRef="#ctx0" brushRef="#br0" timeOffset="10460.8736">10656 1227 1098 0,'0'0'159'0,"0"0"-111"0,0 0-35 16,40 41-13-16,-25-23-112 0</inkml:trace>
  <inkml:trace contextRef="#ctx0" brushRef="#br0" timeOffset="10910.5534">10693 1379 1577 0,'0'0'363'16,"0"0"-64"-16,0 0-185 0,0 0-49 15,0 0-37-15,0 0-10 16,0 0-11-16,42 5 1 15,-35 1-7-15,0 2 10 16,-1 0-10-16,-2 0 8 16,-1-1-8-16,0 1 5 15,-2-1 0-15,2 0 15 16,-2 0 16-16,1 1 18 16,0 2 4-16,0 1-6 15,1 2-10-15,0 2 4 0,3 2-16 16,0-1-1-16,0 1-3 15,-1-2-12-15,-2-3-8 16,-3-4 7-16,0-2-5 16,-1-4 9-16,-8-2 33 15,-2 0-11-15,-1-5-18 16,1-5-2-16,3-4-8 16,4-3-11-16,4-1-1 15,0 0-16-15,7 0-14 16,9 2-19-16,4 3-25 15,3 1-150-15,15-2-91 16,-6 4-353-16,-3 1-319 0</inkml:trace>
  <inkml:trace contextRef="#ctx0" brushRef="#br0" timeOffset="11232.5883">10938 1392 1073 0,'0'0'278'0,"0"0"46"16,0 0-156-16,0 0-32 15,0 0-66-15,0 0-27 16,0 0-24-16,-25 34-7 16,33-27-4-16,4-2 4 15,2-1-11-15,1-3-1 16,2-1 0-16,-3-1-33 16,-2-5 32-16,-3-1 0 15,-4-1 1-15,-3 1 15 16,-2 1 36-16,0 1 51 0,-8 3 36 15,-1 2-58 1,-3 0-28-16,-1 4 30 16,-2 5 0-16,2 1-27 15,2 2-15-15,4 1-20 0,4 0-20 16,3 0-6-16,3-3-75 16,22-3-133-16,-1-3-123 15,-1-4-427-15</inkml:trace>
  <inkml:trace contextRef="#ctx0" brushRef="#br0" timeOffset="11386.1652">11180 1414 1460 0,'0'0'390'0,"0"0"-55"0,0 0-226 16,0 0-55-16,0 0-54 15,49-5-46-15,-22 5-145 16,-4 0-381-16,-5 0-869 0</inkml:trace>
  <inkml:trace contextRef="#ctx0" brushRef="#br0" timeOffset="11542.1171">11098 1505 1724 0,'0'0'472'0,"0"0"-122"16,0 0-217-16,0 0-74 0,0 0-23 15,0 0-8 1,50 16-28-16,-16-16-113 0,-2-6-715 0</inkml:trace>
  <inkml:trace contextRef="#ctx0" brushRef="#br0" timeOffset="12163.9978">11710 1334 1189 0,'0'0'319'16,"0"0"26"-16,0 0-118 0,0 0-75 16,50-27-50-16,-36 44-36 15,-4 6-4-15,-4 4 9 16,-5 3 21-16,-2-2-22 16,-10 2-1-16,-7-3-9 15,-3-3-29-15,-3-5-17 16,-1-3-13-16,1-8-1 15,2-4 6-15,5-4-5 16,6-11 8-16,6-7-8 16,5-2-1-16,3-1 0 15,8 1-2-15,2 5 1 16,2 7 0-16,-1 4 1 16,0 4-2-16,0 3 2 15,0 8 0-15,0 1 0 0,0 2 0 16,2-1-1-16,0-2-39 15,4-3-123-15,14-8-93 16,-5 0-48-16,-1-7-451 0</inkml:trace>
  <inkml:trace contextRef="#ctx0" brushRef="#br0" timeOffset="12488.2108">11949 1298 1397 0,'0'0'403'0,"0"0"-50"16,0 0-87-16,0 0-87 15,0 0-77-15,0 0-49 16,-42 18-24-16,39 0-11 16,3 1-6-16,0 1 0 0,4 0 17 15,6 0-4-15,1 1-9 16,2 0-2-16,-2 1-4 16,-1-1-2-16,-5-4-2 15,-1-1-5-15,-4-3 8 16,-1-5-1-16,-6-4-1 15,-2-4 2-15,-1 0 0 16,2-10-3-16,0-5-6 16,5-6 0-16,3-3-9 15,3-2-24-15,9 1-5 16,7 6-29-16,4 3-46 16,4 5-36-16,18 7-66 15,-6 3-110-15,-3 1-328 0</inkml:trace>
  <inkml:trace contextRef="#ctx0" brushRef="#br0" timeOffset="12705.9132">12290 1370 1881 0,'0'0'398'0,"0"0"-83"15,0 0-196-15,0 0-30 16,0 0-27-16,-13 38-13 15,12-18-18-15,1 3 5 16,0-1-12-16,0 0-15 0,0-2-9 16,0-3-6-1,0-2-105-15,-5-8-221 0,-4-4-324 16,-2-3-981-16</inkml:trace>
  <inkml:trace contextRef="#ctx0" brushRef="#br0" timeOffset="12871.914">12187 1405 765 0,'0'0'1217'16,"0"0"-1021"-16,0 0-109 15,0 0 25-15,56 25 55 16,-25-10-71-16,4 1-46 16,2 1-34-16,-6-3-16 0,11 4-26 15,-10-5-164-15,-7-5-544 16</inkml:trace>
  <inkml:trace contextRef="#ctx0" brushRef="#br0" timeOffset="13552.2598">12530 1349 1728 0,'0'0'288'0,"0"0"63"15,0 0-226-15,0 0-33 16,0 0-46-16,47-11-10 15,-31 21 2-15,-1 5 0 16,-6 1-8-16,-4 2 1 16,-5 1-3-16,-3 0-5 15,-11-1-10-15,-3 0-7 0,-4-2-6 16,0-2-2-16,2-4 1 16,3-4 0-16,4-3 1 15,5-2 0-15,4-1 10 16,3 0-8-16,0 0-2 15,6 0-14-15,8 0 14 16,5-2-1-16,7-2 0 16,8-3 0-16,0 0-48 15,1-2-63-15,1-3-19 16,-7-1-80-16,1-5-56 16,-6-3 35-16,-5-3 57 15,-7-3 127-15,-4-1 48 0,-6 3 23 16,-2 3 100-16,0 6 70 15,-5 5-24 1,0 5-17-16,-1 4-13 0,0 2-50 16,0 2-52-16,1 6 2 15,1 2-12-15,3 2-17 16,1 2-2-16,0 2 1 16,7 1 6-16,5 0-2 15,1 0 14-15,2 1-11 16,0 0 19-16,1-2-7 15,-3-1-6-15,-3 0-5 16,-3-2-1-16,-4-1 1 16,-3-2-4-16,0-1 2 15,-6-3 13-15,-4-1 11 16,-2-2-3-16,0-2-13 0,0-1-5 16,4-2 11-16,3-7-5 15,5-4-13-15,0-5-10 16,11-5 1-16,8-4-1 15,6-1-1-15,3-1-24 16,2 3-13-16,5-2-45 16,-6 8-166-16,-8 4-305 0</inkml:trace>
  <inkml:trace contextRef="#ctx0" brushRef="#br0" timeOffset="17368.0552">1204 4227 54 0,'0'0'0'0,"0"0"-8"0</inkml:trace>
  <inkml:trace contextRef="#ctx0" brushRef="#br0" timeOffset="17683.0823">1618 4217 374 0,'0'0'0'16,"0"0"-40"-16,0 0 28 15,0 0-35-15</inkml:trace>
  <inkml:trace contextRef="#ctx0" brushRef="#br0" timeOffset="17977.3821">1993 4232 218 0,'0'0'303'0,"0"0"-218"16,0 0-85-16,0 0-226 0</inkml:trace>
  <inkml:trace contextRef="#ctx0" brushRef="#br0" timeOffset="18186.2791">2428 4238 127 0,'0'0'0'0</inkml:trace>
  <inkml:trace contextRef="#ctx0" brushRef="#br0" timeOffset="19686.5989">12176 1443 1081 0,'0'0'218'16,"0"0"-81"-16,0 0 72 16,0 0 44-16,0 0-70 15,0 0-55-15,9-16-13 0,48 9-40 16,34-2 6-16,24 1-36 15,11 1-21-15,-6 4-17 16,-17 2 11-16,-11 1-8 16,-16-1-9-16,-21 0-1 15,-23 0-1-15,-15 0 1 16,-13 0-37-16,-4 0-12 16,-16-1 10-16,-35-2-59 15,-43 2-116-15,-25 1 39 16,-20 1 143-16,-4 5 32 15,7 4 45-15,8 1 8 16,18 1 23-16,32-1 60 0,33-2 3 16,23-3-53-1,16-2-52-15,6 1-17 0,9-1-17 16,34-2 0-16,42-1 16 16,25-4 12-16,17-6-4 15,1-1-2-15,-17 3-6 16,-10 1 4-16,-15 1-14 15,-24-1-5-15,-23 2-1 16,-19 2-12-16,-11 1-38 16,-8-2 24-16,-8-3 16 15,-31-1 8-15,-39 5-9 16,-25 2-3-16,-17 1 14 16,3 8 1-16,18 1 8 15,21 1 9-15,25-2 24 0,23-2-5 16,18-2-16-16,11 0-21 15,2 0-8-15,25 2-4 16,31-3-3-16,40-1-1 16,20-2-103-16,-18-3-133 15,-22-5-529-15</inkml:trace>
  <inkml:trace contextRef="#ctx0" brushRef="#br0" timeOffset="20265.3484">13678 1343 126 0,'0'0'1352'0,"0"0"-1047"15,0 0 30 1,0 0-90-16,0 0-80 0,-22-33-80 16,24 29-28-16,9-1-42 15,5 0-14-15,6-1-1 16,2-2 0-16,0 0-1 16,-2-1-5-16,-4-2 5 15,-5 0 1-15,-4 0 12 16,-4 1 19-16,-3 1 11 15,-1 3-16-15,-1 3 3 16,0 2-8-16,0 1-9 16,0 3-12-16,-5 16-10 15,-1 20 10-15,-1 14 0 16,0 6 24-16,4-2 28 0,1-11-6 16,1-13-19-16,0-8-16 15,-1-7-11-15,-1-4-40 16,-8 0-192-16,-1-2-256 15,-1-5-321-15</inkml:trace>
  <inkml:trace contextRef="#ctx0" brushRef="#br0" timeOffset="20447.2012">13587 1429 1622 0,'0'0'298'15,"0"0"-175"-15,0 0-69 0,67 0 42 16,-13 1-28-16,6 2-39 16,2-3-29-16,-6 0-22 15,-18-1-345-15,-9-4-545 16</inkml:trace>
  <inkml:trace contextRef="#ctx0" brushRef="#br0" timeOffset="20635.4569">14120 1281 1667 0,'0'0'380'16,"0"0"107"-16,0 0-262 16,0 0-143-16,0 0-54 15,0 0-20-15,-19 50 1 16,10-21 10-16,0 3 3 0,1-3 1 16,0 0-8-16,-1-2-15 15,-1-4 0-15,-5-2-91 16,2-6-258-16,0-8-477 0</inkml:trace>
  <inkml:trace contextRef="#ctx0" brushRef="#br0" timeOffset="20814.8682">13950 1347 1659 0,'0'0'286'0,"0"0"-176"0,48 17-22 15,-18-4 27 1,5 3-11-16,3 0-55 0,-6-3-43 16,11 7-6-16,-9-7-187 15,-8-3-485-15</inkml:trace>
  <inkml:trace contextRef="#ctx0" brushRef="#br0" timeOffset="21085.2556">14292 1312 1283 0,'0'0'727'16,"0"0"-433"-16,0 0 17 15,8-34-168-15,1 29-75 16,1 1-32-16,4 4-12 16,0 0-11-16,1 7-2 0,0 5-4 15,-2 6 1-15,-2 4-2 16,-3 3-6-16,-2 1 1 15,-3 1 26-15,-2-1 36 16,-1-2-19-16,0-2-29 16,-6-3-14-16,-3-4-1 15,0-4-109-15,-10-6-203 16,1-5-245-16,2 0-797 0</inkml:trace>
  <inkml:trace contextRef="#ctx0" brushRef="#br0" timeOffset="21244.1406">14263 1429 1605 0,'0'0'308'0,"0"0"-141"16,0 0-103-16,64-4-24 16,-17 0-20-16,5 0-20 15,-13-1-115-15,-11 1-503 0</inkml:trace>
  <inkml:trace contextRef="#ctx0" brushRef="#br0" timeOffset="21456.2832">14740 1235 1958 0,'0'0'333'0,"0"0"-111"15,0 0-138 1,0 0-49-16,0 0-17 0,-18 43 12 15,9-15 22-15,1 0 2 16,0 2-17-16,1-6-20 16,-1 2-16-16,-1-2-1 15,-8-1-111-15,3-7-348 16,0-6-406-16</inkml:trace>
  <inkml:trace contextRef="#ctx0" brushRef="#br0" timeOffset="21634.5962">14585 1298 1001 0,'0'0'985'15,"0"0"-837"-15,0 0-80 16,0 0-24-16,45 31 79 16,-17-14-42-16,7 1-43 15,1 0-37-15,3-5-1 16,-4-3-275-16,-7-4-537 0</inkml:trace>
  <inkml:trace contextRef="#ctx0" brushRef="#br0" timeOffset="22082.54">14966 1174 1796 0,'0'0'274'16,"0"0"-26"-1,0 0-144-15,0 0-60 0,44-8-26 16,-27 12-7-16,0 6-11 16,-1 1 1-16,-5 4 7 15,-4-1-6-15,-7 1 5 16,0 1 4-16,-9-1-2 16,-4-1 10-16,-1-1 0 15,0-4-2-15,3-1-5 16,4-3-5-16,2-2 4 15,3-2 29-15,2 0-2 16,0-1 3-16,0 1-7 16,2 2-15-16,6 2 13 15,1 4-8-15,4 3-15 16,0 2 3-16,1 2 4 0,-2 0 5 16,-2-1-2-16,-5 0-2 15,-2-3-4-15,-3-1 1 16,-2-2 1-16,-9-2 7 15,-4-1 11-15,-6-1-5 16,-4-3-11-16,-2-2-17 16,0 0 0-16,0-1-6 15,1-5-25-15,-3-4-74 16,7 2-244-16,4 0-439 0</inkml:trace>
  <inkml:trace contextRef="#ctx0" brushRef="#br0" timeOffset="22244.1788">15050 1482 2090 0,'0'0'311'16,"0"0"-62"-16,0 0-177 16,0 0-72-16,-43 8-118 15,16-1-259-15,-6-2-1214 0</inkml:trace>
  <inkml:trace contextRef="#ctx0" brushRef="#br0" timeOffset="24512.4589">282 2006 459 0,'0'0'996'0,"0"0"-832"16,0 0-114-16,0 0 77 15,0 42 16-15,0-23 5 0,-6 1-43 16,-4 0-37-16,-3-2-25 16,-1-2-18-16,1-4-12 15,-2-4 1-15,4-4-1 16,1-4 48-16,2 0 35 15,3-9-33-15,3-1-23 16,1-2-7-16,1 1 1 16,1 3-25-16,7 5-8 15,5 3-1-15,2 2 0 16,4 8 1-16,2 4-1 16,-1 2 0-16,-2 2-1 15,-1-1-14-15,-3-1-45 0,4 2-94 16,-5-5-204-1,-3-5-423-15</inkml:trace>
  <inkml:trace contextRef="#ctx0" brushRef="#br0" timeOffset="24944.2752">391 2146 1332 0,'0'0'327'15,"0"0"-51"-15,0 0-90 16,0 0-66-16,0 0-49 0,0 0-39 16,39 5 35-16,4-3 44 15,20 0-26-15,10-1-7 16,3-1-22-16,-6 0-14 15,-6 0-21-15,-1 0-5 16,-1 0-10-16,1 0 3 16,-3 0 3-16,-2 0-4 15,-7 0-8-15,-11 0 1 16,-8 0-1-16,-10 0 0 16,-5 0 0-16,1 0 2 15,-1-1-2-15,-1 0 2 16,-6 0-1-16,-2 1 1 15,-4-1-1-15,-2 1 0 0,-1-1 1 16,-1 1-2-16,0 0-14 16,0 0-109-16,0-2-87 15,0-1-105-15,0 0-490 16</inkml:trace>
  <inkml:trace contextRef="#ctx0" brushRef="#br0" timeOffset="25270.2537">1363 2065 814 0,'0'0'350'0,"0"0"-130"15,0 0-66-15,0 0-81 0,0 0-26 16,0 0-31-16,0 0-16 15,-3 0-45-15,3 0-47 16,0 0 1-16,0 0 8 16,0 0 6-16,0 0 8 15,0 0 5-15,0 0 3 16,0 0 12-16,0 0-1 16,0 0 18-16,0 0 30 15,0 0 2-15,0 0 0 16,0 0 2-16,0 0-2 0,0 0-39 15,0 0-364-15</inkml:trace>
  <inkml:trace contextRef="#ctx0" brushRef="#br0" timeOffset="25758.2225">1455 2055 646 0,'0'0'553'0,"0"0"-315"16,0 0 69-16,0 0-61 16,0 0-73-16,0 0-67 15,0 0-63-15,-3-10-24 16,11 10-12-16,5-2-7 16,2 1 0-16,-1 0 1 15,0-1 0-15,-3 1 0 16,-2 0 11-16,-4 1-12 15,-2 0 0-15,-2 0 9 16,1 8 7-16,-2 4 23 0,0 3 45 16,0 5 12-1,0 1-16-15,0 1-17 0,1-1-27 16,1 0-21-16,-1-1-15 16,0-1 0-16,-1-3-6 15,0-3-70-15,-2-3-119 16,-3-5-137-16,-2-4-364 0</inkml:trace>
  <inkml:trace contextRef="#ctx0" brushRef="#br0" timeOffset="25924.0295">1437 2171 1706 0,'0'0'343'16,"0"0"-158"-16,0 0-111 15,62-4-25-15,0-4-29 16,10-2-20-16,-12 2-219 16,-11 2-681-16</inkml:trace>
  <inkml:trace contextRef="#ctx0" brushRef="#br0" timeOffset="26402.1297">1959 2065 1051 0,'0'0'394'0,"0"0"-53"16,0 0-97-16,0 0-53 15,0 0-56-15,0 0-50 0,0 0-41 16,33 2 41-16,0 1 18 15,13-2-39-15,14-1-39 16,3 0 29-16,-4 0-17 16,-13 0-13-16,-16 0-11 15,-8 0-11-15,-3-1-1 16,1 0 1-16,1-1-1 16,-1 0 1-16,-3 0-2 15,-4 1 0-15,-1-1-7 16,-5 1-54-16,-2 0-105 15,-3-1-70-15,-1 1-262 16,-1 0-295-16</inkml:trace>
  <inkml:trace contextRef="#ctx0" brushRef="#br0" timeOffset="26755.4835">2379 1970 1333 0,'0'0'292'0,"0"0"38"16,0 0-159-16,0 0-95 15,39 2 10-15,-13 4-5 16,7 3-6-16,3 1-47 16,-6 1-15-16,3-2-4 0,-5 2 1 15,-4-2-4 1,-4-1-4-16,-6 1 5 0,-5-1 1 15,-5 1 7-15,-4 1 8 16,-2 1 46-16,-7 3 38 16,-5 0-32-16,-1 1-18 15,-2-2-10-15,1 1-8 16,0-2-4-16,2-1-20 16,2-2-9-16,2-1-6 15,0-1 0-15,-7 2-18 16,4-1-230-16,-2-3-480 0</inkml:trace>
  <inkml:trace contextRef="#ctx0" brushRef="#br0" timeOffset="57995.6522">9658 1917 1294 0,'0'0'265'16,"0"0"4"-16,0 0 68 0,-18-36-69 15,15 33-29-15,-2 3-72 16,-2 13-95-16,-3 18-50 16,-3 12-1-16,0 7 27 15,3 1-6-15,6-9-21 16,0-5-12-16,3-8-8 16,0-6 1-16,1-6-2 15,4-5-186-15,4-4-314 16,1-2-385-16</inkml:trace>
  <inkml:trace contextRef="#ctx0" brushRef="#br0" timeOffset="58322.4013">9753 1966 1000 0,'0'0'256'0,"0"0"-105"15,0 0 33-15,-30 47 35 16,11-25-53-16,-4 1-61 15,0-1-49-15,1-3-33 16,4-4-11-16,5-6-10 16,6-3 7-16,5-6 53 15,2 0 72-15,1-7 13 16,8-3-89-16,2 1-32 16,2 2-3-16,2 3 3 15,1 4-2-15,-1 0-2 0,1 8 6 16,0 3 8-16,-1 1-8 15,-2 0-16-15,-1 1-11 16,-2-1 0-16,1-2-1 16,-1-1-149-16,9-4-104 15,-4-4-423-15,-2-1-973 0</inkml:trace>
  <inkml:trace contextRef="#ctx0" brushRef="#br0" timeOffset="59211.0356">9892 2028 785 0,'0'0'749'15,"0"0"-506"-15,0 0-133 16,0 0-2-16,0 0 8 16,0 0-31-16,-4 34-23 15,10-26-23-15,2-3-18 16,1-1-8-16,2-3-12 15,-1-1 1-15,2 0-1 16,1-8 5-16,-1-3-4 16,0-3 4-16,-2-2-5 15,-1 0 8-15,-5 0 3 16,-3 2-5-16,-1 2 24 16,0 4 53-16,-3 3 39 15,-3 4-41-15,-2 1-49 16,-1 1-20-16,-2 7-5 15,0 5-7-15,2 3 7 0,2 2-8 16,5 1 1-16,2 1 0 16,6-1-1-16,9-2-1 15,6-3-10-15,4-3 10 16,2-4-62-16,0-4-69 16,-3-3-25-16,-4-3-75 15,-5-8 12-15,-6-4 60 16,-5-3 97-16,-4-2 63 15,0 0 30-15,-2 2 81 16,-3 5 50-16,1 3-13 16,1 5-9-16,2 3-43 15,0 2-53-15,1 2-32 0,0 7-11 16,0 3 1 0,0 3 0-16,3 1 5 0,4-1-6 15,1-1 0-15,2-1 0 16,1-5-40-16,3-3-123 15,-1-5-54-15,1 0-20 16,0-9 22-16,0-4-12 16,-3-3 154-16,-1-2 73 15,-2 1 140-15,-3 4 15 16,-1 3 49-16,-2 4-26 16,-1 4-48-16,-1 2-64 0,0 2-45 15,1 7-11 1,0 3 6-16,0 3 10 0,-1 0-13 15,0-1 0-15,0 1-1 16,0-2-3-16,-3-3-8 16,0-3 1-16,1-3-1 15,0-4 13-15,2-4 12 16,0-8-8-16,0-5 16 16,3-3 27-16,4-2 10 15,2 3 8-15,1 2 3 16,0 4-24-16,-2 8-22 15,1 5-21-15,1 1-14 16,1 9 13-16,1 5-1 16,1 2-7-16,-3 0-5 15,1 1-1-15,-3-1 0 16,0 2-129-16,-2-5-137 16,-3-5-466-16</inkml:trace>
  <inkml:trace contextRef="#ctx0" brushRef="#br0" timeOffset="59754.476">10434 1964 725 0,'0'0'790'16,"0"0"-563"-16,0 0-143 16,0 0-62-16,0 0-8 15,0 0 1-15,0 0 1 0,32 38-12 16,-20-32-4-1,2-1-6-15,-2-4-35 0,-1-1 3 16,-2 0 36-16,-2-4 2 16,-3-3 16-16,-1-1 19 15,-3 0 38-15,0 2 66 16,0 0 29-16,-6 1-23 16,0 3-13-16,-2 2-42 15,-2 0-29-15,0 4-35 16,1 5-9-16,0 3-4 15,3 3-4-15,3 2-1 16,3-1-2-16,0 0-5 16,5-1 0-16,4-4-1 15,2-3-5-15,2-4-10 16,1-4-29-16,1-1 5 0,-1-9-34 16,-2-4 39-16,-2-5 34 15,-3-9 7-15,0-11 8 16,0-15 6-16,-1 3 12 15,-3 9 8-15,0 16 14 16,-3 17 15-16,0 4 29 16,0 3-18-16,0 2-50 15,1 13-30-15,4 18-1 16,1 2 1-16,-1 0 0 16,2-3-1-16,-1-5 0 15,1 2-6-15,6 9-82 16,-1-7-225-16,-2-9-491 0</inkml:trace>
  <inkml:trace contextRef="#ctx0" brushRef="#br0" timeOffset="59933.5175">10769 1980 1060 0,'0'0'825'16,"0"0"-551"-16,0 0-168 15,0 0-81-15,0 0 5 16,38-3-17-16,-17 3-13 16,0 3-145-16,-5 1-218 15,-8 0-475-15</inkml:trace>
  <inkml:trace contextRef="#ctx0" brushRef="#br0" timeOffset="60071.2933">10719 2070 970 0,'0'0'253'15,"0"0"82"-15,0 0-141 0,0 0-15 16,0 0-74-16,0 0-32 16,50 4-62-16,-4-13-11 15,-8 0-233-15,-9 0-433 0</inkml:trace>
  <inkml:trace contextRef="#ctx0" brushRef="#br0" timeOffset="60293.453">10889 1904 1337 0,'0'0'498'0,"0"0"-378"15,0 0-55-15,46 12 8 16,-22 2 52-16,3 3-6 16,-3 3-26-16,-5 4-1 15,-6 2-11-15,-9-1-17 16,-4 0-6-16,-10 0 4 15,-10-2-21-15,-14 0-22 16,-16-4-19-16,5-3-149 16,5-9-610-16</inkml:trace>
  <inkml:trace contextRef="#ctx0" brushRef="#br0" timeOffset="63875.6624">12574 1806 1294 0,'0'0'366'0,"0"0"37"16,0 0-66-16,0 0-72 15,0 0-74-15,0 0-72 16,0 0-69-16,-46 21-31 16,24 0 6-16,0 4 20 15,2-1-15-15,3-3-7 16,4 0-13-16,2-3-8 0,4-1-1 16,1-2-1-1,2-3-84-15,0-4-160 0,2-2-261 16,0-4-283-16</inkml:trace>
  <inkml:trace contextRef="#ctx0" brushRef="#br0" timeOffset="64067.5867">12401 1819 1435 0,'0'0'508'15,"0"0"-363"-15,0 0-73 16,0 0 64-16,29 36 23 15,-13-17-48-15,5 1-39 0,3 0-32 16,0-3-15-16,0 0-13 16,11 0-12-16,-7-3-137 15,-5-6-441-15</inkml:trace>
  <inkml:trace contextRef="#ctx0" brushRef="#br0" timeOffset="64483.4872">12720 1770 1540 0,'0'0'359'0,"0"0"-111"0,0 0-145 16,0 0 5 0,44-2-18-16,-28 8-30 0,-2 3-2 15,-3 2-13-15,-4-2-23 16,-4 2-12-16,-3-1-4 15,-2 1-4-15,-6-1 7 16,-5 1-2-16,-2-2 1 16,0-1-2-16,2-2-6 15,2-3 8-15,3-2-1 16,4 0 12-16,2-1 34 16,2 0 14-16,0 0 1 15,1 0-8-15,6 3-27 16,5 1-4-16,4 2-13 15,3 3-1-15,0 0 3 16,-1 2-12-16,-2 2 19 0,-3 1-13 16,-4 0 6-16,-5-1-7 15,-4 0-5-15,-7 2 0 16,-16-1 1-16,-22 1-5 16,-32 0-2-16,7-5-102 15,-4-6-602-15</inkml:trace>
  <inkml:trace contextRef="#ctx0" brushRef="#br0" timeOffset="66112.5728">11365 1901 348 0,'0'0'331'0,"0"0"-11"16,0 0-30-16,0 0-6 16,0 0-30-16,0 0-85 15,0 0-61-15,-27-16-43 0,17 19-30 16,1 3-8-16,0 1 10 16,3 1 4-16,4 1-2 15,2 0 10-15,0 2 16 16,6 2 2-16,5 2 4 15,2 1-8-15,2 2-23 16,0-1-19-16,-4 0-8 16,-2-1-2-16,-5 0-5 15,-4 0 1-15,-1-2 4 16,-10 1-11-16,-3-4-118 16,-2-1-90-16,-8-7-81 15,4-3-225-15,2 0-193 0</inkml:trace>
  <inkml:trace contextRef="#ctx0" brushRef="#br0" timeOffset="66291.3008">11314 1882 978 0,'0'0'278'0,"0"0"-52"15,45-18-77-15,-20 12-23 16,2 1-54-16,1 2-35 15,1 2-37-15,10 1-90 16,-7 0-220-16,-7 0-958 0</inkml:trace>
  <inkml:trace contextRef="#ctx0" brushRef="#br0" timeOffset="66512.4273">11644 1872 1287 0,'0'0'581'0,"0"0"-360"0,0 0-112 16,0 0 8-16,-20 42 28 15,15-23-29-15,-1 2-27 16,0 1-40-16,0-1-25 16,2-1-12-16,-1-3-10 15,0-2-2-15,1-3-12 16,-2-2-173-16,1-4-188 15,-1-5-350-15</inkml:trace>
  <inkml:trace contextRef="#ctx0" brushRef="#br0" timeOffset="66692.0461">11569 1918 1026 0,'0'0'220'16,"0"0"47"-16,0 0-63 15,43 37-43-15,-22-24-59 16,5-1-42-16,9 0-32 16,9-3-28-16,7-8-95 15,-8-1-302-15,-12-2-886 0</inkml:trace>
  <inkml:trace contextRef="#ctx0" brushRef="#br0" timeOffset="66956.7795">11932 1855 1345 0,'0'0'407'16,"0"0"-154"-16,0 0-132 16,0 0 47-16,0 0-69 15,-43 42-22-15,42-30-17 16,1 2 17-16,3 0-8 16,7 0-29-16,4 0-3 15,0 2 3-15,2-1-1 16,-2 0-18-16,-3-1-6 0,-4-2 10 15,-3 0-17 1,-4-3-2-16,0-1-5 0,-8-2-1 16,-4-2-1-16,-5-2-102 15,-12-5-153-15,3-6-280 16,1-4-628-16</inkml:trace>
  <inkml:trace contextRef="#ctx0" brushRef="#br0" timeOffset="67107.52">11847 1866 753 0,'0'0'684'0,"0"0"-382"15,44-12-94-15,-12 6-19 16,13 2-82-16,12 1-51 16,4 1-56-16,-14 0-90 0,-15 0-864 0</inkml:trace>
  <inkml:trace contextRef="#ctx0" brushRef="#br0" timeOffset="68770.6374">10491 2391 1182 0,'0'0'329'16,"0"0"26"-16,0 0-61 0,0 0-84 15,0 0-18-15,0 0-103 16,-54 16-53-16,33 18-14 16,4 11 26-16,4-4 10 15,8-9-14-15,5-9-12 16,2-10-9-16,7 1-22 16,4-3 10-16,2-3 7 15,3-6-8-15,2-2-8 16,0-10 14-16,-1-6-1 15,-1-6-9-15,-2-5-5 16,-4-1 8-16,-4-2-9 16,-5 1-7-16,-3 2 7 15,0 6-5-15,-4 4 5 16,-3 7 6-16,-1 7-6 16,0 3-6-16,-1 5-4 0,2 7 4 15,2 2 4-15,5-1-10 16,0-1 5-16,13-2 5 15,6-4-8-15,6-4-5 16,2-2 9-16,1-2 6 16,-3-7 2-16,-5-3 5 15,-5 0 2-15,-5-3-1 16,-6 0-2-16,-3 1-5 16,-1 2 0-16,0 2 5 15,-3 5-6-15,1 1 0 16,0 3-11-16,2 1-2 15,0 0-14-15,0 5-1 16,0 5 19-16,0 4 9 0,0 4-1 16,0 2 1-16,0 1 0 15,0 2 1-15,0-2 5 16,3 0 13-16,1-1 3 16,4-4-7-16,2-2-1 15,5-3-5-15,2-4 7 16,5-4-16-16,15-3-12 15,-5 0-170-15,-6-1-537 0</inkml:trace>
  <inkml:trace contextRef="#ctx0" brushRef="#br0" timeOffset="69356.015">9968 3039 1272 0,'0'0'783'15,"0"0"-603"-15,0 0 18 0,-7-43-58 16,13 32-34 0,7 2-53-16,3 3-23 0,1 2-12 15,-1 4-9-15,-2 0-3 16,-3 5-5-16,-3 7 7 16,-4 3-8-16,-2 3 6 15,-2 1-4-15,0 1-1 16,-7-2 0-16,0 0 1 15,-1-4-1-15,2-4 7 16,3-3-8-16,1-4 1 16,2-2 0-16,2-1 5 15,7 0-5-15,5 2 26 16,4 1 11-16,3 0-21 0,0 4-10 16,0 1-1-1,-2 2-5-15,-4 3 0 0,-5-1 0 16,-8 3 5-16,-2 1 5 15,-5 0-11-15,-10-1 7 16,-3 0 10-16,-5-2-1 16,-1-2-5-16,-1-3-5 15,-1-4-6-15,3-4 0 16,5-2-58-16,5-10-114 16,13-15-132-16,10 1-412 15,6 0-682-15</inkml:trace>
  <inkml:trace contextRef="#ctx0" brushRef="#br0" timeOffset="69566.6252">10360 2959 1181 0,'0'0'793'0,"0"0"-474"0,0 0-102 16,0 0-92-16,0 0-48 15,0 0-24-15,-13 47 41 16,9-19-12-16,1 2-45 15,0 1-20-15,0-2-7 16,1-3 1-16,1-1-11 16,0-6-8-16,1-3-129 15,0-6-202-15,0-5-455 0</inkml:trace>
  <inkml:trace contextRef="#ctx0" brushRef="#br0" timeOffset="69746.2119">10253 3103 1721 0,'0'0'484'0,"0"0"-325"15,0 0-87-15,74 6 52 16,-21-3-21-16,-3 0-51 16,-10-1-32-16,-14-1-20 15,2-1-35-15,-5-1-229 16,-4-5-547-16</inkml:trace>
  <inkml:trace contextRef="#ctx0" brushRef="#br0" timeOffset="70152.171">10520 2947 1687 0,'0'0'305'15,"0"0"-66"-15,0 0-168 16,0 0-16-16,58-19 0 15,-35 19-5-15,-4 0 1 16,-3 5-27-16,-5 3-12 16,-5 2-1-16,-5 0 0 15,-1 2-4-15,-2 0 2 16,-6-1 2-16,-3 1 2 16,1-3-3-16,0-1-8 15,3-3 4-15,3-2-5 16,3-2 7-16,1-1-7 0,0 0 0 15,6 2-1-15,6 0 1 16,2 0 7-16,3 3-7 16,1 1-1-16,2 2 1 15,-3 1 5-15,-3 1-5 16,-5 1 1-16,-5 2-2 16,-4-1 1-16,-6 1 8 15,-8 0-9-15,-4-2 0 16,-2-2-35-16,-1-2-39 15,3-7-129-15,4-2-355 16,9-7-467-16</inkml:trace>
  <inkml:trace contextRef="#ctx0" brushRef="#br0" timeOffset="70379.8367">10972 2831 1202 0,'0'0'1046'15,"0"0"-814"-15,0 0-134 16,0 0-62-16,-6 45 82 16,3-17-5-16,1 1-37 15,0 1-40-15,-1-2-16 16,0-2-11-16,0-3-3 16,-2-4-6-16,0-3 0 15,0-6-151-15,-7-7-162 0,2-3-410 16,-2-2-947-16</inkml:trace>
  <inkml:trace contextRef="#ctx0" brushRef="#br0" timeOffset="70560.1666">10798 2942 1603 0,'0'0'379'0,"0"0"-212"15,0 0-112-15,0 0 99 16,69 26-19-16,-32-15-46 15,-2-1-39-15,-4-2-24 16,-11-3-14-16,1-1-12 16,8-2-127-16,-7-2-380 0,-5 0-841 15</inkml:trace>
  <inkml:trace contextRef="#ctx0" brushRef="#br0" timeOffset="70970.3794">11188 2795 392 0,'0'0'1704'0,"0"0"-1498"15,0 0-75-15,0 0-84 16,0 0-25-16,45-7-5 16,-28 12-1-16,-4 4-15 15,-5 2 13-15,-6 1-13 16,-2 1 1-16,-4 1 6 15,-5-1-7-15,-2 1 1 0,-1-4-1 16,2-2 0-16,3-3 0 16,4-3 5-16,3-2 50 15,0 0 74-15,6 0-25 16,6-3-32-16,3 0-21 16,2 2-25-16,2 1-10 15,2 0-5-15,-1 7 5 16,-1 1 3-16,-4 2 4 15,-5 1-5-15,-6 0-2 16,-4 0 2-16,-4 1 22 16,-12 0 8-16,-7 0-16 15,-11 1-21-15,-13-1-11 0,-12-2-1 16,-2-8-102 0,13-2-417-16,13-4-1452 0</inkml:trace>
  <inkml:trace contextRef="#ctx0" brushRef="#br0" timeOffset="72900.7837">10088 3395 202 0,'0'0'131'16,"0"0"475"-16,0 0-418 16,0 0 0-16,0 0-21 15,0 0-47-15,-2-5-25 0,9 4-26 16,0-1 24-16,5 1-3 15,4-1 37-15,3-1-3 16,6 0-10-16,8-1-17 16,11 0-21-16,8-1 0 15,4 1-8-15,-5-1-29 16,-6 2 1-16,-10 0-14 16,-7 0-5-16,-6 1-3 15,-2-1-7-15,3 0 0 16,3 0 1-16,1-1-3 15,-2 1-2-15,-5-1 1 16,-1 2-1-16,-3 0-5 16,-1 0 10-16,-4 0-3 0,0 1 1 15,-2-1-2-15,1 1-2 16,-1-1 1-16,0 0-6 16,1-1 5-16,0 1 0 15,0-1 0-15,-3 0-4 16,0 0 4-16,-1-1 3 15,0-1 1-15,-2-3 16 16,0-1 2-16,0-2-4 16,-1-4-1-16,-1-3-13 15,-2-2-1-15,0-4-8 16,0-1 5-16,0-8-5 16,-4-7 0-16,-2 3 0 15,3 2 0-15,-1 5-1 0,1 4 2 16,0-2-1-1,-1-5 5-15,0 3-5 0,-1-1 0 16,1 4 5-16,-1 0-6 16,-1 4 1-16,0 2 5 15,0 1-4-15,-1 4-1 16,-1 1-1-16,2 2 1 16,-1 3 0-16,0 2-1 15,0 3 1-15,2 2 0 16,-3 1 0-16,-1 2 0 15,-2 0 0-15,-2 5 0 16,-3 2 0-16,-2 1 0 0,-1 1-1 16,-2-2 1-16,0 0 0 15,-1-1 0-15,-1-1 0 16,0-1 0-16,-2 0 5 16,-1 1-5-16,-1 0 0 15,-3 1 0-15,-1 1 0 16,-2 2 0-16,0 0 5 15,-2 0-6-15,1 1-1 16,-1-1 1-16,5 2-1 16,0-2-6-16,3 0 7 15,2 0 0-15,3 0 1 16,1-1 0-16,2 0 0 16,1 1-1-16,-1-1 1 15,0-1 0-15,2 1-1 16,1-1 1-16,2 1 0 0,1-3 0 15,3 2 0-15,1-3-1 16,2 0 0-16,0-2 1 16,4 0-1-16,0-1 1 15,2 0-1-15,0-1 1 16,1 1-1-16,0-1 0 16,0 2-1-16,0 3 0 15,0 4 0-15,0 5 0 16,0 4 1-16,0 5-1 15,3 3 1-15,4 7 0 16,4 7 0-16,3 9 0 16,2-1 6-16,-1-4 0 15,-5-8 5-15,-3-11 5 0,-3-6-14 16,1-1 7 0,-1 1 3-16,1 3 4 0,0-2-1 15,-1-2-3-15,0-3-1 16,1-4-5-16,-1-1 0 15,0-3 6-15,2-1-2 16,0 0-1-16,2-4 3 16,2 0 5-16,3-2 2 15,5 0-6-15,3 0 2 16,1-4-14-16,1-1 0 16,-2 2 0-16,-4 0 1 15,-2 1-2-15,-3 1-1 0,-3 1-40 16,-1 0-63-16,1 0-117 15,-3 0-271 1,0 0-250-16</inkml:trace>
  <inkml:trace contextRef="#ctx0" brushRef="#br0" timeOffset="74522.6666">10307 3356 15 0,'0'0'1248'0,"0"0"-926"15,0 0-21-15,0 0-22 0,0 0-93 16,0 0-103-16,0 0-49 16,-15 68 48-16,22-26 34 15,0-5-34-15,-1-12-24 16,-1-8-22-16,1 4-10 15,-1-1-14-15,1 4-2 16,-3-3-9-16,-1-4-1 16,-2-3-14-16,0-4-46 15,-5-3-17-15,-4-4-13 16,-2-3-11-16,-3-2 10 16,-2-8 7-16,0-3 48 15,2-2 27-15,1 0 9 16,3 2 42-16,4 4 41 0,4 2 6 15,2 4 0 1,0 3-50-16,3 0-25 0,7 6 15 16,5 3 13-16,1 2 0 15,3-1-20-15,1 2-4 16,1-3-6-16,-1-1-11 16,-1-2 0-16,-2-3-1 15,-2-3-5-15,-2 0-50 16,-4-8-48-16,-1-5-21 15,-3-2 11-15,-3-3 30 16,-1 0 46-16,-1 0 37 16,0 5 0-16,0 3 45 0,0 6 54 15,0 4 13-15,-1 1-57 16,-1 12-34-16,1 4 11 16,-2 7 33-16,2 3-19 15,0 0-21-15,1 1-13 16,0-3-12-16,14 4-25 15,0-6-272-15,-1-8-1065 0</inkml:trace>
  <inkml:trace contextRef="#ctx0" brushRef="#br0" timeOffset="75275.0805">10093 3934 814 0,'0'0'586'0,"0"0"-400"16,0 0 96-16,0 0 12 0,0 0-70 15,0 0-33 1,-34-34-95-16,33 49-59 0,1 13-22 16,0 11 1-16,0 1 27 15,3-5-20-15,1-11-11 16,-1-7-2-16,1 2-9 16,-1 0 1-16,1 0-1 15,-1-6 5-15,-1-4-5 16,-1-7-1-16,-1-2 1 15,0-6 15-15,0-9-5 16,0-6-10-16,2-2 5 16,2 0 0-16,1 4 0 15,1 5-5-15,1 7-1 16,1 6 0-16,1 1-6 0,1 12 6 16,0 3 1-16,-1 5 0 15,2 1 0-15,-2 1-1 16,2-2-9-16,8 3-149 15,-3-5-175-15,-2-7-547 0</inkml:trace>
  <inkml:trace contextRef="#ctx0" brushRef="#br0" timeOffset="75703.7475">10341 4088 1487 0,'0'0'237'0,"0"0"-34"16,0 0-73-16,-3-37-65 0,3 21 18 16,0-2-38-16,0-2-8 15,0-3-10-15,0 3 15 16,-3 2 39-16,-2 6 22 16,-2 4-10-16,1 3-32 15,-2 5-26-15,1 0-16 16,1 8-8-16,1 5-11 15,3 2 1-15,2 2 1 16,2 0-2-16,7-1 1 16,3 0-1-16,3-3 0 15,1 0 2-15,2-1 4 16,-1-1-5-16,0 0 0 16,-2-1 0-16,-2 0 6 0,-3 0-5 15,-4-1 4-15,-4 0-5 16,-2 1 5-16,0-2 0 15,-7 1-5-15,-4-1 7 16,0-2-7-16,-1-1-1 16,1-3-20-16,2 0-123 15,6-2-105-15,3-5-281 16,0-2-446-16</inkml:trace>
  <inkml:trace contextRef="#ctx0" brushRef="#br0" timeOffset="76221.3279">10585 3930 1217 0,'0'0'779'0,"0"0"-513"0,0 0-11 15,0 0-139-15,0 0-23 16,0 0-57-16,0 0-16 15,-9 31 21-15,13-14 5 16,1 2-15-16,0-3-14 16,2-2-8-16,0-2-3 15,0-3-5-15,0-3 0 16,-2-4-1-16,0-2-12 16,0-1 0-16,-1-8-6 15,1-2-23-15,-1-2 20 16,-1 1 19-16,-1 3 2 0,0 1 0 15,-2 4 9-15,0 1 37 16,0 3-1-16,0 0-24 16,1 1-15-16,1 7-5 15,2 2 8-15,1 2 1 16,1 1 2-16,2-1 8 16,1-2-1-16,0-4-5 15,1-1 0-15,-1-5 3 16,1 0 5-16,-1-4 2 15,-1-6-7-15,0-4-5 16,-3-5-2-16,-3-4-8 16,-2-4-1-16,0 0 5 0,-6 1-6 15,-3 5-17 1,-2 6-28-16,-8 7-79 0,2 6-230 16,1 1-598-16</inkml:trace>
  <inkml:trace contextRef="#ctx0" brushRef="#br0" timeOffset="77247.7176">11380 3080 333 0,'0'0'702'15,"0"0"-372"-15,0 0-6 16,0 0-23-16,0 0-26 16,0 0-57-16,0 0-75 15,-13-8-75-15,13 17-39 16,1 6 5-16,6 4 53 15,3 5-4-15,0 1-21 0,1 0-29 16,1-1-11-16,-1-3-20 16,-1-1 0-16,-3-3 0 15,-2 0-2-15,-2-3-19 16,-3-2-99-16,0-3-72 16,-7-2-51-16,-4-4-90 15,-8-3-52-15,2-4-130 16,2-4-88-16</inkml:trace>
  <inkml:trace contextRef="#ctx0" brushRef="#br0" timeOffset="77430.3457">11348 3274 620 0,'0'0'489'16,"0"0"-198"-16,0 0 2 0,0 0-92 15,0 0-73 1,0 0-17-16,0 0 25 0,26-1-22 16,-10 9-32-16,2 1-12 15,1 1-5-15,-1-1-29 16,0 0-21-16,-4-2-8 15,-2 0-7-15,-2-2 0 16,-3-3-88-16,-2-2-117 16,-2 0-168-16,-1-7-228 0</inkml:trace>
  <inkml:trace contextRef="#ctx0" brushRef="#br0" timeOffset="77610.6888">11531 3188 68 0,'0'0'1354'0,"0"0"-1017"0,0 0-80 16,0 0-170 0,0 0-45-16,0 0 52 0,-17 49-23 15,12-26-32-15,-1 2-20 16,0 0-18-16,2 1-1 16,-1 8-32-16,2-6-294 15,-2-5-773-15</inkml:trace>
  <inkml:trace contextRef="#ctx0" brushRef="#br0" timeOffset="80824.4336">15044 1606 479 0,'0'0'393'15,"0"0"-137"-15,0 0 51 0,0 0-50 16,0 0-5-16,0 0-14 16,0 0-34-16,-9 0-2 15,9 0-35-15,4 0-30 16,2-1-55-16,6-1-28 16,4 0-11-16,4 0-17 15,3 0-14-15,2 0-5 16,2 0-6-16,-1-1 1 15,0 2-1-15,-1-3 0 16,-4 2 0-16,-5 0-1 0,-6 0-69 16,-4 2-129-1,-6 0-133-15,-1 0-223 0,-6 0-289 0</inkml:trace>
  <inkml:trace contextRef="#ctx0" brushRef="#br0" timeOffset="81197.8894">15041 1692 570 0,'0'0'488'0,"0"0"-210"0,0 0-22 16,0 0-29-16,0 0-16 15,0 0-39-15,0 0-16 16,10 6 34-16,3-3-30 16,5 0-16-16,4-2-37 15,2-1-36-15,3 0-24 16,3 0-20-16,-2 0-10 15,-1-3-8-15,-1-1-8 16,-5 0 0-16,-5 0-1 16,-4 1-23-16,-4 0-85 0,-6 2-150 15,-2 1-256-15,0 0-358 16</inkml:trace>
  <inkml:trace contextRef="#ctx0" brushRef="#br0" timeOffset="100254.3999">388 5633 1445 0,'0'0'313'16,"0"0"-162"-16,0 0 21 16,0 0-51-16,-4 0-50 15,4-1-31-15,9-1-22 16,5 1-12-16,4-3 6 0,2 0-12 16,-1 0-23-1,-2 2-55-15,-4 0-84 0,-4 2-90 16,-8 0-56-16,-1 6 62 15,-10 5 79-15,-7 2 31 16,-3 5 94-16,-3-1 42 16,3-1 50-16,4-2 53 15,5-3 14-15,3-2-4 16,5-4-44-16,3-3-31 16,1-2-10-16,10 0 5 15,6-6-10-15,16-9-23 16,-4 1-154-16,-3 0-406 0</inkml:trace>
  <inkml:trace contextRef="#ctx0" brushRef="#br0" timeOffset="100479.4094">488 5505 1088 0,'0'0'246'0,"0"0"-155"15,46-5 9-15,-12 8-28 16,-1 7 9-16,2 4 70 16,-2 5-40-16,-10 1-32 15,-4 4-25-15,-12 7-16 16,-11 12-13-16,-22 13-16 16,-10 3-9-16,5-12-156 15,5-15-590-15</inkml:trace>
  <inkml:trace contextRef="#ctx0" brushRef="#br0" timeOffset="101096.322">3540 5556 690 0,'0'0'602'0,"0"0"-404"15,0 0-49-15,0 0-57 16,0 0-21-16,0 0-21 16,0 0-25-16,21 0-11 15,-5-2-6-15,2 0-8 0,-2-1-73 16,-3 3-114-16,-3 0-140 16,-5 2-346-16</inkml:trace>
  <inkml:trace contextRef="#ctx0" brushRef="#br0" timeOffset="101222.765">3539 5621 228 0,'0'0'380'16,"0"0"-139"-16,0 0-20 16,0 0-52-16,0 0 1 15,0 0-27-15,0 0-115 16,-1 0-28-16,31-20-137 16,-3 2-116-16,-1 0-300 0</inkml:trace>
  <inkml:trace contextRef="#ctx0" brushRef="#br0" timeOffset="101448.3487">3636 5424 201 0,'0'0'996'0,"0"0"-863"16,0 0-85-16,0 0-3 15,53 4 24-15,-30 7 0 16,2 2-10-16,-2 4 7 15,-1 5 70-15,-8 1-43 16,-7 4-44-16,-7 1-10 16,-20 8-4-16,-23 10-26 15,-20 9-9-15,5-7-159 0,5-12-764 16</inkml:trace>
  <inkml:trace contextRef="#ctx0" brushRef="#br0" timeOffset="102496.4802">6492 5656 405 0,'0'0'774'0,"0"0"-503"16,0 0-60-16,0 0-39 0,0 0-48 16,0 0-45-16,12-5-35 15,2 1-27-15,2-1-7 16,0 2-9-16,-1 0-1 16,-1 1-43-16,-2 1-119 15,-2 1-136-15,-5 0-430 0</inkml:trace>
  <inkml:trace contextRef="#ctx0" brushRef="#br0" timeOffset="102663.8895">6404 5723 753 0,'0'0'607'0,"0"0"-467"0,0 0-2 15,0 0-46-15,0 0-21 16,0 0-31-16,74-17-20 15,-35 3-20-15,11-4-90 16,-13 5-142-16,-15 1-404 0</inkml:trace>
  <inkml:trace contextRef="#ctx0" brushRef="#br0" timeOffset="102882.8475">6548 5534 1264 0,'0'0'342'0,"0"0"-129"16,0 0-82-16,0 0-73 0,40 13 26 15,-3 3-21-15,-2 1 3 16,-2 1-21-16,-9 2-16 16,-16 5-20-16,-11 14-3 15,-39 18 3-15,-35 6-9 16,-1-11-172-16,-6-8-628 0</inkml:trace>
  <inkml:trace contextRef="#ctx0" brushRef="#br0" timeOffset="111344.8042">101 2263 183 0,'0'0'646'0,"0"0"-414"16,0 0-41-16,0 0-7 0,0 0-11 15,0 0-14 1,-6-4-39-16,6 4-19 16,-1 0-19-16,0 0-18 0,0 0-11 15,0 4-29-15,-1 6-2 16,0 4 39-16,-1 5 46 16,-2 3-20-16,2 3-13 15,2-1 2-15,-2 2-13 16,0-1-21-16,2-3-11 15,0 0-1-15,-1-2-6 16,1 0-3-16,1 0-2 16,-2-1 6-16,2 1-8 15,0 0-4-15,-1 0 4 0,1-1-1 16,0 1-4 0,0-1 3-16,-2-2-4 15,2 0-11-15,0-1 11 16,0 1-10-16,0-1-1 0,0-2 5 15,0 1-4-15,0 1-1 16,0-2 2-16,0 0-1 16,0 0 5-16,0 0-6 15,0 0 1-15,0-1 0 16,0 1 0-16,0-1 0 16,0-1 0-16,-1 0 0 15,1-1-1-15,0 0 1 16,0-1-1-16,0 0 0 15,0 0 0-15,0-1 1 16,0 1 0-16,0-1-1 0,0 0 0 16,0 1 1-1,0-1 5-15,0 0-5 0,1 0-1 16,1 1 1-16,-2 0 1 16,1-1-1-16,1 0 0 15,-1 1 0-15,0 0-1 16,1 0 0-16,-2-1 0 15,1 3-1-15,0-3 1 16,0 2 6-16,0-1-6 16,-1 0 0-16,0 0 0 15,1-2 0-15,0 1 1 16,0-2-1-16,-1 0 0 16,0-1 0-16,1 0 0 15,-1 0-1-15,0 0 0 0,0 0 0 16,2-1 1-16,-2 2-2 15,0-2 2-15,1-1 0 16,-1 1 2-16,0-2-2 16,2 1-2-16,-2-2 2 15,0 0 0-15,1-1 0 16,1 1-1-16,-1-1-1 16,2 1 1-16,0-1 1 15,0-1 7-15,1 0-7 16,2 1 1-16,2-1-1 15,1 0 0-15,4 0 0 16,0 0 2-16,1 0-1 16,3 0 1-16,1 0-1 0,0 0 0 15,2 0 0-15,0 0 0 16,2 0 0-16,-2 0 0 16,2 1 1-16,-2-1-2 15,0 2 2-15,-1-1-1 16,-1 1 0-16,-1-1 5 15,-1 0-5-15,0 0 3 16,-1 1-4-16,0-1 0 16,0 0 1-16,0-1-1 15,1 0-1-15,-1 0 1 16,0 0-1-16,1 0 1 16,0 0 2-16,1 0-2 15,-1 0 0-15,1 0 1 0,2 0-1 16,1-1-4-16,0 1 4 15,-1-2 1-15,0 1 0 16,0-1 0-16,0 2-1 16,-3-1 2-16,1 1-2 15,1 0 0-15,-2 0 1 16,0-1 0-16,1 0 0 16,1 1 0-16,-1-1 0 15,0-1-1-15,0 2 1 16,1 0-1-16,-1-1 0 15,1 1 1-15,1 0-1 16,1-1 0-16,1 1 1 16,1 0 0-16,-1 0 0 15,-1-1 0-15,-2 1-1 0,0 0 1 16,-1-1-1-16,-2 1 1 16,-3 0-1-16,0 0 0 15,-3 0 0-15,0 0 1 16,-1 0-1-16,-2 0 1 15,3 0 5-15,-1 0-5 16,-2 0-1-16,2 0 8 16,-2 0-7-16,-1 0 3 15,1 0-4-15,-1 0 0 16,0 0 0-16,-2 0 1 16,1 0-1-16,-1 0 0 15,0 0 0-15,1 0 0 16,1 0 4-16,-1 0-4 15,-1 0 0-15,1 0-1 0,0 0 1 16,0 0 0-16,-1 0-1 16,0 0 2-16,-1 0-1 15,0 0 0-15,-2 0 0 16,0 0 0-16,0-1 1 16,0 0 7-16,0-1 1 15,0-3 4-15,0-2-12 16,0-3 8-16,0-4-3 15,-2-4-5-15,2-3 0 16,-1-2-1-16,1-2-1 16,0-1 1-16,0-1-1 15,0 2 1-15,0 0 0 0,0 1 1 16,0 1 1 0,0-1-1-16,-1 2 7 0,0-1-7 15,0 0 8-15,0 0-1 16,1 0 7-16,0 2-15 15,0 0 0-15,0 1 9 16,0 2-8-16,0 1 0 16,0 0-1-16,0 1 1 15,0 1 0-15,0 0 0 16,0 0 10-16,0 1-10 16,0-1-1-16,-1 0 0 15,1-1-6-15,-1 0 6 16,0 1-1-16,0 0 1 15,-2-1 0-15,2 1 0 16,-1 0-1-16,1 1 1 0,-1 0 0 16,2 1 0-16,0 1 0 15,-1 1 0-15,1 0 1 16,0 1-1-16,0 0 0 16,0 1 0-16,0-1 1 15,0 0-1-15,0 0 0 16,0 1 6-16,0-2-6 15,0-1 0-15,0 0 0 16,0 1 1-16,0 1-1 16,-1-2 0-16,0 3 4 15,0-1-3-15,0 0-2 16,-1 0 2-16,0 0-1 16,0 1 1-16,-1 0-1 0,0-1 0 15,0 2 0-15,2-1 5 16,-1 1-5-16,1 2-1 15,-1 0 0-15,2 1 0 16,-2 1 1-16,2 0 0 16,-1 2 0-16,0-1 0 15,0 1 5-15,1-1-5 16,0 1 0-16,-1 1-1 16,-1-1 0-16,2 1 0 15,-2 0 1-15,0 0 0 0,0 0 1 16,-2-1 0-1,-1 2 0-15,-3-2 0 0,-2 2 0 16,-6-1-1-16,-1 1 0 16,-6 0 1-16,-3 0-1 15,-2 0 1-15,-3 1-1 16,0 1 0-16,-1 1 0 16,1-2-1-16,0 0 0 15,3 0 1-15,0-1-1 16,3 2 1-16,0-1 0 15,1 1 0-15,0-1-1 16,-1 3 1-16,-1-1-1 16,0 0 0-16,-1 1 1 15,-2 0 1-15,-2 1-1 16,-1 0 1-16,-1 0-1 0,0 1 5 16,-1 0-5-16,0 0 0 15,0 1 0-15,0-1-1 16,1 1 0-16,1-2 0 15,2 0-1-15,4-1 2 16,2-1 0-16,1 0 0 16,2 0 0-16,-1 0 1 15,0 0 1-15,0 0-2 16,2 1 1-16,2-1 0 16,3 1 0-16,1-1 0 15,3-1 0-15,0 1-1 16,0-1 2-16,1-1-2 15,0 1 0-15,0 1 1 16,1-1-1-16,1 0 0 16,-1 0 0-16,1 0 0 0,0 1-2 15,2-1-32-15,2-1-65 16,4 3-120-16,0-2-285 16,0-1-337-16</inkml:trace>
  <inkml:trace contextRef="#ctx0" brushRef="#br0" timeOffset="111505.673">32 2394 1793 0,'0'0'238'16,"0"0"-142"-16,0 0 16 16,0 0 30-16,0 0 2 15,0 0-96-15,0 0-48 16,-29 46-245-16,29-30-949 0</inkml:trace>
  <inkml:trace contextRef="#ctx0" brushRef="#br0" timeOffset="115437.5277">312 6723 553 0,'0'0'622'15,"0"0"-390"-15,0 0-39 16,0 0 44-16,0 0-4 16,0 0-67-16,-12-23-27 15,7 22-18-15,-1 1-10 16,-1 0-23-16,-1 0-6 16,1 4-21-16,0 2-19 15,1 1-15-15,2 2-9 0,1 1-5 16,2 1-1-1,1 2-6-15,0-2 0 0,5-1-5 16,1 0-1-16,3-3 0 16,-2-1 0-16,0-4 0 15,2-1 0-15,-3-1 0 16,1-2 9-16,-1-7-8 16,-1-2 5-16,0-4 3 15,-3-1-3-15,0 0-5 16,-1 2 7-16,-1 4-7 15,0 2 28-15,0 4 32 16,2 3-9-16,-2 1-26 16,4 3-18-16,2 8-7 15,2 5 9-15,4 7 30 16,-1 3-2-16,2 1-2 16,-3 0 5-16,1-3-18 0,-3-1 2 15,-2-2-11-15,1-3-14 16,-3-3 6-16,-1-2-6 15,-1-3 1-15,-2-2-1 16,0-2 0-16,0-1-48 16,-14-3-121-16,0 0-441 15,-1-2-1089-15</inkml:trace>
  <inkml:trace contextRef="#ctx0" brushRef="#br0" timeOffset="119332.1138">3267 5791 461 0,'0'0'597'16,"0"0"-371"-16,0 0-3 0,0 0 31 15,0 0-8-15,0 0-57 16,0 0-56-16,-18-14-33 15,21 11-51-15,6-2-31 16,2-1-4-16,5 0-14 16,0 1 0-16,1 2-74 15,-3 2-90-15,-1 1-123 16,-4 3-229-16,-6 3-141 0</inkml:trace>
  <inkml:trace contextRef="#ctx0" brushRef="#br0" timeOffset="119492.3373">3206 5895 781 0,'0'0'294'0,"0"0"-79"0,0 0-61 15,0 0-67-15,0 0-24 16,0 0 4-16,39-8-38 16,-13-4-29-16,9-9-77 15,-7 4-212-15,-6 1-495 0</inkml:trace>
  <inkml:trace contextRef="#ctx0" brushRef="#br0" timeOffset="119753.1539">3313 5665 1450 0,'0'0'273'16,"0"0"-30"-16,0 0-96 15,44-19-38-15,-24 19-13 16,1 0-23-16,1 7-20 16,-2 5-1-16,-3 4 12 15,-5 3-10-15,-6 3-16 16,-6 2-8-16,0 2-6 16,-13 2-11-16,-6 2-13 15,-8 5-31-15,-18 10-158 16,6-7-425-16,1-5-656 0</inkml:trace>
  <inkml:trace contextRef="#ctx0" brushRef="#br0" timeOffset="125706.0997">3178 2248 336 0,'0'0'14'0,"0"0"464"16,0 0-314-1,0 0-14-15,0 0-1 0,0 0-17 16,0 0-42-16,-6-2-26 16,5 2-19-16,-1 2-13 15,-1 5 44-15,0 3-1 16,-1 3 8-16,1 4-11 16,0 5 2-16,1 2-9 15,1 2-15-15,-1 1-1 16,1-1-5-16,1-1-13 15,0 1-6-15,0-2-1 16,0 0-8-16,0 0 2 16,0 1-6-16,0 0 4 15,0 0-8-15,0-1 1 16,-1 0-1-16,-2 0 0 0,2-1 1 16,-2 0-3-1,0-3-5-15,0 2 7 0,1-1-7 16,1 0-1-16,-2 1 2 15,2-1-1-15,-1 0 6 16,0 1 2-16,-1 0-3 16,1-1 8-16,-1-3-13 15,0 0 14-15,0-1-5 16,1 0-4-16,0-1-6 16,0 1 11-16,0 0-10 15,1-1 10-15,-1 0-11 16,1 1 6-16,1-1-4 15,-1-1-1-15,1 0 9 0,0-2-8 16,0 0 4-16,0-2-6 16,0 0 6-16,0-1-6 15,0-1 1-15,0 0-1 16,0 0 1-16,0-1 0 16,0-1 0-16,0-2-1 15,0 1 0-15,0-3 1 16,0 1-1-16,0-1 1 15,0-1-1-15,0-1 0 16,0 0 5-16,0 0-5 0,0 0-5 16,0 0 5-1,1 1 4-15,0-1-4 0,1 0 0 16,-1 1 1 0,3-1 0-16,1 0-1 0,2-1 1 15,1 1 1-15,1-1-1 16,3 2 1-16,2-1-2 15,0 1 1-15,2 0 0 16,1-1-1-16,2 2 2 16,1 0-1-16,0-1 0 15,2 1 0-15,-1 0 5 16,2-1-6-16,-2 1 0 16,1-1 0-16,0 0 0 15,0-1 0-15,0 1 1 16,0-1 0-16,0 0-1 0,-1-1 0 15,1 0-1-15,-1 0 1 16,1 0 0-16,-1 0 0 16,0 0 0-16,0 0 1 15,0 0-1-15,-2 0 6 16,0 0-6-16,-2 0 0 16,0 0 1-16,0 0-1 15,0 0 0-15,-1 0 0 16,0 0 1-16,0 1 0 15,-2 0-1-15,1 0 1 16,-1 0-1-16,0 0 1 16,1 0 0-16,2-1 1 15,0 0-1-15,1 0-1 0,0 0 0 16,0 0 1 0,0 0-1-16,-1 0 2 0,0 0-2 15,-1 0 0 1,1 0 0-16,-1 0 0 0,1 0-2 15,-2 0 2-15,-1 0 0 16,0 0-1-16,-1 0 1 16,0 0 0-16,0 0 0 15,0 0-1-15,1 0 1 16,1 0 0-16,-1 0 0 16,1 0 1-16,-1-2 0 15,0 2 1-15,-2-2-2 0,0 1 9 16,-1 0-9-1,-3 0 1-15,1-1 10 0,-2 1 1 16,-1-1 4 0,-1 1-1-16,0 1 1 0,-2-2-2 15,1 2-2-15,-2-1 1 16,-1 1 1-16,-1-2 2 16,1 2 2-16,-1 0 3 15,0 0-11-15,0-1 10 16,0 1-8-16,1-1-3 15,-1 0-9-15,0 0 11 16,0-2-10-16,0-1 12 16,0-1 5-16,0-4 0 15,0-1 1-15,0-3-4 16,0-3-3-16,-1-1 0 16,1-2-4-16,0-1-2 15,0-1-5-15,0-2-1 0,0 1 1 16,0-2 8-16,0 1-8 15,3 0 7-15,0 0 1 16,0 1 0-16,1 2-8 16,0 0 5-16,0 1-5 15,-2 0 7-15,1 1-6 16,0-2-2-16,0 1 1 16,0 1 9-16,-2 0-9 15,1 0-1-15,-2 2 1 16,1 2 0-16,-1-1 1 15,0 1-1-15,0 1 0 0,0-1 5 16,0 2-6 0,0-2 0-16,-1 2 1 0,-1 0 5 15,1-1-5-15,-1 2-1 16,1-2-6-16,-1 1 6 16,0 1-1-16,0-1 1 15,0 0 0-15,0 0 0 16,0-1 0-16,-1-1 0 15,-1 1 0-15,3-1-1 16,-2 0 2-16,0 1-1 16,0 1 0-16,0 0 0 15,1 0 1-15,-1 0-1 16,-2 1 1-16,2-1-1 16,-1 0 1-16,0-1 0 15,1-1 4-15,0-1-5 0,2-1-1 16,-1 0 1-1,1 1 0-15,1 0 1 0,0 2-1 16,0 1 0-16,0 1 1 16,0 1 0-16,0 1-1 15,0 1 1-15,0 1-1 16,0 1 0-16,0 1 1 16,0-1-1-16,0 2 0 15,0-1 0-15,0 0 0 16,0 1 0-16,0-1 0 15,0-1 0-15,0 1 0 16,1-1 1-16,-1-1-1 0,3-1 1 16,-3 0-1-16,2-2 0 15,-1 2 0-15,-1 1 1 16,0 2-1-16,0 1 1 16,0 0-1-16,0 2 0 15,0 0 0-15,0 0 0 16,0 1 0-16,-3 1 0 15,-3 0 2-15,-4 0-2 16,-2 5 0-16,-3 1 0 16,-5-1 1-16,-2 2 0 15,-3-1-1-15,-3-2 1 16,-1 1 0-16,-4-1-1 16,2 0 0-16,-9 0 0 15,-6-1 1-15,-9 0 5 16,-1 0-6-16,3 0 0 0,6-1-1 15,4-1 0-15,2 0-1 16,-1 1 2-16,2-1-1 16,0 0 1-16,6 0 0 15,6 0 0-15,6 1 0 16,1-2 1-16,-3 1-1 16,-3 0 2-16,-3 0-1 15,3 0 6-15,2-1-6 16,0 1 4-16,2-1 4 15,2 1-1-15,-1-1-2 16,2 0-5-16,1 0 10 16,0 0-4-16,2 0-1 15,-2 0-5-15,1 0 1 0,1 0-2 16,0 2 2-16,3 0-1 16,1 0 0-16,0 2 0 15,4-3-1-15,1 2 1 16,2-1-1-16,2-1 1 15,1 1 1-15,2-2-2 16,0 0-1-16,1 0 1 16,0 0-6-16,0 2-46 15,0-1-92-15,10 7-166 16,0-2-312-16,-2 1-459 0</inkml:trace>
  <inkml:trace contextRef="#ctx0" brushRef="#br0" timeOffset="125870.6355">3156 2355 1813 0,'0'0'233'0,"0"0"-131"0,0 0 4 16,0 0-65-16,0 0-26 15,-46 4-15-15,31 4-325 0</inkml:trace>
  <inkml:trace contextRef="#ctx0" brushRef="#br0" timeOffset="127569.4184">3275 6170 111 0,'0'0'762'0,"0"0"-419"15,0 0-75-15,0 0-38 16,0 0-19-16,0 0-12 16,-30-34-41-16,16 31-26 15,-3 1-25-15,0 2-12 16,-1 0-10-16,2 1-5 15,3 6-15-15,2 3-28 16,2 2-13-16,3 2-12 16,2 2-5-16,4-1-1 0,0 0-5 15,6-3 0-15,5-2 0 16,2-4 0-16,2-2 0 16,0-4-1-16,1-2-8 15,-1-7 8-15,-1-2 0 16,-3-2 2-16,-2-1-1 15,-2-1 0-15,-2 2 7 16,-3 2-1-16,-1 3 4 16,-1 3 22-16,0 4 29 15,0 1-18-15,2 3-23 16,0 8-12-16,2 7 0 16,2 3 25-16,0 6-5 15,-1-1-4-15,1 0-11 0,-2-2-4 16,1-3 1-1,-1-2-11-15,-2-2 0 0,0-4-6 16,0-2-8-16,-1-3-41 16,-1 0-108-16,0-1-169 15,-4-2-292-15,-2-1-469 0</inkml:trace>
  <inkml:trace contextRef="#ctx0" brushRef="#br0" timeOffset="137157.4551">6151 2237 52 0,'0'0'136'16,"0"0"-64"-16,0 0-72 15,0 0 0-15,0 0 187 16,0 0 21-16,0-5-94 15,0 4-24-15,0 0-18 16,0-1-1-16,0 2 0 0,0-1 14 16,-2 0-13-16,1 0-25 15,-1 1 3-15,1-1 0 16,0 0 6-16,0 1 1 16,0-1-8-16,0 1 4 15,0 0 1-15,0 0 7 16,1 0-4-16,0 0-3 15,-1 0-22-15,-1 0-9 16,1 2-12-16,-1 4 8 16,-1 1 20-16,1 3-1 15,-1 1-2-15,0 2 1 16,0 2 6-16,0 1-8 0,-1 2 1 16,2 0-5-16,0 3-8 15,0-1-3 1,0-1-4-16,0 0-3 0,0 0 3 15,1-2 1-15,-1-1-4 16,1 0 14-16,0-1-2 16,1-1-9-16,0 1-4 15,0-1-2-15,0 0-2 16,0 0-1-16,0-1 4 16,0 1-5-16,0 0 5 15,0-1 4-15,0-1-4 16,0 2-5-16,0 0 1 15,0-2-6-15,0 2 5 16,0-2-5-16,0 0-1 16,0-1 0-16,0 0 1 0,0 1-1 15,0 0 1-15,0-1 0 16,0 1 1-16,0-1-1 16,0 1 0-16,0 0 0 15,0 1 0-15,0 0 1 16,0 1-1-16,1 0-1 15,-1 1 1-15,0 0 0 16,0-1 0-16,1 2 1 16,0-3-1-16,-1 1 0 15,1-1 1-15,-1 0-1 16,1-1 1-16,0 0-1 16,0-1 0-16,-1 0 0 15,1 0 0-15,-1 0 0 0,1 0 0 16,-1 1 0-1,1-2 0-15,-1 1-1 0,0-1 8 16,0-1-8-16,0 0 1 16,0 0 0-16,0 0 0 15,1 1-1-15,0 0 1 16,-1-1-1-16,1 1 1 16,0 0 0-16,1-1-1 15,-1 0 0-15,0 0 0 16,1 0 0-16,-1-1 0 15,0 0 0-15,1 1 0 16,-2-2 0-16,1 1-1 16,0-1 1-16,0 0 0 15,-1-2 0-15,1 1 0 16,0-1 0-16,0 0 1 0,-1 0-1 16,0 0 0-16,1-2 0 15,0 1 1-15,0-1 0 16,-1 0-1-16,0-2 1 15,1 2-1-15,-1-1 1 16,1 0 0-16,-1 1-1 16,0-2 1-16,1 1-1 15,-1 0 1-15,1-1 0 16,-1 0 0-16,0 0 0 16,0 0 0-16,1 2-1 15,-1-1 2-15,0 2-2 16,1-1 0-16,-1 1 0 0,1 0 1 15,-1 0-1-15,0 0 1 16,1 1-1-16,1-2 0 16,-1 0 0-16,1 0-1 15,-1-2-8-15,1 1 8 16,0-2 1-16,1 1 1 16,-1-1 0-16,0 0 6 15,1 0-5-15,0 0 8 16,0 0-9-16,2 0-1 15,-1 0 2-15,3 0-1 16,0 0 0-16,2 0 6 16,2 0 2-16,0-2 0 15,1 0 2-15,0 2-10 0,-1-1 8 16,1 1-6 0,0 0 3-16,0 0-5 0,-1 0 0 15,1 0-1-15,1 0 0 16,0 0 0-16,0 0 6 15,1 0-5-15,-1 0-1 16,1 0 0-16,0 0 0 16,-1 0 1-16,0 0 1 15,-1 0-1-15,1 0 0 16,0 0 0-16,-1 0 1 16,1 0-1-16,0 0 5 15,0 0-5-15,1 0 0 16,0 0 0-16,1 0-1 15,0 0 1-15,-1 0 1 16,2 0-1-16,0 0 6 0,-1 0-7 16,1 0 0-16,-1 0 1 15,0 0 5-15,0 0-6 16,-1 0 0-16,0 0 6 16,0 0-5-16,1 0-1 15,-2 0 0-15,3-1 7 16,-1 1-6-16,-1-1 0 15,0 1 0-15,-1 0 0 16,2 0-1-16,-1 0 3 16,0 0-3-16,2 0 1 0,0 0 0 15,0 0-1-15,1 0 0 16,-2 0 1 0,0 0 5-16,1 0-6 15,-4 0 2-15,0 0-1 0,-2 0 0 16,1-1 5-16,0 1-5 15,0-2 0-15,1 0 7 16,1 1-7-16,-1 0 5 16,0 0-5-16,0 0 1 15,-2-1 4-15,0 2-5 16,-1-1 5-16,-1 0-4 16,0 1 8-16,0-1 4 15,-1 0-4-15,2 0 0 16,0 0 4-16,0 0-4 15,0-1 2-15,-1 1-3 0,1 0-3 16,-1 1-4-16,-2 0 4 16,0-1-5-16,-1 1 5 15,-1-1-5-15,-1 1 5 16,1 0 0-16,-1 0-4 16,0 0 7-16,0-1-2 15,0 1 0-15,1 0-6 16,-1 0 7-16,-1 0-2 15,1-1-5-15,0 1 0 16,0 0 8-16,-2 0-8 16,1-1 1-16,-2 1-1 15,1 0 0-15,-1 0 0 16,1-1-1-16,-1 1 2 0,0 0-1 16,0-1 0-1,0 1 1-15,0 0-1 0,1 0 6 16,-1-1-1-16,1-2-4 15,1-1 7-15,-1 0-3 16,1-2 0-16,-1-2 3 16,0-1-2-16,1-1-1 15,-1-1 2-15,1-2-7 16,-1 0 7-16,1-1-8 16,-1 1 0-16,1 0 7 15,-1 0-6-15,2 0-1 16,-2 1 0-16,1-1 0 15,1 1 1-15,-1-1 0 16,-1 0 0-16,1 0 0 16,-2-1 0-16,2 1 5 0,-1-1-5 15,0 0 0-15,0 1 6 16,0 0-5-16,-1 1 12 16,0 0 0-16,0 0-2 15,0 1 3-15,0 0-5 16,-1 0-2-16,-1 0-2 15,-1 0 0-15,0 1 0 16,1-2-5-16,0 1 5 16,0-1-6-16,0 0 2 15,2 0 7-15,-1 1-3 0,0 0 0 16,1 0-5 0,0 0 6-16,0 0-6 0,0 0 5 15,0 0-5 1,0-1 0-16,0-1 1 0,0 1-1 15,0-2 1-15,0 2 5 16,2-1-1-16,-1-1-4 16,0 1-1-16,0 0 0 15,0 0 1-15,0 0-1 16,0-1 5-16,-1 0-5 16,0-1 0-16,0 0-1 15,0 1 1-15,0 1 0 16,0 1 0-16,0 0 0 15,1 0-1-15,-1 1 1 16,0 0 0-16,0-1 7 0,0 1-8 16,0-1 1-1,0 1-1-15,0-2 2 0,0 1-2 16,0-2 1-16,0 0 0 16,1 0 1-16,0 0-1 15,0-1-1-15,0 2 1 16,1 0 1-16,-1 4-1 15,0-1 0-15,1 2 0 16,-2 1-1-16,1-1 1 16,0 2 0-16,0 0-1 15,-1 0 0-15,2 1 1 16,-1 0-1-16,-1 1 0 16,2-1 0-16,-1 1 0 0,1-2 0 15,0 0 0 1,0-1 0-16,0-2-1 0,1 0 1 15,0 0 0-15,1 0 0 16,-2 0 0-16,1 2 0 16,-1 1 1-16,0 0-1 15,-1 3 0-15,-1 0 0 16,0 1-1-16,0 0 1 16,0 1 1-16,0 1-1 15,0 0 0-15,0 0-1 16,0 0-5-16,0 0-1 15,0 0 2-15,-1 0 5 0,-3 0 1 16,-1 0-1 0,-2 0 0-16,-1 0 1 15,-2 0-1-15,-1 1 1 0,-2 1-1 16,-1-1 1-16,-3 0-1 16,-1 0 1-16,-3 0-1 15,0-1 0-15,-3 2 0 16,0-2 1-16,-3 1-1 15,1-1 0-15,2 0 1 16,-1 0-1-16,1 0 1 16,2 0 0-16,0 0 0 15,0 0 0-15,0 0 0 16,2 0-1-16,-1 0 1 16,0 1-1-16,0-1 1 15,0 1 0-15,0 0-1 0,0-1 0 16,-1 1 0-1,0 1 0-15,-1-1 0 0,0 0-1 16,-2 1 0-16,2-1 0 16,-1 2 1-16,2-2-1 15,-1 1 1-15,2 0 1 16,-1 1-1-16,-1-1 0 16,0 1 0-16,2 0 0 15,-1-1 0-15,2 1 0 16,-1 0 1-16,1-2 0 15,2 2-1-15,1-1 1 16,0 0 0-16,0-1-1 16,0 1 0-16,-1-2 1 0,1 2 0 15,-2-1-1-15,-1 0 0 16,-2 0 0-16,2-1 0 16,-1 1 0-16,2-1 0 15,0 0 0-15,4 0 0 16,2 0-1-16,3 0 1 15,2 0 0-15,3 0 1 16,2 0-1-16,3 0 0 16,-1 0 0-16,1 0 0 15,0 0 1-15,0 0-1 16,0 0 0-16,0 0 0 16,0 0-1-16,0 0 0 15,0 0-16-15,0 1-86 0,-1 4-139 16,-2 4-45-1,0-2-457-15,-2-2-899 0</inkml:trace>
  <inkml:trace contextRef="#ctx0" brushRef="#br0" timeOffset="137302.8044">6196 2308 1590 0,'0'0'323'16,"0"0"-53"-16,0 0-121 15,0 0-83-15,0 0-28 16,0 0-24-16,0 0-14 16,-15 30-225-16,15-18-625 0</inkml:trace>
  <inkml:trace contextRef="#ctx0" brushRef="#br0" timeOffset="141992.9451">6397 5330 189 0,'0'0'931'16,"0"0"-775"-16,0 0-9 16,0 0 56-16,-41-18-25 15,29 16-27-15,0 2-24 16,-1 0-16-16,1 3-39 16,2 4-35-16,0 2-3 15,3 0-6-15,1 4 1 16,4-1-12-16,2 2 0 15,0-1-4-15,8-1-12 16,1-2-1-16,2 0 0 0,-1-5 1 16,3-4 18-16,-3-1-4 15,3 0 0-15,-3-6-5 16,0-4 0-16,-2-2 1 16,-1-1-5-16,-2-1 23 15,0 2 25-15,-3 2 31 16,0 2 7-16,-2 3 4 15,0 4-2-15,0 1-28 16,0 3-42-16,1 9-23 16,2 7 37-16,1 4-5 15,1 9-13-15,-1-1-11 0,1 0-8 16,-3 1 0 0,1-5-1-16,0 4-90 0,-3 10-192 15,0-9-322-15,-2-3-1073 16</inkml:trace>
  <inkml:trace contextRef="#ctx0" brushRef="#br0" timeOffset="144911.2963">1213 7440 383 0,'0'0'624'16,"0"0"-425"-16,0 0 48 15,0 0 28-15,0 0-56 16,0 0-49-16,0 0-36 15,38 6 32-15,24-2 47 16,14 0-55-16,5-4-34 16,-4 0-55-16,-10-3 11 0,-5-3-15 15,-8-1-8-15,-12 2-23 16,-13 0-13-16,-8 2-3 16,-5 0-12-16,0 0-1 15,-2 0 1-15,-1 1-11 16,-4-1 6-16,-2 1-2 15,-3 2-34-15,2 5-118 16,-2 3-225-16,-1 2-339 0</inkml:trace>
  <inkml:trace contextRef="#ctx0" brushRef="#br0" timeOffset="145497.1135">4530 7442 322 0,'0'0'43'0,"0"0"309"15,0 0-56-15,-56 0-66 16,37 0 17-16,2 1 38 16,3 0 20-16,5-1-69 15,7 1-19-15,2 1-73 16,19 1-37-16,27 1 31 0,29-2-5 15,18 0-39-15,5-2-29 16,-11 0-46-16,-19-4 1 16,-12-2-4-16,-15 2-2 15,-11 0-7-15,-9 2 1 16,-5 0-7-16,-1 1-1 16,-1 1 0-16,-2 0-46 15,-6 7-116-15,-3 3-330 16,-2-2-429-16</inkml:trace>
  <inkml:trace contextRef="#ctx0" brushRef="#br0" timeOffset="146105.0251">6905 7470 205 0,'0'0'702'0,"0"0"-475"0,0 0-92 15,0 0 30-15,0 0 129 16,45 12 15-16,6-7-33 16,25-2-17-16,11 0-35 15,2-3-60-15,-8 0-55 16,-14-5-28-16,-5-1-15 15,-7-1-7-15,-13 1-13 16,-12 1-19-16,-8 2-9 16,-8 0-5-16,-1-1-11 15,-1 0-1-15,-4 2 5 16,-6 0-6-16,-2 2 0 16,-43 8-86-16,-1 4-226 15,-13 2-543-15</inkml:trace>
  <inkml:trace contextRef="#ctx0" brushRef="#br0" timeOffset="148800.8388">9427 6621 205 0,'0'0'729'0,"0"0"-530"15,0 0-48-15,0 0-34 16,0 0 7-16,-43-13 10 16,33 12-37-16,0 1-19 15,-2 0 11-15,-1 0 1 16,-1 0 0-16,-1 0-19 16,0 0-1-16,-1 1-13 0,0 2-3 15,2 0 8 1,-2 0-21-16,2 1-2 0,0 0-8 15,-1 0-8-15,2 1 2 16,0 1-13-16,0 0 1 16,3 1 1-16,0 0 0 15,2 1 1-15,1 0-3 16,2 1-4-16,-1 3 1 16,2 0 0-16,0 2 2 15,2-1 0-15,0 2 2 16,0-2 1-16,1 2-1 15,0 0 5-15,0 0 7 16,1 0-4-16,0 0 2 16,0 0-1-16,0 0-5 15,1 0 5-15,3 0 2 0,1 0-8 16,1-1-2-16,1 0 1 16,1-1-5-16,0 0 4 15,2-1 1-15,0-2 3 16,0 0 1-16,0 0 6 15,0-3-4-15,-3 0-4 16,2-1-5-16,0 0-3 16,-1-2 0-16,2 2-2 15,0-2 11-15,1 0 2 16,1-1-1-16,1 0-2 16,-2-1-4-16,1-1-2 15,-1 1 1-15,0 0-3 16,0-1-2-16,-1-1 4 0,2 0-2 15,0 0 1 1,1 0 7-16,2-1-5 0,-1-3-1 16,2-1-2-16,0-1 5 15,-2 1-5-15,-1 0 0 16,0-1 1-16,-2 0 1 16,-1 0-1-16,1-1 1 15,-2 0-2-15,2 1-2 16,-2-2 2-16,1 0-1 15,-1 0-1-15,-1-1 2 16,-1 0 2-16,1 0 7 16,-2-1-3-16,0 0 1 0,1-1-2 15,-3-1-2-15,2 0-3 16,-2 0 3-16,1-1-5 16,-2-1 2-16,0 0-3 15,-2 0 0-15,0-1-5 16,-1 0 1-16,0-1 5 15,0 0 1-15,-4 0-8 16,0-1 6-16,-2 1-5 16,0 1 0-16,0 0 0 15,-1 1 1-15,0 1-1 16,-1 1 5-16,0 1 0 16,-1 0-6-16,1 2 1 15,-2 0 0-15,1 1 0 16,0 0 0-16,0 1 1 15,-1 1-1-15,1 1-1 0,0-1 1 16,0 1 5-16,-1 2-6 16,1 0 1-16,-2 0-1 15,1 2 0-15,-1 1 0 16,0 0-1-16,-1 0 1 16,-1 0 0-16,0 2 0 15,-1 2 0-15,0 0 0 16,1 0-1-16,1 1 0 15,1 0-1-15,0 0-37 16,0 0-49-16,-6 5-94 16,2-2-316-16,-3-1-590 0</inkml:trace>
  <inkml:trace contextRef="#ctx0" brushRef="#br0" timeOffset="153178.3901">1107 7940 1197 0,'0'0'501'15,"0"0"-386"-15,0 0 23 0,0 0 4 16,0 0-52-16,0 0-33 16,48-7 20-16,-36 35-4 15,-4 11-5-15,-8 9-3 16,0-3 10-16,-10-9-2 16,0-9-26-16,-2-11-21 15,-4 2-13-15,-2 0-4 16,-4-1-3-16,2-4 3 15,1-7-3-15,4-6 12 16,2 0 27-16,2-13 1 16,3-4-19-16,4-7-15 15,2-1-11-15,2 2 0 16,8 4-1-16,3 7 0 0,5 6-1 16,2 6 0-1,3 3-5-15,-1 10 6 0,0 2 0 16,-2 2 0-16,1-2 0 15,-3 0 0-15,0-3-17 16,-3-1-102-16,4-2-128 16,-4-2-124-16,-2-4-375 0</inkml:trace>
  <inkml:trace contextRef="#ctx0" brushRef="#br0" timeOffset="153568.2748">1248 7981 1392 0,'0'0'321'15,"0"0"-197"-15,0 0-55 16,0 0 0-16,0 0 14 16,0 0-11-16,53 1-32 15,-34-1-21-15,-2-4-10 16,-6-3-1-16,0 0 2 15,-6-3 3-15,-2 0 24 16,-3 0 31-16,0 2 41 16,0 3 66-16,0 1-26 15,0 4-32-15,0 1-64 16,0 12-32-16,0 10 0 16,6 13 39-16,3 11 1 0,0 2-10 15,3-7-19-15,-4-11-13 16,-2-12-7-16,0-4-4 15,0 1-8-15,0 0 1 16,-2-1-1-16,-3-4-66 16,-1-4-124-16,-5-7-192 15,-6 0-305-15,-1-5-997 0</inkml:trace>
  <inkml:trace contextRef="#ctx0" brushRef="#br0" timeOffset="153742.5536">1272 8150 1337 0,'0'0'332'0,"0"0"-184"0,0 0-30 15,0 0 16-15,55-18-52 16,-11 2-45-16,14-2-22 16,6 1-15-16,-6 2-77 15,-18 7-399-15,-14 3-745 0</inkml:trace>
  <inkml:trace contextRef="#ctx0" brushRef="#br0" timeOffset="154335.2418">1752 8017 1716 0,'0'0'263'0,"0"0"-63"15,0 0-76-15,0 0 33 16,-6 48-45-16,6-31-30 16,3 1-26-16,0-2-23 15,0-3-18-15,-1-4-7 16,0-3-2-16,-2-3-5 16,0-3 6-16,0 0 3 15,0-7 8-15,-3-6-10 16,-3-7-7-16,1-1-1 15,2-2 1-15,3 2 0 16,0 4 0-16,0 4-1 16,6 5 0-16,2 5 0 0,2 3 0 15,4 0 0-15,1 8 1 16,1 3 0-16,-1 3 6 16,0 2 4-16,-4 3-5 15,-2-1-5-15,-2 0 8 16,-4-2-3-16,-2-4-4 15,-1-3 5-15,0-5-1 16,0-4 18-16,-3 0 24 16,-3-11 24-16,-2-8-31 15,4-4-15-15,1-5-17 16,3 0-3-16,1 4-5 16,8 6 1-16,0 5 4 15,2 7-5-15,2 4 5 0,2 2-6 16,0 4 1-16,0 8 0 15,0 4-1-15,-2 3 1 16,-1 1-1-16,-4 4 0 16,-1-1 0-16,-2 0-28 15,-3-2-98-15,-2-2-201 16,-2-5-366-16,-5-7-1016 0</inkml:trace>
  <inkml:trace contextRef="#ctx0" brushRef="#br0" timeOffset="154870.4948">2016 7964 1881 0,'0'0'311'0,"0"0"-144"0,0 0 8 15,0 0 8-15,-4 51-44 16,8-30-43-16,2 2-36 15,3-1-19-15,1-1-18 16,0-3-11-16,0-3-6 16,-2-5-6-16,-1-3 2 15,-1-6-2-15,0-1 0 16,-2-8-10-16,1-8-53 16,0-6-42-16,-1-3-20 15,-1 0 12-15,-1 1 40 0,-1 2 55 16,-1 4 12-16,2 5 6 15,-2 4 12-15,0 5 39 16,0 3 7-16,0 1-28 16,0 4-18-16,1 8 0 15,3 4 22-15,0 3 0 16,4 3-10-16,1 0-3 16,2-2-4-16,2-1-7 15,0-4-4-15,1-2-6 16,-2-5 1-16,0-5 1 15,-1-3-2-15,-3-3-7 16,-1-10-29-16,-1-4-27 16,-1-4-1-16,-3-3-4 15,-2-1 4-15,0 1 16 0,0 1 8 16,-4 4-9 0,-2 3-19-16,2 4-4 0,-3 6-74 15,2 2-190-15,0 3-460 0</inkml:trace>
  <inkml:trace contextRef="#ctx0" brushRef="#br0" timeOffset="156017.2271">2252 7869 188 0,'0'0'300'0,"0"0"-46"15,0 0 23-15,0 0-47 16,0 0-20-16,0 0 3 15,0 0-20-15,-29-35-12 16,27 35-14-16,2 0-40 16,0 0-72-16,0 10-26 15,7 5 38-15,1 6 60 16,0 4-8-16,1 1-55 16,-2 2-22-16,0-2-29 15,0 0-7-15,-2-1 0 0,-1 0-6 16,-1 9-95-16,-3-7-203 15,0-5-479-15</inkml:trace>
  <inkml:trace contextRef="#ctx0" brushRef="#br0" timeOffset="159207.0741">2414 7834 897 0,'0'0'304'0,"0"0"-52"16,-7-36 55-16,5 27-4 16,-1 3-61-16,2 6-34 15,1 3-107-15,0 19-58 16,4 13 51-16,3 0 9 15,-1 0-28-15,1-6-36 16,-1-7-24-16,1 4-14 16,1 1-1-16,-1-3-40 15,-3-2-162-15,-4-1-161 16,0-6-342-16,-6-4-323 0</inkml:trace>
  <inkml:trace contextRef="#ctx0" brushRef="#br0" timeOffset="159413.5585">2365 7939 1200 0,'0'0'283'0,"0"0"-5"0,0 0-32 15,43-34-58-15,-23 30-56 16,2 4-30-16,-1 2-2 16,-2 7-14-16,-3 2-19 15,-2 3-24-15,-5 3-17 16,-4 0-16-16,-5 1-2 15,0 1-8-15,-7 1-147 16,-1-3-150-16,-3-7-415 0</inkml:trace>
  <inkml:trace contextRef="#ctx0" brushRef="#br0" timeOffset="159545.3815">2508 7841 1145 0,'0'0'186'0,"0"0"-79"0,0 0-65 16,0 0-42-16,55 23-96 16,-38-13-547-16</inkml:trace>
  <inkml:trace contextRef="#ctx0" brushRef="#br0" timeOffset="159756.9543">2652 7912 1672 0,'0'0'328'0,"0"0"-57"16,0 0-71-16,0 0 20 16,0 50-56-16,9-28-55 15,1 2-32-15,1 1-46 16,0 0-10-16,-2 1-12 16,0 0-8-16,-4-3-1 15,-3-3-112-15,-2-4-211 16,0-7-258-16,-6-8-136 0</inkml:trace>
  <inkml:trace contextRef="#ctx0" brushRef="#br0" timeOffset="159959.9317">2659 7911 438 0,'0'0'821'0,"0"0"-662"16,0 0 102-16,23-37-85 15,-8 32-29-15,2 5-40 16,0 0 5-16,-1 5-32 15,-5 4-28-15,-1 2-12 16,-5 4-17-16,-4 0-12 16,-1 3-2-16,-4 0-9 15,-7 1-20-15,-7 3-176 16,1-4-403-16,3-7-673 0</inkml:trace>
  <inkml:trace contextRef="#ctx0" brushRef="#br0" timeOffset="160171.0273">2717 7703 1706 0,'0'0'291'16,"0"0"21"-16,0 0-193 16,0 0 71-16,26 41-38 15,-7-16-34-15,6 9-45 16,1 7-29-16,-5 5-26 15,-3-3-18-15,-10-11-6 16,-2-6-201-16,-4-13-366 16,0-5-379-16</inkml:trace>
  <inkml:trace contextRef="#ctx0" brushRef="#br0" timeOffset="160338.0311">2903 7909 1480 0,'0'0'347'0,"0"0"-135"0,0 0-37 15,0 0 38-15,31 41-61 16,-20-21-67-16,2 1-32 16,-5 1-39-16,-2-2-14 15,-3-2-24-15,-3-6-196 16,-6-5-261-16,0-7-308 0</inkml:trace>
  <inkml:trace contextRef="#ctx0" brushRef="#br0" timeOffset="160462.6416">2934 7803 1119 0,'0'0'148'0,"0"0"-69"0,41 28-45 16,-18-9-34-16,0-1-261 0</inkml:trace>
  <inkml:trace contextRef="#ctx0" brushRef="#br0" timeOffset="160688.7254">3127 7880 1465 0,'0'0'344'16,"0"0"151"-16,0 0-253 0,0 0-83 16,0 0-57-16,0 0-5 15,-37 36-15-15,37-18-37 16,0 1-24-16,6 1-14 15,5-3-6-15,5 0-1 16,1-5-53-16,5-5-150 16,9-7-166-16,-5-1-305 15,-3-9-92-15</inkml:trace>
  <inkml:trace contextRef="#ctx0" brushRef="#br0" timeOffset="161226.4008">3283 7912 1224 0,'0'0'399'0,"0"0"104"15,0 0-300-15,0 0-29 16,0 0-74-16,0 0-8 16,-38 21-11-16,32-6-22 0,4 2-29 15,2 0-19-15,0 1-10 16,3-3 0-16,5-4-1 16,-1-3-58-16,2-5-80 15,-1-3-7-15,1-4-21 16,-2-7-66-16,0-3 54 15,-1-2 52-15,-3 0 68 16,-2 0 56-16,-1 4 2 16,0 3 79-16,0 2 42 15,0 4 19-15,-1 3-28 16,-2 0-51-16,2 3-34 16,-1 7 20-16,2 0-8 15,0 2-17-15,6 2-12 0,3-3-9 16,2 0 6-1,2-3-5-15,-1-5-2 0,-1-3-42 16,-1 0-28-16,-3-9-35 16,-1-4 9-16,-2-3 39 15,-4-3 39-15,0-4 18 16,-1-3 14-16,-5-3 22 16,-1 1 40-16,0 1 18 15,1 6 36-15,1 7 26 16,4 6 22-16,1 5-47 15,0 3-73-15,9 6-37 16,5 7 5-16,5 5 13 16,2 3-20-16,0 4-4 0,-4 1-10 15,-5 2-5-15,-2-1-1 16,-5 0-42-16,-5 4-161 16,0-7-302-16,-4-6-399 0</inkml:trace>
  <inkml:trace contextRef="#ctx0" brushRef="#br0" timeOffset="161434.3948">3427 7850 1128 0,'0'0'198'0,"0"0"34"15,40 14-58 1,-22-3-6-16,-3 3-74 0,-5 2-45 15,-4-3-22-15,-5 1-26 16,-1-1-1-16,-7-2-161 16,-2-5-211-16,0-4-324 0</inkml:trace>
  <inkml:trace contextRef="#ctx0" brushRef="#br0" timeOffset="161558.471">3489 7781 757 0,'0'0'143'0,"0"0"47"16,0 0-97-16,0 0-51 16,56 15-42-16,-41 0-77 15,-1-1-591-15</inkml:trace>
  <inkml:trace contextRef="#ctx0" brushRef="#br0" timeOffset="161843.8489">3610 7848 1222 0,'0'0'392'0,"0"0"103"16,0 0-281-16,0 0-105 15,0 0-29-15,0 0 23 16,-12 37-19-16,12-21-33 16,3 1-18-16,4-2-14 15,-1-2-8-15,1-4-10 16,-2-4-1-16,0-3 9 15,0-2-1-15,-1-5 4 16,-1-6-5-16,-2-3-6 0,-1-3-1 16,0 0-16-16,-7 0-42 15,-2 1-35-15,0 3-62 16,2 6-79-16,3 5-241 16,4 2-238-16</inkml:trace>
  <inkml:trace contextRef="#ctx0" brushRef="#br0" timeOffset="162203.5657">3703 7894 506 0,'0'0'1175'0,"0"0"-931"16,0 0-71-16,0 0-3 15,0 0-31-15,6 43-48 16,-3-32-28-16,0 0-25 15,-2-2-20-15,-1-1-8 16,0-2-4-16,0-4-6 16,0-2 12-16,0 0 6 15,-1-9-4-15,1-6-8 16,0-3 1-16,1-3 2 16,6 0 7-16,3 3 22 15,0 5 30-15,2 4-2 16,0 6-14-16,1 3-8 15,1 1-7-15,1 8-4 0,0 4 0 16,-2 1-12 0,-3 3-11-16,-4 1-10 0,-2-1 0 15,-3 11-21-15,-1-6-172 16,0-3-489-16</inkml:trace>
  <inkml:trace contextRef="#ctx0" brushRef="#br0" timeOffset="162887.8597">4229 7798 235 0,'0'0'762'0,"0"0"-495"15,0 0-15 1,0 0-7-16,0 0-34 0,0 0-62 15,0 0-41 1,19-5-9-16,-7 21 28 0,2 6 3 16,1 3-20-16,1 2-31 15,-1-1-19-15,0-1-24 16,-1-1-16-16,-4-4-12 16,0-2-7-16,-4-2-1 15,-3-4-47-15,-3-3-108 16,-3-5-88-16,-9-1-129 15,1-3-416-15</inkml:trace>
  <inkml:trace contextRef="#ctx0" brushRef="#br0" timeOffset="163256.7552">4253 7905 1200 0,'0'0'209'15,"0"0"11"-15,38-27-48 16,-16 17-2-16,-1 3-58 15,0 2-10-15,-3 4-13 16,-5 1-36-16,-2 1-13 16,-5 6 1-16,-2 4 22 15,-2 3 33-15,0 3-9 16,-1-1-23-16,1 0-18 16,0-1-15-16,2 0-13 0,1-4-9 15,1-3-8 1,4-2 5-16,0-5-6 0,2-1 9 15,-1-5-8-15,1-5 4 16,-4-4-5-16,-1-4-18 16,-4-2-1-16,-3-1 1 15,0-2-3-15,-7 3 8 16,-2 4-8-16,-2 7 13 16,-2 6-2-16,0 3-30 15,1 6-80-15,9 10-56 16,3-2-162-16,1-2-368 0</inkml:trace>
  <inkml:trace contextRef="#ctx0" brushRef="#br0" timeOffset="164404.5298">4846 7852 603 0,'0'0'307'16,"0"0"-29"-16,0 0-58 0,0 0-31 15,0 0 2-15,-11-36-47 16,3 35-36-16,-1 1-35 16,-1 1-27-16,-1 6-14 15,1 6-8-15,0-1-6 16,4 1-11-16,3 2 3 16,3-2-9-16,0-4-1 15,7-1 0-15,2-4-12 16,1-3-1-16,0-1 11 15,0-3 1-15,0-5 1 16,0-2 0-16,-2 1 2 16,0 2 10-16,-2 2 25 0,1 5 17 15,0 1-8 1,2 11 17-16,1 6 48 0,1 6-10 16,1 8-19-16,-2 8-25 15,-5 6-11-15,-2-3-10 16,-3-10-15-16,0-12-8 15,-5-8-5-15,-2 0 1 16,-2-3-8-16,-1-1 5 16,-1-7-4-16,2-2-1 15,1-11-1-15,2-12-46 16,4-1-41-16,2-6-26 16,0-1-28-16,9 6 41 15,3-2 20-15,3 4 18 16,1 3-3-16,0 2 9 15,0 1-5-15,-1 1 1 0,-2 1-12 16,-4 2 31 0,-4 2 16-16,-4 1 11 0,-1 2 13 15,-1 3 1-15,-5 2 10 16,-1 2 19-16,0 1 11 16,1 0 3-16,-1 5-3 15,3 3-9-15,3 3-7 16,1 2-11-16,0 1-3 15,5-1-4-15,7 1-5 16,1-2-1-16,1-3 0 16,2-3-30-16,-1-4-63 15,-2-2-34-15,-1-2-40 0,-3-6 20 16,-2-2 71 0,-3-3 62-16,-1-2 14 0,-2 1 52 15,-1 2 31-15,0 1 39 16,0 3-2-16,0 5-4 15,0 2-22-15,0 1-59 16,0 3-20-16,0 5-6 16,2 4 11-16,1 0-5 15,-1 2-2-15,0-2-5 16,-1 1-8-16,1-3 0 16,-2-2 9-16,0-3-7 15,0-3-1-15,0-2 11 16,0-4-4-16,0-6-7 15,0-6 4-15,0-2-3 16,1-1 11-16,5 0 12 16,2 3 27-16,1 5 1 0,1 5-8 15,0 5-11-15,4 1-6 16,-1 8 6-16,2 6 17 16,1 2 11-16,-2 2-27 15,-1-1-23-15,-3 1-12 16,-4-1 0-16,-1-3-57 15,-3-4-142-15,-2-3-299 16,0-5-414-16</inkml:trace>
  <inkml:trace contextRef="#ctx0" brushRef="#br0" timeOffset="164928.2317">5243 7829 1060 0,'0'0'192'0,"0"0"-38"0,0 0-61 16,0 0 4-16,0 0-50 15,44 40-24-15,-30-35-11 16,0-3-5-16,-2-2-6 16,-3 0-1-16,-1-6-11 15,-2-3 4-15,-2-1 7 16,-3-2 0-16,-1 1 1 15,0-1 22-15,-1 3 60 0,-5 2 43 16,2 5 18-16,-2 2-35 16,1 1-40-16,-2 11-6 15,2 2-2-15,0 5-19 16,4 1-11-16,1 1-12 16,0 0-6-16,8-1-12 15,2-4 0-15,3-4-1 16,2-4 2-16,0-6-2 15,-1-2-1-15,0-2-27 16,-1-8-9-16,-2-4 11 16,-2-3 15-16,1-1 10 15,-1 0 0-15,-2 2 1 16,0 4 1-16,-2 3 5 0,-1 4 5 16,1 4 1-1,0 1-6-15,-1 0-4 0,4 6-1 16,1 2 0-16,3 1 0 15,1 0 4-15,3-2-5 16,1-1-85-16,7-4-161 16,-5-2-266-16,-2 0-257 0</inkml:trace>
  <inkml:trace contextRef="#ctx0" brushRef="#br0" timeOffset="165699.073">5657 7803 925 0,'0'0'365'16,"0"0"-4"-16,0 0-121 15,0 0-67-15,-38-8-63 0,28 16-14 16,2 4-23 0,0 1-26-16,3 3-19 0,4 0-17 15,1-2-5-15,1-1-6 16,6-3-2-16,4-4-13 16,0-4-35-16,1-2-45 15,0-2-51-15,-3-7 5 16,-1-1 56-16,-2-2 57 15,-2 0 28-15,-2 0 16 16,-2 1 38-16,0 2 32 16,0 3 15-16,0 1 4 15,0 3-6-15,0 2-20 16,-2 0-46-16,1 4-19 16,1 3 9-16,0 3 0 15,0 2 3-15,0 0-5 0,4-1-7 16,3 0-6-16,2-3-7 15,-1-2-1-15,1-4-26 16,0-2-30-16,-2-1-42 16,0-9-45-16,-1-5 5 15,-2-4 79-15,-1-8 37 16,-1-13 22-16,-2-9 9 16,0 4 22-16,0 10 15 15,0 13 39-15,0 12 22 16,0 2-4-16,0 5-15 15,-2 3-5-15,1 5-47 16,-1 11 6-16,2 5 4 16,0 3-9-16,2 5-14 0,7-2-9 15,3 0-8-15,2-4-4 16,2-3-2-16,1-7-34 16,-2-6-36-16,1-5-18 15,-3-2 15-15,0-8 6 16,-2-6 34-16,-1-2 26 15,-2-1 6-15,-3 1 1 16,-1 2 35-16,-3 4 36 16,-1 3 32-16,0 5 15 15,0 2-12-15,-1 2-70 16,-3 9 2-16,0 2 9 16,2 3-17-16,2 1-11 0,2-1 1 15,7 0-12 1,4-3-8-16,1-3 6 0,2-3-6 15,-1-4 0-15,4-3-60 16,2-3-79-16,-3-5-166 16,-4-2-434-16</inkml:trace>
  <inkml:trace contextRef="#ctx0" brushRef="#br0" timeOffset="165862.3016">5741 7757 1333 0,'0'0'317'16,"0"0"-73"-16,0 0-11 15,59 0-50-15,-27-2-101 0,2-2-54 16,-1 1-27 0,-4 0-1-16,-9 3-29 0,-8 0-311 15,-12 0-1544-15</inkml:trace>
  <inkml:trace contextRef="#ctx0" brushRef="#br0" timeOffset="167002.5224">3499 8206 1124 0,'0'0'245'0,"0"0"49"16,0 0-17-16,-50-5-54 15,34 12-63-15,0 6-30 16,2 4-8-16,4 3-23 15,3 3-25-15,5 1-5 16,2 0-33-16,9 0-12 16,5-3-10-16,5-2 0 15,4-5-13-15,1-6 0 16,0-6-1-16,-2-2 0 16,-3-11-12-16,-5-6-27 15,-4-4-15-15,-5-3-4 16,-5-2 16-16,-2-1 10 15,-9 0 3-15,-4 2 3 16,0 6 6-16,1 4 19 16,3 6 0-16,4 6 1 0,5 3-6 15,2 7-5-15,6 6 10 16,8 2-6-16,8 1-8 16,4-1-13-16,4-1-61 15,-1-4-74-15,-3-4-63 16,-6-3 77-16,-6-3 42 15,-8-3 53-15,-5-5 54 16,-1-3 12-16,-2-1 78 16,-4 0 44-16,0 0 8 15,0 4 7-15,5 4-16 16,0 2-2-16,1 2-76 0,2 5-34 16,6 6 37-16,3 3 27 15,1 3-17-15,2 2-17 16,0 0-20-16,-1 0-17 15,-2-2-8-15,-1-4-5 16,-3-3 9-16,-2-4-10 16,-2-6-29-16,0 0 10 15,-2-10 2-15,1-5-29 16,0-2 19-16,0 1 18 16,-1 3 8-16,2 1 1 15,-2 4 0-15,1 4 0 16,1 3 0-16,1 1 0 0,5 0 0 15,2 6 2 1,2 1 8-16,4 1-1 0,-1-1-7 16,0-2-2-16,0-3 9 15,-3-2-9-15,-1-1-12 16,-3-8-35-16,-1-4-29 16,-4-3 35-16,-1-2 12 15,-3-2 15-15,0 2 13 16,-3 2 1-16,-1 5 0 15,-2 6 40-15,0 5 30 16,1 2-20-16,-3 10-3 16,1 6 24-16,3 2-15 15,2 4-3-15,2 1-13 16,3-3-10-16,10 0-18 16,3-3 0-16,5-3-11 0,6-2-1 15,27-6-58-15,-6-4-214 16,1-3-347-16</inkml:trace>
  <inkml:trace contextRef="#ctx0" brushRef="#br0" timeOffset="167484.4698">4530 8372 1285 0,'0'0'366'15,"0"0"-41"-15,0 0-74 16,0 0-85-16,0 0-49 15,0 0-47-15,0 0 33 16,-41 51-2-16,37-26-35 16,3-1-20-16,1 0-21 15,0-6-10-15,7-1-9 16,3-7 0-16,1-5-4 0,2-5 7 16,2-8-2-1,1-8 2-15,-2-7-7 0,-1-4 7 16,-4-5-9-16,-5 2-5 15,-4-1-4-15,0 2-14 16,-8 5-5-16,-3 5-12 16,-1 4 17-16,0 8 2 15,2 5-22-15,2 2-61 16,5 3-62-16,3 5-53 16,5 6-130-16,7-2-185 15,0-3-385-15</inkml:trace>
  <inkml:trace contextRef="#ctx0" brushRef="#br0" timeOffset="167696.6724">4665 8221 1277 0,'0'0'302'0,"0"0"54"16,0 0-106-16,0 0-156 15,0 0-21-15,0 0 27 16,16 45 4-16,-3-22-48 15,1 0-28-15,-1 1-16 16,0-1-11-16,-3 1-1 16,-1-1-110-16,0 0-161 15,-3-6-446-15,-2-8-547 0</inkml:trace>
  <inkml:trace contextRef="#ctx0" brushRef="#br0" timeOffset="167883.4633">4808 8329 1430 0,'0'0'402'0,"0"0"-130"16,0 0-102-16,0 0 36 16,3 43-36-16,1-20-61 15,3 4-33-15,0-1-40 16,-1 2-21-16,-1-2-15 16,-2 0 0-16,-3-4 0 15,0-1-127-15,-3-4-138 16,-3-5-391-16,-1-8-711 0</inkml:trace>
  <inkml:trace contextRef="#ctx0" brushRef="#br0" timeOffset="168087.9098">4858 8310 1440 0,'0'0'282'0,"0"0"-80"0,0 0-101 16,0 0 18-16,43 5-26 15,-28 1-13-15,-4 2-25 16,-1 2-21-16,-5 0-10 16,-5 1-4-16,0 1-8 15,-13 2-1-15,-17 6-11 16,0-3-174-16,-1-1-537 0</inkml:trace>
  <inkml:trace contextRef="#ctx0" brushRef="#br0" timeOffset="168499.8391">5332 8337 1395 0,'0'0'349'0,"0"0"-87"16,0 0-146-16,0 0-11 15,0 0-6-15,-1 41-46 16,5-23-26-16,1 0-17 16,-1 1-10-16,-1-5-19 15,1-3-135-15,-1-6-222 16,0-5-388-16</inkml:trace>
  <inkml:trace contextRef="#ctx0" brushRef="#br0" timeOffset="168761.5743">5310 8200 1023 0,'0'0'185'15,"0"0"21"-15,0 0-29 16,-6 50-11-16,10-33-63 15,4-1-36-15,3-5-14 16,2-5-16-16,-1-5-1 16,-3-1 8-16,0-4 0 0,-4-6-17 15,-3-2-15 1,-2-1-2-16,-2-2-10 0,-6 2-9 16,-1 1-43-16,-1 3-59 15,5 4-36-15,5 5-48 16,0 7-164-16,2 3-314 0</inkml:trace>
  <inkml:trace contextRef="#ctx0" brushRef="#br0" timeOffset="169099.0814">5457 8321 1167 0,'0'0'492'0,"0"0"-257"16,0 0-125-16,0 0 1 15,0 0 38-15,0 0-61 0,22 46-14 16,-18-34-18-16,-2 1-14 16,-2-2-20-16,0-2-7 15,0-2-6-15,-2-4 0 16,-2-3-8-16,1-2 8 16,0-10 6-16,3-6-9 15,0-3-6-15,7-2-2 16,5 3 1-16,2 4 0 15,0 6 0-15,2 5 0 16,-2 4-5-16,-1 1 6 16,-1 8 0-16,0 3 0 15,0 4 1-15,-1 2-1 16,2 1 0-16,8 7-60 0,-4-4-146 16,0-3-385-16</inkml:trace>
  <inkml:trace contextRef="#ctx0" brushRef="#br0" timeOffset="169464.31">5831 8246 1759 0,'0'0'269'0,"0"0"-79"16,0 0-52-16,5 40 37 15,1-21-56-15,1 1-29 16,-1 1-17-16,0-3-31 16,-2-1-23-16,-1-6-11 15,0-3-2-15,-3-4-4 16,0-4 5-16,0-5 10 0,0-8-11 16,-3-6-5-16,-2-4-1 15,1-11-9-15,0-10-9 16,4-7-10-16,0 6 1 15,0 10-12-15,7 15 12 16,1 11 5-16,2 5-17 16,2 2-31-16,1 2-30 15,2 6-16-15,-4 9-67 16,1 9-147-16,-6-4-75 16,-3-1-626-16</inkml:trace>
  <inkml:trace contextRef="#ctx0" brushRef="#br0" timeOffset="169646.1043">5795 8279 1350 0,'0'0'228'0,"0"0"-44"16,0 0-79-16,56-4-8 15,-33 3-58-15,3 0-39 16,-2-1-14-16,6-2-140 15,-5 0-152-15,-6-1-641 0</inkml:trace>
  <inkml:trace contextRef="#ctx0" brushRef="#br0" timeOffset="169983.4704">6014 8216 1094 0,'0'0'331'16,"0"0"-89"-16,0 0-58 15,0 0-27-15,0 0-53 16,0 0-26-16,-2 38-16 16,10-34-19-16,3-1-4 15,1-3 4-15,2 0-6 16,1-5-16-16,-2-3-8 16,-1-3-6-16,-4-1 2 15,-6 1-1-15,-2-2 2 16,-5 4 2-16,-10 1 1 0,-3 4-5 15,-4 4-7-15,1 1 0 16,2 8 5-16,4 3-6 16,5 2 2-16,5 0-2 15,5 0 0-15,4-2-6 16,10-1-56-16,6-4-103 16,17-4-138-16,-4-3-67 15,-2 0-343-15</inkml:trace>
  <inkml:trace contextRef="#ctx0" brushRef="#br0" timeOffset="170544.6172">6230 8175 1162 0,'0'0'318'0,"0"0"64"0,0 0-101 16,0 0-95-16,0 0-61 16,0 0-14-16,-38 25-2 15,31-12-24-15,1 0-31 16,4 1-17-16,1 0-16 15,1-3-12-15,0-2-3 16,3-4-6-16,6-3 0 16,0-2-16-16,2-3-26 15,1-7-51-15,1-2-5 16,-2-3 34-16,-1 0 19 16,-3 1 29-16,-2 2 15 15,-1 2 1-15,-3 4 1 0,0 2 27 16,-1 3 14-1,0 1-8-15,0 1-16 0,-4 7-12 16,0 1 7-16,0 3 5 16,3 1-7-16,1-1-2 15,0-2-2-15,4-1-7 16,5-3 1-16,2-2-1 16,3-3 0-16,-1-1-22 15,0-4-55-15,-1-4-11 16,-1-4 12-16,-4-3 38 15,-2-2 29-15,-4-5 9 16,-1-8 1-16,0 0 16 16,-4-1 6-16,-2 3 3 15,1 11 40-15,1 4 41 16,2 10-24-16,1 3-56 0,1 13-13 16,0 6-5-16,6 5 7 15,4 4-6-15,2-2-8 16,-1-1-1-16,-1-4-1 15,-1-2-51-15,-4-5-142 16,-3-5-111-16,-2-3-390 16,0-5-797-16</inkml:trace>
  <inkml:trace contextRef="#ctx0" brushRef="#br0" timeOffset="171446.5586">6245 8143 1273 0,'0'0'259'0,"0"0"-105"16,0 0-72-16,0 0 43 16,39 0-38-16,-17 0-50 15,1 0-23-15,0-4-8 16,-2-2-5-16,-2-1 0 16,-3-1 5-16,-3-2-4 15,-3 0 5-15,-3 0-6 16,-3 1 8-16,0 3 35 15,-3 1 74-15,-1 3 24 16,0 2-3-16,0 0-42 16,0 3-49-16,0 6-4 15,1 6 27-15,1 2-4 0,3 1-24 16,1-1-16 0,1-1-12-16,1-2-8 0,0-2-5 15,1-3-1-15,-2-3-1 16,0-2 0-16,-2-4-49 15,0 0-9-15,-2-4-6 16,1-5-11-16,-1-3 24 16,2-2 23-16,0-1 22 15,-1 1 6-15,1 2-1 16,-1 2 1-16,1 4 6 16,-2 2 15-16,1 4 9 15,-2 0-5-15,1 0-1 16,0 8 1-16,1 2 11 15,1 2-2-15,-1-1-10 16,1 1-3-16,0-1-6 0,0-3-7 16,0-2-7-16,-1-2 5 15,1-2-6-15,-1-2 1 16,3 0-1-16,-1-3 0 16,1-3-34-16,2-3-26 15,-1-1-1-15,-2-1 0 16,1 0 31-16,-2 1 19 15,-1 2 10-15,-2 2 1 16,-2 4 1-16,1 2 0 16,0 0 2-16,1 1-2 15,1 4 7-15,2 1-8 16,0-1 1-16,2 0 0 16,1-4 0-16,2-1 6 0,0 0-6 15,0-6-1-15,0-3-6 16,-1-2-7-16,-1-2-11 15,-2-1 15-15,-3 0 2 16,-1 2 7-16,-2 3 7 16,0 3 17-16,-5 5 28 15,-5 1-9-15,-3 7-1 16,0 7 8-16,0 3 1 16,3 1-6-16,4 2-15 15,5-2-11-15,1-3-4 16,11-3 2-16,7-3-2 15,5-2 0-15,5-4-6 0,3-2-2 16,2-1-7 0,-1 0 0-16,-6-2-105 15,-7-2-195-15,-9 2-300 0,-9-1-607 0</inkml:trace>
  <inkml:trace contextRef="#ctx0" brushRef="#br0" timeOffset="172038.2815">6105 8469 1813 0,'0'0'373'16,"0"0"-170"-16,0 0-128 15,0 0 13-15,0 0 45 16,1 40-22 0,2-21-28-16,-2 1-34 0,1-2-19 15,-2-3-11-15,1-3-10 16,-1-4-1-16,2-5-8 16,-2-3 2-16,0 0 5 15,0-7-7-15,0-13-4 16,2-13-26-16,1-1 6 15,2 2 12-15,0 5 1 16,1 12 10-16,4 1 1 16,0 4-1-16,2 7-1 15,-1 3 1-15,3 8 0 0,-2 6 1 16,-1 3 12-16,-2 4-4 16,-3-1 4-16,-2-2-2 15,-2-1-2-15,-2-4-7 16,0-4 5-16,0-5-4 15,0-4 5-15,0 0 5 16,0-11 26-16,0-6-26 16,6-5 2-16,2 0-13 15,2 1 5-15,3 4-5 16,1 5 0-16,0 6-1 16,-1 6 1-16,0 0-1 15,-1 3 0-15,-2 7-6 0,-1 1 6 16,-2 2 0-1,1 0-22-15,-2-2-79 0,4 3-222 16,-2-5-249-16,0-4-303 16</inkml:trace>
  <inkml:trace contextRef="#ctx0" brushRef="#br0" timeOffset="172564.1872">6480 8367 1219 0,'0'0'396'0,"0"0"-11"15,0 0-106-15,0 0-77 16,0 0-79-16,0 0-65 0,0 0 29 16,-24 19-5-16,20-6-27 15,1 2-25-15,2 0-18 16,1-1-6-16,0-2-5 16,3-6 0-16,4-3-1 15,0-3-8-15,3 0-39 16,-1-8-77-16,2-4-57 15,-2-2 43-15,1-2 5 16,-3 2 62-16,-1 3 49 16,-3 3 22-16,-2 3 8 15,-1 4 38-15,0 1-12 16,0 1-7-16,0 5 13 16,0 4 4-16,0 1-15 15,0 0-19-15,4 2-1 16,2-4-8-16,4 0 5 0,2-4-6 15,1-4-14-15,0-1-44 16,0-4-66-16,-2-7-34 16,-2-2 7-16,-2-3 79 15,-2 1 63-15,0 1 9 16,-2 4 60-16,-2 3 78 16,-1 4 36-16,0 3-65 15,0 0-55-15,0 9-4 16,0 5 53-16,0 3-24 15,0 5-29-15,2 1-26 16,1 1-10-16,1 0-8 16,-2-3-6-16,0 5-76 15,-2-7-150-15,0-6-407 0</inkml:trace>
  <inkml:trace contextRef="#ctx0" brushRef="#br0" timeOffset="172792.9156">6656 8257 1337 0,'0'0'252'15,"0"0"-15"-15,0 0-85 16,44 8 31-16,-28 1-81 16,-2 4-28-16,-1 0-16 15,-5 2-21-15,-4 0-4 16,-4 1 4-16,-1 0 0 15,-12 0-12-15,-5 0-10 16,-24 4-15-16,5-4-217 16,-2-6-968-16</inkml:trace>
  <inkml:trace contextRef="#ctx0" brushRef="#br0" timeOffset="174969.2633">8257 6704 644 0,'0'0'318'0,"0"0"-75"16,0 0 21-16,0 0 30 15,0 0-28-15,0 0-61 16,0 0-57-16,-15-26-70 16,13 41 17-16,0 6 31 15,1 4-7-15,0 4-40 0,1-1-21 16,0 0-23-1,0-3-17-15,2-3-9 0,0-3-9 16,-1-3 0-16,0-4 0 16,-1-3-16-16,0-4-31 15,-1-2-18-15,-5-3-28 16,-2 0-65-16,-1-3-1 16,-1-5 12-16,0-3 7 15,-1-2 54-15,2-3 35 16,0-1 34-16,2 2 17 15,3 2 32-15,2 2 51 16,1 4 22-16,1 4-15 16,0 3-34-16,1 0-29 15,4 9 37-15,3 1 52 16,1 4-18-16,1 0-19 0,2 0-16 16,-1 0-27-16,2-1-14 15,1-2-13-15,-1-2-3 16,2-2 0-16,-1-2-6 15,-1-2 1-15,-2-3-1 16,0 0-25-16,-2-4-42 16,-3-4-47-16,0-3-21 15,-2-2 20-15,-1-2 38 16,-2-2 21-16,-1 1 32 16,0 0 17-16,0 2 6 15,0 3 1-15,0 3 9 16,-1 5 18-16,-1 3 0 0,0 0-16 15,-1 8-5-15,-3 6 0 16,-1 2 6-16,-2 3 0 16,0-1-5-16,0 0-6 15,2-2 0-15,0-1-1 16,2 1-47-16,2-3-215 16,2-4-427-16</inkml:trace>
  <inkml:trace contextRef="#ctx0" brushRef="#br0" timeOffset="175153.5713">8396 6872 1553 0,'0'0'250'0,"0"0"-66"16,0 0-124-16,0 0-57 15,0 0-3-15,0 0-387 0</inkml:trace>
  <inkml:trace contextRef="#ctx0" brushRef="#br0" timeOffset="187770.0144">14492 224 1305 0,'0'0'237'0,"0"0"-93"15,0 0-24-15,44-17-19 16,-28 17-16-16,-3 3-24 15,0 7-23-15,-6 4-19 16,-3 3-17-16,-4 2 13 16,-2-1-5-16,-9 1-1 15,-4-2 0-15,-4-1 7 16,1-3-3-16,3-2-3 16,2-4-8-16,6-2 7 15,4-4 32-15,3 1-1 16,0 0-9-16,5 0-6 0,5 3-1 15,4 1 9-15,2 4-1 16,0 1-1-16,0 1-13 16,-2 4-7-16,-5-2-10 15,-5 1 6-15,-4 0-7 16,-4 0 7-16,-8-1-1 16,-5-1 6-16,-2-1-6 15,-1-2-6-15,2-3-22 16,4-2-74-16,5-5-120 15,6 0-269-15,3-3-701 0</inkml:trace>
  <inkml:trace contextRef="#ctx0" brushRef="#br0" timeOffset="188415.0379">14747 357 700 0,'0'0'927'15,"0"0"-744"-15,0 0-118 16,0 0 4-16,-11 38 36 16,3-16-3-16,-1 4-24 15,-1-1-32-15,-1 0-15 16,0-1-12-16,2-4-10 16,1-3-7-16,1-5 4 15,2-4-6-15,4-3-22 0,1-5 8 16,0 0 14-1,3-5 8-15,4-2-8 0,0-2 9 16,2 1 6-16,0 1 4 16,0 3-1-16,0 2-3 15,0 2-14-15,2 2 5 16,0 6 18-16,1 0-14 16,0 2 4-16,0-3-3 15,1 0-9-15,1-4 11 16,1-2 24-16,1-1-8 15,-2-3-7-15,0-7 12 16,-1-4 3-16,-2-4-2 16,-1-5 9-16,-2-10-6 0,2-12 11 15,-2-11-22 1,-2-2-15-16,-4 11-2 0,-2 14 7 16,0 14 5-16,-3 5 14 15,-4-2 1-15,-3 1 2 16,-1 0 3-16,-2 8-21 15,-3 5-21-15,-3 2 0 16,-5 13-8-16,-2 7 0 16,1 5 8-16,4 3 1 15,7 0 0-15,5-2 14 16,9-3-15-16,1-1 14 16,12-5-8-16,6-2 0 15,5-4 3-15,4-4 3 16,2-3-12-16,-1-3-14 0,-3-1-96 15,-4 0-110-15,-5 0-167 16,-7 0-322-16,-5 2-708 0</inkml:trace>
  <inkml:trace contextRef="#ctx0" brushRef="#br0" timeOffset="188656.6747">14600 741 1763 0,'0'0'362'0,"0"0"-267"0,0 0-65 16,0 0 51-16,0 0 10 16,0 0-10-16,63 1-11 15,-31-1-29-15,3 0-27 16,-6 0-14-16,2 0-118 15,-1 0-135-15,-8 0-368 16,-8 0-462-16</inkml:trace>
  <inkml:trace contextRef="#ctx0" brushRef="#br0" timeOffset="188851.0705">14552 801 1485 0,'0'0'262'0,"0"0"-98"16,0 0-16-16,0 0 14 16,56 4 4-16,0-2-18 15,7 0-60-15,-1 0-63 0,-16 0-12 16,-17 2-13-16,-2-1-133 16,-9 0-256-16,-5-3-948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39:24.9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3729 4794 168 0,'0'0'243'16,"0"0"-186"-16,0 0 15 16,0 0 195-16,0 0-36 15,0 0-69-15,-9 1-27 16,7-1 11-16,1 0 42 15,-1 0 19-15,2 0-38 16,-1 1-29-16,0 0-28 16,1 0-3-16,0 0-8 0,0-1-14 15,0 1-28 1,0 1-8-16,4 1 10 0,5 0 50 16,3 0-4-16,2 2-29 15,1-2-33-15,1 0-17 16,0-1-5-16,3 1-5 15,0-3 0-15,0 1 3 16,0-1-3-16,1 0-8 16,-1 0 7-16,-2-1-5 15,-1-1-6-15,-3 0 1 16,-4 0-5-16,-2 0 4 16,-4 1-6-16,-1 1 0 15,-2 0 0-15,0 0 0 16,0 0-1-16,0 0-25 15,-18 0-22-15,0 3-190 0,-3 2-581 0</inkml:trace>
  <inkml:trace contextRef="#ctx0" brushRef="#br0" timeOffset="2844.5213">4260 4808 350 0,'0'0'339'15,"0"0"220"-15,0 0-314 16,0 0 23-16,0 0-21 16,0 0-17-16,0 0-42 15,-4 7-16-15,4-6-27 16,4 1 35-16,4 0-29 16,1 0-40-16,4 0-54 15,0-2-13-15,3 0-10 0,1 0-3 16,0 0-8-16,2-1-11 15,-2-2-5-15,-1 1 7 16,1-1 10-16,-2-1-6 16,-2 2-11-16,-2 0-1 15,-4 1-5-15,-1 0 0 16,-3-1-1-16,-2 2 0 16,-1 0-1-16,0 0-47 15,-18 7-72-15,-1 1-333 16,-6 1-710-16</inkml:trace>
  <inkml:trace contextRef="#ctx0" brushRef="#br0" timeOffset="4720.8817">4851 4902 354 0,'0'0'43'16,"0"0"587"-16,0 0-402 0,0 0 6 15,0 0 18-15,0 0 0 16,0 0-26-16,-1 3-48 15,1-3-31-15,1 0-27 16,5 0-6-16,1 0 0 16,4 0-22-16,2 0-6 15,2 0-6-15,2 0-11 16,1 0-17-16,0 0-11 16,1 0-3-16,-1 0-8 15,1 0-9-15,-1 0-4 16,0-3-4-16,-1 0-2 15,1 0 1-15,-2 0-6 16,-3 0-5-16,-3 0 0 0,-3 1 1 16,-3 1-1-16,-2 0 0 15,-1 1-1-15,-1 0 0 16,0 0-8-16,0 0-13 16,0 0-43-16,0 0-56 15,-13 0-69-15,2 0-273 16,-3 0-347-16</inkml:trace>
  <inkml:trace contextRef="#ctx0" brushRef="#br0" timeOffset="11119.3398">6365 4221 371 0,'0'0'25'0,"0"0"-5"16,0 0 371-16,0 0-132 16,0 0-107-16,0 0-36 15,9 0 11-15,-2 0-9 16,1 0 6-16,2 0-13 16,1 0-26-16,3 1-2 15,3 0-2-15,3 0 16 16,6-1-14-16,4 0-29 15,2 0-3-15,4 0-1 16,0 0-13-16,1 0-7 16,0 0 7-16,0 0-7 0,-1 0-5 15,2 0 0-15,-2 0 7 16,1 0-3-16,-2 0 9 16,2 0-1-16,-2 0-7 15,1-1 2-15,0 0 4 16,-2 0-6-16,0 0-4 15,-3 0 5-15,2 0-7 16,-2-1-2-16,-2 1 7 16,3-1 1-16,-1-1-8 15,-1 0 6-15,1-1-11 16,1 1 7-16,-1 0-2 16,-1 0-1-16,-1 0-12 15,-2-2 12-15,-2 3-10 16,-2-1 5-16,-1 0 5 0,-2 0 0 15,-1 1-3-15,-2-1-4 16,-1 0-1-16,-2 2-1 16,-2-2-3-16,-2 1 2 15,-3 2-4-15,-1-2 2 16,-3 2-1-16,0 0-7 16,-3 0 6-16,0 0-6 15,0 0-1-15,0 0-1 16,0 0-27-16,0-1-88 15,-3-1-155-15,-2-1-523 0</inkml:trace>
  <inkml:trace contextRef="#ctx0" brushRef="#br0" timeOffset="12312.2184">6745 4603 403 0,'0'0'26'0,"0"0"359"0,0 0-74 16,0 0-30-16,0 0-7 15,0 0-7-15,0 0-25 16,-30 0-55-16,30 0-5 16,0 0-56-16,0 0-41 15,0 0-32-15,4 0-27 16,5 0-13-16,3 3 18 15,3 1 7-15,3-1-16 16,0 0-10-16,1-2-10 16,0 0-1-16,-3-1-1 15,-1 0-50-15,-2 0-141 0,-2-8-115 16,-4 1-268 0,-3-1-287-16</inkml:trace>
  <inkml:trace contextRef="#ctx0" brushRef="#br0" timeOffset="12621.6814">6832 4537 1213 0,'0'0'373'16,"0"0"-106"-16,0 0-149 16,0 0-9-16,0 0 77 15,0 0-51-15,0 0-15 16,41 37-11-16,-27-30-23 15,1 0-11-15,-2-1-20 16,0 0-9-16,-4-2-23 0,-1 1-5 16,-4 0-2-1,-2 1-4-15,-2 1-6 0,-2 3 0 16,-8 0 5-16,-3 2-1 16,-5 1 1-16,0 0-10 15,-2 0 7-15,0-2-8 16,2-2-2-16,-3-2-158 15,5-2-309-15,3-5-931 0</inkml:trace>
  <inkml:trace contextRef="#ctx0" brushRef="#br0" timeOffset="18810.0403">7133 5005 829 0,'0'0'171'0,"0"0"-64"0,0 0-12 15,0 0-22-15,0 0-5 16,0 0-4-16,0 0 14 16,0 0 6-16,0 0 8 15,0 0-6-15,0 0-1 16,0 0-6-16,0 0 5 16,0 0-1-16,0 0-6 15,0 0-20-15,0 0-13 16,0 0-11-16,0 0-11 15,0 0-1-15,0 1-2 0,0 0 6 16,3 0 9-16,0 0 18 16,1 1 3-16,0-1-3 15,1 0-7-15,0 0 1 16,2 0 8-16,2-1-6 16,-1 1-7-16,1-1 6 15,1 1-4-15,0 0-4 16,-1 0 0-16,-1 0-6 15,1-1-3-15,-2 0-4 16,-1 0-3-16,1 0-4 16,-1 0-4-16,2 0 5 15,-1 0 5-15,1 0-1 16,0 0-4-16,0-2-5 0,-1 0-2 16,-1 0 1-16,-1 0-1 15,-1 1-1-15,-2 0-4 16,-1 1 1-16,0-1-8 15,-1 1 8-15,0 0-8 16,0 0-1-16,0 0 8 16,0 0-8-16,0 0 0 15,-1 0-28-15,-13 0-92 16,1 0-212-16,-3 0-414 0</inkml:trace>
  <inkml:trace contextRef="#ctx0" brushRef="#br0" timeOffset="20826.3946">7147 5145 360 0,'0'0'545'16,"0"0"-241"-16,0 0-44 16,0 0 3-16,0 0-32 15,0 0-13-15,0 0-72 16,-31-5-29-16,30 6-58 15,1 7-35-15,0 6-9 16,0 5 39-16,0 3 19 16,0 2-33-16,0-1-21 15,2-2-11-15,1-1-8 16,-1-1 0-16,0-2-38 16,-2 0-165-16,0-5-167 0,0-4-320 0</inkml:trace>
  <inkml:trace contextRef="#ctx0" brushRef="#br0" timeOffset="21122.8274">7118 5254 846 0,'0'0'637'16,"0"0"-392"-16,0 0-114 15,0 0-82-15,0 0-19 16,0 0-3-16,0 0-2 15,24-1-11-15,-18 0-5 16,-1 1-7-16,-2-1-1 0,-2 1 1 16,0-1 5-1,-1 0-5-15,0 0 7 0,0 0-8 16,0 1-1-16,0-1-28 16,0 1-39-16,0-2-34 15,-1 2-31-15,-2-1 3 16,0 1-17-16,0 0-58 15,0 0-111-15,2 0-251 0</inkml:trace>
  <inkml:trace contextRef="#ctx0" brushRef="#br0" timeOffset="21794.4091">7133 5241 370 0,'0'0'641'0,"0"0"-357"16,0 0-43-16,0 0-47 16,0 0-38-16,0 0-58 15,0 0-44-15,4 0-13 16,4 0 5-16,3 0-8 16,1-3-15-16,0-2-3 15,1 0-14-15,-1-1-6 0,-2 1-39 16,-2-1-54-1,-3 0-63-15,-2 2-75 0,-1-2 40 16,-2 1 1-16,0 0-17 16,-1 1 96-16,-2-1 106 15,0 1 5-15,1 0 107 16,0 2 81-16,0 0 69 16,1 2 33-16,0 0-70 15,-1 0-82-15,0 8-58 16,0 5 16-16,-1 5 20 15,0 4 8-15,0 0-51 16,2 1-33-16,1-2-22 0,0-2-13 16,0-3-5-16,5-1-133 15,4-3-350-15,-3-6-805 0</inkml:trace>
  <inkml:trace contextRef="#ctx0" brushRef="#br0" timeOffset="23165.9924">7122 5127 469 0,'0'0'786'16,"0"0"-474"-16,0 0 8 15,0 0-73-15,0 0-16 16,0 0-11-16,0 0-59 16,-5-14-45-16,5 14-35 15,-1 5-36-15,0 6-21 16,0 12-5-16,1 2 30 15,0 5 10-15,0 2-16 0,0-3-17 16,0 2-4 0,3-2-7-16,1-2-13 0,-1-4-1 15,-2-3-1-15,1-4-2 16,-1-5 2-16,1-4 0 16,-2-4 1-16,0-2 3 15,0-1-2-15,0-1 7 16,0-8 1-16,0-6-4 15,-1-5-4-15,0-4-1 16,1-2 5-16,0 3-6 16,4 1 1-16,2 3-1 15,2 4 0-15,0 4-5 16,0 2 5-16,1 3 0 16,0 3 0-16,1 3 0 15,0 0 0-15,0 3 0 0,-1 4 8 16,0 3-7-16,-1 2 7 15,-1 1-6-15,-1 1 5 16,-2 2 11-16,-1 0 3 16,-3 1 3-16,1-1 12 15,-1-2 1-15,0 0-2 16,1-3-16-16,0-1 2 16,1-2-7-16,0-3-4 15,1-2-4-15,1-1 6 16,2-2-11-16,2 0 15 15,4-4-10-15,1-4 5 16,3-3-11-16,-2-2-7 0,1-1-51 16,5-5-104-16,-4 3-223 15,-1 2-538-15</inkml:trace>
  <inkml:trace contextRef="#ctx0" brushRef="#br0" timeOffset="23771.684">7654 5062 377 0,'0'0'218'15,"0"0"109"-15,0 0-62 16,0 0-38-16,0 0-6 16,0 0 3-16,0 0-27 15,-13 0-15-15,13 0-25 16,0 0-25-16,0 0-28 16,7 0-9-16,3 1 16 15,3 0-22-15,3 0-27 0,1-1-28 16,3 0-17-16,-1 0-17 15,1-3 1-15,-1 0-1 16,2 0-113-16,-6 1-225 16,-4 2-578-16</inkml:trace>
  <inkml:trace contextRef="#ctx0" brushRef="#br0" timeOffset="24558.3966">7661 5276 884 0,'0'0'579'0,"0"0"-213"16,0 0-64-16,0 0-91 16,0 0-30-16,0 0-90 15,0 0-16-15,-11 20 23 16,9-7-8-16,0 3-23 16,2 2-18-16,0-2-20 15,0-1-13-15,2-2-6 16,3-1-4-16,0-4-5 15,0-3 0-15,0-2-1 16,0-3-21-16,1 0 6 16,-1-6 14-16,2-4-17 0,-2-1-3 15,0 0-2 1,-1 0 22-16,-1 2 1 0,-1 3 1 16,-1 1 5-1,-1 4 9-15,1 1 10 0,-1 0-7 16,1 1-16-16,0 6 5 15,1 2 14-15,1 1-9 16,0 0 13-16,1 1 4 16,1-3-13-16,2-2 7 15,0-2-4-15,0-3 4 16,1-1 1-16,1 0-3 16,0-6-3-16,1-6-6 15,-2-1-6-15,0-3 3 16,-2-3-8-16,-1-1 5 0,-3-2-5 15,-2 0 1-15,0 1-2 16,0 5 0-16,0 4-1 16,0 4-5-16,0 5-15 15,-2 3-51-15,-13 9-154 16,1 6-341-16,-5-1-666 0</inkml:trace>
  <inkml:trace contextRef="#ctx0" brushRef="#br0" timeOffset="26240.8638">8187 5073 377 0,'0'0'31'16,"0"0"-25"-16,0 0 215 15,0 0 37-15,0 0-67 16,0 0-36-16,0 0 0 15,-3 0 9-15,3 0 21 16,0 0-18-16,0 0-24 0,0 0-14 16,0 0-19-1,0 0-6-15,0 0-18 0,8 1 35 16,3 1 19 0,4-1-24-16,5 0-14 0,3-1-29 15,3 0-19-15,1 0-18 16,2-1-9-16,-1-2-15 15,-2 0-5-15,-1 0 20 16,-2 1-4-16,-4 0-7 16,-1 1-4-16,-3 0-4 15,-4 1-7-15,-2 0 5 16,-3-1-4-16,-3 1-1 16,-1 0-1-16,-2 0 1 15,0 0-1-15,0 0-8 16,0 0-39-16,-18 2-65 0,0 4-269 15,-5-1-675-15</inkml:trace>
  <inkml:trace contextRef="#ctx0" brushRef="#br0" timeOffset="28912.2053">8385 5142 976 0,'0'0'254'16,"0"0"-64"-16,0 0-31 15,0 0-22-15,0 0-28 16,0 0-49-16,-6 8 16 15,3 4 47-15,1 2-6 16,0 4-21-16,0 2-7 16,2 4-2-16,0 2 4 15,0 2-5-15,0 2-11 0,0 1-16 16,0 1-8 0,3 0-19-16,0 0-13 0,1-2-10 15,0-2-2-15,0-3-1 16,1-3-5-16,-2-3 8 15,1-3-7-15,-1-2-1 16,-1-3 1-16,0-1-1 16,-2-3 1-16,0-1-1 15,0-3-1-15,0 0 0 16,0-1-4-16,-1-1 4 16,-3 1 1-16,-4-1 0 15,-1 0 0-15,-4 0 0 16,-3 1 0-16,-3-2 0 15,-3 1 0-15,-3-1 0 16,-3 1 0-16,-1 0 0 0,-1-1-1 16,-1 0 0-16,-2 1 1 15,2 0 0-15,-1 1 0 16,1-1-1-16,0 0 1 16,0 0-1-16,-7 0 1 15,-9 2 0-15,-7 1-1 16,-2 1-1-16,2 0 0 15,3 0 1-15,3 0 0 16,1-1 1-16,-4-1 0 16,-3-2 0-16,0 0 0 15,-2-1-1-15,0 0 1 16,4 0-1-16,0 0 0 0,0 0-1 16,1-3 1-1,-1 0 0-15,-1 0 0 0,1-2 0 16,-1 1 0-16,-2 0 1 15,0-2 1-15,-3 1 3 16,0 0-5-16,-3-1-2 16,-1 0 1-16,2 1 0 15,-3 0 0-15,1 0 1 16,0 1 1-16,0 0 0 16,-2 1 0-16,2-1-1 15,-1 0 0-15,0 0 0 16,-2-2-1-16,2 1 1 15,0-2 1-15,3 1-1 16,1-2 1-16,3 0-1 16,1 0 1-16,3 0 0 0,3-2-1 15,1 0 0-15,1 0 0 16,2-2 0-16,8 3 0 16,7 1 1-16,7 1 0 15,1 1 0-15,-2-1-1 16,-2 0 1-16,-4-2 7 15,4 2-8-15,3 1 1 16,4 0-1-16,3 0 1 16,4 3 6-16,3 0 19 15,3 1-14-15,2 1-5 16,1-1-6-16,2 2 1 16,-1 0-1-16,2 0 0 15,-1 0 0-15,1 0 0 0,0-1 0 16,0 1 1-1,0 0-1-15,0 0 8 0,0-2 22 16,-2-2 29-16,1-3-18 16,-1-3-20-16,1-4-10 15,-2-5-1-15,2-3-5 16,0-4 0-16,0-2-6 16,1-3 1-16,0 0-1 15,0 0 1-15,0 2 0 16,3 2 5-16,0 3-5 15,-1 2-1-15,-1 4 1 16,1 1 0-16,-1 4 0 0,-1 1 0 16,0 1 0-1,1 1 5-15,-1 2-4 0,0 1-1 16,0 1 1-16,0 0-1 16,0 2 5-16,0 0 0 15,0 2-5-15,0 0 7 16,0 1 4-16,0 0 1 15,0 1-5-15,0 0-7 16,-1 2-1-16,-4 7-1 16,-2 5 1-16,-2 4 1 15,-1 2-1-15,-1 1 0 16,0-1 1-16,-1-2-1 16,4 0 1-16,-1-6 0 0,3-1-1 15,3-5 0 1,2-2 1-16,0-4-1 0,1 0 1 15,0-5 5-15,0-6-6 16,2-5 0-16,5-4 0 16,3-1 0-16,2 1-1 15,1 3 1-15,2 3-1 16,1 5 0-16,1 6-1 16,0 3 1-16,1 1 0 15,-2 8 1-15,1 3 0 16,-2 2 0-16,-3 1 0 15,0 1 0-15,-4 0-1 16,-2 0-8-16,-2-1-52 16,-2 0-62-16,-2 0-163 15,0-5-273-15,-3-3-521 0</inkml:trace>
  <inkml:trace contextRef="#ctx0" brushRef="#br0" timeOffset="29091.0793">5241 5130 1788 0,'0'0'327'0,"0"0"-152"16,0 0-123-16,0 0-52 15,0 0-183-15,0 0-541 0</inkml:trace>
  <inkml:trace contextRef="#ctx0" brushRef="#br0" timeOffset="35019.685">9792 4876 1167 0,'0'0'252'0,"0"0"-7"16,0 0-32-16,0 0-61 0,0 0-27 15,0 0-32-15,1 3-32 16,6-1 32-16,6 2-28 16,0-1 10-16,5-1-20 15,1 1-14-15,2-2-3 16,1-1-16-16,0 1-10 15,2-1-12-15,-1 1-11 16,13-1-161-16,-5 0-122 16,-2 0-400-16</inkml:trace>
  <inkml:trace contextRef="#ctx0" brushRef="#br0" timeOffset="35403.108">10458 4860 360 0,'0'0'1180'0,"0"0"-809"0,0 0-138 16,0 0-71-16,0 0-11 15,0 0-21-15,0 0-62 16,17 3-4-16,-1-3-20 15,5 0-27-15,4 0-11 16,9 0-6-16,12-5-52 16,-7 2-192-16,-9-1-596 0</inkml:trace>
  <inkml:trace contextRef="#ctx0" brushRef="#br0" timeOffset="36722.9585">9932 4974 1071 0,'0'0'390'0,"0"0"-121"0,0 0 14 16,0 0-57-16,0 0-78 16,0 0-77-16,0 0-39 15,-14 33 17-15,10-8 16 16,1 3 22-16,1 0-22 16,2 0-22-16,0 0-13 15,0-1-12-15,0-2-16 16,0-2 3-16,1-3-5 15,-1-4-7-15,0-3-69 16,0-4-75-16,-2-4-11 16,-4-3-7-16,-2-2-13 15,-2-2-24-15,-1-7-3 16,-2-1 104-16,1-2 66 0,0 0 39 16,2 2 8-16,3 2 81 15,1 2 54-15,3 3 17 16,2 1-17-16,1 2-56 15,0 0-47-15,0 2-25 16,6 6-8-16,3 2 49 16,4 2-13-16,1-1-16 15,3 0-14-15,-1-3-5 16,1 0-7-16,-1-4-1 16,0-1-27-16,-2-3-24 15,-2 0-45-15,0-3 4 16,-2-6 26-16,-2-2-10 15,-1 1 20-15,-3 1 42 16,0 2 14-16,-4 4 38 0,0 3 44 16,-1 0-23-16,-8 9-36 15,0 6 10-15,-4 2 21 16,0 5-18-16,2 0-23 16,3 1-4-16,4-3-9 15,11 1 0-15,8-6-154 16,7-7-404-16</inkml:trace>
  <inkml:trace contextRef="#ctx0" brushRef="#br0" timeOffset="37533.7048">10560 4971 1265 0,'0'0'483'0,"0"0"-220"16,0 0-38-16,0 0-46 16,0 0-64-16,0 0-66 15,0 0-31-15,-5 33 29 16,5-11 47-16,0 2-28 15,0 1-20-15,4-2-6 16,0-1-16-16,-1-1-10 16,-1-1-8-16,-1-1-5 15,0-4-1-15,-1-3 0 16,0-2-14-16,0-4-61 16,-1-3-19-16,-5-3 12 0,-2 0-6 15,-2-8 5 1,0-3-6-16,-1 0 40 0,1-1 33 15,2 3 16-15,1 2 8 16,3 3 38-16,1 2 16 16,1 2-8-16,1 0-27 15,1 3-17-15,0 6 0 16,0 3 17-16,3 3 10 16,3-1-7-16,4 0-6 15,2 0-3-15,1-3-5 16,1-2-4-16,2-3-3 15,-1-3-8-15,-2-3-1 16,-1 0-29-16,-2-4-23 16,-2-5-15-16,-1-1 15 0,-2-2 25 15,-2 0 8-15,-2 1 17 16,0 3-4-16,-1 3 6 16,0 1 28-16,0 4-1 15,-1 0-2-15,-3 5-24 16,-2 4 5-16,0 3 2 15,-2 3-7-15,1 1-1 16,0-1 0-16,2 0-26 16,0 1-99-16,3-3-218 15,-1-5-432-15</inkml:trace>
  <inkml:trace contextRef="#ctx0" brushRef="#br0" timeOffset="40562.5638">11207 4900 814 0,'0'0'546'0,"0"0"-335"16,0 0-30-16,0 0-48 16,0 0-29-16,0 0-30 15,0 0 18-15,33 2 8 16,-15-2-39-16,0 0-20 15,2 0-13-15,0 0-17 0,-1-1-3 16,-2-2-6 0,-1 2-2-16,-6 0-11 0,-1 0-68 15,-4 0-111-15,-5 1-146 16,0-1-239-16,0-1-582 0</inkml:trace>
  <inkml:trace contextRef="#ctx0" brushRef="#br0" timeOffset="40740.0289">11218 4970 198 0,'0'0'773'16,"0"0"-437"-16,0 0-160 0,0 0-54 16,0 0 35-1,38 7-38-15,-17-7-58 0,4 0-31 16,15 0-30-16,-7 0-207 15,-6 0-493-15</inkml:trace>
  <inkml:trace contextRef="#ctx0" brushRef="#br0" timeOffset="44320.524">7811 4448 977 0,'0'0'272'16,"0"0"-136"-16,0 0-16 16,0 0-12-16,0 0 19 15,0 0-6-15,12-40-24 16,-6 32-21-16,4 0-23 15,2-1-8-15,3-2-5 16,3 1-1-16,2-1-11 16,3 1-5-16,3 0-6 15,0 1-6-15,2 0 1 0,2 1 3 16,0 0 0-16,0 2-6 16,1 0 0-16,-2 1 0 15,0 0-1-15,0 2-6 16,0-1 4-16,-1 1-5 15,2 2 0-15,1-1 5 16,0 0-4-16,3 0-1 16,1 1 5-16,2 1-4 15,-1 0-1-15,0 0 1 16,-2 3-1-16,-3 4 0 16,-2 1 6-16,-5 2-6 15,-1 0-1-15,0 2-1 16,-2 1 0-16,0 1 1 15,1 0 1-15,-1 1 0 16,2 2 0-16,-2 1 7 0,0 1-1 16,-2 2 7-16,0 2-14 15,-2 1 11-15,-2 1 1 16,1 0-1-16,-2-1-1 16,0 0 5-16,-1 1-3 15,0-2 0-15,-1 1 1 16,-1 1 2-16,-1-1-2 15,0 2-4-15,0-1 5 16,-2 1-8-16,0 0 1 16,-1 1 8-16,1-1-5 15,-1 1-8-15,-1 1 7 16,-1 0-3-16,1 0 1 0,-2-1 2 16,1-2 2-16,-2-1 1 15,1-2 0-15,-1-1 4 16,1-1-1-16,0-1-5 15,-1 0-2-15,1-2 5 16,-1 0-1-16,0 0 0 16,0 1 1-16,0-2-4 15,1 2 8-15,-1 0-16 16,0 1 11-16,0 1-11 16,1 1 1-16,2 2 14 15,1 0 1-15,1 1-10 16,3-1-1-16,0-3-4 15,2 0 5-15,1-1-7 0,2-1 1 16,0 0 8-16,2-1-9 16,0 1 1-16,-1-1 0 15,3-1 0-15,-1 3 0 16,2-2 1-16,1 0 4 16,0 1-5-16,0-1 0 15,1 0 11-15,1 0-2 16,0 0-8-16,2-1 8 15,1-1 14-15,1-1-3 16,3 0-4-16,-1-2 8 16,2-1-6-16,0-2-4 15,0 0 3-15,1 1 17 16,-2-2-29-16,1-2 1 0,-1 1 5 16,0-1 3-16,2 1-7 15,0-2 1-15,0 0 7 16,-1 0-5-16,1-1-4 15,0 0 10-15,1 0-10 16,0 0-6-16,1 0 12 16,0-1 1-16,-1 0-5 15,2 0 3-15,0 0 1 16,-1-1-4-16,-1-1-7 16,-1-1 8-16,-2 0-4 15,0 0-4-15,0-1 6 16,-4-3 3-16,0 0-10 15,-3-2 5-15,-3 0-5 16,-1 0 8-16,-1-2-1 16,-2-1-7-16,-1 1 5 0,-2 0 0 15,-1 0 0-15,-2 0 0 16,0-2 1-16,0 0-1 16,0-1 0-16,0 0 0 15,1-2-4-15,0 0 5 16,2-1-7-16,-1 1 6 15,1 1-5-15,-2-1 7 16,1 1-7-16,0-1 0 16,-2 0 7-16,1-1-7 15,-2 0-1-15,0-1 0 16,0-1-1-16,-1 0 1 16,0-1 0-16,-2-1 5 0,1-1-4 15,-2 1-1-15,0-1 1 16,1-1 0-16,-1 1 0 15,0-1-1-15,0 1 0 16,1-1 0-16,1 1 1 16,-1-1 0-16,1 1-1 15,1 0 0-15,0 1-1 16,1 1-4-16,0 0 4 16,0 0 1-16,0 0-8 15,1-1 7-15,0 2-7 16,-2-2 2-16,1 1 5 15,-1 1-5-15,-1 0-5 16,-1 3 10-16,-1 1 0 0,0 1 1 16,-1 2 4-16,0 1-4 15,0 1 0-15,-1 1 0 16,-1 0 1-16,1 0-1 16,0 1 1-16,0-1-1 15,0 0 1-15,-1 0-1 16,1 0 0-16,-1-1 0 15,2 1 0-15,-1-2 0 16,0 0 0-16,0 0 0 16,-1-2 0-16,1 0 0 15,-2 2 0-15,1 2 1 16,-2 1 0-16,1 0-1 16,-1 1 1-16,-1 0 0 15,0 3-1-15,0-1 1 16,0 2 0-16,0 0-1 0,0 0-6 15,0 0 6-15,-3 5-8 16,-5 5 8-16,-3 4-7 16,-3 2 7-16,0 2 1 15,-2-1 0-15,0-1-1 16,0-2 1-16,2 0-1 16,2-4 0-16,4-3 0 15,3-2 0-15,3-4 0 16,2-1 1-16,0-1-1 15,1-7 1-15,7-5-1 16,3-4 1-16,3-2-1 16,2 1 1-16,-1 2 1 0,0 1-1 15,-2 5-1-15,-2 3-1 16,0 4 0-16,-3 2 0 16,-1 1 0-16,1 0 0 15,-1 7 0-15,0 3-1 16,2 4 1-16,-2 1 1 15,0 1 0-15,0 0 0 16,-1-1 0-16,0-1 0 16,-1-1 0-16,-1-1-1 15,-1-1-8-15,0-1-36 16,-2-1-71-16,-1 2-60 16,0-2-188-16,-5-3-436 0</inkml:trace>
  <inkml:trace contextRef="#ctx0" brushRef="#br0" timeOffset="44494.8093">11365 5152 1850 0,'0'0'245'16,"0"0"-245"-16,0 0-1 15,0 0-93-15,0 0-474 0</inkml:trace>
  <inkml:trace contextRef="#ctx0" brushRef="#br0" timeOffset="47827.5195">7090 6437 783 0,'0'0'412'0,"0"0"-169"0,0 0-100 16,0 0-53-16,0 0 21 15,50-8 0-15,-26 8-29 16,6 0 16-16,2 0-36 15,2 0-33-15,7 3-5 16,8 1-3-16,9 0 2 16,6-1 8-16,-2-1 3 15,-1-2-4-15,0 0-20 16,3 1 4-16,1-1 15 16,2 1-21-16,-2 1 20 15,-1 1-13-15,0-1 0 16,-3 1 1-16,-2-1-3 15,-1 1-5-15,-1-2 2 16,-1 1 8-16,0 0-11 0,-1-1 8 16,0 0 13-16,-1 0-20 15,0 0-7-15,0 1 20 16,-2 1-9-16,-3-1-10 16,-6 1-1-16,-8 0 0 15,-7-2-1-15,-8 0 7 16,-3-1 12-16,0 0-2 15,1 0-17-15,-2 0 5 16,-4 0-4-16,-4 0 7 16,-2 0-7-16,-2 0-1 15,-2 0 5-15,-1-1-5 16,-1 0-1-16,0 1-20 16,0 0-22-16,-6 0-37 15,-3-2-310-15</inkml:trace>
  <inkml:trace contextRef="#ctx0" brushRef="#br0" timeOffset="47978.6011">9084 6542 1560 0,'0'0'213'0,"0"0"-103"15,0 0-33-15,0 0-77 16,-46-1-11-16,30 7-580 0</inkml:trace>
  <inkml:trace contextRef="#ctx0" brushRef="#br0" timeOffset="49531.483">6968 7092 872 0,'0'0'200'0,"0"0"-93"0,0 0-25 15,0 0-14-15,0 0 3 16,0 0-4-16,0 0 12 15,5-1 21-15,3 1 4 16,2 0-17-16,3 0-21 16,3 0 9-16,5 0 8 15,3 1-24-15,2 2-16 16,1-1-11-16,1 2 5 16,0-2-6-16,0 1-4 15,2-1 5-15,1-1-5 16,2 0-3-16,2 0-3 0,1-1-4 15,0 0 4-15,0 0-3 16,5 0-5-16,6 0 7 16,7 0-8-16,0 0-5 15,-9 0-6-15,-11-1 23 16,-11 1-12-16,0-1-3 16,5 0 10-16,9-1-4 15,0 0-3-15,2 0 3 16,-2 1 0-16,-7 0-8 15,3 1 10-15,-4-1-5 16,-4 1-3-16,-3 0 3 16,-3 0-3-16,-1 0-9 15,-1 0 7-15,-2-2-6 0,1 1 0 16,1 0 5-16,-1 0-4 16,0-1 5-16,1 1 1 15,-1 1-2-15,-2-1 1 16,0 0-5-16,0 0 5 15,-3 0-1-15,2 0-5 16,-1-1 0-16,-1-1 0 16,0 1 0-16,1-1 1 15,-2-1 4-15,1 1-6 16,0 0 2-16,1-1-1 16,0 1 20-16,1-1 3 15,0 1-2-15,2 0-2 16,1 0-7-16,1-1-5 15,0 0-7-15,-2 2 6 16,-2 0-1-16,-3 0-5 0,-3 0 6 16,-2 2-5-16,-3 0 7 15,-1 0-2-15,0 0-6 16,-1 0 1-16,0 0-1 16,0 0 5-16,0 0-5 15,0 0 0-15,0-1-1 16,0 1 1-16,0 0-1 15,0 0 1-15,0 0-1 16,0 0-1-16,-3 0-25 16,-18 1-45-16,2 3-116 15,-2 0-745-15</inkml:trace>
  <inkml:trace contextRef="#ctx0" brushRef="#br0" timeOffset="50469.2879">9791 7052 502 0,'0'0'351'0,"0"0"-143"16,0 0-39-16,0 0-19 15,0 0-10-15,0 0-25 16,0 0 25-16,23 19 5 16,6-14-4-16,15-2-26 0,17-3-21 15,9 0-9-15,5 0-2 16,-2 0 0-16,-2-3-15 16,0 3-7-16,1 0-4 15,-2 0-15-15,-2 0-8 16,-3 0-6-16,-1 0 1 15,0 1-1-15,-1 0-4 16,1-1 21-16,1 0-17 16,-1 0-7-16,-1 0-1 15,0 0-4-15,-3 0 1 16,-3 0-3-16,-7 0 3 16,-4-2 4-16,-10 0-5 0,-7-1-7 15,-9 2-8-15,-1-2 10 16,0 1 5-16,2-1-5 15,-1 0-10-15,-3 0 1 16,-5 1-1-16,-3 1 8 16,-3 0-8-16,-3 0 0 15,-2 1-1-15,-1 0 0 16,0 0 1-16,0 0-1 16,0 0 0-16,0 0-23 15,-5 0-71-15,-3 0-266 16,-4 1-589-16</inkml:trace>
  <inkml:trace contextRef="#ctx0" brushRef="#br0" timeOffset="51500.6545">7644 7628 329 0,'0'0'558'15,"0"0"-254"-15,0 0-107 16,0 0-64-16,0 0 6 0,0 0 29 16,0 0 0-16,41 3-9 15,-2-2-25-15,15 0-2 16,10-1 12-16,3 1-26 15,1 0-20-15,-6-1-11 16,-2 0-31-16,-2 0 3 16,-6 0-23-16,-9 0-5 15,-11 0-16-15,-9 0-9 16,-7 0 0-16,0 0-5 16,-2 0-1-16,-1 0 0 15,-6 0-6-15,-4 0-64 16,-3 0-78-16,-3 0-53 15,-20 0-113-15,-1 0-367 16,-4 0-497-16</inkml:trace>
  <inkml:trace contextRef="#ctx0" brushRef="#br0" timeOffset="51717.4031">7829 7690 1285 0,'0'0'239'15,"0"0"-127"-15,0 0 37 16,0 0 74-16,0 0-10 16,58 12-50-16,-13-12-13 15,16-1-40-15,5-4-46 0,-4 1-21 16,-8 0-22-16,-18 1-15 16,-7 2-6-16,-4-1-69 15,-9 0-211-15,-7 1-601 16</inkml:trace>
  <inkml:trace contextRef="#ctx0" brushRef="#br0" timeOffset="52857.2735">7735 8294 405 0,'0'0'679'16,"0"0"-405"-16,0 0-7 0,0 0 6 15,0 0-84-15,0 0-58 16,29-5 7-16,30 3 18 16,30-1 6-16,17-1-31 15,7-1-32-15,-5 1-47 16,-11 0-20-16,-1 1-8 15,-6 1-14-15,-9-1 2 16,-11 2-6-16,-18-1 0 16,-19 2-4-16,-14-1-2 15,-8 0 0-15,-4 1 0 16,-3 0 0-16,-2 0-2 16,-2 0-9-16,-7 0-5 15,-10 0-137-15,-12 0-145 16,-23 5-27-16,5 2-269 15,-2-2-442-15</inkml:trace>
  <inkml:trace contextRef="#ctx0" brushRef="#br0" timeOffset="53210.3036">7909 8378 909 0,'0'0'319'15,"0"0"-53"-15,0 0 3 16,0 0 12-16,0 0-104 0,0 0-78 16,0 0 49-1,1 11 59-15,24-9-11 0,18-1-63 16,18-1-51-16,12 0-25 16,6-6-14-16,0 1-14 15,-5-1-17-15,2 1 9 16,-2 0-6-16,-4 0-5 15,-6 0 5-15,-8-1-4 16,-13 1-2-16,-13 1-9 16,-11 0-5-16,-5 2 5 15,-3-1 0-15,-1 1 0 16,-4 1-8-16,-6 1-4 16,-6 0-17-16,-43 1-55 15,1 6-483-15,-14-1-747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40:39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11725 1577 1038 0,'0'0'519'0,"0"0"-282"16,0 0-9-16,0 0-141 15,0 0-57-15,0 0 27 16,-18 45 36-16,15-20-23 16,2 2-36-16,-1-1-28 15,2-1-6-15,0-1-61 16,5-5-418-16,1-8-645 0</inkml:trace>
  <inkml:trace contextRef="#ctx0" brushRef="#br0" timeOffset="299.9554">11747 1408 1023 0,'0'0'482'0,"0"0"-236"16,0 0 13-16,0 0-115 15,0 0-51-15,-38-19-53 16,36 27-21-16,2 3 0 16,0-2-11-16,1 0-2 15,7-5 4-15,2-1-9 16,1-3 27-16,-1-4-16 16,1-5 2-16,-4-5-5 15,-3 0 2-15,-4-3-2 0,0 0-8 16,-8 2-1-1,-3 4 0-15,-1 4-19 0,-2 7-15 16,4 2-86 0,6 19-94-16,4-1-111 0,0-1-293 0</inkml:trace>
  <inkml:trace contextRef="#ctx0" brushRef="#br0" timeOffset="499.188">12000 1496 1264 0,'0'0'658'0,"0"0"-496"0,0 0-98 16,-7 46 21-16,6-22-17 16,1 5-37-16,0 0-20 15,6 11-11-15,5-8-139 16,-1-7-572-16</inkml:trace>
  <inkml:trace contextRef="#ctx0" brushRef="#br0" timeOffset="907.813">12099 1532 1640 0,'0'0'375'15,"0"0"-33"-15,0 0-210 16,0 0-77-16,-3 43 65 0,3-5 28 15,0 11-63-15,0 6-45 16,2-1-22-16,-1-3-10 16,-1-12-8-16,0-7 0 15,0-12 0-15,0-8-68 16,0-4-64-16,0-6-29 16,0-2 94-16,-3-9 28 15,-3-20-29-15,-1-16 20 16,0-18 29-16,1-3 19 15,6 4 0-15,0 16 24 16,2 17 32-16,4 10 1 16,3 4-13-16,3 3 4 15,2 0-13-15,3 4-11 0,0 6-12 16,-1 2 3-16,-1 10-3 16,-3 5-3-16,-4 5 7 15,-4 3-7-15,-4 2-7 16,0-1-1-16,-6 1-1 15,-1-4-73-15,-2 0-93 16,4-6-181-16,0-6-451 0</inkml:trace>
  <inkml:trace contextRef="#ctx0" brushRef="#br0" timeOffset="1098.5598">12377 1592 1151 0,'0'0'629'0,"0"0"-395"16,0 0-83-16,0 0-102 15,0 0-27-15,39-11-6 16,-26 9-16-16,3 2-89 16,-2 0-216-16,-7 0-279 0</inkml:trace>
  <inkml:trace contextRef="#ctx0" brushRef="#br0" timeOffset="1253.9673">12343 1674 329 0,'0'0'963'0,"0"0"-606"16,0 0-156-16,0 0-30 0,0 0-60 16,0 0-40-16,55 7-33 15,-27-12-38-15,7-9-108 16,-8 2-389-16,-5-1-1049 0</inkml:trace>
  <inkml:trace contextRef="#ctx0" brushRef="#br0" timeOffset="1456.5518">12508 1491 1362 0,'0'0'336'15,"0"0"-142"-15,0 0-122 16,38 5 17-16,-15 7 13 15,2 4-23-15,0 5-8 16,-3 3-17-16,-6 1-26 16,-6 1-9-16,-9 1-9 0,-3-2-10 15,-14 0 0-15,-19 4-67 16,4-6-224-16,1-5-598 0</inkml:trace>
  <inkml:trace contextRef="#ctx0" brushRef="#br0" timeOffset="2882.011">11430 2139 1348 0,'0'0'349'15,"0"0"-68"-15,0 0-56 16,-42-29-39-16,25 26-25 16,-2 3-50-16,2 4-60 15,0 7-30-15,2 5-3 16,4 2-3-16,4 2-3 15,5-1-2-15,2-2-9 16,5-1 0-16,8-3-1 16,5-5-2-16,2-5-8 0,3-3-5 15,0-10-42-15,-3-7-35 16,-2-12 13-16,-6-13 45 16,-7-11 18-16,-5-6 14 15,-6 3 1-15,-3 12 1 16,1 16 13-16,3 10 3 15,2 7 29-15,0 4 28 16,1 3-19-16,0 4-22 16,1 4-23-16,1 17-9 15,1 13 0-15,11 9 1 16,1-2 0-16,1-9 0 16,-1-11-1-16,-2-7-1 15,4-2-6-15,1-1-1 0,1-2-15 16,-2-5-28-16,-3-4 14 15,-4 0 25-15,-2-6 12 16,-3 0 2-16,-1 1 11 16,-1 1 24-16,-1 3 20 15,0 1-24-15,1 0-24 16,0 3-9-16,0 5 0 16,2 3 0-16,-2 1 0 15,1-1 0-15,-2 0-29 16,0-3-161-16,1-2-286 15,-1-5-251-15</inkml:trace>
  <inkml:trace contextRef="#ctx0" brushRef="#br0" timeOffset="3019.7635">11525 1945 1030 0,'0'0'165'0,"0"0"-74"16,0 0-65-16,0 0-26 15,0 0-38-15,28 44-232 0</inkml:trace>
  <inkml:trace contextRef="#ctx0" brushRef="#br0" timeOffset="3535.5891">11667 2056 1445 0,'0'0'307'0,"0"0"18"0,0 0-154 15,0 0-57-15,0 0-71 16,0 0-19-16,0 0 17 16,-7 38-17-16,7-26 0 15,4 1-11-15,0-3-1 16,0-2-6-16,-1-1-4 16,0-3-1-16,0-3 0 15,-1-1 10-15,0-3 13 16,0-8 10-16,0-6-20 15,0-5-7-15,0-2 2 16,2 1 0-16,0 2 27 16,1 6 7-16,-1 5-3 15,0 6-4-15,0 2-22 0,2 2-4 16,2 0-8-16,4 5 11 16,1 3 1-16,0 2-5 15,1 1 0-15,-4 0 2 16,-1 0-9-16,-3-2 4 15,-2-1-5-15,-1-4 0 16,-2-2 0-16,-1-2 8 16,0-1 6-16,0-9 21 15,0-4-9-15,0-3-3 16,0 0-10-16,0 3-7 16,3 4-5-16,0 4-1 15,0 5-1-15,0 1-5 16,3 4-2-16,2 6 5 15,1 3-17-15,2 2-117 16,10 7-157-16,-3-4-254 16,1-4-293-16</inkml:trace>
  <inkml:trace contextRef="#ctx0" brushRef="#br0" timeOffset="3656.9415">12011 2084 1156 0,'0'0'837'0,"0"0"-558"15,0 0-58-15,0 0-78 16,0 0-58-16,0 0-52 15,0 0-33-15,17-14-12 16,-1 8-227-16,3-5-414 0</inkml:trace>
  <inkml:trace contextRef="#ctx0" brushRef="#br0" timeOffset="4421.5138">12962 1576 848 0,'0'0'499'0,"0"0"-252"0,0 0 40 16,0 0-38-16,0 0-91 15,-3-42-61-15,11 36-47 16,2 2-23-16,2 4-14 16,-1 0 2-16,-1 7 0 15,-2 4-5-15,-2 3-1 16,-3 2-1-16,-3 1-8 16,0-1 2-16,-1-2 8 15,-4-2-10-15,0-3 0 16,3-3 5-16,1-4-4 15,1-1-1-15,0 0 23 16,6 0 3-16,4 2 9 16,4 1 7-16,2 2-14 15,2 2-14-15,0 0-4 0,-3 2 1 16,-1 1-4-16,-5 1 14 16,-4 1-8-16,-5 2-4 15,-2-1 3-15,-10 1 11 16,-5-1-2-16,-4-1-8 15,-2-3-13-15,-3-3-10 16,2-5-89-16,0-10-139 16,7-6-276-16,6-6-460 0</inkml:trace>
  <inkml:trace contextRef="#ctx0" brushRef="#br0" timeOffset="4767.1925">13219 1495 1401 0,'0'0'288'0,"0"0"-96"16,0 0-60-16,0 0 6 15,0 0-42-15,34 40-21 16,-33-23-11-16,-1 0-26 16,-2 1 8-16,-7 1 21 15,-3-1-10-15,-1-3-29 16,-1-3-18-16,3-3-4 15,2-5-4-15,2-4 11 16,2 0 7-16,4-6-10 0,1-3 5 16,0 0 6-1,2 3-20-15,5 2-1 0,1 1 0 16,1 3-1-16,2 0 0 16,0 4 1-16,1 2 0 15,-1 0-1-15,0 2 0 16,3-1-112-16,9 0-32 15,-3-2-416-15,1-5-598 0</inkml:trace>
  <inkml:trace contextRef="#ctx0" brushRef="#br0" timeOffset="4969.8425">13536 1453 1925 0,'0'0'307'0,"0"0"4"0,0 0-174 15,0 0-86-15,0 0-35 16,0 34 21-16,-1-10 16 16,-1 2-26-16,-1 2-14 15,0-2-5-15,-1-3-8 16,-1-3-14-16,-3-2-166 16,2-7-170-16,-1-6-370 0</inkml:trace>
  <inkml:trace contextRef="#ctx0" brushRef="#br0" timeOffset="5154.648">13425 1501 1164 0,'0'0'342'16,"0"0"-205"-16,0 0 112 16,39 28-20-16,-16-12-86 15,4 2-70-15,3 0-21 16,1-1-29-16,0-1-23 15,14-3-37-15,-10-4-331 16,-4-5-802-16</inkml:trace>
  <inkml:trace contextRef="#ctx0" brushRef="#br0" timeOffset="5533.8244">13747 1458 1538 0,'0'0'260'16,"0"0"28"-1,0 0-83-15,0 0-123 0,0 0-54 16,0 0-13-16,38-11-6 16,-27 15-3-16,-2 5 6 15,-4 2-11-15,-5 1 1 16,0 2 0-16,-3 1 4 16,-6-1-5-16,-1 0-1 15,1-4 0-15,1-2 0 16,3-3 1-16,3-3 5 15,2-2-6-15,0 1 6 16,4 0 11-16,6 0 3 16,4 2-6-16,4 2-4 15,2 1 2-15,1 1-4 16,0 2 0-16,-4 1 1 0,-3 1 5 16,-4 1-1-1,-6-1-4-15,-4 1-3 0,-5-2 0 16,-8 0 1-16,-4-1-7 15,-2-2-25-15,-4-7-97 16,6 0-179-16,4-3-509 0</inkml:trace>
  <inkml:trace contextRef="#ctx0" brushRef="#br0" timeOffset="5885.9188">14071 1417 1751 0,'0'0'334'0,"0"0"-55"0,0 0-137 16,0 0-88-16,0 0-38 15,0 0-5-15,0 0-5 16,-3 50 3-16,-6-30 1 16,-2 0 2-16,-3-1-5 15,0-3 1-15,1-3-7 16,1-3 0-16,2-4 0 15,2-4 0-15,3-2 14 16,4-3-3-16,1-4 13 16,0 0 14-16,5 0-15 15,4 2-10-15,0 3-6 0,3 2-7 16,1 0 1-16,4 3-1 16,1 6 1-16,-1-1-2 15,0 2 0-15,0-1-35 16,4-1-167-16,-4-2-327 15,-3-4-693-15</inkml:trace>
  <inkml:trace contextRef="#ctx0" brushRef="#br0" timeOffset="6105.9493">14427 1392 1726 0,'0'0'607'0,"0"0"-396"15,0 0-49-15,0 0-108 16,0 0-28-16,0 0 28 16,-5 50 9-16,2-25-30 15,-2 3-17-15,-1 0-7 0,-2-3-8 16,-2-1-1-16,-1-4-90 16,-6-6-180-16,3-6-286 15,1-5-371-15</inkml:trace>
  <inkml:trace contextRef="#ctx0" brushRef="#br0" timeOffset="6295.0209">14285 1430 1418 0,'0'0'588'0,"0"0"-420"16,0 0-55-16,0 0-9 0,0 0 39 15,53 25-45-15,-28-11-30 16,2 0-35-16,0 2-22 15,-1-2-11-15,-1-3-1 16,9 1-102-16,-4-5-372 16,-4-4-728-16</inkml:trace>
  <inkml:trace contextRef="#ctx0" brushRef="#br0" timeOffset="6719.6524">14778 1357 1896 0,'0'0'302'0,"0"0"-87"16,0 0-37-1,0 0-108-15,0 0-46 0,0 0-15 16,56-14-8-16,-36 22-1 16,-3 2-1-16,-6 0-7 15,-5-1 7-15,-4 0 1 16,-2 0-1-16,-2-1 1 15,-5 2 0-15,-3-2-1 16,0-2 1-16,2-1 0 16,2-1-5-16,2-1 5 15,3-3 1-15,1 1 11 16,0-1 17-16,0 0 18 0,4 2-18 16,5 2-11-1,1 1 0-15,3 3 0 0,-1 2 3 16,2 1-2-16,-4 2-4 15,-1 0-1-15,-4 0-2 16,-5 0 7-16,0-1 2 16,-11 0 6-16,-7-2 14 15,-13 2-7-15,-12-4-19 16,-14-3-15-16,-7-2-3 16,13-3-192-16,6 0-580 0</inkml:trace>
  <inkml:trace contextRef="#ctx0" brushRef="#br0" timeOffset="10264.3993">13095 1214 418 0,'0'0'1074'16,"0"0"-827"-16,0 0 10 16,0 0-55-16,0 0-106 15,0 0-63-15,-13 13-23 0,13 8 5 16,2 6 3 0,2 2 3-16,0-1-4 0,1-3-5 15,-1-2-4-15,0-3-8 16,0-6 2-16,-1-3-1 15,-1-4 1-15,-1-5-1 16,1-2 6-16,-1 0 6 16,2-8 45-16,2-6-17 15,1-2 2-15,2-1-3 16,-1 1-3-16,1 2-9 16,-1 7-18-16,-1 5-10 15,1 2-1-15,-1 11-5 16,3 4 5-16,7 11-60 15,-2-5-147-15,3-2-442 0</inkml:trace>
  <inkml:trace contextRef="#ctx0" brushRef="#br0" timeOffset="11065.5576">13805 1172 842 0,'0'0'791'0,"0"0"-469"0,0 0-16 15,0 0-100-15,0 0-74 16,0 0-74-16,0 0-34 15,-20 23 6-15,16-6-6 16,1 0-8-16,2-1-7 16,1-1-1-16,0-2-7 15,2-4 1-15,3-2-2 16,-1-3 0-16,2-4 0 16,1 0 0-16,2-6 1 15,-2-3 5-15,0 0-4 0,0 0-1 16,-3 1 0-16,0 2 5 15,-3 3 5-15,1 2 16 16,-1 1-6-16,0 0-11 16,1 5-10-16,2 4 6 15,2 2 0-15,-1 0-4 16,4-1 5-16,0-2-6 16,-1-2 21-16,3-3-2 15,0-3 2-15,1-1 4 16,1-8-7-16,0-4-5 15,-2-2-8-15,-2-4-5 16,-4-4 9-16,-2 0-5 16,-3-2-5-16,0 2-56 0,-14 7-74 15,0 6-189 1,0 6-571-16</inkml:trace>
  <inkml:trace contextRef="#ctx0" brushRef="#br0" timeOffset="11711.6524">14846 998 1113 0,'0'0'317'0,"0"0"-36"0,0 0-46 16,0 0-57-16,0 0-49 16,0 0-35-16,0 0-29 15,-47-6 0-15,36 16 20 16,-1 3 13-16,3 3-16 16,1 0-9-16,5 1-7 15,3-1 6-15,0-1 3 16,9-1-4-16,5-3 4 0,6-2-27 15,4-2 0 1,2-3-13-16,2-4-14 0,-1 0-7 16,-2 0-8-16,-1-4-5 15,-5-2-1-15,-5 2-33 16,-14 4-142-16,0 1-383 16,-14 5-575-16</inkml:trace>
  <inkml:trace contextRef="#ctx0" brushRef="#br0" timeOffset="13971.0946">12073 2463 867 0,'0'0'318'0,"0"0"-81"16,0 0 13-16,0 0 14 16,0 0-51-16,-45-15-31 15,27 15-31-15,-3 6-15 16,-2 8-26-16,-2 10 8 15,4 1-29-15,5 5 1 0,5 2-12 16,9-3-35-16,2 1-17 16,4-1-7-16,10-4-7 15,6-2-3-15,1-6-8 16,1-4 0-16,-2-6-1 16,-1-5-18-16,-4-2-5 15,-3-8 8-15,-3-5-9 16,-2-3 5-16,-5-1 2 15,-2-2 10-15,-1 0-11 16,-9 2-12-16,-2 3-7 16,-2 4-5-16,-1 6 3 15,1 3-39-15,1 1-14 16,1 4-45-16,5 4-49 0,7 2-76 16,5-2-290-1,6-2-261-15</inkml:trace>
  <inkml:trace contextRef="#ctx0" brushRef="#br0" timeOffset="14426.1719">12216 2437 1493 0,'0'0'505'0,"0"0"-283"15,0 0-4-15,0 0-95 16,0 0-62-16,0 0-34 0,-8 34 53 15,4-9 13-15,-1 1-41 16,-1-1-10-16,1-1-8 16,0-1-13-16,2-3-9 15,1-4-10-15,1-4-1 16,1-4 1-16,0-3-1 16,3-2-1-16,5-3-13 15,2 0-16-15,4-4-16 16,1-3-29-16,2-3-22 15,0-1-38-15,-2-2 23 16,-2-2 2-16,-2 1 46 16,-5 1 42-16,-2 0 21 15,-2 5 2-15,-2 1 41 16,0 4 13-16,0 3 23 16,0 0-39-16,0 7-28 0,0 5 4 15,0 7 64-15,0 1 11 16,3 2-38-16,3 0 14 15,2-1-36-15,1-1-14 16,3-4-17-16,11-4-119 16,-4-4-232-16,1-6-568 0</inkml:trace>
  <inkml:trace contextRef="#ctx0" brushRef="#br0" timeOffset="15023.0962">12846 2232 1974 0,'0'0'355'16,"0"0"-131"-16,0 0-26 16,0 0-132-16,0 0-38 15,-11 60 36-15,19-4 11 16,0 5-8-16,0 1-11 15,-1-7-14-15,-2-9-14 16,1-3-7-16,-2-9-4 16,1-10-8-16,-1-8-3 15,-1-6-6-15,0-2-7 16,0-4-29-16,1-3-8 0,0-2 26 16,2-12 12-16,-2-7-18 15,-1-8-13-15,-3-12-2 16,-1 4 12-16,-7 3 3 15,-5 8 23-15,-1 9-7 16,-4 3 8-16,-2 2-1 16,1 4 1-16,2 4 1 15,5 3-1-15,5 0-1 16,7 0-18-16,1 5-56 16,19 0 15-16,16-3 11 15,13-2-19-15,0 0-20 16,-7-6-16-16,-16-1 20 15,-8 1 50-15,-3 0 9 0,0-2 17 16,-2 2 8 0,-7 1 31-16,-2 2 58 0,-3 3 24 15,0 0-29-15,0 2-46 16,0 8-14-16,2 3 42 16,-1 2-17-16,0 1-23 15,-1 0-16-15,0-2-4 16,-1-2-6-16,0-4-79 15,0-7-174-15,0-1-345 16,-2-3-579-16</inkml:trace>
  <inkml:trace contextRef="#ctx0" brushRef="#br0" timeOffset="15175.5966">13066 2259 776 0,'0'0'776'0,"0"0"-565"0,0 0-53 15,0 0-115-15,0 0-36 16,0 0-7-16,32 36-72 16,-16-18-282-16,-1-1-537 0</inkml:trace>
  <inkml:trace contextRef="#ctx0" brushRef="#br0" timeOffset="15384.5162">13204 2271 1773 0,'0'0'353'0,"0"0"-131"0,0 0-145 15,0 0-6 1,0 0 79-16,20 54-32 0,-8-28-25 16,-2 2-40-16,0-1-30 15,-3 0-14-15,-2-1-9 16,-2 3-60-16,-1-6-311 15,-1-8-688-15</inkml:trace>
  <inkml:trace contextRef="#ctx0" brushRef="#br0" timeOffset="15613.9417">13380 2209 1960 0,'0'0'339'0,"0"0"-41"0,0 0-188 15,0 0-66-15,0 0 0 16,24 44 34-16,-11-18-21 16,-1 3-27-16,-1 1-21 15,-3 2 1-15,-4-4-9 16,-2-4-1-16,-2-5-60 16,0-4-151-16,-3-10-110 15,-2-4-286-15,1-1-419 0</inkml:trace>
  <inkml:trace contextRef="#ctx0" brushRef="#br0" timeOffset="15779.2595">13328 2340 1287 0,'0'0'483'0,"0"0"-351"16,0 0-22-16,0 0-28 15,0 0-40-15,46-3-18 16,-17 2-10-16,5-1-14 15,11-4-155-15,-13 2-350 16,-2-1-649-16</inkml:trace>
  <inkml:trace contextRef="#ctx0" brushRef="#br0" timeOffset="16748.9577">13572 2256 1213 0,'0'0'257'0,"0"0"-100"0,0 0-50 15,0 0-39 1,0 0-24-16,0 0 25 0,0 0 10 16,5 27-31-16,8-23-30 15,0-1-9-15,1-3-9 16,0 0 0-16,-1-3-28 16,-2-5 2-16,-2-2 17 15,-2-1 9-15,-5-2 6 16,-1 1 60-16,-1 1 55 15,0 1 13-15,-4 3 47 16,-1 4-18-16,-1 2-50 16,0 1-50-16,0 5-33 0,-2 7-16 15,1 5-3 1,3 3-2-16,2 1-3 0,2 2-5 16,4-2 6-16,6-1-6 15,3-6-1-15,2-2 0 16,0-8-24-16,1-4-37 15,-2-1-25-15,-1-11-40 16,-1-3 28-16,-1-5 57 16,0 0 20-16,-3-2 16 15,1 1 5-15,-1 1 48 16,-2 5 35-16,-1 3 35 16,-2 5-21-16,-2 4-3 15,0 2-36-15,1 1-34 0,1 5-22 16,1 6 5-1,1 3-5-15,3 1 7 0,2 2-2 16,0-3-7 0,2-1 1-16,1-4 5 0,1-3-6 15,1-4-5-15,0-2-13 16,0-2-40-16,0-6-44 16,-2-3-2-16,0-2 19 15,-2-1 33-15,-2-3 37 16,-2 1 14-16,-2 0 1 15,-2 1 1-15,-2 3 5 16,-1 2 4-16,0 5-1 16,0 1-3-16,0 4-6 15,0 0 0-15,0 0-10 16,2 5-5-16,3 0-33 0,2 2-35 16,4-2-40-16,2-2-49 15,5-3-104-15,0 0-10 16,2 0 110-16,-1-8-155 15,-4-2 3-15,-2-4 218 16,-4-2 110-16,-3-2 280 16,-1 1 21-16,-3-1-41 15,-2 5 40-15,0 4-21 16,0 4-69-16,0 4-5 16,-4 1-83-16,-2 6-75 0,-1 6-23 15,1 2 0 1,2 2-5-16,3 2 10 15,1-1 2-15,2 1 3 0,6-2-2 16,3-2-10 0,1 0-1-16,2-2-12 0,-1 1-8 15,0-3 8-15,-4 0-3 16,-2-1-6-16,-5 1 6 16,-2-2-4-16,-7 2-2 15,-16 2-8-15,-25 4-119 16,3-2-181-16,-3-3-556 0</inkml:trace>
  <inkml:trace contextRef="#ctx0" brushRef="#br0" timeOffset="20076.1159">12423 2994 1136 0,'0'0'288'0,"0"0"-125"16,0 0 102-16,0 0-14 15,0 0-117-15,-43-23-78 16,29 30-25-16,-2 6-5 15,0 3 17-15,3 1 38 16,5-1-27-16,6-3-25 0,2-2-5 16,6-2 6-1,8-1-3-15,5-2-5 0,3 1-1 16,0 0-5 0,0 0-8-16,-4 1-8 0,-4 1 2 15,-5-1 4-15,-6 2 0 16,-3 0 1-16,-1 1 4 15,-10 1-10-15,-3 1 7 16,-4-3-8-16,-1 0 0 16,-1-4-11-16,0-2-93 15,3-2-85-15,4-3-67 16,6-6-275-16,4-1-330 0</inkml:trace>
  <inkml:trace contextRef="#ctx0" brushRef="#br0" timeOffset="20258.9496">12477 3044 1194 0,'0'0'316'16,"0"0"-102"-16,0 0 38 15,0 0-29-15,36 37-89 16,-25-20-63-16,-1 1-30 16,-2-1-21-16,-2-2-14 15,0-3-6-15,-4-2-112 16,-2-8-224-16,0-2-146 15,0-1-657-15</inkml:trace>
  <inkml:trace contextRef="#ctx0" brushRef="#br0" timeOffset="20394.1909">12503 2929 876 0,'0'0'208'15,"0"0"-111"-15,0 0-68 16,0 0-29-16,48 14-48 15,-26-4-205-15,-4 2-639 0</inkml:trace>
  <inkml:trace contextRef="#ctx0" brushRef="#br0" timeOffset="20797.8241">12625 3000 978 0,'0'0'363'0,"0"0"-177"16,0 0-98-16,0 0 6 15,0 0-35-15,0 0 18 16,0 0-17-16,23 10 0 16,-14-6 15-16,1 0-21 15,0 0-2-15,0 2 14 16,0 0-23-16,-1 0-5 16,0 2-4-16,-3 0-5 15,0 1-6-15,-1 3 7 16,0 0 7-16,0 2-4 15,-1 0-1-15,0 0 4 16,1 1 7-16,-2-1-7 16,-1 0-15-16,-2 0-3 15,0-2-11-15,-1-1 4 16,-6-1-4-16,-3-2 5 0,-2-4 0 16,-1-3-3-1,1-1 3-15,1-8-5 0,2-5-1 16,4-4-6-16,2-1 0 15,3 0-30-15,0 2-50 16,8 2-70-16,10-3-65 16,-1 4-173-16,0 2-276 0</inkml:trace>
  <inkml:trace contextRef="#ctx0" brushRef="#br0" timeOffset="21166.1923">12830 2975 1147 0,'0'0'264'0,"0"0"-129"16,0 0-55-16,0 0 13 15,0 0 23-15,0 0-6 16,0 0-37-16,9 37-35 16,0-35-15-16,-2-2-8 15,3 0-3-15,0-5-2 16,-1-4-8-16,2-3 11 15,-2 0-12-15,-2-2 7 16,-2 1-7-16,-2 0 13 16,-3 3 42-16,0 4 46 15,0 2 6-15,-1 4 5 0,-4 0-60 16,-3 9-33-16,0 4 0 16,0 3 24-16,1 2-13 15,3 0-16-15,4 1-9 16,0-2 0-16,7-1-6 15,6-2-1-15,3-5-105 16,11-6-118-16,-5-3-292 16,-2-3-365-16</inkml:trace>
  <inkml:trace contextRef="#ctx0" brushRef="#br0" timeOffset="21328.9496">13086 2930 1038 0,'0'0'634'15,"0"0"-353"-15,0 0-139 16,0 0-80-16,0 0-37 0,0 0-10 16,0 0-9-16,49-1-6 15,-23 1-44-15,-5-1-193 16,-5 1-398-16</inkml:trace>
  <inkml:trace contextRef="#ctx0" brushRef="#br0" timeOffset="21487.1191">13083 3034 1365 0,'0'0'265'15,"0"0"-22"-15,0 0-140 16,0 0 14-16,0 0-39 0,0 0-36 16,77-8-42-16,-20-10-21 15,-5 2-242-15,-8 0-141 0</inkml:trace>
  <inkml:trace contextRef="#ctx0" brushRef="#br0" timeOffset="21915.3576">13531 2806 1572 0,'0'0'295'0,"0"0"-12"15,0 0-156-15,0 0-47 16,0 0-27-16,0 0-26 0,52-28 2 16,-38 28-2-16,-2 0-6 15,-4 2-6-15,-3 5-5 16,-4 3-4-16,-1 2-4 16,0 2-1-16,-7 0 1 15,0 0 6-15,0-3-6 16,2-1-1-16,3-4-1 15,2-3 0-15,0-1 0 16,6-1 0-16,6-1 0 16,4 2 1-16,3 0 1 15,3 0 4-15,0 2-6 16,0 1 0-16,-4 1 0 16,-4 1 8-16,-6 1-7 15,-8 1 8-15,0-1-3 0,-11 2 11 16,-6-2 3-16,-3 2-6 15,-2-4-13-15,0 0-1 16,-1-2-106-16,7-1-155 16,6-3-330-16</inkml:trace>
  <inkml:trace contextRef="#ctx0" brushRef="#br0" timeOffset="22154.7541">13955 2699 1982 0,'0'0'327'0,"0"0"-54"0,0 0-179 15,0 0-34 1,0 0 25-16,2 47 0 0,-1-22-31 16,-1 5-27-16,0 0-17 15,0 1-4-15,-1-2-5 16,-4-3-1-16,0-4-66 15,-5-3-140-15,2-7-110 16,-1-5-372-16</inkml:trace>
  <inkml:trace contextRef="#ctx0" brushRef="#br0" timeOffset="22322.3615">13851 2811 1558 0,'0'0'546'0,"0"0"-367"15,0 0-79-15,0 0-32 16,38 2 22-16,-12 4-40 16,2-2-30-16,1 1-20 15,9-2-56-15,-10-1-234 16,-5-2-658-16</inkml:trace>
  <inkml:trace contextRef="#ctx0" brushRef="#br0" timeOffset="22743.3438">14166 2677 791 0,'0'0'1276'0,"0"0"-1089"0,0 0 3 16,0 0-127-16,0 0-9 16,54-23-23-16,-33 23-11 15,-2 5-6-15,-4 4-6 16,-6 0-7-16,-5 2 7 15,-4 1-7-15,0 1-1 16,-7 0 1-16,-2-1-1 16,1-2-1-16,0-2-5 15,4-3 6-15,1-3 1 16,3-1 0-16,0-1 17 16,0 0 2-16,5 0-7 15,4 2-1-15,3 0-3 16,2 2 4-16,1 1-5 0,1 2-1 15,-1 0-1-15,-3 1-4 16,-2 2 5-16,-6-1-6 16,-4 0 0-16,0 1 7 15,-4 0-2-15,-6-1 4 16,-3-1-9-16,-2-3 5 16,1-1-6-16,0-3 0 15,-1-1-76-15,4-3-121 16,2-4-346-16</inkml:trace>
  <inkml:trace contextRef="#ctx0" brushRef="#br0" timeOffset="22905.7288">14548 2744 2163 0,'0'0'276'16,"0"0"-67"-16,0 0-152 15,0 0-57-15,0 0-299 16,0 0-848-16</inkml:trace>
  <inkml:trace contextRef="#ctx0" brushRef="#br0" timeOffset="27698.4177">14715 2558 35 0,'0'0'112'16,"0"0"-48"-16,0 0-11 16,0 0 1-16,0 0-4 15,0 0-41-15,5-2 38 16,-3 2-47-16,-1 0 9 15,0 0-3-15,0 0-6 0,0 0 0 16,-1 0 156-16,0 0-55 16,0 0-5-16,0 0-6 15,0 0 5-15,0 0-12 16,0 0-4-16,0 0 14 16,0 0-5-16,0 0-2 15,0 0-11-15,0 0-14 16,0 0-3-16,0 0-12 15,0 0 0-15,0 0 7 16,0 0-5-16,0 0 2 16,0 0-11-16,0 0 4 15,0 0-1-15,0 0 4 16,0 0 3-16,0 0 0 16,0 0 2-16,0 0-2 15,0 0-3-15,0 0-6 0,0 0-6 16,0 0 1-16,-1 0-8 15,-1 2-8-15,0 0-7 16,-3 3 8-16,0 1 29 16,-2 1 6-16,0 0-12 15,0 1-3-15,-2 0-6 16,1 1-8-16,0-1-6 16,0 1-5-16,-1 0 3 15,1 0-4-15,0-1-4 16,1-1-1-16,0 0-8 0,1 0 8 15,1 0-9 1,-1-1 0-16,1 0 1 0,1 0 0 16,-1-1-1-16,2-1-34 15,0 1-118-15,3-2-125 16,-2-1-399-16</inkml:trace>
  <inkml:trace contextRef="#ctx0" brushRef="#br0" timeOffset="28396.7357">14591 2539 20 0,'0'0'661'15,"0"0"-298"-15,0 0-81 0,0 0-54 16,0 0-8-16,0 0-9 16,0 0-32-16,-2-7-20 15,2 7 2-15,0-1-11 16,0 1-37-16,0 0-25 15,0 0-24-15,2 0-32 16,5 3 20-16,3 4 24 16,2 2-4-16,2 2-16 15,0 1-7-15,0 2-10 16,0 0 3-16,-1 0-9 0,-1 0-3 16,-1-1 1-1,-1 0-5-15,-1-1 5 0,0-1-2 16,-1-2-14-16,0-1-5 15,0 1-1-15,-1-1-3 16,0 1-5-16,0-1 13 16,0 1-8-16,-1-2 0 15,-1 1-5-15,0-3 1 16,-2-1-2-16,-1-2 0 16,0 0 1-16,-1 0 0 15,-1-2 0-15,1 0 0 16,-1 0-1-16,0 0-1 15,0-2-60-15,0-3-141 16,0-2-509-16</inkml:trace>
  <inkml:trace contextRef="#ctx0" brushRef="#br0" timeOffset="30048.78">14957 2480 208 0,'0'0'543'0,"0"0"-283"16,0 0-1-16,0 0-50 15,0 0-49-15,0 0-24 16,0 0-12-16,1-14-20 0,5 11-11 15,0 0 1 1,2-1-11-16,2 1-8 0,1 0 1 16,0 1-14-16,1-1-5 15,-1 3-16-15,-1 0-9 16,0 0-12-16,-1 0-9 16,-3 4-5-16,0 3 0 15,-1 0 1-15,-2 2-6 16,-1 0 5-16,-2 0 0 15,0 0-4-15,0 0 4 16,-2-1-6-16,-3-1 7 16,0 0-6-16,-1-2 0 0,-1 0 5 15,0-2-5 1,-1 1 0-16,2-3 1 0,-1 1 4 16,2-1-6-16,0-1 1 15,2 0 1-15,1 0-1 16,2 0 5-16,-1 0-5 15,1 0 5-15,0 0 9 16,0 0 10-16,0 0 2 16,2 0-15-16,3-1-3 15,3 0-3-15,2 0 4 16,1 1 2-16,2 0 0 16,1 0 3-16,0 3 3 15,-1 2 7-15,0 1 1 16,-2 1 4-16,-3 1-11 0,-1 1-1 15,-3 0-4-15,-1 0 5 16,-2 1 3-16,-1 0-2 16,0-2 10-16,0 1-2 15,-4-1 8-15,0-3-4 16,-1 0 1-16,0-1-5 16,1 0 8-16,-1-2-8 15,-1-1-2-15,1 1-7 16,-1-1-1-16,1 0-6 15,-2-1 2-15,1 0 1 16,0 0-5-16,-1 0 4 16,-1 0-2-16,2 0-5 15,-1 0-1-15,0 0 2 16,1 0-7-16,1 0 1 0,1-1 4 16,1 1-6-16,2-1 1 15,0 0 0-15,1 1 0 16,0 0-1-16,0 0 0 15,0 0 0-15,0 0-16 16,0 0-58-16,-3 0-84 16,-2 1-384-16,-1 2-853 0</inkml:trace>
  <inkml:trace contextRef="#ctx0" brushRef="#br0" timeOffset="34131.114">14957 2286 838 0,'0'0'187'0,"0"0"-84"15,0 0 46-15,0 0 18 16,0 0-25-16,0 0 3 16,0 0 11-16,0 0-1 15,0 0 19-15,0-3-16 16,0-3-11-16,2-4-20 16,-1-2-15-16,1-4-27 15,-1-5 3-15,0-8-27 0,-1-11-16 16,2-10-17-16,-1-5-4 15,-1 0-10-15,0 4-8 16,0 4-5-16,0 3 5 16,0 6 0-16,0 10-5 15,-1 8 7-15,-1 5-7 16,0 0 5-16,0-1-5 16,-1 1 7-16,0 3-7 15,1 4 0-15,1 2 0 16,0 2 1-16,-1 1-1 15,1 1 1-15,0 0-2 16,-1 1 0-16,2-1-5 16,-2 0-7-16,1 0-2 15,-1 0 5-15,0 0 8 16,1 0-1-16,0 0 1 0,0 1 0 16,0-1 1-16,-1 1 0 15,2 0 0-15,-2 1 0 16,0 0 0-16,-5 7 0 15,-3 5-1-15,-3 4 1 16,-2 4-1-16,-2 1 0 16,3 1 1-16,0-3-1 15,3-1 1-15,2-4 0 16,4-3 0-16,1-5 0 16,3-3 0-16,1-3 2 15,0 0 4-15,0-6 9 0,4-8-6 16,4-2-8-1,4-3 0-15,1-2 0 0,2 3 1 16,1 2-1-16,0 4 1 16,-1 4-1-16,1 4 0 15,0 4 0-15,0 0-1 16,0 4 0-16,0 6-1 16,-2 2-5-16,-1 2 4 15,-3 2-29-15,-3 0-68 16,-2 7-138-16,-3-2-251 15,-2-6-292-15</inkml:trace>
  <inkml:trace contextRef="#ctx0" brushRef="#br0" timeOffset="34335.8172">15140 1666 1877 0,'0'0'381'0,"0"0"-80"16,0 0-89-16,0 0-87 16,0 0-47-16,0 0-51 15,0 0-27-15,-14 4-2 16,3 2-147-16,1-1-389 16,-2-4-930-16</inkml:trace>
  <inkml:trace contextRef="#ctx0" brushRef="#br0" timeOffset="36002.3283">13346 3663 383 0,'0'0'71'0,"0"0"685"16,0 0-456-16,0 0-39 0,0 0-35 15,0 0-15 1,-23-9-20-16,16 9-20 0,-3 0-64 15,-3 6-23-15,-2 6 2 16,0 5-2-16,1 4-6 16,3 2-10-16,4 2-9 15,5 0-22-15,2-1-13 16,8-3-7-16,7-3-10 16,4-4-7-16,3-6 5 15,1-5-4-15,0-3 2 16,0-5-3-16,-3-8 0 15,-4-4-10-15,-3-3-10 16,-6-4 14-16,-4-1-7 16,-3-3 4-16,-3 1 1 15,-8 2-22-15,-2 2 5 0,-3 7 4 16,-2 6-5-16,0 5 4 16,2 3-24-16,-1 2-53 15,4 3-55-15,10 9-103 16,3-1-246-16,0-1-184 0</inkml:trace>
  <inkml:trace contextRef="#ctx0" brushRef="#br0" timeOffset="36237.0679">13514 3520 1832 0,'0'0'297'16,"0"0"-35"-16,0 0-55 0,0 0-116 16,0 0-50-16,0 0-9 15,-6 50 23-15,6-21-27 16,0 1-16-16,2 1-4 16,2-2-8-16,4 9-28 15,-1-6-187-15,0-6-373 0</inkml:trace>
  <inkml:trace contextRef="#ctx0" brushRef="#br0" timeOffset="36489.2789">13679 3633 1825 0,'0'0'525'15,"0"0"-177"-15,0 0-114 16,0 0-77-16,0 0-53 15,0 0-56-15,0 0 22 16,29 44 3-16,-17-18-10 16,2 3-22-16,-3 0-14 15,-2 2-18-15,-5 0-8 16,-3 0-1-16,-1 1 0 16,-5 0-32-16,-4-3-112 15,-3-4-122-15,2-8-388 0,3-9-217 16</inkml:trace>
  <inkml:trace contextRef="#ctx0" brushRef="#br0" timeOffset="36747.3501">13725 3628 1362 0,'0'0'516'16,"0"0"-202"-16,0 0-40 15,19-43-54-15,-7 36-90 16,3 4-72-16,1 3-27 15,2 0-10-15,-1 5-1 16,-2 4 1-16,-3 2-2 16,-5 2-5-16,-4-1 1 15,-3 1-3-15,-2 0-5 16,-9-1 2-16,-3 1-8 0,-6-3 6 16,-3-2-7-16,-1-4-50 15,-10-2-119-15,7-2-183 16,4-2-422-16</inkml:trace>
  <inkml:trace contextRef="#ctx0" brushRef="#br0" timeOffset="36905.5093">13923 3592 1058 0,'0'0'1107'16,"0"0"-938"-16,0 0-18 15,0 0-100-15,0 0-51 0,0 0-159 16,0 0-497-16</inkml:trace>
  <inkml:trace contextRef="#ctx0" brushRef="#br0" timeOffset="42121.528">9811 5766 519 0,'0'0'1036'16,"0"0"-698"-16,0 0-65 15,0 0-15-15,0 0-10 16,0 0-120-16,-12-15-78 15,12 43-37-15,1 15 48 16,3 6 1-16,2-1-22 16,-1-5-20-16,-1-11 3 0,-1-8-2 15,-2-7-13-15,1-4-7 16,-1-1 5-16,1-2-5 16,0-3 5-16,-1-7-5 15,2-3 9-15,2-16-9 16,1-3 6-16,4-5-6 15,1 0 0-15,0 6 6 16,2 5-7-16,-1 6 0 16,1 8 0-16,1 2 0 15,2 9-9-15,0 6 9 16,2 2 0-16,0 3 0 16,0 0 0-16,2-2-8 15,2-2-101-15,21-5-173 0,-7-6-326 16,1-3-686-16</inkml:trace>
  <inkml:trace contextRef="#ctx0" brushRef="#br0" timeOffset="42730.2162">10673 5830 948 0,'0'0'572'0,"0"0"-244"15,0 0 4-15,0 0-10 16,0 0-43-16,0 0-124 15,0 0-71-15,2 6-38 16,-1 12 23-16,0 5 14 16,1 1-34-16,2 1-23 15,0-2-10-15,1-3-5 16,1-5-10-16,1-4 10 16,0-5-11-16,1-6 0 15,3-1-15-15,0-11-11 16,2-6-14-16,0-5-11 0,-2-1 30 15,0 0 19-15,-2 4 1 16,-3 6 1-16,-1 4 1 16,-2 6 5-16,-1 4 4 15,-1 3-8-15,1 9 19 16,2 4 9-16,1 3 6 16,1 1-9-16,1 0-8 15,1-4-6-15,0-4-12 16,1-4 16-16,0-5-10 15,3-3 7-15,1-4-4 16,2-8 13-16,1-5-13 16,-2-4-9-16,-1-4 8 15,-2-2-9-15,-4-1 8 0,-3 3-8 16,-4 2-1 0,0 7-47-16,-11 6-79 0,1 4-339 15,-1 0-557-15</inkml:trace>
  <inkml:trace contextRef="#ctx0" brushRef="#br0" timeOffset="44104.0542">13345 4097 1001 0,'0'0'609'15,"0"0"-383"-15,0 0 65 0,0 0-24 16,0 0-25 0,0 0-90-16,0 0-80 0,-12-21-46 15,12 33-16-15,0 5-4 16,3 5 3-16,1 2-2 16,2 1-1-16,-3 0-5 15,0-2 0-15,-3 0-1 16,0-2-22-16,0-4-108 15,-6-3-67-15,-1-3 19 16,-1-6 49-16,-2-5 60 16,1 0 38-16,0-8 20 15,0-3 10-15,2-4 1 16,1 0 46-16,2 3 39 16,1 2 16-16,2 4 31 0,1 4-13 15,0 2-55-15,0 0-43 16,3 6-9-16,7 4 20 15,1 2 21-15,3 1-15 16,3 1-23-16,1 0-6 16,2-2-8-16,0-2 1 15,0-3 5-15,-1-3-7 16,-3-3 0-16,-2-1-31 16,-2-3-32-16,-5-6-16 15,0-4 22-15,-3-2 14 16,-2-1 22-16,-2-2 14 15,0 3 6-15,0 3 1 16,0 4 6-16,0 4 12 0,-2 4 0 16,-1 1-17-1,-1 8-1-15,-3 6 1 0,1 2-1 16,-1 1 0-16,0 1-1 16,2 6-73-16,2-5-149 15,1-4-357-15</inkml:trace>
  <inkml:trace contextRef="#ctx0" brushRef="#br0" timeOffset="44265.9765">13638 4324 1538 0,'0'0'547'0,"0"0"-411"15,0 0-33-15,0 0-88 16,0 0-15-16,0 0-310 15,-27 34-553-15</inkml:trace>
  <inkml:trace contextRef="#ctx0" brushRef="#br0" timeOffset="45042.9416">12920 4655 1365 0,'0'0'362'0,"0"0"-78"16,0 0-28-16,7-44-38 16,2 34-81-16,1 2-74 15,2 3-26-15,1 4-21 16,1 1-4-16,-2 3-4 15,-2 9-1-15,-2 2 5 16,-4 5 1-16,-4 2-4 16,0 2-3-16,-5-1 2 15,-3-1-8-15,-2-3 1 16,0-3 1-16,2-4-1 0,1-4 0 16,3-3 5-16,3-2 9 15,1-2 32-15,0 0-6 16,0 0-20-16,4 0-15 15,5 0-5-15,3 0-1 16,3 3 0-16,-1 0 0 16,1 2 0-16,-3 1 1 15,-2 1 0-15,-4 3-1 16,-3 0 1-16,-3 1 0 16,0 2 0-16,-5 0 5 15,-5-1-5-15,-3 0-1 16,-2-3 0-16,-2-1-10 0,0-3-33 15,-2-1-89-15,0-1-107 16,0-2-67-16,5 0-218 16,3-1-335-16</inkml:trace>
  <inkml:trace contextRef="#ctx0" brushRef="#br0" timeOffset="45515.7292">13263 4605 1413 0,'0'0'373'0,"0"0"-47"15,0 0-61-15,0 0-48 16,0 0-101-16,0 0-43 16,0 0 12-16,-40 46-18 15,35-25-26-15,5-2 1 16,0 0-21-16,3-3-8 0,7-3-6 15,1-4-5 1,3-5-1-16,0-4 1 0,1 0-1 16,-3-9-1-16,0-5-9 15,-4-3-3-15,-3-4-7 16,-4-1-1-16,-1 1-7 16,-5 0-4-16,-5 5-23 15,-3 5-22-15,0 6-42 16,-1 5-93-16,6 10-44 15,2 4-221-15,6-2-118 0</inkml:trace>
  <inkml:trace contextRef="#ctx0" brushRef="#br0" timeOffset="45735.9366">13578 4543 1859 0,'0'0'346'15,"0"0"7"-15,0 0-173 16,0 0-77-16,0 0-59 16,0 0-3-16,-3 58-3 15,2-30-19-15,1 2-10 16,-1 0-1-16,1-1-8 16,-2-2-35-16,-1 0-161 15,2-7-306-15,-2-7-365 0</inkml:trace>
  <inkml:trace contextRef="#ctx0" brushRef="#br0" timeOffset="45921.3496">13490 4619 1846 0,'0'0'327'0,"0"0"-230"15,0 0-63-15,0 0 8 16,46 10 35-16,-18-2-40 15,4 0-15-15,1-1-11 16,-2 0-11-16,4-3-69 16,-8 0-316-16,-8-4-875 0</inkml:trace>
  <inkml:trace contextRef="#ctx0" brushRef="#br0" timeOffset="46287.7679">13718 4517 1637 0,'0'0'321'16,"0"0"-148"-16,0 0-80 16,0 0-8-16,0 0-4 15,50-10-27-15,-36 13-16 16,-5 5-10-16,-2 1-5 16,-4 3 5-16,-3 0-4 15,0 0-5-15,-1 0 0 16,-4-2-5-16,1-2-7 15,1-3 1-15,2-2 2 16,1-1 4-16,0-1-7 16,1 1 3-16,6 1 2 0,4 0-1 15,0 2-1-15,2 0-4 16,-2 3-4-16,-1-2 4 16,-4 2-5-16,-5 1 5 15,-1-1 1-15,-3 2 2 16,-9-2-3-16,-3 0-4 15,-3-2-2-15,-1-2-44 16,-2-4-130-16,5 0-96 16,4-4-352-16</inkml:trace>
  <inkml:trace contextRef="#ctx0" brushRef="#br0" timeOffset="46613.3313">13972 4466 107 0,'0'0'1748'0,"0"0"-1538"16,0 0-38-16,-25 37-36 15,20-17 28-15,3 0-68 16,2 0-30-16,0-1-21 16,2-3-11-16,5-3-1 15,2-5-8-15,1-5-2 16,2-3 5-16,0-4 8 15,1-8-15-15,-3-2-6 0,0-4-8 16,-3-2-1 0,-4-2 0-16,-3-2 0 15,-1 1-6-15,-8 4 0 0,-2 6-20 16,-2 7-19-16,-2 6-73 16,1 0-86-16,4 14-72 15,4-1-210-15,5-2-220 0</inkml:trace>
  <inkml:trace contextRef="#ctx0" brushRef="#br0" timeOffset="46911.3473">14373 4400 202 0,'0'0'1696'0,"0"0"-1471"0,0 0 237 16,0 0-245-16,0 0-58 16,0 0-93-16,0 0-34 15,-13 8 34-15,11 12 8 16,0 4-7-16,-1 2-17 16,0 0-15-16,0 0-12 15,1-1-14-15,0-1-8 16,-2-1 0-16,0-3-1 15,-2-1-48-15,-2-4-109 16,-3-4-171-16,0-6-316 0,1-5-315 16</inkml:trace>
  <inkml:trace contextRef="#ctx0" brushRef="#br0" timeOffset="47114.2791">14206 4485 1927 0,'0'0'333'0,"0"0"-112"16,0 0-74-16,0 0 64 16,55 22-63-16,-27-8-51 15,3 2-28-15,-3 1-26 16,-2 0-22-16,-5-1-12 16,-5 0-9-16,-1 0-40 15,-7-5-275-15,-2-5-797 0</inkml:trace>
  <inkml:trace contextRef="#ctx0" brushRef="#br0" timeOffset="55825.9159">14687 4241 307 0,'0'0'645'16,"0"0"-382"-16,0 0 4 15,0 0-36-15,0 0 8 16,0 0-30-16,-6-17-25 16,-1 17-21-16,-1 0-46 15,-3 8-26-15,0 4 11 0,-3 7-8 16,2 4-1 0,1 4-5-16,3 2-22 0,4 2-17 15,3-1-11-15,1-2-14 16,2-3-9-16,6-4-6 15,3-4-3-15,0-5-5 16,1-6 6-16,0-3-6 16,-1-3 0-16,-1-4 8 15,0-8-2-15,-1-4-7 16,-3-5-1-16,-2 0-13 16,-3-3 4-16,-1 5-2 15,-2 2 1-15,-7 6 2 16,-3 4-4-16,-3 6-7 15,-3 1-8-15,-1 5-7 16,1 4-2-16,3 2-16 0,6 0-41 16,6-2-96-16,3-2-93 15,13-2-91-15,4-4-174 16,2-1-365-16</inkml:trace>
  <inkml:trace contextRef="#ctx0" brushRef="#br0" timeOffset="56431.5551">14843 4205 1587 0,'0'0'371'0,"0"0"-95"15,0 0 42-15,0 0-77 16,0 0-96-16,0 0-78 15,0 0 9-15,-5 35 4 16,1-11-17-16,-3 1-23 16,-1 0-10-16,1-1-12 15,-1-1-10-15,0-2-7 16,2-4 7-16,2-3-6 16,0-6 4-16,3-2-5 15,0-5 0-15,1-1 0 0,0 0 1 16,1-1-1-1,4-3 0-15,2 1-1 0,3 0 0 16,3 3 0-16,4 0 0 16,3 0-1-16,2 0 1 15,2 0-1-15,-1 0-7 16,-4-1-7-16,-3-2-3 16,-6-3-9-16,-6-1 6 15,-4-3 20-15,0-2-9 16,-6-1 10-16,-4 0 0 15,-1 0 6-15,1 4-6 16,3 2 1-16,1 3 19 16,2 2 10-16,2 2-2 15,1 2-10-15,1 9-11 16,0 8 13-16,0 5 17 0,0 5 5 16,3 1-16-1,2 0-2-15,-1-2-8 0,-1-2-2 16,-1-4-8-16,-2-3-6 15,0-2 0-15,0-4-10 16,0-4-42-16,0-3-53 16,-4-6-85-16,1 0-295 15,0-2-300-15</inkml:trace>
  <inkml:trace contextRef="#ctx0" brushRef="#br0" timeOffset="56605.2526">15075 4561 1247 0,'0'0'1459'0,"0"0"-1283"0,0 0-62 16,0 0-31-16,0 0-33 16,0 0-50-16,0 0-111 15,-49 7-615-15</inkml:trace>
  <inkml:trace contextRef="#ctx0" brushRef="#br0" timeOffset="63962.5484">4006 5754 218 0,'0'0'87'16,"0"0"605"-16,0 0-442 15,0 0 20-15,0 0-37 16,0 0-24-16,-6 0-34 16,6 0-51-16,0 0-31 15,2 0-38-15,6 1-21 16,4 1 49-16,3 2 23 0,7 0-23 16,4 0-4-16,3 1-11 15,8 0-13-15,7-2-21 16,8 0 5-16,-1-1-4 15,-3-2-13-15,-5 0 5 16,-4 0-11-16,1-2 7 16,1-1-7-16,-6 0-5 15,-6 1 4-15,-6-1-2 16,-3 2-4-16,4-1-8 16,4 0-1-16,2-1 1 15,0 1 14-15,0-2 6 16,1 2-5-16,0-2-1 15,1 1-14-15,-1-1 7 16,1 0 4-16,-1 1-3 0,-2 0-2 16,1 1-6-16,-1-1 5 15,-2 2-4-15,-1 0 5 16,-2 0-1-16,-1 0-5 16,0 1 8-16,-1 0-2 15,0-1-6-15,0 1 10 16,1 0 1-16,0 0-1 15,0 0-11-15,1 0 9 16,0 0-9-16,0 0 6 16,-1 0-6-16,0 0 0 15,-1 0 11-15,0 0 5 16,1 0 7-16,0 0-13 16,2 0 4-16,2 0-2 0,2 0-3 15,0 2 6 1,2-1 6-16,-2 0-9 0,-2 0-3 15,-3 0 4-15,-2 1-4 16,-6-2 0-16,-3 0-1 16,-2 1-7-16,-1-1 17 15,-1 0-6-15,0 0 0 16,1 0 0-16,0 0-3 16,-1 0 6-16,1 0-13 15,-1 0 10-15,0 0 0 16,-1-1-11-16,-1 1 12 15,1-1-11-15,-2-1-2 0,-2 2 7 16,-2-1-7-16,0 1-1 16,-2 0 1-16,0-1-1 15,-3 0-17-15,-18-1-33 16,-41 1-81-16,2 1-379 16,-8-2-1143-16</inkml:trace>
  <inkml:trace contextRef="#ctx0" brushRef="#br0" timeOffset="71000.1401">7881 2640 439 0,'0'0'257'16,"0"0"250"-16,0 0-273 15,0 0-7-15,0 0-19 16,-8-6-47-16,3 7-58 16,-2 7-60-16,-1 5-18 15,-1 4 9-15,0 2 6 16,0 2-13-16,1 1-15 16,2-2-5-16,-1-1-7 15,0-2 0-15,1 3-70 16,2-6-203-16,-1-5-386 0</inkml:trace>
  <inkml:trace contextRef="#ctx0" brushRef="#br0" timeOffset="71220.1994">7765 2664 1054 0,'0'0'482'0,"0"0"-136"16,0 0-135-16,0 0-133 15,0 0-23-15,0 0 53 16,0 0-13-16,53 35-33 16,-33-22-29-16,-1 1-21 15,1 0-11-15,-1-1-1 16,0 0-49-16,4-3-147 16,-6-4-381-16,-3-4-571 0</inkml:trace>
  <inkml:trace contextRef="#ctx0" brushRef="#br0" timeOffset="71651.5685">8036 2621 1373 0,'0'0'349'15,"0"0"-81"-15,0 0-155 16,0 0-28-16,41-3-11 15,-24 3 2-15,1 3-23 16,-3 1-4-16,-2 1-16 0,-4-1-15 16,-3 1-11-16,-4 1 5 15,-2 0 4-15,0 2 1 16,-7 0-8-16,-2 0 8 16,-2 0-6-16,1-2-5 15,2-2-5-15,3-2 0 16,3 0 35-16,1-1 34 15,1 0-13-15,0 0-19 16,0 1-14-16,6 1-1 16,3 2 19-16,3 1 2 15,1 1-12-15,1 1-11 16,-2 0-6-16,-1-2 7 16,-5 1-5-16,-1-1-7 15,-5 1-1-15,0 1-9 16,-9 3 12-16,-15 2-10 0,-22 9-2 15,-32 8-51-15,4-4-254 16,-2-1-755-16</inkml:trace>
  <inkml:trace contextRef="#ctx0" brushRef="#br0" timeOffset="81941.9178">10123 5614 77 0,'0'0'235'0,"0"0"-173"0,0 0-52 16,0 0-10-16,0 0-131 15,0 0 131-15,0-3 0 0</inkml:trace>
  <inkml:trace contextRef="#ctx0" brushRef="#br0" timeOffset="89313.5749">11720 5690 400 0,'0'0'1072'0,"0"0"-750"16,0 0-78-16,0 0-79 15,0 0-66-15,0 0-19 16,-7 35 70-16,3-13-37 16,1 2-32-16,1 1-29 15,2 0-12-15,0-2-11 16,0-1-16-16,0-1-11 15,2-3-1-15,0-3-1 16,0-3-9-16,-1-3-75 16,1-2-111-16,-2-6-77 15,0-1-247-15,0 0-74 0</inkml:trace>
  <inkml:trace contextRef="#ctx0" brushRef="#br0" timeOffset="89618.6026">11696 5713 459 0,'0'0'934'16,"0"0"-574"-16,0 0-173 15,0 0-42-15,0 0 2 16,-45 26-37-16,34-17-26 16,0-1-14-16,2-1-13 15,3-4-13-15,2 0-8 16,3-3-12-16,1 0-17 15,0 0 47-15,2-9 32 16,5-2-45-16,4-5-29 16,3 1-6-16,2 3-5 0,0 5-2 15,2 5-3-15,0 2 4 16,0 9-9-16,0 6 7 16,-1 4-11-16,1 4-5 15,3 12-113-15,-3-4-133 16,-3-4-388-16</inkml:trace>
  <inkml:trace contextRef="#ctx0" brushRef="#br0" timeOffset="92697.309">11865 5282 80 0,'0'0'284'0,"0"0"-284"16,0 0 39-16,0 0 474 16,0 0-325-16,0 0-35 15,0 0-11-15,-15-19 30 16,12 14 45-16,-1-1-81 16,-3-2 12-16,1 2-27 15,-3-2-35-15,-2 0-20 0,0 1 29 16,-2 1-12-16,-1 1-19 15,-1 2-4-15,-2-1-18 16,-1 2-10-16,0 1 16 16,0 0 1-16,0 1-14 15,-1 0-14-15,0 0-4 16,1 0 1-16,-1 1-4 16,1 2 2-16,0 2 2 15,2-1-4-15,0 2-4 16,0 2-1-16,1 0 0 15,1 0 6-15,-1 3-4 16,1 2-11-16,1 1 10 16,0 3-8-16,2 2 24 0,0 1-6 15,2 3-8 1,1-2 7-16,3 2 2 0,1 0 2 16,2 0-10-16,1 1 16 15,1 0-8-15,0-1 4 16,0 1-8-16,4-2 14 15,2 0-8-15,1 0 0 16,3-1-2-16,1 0-9 16,2-2 17-16,3-1-4 15,0-2-5-15,1-4-7 16,3-2 7-16,0-2 8 16,1-2-5-16,2-3-7 15,2-2-7-15,0-1 8 0,1 0 2 16,1 0-5-16,0-4-5 15,-1 1-8-15,-2-2 12 16,0 0-13-16,-2-1 6 16,-1-1 5-16,-2 0-11 15,0-2 6-15,-3 0 4 16,1-2-9-16,-2 0-1 16,-1-2 1-16,-1 0 0 15,0-2 8-15,-2 1-9 16,0 0 1-16,-2 0-2 15,-1 1 2-15,-1-2-2 16,-1-1 1-16,-1 0-9 16,-1 0 0-16,-1-1 8 15,0 0-14-15,-1-1-2 16,-1 0 1-16,-1 1 1 0,0 0 1 16,0 0-2-16,0 1-2 15,0 1 4-15,-2 0 1 16,-2 1 2-16,-1 1-1 15,0 0 11-15,-1 2-21 16,0 0 4-16,-2 1 10 16,1 1 2-16,0 1-13 15,-2 0 2-15,0 2-4 16,0 0-4-16,-1-1 16 16,-1 1 9-16,0 1-12 15,-2 0 2-15,2 0 10 16,-1 2-29-16,3 0 14 0,0 1-7 15,1 0 4-15,2 1 6 16,1 1-12-16,-1-1-6 16,3 1-3-16,0 0-12 15,-1 0-2-15,1 2-153 16,0 1-710-16</inkml:trace>
  <inkml:trace contextRef="#ctx0" brushRef="#br0" timeOffset="92888.4998">11890 5244 2199 0,'0'0'297'0,"0"0"-4"0,0 0-184 15,0 0-21-15,0 0-45 16,0 0-43-16,0 0-267 15,-9 2-779-15</inkml:trace>
  <inkml:trace contextRef="#ctx0" brushRef="#br0" timeOffset="99967.8621">9915 5128 791 0,'0'0'492'0,"0"0"-335"0,0 0 32 15,0 0 17-15,0 0 18 16,0 0-90-16,-17-26-35 15,16 26-50-15,1 0-32 16,0 1-16-16,-1 9-1 16,1 3 7-16,0 4-6 15,0 2 0-15,0 1 0 16,0-1-1-16,0-2 0 16,0-1-8-16,0-3-24 15,-1-1-78-15,-3-4-33 16,0-3-12-16,-1-3 43 0,-2-2 11 15,0 0 47-15,-1-7 22 16,1-3 25-16,0-3 7 16,1 0 2-16,2 2 17 15,1 1 37-15,0 4 66 16,2 3-4-16,0 3-60 16,1 0-39-16,0 0-17 15,0 6 4-15,4 2 0 16,3 4 5-16,0-1-10 15,3 0 7-15,2 0-7 0,0-1 0 16,0-2 0 0,1-2-1-16,-1-2-68 0,-2 0-115 15,-3-4-59-15,-2 0 64 16,-3 0 5-16,-1-5-5 16,-1-2 2-16,0-3 84 15,0 0 80-15,0 0 12 16,0 1 32-16,0 1 29 15,0 2 30-15,0 2 4 16,0 3-13-16,-2 1-41 16,-1 3-25-16,0 5 17 15,-3 3 21-15,-3 3-20 16,0 0-15-16,-5 6-19 16,3-5-24-16,2-2-325 0</inkml:trace>
  <inkml:trace contextRef="#ctx0" brushRef="#br0" timeOffset="101033.5978">10741 5125 363 0,'0'0'199'0,"0"0"9"15,0 0 12-15,0 0-51 16,0 0 6-16,0 0-12 16,0 0 13-16,-12-36-8 15,11 34-33-15,0 0-15 16,1 2-35-16,-1 0-39 16,1 0-30-16,-2 8-15 0,0 4 8 15,1 3-8-15,0 3 0 16,0 0 5-16,1 0-6 15,0-3 0-15,0-1 0 16,0-3 0-16,0-2-6 16,0-2-1-16,-1-2-20 15,-1-4-32-15,0-1 20 16,-1 0 38-16,-2-2 0 16,-1-5-18-16,-1-3 1 15,2-1 10-15,0 1 8 16,0 1 0-16,3 2 1 15,0 3 14-15,1 2 7 16,1 2-22-16,0 0 0 0,0 6-1 16,0 2 1-16,2 1 0 15,3 3 1-15,1-3 1 16,0 0 4 0,1-2-6-16,2-2 1 0,-1-1 6 15,2-2-6-15,-1-1 0 16,1-1-1-16,-1 0 0 15,-1-2-1-15,-1-1-15 16,-3-2-4-16,0 0 11 16,-3 1 7-16,0-2 1 15,-1 2 1-15,0 0 0 0,0 2 0 16,0 1 0 0,-1 1-1-16,-2 0-47 0,-3 0 28 15,-2 5-1 1,1 2-2-16,-2 2 1 0,2 1-34 15,1-3-51-15,1 2-75 16,2-3-43-16,2-2-258 0</inkml:trace>
  <inkml:trace contextRef="#ctx0" brushRef="#br0" timeOffset="101207.5971">10829 5241 1307 0,'0'0'297'0,"0"0"-79"0,0 0-125 15,0 0-56-15,0 0-37 16,0 0-29-16,0 0-314 0</inkml:trace>
  <inkml:trace contextRef="#ctx0" brushRef="#br0" timeOffset="106709.904">3758 8446 41 0,'0'0'1301'0,"0"0"-955"16,0 0-72-16,0 0-54 15,0 0-31-15,0 0-62 16,-8-21-64-16,14 19-36 15,4 1-13-15,6 1-4 16,3-2-9-16,5 1 6 16,2 1-6-16,2-1-1 15,1 0-1-15,1-2-94 16,2-3-139-16,-8 1-319 16,-7-1-352-16</inkml:trace>
  <inkml:trace contextRef="#ctx0" brushRef="#br0" timeOffset="106919.9546">3818 8578 1230 0,'0'0'526'0,"0"0"-426"16,0 0 61-16,0 0-13 15,0 0-43-15,0 0-13 16,0 0-28-16,51 33-24 15,-25-33-22-15,10-2-12 16,15-11-6-16,13-5-127 16,-8-1-361-16,-6 2-676 0</inkml:trace>
  <inkml:trace contextRef="#ctx0" brushRef="#br0" timeOffset="107546.0792">6109 8427 466 0,'0'0'723'0,"0"0"-347"16,0 0-89-16,0 0-53 15,0 0-26-15,0 0-48 16,0 0-79-16,-2 0-46 16,12 0-9-16,4 1 9 15,6 1 10-15,3-1-17 16,3-1-14-16,3 0-13 15,-1 0-1-15,-1 0-7 16,-3 0-93-16,-3-6-126 0,-7 1-394 16,-8-1-779-16</inkml:trace>
  <inkml:trace contextRef="#ctx0" brushRef="#br0" timeOffset="107775.7056">6068 8569 474 0,'0'0'1506'0,"0"0"-1217"15,0 0-123-15,0 0-74 16,0 0 16-16,0 0-14 16,44-9-13-16,-9 1-20 0,12-3-25 15,15-2-18 1,5-1-11-16,-3 2-5 0,-4 3-2 15,-12 2-18-15,-12 2-219 16,-11 0-402-16</inkml:trace>
  <inkml:trace contextRef="#ctx0" brushRef="#br0" timeOffset="111160.555">8037 8459 546 0,'0'0'234'0,"0"0"29"16,0 0-59-16,0 0-37 15,0 0 25-15,0 0-11 16,-15 11-53-16,15-9-38 16,2 2 9-16,7 0 47 15,3 2-45-15,4-1-22 16,6 1-26-16,3-2-1 16,3 1-4-16,10-2-8 15,6 1 0-15,-2-3 12 16,-5 0-11-16,-6-1-19 0,-6 0-4 15,2-1 25-15,4-4-8 16,-3 1-10-16,0-2-7 16,-4 0-8-16,-2 1-1 15,-3 0-7-15,-4 2-1 16,-4 1 1-16,-3 1-1 16,-5 1 0-16,-1 0 0 15,-2 0-1-15,1 0-2 16,-1 0-7-16,2 0-19 15,3 0-26-15,5 1-23 16,25-1-108-16,0 0-289 0,5-3-475 16</inkml:trace>
  <inkml:trace contextRef="#ctx0" brushRef="#br0" timeOffset="111794.1212">9498 8384 675 0,'0'0'266'16,"0"0"-65"-16,0 0-1 16,0 0 12-16,0 0 24 15,0 0-59-15,0 0-4 16,-28 3-44-16,28-2-14 16,0 0 13-16,0 0 22 0,0 0-25 15,0 1-56 1,7 1-14-16,4 0-8 0,5 1-7 15,5-1-5-15,4-3-3 16,3 0-2-16,2 0-7 16,-1-2-4-16,-2-3-7 15,-2 0 0-15,-3 1-1 16,-3 0-10-16,-5 1 8 16,-5 1-3-16,-3 1-6 15,-3 0 1-15,-1 1-1 16,-2 0 0-16,2 0-9 15,1 0-21-15,4 0-24 16,13 0-46-16,30 0-209 0,0 0-305 16,5 0-744-16</inkml:trace>
  <inkml:trace contextRef="#ctx0" brushRef="#br0" timeOffset="112436.7928">10972 8410 508 0,'0'0'573'0,"0"0"-297"0,0 0 16 16,0 0 23-16,0 0-64 15,0 0-41-15,0 0-37 16,-16-6-8-16,16 6-31 16,0 0-29-16,3 0-45 15,6 0-26-15,7 0 1 16,13 0-2-16,15 0-5 15,14-1-2-15,5-1-11 16,-4-1 6-16,-13 0-9 16,-15 0 3-16,-8 1 0 15,-2 0-3-15,2 0 0 16,1-2-11-16,0 0 9 0,-2 0-3 16,-4 0 2-1,-1 1-7-15,-1-2-1 0,-3 2 6 16,-2 0-7-16,-2 1 0 15,-4 1 0-15,-2 1-1 16,-1 0 0-16,-2 0-14 16,0 0-5-16,-14 5-37 15,-3 2-138-15,-8 1-565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42:43.1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2979 2513 598 0,'0'0'0'15,"0"0"159"-15,0 0 247 16,0 0-231-16,0 0-24 15,0 0-14-15,0-3 1 16,0 3-2-16,0 0-17 0,1 0-12 16,0 0-42-16,3 0-21 15,0 3 27-15,5 1 14 16,1 3-17-16,3 0-3 16,1-1-1-16,2 0-4 15,4 1 2-15,1-2-2 16,2-1 0-16,1 1-6 15,2-2-11-15,2 1 2 16,0 0-11-16,0 0-2 16,1 0-4-16,-2 0-3 15,0-1-4-15,-1 1 5 16,2-2 8-16,-3 1-2 16,0 0-16-16,0-1 4 15,-1 0-2-15,-1 0-3 16,1-1 3-16,-1 0-5 0,0 1-2 15,-1-1-2-15,-1 0 2 16,0 1 0-16,-2-1 1 16,0-1 1-16,-3 1-4 15,-2-1-1-15,-2 0-2 16,-2 0-5-16,-3 0 1 16,-2 0-1-16,-1 0 0 15,-2 0 0-15,-1 0 1 16,0 0-2-16,-1 0-39 15,0 0-67-15,3 0-117 16,0 0-300-16,2-2-375 0</inkml:trace>
  <inkml:trace contextRef="#ctx0" brushRef="#br0" timeOffset="786.4581">4343 2510 411 0,'0'0'211'0,"0"0"-2"15,0 0 11-15,0 0-7 16,0 0-13-16,0 0 22 16,0 0-13-16,-3-7-11 15,3 7-37-15,0 0-52 16,0 0-21-16,0 0-18 16,0 0-17-16,5 0-7 15,6 0 38-15,3 3-1 16,2 0-35-16,4-1-19 15,1 0-16-15,0-1-4 16,0-1-8-16,-2 0-1 16,-2 0-41-16,-5 0-89 15,-3-2-93-15,-5-1-285 16,-4-1-194-16</inkml:trace>
  <inkml:trace contextRef="#ctx0" brushRef="#br0" timeOffset="1019.8105">4339 2567 527 0,'0'0'1045'0,"0"0"-793"16,0 0-77-16,0 0 26 15,0 0-3-15,42 0-57 16,-21 0-47-16,4 0-36 15,2 0-31-15,0 0-14 16,2 0-13-16,1 2-63 0,-6 5-190 16,-8-1-573-16</inkml:trace>
  <inkml:trace contextRef="#ctx0" brushRef="#br0" timeOffset="3738.3823">3055 2994 192 0,'0'0'156'0,"0"0"-68"0,0 0 3 16,0 0 18-16,0 0-23 16,0 0 0-16,0 0 17 15,-1-5 9-15,1 5 13 16,0-1-12-16,0 1-2 16,0 0-8-16,0 0-15 15,0 0-13-15,0 0-13 16,0 0-4-16,1 0 12 15,6-1 30-15,1 0-6 16,2 1 2-16,2-1 10 0,1 1-14 16,2 0-22-1,4 0 4-15,2 0 2 0,5 0-3 16,10 1 7-16,9 1 12 16,-3 0 6-16,-4 0-36 15,-7-2-12-15,-6 2-8 16,1-2-7-16,3 1 1 15,-2-1-4-15,-2 0-4 16,-2 0-7-16,0 0-7 16,-3 0-4-16,-3 0-2 15,-4-1-2-15,-2 0-5 16,-3 0 0-16,-2 1 0 16,-2 0 0-16,-2 0 0 0,-2 0-1 15,0 0-16 1,0 0-57-16,0 0-95 0,3 0-139 15,-1 0-302-15,2 0-326 0</inkml:trace>
  <inkml:trace contextRef="#ctx0" brushRef="#br0" timeOffset="5157.1712">4486 2578 134 0,'0'0'918'0,"0"0"-679"15,0 0-59-15,0 0 23 16,0 0-45-16,0 0-51 16,0 0-8-16,0-11-6 15,0 10-16-15,0 1-24 16,0-1-12-16,1 1-17 16,3 0-8-16,2 0-4 15,3 0 7-15,-1 0-1 16,3 1-9-16,-1 4-2 0,1 0 2 15,-1 1 11 1,0 2-14-16,0 1 19 0,-3 1 10 16,0-1-17-16,-1 1 0 15,-3 1 0-15,-1 0 1 16,-2 0-4-16,0-1 2 16,0 0 8-16,-1-1-4 15,-3-1-9-15,0 0 1 16,0-1 2-16,-1 0 6 15,2 0 1-15,-1-2-4 16,1 1-9-16,-1 0-1 16,2-2-7-16,-2 1 9 15,2-1-8-15,1 0-1 0,-1-1 0 16,0 1 5 0,1-1-5-16,-1 0 5 0,0-1-5 15,1 1 0-15,-2-1 0 16,2 1 0-16,-1-2 1 15,-1 1-2-15,2 0 0 16,1-1-6-16,-2 0-64 16,2-1-57-16,-1 0-124 15,-1-4-227-15,0-2-552 0</inkml:trace>
  <inkml:trace contextRef="#ctx0" brushRef="#br0" timeOffset="5646.322">4523 2667 1088 0,'0'0'265'16,"0"0"-48"-16,0 0-64 15,0 0-8-15,0 0-32 16,0 0-15-16,0 0-19 16,-26 38 4-16,23-24 0 15,0 0-7-15,1 1-13 16,0 0-9-16,-1 0-10 0,1-2-14 16,1 1 4-16,-1-1 5 15,1-1-9-15,1-1-8 16,0-2-4-16,0-1 0 15,0-2-4-15,0-2-5 16,0 0-2-16,3-1-1 16,0-2-5-16,1 1 7 15,2-1-7-15,0 0 6 16,1-1-1-16,1 0-4 16,1 0-1-16,0 0 1 15,-2-2-1-15,0-1-1 16,-1 1-11-16,-1 1-20 15,-2-1-27-15,0-1-15 0,0 1-39 16,-2 1-109-16,0-2-73 16,-1 1-314-16,0 0-740 0</inkml:trace>
  <inkml:trace contextRef="#ctx0" brushRef="#br0" timeOffset="5848.9521">4607 2904 838 0,'0'0'1056'15,"0"0"-752"-15,0 0-117 16,0 0-21-16,0 0-2 16,0 0-84-16,0 0-48 15,0 2-32-15,0 1-100 0,-3 0-226 16,0 0-471-16</inkml:trace>
  <inkml:trace contextRef="#ctx0" brushRef="#br0" timeOffset="10023.4242">3237 3490 342 0,'0'0'56'0,"0"0"22"16,0 0 26-16,0 0 58 16,0 0-29-16,0 0-5 15,-17-5 5-15,16 4 3 16,0 1-20-16,0 0 18 16,1-1-13-16,0 1-9 15,0-1-10-15,0 1-28 16,0 0-11-16,0 0-18 15,4-2 2-15,3 2 1 16,3-1 0-16,3 0-6 16,3 0-3-16,2 1-10 15,1 0 16-15,4 0-10 16,1 0 14-16,4 0 2 0,1 1-2 16,2 0-21-16,-3 0-4 15,3 0-5-15,-3 0-1 16,1 1-5-16,0-1 2 15,0 1 5-15,0-1 1 16,0 1 5-16,-1-1-3 16,-1 0-1-16,0 0 2 15,-1-1 4-15,0 0-2 16,-2 0-5-16,-1 0-3 16,-1 0-3-16,-4 0-1 15,-2 0 7-15,-2-1-3 16,-2 1-6-16,-3-1-1 15,-2 0-4-15,-2 1-1 0,0-1 2 16,-2 1-1 0,0 0 1-16,0 0-1 0,-2 0-6 15,0 0 5-15,1 0-5 16,-1 0 6-16,0 0-6 16,-1 0 0-16,1 0 1 15,-1 0-1-15,0 0 1 16,0 0-1-16,0 0 6 15,0 0-7-15,0 0-1 16,0 0-48-16,-3 0-131 16,-14 0-116-16,0 1-323 15,-3 1-929-15</inkml:trace>
  <inkml:trace contextRef="#ctx0" brushRef="#br0" timeOffset="13439.0878">4560 3395 192 0,'0'0'211'0,"0"0"-24"16,0 0-6-16,0 0-24 15,0 0 18-15,0 0 0 16,0 0-10-16,0 0-34 0,0 0-20 16,0 0-12-16,0 0-7 15,0 0-23-15,3 3-9 16,1 1 58-16,0 2 0 16,2 0-21-16,1 0-17 15,3-1 14-15,0 0-15 16,2-2-11-16,-1-1 5 15,1-1-7-15,-1-1-9 16,1 0 10-16,-2 0-30 16,1-2-14-16,0-2-5 15,-1 0-2-15,0 0-1 16,0 0-7-16,-1-1-7 0,0 0 11 16,0-1-11-16,0 1 7 15,-1-1-7-15,-1 0 5 16,1-1-6-16,-3 0 9 15,2 0-7-15,-2-1-1 16,2 0 1-16,-3-1-1 16,2 1 0-16,0-1 0 15,-1-1 1-15,-1 0-1 16,1 0 1-16,-2 0-2 16,1-2 2-16,-1 1-2 15,0-1 0-15,0 0-5 16,-2-1-10-16,0 0 0 15,-1 1 3-15,0-2 6 0,0 1 5 16,0 0-10-16,0 0-7 16,-1 1-4-16,-2-1-10 15,-2 0 17-15,2 0 0 16,-2 0-43-16,0 0 19 16,1 0 23-16,-2 1-20 15,1 0 18-15,0 2 3 16,1 1-10-16,-1 2-2 15,1 0 20-15,0 2-1 16,0 1 7-16,0-1-9 16,0 1-2-16,-1 1 0 15,0-2-3-15,-1 2 0 16,0-2 9-16,-2 2 6 16,1-2-2-16,-2 2 2 15,2-2-1-15,-1 2 0 0,0-2 0 16,2 2 0-16,-1 1 0 15,1 0 0-15,-1-1-14 16,0 2-12-16,1 0 16 16,-1 0 2-16,0 1-8 15,0 0 17-15,-2 0 1 16,0 0 0-16,-1 0-1 16,2 0 1-16,-1 2 0 15,-1 2 0-15,1-1 0 16,-1 1 0-16,0 1 0 15,-1 0-1-15,2-1 0 16,-1 0-6-16,2 0 5 16,-1 2 1-16,-1-1 0 0,3 1 0 15,-2 0 0 1,2 0 0-16,0 0 1 0,1 2 0 16,-1 0 5-16,0 0-5 15,1 2 0-15,-1 1 5 16,1 1 1-16,1 0 8 15,0 1 0-15,1 1-8 16,1-1 10-16,0 0 5 16,1 1 12-16,1 0-2 15,0-1-3-15,1 0 9 16,0 1 12-16,0 0-15 16,0-1-7-16,0 0-7 0,3-1-5 15,1 1-5-15,-1-2-2 16,1 1-3-16,1-1 7 15,-1-1 20-15,0 1 3 16,2-1-6-16,-2-1-6 16,1-1-3-16,-1 0-6 15,0-1-2-15,0 0-4 16,2-1 2-16,-1 0-1 16,0-1 1-16,1 1 2 15,0-1-2-15,-1 0-1 16,1 0-1-16,-2-1 0 15,2 0 2-15,0 0-4 16,-1 0 1-16,-2-1 1 0,3 1 0 16,-1-1 3-1,-1 0-5-15,0-1-1 0,-1 1 0 16,1-1 0-16,1 1-4 16,-1-1 5-16,-1 0-5 15,2 0 4-15,-2 0-5 16,0-1 8-16,0 0-7 15,0 0-1-15,-1-1 0 16,0 1 6-16,0 0-7 16,0 0 8-16,-1-1-6 15,1 0 4-15,-2 0-5 16,2 0 0-16,-1 0 5 16,-1 0-5-16,3 0 0 15,-3 0 5-15,1 0-5 16,0 0 0-16,0 0-1 0,-1 0 1 15,0 0-1 1,1 0 0-16,-1 0 0 0,0 0 1 16,0 0-1-16,0 0-6 15,0 0-3-15,0 0-5 16,-4 0-6-16,-22 0-15 16,1-1-303-16,-7-1-944 0</inkml:trace>
  <inkml:trace contextRef="#ctx0" brushRef="#br0" timeOffset="36635.6727">1689 8315 1605 0,'0'0'345'0,"0"0"-197"0,0 0 7 16,0 0-37-16,0 0-60 15,0 0-30-15,21-5-19 16,-4 0-9-16,1 1 0 15,0-1-61-15,-1 3-107 16,-2 0-94-16,-6 1-249 16,-5 1-392-16</inkml:trace>
  <inkml:trace contextRef="#ctx0" brushRef="#br0" timeOffset="36814.3701">1670 8417 1086 0,'0'0'351'0,"0"0"-213"0,0 0 16 16,0 0-16-16,0 0-39 16,0 0-35-16,0 0-25 15,57-14-10-15,-29-1-16 16,0-1-13-16,8-7-93 16,-8 3-229-16,-7 4-505 0</inkml:trace>
  <inkml:trace contextRef="#ctx0" brushRef="#br0" timeOffset="37039.245">1792 8265 1468 0,'0'0'571'0,"0"0"-409"16,0 0-35-16,0 0-33 15,53-1 14-15,-23 1-1 16,6 0 8-16,-1 2-25 15,-10 3-50-15,0 5-10 16,-10 3-12-16,-8 5-6 16,-7 11-2-16,-24 18-10 15,-32 25-148-15,4-8-184 16,-8-5-723-16</inkml:trace>
  <inkml:trace contextRef="#ctx0" brushRef="#br0" timeOffset="38742.8483">5102 7703 1205 0,'0'0'681'0,"0"0"-333"0,0 0-85 16,0 0-19-16,0 0-34 16,26-35-74-16,3 25-50 15,14-1-41-15,16-1-24 16,5-1-6-16,-4 3-6 16,-13 4-9-16,-16 1 6 15,-12 5-6-15,-3 0 0 16,-3 0-64-16,-3 0-123 15,-9 5-169-15,-1 0-264 16,-8 3-247-16</inkml:trace>
  <inkml:trace contextRef="#ctx0" brushRef="#br0" timeOffset="38966.1924">5110 7783 1684 0,'0'0'499'0,"0"0"-223"15,0 0-61-15,0 0 53 16,40 0-57-16,2-4-85 16,16-5-23-16,9-1-43 15,-1-1-13-15,-6 2-16 16,-9 1-8-16,-1 1-17 16,-9 1 0-16,-8 1-6 15,-10 1-69-15,1-4-122 16,-3 1-372-16,-6-1-618 0</inkml:trace>
  <inkml:trace contextRef="#ctx0" brushRef="#br0" timeOffset="40574.5786">12001 3527 1614 0,'0'0'199'16,"0"0"-144"-16,0 0 5 16,0 0 12-16,0 0-26 15,-2 64 1-15,2 49 52 16,8 29 49-16,5 19 25 16,5 5 16-16,2-5 1 15,1 6-57-15,-1-2-48 16,-3-7-1-16,-4-10-16 15,-3-9-23-15,-3-12-26 16,-1-15-7-16,-2-15 4 0,-2-21-16 16,-2-21-15-16,0-19-16 15,0-17-25-15,0-9-35 16,-4-5-59-16,-4-8-110 16,-8-41-66-16,1-2-352 15,-2-11-431-15</inkml:trace>
  <inkml:trace contextRef="#ctx0" brushRef="#br0" timeOffset="41241.3319">11854 3390 952 0,'0'0'0'15,"55"-35"-39"-15,35 13 39 16,38 0 137-16,36 5 2 16,26 1-79-16,12 3 21 15,22-1 10-15,16 2-36 16,5 1 6-16,-4-1-29 16,-11 0-8-16,-19 1-5 15,-24 4-18-15,-27 4-1 16,-29 3-8-16,-31 4 8 15,-33 5 1-15,-27 0 5 16,-20 2 4-16,-9 9 22 16,-10 22 29-16,-3 29 12 0,-17 20 50 15,-5 12 90-15,0 2-13 16,4-3-4-16,5 6-7 16,4 3 1-16,5 1-61 15,6-1-4-15,3 0-27 16,10-1-28-16,3-3-19 15,4 0-42-15,0-4-3 16,0-2 7-16,0-3 1 16,-3-7-14-16,-3-6-6 15,-7-12 6-15,-7-10 6 16,-3-16-5-16,-9-13-1 16,-4-13 0-16,-11-4-11 15,-19-3 10-15,-30-6-11 16,-26-7-2-16,-21-7 14 15,-20-13-8-15,-18-2 7 0,-26 2 1 16,-26 3-6-16,-25 5 6 16,-18 5-1-16,-9 6 2 15,3 4-3-15,14 8 8 16,27 2-13-16,36-3 7 16,40-5-2-16,38-6 2 15,38-2-11-15,28-10-8 16,21-2-33-16,12-15-52 15,8-35-147-15,6 4-415 16,7-11-973-16</inkml:trace>
  <inkml:trace contextRef="#ctx0" brushRef="#br0" timeOffset="41829.4602">13222 2787 1659 0,'0'0'299'15,"0"0"-127"-15,0 0 48 16,0 0-60-16,-52-32-70 16,36 34-61-16,-3 17-20 15,2 11-8-15,3 1-1 0,5 0 10 16,8-3 14-16,1-8-3 16,8-2-11-16,5-2-9 15,5-6-1-15,2-7 0 16,1-3-6-16,-1-8-8 15,-3-13 6-15,-4-12 7 16,-12-10 1-16,-1 2 1 16,-9 8-1-16,-5 10-7 15,2 10-8-15,-3 1-3 16,2 2-16-16,0 3-1 16,5 7-14-16,8 4-151 15,0 6-149-15,1 1-328 0</inkml:trace>
  <inkml:trace contextRef="#ctx0" brushRef="#br0" timeOffset="42003.4888">13374 2625 1664 0,'0'0'294'0,"0"0"-30"15,0 0-178-15,0 0-53 16,0 37-8-16,1-13-1 15,3 5-10-15,12 9-14 16,-3-7-102-16,3-6-676 0</inkml:trace>
  <inkml:trace contextRef="#ctx0" brushRef="#br0" timeOffset="42181.3785">13611 2690 1597 0,'0'0'395'0,"0"0"-70"15,0 0-175-15,0 0-79 16,-13 34-4-16,8-10-21 16,3 4-22-16,2 3-13 15,0 0-11-15,0 1-34 16,2 3-241-16,1-6-496 16,-1-10-565-16</inkml:trace>
  <inkml:trace contextRef="#ctx0" brushRef="#br0" timeOffset="42376.2931">13660 2598 1737 0,'0'0'271'0,"0"0"-47"16,0 0-103-16,42-18-75 16,-21 24-13-16,7 17-4 15,3 13 7-15,-2 19 22 16,-6 9-7-16,-17 5 8 15,-13-4-23-15,-27-5-36 16,1-16-91-16,-2-12-521 0</inkml:trace>
  <inkml:trace contextRef="#ctx0" brushRef="#br0" timeOffset="43404.4484">12179 3468 742 0,'0'0'264'0,"0"0"-41"15,0 0 19-15,0 0-16 16,0 0-1-16,0 0-49 16,0 0-14-16,-8-25-63 0,5 25-32 15,-2 1-29 1,1 8-26-16,-2 4-1 0,3 5-10 15,3 3 10-15,0 0-9 16,3 1-1-16,6-3 5 16,3-2-5-16,0-5 0 15,0-4-1-15,-2-5 0 16,-1-3 7-16,-1 0-5 16,-1-7 5-16,-1-5 2 15,-2-4-9-15,-4-2-1 16,0-1 1-16,-2 0 0 15,-6 1-1-15,-2 4-14 16,-1 5-33-16,0 5-48 16,3 4-142-16,1 8-70 15,5 3-85-15,2 2-920 0</inkml:trace>
  <inkml:trace contextRef="#ctx0" brushRef="#br0" timeOffset="43602.2231">12352 3541 1508 0,'0'0'301'15,"0"0"-127"-15,0 0-13 16,0 0-84-16,0 0-34 16,0 0-27-16,0 0 3 15,-3 31-11-15,3-18-7 16,0 2-1-16,1-2-169 15,2-5-386-15</inkml:trace>
  <inkml:trace contextRef="#ctx0" brushRef="#br0" timeOffset="43908.1485">12409 3424 1448 0,'0'0'262'0,"0"0"-50"15,0 0-43-15,0 0-85 16,0 0-34-16,0 0 0 16,-7 51-17-16,14-34-10 0,3-1-5 15,1-3-5-15,1-4 5 16,-1-4-4-16,1-4-4 16,-3-1 8-16,0-3 1 15,-1-8-3-15,0-3-14 16,-4-2-1-16,-2-1 1 15,-2-2-2-15,0 1-16 16,-6 2-42-16,-2 4-70 16,-1 6-85-16,0 6-140 15,2 0-145-15,3 0-566 0</inkml:trace>
  <inkml:trace contextRef="#ctx0" brushRef="#br0" timeOffset="44448.2039">12832 3323 1403 0,'0'0'266'0,"0"0"-83"16,0 0-104-16,0 36 90 15,1 0 46-15,10 12-77 16,1 6-6-16,3-1 13 16,-2-1-39-16,-3-5-32 15,-3 0-21-15,-4-4-22 16,-3-4-4-16,0-7-19 0,0-8-3 16,-4-6-5-16,-2-3 0 15,-3-1 5-15,-2-2-4 16,-5-1 8-16,-4-4-8 15,-5-5 5-15,-10-2-6 16,-14-3 7-16,-17-5-6 16,-12 1 6-16,-2 3-7 15,-1 3 0-15,4 1-1 16,-5 1-7-16,-4 5 8 16,0 2 0-16,4 1 8 15,10-1 1-15,12-3-9 16,16-1 6-16,15-1 18 0,13-3 3 15,8 1 7 1,3-1-1-16,1 0-15 0,1 0-10 16,3 0-8-16,0 0-11 15,0 0-10-15,6 0-9 16,1 0-36-16,3-1-94 16,7-6-71-16,-2 0-157 15,-2-2-483-15</inkml:trace>
  <inkml:trace contextRef="#ctx0" brushRef="#br0" timeOffset="45453.7287">12359 3048 157 0,'0'0'811'16,"0"0"-618"-16,-18-36 70 15,11 22 4-15,3 4-36 16,2 1-157-16,1 5-38 15,-1 0-4-15,2 3-2 16,0 1-11-16,0 2-18 16,0 10 8-16,4 6-9 0,3 4 44 15,1 6-13-15,2 0 39 16,0 1-11-16,-2-3-18 16,-1-2-21-16,-1-3-20 15,-3-5-7-15,-3-4-105 16,0-3-39-16,-8-3-14 15,-3-4-1-15,-5-2 33 16,-3 0 49-16,0-6 45 16,0-4 39-16,2-2 20 15,3-1 96-15,4 1 14 16,3 4-4-16,4 1 59 16,2 5-49-16,1 2-61 15,0 0-53-15,4 8-13 0,6 4-3 16,3 2 27-1,4 2-2-15,3 0 12 0,4 0 0 16,1-3-18-16,0-2 3 16,-1-2-2-16,-3-1-16 15,-2-4-9-15,-3-1-1 16,-3-3-8-16,-4 0-99 16,-4-2-143-16,-3-12-95 15,-2 2-230-15,0-2-81 0</inkml:trace>
  <inkml:trace contextRef="#ctx0" brushRef="#br0" timeOffset="45600.8624">12488 3189 400 0,'0'0'371'0,"0"0"-39"0,0 0-41 16,0 0-58-1,0 0-95-15,0 0-65 16,0 0 27-16,-11 39 17 0,5-17-42 16,0-1-40-16,-3 1-18 15,2-2-8-15,-1 4-9 16,2-5-125-16,2-5-415 15</inkml:trace>
  <inkml:trace contextRef="#ctx0" brushRef="#br0" timeOffset="45763.9134">12617 3246 2008 0,'0'0'287'16,"0"0"-84"-16,0 0-90 0,0 0-41 15,0 0-44-15,0 0-21 16,0 0-7-16,-31-14-124 16,33 21-453-16</inkml:trace>
  <inkml:trace contextRef="#ctx0" brushRef="#br0" timeOffset="47106.1057">15132 8098 1215 0,'0'0'274'16,"0"0"-125"-16,0 0-76 15,0 0-15-15,0 0-13 0,0 0-24 16,-7-12-12-16,8 12-9 16,6 0-8-16,3 0 0 15,1 4-4-15,-2 3-7 16,-5 3-66-16,-3 1-258 15,-1 0-452-15</inkml:trace>
  <inkml:trace contextRef="#ctx0" brushRef="#br0" timeOffset="47231.284">15063 8209 45 0,'0'0'724'16,"0"0"-557"-16,0 0 46 0,0 0-68 15,0 0-34-15,0 0-64 16,55-2-40-16,-28-2-7 15,-1 1-342-15</inkml:trace>
  <inkml:trace contextRef="#ctx0" brushRef="#br0" timeOffset="47434.7105">15360 8170 1590 0,'0'0'264'0,"0"0"-139"16,0 0-59-16,52-8-31 16,-26 5-16-16,1 1 5 15,1 2 1-15,-4 0-14 0,-4 0-11 16,-15 5-10-16,-5 1-273 16,-9-1-891-16</inkml:trace>
  <inkml:trace contextRef="#ctx0" brushRef="#br0" timeOffset="49985.4267">4451 8292 834 0,'0'0'244'16,"0"0"-106"-16,0 0-73 15,0 0-3-15,0 0-18 16,0 0-18-16,59 2 7 16,-19-1 7-16,14 1-4 15,9 0 9-15,3 2-3 16,-1-2 5-16,-1 3 23 16,2 0-34-16,2-1 30 15,3-1-2-15,0 1-11 16,1-3-7-16,-1-1-6 15,-2 0-10-15,-2 0-18 16,-1 0 14-16,-3 0 1 0,0-1-10 16,-2 1-6-16,-4-1 31 15,-2 1-20-15,-3 0 8 16,-4 0-5-16,-2 0-1 16,-2 0 5-16,-1 0-14 15,-2 0 0-15,1-3-2 16,0 1-4-16,2 0-3 15,0 1 5-15,1-1-10 16,-1 0 5-16,2 1-4 16,0 1-2-16,0 0 1 15,0 0-1-15,0 0 0 16,1 0 0-16,0 0 0 16,1 0 1-16,1 0-1 15,0 0 0-15,2 0 0 16,4 1 7-16,3-1-6 0,7 0 0 15,6 2-1-15,5-1 0 16,6 1 0-16,2 0-1 16,3 0 1-16,3 0 1 15,1-1 5-15,-1 0-6 16,-2 0-5-16,-2 0 4 16,-1 0 2-16,-3 2-1 15,-1-2 2-15,-4 2-2 16,-3-2 0-16,-3 3 1 15,-2-1-1-15,-2 0 0 16,-1 0 1-16,0 0 0 0,-1 0 0 16,1-1 0-16,0-1-1 15,-2 0 0-15,1-1 0 16,-1 0 0-16,1 0 0 16,0 0 0-16,-1-4 1 15,-1 1-1-15,-1-1 0 16,-3-1 0-16,0 1-1 15,-1-2 1-15,0 1-1 16,-1 0 1-16,1-1 0 16,0 0 0-16,0 2 1 15,-1-1 5-15,-1 3-6 16,-2 1 0-16,-2 1-1 0,-1 0 1 16,-2 0 0-16,-2 0 0 15,-1 0-1-15,-2 0 0 16,1 0 1-16,-2 0 8 15,1 0-8-15,0 0 0 16,0 0 0-16,0 0 1 16,1 1-1-16,0 0-6 15,0 0 6-15,0-1 0 16,3 2 0-16,1-2 0 16,2 0 0-16,3 0 0 15,1 0 6-15,-1-2-5 16,1-1-1-16,-1-1 0 15,-2 2 0-15,0-1-1 16,0 1-4-16,-2 2 4 16,0 0 1-16,3 0 0 0,-2 0 9 15,-1 0-9-15,-1 0 0 16,-1 0 0-16,-1 0 0 16,0 0 0-16,0 0-1 15,-1 0 0-15,1 0 0 16,-1 0 1-16,0 0 0 15,2 0 1-15,-1 0 1 16,3 0-1-16,0 0-1 16,1-2 1-16,2 0 0 15,0 0-1-15,0-2 0 16,1 0-1-16,0 3 0 16,-3-3 0-16,2 2 1 15,1 0 4-15,-1 0-3 0,0 0-1 16,2 0 0-1,-2 0 0-15,1-1 0 0,-2 1-1 16,1-2 0-16,-2 1 1 16,0 1 0-16,-1-2 0 15,-1 3 0-15,-1-2 7 16,0 1-6-16,-2 2-1 16,-1-2 0-16,-1 1 1 15,-2 0 7-15,-6 1-7 16,-8 0 9-16,-5 0 1 15,-2 0 1-15,4 0 5 16,3-2-8-16,3 2 9 0,0 0-3 16,-1-2 13-16,1 1-1 15,-1 1 7-15,1-2-10 16,1 1-1-16,1 0 0 16,0 1-9-16,2 0 2 15,0 0 2-15,1 0-4 16,6 0-1-16,6 0 5 15,5 0-5-15,-4 1 2 16,-10 0 11-16,-11-1 1 16,-7 2-10-16,2-1-16 15,1 1 11-15,1 0-12 16,-4-2 5-16,-6 1-5 16,-4-1 0-16,-3 0 0 0,-4 0 0 15,-1 0 6 1,0 0-5-16,0 0 0 0,0 0-1 15,1 0-1-15,-1 0 1 16,1 0 0-16,1 0 0 16,0 0 0-16,1 0 0 15,0 0-1-15,1 0-5 16,3 2 4-16,0-1-10 16,1 1 0-16,1 1-2 15,1 0-3-15,0-1 7 16,-2 1 4-16,-2 0 5 15,-2-2 1-15,-1 1 0 16,-3-2 0-16,-1 0 0 16,-1 0 0-16,0 1 6 15,-1-1-6-15,0 0-7 0,0 0 1 16,0 0 5 0,0 0-14-16,0 0 6 0,0 0-11 15,0 0 4-15,0 0-12 16,0 0-5-16,0 0-21 15,-4 0-233-15,-1 0-514 0</inkml:trace>
  <inkml:trace contextRef="#ctx0" brushRef="#br0" timeOffset="50146.5298">14835 8459 1446 0,'0'0'181'0,"0"0"-133"16,-42-4-23-16,24-1-14 0,-7-3-11 16,4 2-231-16,2-1-1158 15</inkml:trace>
  <inkml:trace contextRef="#ctx0" brushRef="#br0" timeOffset="52053.4161">11992 3731 1307 0,'0'0'180'16,"0"0"-64"-16,-50-13 30 15,26 13 13-15,-2 0-16 16,-3 5-35-16,0 8-14 16,2 4-5-16,1 11-40 15,-1 11-13-15,-3 15-4 0,4 5-9 16,6 1-3-1,4-2 6-15,7-5-1 0,2 3-1 16,1 1 12-16,1 3-7 16,2 1 0-16,2 1-13 15,1 1-1-15,0 1-5 16,1-1-9-16,5 0 7 16,-2 0-1-16,2 1-1 15,0 0 3-15,-1 2-7 16,1-3-2-16,-1 1 0 15,1-3 0-15,0 1 0 16,1-1 6-16,0 0-6 0,0 1 2 16,1 0 5-1,0-1-7-15,0 1-1 0,1-3 0 16,-2-1 1-16,0-1 0 16,0 0 1-16,-1-1-1 15,0-2 8-15,-1-1-7 16,0 0-1-16,-2-3-5 15,0-4 5-15,0-4 0 16,0-2-1-16,-1-3 2 16,2-1 0-16,-1 0 6 15,-1-5-6-15,-1-6 0 16,1-4 0-16,0-4 0 16,-1 5-1-16,1 2 0 0,1 2 0 15,-1 0 0 1,0 1-1-16,0-1 1 0,-1 1-1 15,0 1 1-15,0 0 2 16,-1 1 12-16,0-1 6 16,0 1 7-16,0 1 18 15,0 0-8-15,0 2-7 16,-2 0-2-16,-1 1-4 16,0-1 0-16,1 0-4 15,0-1-3-15,2-2-5 16,0-1 9-16,0-1-9 15,0-4-5-15,0-1-6 16,-1-1 9-16,1-3-9 16,0 0 0-16,0-1 5 15,0-1-6-15,0 1 9 0,0-1-7 16,0 0-1 0,0 1 5-16,-1 0-5 0,0-1 0 15,0-3 0-15,0 1 1 16,-1-2-1-16,2-1-1 15,-1-2 0-15,-1 0-1 16,2-3 0-16,-1-2-23 16,0-3-24-16,0-1-20 15,1 0-52-15,-3-4-52 16,-1-11-96-16,-1 1-206 16,0-1-256-16</inkml:trace>
  <inkml:trace contextRef="#ctx0" brushRef="#br0" timeOffset="52272.4763">11653 7184 1965 0,'0'0'371'15,"0"0"-264"-15,0 0-39 16,39 16 136-16,-14-3-29 16,3 3-88-16,1 2 5 15,0 2-44-15,-3 0-28 16,-2-1-13-16,-3 0-6 15,-2-3-1-15,-1-2-3 16,-2-2-55-16,-1-7-139 16,3-6-63-16,-4-7-250 15,-4-5-401-15</inkml:trace>
  <inkml:trace contextRef="#ctx0" brushRef="#br0" timeOffset="52469.2917">12015 7182 1974 0,'0'0'370'0,"0"0"-247"16,0 0-33-16,-43 41 47 15,33-19 40-15,2 0-101 16,0 1-46-16,2-1-12 16,1-2-11-16,0-3-7 15,2-4-76-15,3-7-135 16,0-4-175-16,0-2-477 0</inkml:trace>
  <inkml:trace contextRef="#ctx0" brushRef="#br0" timeOffset="52632.4144">12034 7289 2424 0,'0'0'529'15,"0"0"-416"-15,0 0 18 16,0 0-55-16,0 0 35 15,0 0-79-15,0 0-32 16,-36-3-91-16,21 3-282 16,-6 0-904-16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43:51.8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3192 3464 98 0,'0'0'1033'16,"0"0"-808"-16,0 0-89 0,0 0-24 15,0 0 17 1,0 0-14-16,17-7-20 0,-1 7-23 16,3 0 16-16,6 1 24 15,11 4-4-15,9 0-13 16,12 2-27-16,5-1-1 16,1 0-3-16,0-1-4 15,-6 0-16-15,3-2 0 16,-2 2 0-16,1-2 3 15,-1 0-13-15,-2-1 3 16,-3-1-8-16,-3-1-2 16,-2 1-2-16,-1 0 8 0,-1-1 0 15,0 0-3 1,-3 0 6-16,-6-3-8 0,-8-1 7 16,-8 1 5-16,0 1-4 15,1-2 8-15,0 1-15 16,1-1 4-16,-5 1 9 15,-3 0-4-15,-4 2 2 16,-2-1-8-16,-1 1-16 16,-2 0-10-16,0 1 3 15,0 0-1-15,-3 0 2 16,-1 0-4-16,0 0-6 16,-2 0-1-16,0 0 0 15,0 0-5-15,0 0-6 16,-6 0-54-16,-31 0-94 15,1 0-453-15,-7-1-818 0</inkml:trace>
  <inkml:trace contextRef="#ctx0" brushRef="#br0" timeOffset="10042.4499">6395 3711 235 0,'0'0'165'16,"0"0"-119"-16,0 0 402 0,0 0-153 15,0 0-60-15,0 0 12 16,-6 0-25-16,6 0-29 15,0 0-25-15,0 0-34 16,0 0-17-16,0 0-17 16,8 3 35-16,4 2 7 15,4 0-24-15,6 1-36 16,3-1-23-16,4 0-16 16,2 0-19-16,0-2-10 15,-1 0-8-15,-4 1-5 16,-5-4 4-16,-3 1-5 15,-5-1-1-15,-5 0-52 16,-3 0-68-16,-3 0-109 0,-3-4-62 16,-7 1-323-1,-3 0-381-15</inkml:trace>
  <inkml:trace contextRef="#ctx0" brushRef="#br0" timeOffset="10342.0165">6350 3848 1491 0,'0'0'280'0,"0"0"-178"16,0 0 19-16,0 0 146 0,46 14-44 15,-20-10-34 1,10-1-25-16,0-1-46 0,1 0-33 15,0-2-28-15,-6 0-18 16,2 0-15-16,-2 0-9 16,-4-4-6-16,-3 2-8 15,-4 0 5-15,-6-1-6 16,-5 2-67-16,-6 1-111 16,-4 0-104-16,-8 0-279 15,-3-1-604-15</inkml:trace>
  <inkml:trace contextRef="#ctx0" brushRef="#br0" timeOffset="11517.9439">8782 3642 681 0,'0'0'330'0,"0"0"-100"16,0 0-40-16,0 0 37 15,0 0-28-15,0 0-21 16,0 0-29-16,-8 0-19 0,8 0-40 16,1 0-15-16,6 0 11 15,3 0-12-15,4 0-17 16,3 0-5-16,4 0-19 16,3 0-20-16,2-1-7 15,-2-1-5-15,0-2-1 16,-4 0-37-16,-3 1-85 15,-7 0-77-15,-7 1-149 16,-3 0-292-16,0 1-576 0</inkml:trace>
  <inkml:trace contextRef="#ctx0" brushRef="#br0" timeOffset="11730.4385">8761 3723 1431 0,'0'0'479'0,"0"0"-302"0,0 0-11 16,0 0-17-16,0 0-54 15,0 0-21-15,0 0-31 16,53 0-22-16,-32 0-14 16,3 0-7-16,3 2-14 15,22-2-159-15,-5 0-438 16,1 0-1000-16</inkml:trace>
  <inkml:trace contextRef="#ctx0" brushRef="#br0" timeOffset="12420.0358">10797 3655 500 0,'0'0'354'0,"0"0"-74"16,0 0-36-16,0 0-2 15,0 0-48-15,0 0-25 16,0 0-17-16,-2-2-4 16,2 2-25-16,2 0-31 15,5 0-7-15,4 0-9 0,2 0-27 16,4 0-18-1,0 0-17-15,-1 0-8 0,0 0-6 16,0 0-15-16,-5-1-97 16,1 1-124-16,-6-1-155 15,-2 0-417-15</inkml:trace>
  <inkml:trace contextRef="#ctx0" brushRef="#br0" timeOffset="12640.4855">10762 3740 1030 0,'0'0'285'0,"0"0"-47"15,0 0 14-15,0 0-15 0,0 0-4 16,0 0-86-16,59 4-40 16,-33-4-45-16,1-1-22 15,2-1-28-15,-3-2-1 16,-2 2-11-16,-5 0-7 15,-6 2-94-15,-5 0-262 16,-8 0-692-16</inkml:trace>
  <inkml:trace contextRef="#ctx0" brushRef="#br0" timeOffset="307875.3618">6087 2198 1300 0,'0'0'251'0,"0"0"-123"16,0 0 39-16,0 0-56 16,0 0-48-16,0 0-30 0,-6-12-18 15,6 15-15 1,0 6-7-16,0 7 7 16,0 3 16-16,0 4 53 0,1 2-11 15,1-2-21 1,-2-2-14-16,0-1-11 0,0-1-6 15,-1-3-6-15,-6-3-12 16,-1-2-44-16,-3-4-75 16,-1-4-11-16,0-3-19 15,-1-5-39-15,0-7 127 16,0-2 73-16,3-2 5 16,1 1 59-16,4 1 45 15,1 5 25-15,2 2 23 16,2 3-2-16,0 3-59 15,0 1-50-15,0 0-28 16,6 7-12-16,4 3 4 16,4 2-1-16,2 2 4 0,1 0-5 15,2-2-1-15,-1-2-5 16,2-3-1-16,-2-3 0 16,-1-3-1-16,-1-1-20 15,0-5-35-15,-5-4-7 16,-2-2 10-16,-2-3 27 15,-3-2 17-15,-1 0 8 16,-1-1 1-16,-1 3 7 16,-1 3 16-16,0 3 29 15,0 5 5-15,0 3-27 16,0 3-22-16,-4 10-2 16,-3 6 2-16,0 4 1 15,-1 4-4-15,-1 0-5 0,2-1-1 16,7 6-9-16,0-6-212 15,5-6-393-15</inkml:trace>
  <inkml:trace contextRef="#ctx0" brushRef="#br0" timeOffset="308815.4774">8499 2322 1079 0,'0'0'210'15,"0"0"37"-15,0 0 34 16,0 0-150-16,-5-36-67 15,5 33-26-15,-1 3-14 16,-1 0-9-16,1 9-15 16,-3 14-9-16,1 2 9 15,-1 5 51-15,2 3 28 0,0-8-19 16,-2 2-24-16,2-4-17 16,-1-3-13-16,1-4-6 15,-1-4-1-15,-1-3-10 16,1-2-34-16,-3-4-8 15,1-3 4-15,-2 0 21 16,1-5 15-16,-1-6 2 16,2-2 11-16,1-1 7 15,3 0 15-15,0 4 28 16,1 2 3-16,0 4-7 16,0 3-21-16,0 1-19 15,1 3-5-15,3 7 0 16,3 1 1-16,1 3-1 0,2 1 0 15,1-2 0-15,1-2 0 16,2-3-1-16,1-2 0 16,0-5 0-16,0-1-26 15,-2-3-4-15,0-7-1 16,-3-2 15-16,-1-2 10 16,-4-1 6-16,0 2 8 15,-3 2 12-15,-1 4 37 16,-1 3 14-16,0 4-13 15,0 2-38-15,-7 9-18 16,-4 8 5-16,-3 3 4 16,-2 5-4-16,1 1-7 15,1-1-6-15,11 5-80 16,3-8-388-16,1-8-1254 0</inkml:trace>
  <inkml:trace contextRef="#ctx0" brushRef="#br0" timeOffset="309715.3348">10469 2535 1273 0,'0'0'263'0,"0"0"68"0,0 0-43 15,0 0-154-15,-3-35-81 16,2 34-20-16,-1 1-11 16,0 1-12-16,0 10-10 15,-2 5 0-15,1 7 0 16,-2 2 47-16,1 1 13 16,1-2-8-16,1-3-33 15,1-3-13-15,-1-4-6 16,0-2-1-16,0-3-23 15,-1-4-52-15,-2-2-13 16,0-3 34-16,-1 0 24 16,-3-4-13-16,2-7 24 0,0-3 19 15,3-2 1-15,1-1 4 16,1 4 20-16,2 3 26 16,0 5 14-16,0 3-22 15,0 2-22-15,0 2-18 16,5 7 4-16,2 3-6 15,2 4 15-15,2 0-5 16,1-1-1-16,1-1 0 16,0-3-9-16,0-2 0 15,0-4 0-15,-2-2 6 16,0-3-5-16,-3 0 4 16,0-5-4-16,-1-4-1 0,-2-2 7 15,-1-2-5-15,-1 1-1 16,-1 2 5-16,-2 4-6 15,0 2 7-15,0 2 14 16,0 2-21-16,-3 3-5 16,-5 4-1-16,-3 4 6 15,0 2 0-15,0-1 0 16,1 2-8-16,2-2-48 16,1 2-60-16,2-2-124 15,2-3-321-15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45:56.0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761 2015 588 0,'0'0'115'15,"0"0"-84"-15,0 0 440 16,0 0-313-16,0 0 11 16,-59-23-27-16,15 29-37 0,-21 25-37 15,-9 15 11 1,2 11 0-16,12 4-8 0,19-7-29 15,15-3-14-15,18-4-12 16,11-2-10-16,23-4-6 16,18-3 0-16,15-5-7 15,9-2 7-15,0-1 10 16,-8 2-9-16,-12 3 0 16,-16 2 8-16,-15 3-9 15,-13 3 10-15,-5 2 3 16,-15 2-7-16,-9 2-4 15,-8-3-1-15,-4-3 0 0,5-9-1 16,4-9 0-16,8-9 0 16,4-4 0-16,2-2 1 15,2-2 1-15,2-2 11 16,7-2 12-16,3 2-25 16,7 11-12-16,12 17 12 15,9 25 9-15,3 18-8 16,-4 13-1-16,-7 6 1 15,-7 2 5-15,-6 9 6 16,-4 9 1-16,-3 6-7 16,-1 4 10-16,-7 1-14 15,-3 0 5-15,-2 1 17 16,-1 3 16-16,-2 1-9 16,2 2-6-16,-1 0 2 15,0 1-3-15,2 0-18 0,1 4 2 16,4-1 0-16,3 0 5 15,5-3-1-15,0-11 5 16,4-8-3-16,5-10 12 16,1-6-13-16,0-8 2 15,1-5 13-15,1-6-5 16,-2-7-10-16,0-10 3 16,2-7-2-16,-3-9-5 15,-1-12-8-15,-1-10 0 16,-2-10 1-16,-1-4-1 15,2-2-1-15,0-2-24 0,-1-2-71 16,-1-6-63 0,2-19-126-16,0-3-304 0,-2-4-517 0</inkml:trace>
  <inkml:trace contextRef="#ctx0" brushRef="#br0" timeOffset="128.7805">862 6681 1363 0,'0'0'915'0,"0"0"-774"16,0 0-94-16,0 0 17 16,0 0-64-16,0 0-15 15,0 0-533-15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46:22.5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3516 2516 1440 0,'0'0'199'15,"0"0"-3"-15,0 0 43 16,0 0-83-16,0 0-60 16,0 0-38-16,9-6-24 0,16 5-15 15,13 0-4-15,-1 1-8 16,-1 0-6-16,-5 0-1 16,-9 0-2-16,1 0-69 15,6 3-127-15,-9 2-135 16,-5 0-279-16</inkml:trace>
  <inkml:trace contextRef="#ctx0" brushRef="#br0" timeOffset="202.5396">3528 2609 1470 0,'0'0'226'0,"0"0"-36"0,0 0-7 15,0 0-63 1,0 0-1-16,0 0-19 15,49 3 10-15,2-4-49 0,1-2-37 16,-9-1-15-16,-14 3-9 16,-8 1-16-16,4 0-73 15,9 0-162-15,-4 0-364 16,-7 0-706-16</inkml:trace>
  <inkml:trace contextRef="#ctx0" brushRef="#br0" timeOffset="3170.4951">7040 2572 325 0,'0'0'884'0,"0"0"-705"16,0 0-38-16,0 0-14 16,0 0-19-16,0 0-45 15,0 0 4-15,73 0 21 16,-18 5-18-16,10 0-5 16,4 0 4-16,1-2 2 15,-3 0 4-15,3-1-8 16,3 0-2-16,-1 0-17 15,2-1-12-15,0 1-4 16,0-1 3-16,1 0-3 16,-2-1-2-16,0 0 12 0,-1 0-11 15,-3 0 0-15,-2 0-8 16,-2 0-8-16,-3-3 1 16,-3-1 2-16,1 0-4 15,0-1-1-15,-1 1 2 16,0 0-6-16,0 0 3 15,-3 2-6-15,-2 0 0 16,-3 2 3-16,-4-1-8 16,-2 0 1-16,-2 0 11 15,0 0-11-15,0 0 7 16,0 0-3-16,0 0-5 16,0-1 1-16,0-1 5 15,-3 1 1-15,-6-1-7 0,-6 0 5 16,-6 1-6-16,-1 0 8 15,2 0-2-15,6-2 1 16,4 1 2-16,0-2-3 16,6 2 3-16,-3-2-7 15,0 2 9-15,1-1-2 16,-6 1-3-16,5 1-5 16,0-1 1-16,-2 2-1 15,-2-1 0-15,0 2 0 16,-3-1 6-16,-1 1-5 15,-3 0 5-15,0 0-5 16,-1 0 4-16,0 0-5 0,2 0 5 16,-1 1-5-16,2 0 0 15,0 0 1 1,1 0 4-16,3 1 0 0,-1-1-5 16,1 1 5-16,-2-1 0 15,1 1 0-15,0 1-5 16,2-1 10-16,0 1-4 15,3 1 1-15,1-1-7 16,0 2 0-16,0-2 5 16,-2 2-4-16,-2 0-1 15,-2 0 6-15,-2 0 2 16,-4-2-1-16,-1 0-1 16,-3 0 10-16,0-2 5 15,0 1 5-15,1-1-4 16,-1 0-2-16,-1 0 5 0,-1 0-6 15,-1-1-11-15,0 0 4 16,-1 0-4-16,-1 0 0 16,-1 0-7-16,-1 0 5 15,0 0 1-15,-3 0-2 16,0-2-5-16,-3 2 4 16,-2-1-4-16,-2 0 6 15,0 1-7-15,-3 0 0 16,0 0 0-16,0 0 0 15,0-1-8-15,-7-1-37 16,-12-3-61-16,-23-5-180 16,2 1-373-16,-1-3-479 0</inkml:trace>
  <inkml:trace contextRef="#ctx0" brushRef="#br0" timeOffset="3338.3268">10828 2622 1962 0,'0'0'244'16,"0"0"-86"-16,0 0-68 15,-57-12-69-15,12 12-21 16,-27 0-96-16,7 4-280 16,-2-1-1143-16</inkml:trace>
  <inkml:trace contextRef="#ctx0" brushRef="#br0" timeOffset="9733.0647">2624 3201 838 0,'0'0'226'16,"0"0"-77"-16,0 0 9 15,0 0-40-15,0 0-32 0,0 0-31 16,4-2-4-16,6 2 50 15,2 4-6-15,4 0-13 16,5 0 1-16,3 0-8 16,8-2 15-16,9 0-20 15,12-1-17-15,4-1-7 16,0 0-11-16,-2 0-8 16,-3 0-5-16,0 0 8 15,1 0 0-15,-1 0-8 16,0 0-6-16,2 1-1 0,-3 1-3 15,-1-1-3 1,-2 1 0-16,-1 0-3 0,-2 1-5 16,0-1 1-16,-1 0 4 15,0 0-4-15,-1-1 4 16,1 0-5-16,-1 1 5 16,-1-1 0-16,1 0-5 15,-3 1 7-15,-4-2-1 16,-8 1-5-16,-5 0 8 15,-1 0-4-15,5-1-4 16,3 0 7-16,5 0-8 16,0 0 15-16,0 0-7 15,-2 0 5-15,3 0-7 16,-1 0-6-16,0 0 7 16,1 0-2-16,0 0-5 0,6 0 0 15,-5 0 5-15,1 0 0 16,6 0-5-16,0 0 0 15,11 0 0-15,1-1-1 16,-6 0 6-16,-11 0-5 16,-10-1 0-16,-6 2 0 15,6-2 9-15,9 0-8 16,14 0 10-16,4 0 3 16,-5 0 3-16,-5 0-2 15,-7 0 4-15,-6 2-4 16,-5-1-1-16,-5 0-3 15,5 1-2-15,10 0 2 16,11-1 6-16,5 0 2 16,-3 1-8-16,-5 0 0 0,-4 0 6 15,-2 0-5-15,1 0-5 16,0 0 4-16,1 0 2 16,-1 0-2-16,1 0-10 15,0 0 8-15,0 0-2 16,-4 0 4-16,2-2-11 15,-5 0 9-15,-8 1 2 16,-3 0-3-16,-2-1-1 16,5 0-7-16,5 0 1 15,10 0 8-15,-5 0-4 16,1 1 3-16,0 0-1 16,-6 0-8-16,2 0 1 15,0 0-1-15,-2 0 0 0,-2 0 7 16,3-1-1-16,-2 1-6 15,1-1 8-15,0 0-8 16,3 0 9-16,-1 0-8 16,2 0 0-16,-2 1 0 15,1-1 0-15,-3 0 5 16,0 1-6-16,-1 1 2 16,0-2-2-16,-1 1-1 15,-1-2 1-15,-1 1 0 16,-2-1-1-16,-1 0-5 15,-2 1 6-15,0-1 1 16,-1-1 0-16,0 1 0 16,0 0 0-16,-2 0-1 0,1 1 1 15,0-1-1 1,1 1 5-16,-1 0-5 0,2 0-2 16,1 0 1-16,1 0-1 15,0 0 1-15,1 1 0 16,1-1 0-16,-1-1-5 15,-1 1 4-15,1 1 1 16,-2 0-6-16,0-1 7 16,-1 2-6-16,0-2-3 15,0 2 8-15,-1-1-8 16,1 0 9-16,0 1-1 16,-2 0 1-16,1 0 5 15,-1 0-4-15,-1 0-1 16,0 0 1-16,-1 0 0 15,-1 0 0-15,0 0-1 0,0 0 0 16,0 0 6-16,1 0-5 16,-1 0-1-16,1 0 1 15,0 0 0-15,0 0 1 16,1 0 4-16,0 0-5 16,0 0 5-16,0 0-5 15,-1 0-1-15,1 0 2 16,-1 0-1-16,0 0 6 15,-2 0-7-15,-1 0 0 16,1-2 0-16,-1 0 0 16,-2 1 1-16,2-2 1 15,-1 1-1-15,-1 0 5 16,0-1 5-16,-2 1-5 0,0 1-5 16,-4-1-1-16,1 2 6 15,-3-1-6-15,-2 1 0 16,0 0 0-16,-3 0 0 15,1 0 1-15,-2-1 8 16,1 1-8-16,-1 0 0 16,0-1 5-16,0 1-5 15,0 0 5-15,0 0-4 16,0 0-2-16,-2 0 0 16,-8 0-1-16,-35-7-62 15,1 0-311-15,-8-4-859 0</inkml:trace>
  <inkml:trace contextRef="#ctx0" brushRef="#br0" timeOffset="124464.9887">8940 2908 1020 0,'0'0'183'0,"0"0"68"15,0 0-39-15,0 0 37 0,52 26-54 16,-26-19-33-16,9 1-26 15,10 0-63-15,-5 0-28 16,-2-3-16-16,-8-1-8 16,-7-2-15-16,0 0-6 15,1 0 0-15,-5-1-46 16,-6-1-149-16,-5-5-185 16,-6-2-391-16</inkml:trace>
  <inkml:trace contextRef="#ctx0" brushRef="#br0" timeOffset="124770.9562">8971 2797 16 0,'0'0'1520'0,"0"0"-1294"0,0 0-42 16,0 0-21-16,0 0-67 15,0 0-48-15,0 0-27 16,-7-17-9-16,-1 34-5 16,-8 14 2-16,-3 3 70 15,1-1 10-15,1-3-9 16,5-9 32-16,6 2-51 16,4 2-28-16,7-1-7 0,25-1-17 15,28 0 5-15,31-3-13 16,13-2-1-16,-3-8-103 15,-29-5-264-15,-31-5-1096 16</inkml:trace>
  <inkml:trace contextRef="#ctx0" brushRef="#br0" timeOffset="136685.5105">2057 5352 624 0,'0'0'0'0,"0"0"71"15,0 0 387-15,0 0-308 16,0 0-96-16,0 0-27 16,-11-12-9-16,11 11-2 15,0 1 11-15,2 0-8 16,8 0-7-16,14 2-3 16,20 6 21-16,24 3 2 15,16 0 55-15,8 0 18 16,0-3-17-16,-4-2-4 15,1-1-26-15,-3 1-2 0,-7-2-8 16,-6 0 11 0,-7 0-38-16,-6-1 11 0,-6 0 14 15,-4-2-34-15,-2 0 13 16,-3 0-2-16,-1-1 6 16,-2 1-7-16,-5 1 0 15,-9-1-4-15,-5-1-5 16,-3 0-3-16,2 1-4 15,-1-1 6-15,0 0-10 16,-7 1-2-16,-4 0 0 16,-6 0-9-16,-14 5-56 15,-7 0-442-15,-8 0-267 0</inkml:trace>
  <inkml:trace contextRef="#ctx0" brushRef="#br0" timeOffset="137443.9667">2112 5892 1058 0,'0'0'152'15,"0"0"-70"-15,0 0 63 16,0 0 75-16,0 0-13 15,0 0-59-15,0 0-50 16,-1 14-20-16,25-6 2 0,19 2 5 16,23 2-17-1,15-2-27-15,5-2 32 0,-2-4-19 16,-7-1-11-16,1-1-9 16,0-2-11-16,0 0 2 15,-5 0-12-15,-6 0 5 16,-7-1-9-16,-16-1-9 15,-12 0 0-15,-12 0 0 16,-8 1 1-16,-2 0 0 16,-4 0-1-16,-3 1-1 15,-21 0-30-15,-8 0-187 16,-12 1-380-16</inkml:trace>
  <inkml:trace contextRef="#ctx0" brushRef="#br0" timeOffset="141558.0419">4690 5335 1431 0,'0'0'303'0,"0"0"-177"15,0 0-75-15,0 0 3 16,0 0 60-16,41 0-53 16,-1 0-21-16,19 0 16 15,7-3-6-15,3 0-12 0,-5-1-11 16,-8 1-11-1,-1 1-1-15,-5 0-1 0,-8 0-13 16,-10 1-1-16,-9-1-6 16,-6-2-106-16,-3 2-272 15,-7-3-513-15</inkml:trace>
  <inkml:trace contextRef="#ctx0" brushRef="#br0" timeOffset="141782.7762">4735 5434 1716 0,'0'0'299'15,"0"0"-220"-15,39 1-50 0,7-1 70 16,27-5 22-16,13-2-26 16,7-1-27-16,-5 0-24 15,-11 1-27-15,-5 1 3 16,-5-1-19-16,-8 2 1 15,-12 1-2-15,-9-1-15 16,-13 1-189-16,-13 0-457 0</inkml:trace>
  <inkml:trace contextRef="#ctx0" brushRef="#br0" timeOffset="149526.3531">6787 5363 796 0,'0'0'291'0,"0"0"-129"0,0 0-6 16,0 0 1-16,0 0-4 15,0 0-20-15,-1-3-86 16,4 2-32-16,2 0 87 15,2 1-27-15,0 0-24 16,2 0-3-16,2 0 0 16,2 0-12-16,2 1-17 15,1 2-4-15,2 1 8 16,3 0-2-16,1 0-2 16,2 0-7-16,1-1 5 0,1 0 0 15,3-1-3-15,-1-1 2 16,1-1-1-16,1 0-3 15,-1 0 3-15,-2 0 1 16,-1 0-4-16,-2 0-1 16,-1-1-10-16,0 0 4 15,0 1-3-15,1-1 8 16,1 0 9-16,1 0-10 16,0 0 2-16,0 1-4 15,-2 0 1-15,0 0-7 16,-1 0 5-16,-1 0 0 15,1 0-5-15,0 0 0 16,0 0 0-16,0 0 7 0,1 0-6 16,-1 0 5-1,0 0 1-15,0 0-1 0,-1 0-6 16,-2 0 0-16,0 0 8 16,-2 0-8-16,1 0 6 15,1 0-5-15,0 0 10 16,2-1-5-16,2 0-1 15,0-1 1-15,2 0-1 16,0 1-5-16,-1 0 5 16,0-1-5-16,-2 1 0 15,-1 0 0-15,-1 0-1 16,0 0 0-16,0 1-1 16,1-1 1-16,-1 1 0 0,1 0 6 15,0-1-4 1,0 1-1-16,0 0 1 0,1 0-1 15,0 0 10-15,0-1-11 16,0 0 9-16,1 1-8 16,2 0-1-16,-1 0 0 15,0 0 0-15,1 0 1 16,1 0 8-16,-1 0-8 16,0 0 0-16,0 0 0 15,0 0 5-15,0 0-6 16,-2 0 0-16,1 0-1 15,-1 0 0-15,1 0 1 16,0 0-1-16,1 0 1 16,1 0-1-16,0 0 1 15,1 0 1-15,-1 0 0 0,0 0 5 16,0 0-5-16,0 0 0 16,-1 0 11-16,0 0-12 15,-1 0 0-15,-1 0 1 16,0 0 5-16,-2 0-5 15,0 0-1-15,0 0 1 16,-1 0 0-16,-3 0-1 16,-1 0 0-16,-1 0-2 15,-1 0 2-15,-2 0 1 16,0 0-1-16,-1 0 1 16,0 0 7-16,1 0-2 15,-1 0 1-15,2 0-1 0,0 0 2 16,1 0-7-16,1 0 1 15,-1-1-1-15,1 0 7 16,-1 1-8-16,0 0 0 16,-1-1 6-16,0 0-6 15,-1 1 18-15,0-1-9 16,-1 0 0-16,0 1-7 16,0-1-1-16,0 0 9 15,0 1-9-15,0-1-1 16,0 0 1-16,2 1 0 15,0-1 0-15,0 0 0 16,1-1 4-16,0 2-5 16,-1-2 6-16,2 1-5 15,-3 0 1-15,0 1-1 16,-1-1 0-16,-1 0 0 0,0 1 7 16,1-2-8-16,-2 2 0 15,0-2 0-15,0 1 0 16,2 0 6-16,-1 0-6 15,1 0 0-15,0-1 0 16,2 1 0-16,-1 1 0 16,0-2 1-16,2 2 0 15,-1-1 0-15,-1 0 0 16,1-1 0-16,1 2 0 16,-1-2 7-16,1 1-7 15,-1 0 5-15,-1 0-5 16,1-1 10-16,-2 1-10 15,1 1 11-15,-1-2-6 0,-1 2 0 16,0-1-4-16,0 0 4 16,1 0 0-16,-2 1-5 15,0-1-1-15,1 0 0 16,0 1 0-16,0-1 0 16,1 1 0-16,0 0 0 15,2 0 2-15,-1 0 14 16,0-1-4-16,2 1-10 15,-2-1-1-15,0 1 8 16,-3-1-8-16,0 1 1 16,-3 0-1-16,0 0 5 15,-2-1-5-15,-1 1-1 0,-1-1 5 16,-2 1-5-16,1 0-1 16,-2 0 0-16,0 0 1 15,0 0-1-15,0 0-5 16,0-1-4-16,0-1-12 15,-26-6-26-15,0-1-48 16,-10-2-739-16</inkml:trace>
  <inkml:trace contextRef="#ctx0" brushRef="#br0" timeOffset="174500.9919">7179 5851 753 0,'0'0'569'0,"0"0"-424"16,0 0 27-16,0 0 22 16,0 0 28-16,0 0-26 15,-28 5-71-15,36-2-26 16,9 0-10-16,11 2-11 15,17-2-1-15,17-2-16 16,7-1-14-16,-2 0-13 0,-6 0-3 16,-10 0-16-1,-5 0-14-15,-9-1-1 0,-9 1 1 16,-9-1-1-16,-5 1-12 16,-3 0-10-16,-3 0-83 15,-4 0-95-15,-8 0-48 16,-9 0-103-16,-3 0-298 0</inkml:trace>
  <inkml:trace contextRef="#ctx0" brushRef="#br0" timeOffset="174758.5671">7319 5919 998 0,'0'0'315'15,"0"0"-52"-15,0 0 4 16,0 0 25-16,-31 39-113 0,36-29-33 15,11-2-3-15,13 1-1 16,17-1-51-16,16-2-39 16,8-3 20-16,2-3-20 15,-6 0-23-15,-9-2-16 16,-2-1-13-16,-6 0 7 16,-11 1-7-16,-9 1 0 15,-7 1 0-15,-3 0-58 16,18 0-172-16,-4 0-261 15,2 0-478-15</inkml:trace>
  <inkml:trace contextRef="#ctx0" brushRef="#br0" timeOffset="175327.7617">9366 5907 1425 0,'0'0'408'16,"0"0"-149"-1,0 0-40-15,0 0-53 0,0 0-49 16,0 0-38-16,0 0-28 15,30-5-21-15,-6 4-9 16,6-1-10-16,3-1-9 16,1 1-1-16,-1 0-1 15,-1 1-49-15,5-1-86 16,-9 0-176-16,-7 1-262 0</inkml:trace>
  <inkml:trace contextRef="#ctx0" brushRef="#br0" timeOffset="175560.272">9378 5949 1502 0,'0'0'243'0,"0"0"-44"0,0 0-4 16,0 0 48-16,45 17-62 15,0-12-29-15,19-2-49 16,8 0-42-16,-1-3-24 15,-9 0-4-15,-19 0-16 16,-9 0-10-16,-12 0-7 16,-8 0-38-16,-5 0-151 15,-5 0-192-15,-4-3-583 0</inkml:trace>
  <inkml:trace contextRef="#ctx0" brushRef="#br0" timeOffset="181717.8002">9302 7030 228 0,'0'0'1036'0,"0"0"-746"15,0 0-105-15,-10-35-87 16,9 30-43-16,-1 4-34 15,2 1-12-15,-1 3-9 16,0 16 0-16,0 4 4 16,1 5 62-16,-1 3 38 15,1-6-5-15,-1 2-16 16,0-3-26-16,0-4-24 16,-2-2-8-16,-1-2 0 0,-2-4-13 15,-2-4-3 1,-2-3-9-16,-2-4-21 0,-3-1-30 15,-2-4-17 1,1-6 15-16,0-4 34 0,2-2 19 16,3 0 6-16,3 2 6 15,4 4 17-15,3 2 24 16,1 5-29-16,0 3-14 16,1 0-10-16,8 9-2 15,3 4 2-15,2 2 15 16,2 2 3-16,2 0 21 15,1-1-4-15,1-3-8 16,0-2-9-16,0-3-11 16,0-4-1-16,-1-2-4 15,0-2-1-15,-2-2-1 0,-1-6 0 16,-4-2-13 0,-2-4-11-16,-3 0 0 0,-3-2 4 15,-2 0 2-15,-2 3 6 16,0 0 3-16,0 5 9 15,-2 4-1-15,-2 3-17 16,-2 1-14-16,-3 6 24 16,-1 7 8-16,-1 2 1 15,0 2-1-15,0 1 0 16,1 0-48-16,-2 7-122 16,4-6-143-16,-1-2-306 0</inkml:trace>
  <inkml:trace contextRef="#ctx0" brushRef="#br0" timeOffset="181867.0641">9576 7276 1568 0,'0'0'248'16,"0"0"-94"-16,0 0-75 15,-66 4-79-15,24 7-158 16,-7-1-849-16</inkml:trace>
  <inkml:trace contextRef="#ctx0" brushRef="#br0" timeOffset="184894.4577">13028 3462 540 0,'0'0'179'16,"0"0"-39"-16,0 0 2 16,0 0-12-16,0 0-24 15,0 0-14-15,-2-3-2 16,2 3 16-16,0 0 41 15,0 0-5-15,0 0-32 16,0-1-12-16,0 1 3 16,0 0-5-16,0-1-13 15,0 1-17-15,3 0-18 16,1 0-8-16,3 0 13 0,2 0-4 16,1 0-13-16,3 0 0 15,0 0 7-15,3 0 9 16,1 1-14-16,1-1 17 15,4 0-1-15,0 1-11 16,1-1-9-16,1 0-1 16,-1 0 3-16,-1 0-16 15,-2 0-9-15,-1 0 3 16,0 0-1-16,-1 1 7 16,-1 0-5-16,0 0-3 15,1 0 3-15,1-1-9 16,0 1-5-16,1-1 8 15,0 1-3-15,2-1 8 0,0 0-5 16,0 0 4-16,0 0-1 16,0 0-4-16,0 0 2 15,-2 0-1-15,-1 0-3 16,-2 0-4-16,-1 0 4 16,-2 0-5-16,-1 0 8 15,-1 0 0-15,-1 0-3 16,-2 0 3-16,0 0-1 15,-1 0 5-15,0 0 1 16,0 0-5-16,-2-1 5 16,-2 0-6-16,-1 0 1 15,-3 0-3-15,1 1 1 16,-1 0-1-16,0 0-5 16,0 0 0-16,0 0-1 15,0 0 0-15,0 0 0 0,0 0-6 16,-1 0-15-16,-27 1-23 15,1 3-177-15,-7 0-702 0</inkml:trace>
  <inkml:trace contextRef="#ctx0" brushRef="#br0" timeOffset="186935.9841">11949 5680 978 0,'0'0'763'0,"0"0"-598"16,0 0-78-16,24-37 0 16,-14 32 9-16,0 2-47 15,1 2-27-15,-3 1 18 16,-1 3-16-16,-2 5-7 16,-2 3 4-16,-3 3 1 15,-1 2-2-15,-8 1 11 16,-2-1 6-16,0-1 3 15,2-2 11-15,3-3-1 16,4-1-8-16,2-1-17 0,5 2 9 16,7 1 10-16,4 0 0 15,6 3-12-15,0 1-13 16,0 1 25-16,-1 1 3 16,-5-1-20-16,-5 0-12 15,-6 0-4-15,-5-1 5 16,-3 0 2-16,-11-3 2 15,-5 1-6-15,-4-4 1 16,-2-2-15-16,0-4-6 16,4-3-95-16,2-12-120 15,5-4-279-15,7-3-511 0</inkml:trace>
  <inkml:trace contextRef="#ctx0" brushRef="#br0" timeOffset="187102.8145">12208 5785 1505 0,'0'0'372'16,"0"0"-124"-16,0 0-107 15,40 0-30-15,-18-2-57 16,4 0-29-16,2 0-25 16,12-3-76-16,-7-1-162 15,-5 1-482-15</inkml:trace>
  <inkml:trace contextRef="#ctx0" brushRef="#br0" timeOffset="187333.6692">12546 5577 1018 0,'0'0'909'0,"0"0"-571"15,0 0-196-15,0 0-81 16,0 0-6-16,-12 50-5 15,12-20 14-15,7 9-1 16,3 8 9-16,1-2-4 16,-5-9-14-16,-2-10-21 15,-4-7-33-15,0 2-52 16,-5 9-169-16,-4-4-285 16,-1-6-311-16</inkml:trace>
  <inkml:trace contextRef="#ctx0" brushRef="#br0" timeOffset="187535.1259">12136 6074 1886 0,'0'0'282'16,"0"0"-69"-16,0 0-100 16,0 0-12-16,60 2 0 15,12-8-26-15,10-2-32 16,-2 1-27-16,-14 2-7 15,-24 3-9-15,-12 1-77 16,-4 1-169-16,-12 0-390 16,-4-2-789-16</inkml:trace>
  <inkml:trace contextRef="#ctx0" brushRef="#br0" timeOffset="187904.489">12394 6092 1766 0,'0'0'290'16,"0"0"-217"-16,0 0-34 16,0 39 98-16,0-17 20 15,-4 2-33-15,-7 2 2 0,-7 0-33 16,-4-1-15 0,-4-1-26-16,-2-5-24 0,1-3-14 15,3-6-4-15,3-5-9 16,6-5 7-16,6-8 4 15,6-8 0-15,3-5-11 16,7-1 0-16,8 1 7 16,4 4-7-16,2 6-1 15,2 3 0-15,-1 6-1 16,0 2 2-16,0 4-1 16,-2 4 1-16,-2 2 1 15,0 1-1-15,-3-1-1 16,-1-1 0-16,1-1-30 15,0-4-125-15,11-4-90 16,-4 0-321-16,0-9-598 0</inkml:trace>
  <inkml:trace contextRef="#ctx0" brushRef="#br0" timeOffset="188109.7115">12934 5854 1942 0,'0'0'282'16,"0"0"-164"-16,0 0-48 15,0 0 50-15,43 0-60 16,-23 0-38-16,3 1-12 16,-1 2-10-16,1-1-78 15,-6 0-209-15,-4-1-375 0</inkml:trace>
  <inkml:trace contextRef="#ctx0" brushRef="#br0" timeOffset="188319.336">12854 6003 2109 0,'0'0'313'0,"0"0"-209"16,0 0-46-16,0 0 100 15,0 0-10-15,50 12-69 16,-18-12-41-16,2 0-26 16,2 0-12-16,0-4-51 15,11-8-161-15,-9 1-279 16,-7-1-634-16</inkml:trace>
  <inkml:trace contextRef="#ctx0" brushRef="#br0" timeOffset="189143.8525">13619 5664 1761 0,'0'0'493'15,"0"0"-260"-15,0 0-105 0,0 0-33 16,0 0-44-16,0 0-29 16,7 44 2-16,9 12 51 15,8 9 33-15,3 5-17 16,-5 1-6-16,-15-4-85 15,-7-15-55-15,-2-11-563 0</inkml:trace>
  <inkml:trace contextRef="#ctx0" brushRef="#br0" timeOffset="190277.8822">13950 5392 1194 0,'0'0'246'0,"0"0"0"16,-49-20-147-16,22 11-55 15,-9 2-25-15,-8 2-4 16,-8 3-7-16,-5 2-8 16,4 6 6-16,4 8-1 15,8 4 28-15,6-1 30 16,7 1 13-16,7-1-6 15,-3 8 28-15,-5 10-3 16,-4 13 9-16,0 8-30 16,7-2 8-16,9-1 15 15,7-3 4-15,3 1-8 16,3 2-4-16,4 0 5 16,0 1-20-16,10-4-4 15,4-2-10-15,3-4-22 0,2-8 27 16,-1-9-17-16,-1-7-10 15,2-2-5-15,5 1-2 16,6 2 7-16,3-2-4 16,3-5 4-16,4-6 7 15,7-6-14-15,8-4-10 16,2-12-7-16,-3-5-8 16,-7-4-5-16,-6-1 1 15,-8 1-1-15,-5 2-1 16,-5 1-9-16,2-5-12 15,6-10-8-15,4-13-19 0,-1-8 29 16,-8 2-29 0,-10 4-5-16,-7 3 22 0,-5 0 5 15,-4-1-7-15,0 2-34 16,-6 2-11-16,-1 10 0 16,-1 7 2-16,0 5-2 15,1 2 2-15,-2-2-8 16,-2-3-7-16,0-1 16 15,-2 5 19-15,1 3 23 16,-2 4-4-16,-2 0-12 16,-1 2-23-16,-4 1-32 15,-4 0 14-15,-3 2 40 16,-10-1 20-16,-13 1-96 16,4 2 32-16,3 3-32 15,8 1-14-15,13 3 38 0,-2 0 30 16,1 0-21-16,5 0-28 15,7 9-39-15,6-1 1 16,5-1 23-16</inkml:trace>
  <inkml:trace contextRef="#ctx0" brushRef="#br0" timeOffset="196918.6165">14823 3674 1328 0,'0'0'544'0,"0"0"-364"16,0 0-32-16,0 0 41 15,0 0-2-15,0 0-42 16,19 0-9-16,-3 0-6 16,7 0-59-16,4 0-26 15,4 0-9-15,2 0-16 16,-1-3-14-16,-1 1-6 15,-4-1 0-15,-4 0-6 16,-8 1-75-16,-8-3-167 16,-5 2-124-16,-2 0-420 0</inkml:trace>
  <inkml:trace contextRef="#ctx0" brushRef="#br0" timeOffset="197293.8962">14888 3574 1530 0,'0'0'394'0,"0"0"-122"16,0 0 14-16,0 0-14 16,0 0-97-16,0 0-120 15,0 0-32-15,-9-12-7 0,1 19-16 16,-3 6 18-16,-4 3 10 15,-2 5 14-15,-2 2 0 16,3 0-6-16,2 0 9 16,4-2-16-16,5-3-7 15,4 0 1-15,1-3-14 16,7-1 1-16,8-1 8 16,6-2 0-16,10-1 6 15,10-2 0-15,9-4 0 16,-4-3-8-16,-10-1-8 15,-11 0-8-15,-11 0-10 0,-2 0-58 16,-8 0-174 0,-1 0-380-16,-3 2-808 0</inkml:trace>
  <inkml:trace contextRef="#ctx0" brushRef="#br0" timeOffset="201910.9774">13171 3841 95 0,'0'0'0'0,"0"0"633"16,0 0-451-16,0 0 0 15,0 0-11-15,0 0-8 0,-10-9 2 16,10 9-13-1,0 0-16-15,0 0-12 0,0 0-6 16,3 0 4-16,5 0 17 16,7 2 1-16,14 2-21 15,13-2-10-15,13 0-17 16,4 0-29-16,-11-1-32 16,-13 0-11-16,-16-1-14 15,-3 0-5-15,-1 1-1 16,-2-1-1-16,-2 0-73 15,-7 0-97-15,-4 0-31 16,-9 0-152-16,-5-3-229 0,-4 0-329 16</inkml:trace>
  <inkml:trace contextRef="#ctx0" brushRef="#br0" timeOffset="202116.1184">13178 3879 1242 0,'0'0'274'16,"0"0"-51"-16,0 0 14 16,0 0 44-16,55 9-57 15,-9-8-58-15,15-1-39 16,4 0-51-16,-12 0-41 16,-15-2-21-16,-16 2-14 15,-1 0-20-15,-4 0-191 16,-6 0-322-16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49:52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4478 3134 606 0,'0'0'160'0,"0"0"-18"16,0 0-11-16,0 0-8 15,0 0-29-15,0 0-37 16,-10-6-14-16,10 6-3 15,0 0 5-15,0 0 0 16,0 0-5-16,0 0-9 16,0 0-1-16,0 0 1 15,0 0-5-15,0 0 6 16,0 0 5-16,0 0 9 16,0 0 10-16,0 0-1 15,0 0 3-15,0 0-1 16,0 0 1-16,0 0-9 15,-1 0-15-15,1 0-14 0,-3 0-5 16,0 5-8 0,1 1 11-16,-2 4 3 0,1 1-2 15,0 3 7-15,1 1 3 16,1 2-3-16,0 1-4 16,1 1-5-16,0-1 0 15,0 1 1-15,0 0 0 16,0-1-3-16,0-1-6 15,0 1-2-15,-1-1 2 16,1-1 4-16,0 0-1 16,-1-1 0-16,0 1-1 15,0-1-10-15,0-2 12 16,0 1-7-16,0-1 4 16,-1-2 1-16,1 2-4 15,0-2 1-15,-1 1-1 0,1 0 0 16,1 1 1-16,-2 0 1 15,1 1 3-15,0 0 3 16,0 1-3-16,1-1-1 16,-1 1-2-16,1 0 0 15,0-1-3-15,0 0 0 16,0 1-5-16,0-2 5 16,0 1-5-16,0-2 0 15,0 0 0-15,0 1 0 16,0-2 0-16,0 1-1 0,0-1 1 15,0 1 5 1,0-1-5-16,0 1-1 0,0 0 0 16,0 1 1-16,0 1 0 15,0 0 0-15,0 0 5 16,0 0-6-16,0-1 6 16,0 1-4-16,0 1 0 15,0-2 4-15,2 1-5 16,-1-2 0-16,-1 2 0 15,1-3 1-15,1 2-1 16,-2-3 0-16,1 1 1 16,1-2-1-16,-1 1 1 15,0-2-1-15,0 1 5 16,0-1-5-16,1 0 0 16,-1 0 5-16,1 0 0 0,-1 0-4 15,0-1 5-15,1 0-6 16,0 0 8-16,0 0-3 15,-1 0-4-15,2-1 8 16,0 2-2-16,-1-2-7 16,1 1 9-16,-1 1-9 15,1-2 7-15,-1 2-7 16,0-2 9-16,0 2-9 16,1-2 1-16,-1 2 4 15,0-2-5-15,-1 1 8 16,1 1-1-16,-1-1-1 15,0 1-1-15,0 0 0 16,-1 0 0-16,0 0 0 0,0 0-4 16,1 2 5-16,0-1 1 15,0 1 0-15,0 0-7 16,0 0 8-16,0 1-7 16,0 1 5-16,-1 2-6 15,0 1 1-15,0 2 7 16,0 3-8-16,0 0 1 15,0 1-1-15,-2 0 7 16,0-1-7-16,1 0 1 16,-1-1-1-16,2-1 0 15,-2-1 5-15,1-1-6 16,1 0 0-16,-2-2 1 16,1-1 1-16,0-1-1 15,-1-2 0-15,2-2 0 16,-3-2-1-16,2-1 1 0,-1 1 1 15,-1-2 4-15,1 2-5 16,-1-1 0-16,-1 0 0 16,1 1-1-16,0-2 1 15,0 0-1-15,0 1 1 16,1-2-1-16,0 1 1 16,0-1-1-16,1 0 0 15,-1-1 1-15,1 1 0 16,-2 0-1-16,2 0 0 15,-2 0 1-15,1 1-1 0,1 0 0 16,-2 0 0 0,1 0 0-16,0 1 0 0,-1 1 0 15,-1 0 0-15,-1 2-1 16,1 2 2-16,1 1-1 16,-1 1 0-16,1 0-1 15,0 1 1-15,1 0 0 16,0 2 0-16,-1-1 0 15,1 1 0-15,1 0 0 16,-2-1 0-16,2 2 0 16,-2-1-1-16,1 0 1 15,-1 0 1-15,-1 0-1 16,1 0 0-16,-1 0 1 16,1 0-1-16,-1 0 0 15,1 1 0-15,-1-2 1 0,2 1-1 16,-1-1 1-16,1 0-1 15,0 0 1-15,-1 1-1 16,2-1 1-16,-1 0 0 16,0 1-1-16,0 0 1 15,-1 0-1-15,2-1 6 16,-1 1-6-16,1 0 0 16,-2-1-2-16,1 2 1 15,1-1 1-15,-2-1-2 16,2 1 2-16,0 0-1 15,0-2 1-15,0 2-1 16,1-1 1-16,-1 0-1 16,0 0 1-16,0 0 0 0,0-1-1 15,-1 1 2 1,2-3-1-16,0 1 1 0,0-1-1 16,0-2-1-16,0 1 1 15,0-1 0-15,0 0 0 16,0 0 0-16,0 0 0 15,0 0 1-15,0-1 0 16,0 1-1-16,0-1 0 16,2 1 0-16,-2 0 0 15,2 0 0-15,0 0 0 16,-1-1 0-16,2 1 0 16,0 0 1-16,0 0-1 0,0 1 0 15,0 0 1 1,1 0-1-16,-1 0 0 0,0 1 0 15,1 0 0-15,-2 2 0 16,1-2 0-16,-1 3 7 16,1 0-7-16,0-1 0 15,0 2-1-15,-1 0-5 16,2-1 6-16,0 2-1 16,0-1 1-16,0 1 0 15,1 0 0-15,-1-2 0 16,-1 2-1-16,1-2 1 15,0 1 0-15,0 0 0 16,-2 1 0-16,1 0 0 16,-1-1 0-16,0-1 0 15,0 1 0-15,0-2 0 0,0 1 1 16,0-1-1 0,1 2 0-16,-1-2 0 0,0 2 1 15,1 0 0-15,-2 1-1 16,2 1 1-16,-1 1 0 15,-1-1-1-15,0 2 1 16,1 1 5-16,-1-1-5 16,2 1-1-16,-3-1 0 15,2 1-2-15,-1 0 1 16,1 0 0-16,0 1 0 16,0 1-1-16,-1 0 2 15,2 1-1-15,-1 0 1 16,0 0 0-16,0-2 0 0,0 0 0 15,0-1 0 1,1-1 1-16,-1-1-1 0,-1 1 0 16,2-1 0-16,-2 0 1 15,1 0-1-15,-1-1 0 16,0-1 0-16,-1-2 1 16,0 1 0-16,0-1-1 15,0-1 1-15,0 0 0 16,0-1 1-16,0 0-2 15,0 0 0-15,0-1 0 16,0 2-1-16,0-1 1 16,0 0-1-16,0 0 1 15,0 2-1-15,0 0 0 16,0 3 1-16,2 0 0 16,-1 0 0-16,1 1 0 0,-1-2 0 15,-1 0 0 1,0-1 1-16,0 2 8 0,0-2-1 15,0 2-7-15,0-1 17 16,0 0-10-16,0-1-1 16,0 1-6-16,0-1 7 15,0 1-7-15,0 0 9 16,0 1-2-16,0 0 1 16,0-1 1-16,0 0 7 15,0-2-11-15,0-3 0 16,0-2 4-16,0-1-4 15,1-2-4-15,0-2 10 0,0-1-5 16,-1-1-1-16,0-1-6 16,0-1 9-16,0 0 9 15,0 0 9-15,1 0-4 16,1 0-5-16,0-2 4 16,1-1-4-16,-1-2-3 15,0 0 5-15,-1 1 8 16,0 1 2-16,-1 0 3 15,0 1 7-15,0 0 1 16,0 1-14-16,0 1-6 16,0 0-9-16,0 0-3 15,0 0-3-15,0 0-5 16,0 0-1-16,0 0 1 16,0 0 1-16,0 0-2 15,0-2 1-15,3-1-1 0,0-2 0 16,-1 1 0-16,-2-1 0 15,-3 0-42-15,-10 0-57 16,-17-5-38-16,2 0-182 16,1-3-639-16</inkml:trace>
  <inkml:trace contextRef="#ctx0" brushRef="#br0" timeOffset="5002.7231">4593 3110 212 0,'0'0'860'0,"0"0"-663"16,0 0-120-16,0 0-44 0,0 0 22 15,0 0 64-15,47 24 42 16,-24-15-39-16,10 1-26 16,12 1-26-16,10-1-15 15,3-1 15-15,1-1-7 16,-3-2-25-16,-4-2 5 15,4 0 5-15,-3-2-11 16,-1 0-12-16,-2 0-4 16,2 0-11-16,-1-2 0 15,1 2 5-15,1-2-2 16,-1 2-1-16,-1-2 3 16,-1 2 0-16,-1-2-3 0,-1 0 0 15,-2 1-5-15,-1-1 4 16,-2 0-10-16,-1 0 11 15,-1 0-11-15,-6 0 6 16,-6 0-5-16,-6 0-1 16,-1 0 13-16,3 0-5 15,4 0-3-15,6 0 1 16,-4-1 4-16,2 0-4 16,-1 0 6-16,1 0-1 15,-1 0-3-15,0 1-1 16,0 0-7-16,-1 0 6 0,0 0-6 15,1 0 7 1,-1 0-8-16,1 0 7 0,-1-1-5 16,1 1 7-16,0 0 2 15,-1-1-10-15,-1 1 0 16,2 0 11-16,-1-1-5 16,1 0-6-16,-1 1 5 15,3-1-5-15,0 0 7 16,-1-1-2-16,1 0-6 15,0 0 2-15,0-2 5 16,-3 1-6-16,1-1 1 16,-1 0-2-16,0 0 9 15,0 2 3-15,-1 0 1 16,1-1-5-16,-1 1-2 16,0-1 9-16,-1 2-6 0,1-2-8 15,-1 1 5-15,2 0-4 16,-2-2 5-16,2 3-5 15,-3-1 4-15,-1 0-6 16,0 2 0-16,-1-1 0 16,0 1-1-16,1-1 0 15,-1 1 2-15,1-1-1 16,0 1 0-16,-2 0 0 16,0-1 5-16,-1 0-4 15,-2 1-1-15,1-1 2 16,-1-1-1-16,0 1 7 15,1-1-7-15,0 0 5 16,-1 0-6-16,1 0 1 0,0 0 5 16,1-1-5-1,-1 1 0-15,1-1 0 0,0 1 1 16,0 1-1-16,-1-1 0 16,-1 1-1-16,-2-1 0 15,-1 1 2-15,-1 0-2 16,0 0 0-16,-2-1 1 15,1 1 3-15,0 0-3 16,-1 0 0-16,0-1-1 16,-2 2 1-16,0-1 0 15,1 1 7-15,-1 0-7 16,0 0 0-16,1 0 0 16,-1 0 8-16,1 0-8 15,-2 0 1-15,0-1 4 0,-2 0-5 16,-2 0 0-16,-1 1 7 15,-3 0-1-15,-1 0-1 16,-2 0 12-16,-1 0 8 16,-1-1-4-16,0 1-2 15,0 0-3-15,0 0-2 16,0 0-4-16,0 0-5 16,0 0 0-16,0 0 0 15,1 0 0-15,1 0-5 16,0 0 8-16,2 0-8 15,1 0-1-15,2 0 1 0,1 0-1 16,-1 0 1 0,0 0 0-16,1 1-1 0,0 0 1 15,0 1 0 1,0-2-1-16,-3 1 1 0,0 0 0 16,-2 0 0-16,-2 0-1 15,1-1 0-15,-2 0 1 16,0 0-1-16,0 0 1 15,0 0-1-15,0 0 0 16,0 0 1-16,0 0-1 16,0 0 1-16,0 1-1 15,0 1-7-15,0 2 7 16,0 2 1-16,-1 1 1 16,-1 1-1-16,-1 1-1 15,0 0 2-15,0 1-2 0,0 1 6 16,0 0-5-16,1 0 5 15,0 0-5-15,-1 1 0 16,2 0 0-16,-1-1-1 16,-1 0 1-16,2-1-1 15,-1 1 0-15,0 0 1 16,1-1 8-16,-1 0-8 16,0-1 5-16,-1 1-5 15,0-1 0-15,0 1 0 16,-1 0 3-16,1 0-4 15,0 0 0-15,2-1 6 16,-1 0-4-16,1 0-3 16,-1-1 2-16,1 1-1 15,0 0 6-15,1 0-5 0,-1 0-1 16,0 0 1-16,0-1 0 16,1 1-1-16,-1 0 1 15,0-1-1-15,1 2 1 16,0 0-1-16,0 1 1 15,0-1 0-15,0 2-1 16,0 0 1-16,0 0 0 16,0 0-1-16,0 0 0 15,0 0 0-15,1-1 0 16,-1 1 0-16,1-1 1 16,-1 1 1-16,0-1-1 15,0 0 0-15,0 1-1 16,0-1 0-16,0 2 1 0,0-2 0 15,0 0 0-15,0 0-1 16,0 1-1-16,0-2 1 16,0 0-1-16,0 1 1 15,0-1-1-15,0 1 0 16,0-1-2-16,0-1 3 16,2 1 0-16,-1-1 0 15,-1 0-4-15,2-1 4 16,-1 1 0-16,0-1 0 15,-1 0 0-15,0 0 1 16,0 0 0-16,1 2 0 16,0-1 0-16,0 1-1 15,-1 0 1-15,1 0-1 16,1 1 0-16,-1-1-1 16,0 2 1-16,1-1 0 0,-2 0 1 15,1-1-1-15,0 2 0 16,0 0 0-16,-1 1 1 15,1 0-1-15,0 1 0 16,0 1 1-16,-1-1-2 16,0 1 2-16,0 1-1 15,1 1 1-15,-1 0-1 16,0 0 1-16,0 1-1 16,0 0 0-16,0 1 0 15,0 0 1-15,0 1-1 16,0-1 0-16,0 3 0 0,0-2-1 15,0 1 1 1,0 2-1-16,0 0 0 0,0 1-5 16,0 0 6-16,0 0 1 15,0-1 0-15,-1-2-1 16,1 0 1-16,-1-1 0 16,0 1-1-16,1 0 1 15,-1 0 0-15,1-1-1 16,0 0 1-16,0 1 0 15,0-2-1-15,0 1 1 16,0 0 0-16,0-2 0 16,0 2-1-16,0-2 0 15,0 0 0-15,1 1 0 0,1-1-1 16,-1 1 0-16,1-1 1 16,1 1-1-16,0 1 0 15,-1-2 0-15,1 2-2 16,1-1-3-16,-1-1 12 15,1 0-6-15,-1 1 1 16,1-3-1-16,-2 2 0 16,2-2 0-16,-1 1 0 15,1 1 0-15,0-2 1 16,-1 0 0-16,0 0 0 16,-1 0 0-16,1 0-1 15,0-1 1-15,-1-1-1 16,-1 2 2-16,2-2-1 15,-2 0 0-15,1 1-1 0,-1-1 0 16,0 1 0 0,1 0-1-16,-2 0 1 0,1 1-1 15,0 1 1-15,-1 0-9 16,1 1 9-16,0 0 0 16,-1 2 0-16,1-1 0 15,0 1 1-15,0 0-1 16,-1 0 0-16,0-1 0 15,0 0 0-15,0 0 5 16,0 0-5-16,0 1 0 16,0 0 1-16,0 1 0 15,0 0-1-15,0 1 0 16,0 0 1-16,0 1 1 16,0 0-1-16,0 0 0 15,0 1-1-15,0 0 0 0,0 1-1 16,0 0 0-16,0 2-6 15,0-2 6-15,-3 2 1 16,2-1 0-16,-1 0 0 16,0-1-1-16,0-2 0 15,-2 0 1-15,2-1 6 16,-1 0-6-16,0 0 1 16,1 0-1-16,-1 0 1 15,0 0 0-15,1-1-1 16,-1 0 1-16,1-1 0 0,-1 0 0 15,0-2-1-15,0 2 0 16,0-2 0-16,1 1-1 16,-1 0 0-16,0-1 0 15,0 2-6-15,0 0 6 16,0 0 0-16,0 1 0 16,0-1 1-16,0-1 0 15,-1 1 7-15,0-3-7 16,1 1-1-16,-2-2 1 15,1 2 0-15,0-1 0 16,0 0 1-16,1 0 0 16,-1 1 0-16,0-1 0 15,0 0-1-15,1 0 0 0,-1-1 1 16,0 0-1 0,1 1 1-16,-2-1 0 0,1-1 0 15,1 1-1-15,-1-1 0 16,0 1-1-16,1-1 1 15,0 1 0-15,-1 0 0 16,0 0-1-16,1 0 1 16,0 0-7-16,1 0 7 15,0 0 0-15,0 0 0 16,2 0 0-16,-1-1 1 16,1 0 0-16,0-2-1 15,0-1 0-15,0 0 1 16,0-2-1-16,0 1 0 15,0-1 0-15,1 0 0 16,0 1 0-16,1-1 0 0,0 1 0 16,0 0 0-1,0 1 1-15,1 0 7 0,-1 0-7 16,0-1 1-16,-1 1 5 16,2 0-6-16,-2-2 1 15,1 0 5-15,0-1-1 16,-1-1-4-16,2-1 5 15,-3-1-5-15,2-1 5 16,-1 0-1-16,-1-2 2 16,1 1-2-16,0-2-5 15,-1-1 0-15,0-1 0 16,1 1 5-16,-1-1 2 16,0 0-7-16,0 0 6 15,0 0-6-15,0 0-1 16,0 0 1-16,0 0 1 0,0 0-2 15,0-1 0-15,0-6-78 16,-23-11-257-16,1 1-431 16,-8-1-954-16</inkml:trace>
  <inkml:trace contextRef="#ctx0" brushRef="#br0" timeOffset="6871.1187">4492 7301 848 0,'0'0'276'0,"0"0"-181"16,0 0-59-16,0 0 12 16,0 0 81-16,48 9 24 15,-17-5 23-15,12-3-24 16,12-1-38-16,4 0-2 16,-2 0-20-16,-5-3-26 0,-6 0-23 15,1-1-6-15,1 0 2 16,2 0-14-16,2 0 0 15,-2-1-2-15,2 1-4 16,1-1-1-16,1 1 0 16,1 1 1-16,-1 2 5 15,-2 0 1-15,-2 0-4 16,0 1-5-16,0 0-4 16,-1 0 2-16,-2 0-2 15,-1 0 7-15,-2 0-1 16,1 0-2-16,1 0-1 15,-2 0 5-15,-2 0-6 16,-1 0-2-16,-1 0 3 0,0 0-7 16,-6-1-1-16,-5 0 5 15,-5 1-4-15,4 0-1 16,10-1-1-16,9 1 3 16,6 0 2-16,-5 0 2 15,-4 0-12-15,-5 1 6 16,0 2 4-16,-6-1-10 15,-5 0 8-15,-5 0 0 16,-1-2-8-16,5 3 0 16,5-2 0-16,4 1 7 15,5 1-7-15,7-1 7 16,-5 1-1-16,-4-2 2 16,-7 1-1-16,-5-1-7 0,3 1 6 15,4-1-6-15,0 0 0 16,1 0 10-16,-1-1-4 15,1 0-5-15,0 0 7 16,-1 0 0-16,-1 1 0 16,-2 0-3-16,0-1 2 15,-2 1-7-15,0 1 10 16,0-2-2-16,-1 0 0 16,1 1-2-16,0-1-1 15,1 0 0-15,1 0 5 16,-1 0-4-16,-1 0 1 15,-1 1-7-15,-3 0 1 0,-1-1 5 16,1 1-5-16,-1 0 5 16,0-1-5-16,1 0 4 15,0 0 1-15,2 1 4 16,-1-1-10-16,1 0 7 16,0 2-1-16,0 0 1 15,-1-1 8-15,0 0-2 16,-2 0-7-16,0 0-5 15,-2 1 4-15,0-2-5 16,-1 1 10-16,0 0-2 16,-2-1-2-16,0 1-1 15,-2-1 5-15,-1 0 1 16,0 0 4-16,1 0 1 16,-1 0-1-16,1 0-3 15,1 0 13-15,1 0-5 0,0-3 0 16,1 0-5-16,-1 1-2 15,0-1-4-15,0-1-1 16,-1 1-1-16,0-1-7 16,-2 1 8-16,1 1-2 15,-2-2 1-15,0 2-7 16,0-1 0-16,-1 0 7 16,-1 0-7-16,0 0 0 15,-3 0 1-15,-1 0-1 16,-2 1-1-16,-3-1 0 15,-1 1-11-15,-3-3-16 0,-22-4-66 16,-5 0-184 0,-12-2-669-16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50:21.5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3165 3659 1430 0,'0'0'367'0,"0"0"-150"0,0 0-50 16,0 0-21-16,0 0-39 15,0 0-43-15,0 0-27 16,18 1 3-16,-2-1-14 16,3 0-16-16,2 0-4 15,1 0-6-15,-1 0-13 16,2-4-109-16,-4 2-192 16,-8 0-308-16</inkml:trace>
  <inkml:trace contextRef="#ctx0" brushRef="#br0" timeOffset="213.221">3165 3739 1672 0,'0'0'316'0,"0"0"-119"16,0 0-77-16,0 0-17 15,0 0 22-15,58 0-44 16,-19-3-31-16,1-2-27 15,-4 0-13-15,-5 1-4 16,-8 1-6-16,5 3-136 16,-5 0-256-16,-8 0-602 0</inkml:trace>
  <inkml:trace contextRef="#ctx0" brushRef="#br0" timeOffset="3354.2359">9577 2978 887 0,'0'0'285'16,"0"0"-101"-16,0 0-14 15,0 0-26-15,0 0 69 0,0 0 25 16,66 28-3 0,5-22-16-16,16-4-32 0,14-2-34 15,1 0-52-15,-5-7-33 16,4 0-24-16,-2 0-1 16,-5 0-10-16,-7 1-13 15,-12 1-19-15,-12 1 5 16,-17 1-5-16,-16 1 0 15,-12 1-1-15,-8-1-5 16,-3 2-4-16,-5-1-8 16,-2 1-73-16,-10 0-88 15,-31 0-198-15,1 0-190 16,-5 1-189-16</inkml:trace>
  <inkml:trace contextRef="#ctx0" brushRef="#br0" timeOffset="3738.1908">9694 3107 1388 0,'0'0'188'16,"0"0"-70"-16,0 0 35 16,0 0 55-16,0 0-22 15,0 0-4-15,0 0 35 16,74 15-20-16,-7-12-43 0,15-1-33 15,9-2-27 1,6 0-23-16,-2-2-34 0,4-3 8 16,2-1-6-16,0 0-3 15,-5-1-12-15,-5 1-3 16,-8 0-14-16,-10 0-5 16,-11 1 25-16,-18 2-26 15,-14 0 14-15,-13 1-15 16,-7 1 2-16,-2 0-1 15,-3 0-1-15,-1-1 9 16,-3 2-8-16,-1 0 5 16,0 0-5-16,-6-1-1 15,-8 1-16-15,-20 0-148 16,2 0-168-16,-1 0-493 0</inkml:trace>
  <inkml:trace contextRef="#ctx0" brushRef="#br0" timeOffset="3911.8902">11184 3069 2421 0,'0'0'324'0,"0"0"-137"16,0 0-126-16,0 0-38 15,0 0-16-15,0 0-7 16,0 0-210-16,-31-6-505 0</inkml:trace>
  <inkml:trace contextRef="#ctx0" brushRef="#br0" timeOffset="11890.3325">6116 3634 563 0,'0'0'192'16,"0"0"-34"-16,0 0 15 0,0 0 30 15,0 0 26-15,0 0 0 16,-13-10-52-16,13 10-44 16,2 0-45-16,9 1 29 15,13 5 34-15,18 2-23 16,21 1-9-16,15-2-43 16,8-4-21-16,0-3 27 15,-4 0-34-15,0 0-12 16,-5-2-12-16,-7 0 1 15,-11 0-2-15,-14 0-17 16,-13 1 3-16,-12 1 2 16,-6-1-3-16,-2 1-8 15,-2 0 0-15,-2 0 0 16,-6 0-2-16,-2 0-62 0,-1 0-130 16,-25 1-95-1,0 3-245-15,-3-1-277 0</inkml:trace>
  <inkml:trace contextRef="#ctx0" brushRef="#br0" timeOffset="12228.9005">6243 3779 1894 0,'0'0'245'0,"0"0"-124"0,0 0-76 16,0 0 96-16,58 9 86 16,9-8-8-16,17-1-93 15,8 0-45-15,-2-3-32 16,-10-3-1-16,-5-1-15 16,-7 0-4-16,-9 0-8 15,-15 1-2-15,-13 1-17 16,-10 2-2-16,-6 0 15 15,0 0-9-15,1 0-6 16,-4 0 0-16,-4 1 0 16,-4 2 0-16,-4 0-6 15,-18 0-100-15,-6 4-234 16,-9 2-486-16</inkml:trace>
  <inkml:trace contextRef="#ctx0" brushRef="#br0" timeOffset="20475.3046">10152 3571 1401 0,'0'0'329'0,"0"0"-83"16,0 0-144-16,0 0-54 16,0 0-20-16,0 0 1 15,16 7-1-15,13 0 39 16,22-1-8-16,26 0-10 16,14-4 1-16,5-2-8 15,-9 0-17-15,-15 0-13 0,-9 0 6 16,-17-2-10-16,-13 1-8 15,-12-1-2-15,-8 2 2 16,-2-1-2-16,-3 1-20 16,-6 0-11-16,-12 0-118 15,-7 0-463-15,-5 0-569 0</inkml:trace>
  <inkml:trace contextRef="#ctx0" brushRef="#br0" timeOffset="20804.7919">10183 3720 973 0,'0'0'905'0,"0"0"-621"16,0 0-124-16,0 0-84 16,0 0-11-16,0 0-7 15,75 8 16-15,-17-5-4 16,10-1-9-16,6-2-14 15,-2 0-10-15,-3 0-6 16,-1-3 8-16,-3-1-33 16,-8 0 9-16,-6 0 1 15,-13 1-10-15,-10 1-4 16,-11 0 10-16,-6 1-12 16,-3 1 0-16,-2-1-11 0,-1 0 1 15,-5 1-7 1,0 0-17-16,-2 0 3 0,-31 0-45 15,2 0-134-15,-8 0-822 16</inkml:trace>
  <inkml:trace contextRef="#ctx0" brushRef="#br0" timeOffset="24950.2914">2337 4368 841 0,'0'0'379'16,"0"0"-121"-16,0 0 70 15,0 0-28-15,0 0-98 16,0 0-51-16,-14 0-9 15,20 0-25-15,9 0-53 16,14 0-25-16,19 0 3 16,16 0-12-16,11 2-6 0,-3-2-6 15,-7 0 9 1,-9 0-12-16,-12 0-8 0,-11 0 1 16,-10 0-7-16,-5 0 0 15,0-1-1-15,0-1 0 16,-2-1-8-16,-5 1-52 15,-7-1-82-15,-4 0-63 16,-15 0-142-16,-3 0-375 16,-7 1-617-16</inkml:trace>
  <inkml:trace contextRef="#ctx0" brushRef="#br0" timeOffset="25229.3437">2416 4455 1408 0,'0'0'605'16,"0"0"-484"-16,0 0 12 16,0 0-17-16,0 0 87 15,0 0-19-15,0 0-41 16,46 12-58-16,16-9-21 16,10-1-20-16,5-2-16 15,-6 0 4-15,-10 0-17 16,-4-2-2-16,-7 0-5 15,-10-1-8-15,-10 0-1 16,-8 0 0-16,-6 1-5 16,-2 1-13-16,-1-1-68 15,-13 1-175-15,-6-1-254 0,-14 1-671 16</inkml:trace>
  <inkml:trace contextRef="#ctx0" brushRef="#br0" timeOffset="28702.3191">9361 4244 1438 0,'0'0'476'0,"0"0"-198"16,0 0-38-16,0 0-14 15,0 0-47-15,0 0-73 16,0 0-9-16,41 2-7 16,-9-2-29-16,11 0-23 15,9 0-10-15,-5-1-10 0,-8-3-18 16,-13 2 9-1,-8-1-9-15,0-1-32 0,-1 0-82 16,-4-3-164-16,-6 1-272 16,-7 1-234-16</inkml:trace>
  <inkml:trace contextRef="#ctx0" brushRef="#br0" timeOffset="28930.0543">9354 4295 1020 0,'0'0'525'15,"0"0"-335"-15,0 0 57 16,0 0 23-16,0 0 29 16,70 29-37-16,-10-28-62 15,8-1-59-15,-2 0-45 0,-10-5-42 16,-18 2-8-16,-9 0-22 16,-8 0-12-16,-6 2-12 15,-2 0 0-15,-3-1-17 16,-2 2-70-16,-9-2-155 15,-8 2-416-15,-7-3-1127 0</inkml:trace>
  <inkml:trace contextRef="#ctx0" brushRef="#br0" timeOffset="46238.8783">4022 6693 1495 0,'0'0'298'0,"0"0"-106"16,0 0-8-16,0 0-70 15,0 0-43-15,0 0-31 16,54-22-18-16,-28 21-13 16,3-1-8-16,2 2-1 15,1 0-46-15,7 0-138 0,-8 0-175 16,-7 3-314-16</inkml:trace>
  <inkml:trace contextRef="#ctx0" brushRef="#br0" timeOffset="46422.5586">4022 6785 1393 0,'0'0'287'0,"0"0"-93"15,0 0 34-15,0 0-77 16,0 0-71-16,0 0-36 16,54-7-23-16,5-2-11 15,6-4-9-15,-5 2-1 0,-9-3-61 16,-12 0-156-1,-12 4-285-15,-7-1-331 0</inkml:trace>
  <inkml:trace contextRef="#ctx0" brushRef="#br0" timeOffset="46657.5721">4211 6550 1778 0,'0'0'237'0,"0"0"-158"16,0 0 32-16,0 0-46 15,0 0 31-15,59 33-40 16,-4-6 29-16,3 3-2 16,-2-1-8-16,-14-5-23 15,-15-4 19-15,-10-4-20 0,-7 2 1 16,-10 10-28-16,-21 10-12 16,-58 17 3-1,-54 8-15-15,-51 6-10 0,23-15-225 16,19-13-392-16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51:17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3542 2314 1311 0,'0'0'340'15,"0"0"-104"-15,0 0-49 16,0 0-19-16,0 0-17 15,39 0-29-15,-13 0-39 16,5 0-31-16,9 3-22 16,-3-1-9-16,0 0-11 15,-3 1-8-15,-8-2 4 16,-1 0-6-16,-7-1-28 16,-5 0-96-16,-5 0-57 15,-4 0-127-15,-4 0-405 0</inkml:trace>
  <inkml:trace contextRef="#ctx0" brushRef="#br0" timeOffset="214.9242">3485 2399 1549 0,'0'0'345'0,"0"0"-76"16,39 0-56-16,1 0 2 15,15 0-64-15,5 0-50 16,-1 1-28-16,-8 2-37 16,-14 1-25-16,-9 0-11 0,-8 0 0 15,-5 5-137-15,-3-1-369 16,-9 0-529-16</inkml:trace>
  <inkml:trace contextRef="#ctx0" brushRef="#br0" timeOffset="3092.757">1027 2505 218 0,'0'0'205'0,"0"0"-61"0,0 0 21 16,0 0 44-16,0 0-24 16,0 0-59-16,-4-23-9 15,4 20 0-15,0 0-3 16,0 1-12-16,0 0 11 15,-2 1 3-15,2 1-11 16,0 0-29-16,-1 0-14 16,1 0-26-16,-2 0-17 15,0 7-9-15,-1 3 5 16,-1 4 17-16,0 1 14 16,0 3-4-16,1 3 19 15,0-1 0-15,0 3-12 16,-1 0-14-16,1 0 3 15,-1 2-3-15,1 0 0 16,-1-1-1-16,1 1 0 0,0-1-6 16,0 0-16-16,2 0 0 15,-1 0 6-15,-1 0 0 16,2-1-4-16,0-1-7 16,-1-1 8-16,1-1-7 15,-1 0-6-15,1-2 8 16,-1 0-1-16,1 0 3 15,1-1-1-15,0-1-4 16,-1 0-5-16,1 0 5 16,0 0 2-16,0-1-8 15,0-1 0-15,0 1 5 16,0 0-5-16,0-1 1 16,0 0-1-16,0 0 0 0,0 0 1 15,0 0 4-15,1 0-5 16,0 0-1-16,0 1 0 15,0 0-1-15,0 1 1 16,1 1 5-16,-1 2-5 16,1 1 0-16,0 2-1 15,1 2 1-15,-1-1-1 16,0-1 1-16,0 0 0 16,0-1 7-16,0-1-7 15,0 0 0-15,-1-2 7 16,2 1-6-16,-1-2 5 15,-1-1-4-15,2 1 4 0,-2-1-5 16,2 1 8-16,-2 1 2 16,1 0-4-16,-1 0 3 15,1 1-1-15,-2 1-3 16,1 1-4-16,1 1 8 16,-1 0 7-16,1 1-10 15,1 1 14-15,-1 4-3 16,-1-2-12-16,1 2 8 15,0-1-5-15,0 0 6 16,0 0 3-16,0-1-17 16,0 2 16-16,0-3-7 15,-1 1-2-15,2 1 1 16,0-2 3-16,-2 3-5 16,1-1 5-16,-1-1-6 0,1 0-4 15,-1-1 7-15,-1 0 1 16,0-1-2-16,0 0-8 15,0 1 8-15,0-1-1 16,0-1 2-16,0-3-8 16,0 0 7-16,0-3 4 15,0-1-6-15,0-2-6 16,0 0 7-16,0-1-6 16,0 0 5-16,0 0-4 15,-2 0 4-15,0 0-6 16,-1 0 1-16,0 1 0 15,-1-1 1-15,0 2 5 16,-1 0-5-16,-1 2 4 16,1 0-5-16,-1-1 8 0,0 1-1 15,0-2-2-15,2 1 1 16,0-2 1-16,1-2 2 16,0 0-1-16,2-2 0 15,-1 0-3-15,2-2-5 16,0 1 0-16,0-3 0 15,0-1 0-15,0-1 0 16,0-2 0-16,0-2-1 16,0 0-9-16,0-6-30 15,0-14-78-15,0-29-155 16,4 4-520-16,1-6-981 0</inkml:trace>
  <inkml:trace contextRef="#ctx0" brushRef="#br0" timeOffset="6118.0251">1008 2509 679 0,'0'0'377'0,"0"0"-205"16,0 0-7-16,0 0-53 15,0 0-35-15,0 0 13 16,38-7 18-16,-18 7-27 15,6 0-12-15,2 1-3 16,11 2 7-16,9 0-9 16,9 1 15-16,4 0-20 15,0 0-22-15,-5-1 0 0,-4 0 9 16,1-1 7-16,1 0-17 16,-2 0-4-16,-3-1-8 15,-1 0 0-15,-2 1-12 16,1 0 1-16,-2-1 4 15,0 1-10-15,1 0 6 16,-2 1 1-16,1-2-2 16,-2 1-3-16,0 0 0 15,-1 1-2-15,-1-2-1 16,0 0 9-16,-1 0-11 16,1 0-4-16,1-1 0 15,2 0 6-15,-2 1 0 16,1-1 0-16,-3 0-5 15,2 1 0-15,-1-1 0 0,0 1 5 16,0 0-5-16,-2-1 5 16,-5 0 0-16,-6 0-5 15,-5 0 5-15,-3 0-6 16,4 0 0-16,5 0-1 16,2 0 0-16,1 0 1 15,-3 0 0-15,1 0 0 16,-1 0 0-16,-2-3 0 15,-1 1 0-15,-3 0 7 16,-2 0-7-16,-2-1 0 16,-3 0 0-16,-2 1 0 0,0-1 2 15,-1 1-1-15,-1 0 5 16,-1-1 0-16,0 1-4 16,0 0-1-16,-2 0 11 15,-1-1-11-15,2 1 11 16,-3 0-3-16,-1 0-3 15,0 0 0-15,-3 1 5 16,-2 0 2-16,0 1 2 16,-1-1 0-16,0 1-4 15,0 0-2-15,0 0-2 16,0 0-1-16,0 0-5 16,0-1 0-16,0 1-1 15,0 0 1-15,0 0 0 16,0 0-1-16,0 0-1 15,0 0 0-15,0 0-7 0,0 0 1 16,0 4-3-16,0 3 10 16,-2 5 0-16,-4 1 1 15,0 3 5-15,0 4 5 16,0 0 3-16,-2 1 1 16,3 1 9-16,0 2-2 15,1 0-1-15,1 0-3 16,0 1 3-16,2 1 0 15,-1 0-3-15,1 2 3 16,1 0-9-16,-2-1 9 16,2 0-9-16,-1-2 1 15,-1-1 1-15,0-3-8 0,-1-2 4 16,0 1-4-16,-1-2 3 16,1 2-7-16,0-1 10 15,1 1 0-15,1 0-5 16,-1 0 4-16,1 0-4 15,-1-1 1-15,0 0 5 16,0-1-4-16,0 2-7 16,-1 0 7-16,0 0-3 15,-1 1 4-15,0 1 2 16,0 0-3-16,0 2 0 16,0 2-8-16,-1 0 6 15,1 2 1-15,-2 1-1 16,2-1 1-16,0 0-7 15,2 0 14-15,1-1-3 16,0 2-3-16,1 0 5 0,0 1 2 16,1-1-2-16,2 0-1 15,1-2-11-15,-1 0-2 16,1 1 1-16,1-1 5 16,-1 1 0-16,1 1-5 15,-1 2 7-15,-1-2-7 16,1-1 5-16,-2 0 0 15,1-1-6-15,-1 0 6 16,1 0 0-16,-2-1 2 16,1 0 2-16,-1 0-2 15,0 0-7-15,0 0 8 16,1-1 0-16,0 0-8 16,-1-1 1-16,2 0-2 0,0 1 7 15,-2-1-5-15,2 1-1 16,1 0 5-16,-1 0 0 15,0 0 2-15,0-3-2 16,0-1 4-16,0 0-2 16,0-2-1-16,1 1-1 15,0-2-5-15,-1 1 8 16,0 0-3-16,1 0 3 16,-2 0 3-16,1-2-1 15,-2-1-5-15,0 1 0 16,-1-2-5-16,0-1 11 15,1-1-12-15,-1 0 8 16,0-2-8-16,0 0-1 16,0-1 0-16,0-1 1 0,0-1 0 15,0-1 1-15,0-2-1 16,0-2 1-16,0 0 0 16,0-1-1-16,0 0 1 15,0-2-1-15,0 0 1 16,0 1-1-16,0-1 1 15,0 0-1-15,0 0 1 16,0 0 0-16,0 0 0 16,0 0 0-16,0 0-1 15,0 0 0-15,0 0 0 16,0 0 0-16,-2 0-1 0,-2 0-5 16,-2 0 5-1,-1 0 0-15,-2 0 0 0,-1-1 1 16,-3-2-1-16,-1-1 0 15,-4-1 1-15,-2 1 0 16,-2-1 0-16,-4-1-1 16,-3 1 1-16,0 0-1 15,-1-1 1-15,0 1 1 16,1 1-1-16,0 0 0 16,-1 0 0-16,3 1 1 15,-1 1-1-15,-1 0 7 16,0 0-6-16,0 0 0 15,-1 2 0-15,1-1-1 16,-1 1-8-16,0 0 8 16,0 0-1-16,1 0 1 0,-1 0 0 15,1 0-2-15,1 0 2 16,-1 0 0-16,-1 0 0 16,0 0 0-16,-1 0 0 15,0 0 0-15,-1 0 1 16,1 0 0-16,-2 0-1 15,1 1 0-15,-2-1 1 16,1 0-1-16,0 2 1 16,0-2-2-16,0 0 1 15,1 0 0-15,-8 0-1 16,-6 0 0-16,-9-2 1 16,1-1 0-16,9 1-2 15,11 1 1-15,11 1 0 0,3 0 1 16,-3 0-1-1,-3 0 1-15,-3 0 1 0,1 0 5 16,2 0-6-16,1 0-1 16,0 0-1-16,1 0 1 15,0 1-1-15,2 0 1 16,1 1 0-16,0 0 1 16,-1 1-1-16,1 0 0 15,-1 0 1-15,-2 0-1 16,-1 1 0-16,-1 0 1 15,-3 0 0-15,2-1 0 16,-1 2 0-16,-1-2 1 0,2 1-1 16,-1-2 0-16,1 0 1 15,1-1-1-15,0 0 9 16,3-1-9-16,2 0 0 16,1 0-1-16,1 0 1 15,4-1 1-15,1 0 0 16,1 0 7-16,1 1-8 15,-1 0 6-15,1 0-4 16,-1 0 4-16,2 0 4 16,-1 1 1-16,3 2 1 15,-1-1 6-15,3 0 3 16,0 0 1-16,1 0-2 16,3-1-2-16,1 0 3 0,0-1-3 15,1 0 4 1,1 0-11-16,0 0 1 0,0 1 6 15,0-1-12-15,0 0-5 16,0 0 11-16,0 0-12 16,0 0 0-16,0 0 0 15,0 1 0-15,-2 0-8 16,-2 2-25-16,-3 1-63 16,-15 9-76-16,4-2-107 15,-5 0-508-15</inkml:trace>
  <inkml:trace contextRef="#ctx0" brushRef="#br0" timeOffset="14038.4966">3326 2512 449 0,'0'0'51'15,"0"0"-51"-15,0 0 0 16,0 0 199-16,0 0-36 15,0 0-10-15,4-26-14 0,-4 22-14 16,0 2 18-16,0 2-14 16,-1-1 11-16,0 1-16 15,0 0-26-15,-2 1-26 16,0 5-19-16,0 6-2 16,0 3 32-16,1 5-24 15,0 4 13-15,-1 2-10 16,2 2-17-16,0 1 8 15,0 1 1-15,1 0 1 16,0 0-19-16,0 0-2 16,0 1-10-16,0-1 4 15,0 0 0-15,0 0-5 0,0 0 1 16,0-2-1-16,0-1-5 16,0-1 0-16,0 0 0 15,0 0-4-15,0 0-2 16,0 2 0-16,0 0-5 15,0-2-1-15,0 2 3 16,0-1-9-16,0-1 7 16,0 0-7-16,0-2 0 15,0 1 0-15,0-3 9 16,1 1-1-16,-1 2-8 16,0 0 6-16,0 0-4 15,0-1-1-15,0 2 1 16,0 1-1-16,0 1 7 15,-1 2-7-15,1 2 1 16,-1 1 5-16,1 0-1 0,0 4-5 16,0-4 7-16,0 1-8 15,2-2 0-15,1-3 0 16,0 3 0-16,0 4 2 16,0-2-1-16,2-1 5 15,-1-1-5-15,-2-4 0 16,2 2 5-16,0-2-4 15,-1-1-1-15,1 0 0 16,-1 0 0-16,-1-1 8 16,-1-1-7-16,0 0-1 15,0-3 1-15,-1 0-1 16,0-1-1-16,0-1-1 16,0 1 0-16,0 1 1 0,0 0-1 15,1 0 1-15,0 0 0 16,-1 2 0-16,0-1 0 15,0-1 0-15,0-2 0 16,0 1 1-16,0-2 0 16,0 0-1-16,1 0 0 15,0 0 1-15,0 0-1 16,0 1 1-16,1 0 8 16,-1-1-7-16,-1 0-2 15,0-1 0-15,0-1 1 16,0-2 0-16,-1 0-1 15,-2-1 0-15,1-3-1 0,0 1 1 16,0-3-2 0,1 0 2-16,0-1 0 0,-1 0 1 15,1 0-1-15,-1-2 0 16,2 0 0-16,-2-1 0 16,1-1 1-16,0-2-1 15,1 0 0-15,0-2 1 16,0 0 10-16,0 0 2 15,0 0-7-15,0-1 0 16,0-2-6-16,1 0 0 16,2 1 0-16,0 1 1 15,1-1 0-15,2 1-1 16,3-2 2-16,2 1-1 0,3 0 8 16,1-1-9-16,2 0 0 15,3-1-1-15,1 0 1 16,1 0 0-16,1 0 0 15,0 0 0-15,0 1 0 16,0 1 0-16,-1-1-1 16,1 2 1-16,0-1 0 15,-2 1 1-15,-1 0-1 16,0 1 0-16,1-2 0 16,-1 1 1-16,1 0-1 15,0 0 0-15,1 0 0 16,1 0 5-16,0 0-4 15,0-1-1-15,1 0 1 16,-1 0 1-16,2 0-1 16,-1 0 0-16,-1-1-1 0,-1 1 0 15,-1 1 0-15,0-2-6 16,1 1 6-16,-3 1 0 16,2-1-1-16,0 1 1 15,0-2 0-15,2 1 0 16,-1-1 0-16,1 0 0 15,1 1 0-15,-2-1 0 16,-1 1 0-16,-1 0 0 16,-1 0 0-16,-1 0 0 15,-1 0 1-15,1 0 0 16,0 1-1-16,0 0-1 16,-1-1 1-16,3 0 1 15,1 1 0-15,0 0 0 0,2-1 0 16,1 1-2-1,-1 1 1-15,0 0-2 0,-1 0 1 16,-1 0 1-16,-1 0-1 16,-1 1 1-16,0-1 0 15,-1 0 0-15,0 0 0 16,-1 0 0-16,0 0-1 16,1 0 1-16,1 0 0 15,0 0 0-15,-2 0 1 16,3 0-1-16,0 0 1 15,0 2 0-15,1-1-1 16,-1 0 1-16,1 1 5 0,-1-1-5 16,0 1 4-16,-1-1-4 15,0 0 5-15,-2 0-5 16,1 1 21-16,0-1 1 16,0 0-10-16,0 1 16 15,0 0-14-15,1 0 1 16,0 0 2-16,0 0 5 15,1-1-5-15,1-1-2 16,0 1 16-16,1 0 2 16,-2 0-15-16,-2-1-4 15,-4 1 3-15,-3 0-10 16,-3-1-7-16,-3 0 1 16,-2 0 4-16,0 0-6 0,-3 0 1 15,0 0 5 1,0 0-6-16,-3-6-39 0,-14-12-64 15,1 0-144-15,-5-3-449 16</inkml:trace>
  <inkml:trace contextRef="#ctx0" brushRef="#br0" timeOffset="16161.2376">3396 2479 905 0,'0'0'217'0,"0"0"-91"15,0 0-74-15,0 0 11 16,0 0 41-16,0 0 8 16,47-3-17-16,-26 5 4 15,2 2-10-15,3 1-2 16,4 0-9-16,1 0 0 15,3 0-16-15,0-1-20 0,7 0-11 16,6-1-12-16,9 0-4 16,3-2 2-16,-3 1-5 15,-6 0-3-15,-4-1-1 16,-3 1-1-16,-3 1-6 16,2-1 0-16,-3 1 1 15,1-1-1-15,-7 0 0 16,-3 1 7-16,-7-3-7 15,0 1 0-15,4 0 7 16,5 0-2-16,4 0-5 16,2-1 6-16,-2 1 1 15,-1-1-7-15,1 1 6 16,-3-1 3-16,-2 0-9 0,-1 0-1 16,-2 0 1-16,0 1-1 15,0-1 1-15,-1 0 5 16,1 0-6-16,-2 1 1 15,0 0-1-15,-1 0 0 16,0 0 3-16,-2 0-3 16,0-1 1-16,-2 1 0 15,0 0 0-15,0 0 0 16,0 0 0-16,0-1 0 16,2 0 0-16,1 0 1 15,1 0-1-15,1 0 1 16,0 0 3-16,-1 0-4 0,0 0-2 15,0 0 2 1,-2-1-2-16,0 0 2 0,0-1-1 16,-1 2 0-16,0-1 1 15,-1 0 0-15,-1 0 0 16,-1 0 7-16,0-1-7 16,-2 0 0-16,-1 1 7 15,0-1-8-15,-2 1 1 16,-1-1 1-16,-1 0 0 15,-1 1 4-15,0-1-4 16,-3 1 4-16,2 0-5 16,-3 0 7-16,-1-1-1 15,-1 1 1-15,-1-1 1 0,-2 2 1 16,0 0 2 0,-2 0-2-16,0-1 1 0,0 1-5 15,0 0 0-15,0 0 1 16,0 0-6-16,0 0 1 15,0 3-2-15,0 4 1 16,0 3 0-16,0 3 5 16,0 3 0-16,-1 4 6 15,-1 1 22-15,0 2 2 16,1 2 16-16,0 0-13 16,1 2-10-16,-1 0-15 15,0 2 1-15,0 4 2 16,-1 7-7-16,-1-3 7 15,2-4-2-15,-1-4-6 16,1-7 4-16,-1 5 5 0,-1 3 4 16,1-1-5-1,-1 1 4-15,0 1 0 0,0 0-2 16,2 0-4-16,-2 0 5 16,2-1 0-16,-1-1-12 15,1 1 2-15,1 0 2 16,-1 0 3-16,0 0-4 15,0 0-4-15,-1 0 5 16,0-1 5-16,-1 0-5 16,0-1-2-16,-2 2 7 15,1-2-4-15,-1 3 1 16,0 0 1-16,-2 1-2 16,2-1-4-16,0 1 5 15,0 0-14-15,0 1 6 0,1 3-4 16,0-3 5-16,1 0 4 15,0-1-2 1,1-4 3-16,-2 2-5 0,1-1 8 16,0-1-3-16,0 1 1 15,0-1 1-15,2 0-2 16,-1 0 0-16,0 0-2 16,0-1 7-16,1 0-8 15,-1-2 0-15,1 2-9 16,1-1 9-16,0 0-1 15,-1 1-7-15,1-2 10 16,0 0-5-16,0 0 3 16,0 0 16-16,0-3-7 0,2-1-6 15,2-4-6-15,0-1 3 16,0-2-1-16,0 0-2 16,-1-1 3-16,0-1-3 15,0 0-5-15,-2-1 1 16,-1 0 4-16,1 1 1 15,-1 2-1-15,0-1 11 16,0 1-10-16,1 1 10 16,-1-1-10-16,0-2-5 15,0 0 5-15,0-4-5 16,0-1-1-16,1-3 1 16,-1-3-1-16,0-1-1 15,1-1 0-15,0-8-16 0,-1-2-57 16,0-2-61-1,0-5-63-15,-4 2-300 0,-3 3-409 0</inkml:trace>
  <inkml:trace contextRef="#ctx0" brushRef="#br0" timeOffset="16314.4286">5492 4634 2000 0,'0'0'751'16,"0"0"-482"-16,0 0-100 15,0 0-118-15,0 0-27 16,0 0-24-16,-42-20-67 16,19 22-412-16,-4 0-959 0</inkml:trace>
  <inkml:trace contextRef="#ctx0" brushRef="#br0" timeOffset="20664.4692">968 4810 715 0,'0'0'207'0,"0"0"-51"16,0 0 2-16,0 0 32 15,0 0-45-15,0 0-14 16,0 0-32-16,-10-10-55 16,10 19-10-16,0 5 85 15,0 5 1-15,4 5-17 16,2 8-14-16,0 9-11 0,2 8 13 16,1 1-23-1,0-4-7-15,-4-4-6 0,0-6-12 16,-2 0-13-16,-2 1 2 15,0-5 0-15,-1-6 6 16,0-5-10-16,0-2-1 16,0 5-6-16,0 4 10 15,0 3-11-15,0 1-2 16,1 0-2-16,1-1-1 16,1 1-1-16,-1 0-2 15,1 3 1-15,-1 6-3 16,0 5 8-16,-1 2-4 15,-1-4-5-15,0-9 10 16,1-8-4-16,0 3-6 16,0 6-9-16,1 4 1 0,-1 6 1 15,1-9-1-15,-1-10 8 16,-1-6-7-16,0-2 8 16,1 3-1-16,-1 3 3 15,2 6-3-15,-2-1 2 16,0 1-2-16,0 2 7 15,0-1-2-15,1 5-1 16,-1-5-4-16,0 0-9 16,0 0 7-16,2-3 2 15,-1 2 2-15,-1 1-4 16,0-3 5-16,0-1-6 16,0-2-4-16,0-1 6 15,0-1-2-15,1 0-4 0,-1-1 5 16,1-2 4-1,0-1-11-15,-1-1 1 0,1-1 10 16,-1 1-4-16,1 0-6 16,1 1 6-16,-2 0-6 15,0-1 1-15,0 0 4 16,0 0-6-16,0 0 0 16,0 0 1-16,0 0 7 15,-2 1 5-15,1-3-12 16,1 1 1-16,0-4 5 15,0 0-5-15,0-3 7 16,0-3-8-16,0 0 10 0,0-2-10 16,0-1 4-16,0-1-4 15,0 0 0-15,0-1-1 16,0-1 0-16,-1-1 1 16,1-1 0-16,0 0-1 15,-1 0 0-15,1 0-12 16,-1-10-36-16,1-13-68 15,1-32-123-15,5 3-359 16,0-7-592-16</inkml:trace>
  <inkml:trace contextRef="#ctx0" brushRef="#br0" timeOffset="23429.9962">3278 4808 1043 0,'0'0'276'0,"0"0"-109"16,0 0-45 0,0 0-20-16,0 0-8 0,0 0 18 15,-21 49 4-15,19-27-18 16,-1 2 19-16,2 4-30 16,-1 1 8-16,2 2-3 15,-1-2-14-15,0 0-8 16,-1-3-6-16,0 1-2 15,0-2-15-15,0 2-1 16,-1 0-10-16,0 1 0 16,-1 1-3-16,1 0-6 15,0 0-2-15,0 1-4 16,0-1-6-16,0 1-3 0,1 0-3 16,2-1-8-1,-1 0 10-15,1 0-5 0,0-4 3 16,0 0-2-16,0-2 1 15,0 0 8-15,0-2 2 16,0 0 2-16,0 1-5 16,0 0 4-16,-2-2 4 15,1 2-8-15,-2-1-2 16,1 0-1-16,1 0-1 16,-2 0-2-16,3 1 0 15,-1 0-1-15,1 1 3 16,-1 1-2-16,1-1 0 15,-1 2-2-15,1 0 2 16,-1 0-7-16,0 0 8 16,1 0-1-16,0 0 2 15,0-3-4-15,0 1-1 0,0-1 2 16,0 0-1-16,0-1-1 16,0-1-4-16,0 0 4 15,0-2-6-15,0 0 8 16,0 0-8-16,0-2 2 15,0 1 7-15,1-1-9 16,1 0 4-16,0-1-4 16,1 1 0-16,0 0 0 15,-2-1 0-15,2 0 0 16,-1 1 0-16,0-1 0 16,0 2 1-16,1-1-1 0,-1 0 1 15,0 1-1-15,1 0 6 16,-2 2-4-16,1-2 5 15,-1 2-5-15,1 0 7 16,0-1-2-16,0 1-5 16,-1 0 5-16,0 0 4 15,1 1-4-15,1-1 4 16,0 1-4-16,0-3-1 16,0 2 6-16,1-1-6 15,-2 1-5-15,0-1 5 16,0 1-4-16,0 0-2 15,0 0 0-15,1-1 1 16,-2 1 0-16,1 1 0 0,-2-1 5 16,0 0-4-16,0 0 5 15,0-1-1-15,0-2 0 16,0 0 3-16,0-1-1 16,0-2 1-16,-3-1-8 15,1-2 13-15,0-2-13 16,0 0 5-16,-1-2-4 15,2 0 4-15,0-1-5 16,-1-1 5-16,1 1-6 16,-1-1 0-16,1 0 2 15,1 1-2-15,-2 1 1 16,2-1 0-16,0-1-1 0,-1 1 1 16,1-2 6-16,0 1-7 15,0-1-1-15,0-2 1 16,0 1 0-16,0 0 4 15,0-2-4-15,0 0 0 16,0 0-1-16,-1 0 1 16,1 0 0-16,-1 0 4 15,0 0-3-15,-2 0-2 16,-1 0-4-16,-3-2 5 16,-2-1-1-16,-2 0 0 15,-4 0 0-15,-3 0-11 16,-2-1 4-16,-3 0 8 15,-2 0-9-15,0 0 8 16,0 1 0-16,-1 0 0 16,3 1 2-16,-2 1-1 0,4 0 0 15,-3 0 1-15,0 0 0 16,-2 0 0-16,-2 0-1 16,-3-1 1-16,-1 1-1 15,-1 0-1-15,0 0 0 16,0-1-5-16,1-1 5 15,1 0 1-15,0 0 0 16,-1-1 0-16,0 0-1 16,-1 1 0-16,1 1 0 15,0 1 1-15,0-1 1 16,2 2-1-16,1 0-1 16,0 0 1-16,3 0-7 15,1 0-1-15,-1 0-1 0,1 0 2 16,1 0-1-16,0-2-1 15,0 0-6-15,0-2 6 16,1 1 0-16,-1-3 0 16,-1 1 3-16,-1-2 5 15,-1 1 1-15,-3-2-12 16,-2 1 11-16,-6-3-11 16,-7 0 5-16,-7-2 6 15,5 2 0-15,10 1 0 16,10 4-11-16,5 1 11 15,-3 2 1-15,-3-2 0 16,-2 2-1-16,1 0 0 16,2 1-9-16,1 0 9 0,1 1 0 15,1 0 0 1,1 0 0-16,0 0 1 0,0 0 0 16,-1 0 0-16,1 0 0 15,0 0 0-15,2 0 6 16,-1 0-5-16,1 0 0 15,1 0 0-15,-1 0-1 16,1 1 0-16,0 0 0 16,1 1 1-16,-1 0-1 15,1 1 1-15,-1 0-1 16,-1 0 1-16,2 0-1 16,-1-1 1-16,4 0 4 0,2 1 3 15,2-1-1 1,3 0 4-16,3-1-11 0,0 1 15 15,3-2-13-15,2 1 14 16,0-1-8-16,1 0-1 16,0 0 0-16,0 1-6 15,0-1 0-15,-1 0 0 16,1 0 1-16,0 0-1 16,0 0 0-16,0 0 0 15,0 0-1-15,0 0-1 16,0 0 0-16,0 0 0 15,0 0-30-15,0 0-34 16,0 0-74-16,1 0-143 16,1 0-425-16</inkml:trace>
  <inkml:trace contextRef="#ctx0" brushRef="#br0" timeOffset="28536.8011">3441 4779 241 0,'0'0'354'0,"0"0"-155"0,0 0-4 16,0 0-32-16,0 0-28 15,0 0-38-15,-7-5-49 16,12 5 6-16,5 4 21 16,5 0 8-16,4 0-1 15,6-1-21-15,8 0 2 16,11-1-25-16,11 1-9 15,5-1-2-15,-1 1-10 16,-2 0 1-16,0 0 1 16,-2-1 10-16,2 1-14 15,-3 0-4-15,-1 0-2 16,-1 0 0-16,-3-1 3 16,-3 1-5-16,-2-2 1 0,-4 1 0 15,0-1 0-15,0 0-1 16,0-1 5-16,0 0-3 15,-2 0 0-15,-3 0 1 16,-8 0-3-16,-4 0-1 16,-2 0 0-16,7 0 0 15,2 0-4-15,5 0 0 16,-1 0-1-16,0 0 8 16,-3 0-3-16,0 0-5 15,-4 1 7-15,1 0-7 16,-1 1 11-16,0 0-3 15,0 1-2-15,0-2 0 0,0 2-5 16,-2 1 4-16,3-1-6 16,-3 0 1-16,0 0 0 15,-2 0 0-15,0 0 0 16,0-1 0-16,-3 0 1 16,2-1-1-16,-1-1 5 15,-1 0-5-15,1 0 0 16,1 0-1-16,-1 0 1 15,0 0 0-15,-1 0 0 16,0 0 1-16,-3 0-1 16,0 1 0-16,-1 0-1 15,-2-1 1-15,-1 0 0 16,1 0 1-16,-2 0-1 0,2 0 0 16,-2 0-1-16,-2 0 1 15,-3 0 0-15,0 0 0 16,-2 0 0-16,-2 0 0 15,0 0 0-15,-1 0-1 16,1 0 1-16,0 0-1 16,-1 0 0-16,0 0 1 15,0 0-1-15,1 0 0 16,0 0 0-16,-1 2-1 16,0 1-1-16,0 1-8 15,-1 4 9-15,-1 2-5 16,0 2 6-16,0 5 1 15,-3 3 14-15,-1 2 10 16,-2 1 14-16,1 1-7 16,1 2 14-16,0-1 12 0,2 1-15 15,-2 2-10-15,1 0-5 16,-1 3 5-16,1-1-6 16,0-1-3-16,1 1-1 15,0 0 12-15,2-3-8 16,-1 1 8-16,1-1-6 15,-1 1 1-15,0-1-2 16,1 1 0-16,-1-2-4 16,1 1-4-16,0-2-4 15,0-1 5-15,-1-1-1 16,0 0-2-16,0-1-6 16,-2 1-1-16,1 0 6 15,-2 1 2-15,0-1 8 0,0 1-4 16,0-1-7-1,-1 0-2-15,-1-2 4 0,2 1-17 16,0 0 7-16,1-1-7 16,-1 0 5-16,1-2-5 15,0 1 0-15,1-1 0 16,1 0 1-16,1 1 5 16,-1 0 1-16,0 2-1 15,0 1 7-15,1 0 2 16,-1 1 7-16,1 1-5 15,-1 0-2-15,1 2-4 16,0-1 0-16,0 1-6 0,0 0 1 16,0-2 10-1,0 0-16-15,0-1 17 0,0-1-11 16,0 0-5-16,1 0 10 16,0 1-3-16,2 0 0 15,-2 0-3-15,1 1-5 16,0 0 6-16,0 0-5 15,1-2 4-15,0 1-5 16,0-1 5-16,1-2-5 16,0 1 0-16,1 1 5 15,-1 1-5-15,1 0 6 16,-1-1-7-16,0-2 1 16,0 0 5-16,-1-1-5 15,-1 0-1-15,-1-2 1 16,1 1-2-16,-1-1 1 0,0 0 0 15,0-2 0-15,0 1 0 16,0 0 0-16,0 0 6 16,1 0-5-16,1 1 1 15,0 1 7-15,0 0-2 16,0 0-1-16,0-2-4 16,-1 0 5-16,0-3-1 15,0 1-5-15,0-1 0 16,-2 1 0-16,0-1 5 15,0 1-5-15,0-4 6 16,0-1-6-16,0-3 0 16,-2-2 0-16,1-1 5 15,-1-1-6-15,2-2 1 0,0 0-1 16,-1 0 2-16,1-1 4 16,0 0-6-16,0 0 0 15,0 0 2-15,-1 0-1 16,0 0 5-16,-1 0-5 15,-2-2-1-15,0 0 0 16,-1 0 0-16,-2 0 0 16,-2 0 0-16,-2 0 0 15,-4-1 0-15,-2 1 0 16,-3-1 0-16,-2 1 0 16,-2-1 0-16,-3 0 0 15,0 0 0-15,-1-1 0 0,-2 1 0 16,1-2 8-1,-3 1-7-15,-2 0-1 16,-1-1 2-16,0 2-1 16,0-2-1-16,2 2 1 0,0-1 0 15,1 1-1-15,-1 1-8 16,-1-2 7-16,-6 1 1 16,-9-1 0-16,-8-1-1 15,0-1 1-15,3 1 0 16,12 1 0-16,13 1 0 15,6 1 9-15,1 0-7 16,-3 0-2-16,-3 0 1 16,-2 1 0-16,-2 0-1 0,4-1-7 15,-1 2 6 1,2 0 0-16,-1 0 1 0,1 0-1 16,1 0 1-16,0 0 4 15,1 0-3-15,-1 0-2 16,0 0 0-16,0 0 1 15,-1 0 1-15,-1 0 5 16,2 0-6-16,-3 0 1 16,-2 0-1-16,0 0 1 15,-2 0-1-15,0-3 1 16,-2 0 0-16,1-2-1 16,-1 2-6-16,1 0 6 15,0 1 0-15,0 1-1 16,2 1 1-16,-1 0-1 15,2 0 1-15,0 0 0 0,0 3 1 16,4 0 6-16,0 0 2 16,1 0-8-16,0 0 9 15,0 2-1-15,1-2-1 16,0 0 2-16,3-1 4 16,1 1-2-16,4 0-11 15,1-1 9-15,0-1 8 16,3 1-12-16,2-1 3 15,1 1 0-15,3-2 3 16,1 0 2-16,-1 0-2 16,2 0-2-16,-1 0 1 15,1 0-4-15,-1 0 4 16,2 0-1-16,0 0-9 0,-1 0-1 16,2-3 1-1,-1 1-1-15,-1 1-7 0,-3 1-40 16,-6 0-64-16,-35 19-93 15,3 2-260-15,-11 2-464 0</inkml:trace>
  <inkml:trace contextRef="#ctx0" brushRef="#br0" timeOffset="31369.706">11340 3784 1864 0,'0'0'320'15,"0"0"-197"-15,0 0-71 16,0 0 26-16,40 4 35 16,-6-3-33-16,11 0-39 15,-2 0-22-15,-3-1-19 16,-8 0-52-16,-9 0-95 16,5-6-85-16,-3-2-279 0,-7 0-367 15</inkml:trace>
  <inkml:trace contextRef="#ctx0" brushRef="#br0" timeOffset="31612.012">11561 3689 182 0,'0'0'1544'0,"0"0"-1310"16,0 0-122-16,0 0-58 15,0 0 89-15,0 0-8 16,42 29-31-16,-25-16-37 15,-3 3-33-15,-4-2-7 16,-6 1-6-16,-4-1 0 16,-4 0 1-16,-11 0-3 0,-4-2-10 15,-5 1 0-15,-2-3-9 16,-1 0-35-16,-4-2-125 16,6-3-140-16,7-4-586 0</inkml:trace>
  <inkml:trace contextRef="#ctx0" brushRef="#br0" timeOffset="31758.6583">11656 3868 360 0,'0'0'1836'16,"0"0"-1632"-16,0 0-151 15,0 0-53-15,-45-8-313 16,24 5-1190-16</inkml:trace>
  <inkml:trace contextRef="#ctx0" brushRef="#br0" timeOffset="34370.3043">3806 7826 1534 0,'0'0'304'16,"0"0"-125"-16,0 0 15 15,0 0 3-15,0 0-31 16,0 0-60-16,-13 13 36 16,52-8-17-16,23-2-27 0,9-3-30 15,3 0-14 1,-5-7-10-16,-15 0-22 0,-10 2-4 15,-11 0-10-15,-10 2-4 16,-6 2-3-16,-1-2-1 16,-1 2 0-16,-3 0 0 15,-5-1-3-15,-5 2-43 16,-2 0-65-16,0 0-91 16,-13 0-183-16,-3 4-319 15,-2 0-336-15</inkml:trace>
  <inkml:trace contextRef="#ctx0" brushRef="#br0" timeOffset="34608.0288">3717 8025 1733 0,'0'0'349'0,"0"0"-226"15,0 0-11-15,0 0 142 16,0 0-28-16,61 10-81 15,-3-20-30-15,9-4-43 16,0-1-37-16,-9 3-16 16,-18 4-5-16,-12 4-14 15,-9 2 0-15,-8 2-6 16,0 0-87-16,-11 8-158 16,0 0-413-16,-12 1-718 0</inkml:trace>
  <inkml:trace contextRef="#ctx0" brushRef="#br0" timeOffset="36104.7358">13731 6643 1060 0,'0'0'331'16,"0"0"-56"-16,0 0-13 15,0 0-45-15,0 0 3 16,0 0 19-16,34 0-38 16,-8 0-47-16,12 0-37 15,7-2-35-15,7-1-11 16,-3 0-25-16,-10 1-19 0,-14 1-13 15,-7 1-5 1,-2 0-8-16,-1 0 0 0,-2 0-1 16,-7 0-6-16,-2 0-48 15,-4 0-77-15,0 2-104 16,-18 4-121-16,-1 0-191 16,-1 0-148-16</inkml:trace>
  <inkml:trace contextRef="#ctx0" brushRef="#br0" timeOffset="36342.0091">13702 6736 788 0,'0'0'552'0,"0"0"-340"0,0 0 184 16,0 0-49-16,0 0-7 16,77 2-118-16,-23-2-48 15,3 0-49-15,-8 0-47 16,-15 0-21-16,-15 0-15 15,-4 0-14-15,0 1-13 16,1 1-9-16,-2 0-6 16,-3 0-5-16,-4 1-68 15,-7 7-124-15,-3-2-360 16,-10-3-218-16</inkml:trace>
  <inkml:trace contextRef="#ctx0" brushRef="#br0" timeOffset="48924.0488">7951 1751 1280 0,'0'0'231'0,"0"0"-129"16,-59-34 45-16,22 32-2 15,-9 7-31-15,3 12 18 16,4 5-26-16,9 2-24 16,13-2-23-16,3 2-7 15,5 0-16-15,9-4-7 16,0-4 0-16,13-3 11 15,6-1 3-15,5-4-7 16,3-1-23-16,1-1-1 0,-2 0-5 16,-5-1-6-1,-7 0-1-15,-8 0-9 0,-6-1-18 16,-5 3 27-16,-18 3 18 16,-15 2 4-16,-12 3-7 15,-5 1-7-15,9-3-7 16,13-4-1-16,16-3 0 15,6-3-63-15,6-2-65 16,2 1-193-16,3-2-436 0</inkml:trace>
  <inkml:trace contextRef="#ctx0" brushRef="#br0" timeOffset="49168.3681">7990 1725 1543 0,'0'0'342'0,"0"0"26"16,0 0-50-16,0 0-62 16,0 0-112-16,0 0-95 15,0 0-3-15,0 45 13 16,3 1-17-16,3-2-20 16,-1-8-10-16,-2-12-10 15,0-9-2-15,1 3 0 16,0 0-80-16,-1-1-159 15,-3-3-65-15,0-6-360 16,-7-5-512-16</inkml:trace>
  <inkml:trace contextRef="#ctx0" brushRef="#br0" timeOffset="49570.8923">7960 1820 1408 0,'0'0'294'0,"0"0"-16"15,0 0-98-15,49-19-57 16,-24 19-6-16,4 0-28 16,2 7-10-16,-1 5-15 15,-2 5-12-15,-5 1 14 16,-6 2-25-16,-5-1-18 16,-5-2-11-16,-5-2-11 15,-2-3 0-15,0-2 5 0,-6-4-4 16,0-3-1-1,1-3 11-15,1 0 3 0,0-10 13 16,4-5-5-16,0-3 4 16,1-3 21-16,8 2-6 15,3 2-8-15,2 5-7 16,3 5-11-16,3 6-8 16,0 1-7-16,1 10 0 15,-1 3 7-15,-1 2-7 16,-4 2-1-16,-4-2 0 15,-4 0-1-15,-4-3-25 16,-3-2-66-16,-1-3-106 16,-16-7-86-16,2 0-317 0,-2-6-550 15</inkml:trace>
  <inkml:trace contextRef="#ctx0" brushRef="#br0" timeOffset="49708.8901">8353 1654 1069 0,'0'0'233'0,"0"0"-64"16,0 0-132-16,0 0-22 16,0 0-15-16,57 66-18 15,-32-38-238-15,-2-3-449 0</inkml:trace>
  <inkml:trace contextRef="#ctx0" brushRef="#br0" timeOffset="50078.2613">8564 1806 1326 0,'0'0'316'0,"0"0"72"0,0 0-146 16,0 0-39-16,-39-24-64 15,28 24-44-15,-1 9-46 16,-1 7-10-16,2 6-2 16,1 2-5-16,4 1-11 15,4-1-4-15,2 0-11 16,5-7-4-16,7-3 7 15,1-6-3-15,3-7-5 16,2-2-1-16,2-13-9 16,0-13-34-16,-2-16 25 15,-4-22 18-15,-3-7 0 16,-8 2 2-16,-2 17 4 16,-1 24-5-16,0 14 17 0,0 9 36 15,-1 3 7-15,-1 3-7 16,0 6-42-16,-1 17-12 15,3 14 0-15,0 13 6 16,8 6-6-16,3-5 0 16,0-11-23-16,-2-8-173 15,-1-12-169-15,-2-9-444 0</inkml:trace>
  <inkml:trace contextRef="#ctx0" brushRef="#br0" timeOffset="50755.1025">8710 1786 861 0,'0'0'751'0,"0"0"-509"15,0 0-99-15,0 0-67 0,0 0 10 16,-11 43-19-16,23-32-2 16,5-2-16-16,1-3-11 15,2-6-8-15,-1 0-2 16,-2-6 9-16,-3-4 42 15,-5-3 9-15,-5-1-11 16,-4 0 4-16,0 2-14 16,-10 2-18-16,-7 4-25 15,-2 3-13-15,-1 3-10 16,1 0 5-16,3 6-5 0,6 4-1 16,8 2-2-16,2 1-10 15,21 1-27-15,20-1-76 16,19-7-89-16,7-6 19 15,-9-1 1-15,-18-8-104 16,-17-1 94-16,-9 0 183 16,-3-3 11-16,-4-2 151 15,-3 0 79-15,-4 1-16 16,-7 5-39-16,-7 1-31 16,-2 6-20-16,-1 2-27 15,0 6-42-15,2 5-19 16,4 4-13-16,4 4-10 15,7-1-2-15,1 0-4 16,13-2 1-16,5-4-7 0,4-6 1 16,1-6-2-16,-1-3-18 15,-2-12-15-15,-3-11 22 16,-5-13 11-16,-9-19 10 16,-4-12-8-16,0-3 10 15,-3 9 6-15,-1 21-6 16,1 16 16-16,1 16 35 15,1 9 21-15,0 2-23 16,-2 1-49-16,0 19-12 16,-1 23 0-16,4 23 12 15,0 10 27-15,6 2 27 16,1-9 13-16,0-16-64 0,-2-11-15 16,3-14-22-1,12-11-174-15,-3-10-469 0,2-7-1479 16</inkml:trace>
  <inkml:trace contextRef="#ctx0" brushRef="#br0" timeOffset="51196.8552">9830 1683 618 0,'0'0'1088'0,"0"0"-772"16,0 0 10-16,-14-35-80 15,3 28-7-15,-1 2-78 16,-5 5-50-16,-3 0-48 16,-1 11-21-16,0 4 0 15,2 5-3-15,5 2-12 16,7 3-16-16,7 0-9 0,5 0-2 15,21-1 0-15,16-7-60 16,15-11-88-16,5-6-341 16,-6-18 130-16,-18 0-311 15,-16 2-471-15</inkml:trace>
  <inkml:trace contextRef="#ctx0" brushRef="#br0" timeOffset="51822.5677">10022 1677 1045 0,'0'0'385'15,"0"0"167"-15,0 0-260 16,-20-38-45-16,9 34-37 15,0 4-77-15,-1 2-58 16,-2 10-26-16,2 5 5 16,2 5-5-16,5 2-17 0,5 2-8 15,1-1-6-15,13-2-17 16,3-6 0-16,6-8-1 16,0-6-6-16,0-3-9 15,-1-13-12-15,-5-5-21 16,-5-5 17-16,-6-2 29 15,-5-1 2-15,-1 3 0 16,-5 4 7-16,-3 5 5 16,-1 7 0-16,1 6-12 15,2 1-6-15,1 6-3 16,3 6 0-16,2 3 8 16,4 0 0-16,9 0-17 15,4-3-77-15,2-2-149 16,2-7 37-16,-1-3 14 0,-3-3 23 15,-3-8 95-15,-3-3 75 16,-4 0 50-16,-3 0 90 16,0 2 11-16,-1 3 7 15,-2 4 8-15,1 3-45 16,0 2-61-16,0 3-48 16,2 8 13-16,0 4 28 15,2 3-16-15,-1 2-10 16,0 0-8-16,-2-1-7 15,-1-5-10-15,-1-3-1 16,-1-6 5-16,0-5 5 16,0-7 16-16,0-9-8 15,2-6-4-15,3-4-1 16,4-1 11-16,2 3-10 0,0 7 8 16,1 4-5-16,1 8-17 15,-1 5 4-15,2 4-5 16,0 10 0-16,-1 4 1 15,1 2-1-15,-3 2 0 16,-1-2-1-16,-3-1-47 16,-3-2-127-16,-3-6-334 15,-1-5-457-15</inkml:trace>
  <inkml:trace contextRef="#ctx0" brushRef="#br0" timeOffset="52059.7921">10403 1638 1750 0,'0'0'338'0,"0"0"-74"0,0 0-199 16,0 0 41-16,39 44 47 16,-18-18-10-16,3 1-43 15,-1-1-52-15,-3-3-24 16,-4-7-13-16,-4-8-1 16,-3-8 10-16,-1-5 14 15,-1-12-19-15,-1-14-8 16,-2 1-7-16,0-4-18 15,-2 2-101-15,1 11-78 16,1 2-79-16,5 13-117 16,0 4-401-16,0 2-110 0</inkml:trace>
  <inkml:trace contextRef="#ctx0" brushRef="#br0" timeOffset="52376.4151">10740 1652 679 0,'0'0'823'0,"0"0"-323"15,0 0-254-15,0 0-37 16,0 0-46-16,-41-2-34 16,29 9-25-16,1 4-19 15,2 4-17-15,4 2-7 16,3 1-10-16,2 0-20 16,7-2-7-16,7-3-15 15,4-5-8-15,2-6 10 16,3-2-1-16,1-7-10 0,-2-7-31 15,-3-4 4-15,-5-3 18 16,-9-4 9-16,-5 1-1 16,-2 1-8-16,-11 6-6 15,-5 5-3-15,-1 6 7 16,0 6-2-16,4 1-17 16,7 9-82-16,8 7-97 15,0-1-283-15,8-4-288 0</inkml:trace>
  <inkml:trace contextRef="#ctx0" brushRef="#br0" timeOffset="52580.7631">10901 1492 1405 0,'0'0'778'0,"0"0"-286"0,0 0-264 15,0 0-75-15,0 0-99 16,0 0-24-16,-11 76 27 15,27-21-2-15,2-2-23 16,-2-6-15-16,-3-13-17 16,-4-10-48-16,-1-10-162 15,-2-8-330-15,-1-6-469 0</inkml:trace>
  <inkml:trace contextRef="#ctx0" brushRef="#br0" timeOffset="53105.0502">11026 1639 1702 0,'0'0'505'0,"0"0"-114"16,0 0-128-16,0 0-51 0,0 0-136 16,0 0-58-16,0 0 5 15,-1 35-5-15,2-12-11 16,3 1-5-16,0-1 3 16,2-5-5-16,0-5-13 15,1-7-46-15,2-6-31 16,0-2 23-16,1-10-12 15,0-2 18-15,-2-3 46 16,1 0 14-16,-3 2 1 16,0 3 23-16,-3 2 15 15,-1 4 28-15,-1 4 14 16,0 2-39-16,0 2-41 16,3 9 0-16,2 4 3 15,4 1 6-15,2 0 5 16,4 0-7-16,3-5-1 0,2-4-6 15,1-4-1-15,0-3-48 16,-3-7-48-16,-5-8 7 16,-4-11 62-16,-6-15 20 15,-2-19 8-15,-2-10 0 16,0 3 0-16,-5 15 0 16,1 22 48-16,0 14 61 15,0 8 15-15,1 3-2 16,1 3-33-16,1 2-47 15,1 20-41-15,3 16 5 0,12 17 1 16,6 9-1-16,0-2-4 16,-4-5 4-16,-7-12-6 15,-5-10-9-15,-3-8-138 16,-2-8-197-16,0-9-275 16,-2-5-556-16</inkml:trace>
  <inkml:trace contextRef="#ctx0" brushRef="#br0" timeOffset="53305.2108">11303 1601 1744 0,'0'0'363'0,"0"0"129"15,0 0-319-15,0 0-50 16,0 0-78-16,52-12-9 0,-25 30-9 16,1 6-7-1,-3 2 6-15,-3 3-14 0,-7-3-10 16,-6-1-1-16,-7-5-1 15,-2-4-83-15,-11-10-135 16,-2-4-124-16,-1-2-395 0</inkml:trace>
  <inkml:trace contextRef="#ctx0" brushRef="#br0" timeOffset="53428.6919">11453 1495 1356 0,'0'0'325'16,"0"0"-81"-16,0 0-162 15,0 0-53-15,51 26-26 16,-20 9-3-16,-4-4-227 16,-4-3-379-16</inkml:trace>
  <inkml:trace contextRef="#ctx0" brushRef="#br0" timeOffset="53765.3271">11657 1634 1635 0,'0'0'399'15,"0"0"69"-15,0 0-254 16,0 0 27-16,0 0-101 16,0 0-78-16,0 0-47 15,-31-3-2-15,27 21 11 16,3 3-4-16,1 0-7 16,1 0-12-16,9-4 1 15,3-3-1-15,2-5 0 16,1-7-1-16,1-2-32 0,1-8-1 15,-5-6-1 1,-1-5 24-16,-7-4 10 0,-3-2 0 16,-2-1 0-16,-3 1 0 15,-5 6-12-15,-1 5 2 16,1 7-13-16,3 6-66 16,3 1-97-16,2 8-40 15,1 3-33-15,11 7-94 16,-2-3-165-16,0-4-304 0</inkml:trace>
  <inkml:trace contextRef="#ctx0" brushRef="#br0" timeOffset="54089.3274">11800 1629 1099 0,'0'0'521'0,"0"0"-226"0,0 0-55 16,0 0-91-16,0 0-71 16,0 0-18-16,0 0 0 15,39 36-22-15,-35-18-12 16,-1 0-5-16,0-1-9 15,-3-4-6-15,0-2-5 16,0-4 5-16,0-3-4 16,0-4 8-16,0-2 6 15,0-11 4-15,0-4 11 16,4-6 42-16,8-7 30 16,2 0 26-16,3 0-41 15,2 4-16-15,-3 9-20 16,2 4-5-16,-2 9-22 0,1 4-23 15,0 11-1 1,1 8 8-16,-2 5 0 0,-2 4-1 16,-3-2-8-16,-6-1-8 15,-5 1-100-15,-2-7-209 16,-4-8-481-16</inkml:trace>
  <inkml:trace contextRef="#ctx0" brushRef="#br0" timeOffset="54531.1932">12332 1585 884 0,'0'0'825'0,"0"0"-519"16,0 0-63-16,0 0-113 16,0 0-36-16,0 0-59 15,50-2-26-15,-32 2-9 16,1 0-75-16,-2 0-173 15,-4 2-256-15,-6 2-58 0</inkml:trace>
  <inkml:trace contextRef="#ctx0" brushRef="#br0" timeOffset="54658.5011">12341 1644 479 0,'0'0'645'0,"0"0"-438"16,0 0 4-16,0 0-86 15,0 0-35-15,0 0-24 16,0 0-22-16,81 3-44 15,-35-12-175-15,-4-2-485 0</inkml:trace>
  <inkml:trace contextRef="#ctx0" brushRef="#br0" timeOffset="54889.6787">12554 1485 939 0,'0'0'940'0,"0"0"-683"15,0 0-135-15,0 0-70 0,51 17 89 16,-22 0-24-16,3 4-26 16,-3 3-4-16,-3 1-19 15,-7 0-33-15,-10 0-20 16,-8-3-2-16,-3-1-4 16,-16-1-9-16,-12-1-13 15,-17-3-128-15,5-3-115 16,3-7-485-16</inkml:trace>
  <inkml:trace contextRef="#ctx0" brushRef="#br0" timeOffset="60635.978">10469 2020 1758 0,'0'0'315'15,"0"0"-53"-15,0 0-41 16,-55 2-19-16,29 22-32 0,-5 16-46 15,4 0-10-15,7-3-32 16,9-6-8-16,9-11-10 16,2 1-27-16,4-1-11 15,12-5-11-15,4-5 1 16,6-4-4-16,0-3-11 16,1-3 5-16,-4 0-5 15,-4 0 7-15,-8 1-7 16,-5 1-1-16,-6 3 0 15,0 3 0-15,-11 3 6 16,-7 5 7-16,-8 2 2 16,-9 5-6-16,-11 2-3 0,-9 2 2 15,3-4-8-15,12-3-8 16,12-7-19-16,14-3-46 16,3-1-35-16,6-2-63 15,14-5-294-15,10-2-291 16,6-2-499-16</inkml:trace>
  <inkml:trace contextRef="#ctx0" brushRef="#br0" timeOffset="61010.6618">10719 2101 2433 0,'0'0'323'0,"0"0"-152"15,0 0-38-15,0 0-44 16,0 0 10-16,0 0-38 16,33 42-19-16,-7-26-20 15,4-2-11-15,-1-2-10 16,-2-5 0-16,-4-1 5 16,-4-2-5-16,-6-2 6 15,-5 0-7-15,-4 1-1 16,-4 0-1-16,0 3 2 15,-8 4 2-15,-7 6 8 16,-5 4 17-16,-5 3 9 16,-3 3-3-16,0 3-9 15,0-1 0-15,2-1 0 16,4-3-12-16,5-5-10 16,6-3-2-16,8-5-38 0,3-6-80 15,20-9-98-15,2-8-296 16,1-4-344-16</inkml:trace>
  <inkml:trace contextRef="#ctx0" brushRef="#br0" timeOffset="61268.03">11181 2021 2388 0,'0'0'383'16,"0"0"-47"-16,0 0-155 16,0 0 20-16,0 0-75 15,0 0 3-15,30 71-9 16,-16-23-54-16,-2 2-33 16,-3-3-12-16,-3-5-21 15,-3-6-18-15,-1 0-109 16,-1-7-161-16,-1-6-541 0</inkml:trace>
  <inkml:trace contextRef="#ctx0" brushRef="#br0" timeOffset="63506.2019">10244 3056 1403 0,'0'0'266'15,"0"0"-123"-15,-44-37-6 16,28 32 40-16,0 6-60 16,-2 20-60-16,-3 20-2 15,-1 13 3-15,2 3-14 16,7-10-17-16,7-13 1 0,6-13-8 15,0-5-8-15,5 0-3 16,5-2-9-16,4-6-4 16,4-8 4-16,5-13 22 15,3-21-12-15,-2-19-9 16,-4-8 1-16,-11-4 10 16,-8 2-12-16,-1 3 0 15,-2-2 8-15,-2 4 2 16,2 14 6-16,2 15 38 15,0 16 61-15,0 9-3 16,-1 4-12-16,1 6-67 16,0 22-20-16,1 20-11 15,7 10 13-15,2 1-8 16,4-6-1-16,3-11-6 16,2-10-13-16,-2-9-147 0,7-5-132 15,-6-10-278-15,-2-4-203 0</inkml:trace>
  <inkml:trace contextRef="#ctx0" brushRef="#br0" timeOffset="64298.8082">10415 3022 314 0,'0'0'1046'15,"0"0"-672"-15,0 0-104 16,0 0 9-16,-17-34-59 16,11 34-114-16,0 8-63 15,0 7-19-15,2 5 7 16,1 3-7-16,3 3 0 0,0-3-9 15,7-2-2 1,3-5-12-16,1-5-1 0,1-6 0 16,1-5 13-16,-2-1 0 15,0-12-4-15,-1-4 0 16,-4-5-3-16,-2-2-4 16,-3-1 7-16,-1 1-2 15,0 3-5-15,-5 7 11 16,0 6-13-16,-2 7-6 15,1 1-12-15,-1 9 12 16,3 4 0-16,1 2 5 16,3 1-12-16,7-4-53 15,9-2-71-15,7-4 11 16,3-6-29-16,1 0-25 0,0-7-39 16,-4-5 44-16,-4 0 108 15,-7-2 67-15,-5 0 4 16,-5 2 82-16,-1 1 49 15,-1 3 16-15,0 2 45 16,0 2-27-16,-1 3 2 16,0 1-40-16,-2 0-81 15,1 5-48-15,-1 6 11 16,1 4 22-16,2 2 1 16,0 1-13-16,5 0-6 15,4-3-11-15,3-1-1 16,0-4-5-16,1-3 0 15,-1-5 0-15,-1-2 0 0,-2-1-14 16,1-9 7-16,-3-2 6 16,-1-2 1-16,-2-1 1 15,0 1 0-15,-2 4 1 16,-2 2-1-16,0 3 8 16,0 3 23-16,0 2 1 15,0 0-33-15,0 4-11 16,0 5 11-16,0 3 0 15,0 2 1-15,0 0 5 16,3-2 0-16,3-3 0 16,1-3-6-16,1-3 0 15,0-3 1-15,-1-2 11 16,-1-8-6-16,-2-4 0 16,-2-4-5-16,-2-2-1 15,0 0 0-15,-4 3-10 0,-1 3-20 16,0 5-29-16,3 5-69 15,1 4-106-15,3 0-320 16,5 4-51-16,2 1-329 0</inkml:trace>
  <inkml:trace contextRef="#ctx0" brushRef="#br0" timeOffset="64661.0474">10823 2957 1418 0,'0'0'320'0,"0"0"64"15,0 0-143-15,0 0-79 16,0 0-95-16,0 0-55 0,0 0 49 16,-2 29 24-16,5-11-14 15,0 1-26-15,0-1-28 16,0-2-10-16,-1-3 2 16,-2-2-3-16,1-6-5 15,-1-2 7-15,0-3 1 16,0-2 16-16,0-8 7 15,0-8-20-15,0-3-5 16,0-3 2-16,7-1 2 16,1 3 4-16,3 4 8 15,0 6 1-15,1 6-15 16,0 6-9-16,0 2 0 16,0 10 0-16,0 5 0 0,-1 5 1 15,0 0-1 1,0 2 0-16,-1 0-73 0,6 2-190 15,-3-6-303-15,-2-8-523 0</inkml:trace>
  <inkml:trace contextRef="#ctx0" brushRef="#br0" timeOffset="64930.5504">11200 2831 1211 0,'0'0'770'0,"0"0"-519"15,0 0-70-15,-46-4-91 16,40 10-23-16,2 6-47 0,4 2-5 16,0 1-15-1,9 2 0-15,3 0 0 0,1-1 1 16,1-2 8-16,-2 0-7 16,-3-1 5-16,-4-2-7 15,-5-1-7-15,0 0 7 16,-11 0 7-16,-4-2 1 15,-3-2-8-15,-2 0-27 16,1-4-65-16,5-1-181 16,5-1-312-16</inkml:trace>
  <inkml:trace contextRef="#ctx0" brushRef="#br0" timeOffset="66493.3733">11395 2833 1646 0,'0'0'489'0,"0"0"-236"0,0 0-69 16,0 0-44-16,0 0-86 15,0 0-29-15,-48 30 20 16,36-7-14-16,3 1-6 16,4-1-10-16,3-3-7 15,2-3-1-15,5-4-7 16,6-6-13-16,3-4 1 15,2-3-34-15,0-4-45 16,-1-7 6-16,0-6 18 16,-4-2 41-16,-2-3 25 15,-3-1 1-15,-2 2 1 16,-4 5 16-16,0 5 42 0,0 4 22 16,0 7 1-16,-1 0-58 15,-2 4-24-15,-2 6-1 16,2 4 1-16,2 0-1 15,1 4 0-15,3-3-5 16,8-2-79-16,6-4-95 16,2-4-27-16,2-5-64 15,0-2-132-15,-4-9 12 16,-2-4 196-16,-4-4 195 16,-5 0 129-16,-3 1 125 15,-2 2 75-15,-1 3-54 16,0 4-12-16,0 4-95 15,0 3-7-15,0 2-70 0,-1 0-71 16,1 10-20-16,0 3 18 16,0 5-2-16,0 1-5 15,1 0-1-15,3 0 1 16,1-3-11-16,1-4-1 16,-2-4-46-16,2-5-48 15,-1-3-2-15,0 0 42 16,1-8 1-16,0-3-23 15,0-5 33-15,0-1 32 16,0-3 10-16,0 1 2 16,-1 0 1-16,1 4 14 15,-1 3 9-15,-1 4 4 16,-2 4 9-16,0 3 3 0,-1 1-17 16,1 4-23-16,0 7 43 15,1 3-2-15,1 3-12 16,1 0-11-16,1 1-8 15,1-3 0-15,3-2-9 16,0-5-1-16,3-4-46 16,0-4-21-16,2-2-9 15,0-7 5-15,-2-5-11 16,-1-2 35-16,-4-1 38 16,-2-1 9-16,-1 2 4 15,-3 3 32-15,-1 4 11 16,0 2-4-16,-1 4 15 0,0 1-13 15,0 2-41-15,2 0-4 16,2 2-15-16,1 2 14 16,5 1-12-16,1-1-79 15,4-2-99-15,1-2-191 16,3 0 98-16,0-5-202 16,-1-5 155-16,-4-2 331 15,-4 1 71-15,-4-1 233 16,-4 2 56-16,-2 3 12 15,0 4-74-15,0 3-50 16,-2 1-117-16,-4 10-106 16,-1 9-4-16,-3 9 19 15,-3 10-4-15,0-2 7 16,3-3 3-16,2-7-1 16,3-9-29-16,2-2-16 0,1-2-1 15,2-8-56-15,0-6-25 16,2-3 55-16,5-12-19 15,3-10 21-15,0 0 25 16,0-5 0-16,-1 2 9 16,0 5-8-16,-2 3 19 15,-1 7 14-15,-2 6 8 16,0 5-7-16,-1 2-23 16,0 2-4-16,4 9 4 15,1 2 10-15,3 2-11 16,0-1-5-16,1-2-5 0,2-3-1 15,0-3-8 1,1-5-41-16,0-1-27 0,-1-8 3 16,-3-8 10-16,-1-9 40 15,-2-15 23-15,0-22 0 16,0-13 5-16,-1-4 10 16,-2 13-5-16,-2 25 4 15,-3 18 16-15,0 12 25 16,0 5 40-16,-2 3-32 15,-2 3-51-15,-2 15-12 16,1 19-1-16,2 13 1 16,3 4 0-16,6-1 0 15,5-13 0-15,1-13-46 16,-1-8-93-16,3-7-38 16,4-1 31-16,0-4 44 0,1 0 53 15,-5-4 45-15,-3 0 4 16,-4 0 41-16,-4 1 28 15,-1 5-4-15,-1 3 52 16,0 3-35-16,-1 2-31 16,0 3-25-16,0-2-9 15,0-2-10-15,0-3-7 16,0-2-29-16,0-6-135 16,-1-4-116-16,0-6-92 15,0-4-688-15</inkml:trace>
  <inkml:trace contextRef="#ctx0" brushRef="#br0" timeOffset="67275.136">12356 2653 324 0,'0'0'577'15,"0"0"-346"-15,0 0-8 16,0 0-36-16,21 38-12 16,-15-24-55-16,-1 0-16 15,-1 1-18-15,0-2-20 16,-3 0-4-16,1-4-18 16,-1-4-25-16,-1-2-8 15,2-3 5-15,-1 0 21 0,3-8-1 16,2-4-23-16,3-3-7 15,3-4-5-15,1 0 7 16,1 0 23-16,-2 4 18 16,-1 4 13-16,-5 5 11 15,0 4-36-15,-2 2-19 16,0 6-11-16,1 5 19 16,0 3-2-16,1 1-14 15,2-1-10-15,-1-1 0 16,2-3-12-16,1-4-77 15,3-2-45-15,2-4-131 16,0-2-74-16,2-8-15 16,-1-3 23-16,-2-3 116 0,-1-4 215 15,-2-1 81 1,-2 0 116-16,-3 1-6 0,-3 6 78 16,-3 5-57-16,0 7-32 15,-3 2-96-15,-6 2-62 16,1 6-7-16,1 3-14 15,2 0 0-15,2-2-1 16,3-1-1-16,0-1-10 16,1-5-10-16,4-1 21 15,2-1 13-15,0-2 12 16,2-5 0-16,0-2 55 16,-1 0 31-16,-2 0 7 0,0 2 28 15,-2 1-6-15,-1 4-12 16,-2 2-50-16,1 0-50 15,0 10-27-15,1 6 26 16,0 5 0 0,-1 5 13-16,-2 3 10 0,0 2-2 15,-3 1 0-15,-7 0-1 16,-5 2-2-16,-5-2-15 16,-13 1-9-16,-14-1-9 15,-16-5-11-15,-9-5-1 16,-4-10-46-16,17-7-172 15,13-5-656-15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52:38.3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1241 1059 1209 0,'0'0'677'0,"0"0"-408"15,0 0-110-15,0 0 34 16,0 0-11-16,0 0-42 15,14 1-52-15,23-1-36 16,25-4 13-16,16-3-18 16,6-3-20-16,-7 1-16 15,-19 2 2-15,-13 2-7 0,-14 3-6 16,-13 0-46-16,-3 0-148 16,-3 0-263-16,-5 1-350 0</inkml:trace>
  <inkml:trace contextRef="#ctx0" brushRef="#br0" timeOffset="200.9517">1248 1169 2029 0,'0'0'274'0,"0"0"-182"16,0 0-37-16,0 0 33 15,57 1 89-15,24-6 8 16,19-6-82-1,7-2-54-15,-12 1-31 0,-27 7-18 16,-22 2-6-16,-13 3-113 16,-16 0-224-16,-10 2-644 0</inkml:trace>
  <inkml:trace contextRef="#ctx0" brushRef="#br0" timeOffset="2987.3911">2626 2460 791 0,'0'0'331'0,"0"0"-163"16,0 0-5-16,0 0-73 16,0 0 80-16,67-12 0 15,10 12 19-15,25 0-58 0,18 8-50 16,10 2-4-16,-4-1-7 16,1 1-15-16,-2-1 16 15,-8-2 5-15,-11-2-30 16,-11-1-4-16,-14-4-11 15,-20 0-13-15,-20 0 4 16,-16-2-12-16,-9-2-10 16,-2 0 0-16,-1-2 0 15,-4 0 0-15,-8-1 0 16,-14-2-31-16,-8-1-194 16,-5 1-533-16</inkml:trace>
  <inkml:trace contextRef="#ctx0" brushRef="#br0" timeOffset="3573.0769">4056 1973 191 0,'0'0'932'0,"0"0"-712"16,0 0 52-16,0 0 20 15,0 0-53-15,0 0-54 0,0 0-53 16,-10-17-33 0,32 8-20-16,19-8-18 0,25-12-20 15,13-5-17-15,9-4-2 16,-3 1-9-16,-11 6-4 16,-8 4-3-16,-16 6 6 15,-15 5-12-15,-12 5-43 16,-7 2-14-16,-3-1 14 15,-3 0-2-15,-4 0 5 16,-6-1-24-16,-18 1-178 16,-5 1-394-16,-2 3-215 0</inkml:trace>
  <inkml:trace contextRef="#ctx0" brushRef="#br0" timeOffset="3805.6561">4486 1618 1046 0,'0'0'346'0,"0"0"-102"16,0 0-38-16,41-2-30 16,-22 2-32-16,2 0-70 15,2 4-33-15,3 4 8 16,2 3 15-16,0 0-12 16,-1 4-15-16,-3 2-22 15,-5 2 10-15,-6 3-4 16,-8 4-14-16,-5 6-5 15,-6-2-2-15,-14 9-60 0,1-6-215 16,4-13-615-16</inkml:trace>
  <inkml:trace contextRef="#ctx0" brushRef="#br0" timeOffset="6149.319">7133 2393 836 0,'0'0'202'0,"0"0"-47"16,0 0-24-1,0 0-4-15,0 0-3 0,0 0-11 16,0 0-15-16,21 0-22 16,-13 0-11-16,1 0-21 15,0 0 3-15,2 2-18 16,1-1 9-16,1 1 7 16,1-1 1-16,0 0 1 15,-1 0-11-15,0-1-12 16,0 2-5-16,0-2 1 15,0 0 0-15,0 1-7 16,2 1 8-16,-1-1-6 16,2 0-9-16,1 0 4 15,-1 1-1-15,2-1 1 16,-1 0-8-16,0 0 9 16,-1 1-11-16,0-1 0 15,1 2-1-15,16-3-133 0,-4 0-225 16,0 0-723-16</inkml:trace>
  <inkml:trace contextRef="#ctx0" brushRef="#br0" timeOffset="6659.0773">8322 2458 212 0,'0'0'599'0,"0"0"-67"16,0 0-335-16,0 0-6 16,0 0 7-16,0 0-12 15,0 0-36-15,82 0-8 16,7 0-27-16,24 0-8 16,15 1 0-16,2 4-28 0,-9 1-25 15,1 0-18-15,0 1-6 16,-3 0 0-16,-5 0 1 15,-7-2-4-15,-9-1-13 16,-12-1 0-16,-12-2-3 16,-13-1-2-16,-18 0-8 15,-15 0 5-15,-10 0 0 16,-7 0-6-16,-2 0 1 16,1 0-1-16,-2 0 6 15,-4 0-6-15,-3-2-1 16,-13 0-8-16,-5-2-118 15,-9 0-609-15</inkml:trace>
  <inkml:trace contextRef="#ctx0" brushRef="#br0" timeOffset="8956.8199">2770 2981 654 0,'0'0'75'16,"0"0"502"-16,0 0-349 15,0 0-101-15,0 0-57 16,0 0-19-16,-6 5 1 0,6-5-3 16,6 0 6-16,5 0 10 15,7 0-4-15,12 0-15 16,14-2-6-16,18-4-15 16,6 1-3-16,-1 1-3 15,-6 1-9-15,-12 2-9 16,-11 1 11-16,-11 0 0 15,-12 0-12-15,-6 0-21 16,-3 0-7-16,-4 0-13 16,-9 0-9-16,-8 0-173 15,-7 0-601-15</inkml:trace>
  <inkml:trace contextRef="#ctx0" brushRef="#br0" timeOffset="9219.9544">2827 3038 1543 0,'0'0'286'0,"0"0"-166"16,0 0-34-16,0 0-25 15,0 0-4-15,0 0 26 16,0 0-20-16,68 4-18 16,-17-4-5-16,7 0-3 15,-1 0-12-15,-4-2-9 16,-7 2 2-16,-8-1 7 15,-8 1-16-15,-9 0-8 16,-3 0-1-16,0 0 0 16,1 0-24-16,-3 0-9 0,-16 7-26 15,0 1-39 1,-15 2-471-16</inkml:trace>
  <inkml:trace contextRef="#ctx0" brushRef="#br0" timeOffset="12507.891">5650 4063 778 0,'0'0'380'0,"0"0"-163"15,0 0 8-15,0 0-26 0,0 0-122 16,0 0-44-16,0 0-16 16,0 2 4-16,17-2 15 15,6 0-6-15,3-3-3 16,3-4-11-16,0-1-16 16,4-4-23-16,-8 2-315 15,-9 1-394-15</inkml:trace>
  <inkml:trace contextRef="#ctx0" brushRef="#br0" timeOffset="12672.9515">5701 4013 1175 0,'0'0'177'15,"0"0"-78"1,0 0-47-16,0 0-30 0,51-24-22 15,-26 16-12-15,-3 0-184 0</inkml:trace>
  <inkml:trace contextRef="#ctx0" brushRef="#br0" timeOffset="12912.2903">5805 3855 1136 0,'0'0'214'0,"0"0"-146"0,0 0-17 16,0 0-9-16,0 0-17 16,0 0 33-16,43 30 22 15,-26-1 25-15,-5-1-2 16,-7 5-9-16,-5 6 24 16,-21 1 2-16,-16 12-29 15,-12 1-45-15,-8-1-46 16,-3-6-14-16,15-14-305 15,6-7-562-15</inkml:trace>
  <inkml:trace contextRef="#ctx0" brushRef="#br0" timeOffset="16276.2783">7429 3592 1066 0,'0'0'310'0,"0"0"-25"16,0 0 1 0,0 0-57-16,0 0-35 0,0 0-32 15,5-38-27-15,5 25-77 16,5-3-37-16,5-3-20 15,4-3 10-15,5-3-11 16,1 0 0-16,1-1-1 16,-2 3-9-16,-3 1-11 15,-3 4 10-15,-7 4-8 16,-3 2-3-16,-6 4-7 16,-3 0-11-16,-3 3-5 15,-1 1-39-15,-6 2-204 16,-4 1-363-16,-2 1-385 0</inkml:trace>
  <inkml:trace contextRef="#ctx0" brushRef="#br0" timeOffset="16562.9942">7637 3253 1446 0,'0'0'499'0,"0"0"-289"15,0 0-135-15,0 0-39 16,43-30-10-16,-26 26-15 16,0 1 1-16,-1 2 4 0,1 1 2 15,-2 0-8 1,-2 4 5-16,-1 5-3 0,-3 3 19 16,-3 2-4-16,-3 2 5 15,-3 3 13-15,0 1-8 16,-5 2-4-16,-3 0-21 15,-1-1-12-15,-1 5-52 16,3-7-241-16,2-5-578 0</inkml:trace>
  <inkml:trace contextRef="#ctx0" brushRef="#br0" timeOffset="18558.1955">8443 3591 381 0,'0'0'28'0,"0"0"663"16,0 0-474-16,0 0 23 0,0 0 25 15,0 0 6-15,0 0-63 16,-8 8-36-16,8-8-32 15,1 0-25-15,6-5-15 16,5-5-11 0,8-7-17-16,11-9-19 0,14-8-18 15,-3 2 0 1,-4 3 2-16,-8 6-25 0,-11 9-6 16,-3 1-5-16,-1 1 0 15,-6 5-1-15,-4 2-1 16,-5 3-43-16,0 1-66 15,-1-1-143-15,-14 0-220 16,2 1-203-16,-2 0-472 0</inkml:trace>
  <inkml:trace contextRef="#ctx0" brushRef="#br0" timeOffset="18842.3133">8628 3300 1647 0,'0'0'484'16,"0"0"-273"-16,0 0-98 16,0 0-33-16,0 0 8 15,0 0-11-15,53-5 0 16,-32 4-24-16,-1 1-24 16,0 0-20-16,-2 0 1 15,-3 0-1-15,-2 6 0 16,-4 1-2-16,-3 4 7 0,-2 3 4 15,-3 4 6-15,-1 4-5 16,-4 1-11-16,-6 2-8 16,0 0-25-16,-3 4-196 15,4-8-277-15,1-5-539 0</inkml:trace>
  <inkml:trace contextRef="#ctx0" brushRef="#br0" timeOffset="20389.2631">9152 3529 1169 0,'0'0'405'0,"0"0"-81"16,0 0 0-16,0 0-12 15,0 0-40-15,0 0-94 16,0 0-60-16,-12 4-34 16,25-13-21-16,14-9 0 15,19-9-9-15,16-10-18 16,5-2-8-16,-11 8-14 15,-16 9-2-15,-16 10-3 16,-8 4-8-16,0 0 0 0,-4 0 0 16,-1 2 0-16,-6 2-1 15,-4 2-23-15,-1 1-35 16,0-1-68 0,-9 0-78-16,-4 0-126 0,-14 2-58 15,4 0-293-15,-2 0-147 0</inkml:trace>
  <inkml:trace contextRef="#ctx0" brushRef="#br0" timeOffset="20615.1814">9341 3269 1355 0,'0'0'371'0,"0"0"-90"16,0 0-56-16,39-22-22 15,-22 18-43-15,1 2-21 0,2 2-29 16,1 0-19-16,2 2-13 15,-3 5-8-15,0 2-23 16,-3 2-29-16,-3 4-8 16,-4 1-4-16,-5 6-6 15,-5 7 0-15,-16 13-15 16,-23 10-131-16,0-7-237 16,-5-6-616-16</inkml:trace>
  <inkml:trace contextRef="#ctx0" brushRef="#br0" timeOffset="23040.2146">7835 4557 728 0,'0'0'530'0,"0"0"-354"16,0 0 61-16,0 0-19 15,-39 16 19-15,35-14-8 16,3-2 1-16,1 0-81 15,0 0-31-15,1 0-46 16,7-6-14-16,4-4-4 16,6-2-12-16,5-3-17 15,5-2-7-15,2-2-7 16,3 1-5-16,-1 0 0 16,-1 1 4-16,-5 3-10 15,-6 2-18-15,-4 4-84 16,-7 2-124-16,-8 0-101 0,-1 2-270 15,-4 2-303-15</inkml:trace>
  <inkml:trace contextRef="#ctx0" brushRef="#br0" timeOffset="23311.9375">7916 4368 1590 0,'0'0'346'15,"0"0"-120"-15,0 0-76 0,0 0-48 16,0 0 15 0,48-6-20-16,-26 10 1 15,2 5 1-15,-1 2-28 0,-1 1-24 16,-2 1-11-16,-2 1 3 16,-3 2 1-16,-4 1-12 15,-3 3-13-15,-6 2-4 16,-4 8-10-16,-21 9 6 15,-20 10-7-15,-16 6-67 16,8-12-218-16,1-11-380 0</inkml:trace>
  <inkml:trace contextRef="#ctx0" brushRef="#br0" timeOffset="36488.7378">4411 5758 1086 0,'0'0'608'0,"0"0"-333"0,0 0-43 16,0 0-66-16,0 0-18 15,0 0-81-15,1 2-38 16,6-2-1-16,3 0-3 15,7 0 2-15,5 0 12 16,5 0-5-16,5 0-10 16,0-4-14-16,2-1-9 15,-1 1-1-15,0 0-14 16,7 0-101-16,-8 0-188 16,-10 2-474-16</inkml:trace>
  <inkml:trace contextRef="#ctx0" brushRef="#br0" timeOffset="36704.9611">4520 5821 1891 0,'0'0'361'0,"0"0"-77"16,0 0-135-16,0 0-93 15,0 0-13-15,0 0-2 16,76 8 8-16,-19-8-15 15,9 0 19-15,-1-3-20 16,-6-1-20-16,-19 4-13 16,-2 2-9-16,-13 4-267 15,-10 0-519-15</inkml:trace>
  <inkml:trace contextRef="#ctx0" brushRef="#br0" timeOffset="40664.3262">3604 6319 894 0,'0'0'324'0,"0"0"-139"0,0 0 65 16,0 0 50-16,0 0-31 15,0 0-90-15,0 0-63 16,0-2-57-16,13 2-27 15,6 0 2-15,12 0 2 16,14 0 8-16,12 0 1 16,3 0 4-16,-2 0-13 15,-15 2-22-15,-13-2 1 16,-7 1 11-16,-6 0-14 0,-1 0-12 16,1 0-1-16,-2 0 0 15,-6 0-13-15,-6-1-129 16,-4 0-88-16,-9 0-98 15,-5 0-467-15</inkml:trace>
  <inkml:trace contextRef="#ctx0" brushRef="#br0" timeOffset="40970.3964">3623 6419 1622 0,'0'0'226'16,"0"0"-49"-16,0 0-19 16,0 0 66-16,0 0-14 15,60 18-65-15,-11-14-47 16,18-4-29-16,9 0-6 16,-1-5-9-16,-8-3-28 15,-9-1-2-15,-7 2 8 16,-9 0-11-16,-13 2-8 15,-10 2-11-15,-6 2-2 16,-2-2 1-16,-2 3 0 16,-4-1-1-16,-3 1-9 15,-9 0-60-15,-8 2-233 0,-5 2-366 0</inkml:trace>
  <inkml:trace contextRef="#ctx0" brushRef="#br0" timeOffset="43838.4148">7554 6356 342 0,'0'0'293'0,"0"0"-130"16,0 0-34-16,0 0 37 16,0 0 22-16,0 0-24 15,-18-14 10-15,18 13 16 16,0 0-11-16,0 0-47 0,0 1-44 15,3 0-45 1,3 0-16-16,4 0-8 0,6 0-10 16,5 1 4-16,6 3 18 15,9 1 15-15,8 3-7 16,8 0-22-16,2 0 22 16,-3-1-9-16,-5-4-8 15,-6 0 0-15,0 1-5 16,0-3-2-16,2 1-2 15,0 0 6-15,1-1-4 16,1-1-1-16,1 0-7 16,-2 0 1-16,2 0-1 15,-1 0 2-15,-3 0 8 0,1 0-17 16,-1 0 0 0,1 0 9-16,2 0 1 0,2 0-9 15,1 0 0-15,2 0 5 16,-2 1-5-16,1 0 1 15,-4 0-1-15,-1 1 10 16,-7 0-4-16,-8 0-5 16,-6-2 7-16,-3 1-3 15,3 0 5-15,2 0 19 16,2-1-19-16,-1 1-10 16,0-1-1-16,1 0 1 15,0 0 0-15,1 0 17 16,0-2 9-16,0 0-17 0,-2-1-9 15,1 0 1-15,-3 1 5 16,0-2-7-16,-4 2 1 16,-4-1 0-16,-3 1 0 15,-2 1 0-15,-3-1 7 16,0 1-7-16,-3 0 5 16,0 0-6-16,-2 1 2 15,-1 0 5-15,0 0-6 16,-1 0 0-16,0 0-1 15,0 0 1-15,0 0-1 16,0 0-2-16,0 0-11 16,-8 0-26-16,-27 0-73 15,0 0-3-15,-8 0-1000 0</inkml:trace>
  <inkml:trace contextRef="#ctx0" brushRef="#br0" timeOffset="46296.0979">4095 6832 715 0,'0'0'1031'0,"0"0"-675"16,0 0-145 0,0 0-103-16,0 0-38 0,0 0-30 15,0 0-12-15,52-5-10 16,-23 5-7-16,4 0-10 16,0 0 8-16,0 0-3 15,-3 0-6-15,-2 0-2 16,-3 0-11-16,-1-1-11 15,-7 0-59-15,-8 1-533 0</inkml:trace>
  <inkml:trace contextRef="#ctx0" brushRef="#br0" timeOffset="46501.2131">4137 6985 1603 0,'0'0'347'0,"0"0"-56"0,0 0-112 16,0 0-37-16,0 0-73 16,58 0-30-16,-30 0-14 15,2 0-13-15,1 0-12 16,-1-2 0-16,5 0-78 16,-9-2-257-16,-7 0-639 0</inkml:trace>
  <inkml:trace contextRef="#ctx0" brushRef="#br0" timeOffset="54562.2303">4399 7288 430 0,'0'0'219'0,"0"0"-219"15,0 0 140-15,0 0 68 16,0 0 78-16,0 0-117 15,0 2-76-15,0-2-34 16,0 0-12-16,0 0-11 16,3 0-1-16,1 0 5 15,4 0-12-15,3 0 2 16,5 0-6-16,3-3-2 16,4 1 4-16,2-1-14 0,2 1-5 15,-1 1 0-15,1-1-7 16,-2 1 0-16,-4 1-8 15,-3 0-17-15,-4 0-171 16,-4 0-157-16,-7 0-378 0</inkml:trace>
  <inkml:trace contextRef="#ctx0" brushRef="#br0" timeOffset="54771.3921">4432 7352 1239 0,'0'0'181'0,"0"0"-126"0,0 0 79 16,0 0 35-16,0 0-17 15,53 3-39-15,-13-3-43 16,14-7-31-16,5-1-17 16,-2 0-21-16,-12 2-1 15,-9 4-15-15,-12 1-81 16,-12 0-494-16</inkml:trace>
  <inkml:trace contextRef="#ctx0" brushRef="#br0" timeOffset="65477.55">4187 7794 1035 0,'0'0'164'15,"0"0"-75"-15,0 0 4 16,0 0 2-16,0 0-23 16,0 0-16-16,0 0-16 15,0 0-10-15,3 0 1 0,3 1 29 16,5 2 16-16,3-2 0 16,3 2-12-16,2-2-4 15,1 2-8-15,3-1-10 16,0 1 0-16,1 0-10 15,1 1-1-15,-1-1-4 16,1-1 4-16,-1 1 7 16,0-1-11-16,0 0 1 15,0-1-12-15,-1 0 11 16,0-1-6-16,1 0-5 16,1 0-5-16,0 0 2 15,1 0 0-15,2 0-2 0,0-2-2 16,1 1 0-16,2 0 1 15,0-1 5-15,0 1-2 16,1 0-2-16,-2 0-2 16,2 0 0-16,1 0 3 15,0 0-5-15,0 1 0 16,-2-1-1-16,1 0-5 16,0-1 5-16,-1 1-4 15,-2-1 4-15,1 1 0 16,0 0-5-16,-1-1 0 15,-2 0 5-15,1 1-5 16,-2 0 0-16,1-1 6 16,-2 2-6-16,0-2 0 0,0 0 5 15,-1 1-5-15,0 0 5 16,-1-1-5-16,-1 2 2 16,0-1-2-16,-1 0 7 15,0 0-7-15,0-1 0 16,0 1 7-16,0 0-7 15,-1 0 6-15,2 0-7 16,-2 0 0-16,2-1 1 16,-2 2-1-16,1-1 1 15,-2 1-1-15,-1-1 2 16,-1 1-2-16,-1 0 1 16,-2 0-1-16,-1-1 1 15,0 0 0-15,-2 0 0 16,-1 0-1-16,-1 0 1 15,-2 0 0-15,0-1 0 0,0 0 0 16,0 1 1-16,-1-1-1 16,-1 1-1-16,0-1 0 15,-1 1 1-15,0 0 1 16,1 0-1-16,-1-2 0 16,1 2 5-16,0-1-6 15,0 1 0-15,-1-1 1 16,1 2-1-16,-1-2 0 15,-1 1 0-15,-1 0 0 16,1 0 0-16,0 0 1 0,0-1-1 16,1 1 0-1,-1 0 1-15,0 0-1 0,0 0 1 16,0 0 0-16,-1 0-1 16,1-1 1-16,-1 2 0 15,-1-1-1-15,1 0 1 16,-1 0 0-16,2-1 0 15,-1-1 10-15,0-1 3 16,1-1 3-16,0-1-5 16,0-2 1-16,0-2 1 15,-1-1-2-15,0-3-2 16,-1-2 7-16,0-4-11 16,-1-1-5-16,0-5-1 15,0 0-12-15,0 0-19 16,0 0-5-16,-2 2 0 0,0 1 6 15,1 2 5-15,-2 1-17 16,1 3 24-16,-1-1-6 16,0 2-2-16,-1 1-12 15,0 0 12-15,-1 0-3 16,0 1-6-16,0 1-4 16,1 0 4-16,-1 2 6 15,1 1-24-15,-1 1 18 16,1 2 3-16,1 1 12 15,-1 2 9-15,-2 0-5 16,1 1 4-16,-3 0-1 16,-2 1-6-16,-3 0-5 15,-4 2 23-15,-2-1-6 0,-3 1 7 16,-3 0 1 0,0 0 7-16,1 0-1 0,1 0-1 15,0 0 4 1,1 1-9-16,1 0 0 0,-2 0 4 15,0 1-4-15,-4 0 1 16,0 0 11-16,-2 0 2 16,-2 1-14-16,-6 0 0 15,-7 0 0-15,-8 1-1 16,-1 1-1-16,3-1 1 16,3-1 5-16,6 1-4 15,-1-1-1-15,1 0 0 16,7-1 1-16,5 0 0 0,6 0-1 15,1-2 1 1,-5 1 1-16,-3 0-1 0,-3 1 0 16,-1-1 8-16,1-1-9 15,-2 2-12-15,-4-1 12 16,-8 2 0-16,-6 0 0 16,-1-1 0-16,4 1 0 15,12 0-9-15,9-2-9 16,-5 2-3-16,-7 2 20 15,-3 0 1-15,-6 0 0 16,10 0 0-16,11-1-7 16,6-2 7-16,1 1 0 15,-3 0 2-15,-4 1-2 16,-3 0 0-16,2-1 1 0,1 1-1 16,4-2 0-1,2 1-1-15,4-2 1 0,3-1-2 16,2 1 2-16,2-1-1 15,0 1-13-15,2-1 1 16,-1 1-11-16,0 0 2 16,1 0 5-16,-2 1 11 15,0 0-5-15,-1 1 10 16,-1-1-4-16,3 0-7 16,-2 0 11-16,2 1-8 15,-1 0 8-15,2-1-24 16,-2 1 25-16,1 0 0 15,0 1 0-15,1-1 1 0,-1 1 0 16,1 0 1-16,2-1-2 16,-1 1 2-16,1-1-1 15,0-1 8-15,3 2-9 16,1-1 1-16,2 1 0 16,1 2 0-16,1 3 0 15,0 3 7-15,1 5 16 16,6 2 3-16,2 4 18 15,1 1 23-15,2 1 10 16,0 3-16-16,0 0-5 16,-1 1-10-16,1-1 5 15,-1 1 30-15,-1 0-11 16,-2-1-17-16,0-1-17 0,-1-2 32 16,0-4-5-1,-1-1-9-15,0-3-14 0,1-3-14 16,0-3-9-16,2 0-8 15,1-4 4-15,3-2-1 16,4 0 0-16,3-1-1 16,11-4 3-16,10 0 3 15,8-3 3-15,-2-4-6 16,-10 1 5-16,-9 2-8 16,-7-1-2-16,4 1-4 15,3-2 0-15,4-1-4 16,-3 1-1-16,-2 1 6 0,-3 0-7 15,-4 1 0-15,-4 0 1 16,-5 2-1-16,-4 0-1 16,-4 2-63-16,-2 0-63 15,-1 0-99-15,-5 0-155 16,-2 0-452-16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53:50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9764 3933 413 0,'0'0'398'16,"0"0"198"-16,0 0-250 15,0 0-20-15,0 0-41 16,0 0-2-16,19 1-86 16,-1-4-43-16,13 0-38 15,13-2-30-15,16-3-23 16,4 0-14-16,-4 0-18 15,-13 1-14-15,-17 3-8 16,-9 2-8-16,-7-1-1 16,-1 1 0-16,-4-1-64 0,-4 1-77 15,-9 0-101-15,-8-1-341 16,-5 1-405-16</inkml:trace>
  <inkml:trace contextRef="#ctx0" brushRef="#br0" timeOffset="345.553">9711 3795 1506 0,'0'0'346'0,"0"0"-93"0,0 0-31 15,0 0-22-15,0 0-21 16,0 0-75-16,0 0-51 15,6-11-29-15,-6 27 29 16,-7 8 36-16,-3 9 5 16,0-2-34-16,2 2-18 15,3-2-3-15,5-5-8 16,0 0-11-16,10-3-4 16,7-3-4-16,10-2 4 15,13-3-2-15,12-5 1 16,4-4-6-16,-10-5-9 15,-14-1 0-15,-13 0-4 16,-5 0-74-16,4-5-147 0,-2 1-439 16,-4-2-848-16</inkml:trace>
  <inkml:trace contextRef="#ctx0" brushRef="#br0" timeOffset="3228.6543">4123 4567 734 0,'0'0'322'16,"0"0"-85"-16,0 0-15 16,0 0 40-16,0 0-73 15,-28-39-11-15,25 34-19 16,1 1-14-16,1 1-14 16,0 3-28-16,1 0-39 15,-1 1-35-15,0 9-28 16,1 7 17-16,-1 5-3 15,-1 4-8-15,1 1 1 16,-2-1-2-16,1-2-5 0,-3-3 9 16,-1-2-10-16,-1-3 0 15,0-2 0-15,-2-4-36 16,-1-4-8-16,1-3 0 16,1-3 18-16,1 0 15 15,0-8 10-15,1-3-6 16,3-3 6-16,1-2 0 15,2 0 1-15,0 3 1 16,0 2 11-16,5 5 7 16,0 2-6-16,1 4-11 15,1 0 4-15,5 8-6 16,-1 2 11-16,4 2 1 16,0 1-3-16,1 1 0 0,1-2-8 15,-1-2 1-15,0-1-1 16,-3-3 9-16,-2-2-10 15,-3-2-6-15,-2-2-15 16,-3 0-3-16,-1-4 4 16,-1-5 1-16,-1-2-5 15,0-2 0-15,0-1 15 16,0 2 9-16,-2 1-1 16,-1 3 0-16,0 3 1 15,2 5 1-15,-3 0-1 16,-1 4-2-16,-4 8 1 15,0 1 0-15,-2 4-1 16,0 1 1-16,2-2-78 16,3 6-89-16,3-5-167 15,1-5-371-15</inkml:trace>
  <inkml:trace contextRef="#ctx0" brushRef="#br0" timeOffset="3413.4747">4199 4691 1287 0,'0'0'261'15,"0"0"-120"-15,0 0-36 16,0 0-18-16,-18 44-48 16,17-30-21-16,1 5-18 15,1-4-81-15,2-3-312 0</inkml:trace>
  <inkml:trace contextRef="#ctx0" brushRef="#br0" timeOffset="4078.401">3439 4331 355 0,'0'0'615'0,"0"0"-326"15,0 0 10-15,0 0-38 16,0 0-50-16,0 0-49 16,-42 15-32-16,25 11 3 15,1 11-3-15,2 1-14 16,4-3-27-16,7-7-30 0,3-9-25 16,0 1-13-1,7 1-14-15,4-4-6 0,5-6-1 16,3-3-22-16,4-8-178 15,14-9-161-15,-4-6-310 16,-6-3-411-16</inkml:trace>
  <inkml:trace contextRef="#ctx0" brushRef="#br0" timeOffset="4497.6273">3584 4375 1196 0,'0'0'287'15,"0"0"-73"-15,0 0-115 16,0 0 18-16,0 0 6 0,-37 50-9 15,28-29-30-15,1-1-35 16,0-2-10-16,2-3-27 16,2-4 0-16,2-4-6 15,1-4-5-15,1-3 1 16,0-2-2-16,0-9 0 16,3-6-13-16,2-5 1 15,0-3 12-15,1-2 0 16,1 3 0-16,0 6 8 15,-1 4-7-15,0 8-1 16,0 6 8-16,2 2-7 16,-1 11-1-16,1 5 0 15,1 3 1-15,-1 0 12 16,-1-1-13-16,-1-3 1 16,-1-3-1-16,0-4 0 0,-1-7 5 15,0-3-4-15,-1 0 0 16,3-10 18-16,-2-5-11 15,0-4-7-15,-1-5-1 16,-1 2-15-16,-2-1-24 16,0 3-64-16,0 6-52 15,0 6-77-15,1 5-106 16,0 3-419-16</inkml:trace>
  <inkml:trace contextRef="#ctx0" brushRef="#br0" timeOffset="4964.5236">3776 4352 1315 0,'0'0'261'0,"0"0"-4"16,0 0-141-16,0 0-20 15,0 0-11-15,-13 47-23 16,13-31 0-16,-1-1-29 15,0 0-14-15,0-5-1 16,1-1-13-16,0-5-4 16,0-3-1-16,0-1 15 15,0-6 4-15,0-7-13 16,2-2-6-16,2-5 0 16,0 0 2-16,1 0-1 0,-2 3 1 15,2 4 7-15,-2 5 3 16,1 5-2-16,1 3-3 15,2 4-6-15,1 6 0 16,1 2 10-16,3 2-4 16,-1-2 4-16,-1-1-1 15,-1-4 5-15,1-3-2 16,-3-4 8-16,2 0 27 16,0-8 35-16,-1-5-44 15,1-4-19-15,-2-2-11 16,-1-3-4-16,-2-2-5 15,-1 1-73-15,-3 3-73 0,0 5-56 16,-2 7-177 0,-4 5-473-16</inkml:trace>
  <inkml:trace contextRef="#ctx0" brushRef="#br0" timeOffset="18434.8484">9100 5116 362 0,'0'0'83'0,"0"0"72"16,0 0 56-16,0 0-84 15,0 0-32-15,0 0 71 16,0 0 37-16,-20-7-50 16,19 6-5-16,1 1-12 0,-1 0-8 15,1 0-8-15,0 0-14 16,-1 0-10-16,1 0-34 16,0 0-9-16,0 0-5 15,1 0 1-15,6 2 36 16,5 1 6-16,4 1-18 15,2-1-5-15,2 1-18 16,3-2-10-16,-1 1-1 16,0 0-12-16,0-2 4 15,1 0-4-15,-2 0-2 16,-1-1-2-16,-1 0-5 16,0 0-2-16,-2 0 1 15,1 0 7-15,-1 0-6 0,1 0 0 16,0 0 0-16,1 0-3 15,-1 0-6-15,2 0-3 16,-1 1 4-16,1 0-2 16,0 0-7-16,0 0 6 15,-1 0 1-15,1 0-7 16,-3-1 8-16,0 1-1 16,-2 0-8-16,-1 0 6 15,0-1-5-15,-1 1 8 16,0 0-3-16,1-1 2 15,-1 1-2-15,2-1 4 16,-1 0-1-16,0 0-2 16,1 0-5-16,-1 0 5 15,1 0-5-15,-1 0-1 16,-1 0 5-16,1 0-5 0,-1 0 0 16,0 0 5-1,0 0-4-15,-1 0-1 0,1 0 6 16,0 0-6-16,0 0-1 15,-1-1 1-15,2 1 1 16,-2 0 4-16,2 0-5 16,-2 0-1-16,0 0 1 15,-1 0 0-15,-1 0 5 16,0 0-5-16,-2 0-1 16,-2 0 0-16,1 0 1 15,-2 0-1-15,1 0 2 16,-1 0-2-16,1 0 1 15,0 0-1-15,1 0 1 0,1 0 5 16,3-1-6 0,-1 1 0-16,2 0 1 0,0 0-1 15,2 0 0-15,-1 0 0 16,1 0 0-16,-2 0 0 16,-1 0 1-16,0 0-1 15,-1 0 1-15,-1 0 0 16,-1 0 0-16,0 0 0 15,0 0 0-15,-1 0 1 16,0 0 8-16,1-1-2 16,0 1-2-16,0-2 0 15,1 1-5-15,0 1 6 0,1-1-6 16,0 1 0-16,-1-1 0 16,0 0 5-16,0 0-5 15,0 0 0-15,-2 0 7 16,1 0-8-16,-2 1 8 15,0-1-2-15,1 0-5 16,-1 0 0-16,1 0 6 16,-1-1-5-16,1 1 4 15,0 0-5-15,0 1 5 16,-1-2 0-16,0 2 0 16,0-1-4-16,-1-1 8 15,0 2-8-15,0-1 4 16,0 1-5-16,1-1 5 0,0 1 1 15,-1-1 1 1,1 0 2-16,0 0 2 0,0 0-1 16,0-1 4-16,-1 1 0 15,2 0-6-15,-1 0 6 16,2-2-2-16,0 1-4 16,1 0 0-16,-1 0 6 15,0-1-1-15,0 1-1 16,-2 1 2-16,1-1-4 15,-2 0-2-15,1 1-2 16,-2 0 2-16,-1 1-8 16,1-1 11-16,-1 0-6 15,0 1 2-15,0-1 2 16,0 0-4-16,0 1 0 16,-1 0-4-16,0-1 4 0,1 0 1 15,0 1-1 1,1-1 0-16,0 1-5 0,0-1 7 15,1 0-8-15,-2 0 1 16,1 1 1-16,-1-1-2 16,0 1 0-16,-2-1 2 15,0 1-1-15,-1 0-1 16,0 0 1-16,0 0-1 16,0 0 1-16,0 0-1 15,0 0-28-15,-4 0-50 16,-27 0-88-16,-1 0-110 15,-8 1-597-15</inkml:trace>
  <inkml:trace contextRef="#ctx0" brushRef="#br0" timeOffset="20394.267">10578 4690 628 0,'0'0'287'0,"0"0"-89"15,0 0 58-15,0 0-46 0,0 0-33 16,6-48-5 0,8 27 12-16,12-9-8 0,14-12 5 15,14-13-15-15,8-4-25 16,2 2-31-16,-4 6-10 16,-7 9-16-16,-3 3 0 15,-4 3-18-15,-8 6-29 16,-9 8-23-16,-8 5-7 15,-5 4-5-15,1-1 4 16,-2 0-5-16,-1 1 1 16,-5 3-2-16,-5 4 0 15,-2 1-37-15,-2 4-76 16,0 1-120-16,0 0-249 16,0 3-189-16,-2 2-773 0</inkml:trace>
  <inkml:trace contextRef="#ctx0" brushRef="#br0" timeOffset="20699.2929">11136 4045 1084 0,'0'0'859'0,"0"0"-559"15,0 0-9-15,0 0-105 16,0 0-41-16,53-29-53 0,-28 26-27 15,1 2-16 1,-1 1-18-16,-1 0-8 0,-4 6-1 16,-4 2-5-16,-4 3-11 15,-3 2 1-15,-4 2 1 16,-3 3 2-16,-2-1 1 16,0 0-5-16,0 0-5 15,0-2 5-15,-3-1-5 16,0-2-1-16,-1-2-39 15,3-1-145-15,0-3-363 16,1-5-309-16</inkml:trace>
  <inkml:trace contextRef="#ctx0" brushRef="#br0" timeOffset="21624.1645">11577 3848 1222 0,'0'0'502'16,"0"0"-203"-16,0 0-15 16,0 0-121-16,0 0-85 15,0 0-26-15,3 42 62 16,6-16-26-16,1 0-49 16,-2 0-22-16,1-5-8 15,-2-2-8-15,0-5-1 16,-2-5-27-16,-2-4-119 15,-3-5-33-15,0-5 89 16,0-15-21-16,-9-17-25 16,0-17 41-16,-2-8 63 15,3-1 32-15,6 5 18 16,2 11 26-16,3 12 34 0,7 10 32 16,1 10-21-16,1 8 1 15,2 4-26-15,5 3-24 16,3 2-16-16,-1 12-5 15,-3 10-5-15,-6 11 2 16,-10 9 2-16,-5 3-4 16,-16-3-1-16,-3-9-12 15,3-11 8-15,3-6-8 16,0-3 5-16,-2 1-5 16,0-3 0-16,1 1 7 15,5-6 4-15,6-4 41 16,4-2 9-16,2-1-38 15,8-1-17-15,9 0-5 0,8 0 7 16,5-3-8-16,5-3 1 16,-1-2-2-16,1-2-86 15,9-11-160-15,-9 3-144 16,-6-2-337-16</inkml:trace>
  <inkml:trace contextRef="#ctx0" brushRef="#br0" timeOffset="22526.2748">11904 3647 793 0,'0'0'650'16,"0"0"-385"-16,0 0 80 16,0 0-111-16,0 0-119 15,0 0-29-15,-29 34 34 16,27-5-7-16,2 1-53 0,4 0-24 16,9-2-17-1,3-3-11-15,5-4-2 0,1-4-6 16,0-5 0-16,-2-6 0 15,-4-4-59-15,-2-2-48 16,-5-8 4-16,-4-5 27 16,-2-3 35-16,-3-1 29 15,-3-1 12-15,-7 1 1 16,-3 4-1-16,0 2 0 16,0 4 0-16,2 4 0 15,2 1 0-15,6 2 0 16,3 0-7-16,1 0-81 0,13-1 21 15,6-2 22 1,6-2-34-16,4-2-100 0,1-2-33 16,-2-1 25-16,-4-2 19 15,-4-2 71-15,-6 0 88 16,-7-1 9-16,-5 2 155 16,-3 1 60-16,0 2 53 15,-1 4-1-15,-2 2-59 16,0 3-30-16,3 1-78 15,-1 5-66-15,0 7-19 16,1 4 2-16,0 2 6 16,0 3-3-16,3-2-10 15,2 0-2-15,1-3-7 16,-1-2-1-16,-2-3-5 16,0-5-80-16,-2-3-57 0,-1-3 29 15,0-5 40 1,-4-9-109-16,-5-11 8 0,-2-13 76 15,3 2 60-15,2 1 38 16,5 6 5-16,1 8 75 16,3 0 8-16,5 0-26 15,4 5-10-15,0 5-17 16,3 3-11-16,-2 5-4 16,-1 3-2-16,-2 0 3 15,-1 8-15-15,-5 3 1 16,-2 3-1-16,-2 3 0 0,0 2 1 15,-6-2-5 1,-4 0 4-16,2-2-5 0,1-5 7 16,2-2 10-16,2-4 25 15,3-2-15-15,0-1-12 16,1 0-8-16,8 2 9 16,1 0 9-16,4 2-4 15,1 0-10-15,0 2-3 16,0 1-2-16,-2 2 5 15,-1 1 9-15,-3 0 12 16,-3 1 31-16,-5 1-16 16,-1-1-20-16,-4 0-10 15,-10 0-6-15,-5-2-3 16,-4 0-9-16,-1-4-39 0,-1-6-125 16,6 0-154-1,7-9-667-15</inkml:trace>
  <inkml:trace contextRef="#ctx0" brushRef="#br0" timeOffset="23218.6537">12789 3442 1493 0,'0'0'489'0,"0"0"-249"0,0 0-30 16,0 0-104-16,0 0-32 15,-2 45 41-15,8-20-24 16,1 1-46-16,0-2-27 15,-2-3-5-15,0-4-13 16,1-3-96-16,-1-5-240 16,-1-6-445-16</inkml:trace>
  <inkml:trace contextRef="#ctx0" brushRef="#br0" timeOffset="23376.0639">12766 3262 1243 0,'0'0'301'0,"0"0"-115"16,0 0 28-16,0 0-128 16,0 0-86-16,0 0 0 15,0 0-80-15,43 39-197 16,-20-21-508-16</inkml:trace>
  <inkml:trace contextRef="#ctx0" brushRef="#br0" timeOffset="23891.4184">12970 3405 1659 0,'0'0'298'15,"0"0"-57"-15,0 0-124 0,0 0 49 16,-10 50-43-16,9-33-22 16,1 0-29-16,0-2-29 15,0-3-22-15,0-3-7 16,0-4-8-16,0-2 4 15,1-3-10-15,-1 0 6 16,0-6 11-16,1-7-8 16,1-11 2-16,0-2-4 15,2-4-7-15,3 1 0 16,1 7 0-16,1 2 1 16,3 8 6-16,-1 6-7 15,2 6-9-15,2 3 8 16,1 9 1-16,0 3 0 15,-1 3 0-15,-2 1 6 16,-3 0-6-16,-3-2 0 0,-3-2 3 16,-2-5-3-16,-2-3-1 15,0-5 1-15,0-2 6 16,-3-3 5-16,1-10 2 16,1-6-5-16,1-6 5 15,2-3 5-15,7 1-3 16,3 4 9-16,2 4 1 15,1 9-12-15,2 5-12 16,0 5-1-16,1 6 1 16,0 7 7-16,-1 3-8 0,-1 3-1 15,-3-2-7 1,-1 1-69-16,4-1-209 0,-2-3-333 16,-3-8-438-16</inkml:trace>
  <inkml:trace contextRef="#ctx0" brushRef="#br0" timeOffset="24665.4055">13381 3250 1005 0,'0'0'738'0,"0"0"-558"15,0 0 105-15,0 0-71 16,0 0-84-16,0 0-81 16,0 0-30-16,-25 16 14 15,18 2 3-15,0 3-5 16,1-1-16-16,4 0-8 15,1-4-5-15,1-2-1 0,2-5-1 16,6-7-1-16,3-2-7 16,2-6 7-16,1-5 1 15,1-3-18-15,-1 0 17 16,-1 1 1-16,-3 2 2 16,-2 4-2-16,-2 3 0 15,-2 4-5-15,-2 0-23 16,1 0 8-16,1 7 19 15,1 0-14-15,1 2-40 16,1-2-49-16,2-1-61 16,1-3-87-16,1-2-32 15,2-1-47-15,-2-6-194 16,-1-6 283-16,-2-3 174 0,-2-4 68 16,-2-1 205-1,-1-1 38-15,-2 4-20 0,-1 2-12 16,0 5-37-16,-3 4-36 15,-2 3-32-15,-2 3-61 16,-1 0-18-16,1 5-13 16,1 1-13-16,2 2 0 15,4-2 1-15,0 0-2 16,0-2 0-16,9-4 0 16,2 0 0-16,1-1 1 15,1-6 1-15,-1-3 13 16,-3 0 3-16,-2 1 78 15,-2 2 48-15,-3 3-3 16,-1 4-19-16,-1 1-67 16,1 12-36-16,-1 11 20 0,4 15 24 15,0 15-8-15,1 7-4 16,-1-4-5-16,-2-8 5 16,-2-15-6-16,0-9-21 15,0-7-12-15,-4-3-5 16,-4-2-5-16,-1-3 5 15,-2-5 7-15,-2-5-13 16,0-11 6-16,0-14-6 16,2-13-1-16,4-12-17 15,5-3-51-15,2 9-27 16,6 14-28-16,4 13-54 16,1 5-49-16,7-2-120 0,16-2-14 15,0 1-10 1,-3 4-248-16</inkml:trace>
  <inkml:trace contextRef="#ctx0" brushRef="#br0" timeOffset="24995.7192">13793 3222 563 0,'0'0'561'0,"0"0"-230"15,0 0 9-15,0 0-76 16,0 0-90-16,0 0-83 16,0 0-56-16,-6-1-16 15,6 7-1-15,0-1-1 16,1-1-3-16,3 0-7 15,3-2-5-15,1-2 4 16,0 0 2-16,1-3 0 0,1-5-7 16,-3-3 1-16,-1-3-2 15,-2-1 0-15,-3 0 1 16,-1 3 0-16,-1 2 10 16,-6 3 20-16,-2 4 36 15,-1 3 0-15,-3 0-16 16,-1 8 4-16,0 5-8 15,1 3-9-15,4 2-14 16,4 2-8-16,5-1-10 16,0 2-4-16,9-2-2 15,13 6 0-15,-2-5-183 16,-1-5-427-16</inkml:trace>
  <inkml:trace contextRef="#ctx0" brushRef="#br0" timeOffset="25146.5517">14186 3307 2049 0,'0'0'704'0,"0"0"-402"16,0 0-70-16,0 0-94 15,0 0-57-15,0 0-60 16,0 0-21-16,-13-8-128 16,17 21-334-16,-4 0-867 0</inkml:trace>
  <inkml:trace contextRef="#ctx0" brushRef="#br0" timeOffset="26462.031">15162 5310 212 0,'0'0'0'0</inkml:trace>
  <inkml:trace contextRef="#ctx0" brushRef="#br0" timeOffset="28112.272">888 5435 378 0,'0'0'957'0,"0"0"-595"15,0 0 13-15,0 0-39 0,0 0-59 16,0 0-70-16,0 0-58 16,-12 2-19-16,22 0-13 15,6-1-43-15,4 0-24 16,7-1-7-16,2 0-10 16,4 0-4-16,-1-5-14 15,-1 1-2-15,-2-1-6 16,-3 0-7-16,-5 0 0 15,-2 0 0-15,-4 2-1 16,-4 0-20-16,-4 1-64 16,-6 2-74-16,-8 0-89 15,-7 4-334-15,-4 2-420 0</inkml:trace>
  <inkml:trace contextRef="#ctx0" brushRef="#br0" timeOffset="28351.3844">901 5506 1015 0,'0'0'954'16,"0"0"-673"-16,0 0 19 15,0 0-70-15,0 0-76 16,0 0 11-16,0 0 0 16,53 21-38-16,-29-20-54 15,1-1-29-15,1 0-17 0,1 0-6 16,1-6-3-16,0 0-8 15,-1 0-9-15,-3-1-1 16,-5 3-12-16,-10 4-76 16,-5 3-222-16,-4 2-771 0</inkml:trace>
  <inkml:trace contextRef="#ctx0" brushRef="#br0" timeOffset="39279.5151">3608 5432 418 0,'0'0'51'0,"0"0"34"16,0 0-74-16,0 0 481 0,0 0-313 15,0 0-50 1,-4 0 21-16,4 0 23 0,0 1-14 15,0-1-18-15,0 0-39 16,0 0-24-16,0 0-10 16,0 0-1-16,1 1 1 15,7 0-10-15,3 0 28 16,6 1 27-16,4 0-34 16,3 0-25-16,2 0 4 15,2-1-19-15,0 0 4 16,2 0-10-16,0-1-2 15,0 0-5-15,0 0-8 16,0 0-2-16,-1 0-2 16,-3 0-3-16,0 0-3 15,-2 0-2-15,-3 0 0 0,-1 0 1 16,-1 0 2-16,1 0-1 16,1 0-1-16,2 0 4 15,0 0 4-15,2 0-5 16,-1 0 2-16,-1 0-10 15,-1 0-1-15,-3 0 10 16,-3-1-10-16,-2-1 7 16,0 2 1-16,-1-1 1 15,-1 0 5-15,-1 0 5 16,1 0-5-16,-2 0-3 16,1-1 1-16,0 1-4 15,-1 0 0-15,-2-1-3 16,-2 2 0-16,-1-1-5 0,-3 1 0 15,0 0 0 1,-1 0 0-16,-1 0 0 0,0 0 0 16,0 0 1-16,0 0-1 15,0 0 0-15,0 0-1 16,0 0-6-16,0 0-15 16,0 0-24-16,0 0-77 15,0 0-572-15</inkml:trace>
  <inkml:trace contextRef="#ctx0" brushRef="#br0" timeOffset="40278.2194">4757 5373 392 0,'0'0'739'15,"0"0"-454"-15,0 0 43 16,0 0-47-16,0 0-49 16,0 0-39-16,0 0-26 15,0 0-39-15,0 0-42 16,0 0-30-16,0 0-15 16,-1 4-29-16,0 4-4 0,0 4 1 15,1 5 19-15,0 3 16 16,0 2-12-16,0-1-2 15,0-1-4-15,0 0-14 16,0-3-11-16,2-3 0 16,-1-2 1-16,0-3-2 15,-1-1 0-15,0-2-8 16,0-1-77-16,-3-3-102 16,-10-2-113-16,1 0-280 15,-1-2-425-15</inkml:trace>
  <inkml:trace contextRef="#ctx0" brushRef="#br0" timeOffset="40518.0392">4659 5523 1309 0,'0'0'405'0,"0"0"-180"0,0 0-84 16,0 0 76-16,0 0-38 15,12 45-2-15,-3-29-44 16,2-2-24-16,2-1-30 15,0-1-17-15,0-2-28 16,0 0-16-16,1-3-5 16,-3-1-5-16,1-1-8 15,-1-3 0-15,-2-2-61 16,0 0-142-16,2-7-109 16,-1-3-360-16,-4 1-370 0</inkml:trace>
  <inkml:trace contextRef="#ctx0" brushRef="#br0" timeOffset="40751.2805">4888 5511 929 0,'0'0'785'0,"0"0"-544"16,0 0-65-16,0 0-41 15,0 0 77-15,-10 39-37 16,5-23-52-16,-3 1-37 15,0 0-28-15,1 0-26 16,0-2-16-16,0-1-10 16,2-1-6-16,0-2 0 0,2-3-70 15,-1-5-154-15,1-2-260 16,1-1-462-16</inkml:trace>
  <inkml:trace contextRef="#ctx0" brushRef="#br0" timeOffset="40927.2292">4924 5616 660 0,'0'0'1290'0,"0"0"-1090"16,0 0-99-16,0 0-53 15,0 0-10-15,0 0-38 16,0 0-192-16,-52 24-1077 0</inkml:trace>
  <inkml:trace contextRef="#ctx0" brushRef="#br0" timeOffset="45159.5382">4751 5349 264 0,'0'0'126'0,"0"0"-126"15,0 0 0-15,0 0-12 16,0 0 2-16,0 0-7 16,0 0 14-16,6-2 2 15,-3 2 1-15,-1 0-108 0</inkml:trace>
  <inkml:trace contextRef="#ctx0" brushRef="#br0" timeOffset="48142.2057">10547 5279 347 0,'0'0'69'16,"0"0"479"-16,0 0-279 15,0 0 6-15,0 0 18 16,0 0-10-16,0 0-48 16,-13-18-65-16,13 18-70 15,0 7-57-15,0 7-13 16,0 6 68-16,0 5-17 15,0 2-19-15,0 0-27 0,0-1-19 16,0-1-8 0,0-4-7-16,0-2-1 0,0-6-14 15,0-3-96-15,0-4-92 16,0-6-83-16,0-2-213 16,0-6-224-16</inkml:trace>
  <inkml:trace contextRef="#ctx0" brushRef="#br0" timeOffset="48445.8211">10525 5236 1260 0,'0'0'238'0,"0"0"-97"16,0 0-11-16,0 0-1 16,0 0 5-16,-43 2-62 15,37 2-33-15,1-2-16 16,2 0-5-16,1-2 7 15,2 0 14-15,0 0 11 16,2-1 34-16,5-5-20 16,3-2-28-16,2 2-2 15,1 1-1-15,1 4-8 16,0 1-4-16,2 3-11 16,0 6 12-16,-1 4-5 15,-1 2-11-15,0-1-5 16,-3-1 6-16,0-1-7 15,1 0-130-15,-1-3-169 16,-3-3-358-16</inkml:trace>
  <inkml:trace contextRef="#ctx0" brushRef="#br0" timeOffset="48606.3734">10801 5286 1139 0,'0'0'874'15,"0"0"-748"-15,0 0-58 16,0 0-44-16,0 0-24 16,0 0-65-16,0 0-234 15,-1 1-748-15</inkml:trace>
  <inkml:trace contextRef="#ctx0" brushRef="#br0" timeOffset="50107.2345">5704 5385 316 0,'0'0'265'0,"0"0"504"16,0 0-464-16,0 0-33 15,0 0-46-15,0 0-40 16,0 0-10-16,1 8-42 16,10-6-41-16,3 0-22 15,7 0-18-15,4 0-18 0,11-2 1 16,9 0 24-16,10-2-5 16,-3-3-29-16,-10 2-13 15,-12 0-5-15,-10 2-8 16,2 0 0-16,-1 0-1 15,-1 1 0-15,-7 0-17 16,-6 0-88-16,-7 0-185 16,-11 2-18-16,-7 2-296 15,-2-1-532-15</inkml:trace>
  <inkml:trace contextRef="#ctx0" brushRef="#br0" timeOffset="50374.9689">5673 5484 464 0,'0'0'986'0,"0"0"-731"16,0 0-80-16,0 0-63 16,0 0 59-16,0 0 14 15,43 11-20-15,-17-9-42 16,11 0-42-16,9-2-27 15,10 0-4-15,1 0-21 16,-8 0-17-16,-16 0-11 16,-13 0-1-16,-4 0-40 15,2 0-173-15,-3 1-178 16,-4 1-507-16</inkml:trace>
  <inkml:trace contextRef="#ctx0" brushRef="#br0" timeOffset="51091.6662">6800 5469 350 0,'0'0'1'15,"0"0"546"-15,0 0-245 16,0 0-18-16,0 0 18 15,0 0-45-15,0 0 1 16,-36-8-65-16,36 8-28 0,0 0-35 16,0 0-52-16,4 0-23 15,9 0-13-15,4 0-9 16,8 0-5-16,3 0-4 16,4 2-5-16,-1-2-17 15,-1 1 7-15,-3-1-9 16,-4 0-1-16,-5 0-8 15,-5 0-87-15,-6 0-147 16,-7-3-52-16,0 1-209 16,-5-2-377-16</inkml:trace>
  <inkml:trace contextRef="#ctx0" brushRef="#br0" timeOffset="51326.8197">6759 5518 1066 0,'0'0'561'16,"0"0"-310"-16,0 0-27 16,0 0-1-16,0 0 63 15,0 0-70-15,48 4-64 16,-25-3-55-16,0-1-46 16,1 0-21-16,-1 0-13 15,-1 0-10-15,-1-1-6 16,-2 0-1-16,-2-1-8 15,-1 2-94-15,-4 0-236 16,-7 0-437-16</inkml:trace>
  <inkml:trace contextRef="#ctx0" brushRef="#br0" timeOffset="64746.3569">12701 5457 1113 0,'0'0'964'0,"0"0"-806"16,0 0-67-16,0 0-39 16,0 0 0-16,0 0-25 15,35-3-15-15,-12-1-11 16,1-1 0-16,-1-1 7 16,-4-1-7-16,-3-1 5 15,-6-1-5-15,-5 2 5 16,-3 1 2-16,-2 0 13 0,0 3 72 15,0 2 53-15,-4 1-31 16,-2 3-45-16,-3 11-40 16,-2 11-3-16,1 14 0 15,5 8-4-15,5 2 4 16,0-8 0-16,6-11 0 16,1-11-12-16,0-1-4 15,1 1-5-15,0 1-6 16,-1-1 0-16,-3-3 1 15,-3-4 1-15,-1-4-1 16,-2-5 0-16,-7-1 10 16,-6-2-10-16,-2 0 8 15,0-7-8-15,-2 0 0 16,3 0 0-16,5 0 5 0,2 2 0 16,3 2 0-16,5 2 5 15,0 1-2-15,1 0-9 16,0 0 0-16,8 0-6 15,7 0 6-15,6 0 0 16,4 0 1-16,5-1-1 16,8-5-7-16,8-3-84 15,7-4-163-15,-8 1-314 16,-10 0-453-16</inkml:trace>
  <inkml:trace contextRef="#ctx0" brushRef="#br0" timeOffset="64928.4346">13176 5594 796 0,'0'0'1184'0,"0"0"-882"16,0 0-2-16,0 0-148 15,0 0-49-15,0 0-66 16,0 0-19-16,51-12-17 16,-32 11 0-16,0 0-1 15,0 0-128-15,3 1-127 16,-4-1-413-16,-6 1-857 0</inkml:trace>
  <inkml:trace contextRef="#ctx0" brushRef="#br0" timeOffset="65116.5553">13165 5691 1667 0,'0'0'481'0,"0"0"-240"16,0 0-110-16,0 0-67 15,0 0 21-15,63 6 0 16,-14-7-45-16,6-6-34 16,1-4-6-16,-4-2-183 15,-16 2-343-15,-8 0-911 0</inkml:trace>
  <inkml:trace contextRef="#ctx0" brushRef="#br0" timeOffset="65459.6955">13629 5448 1793 0,'0'0'475'0,"0"0"-309"0,0 0-82 15,0 0-41-15,0 0 45 16,35 42-4-16,-31-21-1 16,-4 3 5-16,-1-1-28 15,-10-2-28-15,-4-2-14 16,-1-3-12-16,-1-2-6 15,2-5 0-15,1-4 0 16,3-5 0-16,4 0 1 16,5-8 6-16,2-2-6 15,0 0 1-15,7 2 4 16,3 1-6-16,2 5 1 0,2 2 9 16,3 0-10-16,0 4 0 15,3 4 10-15,0 0-10 16,0 1 0-16,0 1 0 15,-1-3-5-15,7 3-120 16,-4-5-190-16,-4-1-483 0</inkml:trace>
  <inkml:trace contextRef="#ctx0" brushRef="#br0" timeOffset="65781.6743">13912 5436 1756 0,'0'0'264'0,"0"0"-138"16,0 0-41-16,0 0 94 16,3 52-60-16,-4-30-7 15,-7 2-5-15,-3-2-38 16,-2-2-38-16,0-4-20 16,2-4-10-16,3-4 11 15,4-6-11-15,4-2 27 16,0-2 8-16,0-4-10 15,6-1-25-15,1 2 8 16,3 3-8-16,0 2 0 16,3 0-1-16,1 3 2 15,4 5-1-15,0 1 4 16,2 0-5-16,-3-1-1 0,-1-3-30 16,2-2-186-16,-5-2-119 15,-2-1-1134-15</inkml:trace>
  <inkml:trace contextRef="#ctx0" brushRef="#br0" timeOffset="66030.2045">14095 5441 1390 0,'0'0'735'16,"0"0"-530"-16,0 0 28 15,0 0-47-15,47-22-35 16,-30 22-97-16,1 7-26 15,0 7-7-15,-1 4 6 16,-2 5 13-16,-3 1-13 16,-5 1 3-16,-2 0 0 0,-4-1-16 15,-1-2-5-15,-2-2-9 16,-5-4-9-16,-3-4-84 16,-8-3-188-16,3-3-213 15,2-6-410-15</inkml:trace>
  <inkml:trace contextRef="#ctx0" brushRef="#br0" timeOffset="66201.8711">14085 5601 2340 0,'0'0'343'0,"0"0"-215"0,68-9-56 15,-7 1 22-15,6-1-46 16,0 0-31-16,-11 2-17 15,-12 0-57-15,-14 2-328 16,-10 1-1001-16</inkml:trace>
  <inkml:trace contextRef="#ctx0" brushRef="#br0" timeOffset="71847.088">12965 6110 393 0,'0'0'1122'0,"0"0"-787"0,0 0 30 15,0 0-82-15,0 0-59 16,0 0-67-16,-8-4-63 16,8 14-47-16,0 5 30 15,0 7 27-15,0 3-23 16,1 1-29-16,1 1-4 16,-1-2-14-16,0-1-17 15,-1-1-4-15,0-2-5 16,0-2-8-16,0-2-6 15,-2-2-60-15,-1-5-74 16,2-4-133-16,1-8-214 0,1-7-102 16,3-6-691-16</inkml:trace>
  <inkml:trace contextRef="#ctx0" brushRef="#br0" timeOffset="72153.7461">13106 6126 1483 0,'0'0'290'16,"0"0"-117"-16,0 0 47 16,0 0-4-16,-29 51-72 15,11-29-53-15,-1 0-10 16,-2-3-45-16,2-1-4 16,2-5-12-16,5-5-2 0,7-5 35 15,3-3 32 1,2 0-19-16,6-7-42 0,6 0-24 15,3 0 1-15,2 2 1 16,1 3-1-16,-1 2 7 16,-1 0 5-16,0 3-13 15,-2 2 8-15,3 2-7 16,-1-1-2-16,1-1-5 16,10-2-132-16,-4-3-157 15,-1 0-375-15</inkml:trace>
  <inkml:trace contextRef="#ctx0" brushRef="#br0" timeOffset="72352.1469">13360 6134 1903 0,'0'0'280'15,"0"0"-123"-15,0 0-65 16,0 0 6-16,50-5-58 15,-32 5-25-15,0-1-14 16,-1-1-1-16,0 1-97 16,-4 0-220-16,-3-1-332 0</inkml:trace>
  <inkml:trace contextRef="#ctx0" brushRef="#br0" timeOffset="72530.7523">13370 6229 1416 0,'0'0'347'0,"0"0"-97"0,0 0-44 15,0 0-71-15,0 0-49 16,51 5-52-16,-25-6-34 16,16-11-42-16,-8-1-329 15,-4 0-1367-15</inkml:trace>
  <inkml:trace contextRef="#ctx0" brushRef="#br0" timeOffset="75402.0601">13871 6037 1345 0,'0'0'490'0,"0"0"-191"0,0 0 24 15,-5-35 3-15,5 29-72 16,0 2-82-16,0 4-68 15,0 0-48-15,4 10-33 16,2 6 11-16,1 6 5 16,0 2-24-16,0-1-6 15,-1-2-8-15,0-1-1 16,1-4-56-16,-3-3-84 16,-1-2-208-16,-1-4-396 15,-1-4-1205-15</inkml:trace>
  <inkml:trace contextRef="#ctx0" brushRef="#br0" timeOffset="75584.7109">14008 5971 1809 0,'0'0'536'16,"0"0"-206"-16,0 0-124 16,0 0-70-16,4 34-16 15,-1-11-17-15,1 5-53 16,2 2-32-16,2 5-18 15,-4 6-5-15,-5 9-142 16,-8-11-437-16,-9-6-1353 0</inkml:trace>
  <inkml:trace contextRef="#ctx0" brushRef="#br0" timeOffset="76656.7285">13141 6561 1921 0,'0'0'474'16,"0"0"-257"-16,0 0-37 15,-1 35-33-15,5-1 5 16,5 12-36-16,2 3-47 16,-1-4-32-16,-3-9 5 0,-5-11-14 15,-2-5-14-15,0-1-14 16,0-2 0-16,-2-2-76 15,-1-3-64-15,-2-11-30 16,2-3-4-16,-1-21 7 16,1-14 18-16,0-18 65 15,1-7 29-15,2 2 25 16,3 7 24-16,6 17 6 16,2 8 29-16,2 9 40 15,3 4 51-15,4 2-28 16,2 2-17-16,2 5-19 15,-1 6-9-15,-6 7 4 16,-4 11 5-16,-8 5 1 0,-5 4-5 16,-2 0-20-1,-12 0-16-15,-3-2-5 0,0-3-11 16,0-5-14-16,5-5-137 16,5-9-141-16,4-3-351 15,3 0-1036-15</inkml:trace>
  <inkml:trace contextRef="#ctx0" brushRef="#br0" timeOffset="76796.0902">13400 6622 821 0,'0'0'966'0,"0"0"-755"16,0 0 31-16,43-12-131 16,-25 10-56-16,-1 2-40 15,-2 2-15-15,-4 3-230 0,-5 0-399 16</inkml:trace>
  <inkml:trace contextRef="#ctx0" brushRef="#br0" timeOffset="76928.351">13421 6713 1227 0,'0'0'353'0,"0"0"-123"16,0 0-69-16,64 0-44 15,-4-6-74-15,10-3-43 16,-13 2-128-16,-12 1-717 0</inkml:trace>
  <inkml:trace contextRef="#ctx0" brushRef="#br0" timeOffset="77221.4245">13925 6541 1627 0,'0'0'486'0,"0"0"-93"15,0 0-104-15,0 0-81 16,-40 26-54-16,31-7-31 15,0 1-48-15,4 2-32 16,5-2-14-16,0 0 17 16,6-4 2-16,6-2-13 15,4-5-8-15,3-6-11 16,2-3-4-16,2-3-10 16,0-9 5-16,0-6-6 15,1-9-1-15,-5-13-7 0,-6 3-11 16,-9 4-24-1,-4 7-19-15,-20 14 5 0,-20 6 14 16,-30 6-6-16,5 8-139 16,0 6-411-16</inkml:trace>
  <inkml:trace contextRef="#ctx0" brushRef="#br0" timeOffset="78134.0632">13095 7098 1030 0,'0'0'337'0,"0"0"18"15,0 0 6-15,0 0-95 16,-43-28-70-16,27 30-63 0,2 10 1 16,5 1-18-16,7 2-48 15,2 1-31-15,11-2-1 16,8 0 6-16,5 0-9 16,3-2-6-16,1 1 4 15,-1-1-16-15,-4 1 3 16,-5 0 3-16,-7 1-4 15,-6-1-4-15,-5 2 2 16,-11 0 2-16,-10 0-10 16,-4-2-1-16,-5 0-6 15,0-4-11-15,3-3-82 16,3-6-105-16,8-7-186 16,8-4-585-16</inkml:trace>
  <inkml:trace contextRef="#ctx0" brushRef="#br0" timeOffset="78301.4551">13375 7158 1659 0,'0'0'504'0,"0"0"-258"16,0 0-115-16,0 0-82 16,0 0-31-16,50-4-18 15,-37 8-30-15,-7 3-270 16,-4-1-358-16,-2 1-482 0</inkml:trace>
  <inkml:trace contextRef="#ctx0" brushRef="#br0" timeOffset="78435.8051">13332 7239 1386 0,'0'0'498'0,"0"0"-170"16,0 0-172-16,0 0-59 15,45-6-51-15,1-2-30 16,16-4-16-16,-8 2-68 15,-10-1-473-15</inkml:trace>
  <inkml:trace contextRef="#ctx0" brushRef="#br0" timeOffset="78810.8186">13808 6973 1864 0,'0'0'494'0,"0"0"-206"16,0 0-91-16,0 0-103 15,0 0-40-15,0 0 5 16,2 55 7-16,-2-27-4 16,-7 3-5-16,-2-2-3 15,3-2-14-15,2-2-4 16,4-4-18-16,3-5-8 16,10-4-8-16,6-8 5 15,3-4-7-15,3-6-7 16,0-11-41-16,0-9 14 15,-5-1 17-15,-4-1 17 16,-4 2-1-16,-7 10 1 16,-1 4 0-16,-2 10 1 0,-2 3-1 15,0 18-13-15,0 15 13 16,0 12 30-16,1 3 16 16,0-4-7-16,-1-9-5 15,0-11-14-15,-2-4-20 16,-16 9-53-16,0-6-203 15,-2-3-620-15</inkml:trace>
  <inkml:trace contextRef="#ctx0" brushRef="#br0" timeOffset="79774.7462">6363 6707 1340 0,'0'0'298'0,"0"0"-54"0,0 0-114 16,0 0-20-16,0 0-11 16,0 0-56-1,44-18-15-15,-20 12-15 0,1 1-13 16,-1 1-9-16,-1 4-120 16,-7 0-199-16,-7 0-339 0</inkml:trace>
  <inkml:trace contextRef="#ctx0" brushRef="#br0" timeOffset="79901.4822">6366 6771 1024 0,'0'0'207'0,"0"0"-63"0,0 0-69 15,0 0-59-15,0 0 105 16,49 3-64-16,6-21-57 16,-5 3-57-16,-7-1-315 15</inkml:trace>
  <inkml:trace contextRef="#ctx0" brushRef="#br0" timeOffset="80104.4007">6557 6610 1711 0,'0'0'209'0,"0"0"-146"15,40 19-37-15,3-2 71 16,12 8-28-16,-4 1-19 15,-13-4-4-15,-18-2-24 0,-20 4-16 16,-18 13-6 0,-41 12-27-16,2-3-206 0,-14-7-498 15</inkml:trace>
  <inkml:trace contextRef="#ctx0" brushRef="#br0" timeOffset="82086.3059">6768 4360 836 0,'0'0'484'15,"0"0"-244"-15,0 0 37 0,0 0-58 16,0 0-34-16,0 0-61 16,0 0-48-16,-1-4-32 15,13-2-20-15,5-1-8 16,5-1-16-16,1 0-1 15,0 0-30-15,2 1-104 16,-7 1-181-16,-6 3-312 0</inkml:trace>
  <inkml:trace contextRef="#ctx0" brushRef="#br0" timeOffset="82223.1857">6808 4396 955 0,'0'0'156'16,"0"0"-79"-16,45-21-51 0,-16 6-26 16,-1-1-65-16</inkml:trace>
  <inkml:trace contextRef="#ctx0" brushRef="#br0" timeOffset="82473.864">6944 4217 1446 0,'0'0'360'0,"0"0"-129"0,0 0-147 15,0 0-50 1,0 0 6-16,60 8 49 0,-33 1-14 16,-1 4-23-16,-4 3-27 15,-6 2-1-15,-7 4 6 16,-9 1 7-16,-1 0-6 15,-15 1-10-15,-5 0-15 16,-3-4-6-16,-11-1-53 16,6-6-242-16,4-8-475 0</inkml:trace>
  <inkml:trace contextRef="#ctx0" brushRef="#br0" timeOffset="84960.5371">5568 5917 537 0,'0'0'310'0,"0"0"-86"0,0 0-30 16,0 0 9-16,0 0-17 15,0 0-13-15,0 0-43 16,-4-8-26-16,2 8-39 16,1 0-14-16,-2 1-29 15,0 3-13-15,2 1 3 16,0 0-11-16,1 1 10 16,0-1-5-16,7-2-5 15,1-2 10-15,2-1-3 16,-1 0 1-16,1 0-3 15,-3-3-5-15,-2-3 0 16,-2 0 12-16,-2 1-12 16,-1-1 7-16,0 0 4 0,-5 2-12 15,0 0 8-15,-3 1 8 16,1 2 12-16,1 0-16 16,0 1 1-16,1 0-1 15,2 0-5-15,0 3-6 16,3 1 0-16,0 0 5 15,0 2-5-15,1-1 5 16,7 0 2-16,-1-2-2 16,0 0-5-16,2-2 5 15,-2-1-5-15,-3 0 0 0,-1 0 6 16,0 0-6 0,-3-4 0-16,0 2 0 0,0-1 5 15,-2-1-5-15,-4 2 0 16,-1 0-1-16,-1 1 0 15,-1 1 0-15,1 0 1 16,0 1 0-16,3 3 0 16,2 2-1-16,0-2 1 15,3 2-1-15,0-1 1 16,0-2 0-16,1 2 0 16,5-3 0-16,0 0 7 15,2-1-2-15,-1-1-5 16,-2 0 0-16,0 0 0 15,-2 0 8-15,-2 0-9 16,-1-1 0-16,0-1 2 0,0 0-1 16,-2-1 2-16,-5 1-3 15,1 2 0-15,-1 0 0 16,-2 0 0-16,3 0 0 16,1 2-2-16,0 2-4 15,1 0 6-15,4 1 0 16,0-1-1-16,0 1 1 15,8 0-1-15,0-3 1 16,2-1-1-16,1-1 1 16,-1 0 0-16,-1-3-21 15,-2-2 4-15,-2-1-3 16,-2-2 14-16,-3 1-3 16,0 1 1-16,0-2-9 0,-6 2-1 15,0 1 3-15,-2 2 5 16,0 1-5-16,0 2-3 15,-1 0-14-15,-5 2-98 16,4 4-107-16,1-2-248 0</inkml:trace>
  <inkml:trace contextRef="#ctx0" brushRef="#br0" timeOffset="86499.9018">9372 5900 595 0,'0'0'584'15,"0"0"-376"-15,0 0 3 16,0 0-48-16,0 0-19 15,0 0-39-15,-45 7-23 16,39-3-5-16,1 0-36 16,1 0-10-16,3 0-6 15,1-2-14-15,0 1 6 16,1-2-2-16,7-1-6 16,1 0 7-16,3 0-14 15,0-2 4-15,-1-4-5 16,-1 0 0-16,-3 0 1 0,-3 1-1 15,-2 1 7-15,-2 1 3 16,0 1-9-16,-2 2 17 16,-4 0-1-16,-1 0 4 15,-2 2-7-15,0 4 0 16,0 1 4-16,3 2 2 16,1 0-8-16,2 0-5 15,3 0-7-15,0-2 10 16,1-2-10-16,7-1 8 15,3-3-3-15,2-1-5 16,1 0 0-16,0-5-1 16,-2-1-20-16,-4-2 5 15,-2-1 7-15,-3 0 7 0,-3 1 2 16,0 1 4-16,-4 2-5 16,-4 1 11-16,-2 2 7 15,-1 1-2-15,1 1-4 16,-2 0 6-16,4 3 6 15,-1 2-10-15,4 0 4 16,1 0-16-16,2 1-1 16,2-1 5-16,0-1-5 15,0 1 5-15,6-3-4 16,1 0-1-16,1-2 0 16,1 0-1-16,-1-2-1 15,-1-3-16-15,-3-2 5 16,-1 0 6-16,-2-1 5 15,-1 0-1-15,0 0 1 0,-3 1 0 16,-1 3 1-16,-2 0 0 16,1 2-15-16,-2 2-25 15,-2 0-92-15,1 3-188 16,0 0-536-16</inkml:trace>
  <inkml:trace contextRef="#ctx0" brushRef="#br0" timeOffset="87603.7587">8141 3319 1540 0,'0'0'223'0,"-7"-52"-27"16,5 39-7-16,1 3 60 16,0 2-55-16,0 2-94 15,1 6-58-15,0 1-39 16,0 18-2-16,0 21-1 16,3 19 15-16,4 10 63 15,3 0 8-15,0-8-6 16,0-12-21-16,2-5 15 15,-1-9-37-15,-2-11-22 16,-1-9-6-16,0-4-8 0,-1-3 1 16,1-1-2-16,0-4-20 15,-1-3-5-15,-3-5 11 16,-1-9-7-16,-3-5-19 16,-2-3-11-16,-10-2 2 15,-7-1-4-15,-4 3-5 16,-5 3 4-16,-2 5 17 15,1 3 18-15,1 4 11 16,4 3 7-16,7 1-5 16,8 3-9-16,9 0-71 15,3 0-121-15,21 0 90 16,14 0 11-16,13-7-45 16,-3-2-84-16,-10-1-38 0,-6-6-50 15,-15-2-53-15,-3-2-26 16,-3-1 303-16,-11 3 99 15,0-2 314-15,0-3 72 16,-4-5-80-16,-2-1 0 16,1 4-71-16,1 6 7 15,0 5-14-15,2 5-48 16,2 6-30-16,0 3-74 16,0 1-49-16,3 11-26 15,7 8 11-15,5 4 42 16,2 6 14-16,1 2-14 15,1-3-21-15,-1 0-21 16,-2-3-12-16,-1-4-29 0,3-2-183 16,-5-6-265-16,-3-7-384 15</inkml:trace>
  <inkml:trace contextRef="#ctx0" brushRef="#br0" timeOffset="88127.8743">8482 3341 1568 0,'0'0'305'0,"0"0"54"16,0 0-219-16,0 0-61 15,0 0-5-15,-18 43 4 16,18-24-32-16,1 2-18 0,8-2-12 16,2-3-7-1,1-3 3-15,0-4-11 16,1-6-1-16,-2-3-24 0,-2 0-6 15,-2-8-26 1,-1-3-7-16,-3-4 16 0,-1 0-5 16,-1-2 41-16,0 1 10 15,1 0 1-15,1 2 0 16,1 0 1-16,2 3-1 16,0 2 1-16,0 3 0 15,-2 3-1-15,0 3 9 16,-2 1 3-16,0 8 12 15,1 5 35-15,0 4 2 16,1 2-19-16,0 1-18 16,3-1-8-16,2-2-7 0,0-3 0 15,3-5-8-15,-1-4 8 16,-1-4-8-16,0-2 9 16,-1-6-2-16,0-7-7 15,-3-4 0-15,-1-6-1 16,-4-8 1-16,-1 2-1 15,0 0-19-15,-7 2-9 16,-1 10-2-16,-3 1 3 16,0 8-50-16,0 7-91 15,2 1-57-15,6 16-46 16,3-1-97-16,0 0-496 0</inkml:trace>
  <inkml:trace contextRef="#ctx0" brushRef="#br0" timeOffset="88586.2747">8808 3403 1719 0,'0'0'250'16,"0"0"55"-16,0 0-184 16,20-38-20-16,-5 20-16 15,3-2-29-15,0-4-12 16,-3-6-22-16,-4 1-7 15,-5 0-6-15,-6 2-3 16,-1 7-5-16,-9 4 21 16,-4 6-1-16,-1 7-8 0,-2 3 4 15,2 3-11-15,3 6-6 16,4 3-5-16,8 0 3 16,0 1 1-16,9-2 1 15,7 1 0-15,4-1 0 16,1 0 1-16,0 1-1 15,-2 1 0-15,-2 0 0 16,-3 3 0-16,-4 1 1 16,-2 2 23-16,-2 2 33 15,0-1 19-15,-2 0-1 16,1-3-7-16,2-2-8 16,2-3 3-16,2-3-18 15,2-4-15-15,3-4 0 16,2-1-6-16,1-1-17 0,0-7-5 15,-1-2-2-15,1-11-70 16,-6 2-209-16,-8-4-571 0</inkml:trace>
  <inkml:trace contextRef="#ctx0" brushRef="#br0" timeOffset="91800.3522">10125 6566 876 0,'0'0'719'0,"0"0"-393"15,0 0-19-15,0 0-76 16,0 0-50-16,0 0-97 15,-8 0-30-15,17 0 8 16,6 0-7-16,5 1-4 16,6-1-16-16,3 0-19 15,4 0 2-15,-1-3-17 16,-2 0 11-16,-4-1-11 16,-6 1-1-16,-4 1-24 15,-6-1-44-15,-8 0-199 16,-2 2-294-16,-2 0-190 0</inkml:trace>
  <inkml:trace contextRef="#ctx0" brushRef="#br0" timeOffset="92016.8338">10097 6663 811 0,'0'0'1016'0,"0"0"-544"16,0 0-245-16,0 0-40 15,40 0-13-15,-2 0-97 16,16-1-39-16,4-2 12 16,-2-2 4-16,-13 0-37 15,-13 2-2-15,-9 0-15 0,-2 0-9 16,3 0-27 0,-4 0-260-16,-5-1-645 0</inkml:trace>
  <inkml:trace contextRef="#ctx0" brushRef="#br0" timeOffset="95284.6797">9764 7125 1447 0,'0'0'110'16,"0"0"-104"-16,0 0 7 15,0 0 16-15,0 0-27 16,-5 48 9-16,14 10 94 16,-1 8 94-16,0 0-8 15,-2-5-11-15,-3-5-47 16,0-1-18-16,-3-4-22 15,0-12-5-15,0-12-6 16,0-12-44-16,0-9-1 16,-3-2-12-16,1-4-4 0,0-2 60 15,0-20-24-15,2-16-57 16,3-10-40-16,7 1-2 16,2 12-24-16,-2 15-1 15,-1 11 29-15,0 2 19 16,0 2 18-16,4 5-8 15,1 1 8-15,1 12 1 16,3 7 15-16,2 11 41 16,-1-2-9-16,-3 3 18 15,0-1-14-15,-6-5-24 16,0 0-17-16,-1-6-9 16,-3-5-1-16,-1-11-193 15,-2-3-319-15,-1-2-264 0</inkml:trace>
  <inkml:trace contextRef="#ctx0" brushRef="#br0" timeOffset="95479.7749">10168 7389 1972 0,'0'0'330'15,"0"0"-121"-15,0 0-127 16,0 0-39-16,0 0-22 15,0 0-12-15,57-4-9 16,-34 3 0-16,0 1-1 16,3-1-123-16,-6 1-199 0,-7-2-369 15</inkml:trace>
  <inkml:trace contextRef="#ctx0" brushRef="#br0" timeOffset="95653.5309">10187 7496 1298 0,'0'0'603'0,"0"0"-381"16,0 0-19-16,0 0-115 15,0 0-35-15,0 0-19 16,38 10-10-16,6-13-24 16,10-9-58-16,-7 2-325 15,-11-3-769-15</inkml:trace>
  <inkml:trace contextRef="#ctx0" brushRef="#br0" timeOffset="96175.7662">10610 7276 110 0,'0'0'1966'15,"0"0"-1675"-15,0 0-166 16,0 0-69-16,0 0-37 15,-38 25 5-15,36-1 16 16,1 2 1-16,1 1 3 16,1 0 13-16,6-2-29 0,2-4-11 15,2-4-5 1,-1-4-6-16,0-7 4 0,0-6-4 16,-1-1 5-16,2-12-11 15,0-4-15-15,-2-3-9 16,1-1 10-16,-2 1 14 15,-3 4 0-15,-1 4 1 16,-1 4 5-16,-2 5 18 16,-1 3-7-16,0 3-17 15,0 9 1-15,0 5 23 16,1 4 7-16,5 0-5 16,1 1 20-16,3-3-20 15,1-3-2-15,1-5-7 16,0-5 3-16,1-5-4 0,0-1 1 15,2-10 2-15,-1-7-6 16,-2-4-12-16,-1-11-2 16,-3-12-19-16,-4 2-50 15,-3 3 4-15,-1 7-46 16,-2 13-1-16,-6 3 44 16,-4 2 9-16,1 9-8 15,-2 5-23-15,7 5-20 16,3 5-106-16,3 0-806 0</inkml:trace>
  <inkml:trace contextRef="#ctx0" brushRef="#br0" timeOffset="97425.0973">11085 7322 1169 0,'0'0'264'16,"0"0"27"-16,0 0-73 15,0 0-54-15,0 0-43 16,0 0-84-16,0 0-24 16,29-8-1-16,-12 6-12 0,0 0-8 15,4 2-127 1,-5 0-158-16,-4 0-307 0</inkml:trace>
  <inkml:trace contextRef="#ctx0" brushRef="#br0" timeOffset="97565.8108">11069 7409 487 0,'0'0'803'15,"0"0"-649"-15,0 0-20 16,0 0-92-16,82-15-42 15,-33 5-76-15,1-1-282 0</inkml:trace>
  <inkml:trace contextRef="#ctx0" brushRef="#br0" timeOffset="97830.1769">11559 7181 1332 0,'0'0'392'16,"-40"0"-180"-16,20 1 26 15,2 6-115-15,8 2-51 16,7 3-26-16,3 0-7 16,9 3-6-16,11 2-5 15,6 2 21-15,5 0-9 16,2 2 15-16,-2-1-12 16,-6-2-2-16,-9 0-11 15,-9-3-20-15,-7-1-10 16,-19-2 0-16,-17-2-16 0,-15-6-94 15,-4-4-93-15,11-6-154 16,14-4-464-16</inkml:trace>
  <inkml:trace contextRef="#ctx0" brushRef="#br0" timeOffset="98182.3242">11755 7124 838 0,'0'0'280'16,"40"-6"-122"-16,-22 4-10 16,-4 0-2-16,-8 2-1 15,-6 0 23-15,-1 1 4 0,-12 7-48 16,-4 2-37 0,-3 1-16-16,2 1-19 0,5 0-9 15,5 1-15-15,7-2-2 16,2 2-4-16,13 0 5 15,5 0 10-15,5 1-4 16,2 0 7-16,1 1-9 16,-4 1-19-16,-3-2 30 15,-6-1 4-15,-6-2-15 16,-8 0-10-16,0-3-6 16,-12 0-3-16,-5-4-3 15,-6-1-9-15,-4-3-103 0,-18-7-79 16,7-4-331-1,2-3-471-15</inkml:trace>
  <inkml:trace contextRef="#ctx0" brushRef="#br0" timeOffset="98344.373">11793 7161 1521 0,'0'0'307'15,"66"-17"-103"-15,-12 7-121 16,-1 2-30-16,-9 5-9 15,-18 3-14-15,-15 0-11 16,-14 10-19-16,-10 2-112 16,-13-1-705-16</inkml:trace>
  <inkml:trace contextRef="#ctx0" brushRef="#br0" timeOffset="99503.1929">8237 7463 1279 0,'0'0'190'16,"0"0"-48"-16,0 0 51 16,0 0-79-16,0 0-57 15,0 0-40-15,0 0-17 16,1-28-8-16,13 21-3 16,4-1 10-16,-1-3-13 15,-1-1 3-15,-4-2 0 16,-5-1-2-16,-3 1-6 15,-3 1-6-15,-1 3-41 16,0 3 18-16,0 6 28 0,0 1 18 16,0 15-18-16,3 16 20 15,10 16 0-15,5 7 95 16,3 3-13-16,0-4 23 16,-4-8 17-16,-4-4-5 15,-4-9-8-15,-6-7-33 16,-3-7-44-16,0-3-18 15,-6 0-7-15,-6-1 1 16,-5-1 1-16,-6-8 5 16,-2-5-14-16,-1 0-9 15,-1-10-7-15,5-4 7 16,5 0-3-16,9-1 12 16,8 2-1-16,2 0 1 0,15 1-1 15,6 1-26-15,6-2-20 16,4 1-10-16,0-1-9 15,0-2-18-15,-5-1-11 16,-5-1 22-16,-6-2 35 16,-8 0 22-16,-4 2 15 15,-5 3 1-15,0 4 26 16,0 5 59-16,0 4 6 16,0 1-48-16,0 12-27 15,0 5-1-15,2 5 38 16,2 2 8-16,-1-2-15 15,1 0 9-15,0-4 0 16,-1-3-10-16,-1-4-20 0,0-4-15 16,-1-4-1-16,1-3 6 15,-1-3 42-15,1-11-13 16,2-3-26-16,2-5-18 16,1 0 0-16,2 1-21 15,1 3-5-15,0 7 9 16,-1 4 10-16,0 6 6 15,0 1-5-15,0 6 4 16,-1 6 2-16,0 4 2 16,0 0 5-16,0 0-6 15,0 0-1-15,5 3-117 16,0-5-215-16,-2-4-526 0</inkml:trace>
  <inkml:trace contextRef="#ctx0" brushRef="#br0" timeOffset="99833.97">8888 7442 1684 0,'0'0'265'16,"0"0"-129"-16,0 0 41 16,-40 10-97-16,33 6-46 15,4 5 3-15,3 3 6 16,0 2-4-16,10-1-8 15,5-3 13-15,3-7-5 16,1-4-20-16,1-8 2 16,-2-3-7-16,-2-11-5 0,-4-6-3 15,-4-3-5-15,-5-4 5 16,-3 0-6-16,-6-1-6 16,-9 1-27-16,-3 3-37 15,-3 4-8-15,1 5-1 16,-2 5-6-16,4 5-23 15,2 2-11-15,8 2-77 16,5 3-95-16,3 0-285 0</inkml:trace>
  <inkml:trace contextRef="#ctx0" brushRef="#br0" timeOffset="100045.6401">9011 7258 1217 0,'0'0'345'0,"0"0"-256"16,0 0-32-16,0 0-5 16,0 0 2-16,4 51 37 15,3-22 15-15,2 0-10 16,2 8-6-16,-1-4 0 16,1-1-39-16,1-2-51 15,4-6-133-15,-3-6-258 16,-1-10-398-16</inkml:trace>
  <inkml:trace contextRef="#ctx0" brushRef="#br0" timeOffset="100233.7914">9165 7389 1525 0,'0'0'360'0,"0"0"-94"16,0 0-172-16,0 0-51 16,0 0-16-16,9 48 42 15,0-17-5-15,4 8-6 16,1 7 6-16,-1-3-12 15,-6-9-10-15,-3-11-23 16,-4-7-19-16,0-1-104 16,-4-4-223-16,-5-3-308 15,-1-8-647-15</inkml:trace>
  <inkml:trace contextRef="#ctx0" brushRef="#br0" timeOffset="100406.6927">9129 7379 1395 0,'0'0'234'15,"0"0"8"-15,11-41-60 16,3 29-120-16,4 8-39 16,3 4-12-16,2 4-5 15,1 13 13-15,-3 11 18 16,-9 13 23-16,-14 16-2 16,-26 7-58-16,-4-13-132 15,-5-10-627-15</inkml:trace>
  <inkml:trace contextRef="#ctx0" brushRef="#br0" timeOffset="100793.8913">8026 8203 1868 0,'0'0'277'0,"0"0"-112"16,0 0-107-16,0 0 34 15,19 41-31-15,-4-19-3 16,1 1-3-16,1 0 2 16,-1-1-23-16,-5-3-21 15,-2-5-4-15,-5-3-3 16,-3-7-4-16,-1-4 8 15,-4-5 15-15,-9-16-8 16,-4-16-16-16,-2-16 1 0,2-10-2 16,6 2-43-1,8 14-50-15,3 17-4 0,5 14-22 16,5 6 24-16,4 2 42 16,3 2 13-16,4 5-7 15,8 10 23-15,-6 5-33 16,-4 4-465-16</inkml:trace>
  <inkml:trace contextRef="#ctx0" brushRef="#br0" timeOffset="100968.0497">8011 8336 1328 0,'0'0'356'0,"0"0"-141"15,0 0-64-15,0 0-94 16,0 0-1-16,56-28-38 15,-19 14-18-15,-2-1-59 16,13-5-176-16,-8 5-274 16,-12 2-802-16</inkml:trace>
  <inkml:trace contextRef="#ctx0" brushRef="#br0" timeOffset="101276.82">8276 8186 1113 0,'0'0'286'0,"0"0"-18"15,0 0-135-15,0 0 4 0,0 0-24 16,0 0-41-16,0 0-14 16,16 34-24-16,-4-29-15 15,0-4-4-15,0-1-1 16,-1-1-2-16,-3-9 7 16,-3-2-18-16,-5-3 8 15,0-2 2-15,-8 1 57 16,-6 2-15-16,-2 4-7 15,-2 7 8-15,0 3-19 16,2 8-23-16,5 5-10 16,5 5-1-16,6-1-1 15,3 0-6-15,13-3-49 16,5-1-87-16,6-5-117 0,13-8-215 16,-6 0-104-1,-7-6 17-15</inkml:trace>
  <inkml:trace contextRef="#ctx0" brushRef="#br0" timeOffset="101787.6522">8447 8141 965 0,'0'0'369'16,"0"0"-56"-16,0 0-50 16,-7-39 7-16,5 34-48 15,0 5-58-15,-1 0-68 16,-1 9-55-16,-1 8-24 16,0 5-1-16,2 3 10 15,2-1 0-15,1-1 1 16,3-2-10-16,5-6-16 0,3-6-1 15,0-6-38 1,0-3-13-16,-1-8-10 0,-1-5-24 16,-5-5 35-16,-1-1 35 15,-3 1 14-15,0 0 1 16,0 3 7-16,0 2 13 16,-3 3 25-16,0 5 6 15,1 5 16-15,-1 0-15 16,0 3-31-16,0 8-12 15,3 3-9-15,0 1 0 16,6-1-1-16,5 1-1 16,5-4 1-16,3-4-6 15,0-2-33-15,-1-3-36 16,-1-2-29-16,-4-10-24 16,-6-5 10-16,-4-5 68 0,-3-11 39 15,-9-13 12-15,-3 0 2 16,0 5 8-16,2 7 8 15,5 15 69-15,1 3 10 16,2 6-24-16,2 8-35 16,1 6-38-16,14 16 0 15,7 11 15-15,7 10 9 16,-3-1-14-16,-6-10-10 16,-8-10-8-16,-5-2-142 15,-3-3-192-15,-3-4-431 0</inkml:trace>
  <inkml:trace contextRef="#ctx0" brushRef="#br0" timeOffset="102641.9119">8506 8072 1380 0,'0'0'209'15,"0"0"-146"-15,39 0-43 16,2-2 7-16,1-2 6 15,-3-1-23-15,-5-2-8 16,-12 0-2-16,-1-5-7 16,-4 0 4-16,-7-2 3 15,-7-1 0-15,-3 0 29 16,0 2 128-16,-4 1 30 16,1 3 2-16,0 4-18 0,1 4-86 15,2 1-44 1,0 1-21-16,0 10-12 0,0 6 4 15,1 5 12-15,7 4 18 16,1 3 10-16,4-1-15 16,1-1 17-16,0-4 1 15,-1-6-28-15,-1-7-15 16,-1-8-12-16,-3-4-22 16,-1-14-27-16,0-7-21 15,-2-6 6-15,-1 0 26 16,0-1 28-16,-1 4 10 15,0 5 10-15,0 5-1 16,-1 5 11-16,0 5 1 16,0 4-9-16,0 2-6 15,2 3-6-15,2 7 7 0,1 5 15 16,3 3 28-16,1 2-2 16,-1-1-10-16,2 0-18 15,-1-5-11-15,-2-4-8 16,2-6-1-16,-2-4-5 15,1-4-19-15,-2-9-25 16,0-4 13-16,-2-3 18 16,0-1 16-16,-3 3 2 15,-1 3 0-15,-2 4 10 16,1 3 7-16,-1 4 4 16,2 3 1-16,0 1-12 15,2 0-9-15,5 4 0 16,2 1 0-16,3 1 5 15,5-3-5-15,-1-3 0 0,1 0-1 16,0-5 0-16,-2-5-37 16,-3-4-11-16,-3-3 14 15,-3-3 21-15,-4 1 13 16,-3 1 0-16,-1 3 1 16,0 4 21-16,-7 6 41 15,-4 5 0-15,-4 5-29 16,-3 11-22-16,-2 6-4 15,1 3 10-15,4 3 7 16,7-3 2-16,8-3-6 16,2-2-8-16,14-7 2 15,14-5 9-15,16-7-4 16,13-1-11-16,1-1-9 0,-14-1-129 16,-18 2-509-16</inkml:trace>
  <inkml:trace contextRef="#ctx0" brushRef="#br0" timeOffset="103196.365">8840 8433 1835 0,'0'0'333'15,"0"0"-241"1,0 35 19-16,4-14 8 0,3 1-5 16,-1 1-71-16,0-2-17 15,-1-6-13-15,-2-4-6 16,0-7-6-16,-3-4 8 16,0-1 6-16,0-12 6 15,0-12-21-15,0-3-9 16,0-2 8-16,0 0 1 15,0 9 2-15,3 3-2 16,1 6 2-16,1 5-1 16,0 6 0-16,3 1 0 15,2 4-1-15,1 7 1 0,1 4-1 16,-1 3 1 0,-2 2 9-16,-4-1-9 0,0-2 1 15,-3-2 4-15,-1-5-5 16,-1-7 7-16,0-3 2 15,0-8 23-15,1-10-11 16,3-6-5-16,2-4-16 16,4 2 10-16,1 2-4 15,3 7 20-15,0 7 6 16,1 6-5-16,0 4-11 16,0 1 5-16,2 10-10 15,-3 3-6-15,1 3-6 16,-2-1 0-16,-1 0-99 0,7-4-94 15,-2-5-172 1,-3-6-419-16</inkml:trace>
  <inkml:trace contextRef="#ctx0" brushRef="#br0" timeOffset="103910.4558">9264 8284 1565 0,'0'0'352'0,"0"0"-21"16,0 0-137-16,0 0-58 15,0 0-67-15,0 0-5 16,-21 45 27-16,18-22-25 16,3 0-35-16,0 0-19 15,7-3-11-15,4-3-1 16,3-7-12-16,3-8-55 16,-1-2-40-16,-1-14-14 0,-3-5-25 15,-4-3 11-15,-4 0 50 16,-4 1 60-16,0 2 25 15,0 5 6-15,-2 2 34 16,-1 5 37-16,1 4 34 16,1 1-7-16,0 2-50 15,1 0-38-15,0 7-15 16,6-1 7-16,4 2-8 16,4 0-5-16,3-2-10 15,2-4-36-15,-2-2-66 16,-2-1-12-16,-4-9 55 15,-4-1 52-15,-3-4 22 0,-3 0 34 16,-1 2 77 0,0 3 39-16,0 4-10 0,0 3 42 15,0 3-46-15,0 1-64 16,0 8-39-16,0 6 13 16,1 4 17-16,5 4-10 15,2 3-23-15,1 2-11 16,-2 0-10-16,2-2-9 15,-4 0-16-15,-2-5-77 16,-1-6-120-16,-2-8-99 16,0-7-160-16,-1-14-82 15,-5-18-78-15,-5-16 320 16,-1-7 243-16,-3-2 69 0,4 5 232 16,3 15 63-1,4 8 5-15,4 10 12 0,0 4-45 16,4-1-40-16,5 3-52 15,3-2-41-15,4 7-42 16,1 7-2-16,0 1-11 16,0 7-18-16,-2 8-12 15,-5 4-14-15,-4 3-14 16,-5 0-11-16,-1 0-10 16,-5-2-21-16,-10-3-175 15,0-5-325-15,1-7-1102 0</inkml:trace>
  <inkml:trace contextRef="#ctx0" brushRef="#br0" timeOffset="104047.8017">9704 8098 2483 0,'0'0'312'16,"0"0"-125"-16,0 0-127 15,0 0-60-15,0 0-226 16,-42 6-715-16</inkml:trace>
  <inkml:trace contextRef="#ctx0" brushRef="#br0" timeOffset="106230.606">3897 7099 576 0,'0'0'132'0,"0"0"-69"0,0 0 15 15,0 0-6-15,0 0 8 16,0 0 27-16,-10-4 35 16,8 2 3-16,2 1 6 15,0 0 34-15,0-1-38 16,0 1 7-16,0 0-25 15,0 1-75-15,0 0-25 16,0 0-10-16,0 0-8 16,5 0-5-16,3 0-5 15,5 0 11-15,3 0-5 0,2 0 5 16,2 0 12 0,2-2 7-16,0 1 21 0,0-1-14 15,-1-1-20-15,-1 2-10 16,0-1-7-16,0 1 7 15,-2 0-1-15,0-1 2 16,2 1-3-16,0 0 3 16,0-1 0-16,2 1 1 15,-1-2-4-15,1 2 3 16,-2-1-3-16,1 0-5 16,-1-1 10-16,0 1-5 15,0 1 0-15,0 0 0 16,0 0 0-16,-2-1-5 15,2 1 11-15,-1 0-6 16,-1 0-3-16,-2 1 6 0,-1 0-2 16,1 0-1-1,-2 0 0-15,-1 0 3 0,1 0-3 16,-1 0 5-16,0 0-2 16,0 0-3-16,-2 0-5 15,2 0 1-15,0 0-2 16,-1 0 1-16,0 0 0 15,1 0-1-15,-1 0 0 16,0 0 1-16,0 0 13 16,-1-1-13-16,0 0 8 15,1 1 6-15,-2-1-14 16,0 0 15-16,0 1-8 16,0-1 7-16,-1 0-5 0,1 0 0 15,-1 0-9 1,0 0 14-16,-2 0-8 0,2 1 1 15,-1-1 5-15,0 0 1 16,-1 0-4-16,-1 0-1 16,1-1-9-16,-1 0 14 15,-1 1-6-15,1 0 1 16,-2-1-3-16,2 1-4 16,-2 0 19-16,0-1-11 15,1 1-2-15,-1 0-2 16,2-1-6-16,0 0 1 15,1 1-1-15,0-2 9 16,-1 2-9-16,-2 0 8 0,0-1-7 16,-1 2 5-1,-1-1-5-15,-1 1-1 0,0 0 2 16,0 0-1-16,0 0-1 16,-1 0 0-16,0 0 0 15,0 0 6-15,0 0-6 16,0 0-1-16,0-1 0 15,0 1 0-15,0 0-9 16,0 0-13-16,-6 0-19 16,-25 5-43-16,-1 2-182 15,-3-3-1445-15</inkml:trace>
  <inkml:trace contextRef="#ctx0" brushRef="#br0" timeOffset="107920.8346">4009 7203 1624 0,'0'0'254'0,"0"0"30"16,0 0-51-16,0 0-98 15,0 0-76-15,-3 47-13 16,7 0 36-16,0 4-16 15,-2-1 15-15,1-12-5 16,-3-11-21-16,1-7-8 16,-1-1-16-16,0-1-15 15,0 1-10-15,0-5-5 16,0-7 0-16,0-7 10 16,0-12 13-16,3-16-9 15,3-2 0-15,0 0-14 16,2 6 7-16,0 10-2 15,-2 2-6-15,1 4 0 0,-2 6-1 16,2 2-8-16,0 9 0 16,2 6 9-16,1 5 9 15,-1 3 0-15,-2 1 15 16,0 2-6-16,-1-1-3 16,0-2-15-16,1-2-1 15,9-4-172-15,-1-5-337 16,0-6-735-16</inkml:trace>
  <inkml:trace contextRef="#ctx0" brushRef="#br0" timeOffset="108602.0241">4648 7394 1280 0,'0'0'650'0,"0"0"-361"0,0 0 0 16,0 0-97-16,0 0-24 16,0 0-109-16,0 0-39 15,-7 13-13-15,7 6 23 16,3 2 5-16,1 0-3 15,2-2-3-15,2-2-14 16,-2-4-1-16,2-4-13 16,-1-5-1-16,1-4 0 15,1-2 0-15,0-8 0 16,1-5-11-16,-1-2 0 16,-3 0 10-16,0 2 1 0,-3 3 1 15,-1 4 5 1,-1 4 2-16,0 4 14 0,0 1-7 15,-1 8-6-15,3 5 3 16,2 4 20-16,2 0-14 16,1-1 6-16,4-1 3 15,-1-4 3-15,2-4-17 16,0-5 2-16,1-3 6 16,1-4 4-16,1-9-8 15,0-4-7-15,0-5-4 16,-3-4-5-16,-1-8-1 15,-6 1-13-15,-4-1-23 16,-2 2-29-16,-21 10-36 0,-46 6-4 16,2 8-250-16,-16 7-1532 15</inkml:trace>
  <inkml:trace contextRef="#ctx0" brushRef="#br0" timeOffset="118081.9464">5566 7320 585 0,'0'0'333'16,"0"0"-43"-16,0 0-34 15,0 0 38-15,0 0-45 16,0 0 4-16,-5-30-35 15,-2 30-27-15,-4 0-91 0,-2 9-26 16,-3 7 5-16,-2 5 14 16,1 5-9-16,4 3-12 15,3-2-21-15,5 0-8 16,5-4-10-16,4-2-13 16,10-4-13-16,6-4 12 15,6-5-10-15,2-4-1 16,4-4-8-16,-3-2 0 15,-3-6-72-15,-6-4-175 16,-7 0-388-16,-9 3-1326 0</inkml:trace>
  <inkml:trace contextRef="#ctx0" brushRef="#br0" timeOffset="121912.1918">5446 7043 1177 0,'0'0'490'0,"0"0"-229"16,0 0-35-16,0 0-9 0,0 0-52 15,0 0-48 1,0 0-44-16,13-1-37 0,0-1-15 16,5 0-8-16,2 0-2 15,1 0-10-15,0 0-1 16,-3 0 0-16,-2 0-61 16,-3 1-113-16,-7-1-164 15,-4 0-332-15,-2 1-395 0</inkml:trace>
  <inkml:trace contextRef="#ctx0" brushRef="#br0" timeOffset="122080.2651">5407 7110 500 0,'0'0'958'0,"0"0"-696"16,0 0-101-16,0 0-51 15,0 0-9-15,44 0-39 16,-3-4-39-16,13-4-23 15,4-1-42-15,-15 2-270 16,-16 1-1015-16</inkml:trace>
  <inkml:trace contextRef="#ctx0" brushRef="#br0" timeOffset="146516.3765">3152 7360 1655 0,'0'0'300'0,"0"0"-177"15,0 0-54-15,0 0 24 16,-1-38 9-16,12 29-38 15,13-5-34-15,18-4-20 16,17-4 5-16,7 0-8 16,-3 2-5-16,-15 6-2 15,-16 6 0-15,-11 3-71 16,-5 4-89-16,-1 1-213 0,-5 0-201 16,-5 1-360-16</inkml:trace>
  <inkml:trace contextRef="#ctx0" brushRef="#br0" timeOffset="146690.5221">3241 7411 1341 0,'0'0'187'15,"0"0"-133"-15,0 0-15 16,0 0 117-16,0 0-28 16,67 7-36-16,-9-25-34 0,8-6-31 15,0-5-17-15,-6-2-10 16,-13 1-92-16,-12 7-305 15,-13 2-600-15</inkml:trace>
  <inkml:trace contextRef="#ctx0" brushRef="#br0" timeOffset="146922.6149">3426 7057 1149 0,'0'0'638'16,"0"0"-551"-16,0 0-34 15,0 0 15-15,52 11 74 16,2 8-8-16,8 4-41 0,-9-2-32 16,-14-2-24-1,-19-5-8-15,-6 2 11 0,-4 5-21 16,-10 11-9-16,-15 19-1 16,-46 19 2-16,-32 13-11 15,-32 3-94-15,21-20-276 16,17-17-982-16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3:56:42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1980 2288 629 0,'0'0'1043'0,"0"0"-829"15,0 0-90-15,0 0-45 16,0 0-21-16,0 0-20 15,0 0-17-15,58-16-1 16,-19 6-9-16,12-1-10 16,2 1 7-16,-8 2-7 15,-11 2-1-15,-12 3-6 16,-2 1-22-16,6-2-9 16,-4 2-245-16,-4 0-505 0</inkml:trace>
  <inkml:trace contextRef="#ctx0" brushRef="#br0" timeOffset="189.509">2030 2440 1620 0,'0'0'213'16,"0"0"-144"-16,0 0-10 16,0 0 73-16,0 0 45 15,72-8-88-15,-7-7-35 16,11-1-21-16,2 1-23 15,-7 3-10-15,-14 5-83 16,-16 2-219-16,-11 2-643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03:20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1491 2433 1079 0,'0'0'274'0,"0"0"-74"15,0 0-54-15,0 0-12 16,0 0-52-16,0 0-41 16,7 0-17-16,5 0-6 15,5 2 5-15,6-1 12 16,4 1 9-16,4 0 5 16,8-1-21-16,7 0 6 0,6-1 16 15,1 0-13-15,-3 0-21 16,-4 0 18-16,-6-2 2 15,-1-1-16-15,0 2 10 16,-2-1-5-16,-4 1-1 16,-5 1 1-16,-4 0-8 15,3 0 8-15,12 0-6 16,11 0 4-16,5 0-2 16,-2 0 1-16,-3 0 8 15,-4 0-15-15,1-1-9 16,1 0 8-16,1-1-3 15,-1 1 19-15,3-1-6 16,0 1-2-16,-1-1 0 16,-2 1-5-16,-2 0-2 0,-2 1-5 15,0 0-2-15,0 0-2 16,-1 0-5-16,-8 0 11 16,-5 0 1-16,-7 0 2 15,-1 0-6-15,6 0-3 16,9 1 5-16,0-1 11 15,-1 0 7-15,-1 1-13 16,-8-1 2-16,2 0-4 16,-5 0-7-16,-4 0 6 15,-6 0-2-15,-3 0-2 16,-4 0 1-16,-4 0 1 16,0 0-1-16,-2 0-1 0,0 0-1 15,-1 0-7-15,0 0 5 16,0 0-5-16,0 0-1 15,-7 5-35-15,-4 0-216 16,-7 3-645-16</inkml:trace>
  <inkml:trace contextRef="#ctx0" brushRef="#br0" timeOffset="2946.9459">5554 2421 603 0,'0'0'374'0,"0"0"-163"15,0 0-30-15,0 0-2 16,0 0-13-16,0 0-41 16,0 0-41-16,7 0-43 15,4 2 29-15,6 0 33 16,5 1-4-16,5-1-12 15,5 1-22-15,6 1 3 0,8-1-14 16,8 1 4 0,3-1 1-16,-4-1-12 0,-3 0-15 15,-6-1 1-15,0-1-10 16,-1 0 2-16,2 0-3 16,-1 0-8-16,1 0 5 15,-2 0-4-15,-1 0-6 16,-6 0 8-16,-7 0-3 15,5 0-6-15,-6 0-7 16,-1 0 8-16,6 0-2 16,-5 0 1-16,3 0-7 15,4 0 7-15,-2 0-7 16,-1 0 5-16,-1 0 2 16,-1 0-7-16,0 1 0 0,-1 2 17 15,0-1-12-15,-3 0-5 16,2 1 5-16,-2-1 10 15,2 1 1-15,0-1-10 16,-1 0-6-16,1-1 1 16,2 1 11-16,0-1 6 15,3 0-5-15,1 0-7 16,1-1 2-16,0 1 3 16,-1 0-1-16,-1-1 1 15,-2 0 1-15,-3 0 1 16,-2 0-5-16,-3 0 3 15,-3 0-3-15,-4 0 3 16,-2 0 1-16,-4 0 2 0,-3 0-4 16,0 0 2-16,-3 0-5 15,1 0 1-15,-1 0-2 16,-1 0-5-16,0 0 7 16,-1 0-9-16,0 0 2 15,-2 0-1-15,1 0-1 16,-1 0 1-16,0 0 0 15,0 0 0-15,0 0-1 16,1 0 1-16,-1 0-1 16,0 0 1-16,0 0-1 15,0 0 0-15,0 0-1 16,0 0-13-16,0 0-29 16,-9 0-34-16,-2 0-182 0,-4 0-458 15</inkml:trace>
  <inkml:trace contextRef="#ctx0" brushRef="#br0" timeOffset="6402.4083">2727 2847 52 0,'0'0'258'16,"0"0"452"-16,0 0-537 16,0 0-34-16,0 0 19 15,0 0 21-15,0 0-68 16,4 5-43-16,5-3 8 15,5 1 36-15,3 0-12 0,5 1-17 16,1 0 1-16,4 0-16 16,-1-1-7-16,2 1 3 15,0-2 4-15,0 1-15 16,-1 0-15-16,0-1-5 16,-3 1 4-16,0-3-1 15,2 2 1-15,-2-2-10 16,1 0-6-16,0 0 9 15,0 0-3-15,1 0-9 16,0 0-5-16,0 0-2 16,0 0 1-16,0 0-11 15,1 0 5-15,0 0 7 16,1 0-2-16,-1 0-10 16,1 0 5-16,1 0-5 0,-1 0 1 15,0 0 7-15,1 0-8 16,0 0 5-16,0 0-4 15,-1 0 5-15,0 0-5 16,0 2 4-16,-2-1-5 16,1 2 8-16,0-1-7 15,-1-1 6-15,0 1 1 16,-1-1-8-16,0 1 6 16,0 0-6-16,-1 0 0 15,-1 0 5-15,0 0-4 0,-1-1-1 16,-1-1 1-1,0 0 4-15,0 0-5 0,0 0 1 16,1 0 4-16,-1 0 0 16,0 0-6-16,0-1 2 15,-1-1-1-15,0 0 0 16,2-1 0-16,-1 1 0 16,0-1 0-16,0 1 1 15,-1-1-1-15,-3 1 0 16,0-1 0-16,-4 1 0 15,0 1 5-15,-3-1-5 16,-1 1-1-16,-2 0 0 16,-1 0 1-16,1-1 0 0,-1 2 1 15,-1-2-1 1,1 1 5-16,1-1 0 0,-1-1-5 16,0 2 8-1,2-2 1-15,-1 1-1 0,-1-3 5 16,2 2-2-16,-1-3 13 15,0-1 2-15,1-1-6 16,0-3-4-16,0-1-10 16,1-3 4-16,-2 0-5 15,0-2-5-15,0-1 5 16,-1 1-5-16,-2-2-1 16,-1 1 0-16,2 1-1 15,-3-1-10-15,-1 0-2 16,0 1 5-16,-1 0-2 15,0 1-2-15,0 0 1 0,0 1 1 16,0 0 2-16,-3 0-1 16,1 1-12-16,0-1 2 15,-1 1-10-15,-1 2-11 16,1 1 26-16,-1 2 14 16,-1 1-1-16,1 1 1 15,-1 1 0-15,1 1 0 16,-1 2-8-16,-1 0 2 15,0 1-4-15,-2 1-4 16,-3-1-2-16,0 1-3 16,-3 0 8-16,-2 0 4 15,0 1 6-15,-3-1 0 16,-1 0 0-16,-2 0 0 16,-1 0 1-16,-1 1-8 15,0 0 7-15,0 0-7 0,-1 0 8 16,1 0 0-16,1 0 0 15,0 0 0-15,0 0 0 16,0 0 0-16,0 1 1 16,0-1-1-16,0 1 1 15,-1 0 0-15,-1 0 0 16,-1-1 6-16,0 0-7 16,-1 0-6-16,1 1-15 15,-1-1 4-15,-2 0 16 16,2 1-5-16,-1-1 6 15,1 0 0-15,0 0 0 16,2 0 0-16,0 0 0 0,1 0-1 16,0 0 1-16,0 0 0 15,2 0 0-15,0 0-1 16,0 0 1-16,1 0 0 16,-2 0-1-16,0 0 1 15,-2 0 0-15,-1 0-1 16,2 0 0-16,-2 0-1 15,0 0-4-15,1 0 0 16,0 0 5-16,1 0 0 16,2 0 0-16,1 0 0 15,0 0 0-15,1 0 0 16,1 0-8-16,1 1-2 16,1-1 10-16,0 2 0 0,1-2 0 15,0 1 1-15,0 0 0 16,-1 0 1-16,-2-1 0 15,0 1 0-15,0 1 5 16,0-1-5-16,-1 0 0 16,0 1-1-16,0-1 1 15,-2 0-1-15,1 1 0 16,0 0 1-16,0 1 0 16,-1-1 4-16,2 0-5 15,-1 1 0-15,1-1-1 16,-1 1 0-16,0 0 0 15,2-1 1-15,1 1-1 16,2-1 1-16,0 0 0 0,3 0-1 16,0-1 1-1,3 0 1-15,0 0-1 0,0 1 0 16,2-1 0-16,-1-1 0 16,0 2 1-16,-2-1-1 15,1 0-1-15,-1 0 1 16,-1 0 0-16,0 0 0 15,1 0 0-15,0-1 1 16,0 0-1-16,2 0 0 16,-1 0 0-16,0 1 1 15,3-1-1-15,-1 0 0 16,0 1 0-16,4-1 1 16,-1 0-1-16,0 0 0 15,2 1 0-15,0-1 0 0,2 1 0 16,1-1 0-1,0 0 0-15,0 0 0 0,-2 0 0 16,2 0 0-16,0 0 0 16,0 3-1-16,-1 2 1 15,-1 3-2-15,-1 3 1 16,1 3 0-16,-1 1 1 16,2 3 1-16,1 0 11 15,0 2 3-15,0 0-3 16,0 0 13-16,0-1-1 15,1 0 0-15,3-2 0 16,1 1-3-16,-3-2-9 16,3 0 1-16,0 0-4 0,-1 0 2 15,0-2-1 1,0 0-2-16,-1-2-1 0,2 0 1 16,-1-2-1-16,0-1 2 15,-1-1-7-15,0-2 5 16,-1-1-1-16,1 0-4 15,1-2 7-15,0 0-3 16,0-1 3-16,1-1 0 16,1 1 7-16,4-1 1 15,0-1-2-15,5 2-2 16,1-2 1-16,2 0-5 16,1 0 0-16,1 0 3 15,2 0-6-15,-2 0 1 0,1 0-6 16,1-2 9-16,-1-1-1 15,2 1 3-15,-1-1-1 16,-1 0-2-16,-2 0-9 16,-2 0 14-16,-1 0-13 15,-3 1 0-15,-3-1-1 16,-1 0 0-16,-2 1 0 16,-2 1 0-16,-1-1 1 15,-2 2-1-15,-1 0 1 16,-1 0 0-16,0 0-1 15,0 0-1-15,0 0-6 16,0 0-40-16,0 0-62 16,-6 0-102-16,-2 0-425 15,-1 0-579-15</inkml:trace>
  <inkml:trace contextRef="#ctx0" brushRef="#br0" timeOffset="6575.4594">2923 2965 1657 0,'0'0'202'0,"0"0"-202"16,0 0-22-16,0 0-203 15,0 0-288-15</inkml:trace>
  <inkml:trace contextRef="#ctx0" brushRef="#br0" timeOffset="10402.3911">711 3459 1228 0,'0'0'341'0,"0"0"-27"0,0 0-19 15,0 0-48-15,0 0-31 16,0 0-54-16,0-33-62 16,10 24-38-16,3-2-29 15,5-1-15-15,3 0-9 16,1 0-8-16,0 2 8 0,0 0-9 15,-2 3-6-15,-4 2-57 16,-3 1-109-16,-4 4-125 16,-3 0-191-16,-4 4-108 15</inkml:trace>
  <inkml:trace contextRef="#ctx0" brushRef="#br0" timeOffset="10607.2242">657 3527 755 0,'0'0'608'16,"0"0"-464"-16,0 0 112 16,0 0-55-16,0 0-52 15,0 0-19-15,0 0-34 16,14 0 5-16,9-11-27 16,4-2-35-16,2-3-26 0,-1-2-13 15,0-1-25-15,5-10-117 16,-8 5-225-16,-6 2-428 0</inkml:trace>
  <inkml:trace contextRef="#ctx0" brushRef="#br0" timeOffset="10904.105">789 3225 1420 0,'0'0'390'15,"0"0"-75"-15,0 0-101 16,0 0-85-16,0 0-26 0,0 0-18 16,57-8-11-16,-29 8-8 15,1 0-12-15,-1 7-18 16,-1 1-13-16,-3 3-3 16,-3 1 1-16,-6 3-3 15,-5 2-5-15,-7 4-12 16,-4 7 14-16,-19 10-14 15,-15 10 0-15,-11 4-1 16,-7 0 0-16,-4 1-55 16,-4-2-147-16,15-11-301 15,0-8-752-15</inkml:trace>
  <inkml:trace contextRef="#ctx0" brushRef="#br0" timeOffset="15198.4114">7194 3414 365 0,'0'0'179'0,"0"0"377"16,0 0-363-16,0 0-35 16,0 0-16-16,0 0 10 15,-2 2-37-15,5-2-24 16,5 1 8-16,7 0 5 15,4 1-19-15,5-1-9 16,3 0-5-16,3 1-5 16,1-1 3-16,1 1-20 15,0 1-10-15,-1-1-11 16,0 0 3-16,-2 0 2 16,0-1-5-16,0-1-4 0,1 0-4 15,0 0-1-15,2 0-4 16,0 0 1-16,2-3-4 15,-1 1 0-15,0 0-3 16,-2 0-1-16,1 0 1 16,0 0 1-16,2 1 2 15,-1 0-6-15,1 1 3 16,0 0-2-16,-3 0-6 16,0 0 0-16,-1 0 5 15,-3 0-5-15,0 2 0 16,0-1 0-16,0 1 0 0,1-1 7 15,0 0-2-15,-1 0-5 16,1 0 6-16,-1 0-1 16,-1 1-4-16,0 0-1 15,0 1 5-15,0 0-4 16,1-1 7-16,0 1-8 16,2-1 7-16,0 0-1 15,1 1 1-15,0-1-7 16,-1-1 5-16,0 0-5 15,0 0 5-15,-1 1-5 16,0-1 5-16,-3 0 0 16,2 0 0-16,-2 0 0 15,0-1 0-15,1 1 4 16,0-1-8-16,1 0 7 16,-1 0 0-16,1 0-8 0,-1 0 10 15,0 0-5-15,-1 0 3 16,2 0 1-16,-1 0 4 15,-1 0-4-15,2 0 4 16,-2 0-5-16,0 0 0 16,-2 0 1-16,-2 0 1 15,1 0-2-15,-2 0 7 16,2 0 1-16,-1 0-2 16,0 0-2-16,0 0 1 15,0 0-2-15,0-1 1 16,0 0-2-16,1 1-1 15,0-1 5-15,1 1 0 16,-1-1 4-16,-2 0-1 0,0 0-3 16,-3 1 0-1,2-1-3-15,-3 1 5 0,0 0-4 16,-1 0-1-16,-2 0 5 16,-2 0-4-16,-1 0 4 15,-2 0 1-15,-1 0 0 16,-2 0-5-16,0-1 2 15,-2 1-4-15,-1-1-10 16,-1 0 6-16,1 1-6 16,-1 0 1-16,-1 0-1 15,0-1 0-15,0 1-1 16,0 0-12-16,-9 0-78 16,-33 0-131-16,1 0-576 15,-11 0-1109-15</inkml:trace>
  <inkml:trace contextRef="#ctx0" brushRef="#br0" timeOffset="17313.6518">10993 5194 1137 0,'0'0'236'16,"0"0"-79"-16,0 0-26 15,0 0-17-15,0 0-41 16,0 0-22-16,45-7-20 16,-30 6-13-16,0 0-10 15,-1 1-7-15,-2 0-1 16,-4 2-120-16,-2 4-144 16,-6-2-257-16</inkml:trace>
  <inkml:trace contextRef="#ctx0" brushRef="#br0" timeOffset="17499.2959">10971 5279 588 0,'0'0'278'0,"0"0"-49"15,0 0-74-15,0 0 4 16,0 0 13-16,0 0-9 16,0 0-62-16,61 5-59 15,-34-10-26-15,-1-2-16 16,-1-1-28-16,0-4-154 15,-6 1-167-15,-5 0-753 0</inkml:trace>
  <inkml:trace contextRef="#ctx0" brushRef="#br0" timeOffset="17735.1829">11121 5094 1084 0,'0'0'323'16,"0"0"-100"-16,0 0-105 15,0 0-20-15,0 0-12 16,0 0-20-16,53 17 31 16,-36-2-31-16,-2 2 2 15,-3 1-13-15,-3 1-10 16,-5 2 1-16,-4-1-7 16,-5 2-20-16,-11-1-1 0,-7 0-12 15,-11 4 3 1,1-3-9-16,-16 9-64 0,10-6-183 15,12-7-480-15</inkml:trace>
  <inkml:trace contextRef="#ctx0" brushRef="#br0" timeOffset="26129.3558">12250 5246 230 0,'0'0'0'0,"0"0"297"16,0 0-111-16,0 0-55 15,0 0 28-15,0 0-11 16,-11-7-24-16,10 7-18 16,1 0-32-16,0 0-29 15,-1 0-32-15,-1 4-11 16,2 5 6-16,-1 2 14 15,0 4-3-15,1 3-3 16,0 0 13-16,0 1-4 16,0 1-2-16,0 0-2 15,0 0-2-15,1-1-2 0,0 2-1 16,-1-2-1-16,0 1-1 16,0-2-2-16,0-1-3 15,0 0 5-15,0-1-2 16,1-2 0-16,0-2-6 15,0 0 2-15,-1 0-6 16,1-2 5-16,1 0-5 16,-1 0-1-16,0-1 8 15,1 0-9-15,-1-1 1 16,1 0 1-16,-1 0-1 16,1-1 6-16,-1 1-7 15,1-1 0-15,-1 0 2 0,2 1-1 16,-2-2 0-16,1 1 1 15,-1-1-2-15,0-1 1 16,1-1 0-16,-2 1 0 16,1-2-1-16,0-1 1 15,0 0 0-15,-1-1 0 16,0 1-1-16,1-1 1 16,0-1-1-16,0 1 1 15,-1-1-1-15,2 0 1 16,-1 2 0-16,2-1-1 15,1 0 1-15,-1 0 0 16,3-1 0-16,1 0-1 16,0 1 1-16,3-1-1 0,0 0 0 15,0 0 7 1,2 0-7-16,-1 0 1 0,-1 0 4 16,0 0-5-16,0-1 0 15,-1 1 0-15,-2 0 0 16,0 0 0-16,1 0 0 15,-2 0 0-15,2 0 0 16,-1 0 0-16,0 0 5 16,2 0-4-16,-1 0-1 15,-1 0 0-15,2 0 1 16,-2 0-1-16,0 0 1 16,0 0 0-16,0 0-1 15,-1 0 1-15,0 0-1 16,0 0 0-16,0 0 0 15,0 0 0-15,1 0 0 0,0 0 0 16,1 0 1-16,1-2-1 16,0 1 2-16,-1 0-2 15,1 0 1-15,-1 0 1 16,-1-1-2-16,-1 1 1 16,1 0 0-16,-1 1 0 15,0-1-1-15,0 0 1 16,0 0-1-16,-1 0 1 15,2 1-1-15,-1 0 1 16,0 0-1-16,0 0 1 0,-1-1-1 16,0 0 0-1,1 0-2-15,-2 1 2 0,1 0-1 16,-1-1 1-16,0 1 0 16,0-2 0-16,-2 0 1 15,0 1-1-15,1-1 1 16,-2-1 7-16,1-1-7 15,0-1-1-15,-1 0 7 16,1-2-6-16,-1 1-1 16,0-2 1-16,0 0 0 15,0 0 0-15,0-2 5 16,1-1 2-16,-1 0-1 16,0-1-6-16,1 0 8 15,-1-1-7-15,2 0 5 16,-1 0-6-16,0-1 0 0,0-1 8 15,0-1-8 1,-1-1 1-16,-1 0-1 0,0-1 0 16,0 1 0-16,0 0 6 15,0 1 4-15,-3 2-11 16,0-2 6-16,-1 1 3 16,0 1 12-16,-1 1-3 15,1 0-8-15,-1 1 0 16,1 1 2-16,1 1 3 15,1 0 8-15,0 2 7 16,-1 0-8-16,2 0-6 16,0 1-10-16,0 1 3 15,1 1 1-15,0 0 5 16,0 0 3-16,0 2-17 16,0 0 7-16,0-1-7 0,-1 2-1 15,1 0 1 1,0-1 0-16,-1 2 0 0,-1-1 0 15,1 1 1-15,-2-1 5 16,-3 0-6-16,-4 1 0 16,-4 0 0-16,-7 1 0 15,-12 0 0-15,-9 0-1 16,1 0 0-16,3 1 1 16,6 2-1-16,8 0 1 15,-2 0 0-15,-3 1-1 16,6-2 1-16,1 0 1 15,4 0-1-15,2-2 5 16,1 1-5-16,3-1 5 0,0 0-5 16,2 0 0-1,1 0-1-15,2 0 1 0,2 1 0 16,1-1-1-16,1 0 1 16,1 1-1-16,2-1 0 15,0 0 1-15,0 0-1 16,0 1 0-16,0 0-18 15,0 2-93-15,2 2-95 16,4 0-298-16,-1-2-528 0</inkml:trace>
  <inkml:trace contextRef="#ctx0" brushRef="#br0" timeOffset="26289.6801">12298 5278 1262 0,'0'0'171'0,"0"0"-119"0,0 0-29 15,0 0-23-15,0 0-230 0</inkml:trace>
  <inkml:trace contextRef="#ctx0" brushRef="#br0" timeOffset="30259.0362">12536 6640 580 0,'0'0'236'16,"0"0"-88"-16,0 0-17 16,0 0-11-16,0 0-30 15,0 0-16-15,0 0 2 16,-3-4-23-16,2 4-19 15,0 0-18-15,1 4-5 16,-3 4 26-16,2 0 15 16,-1 3-2-16,1-1 7 0,-1 2-16 15,2 0-9-15,-1 0-6 16,0 0-8-16,1 0-4 16,-1 1-2-16,1-2 0 15,0 2-11-15,0-2 8 16,0 0-2-16,0-1-6 15,0 0 1-15,0 0-1 16,0-1 1-16,0 1-1 16,-1 0 0-16,0-1 1 15,0 0 2-15,1-1-4 16,-1 0 0-16,-1 0 0 16,1-1 0-16,0 1 1 0,1-1 0 15,-2 1-1-15,1 0 2 16,1 0-2-16,0 2 1 15,0-1-1-15,0 1 0 16,0-1 1-16,0 0-1 16,0 0 1-16,0 0-1 15,0-2 1-15,0 0 4 16,0 0-5-16,0 0-1 16,0-1 0-16,0 0 1 15,0 1 2-15,0 0-1 16,0-1-1-16,0 1 0 15,0 0 5-15,0 0-5 16,0 0 0-16,0 0-1 16,0-2 1-16,0-1 0 15,0 1 1-15,0-3 0 0,0 0 0 16,0 2 0-16,2-3 0 16,-1 2-1-16,-1 0 0 15,1-1 0-15,0 1 0 16,0 0 0-16,1-1 0 15,-2 0 1-15,2-1 0 16,-1 1-1-16,1-1 0 16,-1 0 0-16,2 0 2 15,-1-1-1-15,0 1-1 16,1 0 1-16,0 0 0 16,1-1 0-16,-1 1 0 0,2-1 0 15,0 0 7-15,0 0-8 16,1 0 1-16,-1 0 0 15,1 0 0-15,0 0-1 16,-1 0 1-16,1 0-1 16,0 0 1-16,-1 0 0 15,1 0-1-15,1 0 2 16,1 0 0-16,-2 0-2 16,1 0 0-16,0 0 0 15,-1 0 1-15,1 1-1 16,0-1 0-16,0 1 0 15,0-1 1-15,-1 0 0 0,0 0-1 16,0 1 0 0,0 0-1-16,-1-1 1 0,0 1-1 15,-1 0 1-15,0 0 0 16,0-1 0-16,2 1 1 16,-1-1 5-16,1 0-5 15,2 0 0-15,0 0 0 16,-1 0-1-16,2 0 6 15,-1 0-6-15,0 0 0 16,0 0 0-16,0 0 1 16,-1 0-1-16,0 0 9 15,1 0-9-15,-2 0 9 16,2 0-8-16,0 0 1 16,-1 0 6-16,1 0 3 15,0 0-10-15,-1 0 9 0,2-1-1 16,-2 1-3-16,1-1-6 15,-1 1 7-15,1-1-1 16,-2 1-3-16,0-1-3 16,1 1 11-16,-2 0-10 15,1 0 7-15,-1-1-7 16,0 1 0-16,0 0 6 16,-1 0-6-16,0 0-1 15,-1 0 1-15,1 0 1 16,0 0-1-16,-1 0-1 15,-1 0 0-15,1-1 0 16,-2 1 1-16,0 0 1 16,1 0-2-16,-2 0 1 0,2-1 0 15,0 1 1 1,-1-1-1-16,0 1 0 16,0-1 8-16,1-1 0 0,-1 0 9 15,-1 0 5-15,1-2 7 16,0-1 7-16,-1-2-2 15,1-1-7-15,-1-3-5 16,0-2-7-16,1-2-10 16,0-3-5-16,-1 0 5 15,1-1-5-15,-1 1-1 16,1 0 1-16,0 2 0 16,0 0 0-16,0 2 0 15,0-1-1-15,1 2 1 0,-1 0 1 16,1 2-2-1,-1 0 1-15,-1-1 0 0,1 2 1 16,-1-2-1-16,1 2 0 16,-1-1 0-16,1 1-1 15,-1 0 0-15,1 1-1 16,-1 0 1-16,1 1 0 16,0 0 0-16,-1 0 0 15,0-1 0-15,1 1 0 16,-1-1 0-16,1-1 0 15,0 1 0-15,-1 0 0 16,0 0 0-16,2 1-1 0,-1 1 1 16,1-1-1-1,-1 2 1-15,0 1 0 0,1 0 0 16,0 1 0-16,-2 0 1 16,2 1-1-16,-1 0 0 15,-1 0 0-15,1-1 0 16,-1 2 1-16,1 0-1 15,-1 0 1-15,0 0-1 16,0 0 1-16,0-1 1 16,0 1-2-16,0-1 1 15,-1 0-1-15,0 0 1 16,-2-1-1-16,0 0 0 16,1 0 1-16,-1 0-1 15,-1 1 0-15,-1 0 0 16,1 0 1-16,-2 1-1 0,0 0 0 15,-2 1-1 1,-2 1 2-16,0 0-1 0,-3 0 0 16,-2 0 0-16,0 1 0 15,-1 2 0-15,-2-1 0 16,0 0 0-16,0 1 0 16,0-1 0-16,-1 0 0 15,-1 1 0-15,1-1 1 16,-2 0-1-16,1 0 0 15,0-1 6-15,2 0-6 16,0 1 0-16,2-2 0 16,2 0 0-16,1 1 0 15,2-1-1-15,0 0 1 16,3 0-1-16,-1 0 1 16,0 0 0-16,2 0 0 0,-1 0 0 15,0 0 1-15,-1 0 0 16,-1 0 5-16,1 2-5 15,-2 0 5-15,2 0 2 16,-1 1-7-16,1-1 5 16,2 0-4-16,1-1 5 15,1 0-6-15,2 1 7 16,1-2-7-16,2 0 7 16,-1 0-8-16,1 0 8 15,0 0-1-15,0 0 4 0,0 0 3 16,0 0-5-1,0 0-7-15,0 0-2 0,1 0-42 16,2 0-110-16,1 0-399 16</inkml:trace>
  <inkml:trace contextRef="#ctx0" brushRef="#br0" timeOffset="34827.3698">15009 5396 1121 0,'0'0'316'0,"0"0"-98"16,0 0 38-16,0 0-19 15,0 0-43-15,53-3-38 16,-36 2-24-16,4 0-34 15,3-1-19-15,1 0-23 16,2 0-18-16,-2-2-17 16,-1 0-13-16,-4 1-7 15,-4 0 7-15,-4-1-8 16,-5 2-52-16,-4 1-99 16,-7 1-90-16,-6 0-289 15,-5 0-277-15</inkml:trace>
  <inkml:trace contextRef="#ctx0" brushRef="#br0" timeOffset="35282.2813">15080 5294 415 0,'0'0'804'0,"0"0"-569"15,0 0 56-15,6-35-19 16,-3 28-71-16,-1 2-67 16,0 2-31-16,-1 2-15 0,-1 1-39 15,0 1-29 1,-3 7-1-16,-6 4 20 0,-4 6 31 15,-5 2 3-15,-2 3-21 16,-1 2-3-16,1-1-13 16,2 1-9-16,4-2-1 15,5-2-7-15,4-2 5 16,4-2-2-16,1-2 4 16,4-2-2-16,5-1 9 15,5-2 3-15,2-1 3 16,2-4-8-16,4-2-4 15,2-2-12-15,2-1-6 16,2 0-8-16,0 0 0 0,-1 0-1 16,5 2-54-16,-6 3-120 15,-4 1-431-15</inkml:trace>
  <inkml:trace contextRef="#ctx0" brushRef="#br0" timeOffset="35869.5638">14944 6851 1311 0,'0'0'304'15,"0"0"-28"-15,0 0 9 16,0 0-44-16,0 0-49 16,0 0-57-16,0 0-27 15,10 0-5-15,4 0-21 16,3 0-15-16,4 1-23 16,0-1-25-16,2 0-4 15,-1-1-13-15,-2-2 5 0,-3 0-7 16,-4-2-42-16,-4 0-98 15,-4 1-202-15,-5-1-378 0</inkml:trace>
  <inkml:trace contextRef="#ctx0" brushRef="#br0" timeOffset="36281.2424">14949 6715 1543 0,'0'0'337'0,"0"0"-206"16,0 0 64-16,0 0 1 0,0 0-35 16,0 0-80-16,0 0-38 15,-8 8-4-15,1 5 53 16,-1 4-16-16,-2 1-1 15,-1 2-18-15,1-1-11 16,2-1 1-16,2-1-13 16,3-2-2-16,3-1-14 15,0-2 0-15,6-3 16 16,8 0-1-16,5-3 12 16,4-2 0-16,4-3-6 15,1-1-9-15,3 0-17 16,-1-1-2-16,-2-2-2 15,-2-1-8-15,-2 2 0 0,-2 0-1 16,-4 1 0-16,-4 1-51 16,-7 0-127-16,-3 5-428 15,-4-1-636-15</inkml:trace>
  <inkml:trace contextRef="#ctx0" brushRef="#br0" timeOffset="41184.9474">1719 3398 1053 0,'0'0'171'16,"0"0"11"-16,0 0-61 15,0 0-18-15,0 0 25 16,38-12-6-16,-19 11-23 16,10-2-17-16,12 1 4 15,10 0-11-15,5-1-20 16,-4 1-14-16,-6 1-2 15,-6 0-5-15,0 0 1 16,-7 1 4-16,-4-1-9 16,-7 1-2-16,0 0 0 15,2 0 3-15,4 0-2 0,5 0-9 16,-2 0 6-16,3 0 8 16,0 0 6-16,-1-1-10 15,0-1-3-15,-1 1-6 16,-2 0 0-16,0 1-5 15,-1 0-1-15,1 0 2 16,0 0-3-16,1 0 0 16,1 0 4-16,1 0 4 15,2 0 4-15,-2 0-1 16,1-3-11-16,6 2 2 16,4-3 5-16,-3 1-6 15,-4 1 3-15,-5 0-3 16,-7 0-3-16,4 1 0 0,3 0 6 15,-2 0-3-15,-2 1-2 16,-3 0-1-16,1 0-1 16,-3 0 2-16,-1 0 1 15,0 0 4-15,0 0 1 16,-1 0 4-16,0 0-8 16,-1 0 3-16,1 0-3 15,3 0 5-15,1 0 0 16,1-3 5-16,1 1 2 15,0-1 6-15,2 0-4 16,-4 0-7-16,-1 1-5 16,-4 1-2-16,-4-1 1 15,-3 0 4-15,-2 2-4 16,-2-1 7-16,-2 1-7 0,0-1-2 16,-3 0-2-16,1 0-2 15,-2 1 2-15,-2-1-4 16,1 1-2-16,-2 0-5 15,0-1 0-15,0 1 5 16,0 0-5-16,0 0 0 16,0 0 0-16,0 0-1 15,0 0-36-15,-6 0-81 16,-19 6-146-16,1 2-439 16,-5-1-592-16</inkml:trace>
  <inkml:trace contextRef="#ctx0" brushRef="#br0" timeOffset="42438.8653">13596 4018 1410 0,'0'0'217'0,"0"0"-32"0,0 0 117 16,-14-42-79-16,13 38 7 16,0 4-86-16,0 5-78 15,1 15-45-15,-1 17 18 16,1 13 29-16,0 4-6 15,0-1-25-15,0-16-7 16,3-9-12-16,-1-7-2 16,0-2-16-16,0 2 1 15,-2 0-1-15,0 1-9 16,0-6-64-16,-8-4-76 16,-5-5-63-16,-2-5 44 0,-3-2 17 15,-1-6 28 1,-1-7 15-16,1-3 18 0,2-2 41 15,3-2 49-15,1 2 19 16,4 2 81-16,2 3 9 16,4 3 34-16,1 4-2 15,2 3 15-15,0 3-72 16,2 0-68-16,7 7-15 16,5 5 47-16,2 2 0 15,5 4-20-15,1 1 11 16,3 0-2-16,0 0-16 15,-1-2-9-15,1 0-3 16,-1-2-7-16,-2-3 4 0,-3-3-5 16,-3-4-1-16,-3-2-26 15,-3-3-81-15,-2 0-74 16,2-9-57-16,-2-2-323 16,-2 0-321-16</inkml:trace>
  <inkml:trace contextRef="#ctx0" brushRef="#br0" timeOffset="42651.306">13770 4202 1395 0,'0'0'345'16,"0"0"-115"-16,0 0-88 16,0 0 72-16,-32 47-32 15,18-21-27-15,-2 2-49 0,1 2-27 16,0 0-37-16,1-1-21 15,1-2-14-15,3-2-7 16,3-3-34-16,3 0-182 16,2-7-275-16,2-6-513 0</inkml:trace>
  <inkml:trace contextRef="#ctx0" brushRef="#br0" timeOffset="42785.2306">13726 4342 1136 0,'0'0'147'0,"-43"4"-147"15,19 0-830-15</inkml:trace>
  <inkml:trace contextRef="#ctx0" brushRef="#br0" timeOffset="45231.7758">2801 3890 111 0,'0'0'136'16,"0"0"-120"-16,0 0 161 16,0 0 48-16,0 0-59 15,0 0-31-15,-4-5-23 16,1 4-18-16,3 0 15 16,-1 0 13-16,1 1 6 15,0-1-3-15,0 1-11 16,1 0-12-16,5-2-14 15,3 1-5-15,2-1 4 0,1-1-10 16,3-2-15-16,1 0-12 16,1 0-16-16,3-1-12 15,-1 0-8-15,0 0-8 16,0 0-5-16,-3 2 1 16,-1 0-2-16,-4 1 0 15,-3 1-64-15,-3 1-93 16,-5 1-94-16,0 0-54 15,0 4-102-15</inkml:trace>
  <inkml:trace contextRef="#ctx0" brushRef="#br0" timeOffset="45487.6865">2872 3916 626 0,'0'0'621'0,"0"0"-466"16,0 0-26-16,0 0 34 16,0 0 8-16,0 0-3 15,0 0-6-15,30 10-64 16,-16-10-46-16,2 0-18 16,1 0-19-16,-1 0-4 15,2-1-3-15,-3-1-8 0,-2 0-14 16,1 2-107-1,-5 0-168-15,-3 0-363 0</inkml:trace>
  <inkml:trace contextRef="#ctx0" brushRef="#br0" timeOffset="52392.6957">5864 5039 849 0,'0'0'664'16,"0"0"-447"-16,0 0-60 16,0 0-28-16,0 0 54 0,0 0-26 15,24 1-22-15,-4-1-20 16,6-1-44-16,4-2-32 16,4-2-17-16,2 2-7 15,-1-1-9-15,0 1-5 16,-4-1 1-16,-4 2-2 15,-5 0-47-15,-6 1-99 16,-5 1-81-16,-11 0-157 16,0 0-187-16,-6 0-176 0</inkml:trace>
  <inkml:trace contextRef="#ctx0" brushRef="#br0" timeOffset="52604.9333">5890 5083 1386 0,'0'0'237'16,"0"0"-130"-16,0 0 20 16,0 0 57-16,0 0-3 15,52 10-55-15,-24-10-32 16,2 0-47-16,4-2-19 16,-2-2-16-16,-1 0-7 15,-4 1-5-15,-5 2-73 16,-8 1-105-16,-6 2-319 15,-8 2-347-15</inkml:trace>
  <inkml:trace contextRef="#ctx0" brushRef="#br0" timeOffset="56252.4746">2014 4906 608 0,'0'0'303'0,"0"0"-25"0,0 0-129 16,0 0 30-16,0 0 26 16,0 0-18-16,-15 10-13 15,15-10-31-15,0 2-41 16,7 0 23-16,3 0 24 16,2-1-26-16,4-1-32 15,2 0-38-15,2 0-27 16,1-5-11-16,1-1-15 15,-2 0-22-15,2 4-188 0,-6 0-131 16,-6 2-403-16</inkml:trace>
  <inkml:trace contextRef="#ctx0" brushRef="#br0" timeOffset="56457.4971">1972 5048 1691 0,'0'0'240'16,"0"0"-116"-16,0 0 10 16,0 0 2-16,0 0 33 15,0 0-4-15,54-4-74 0,-12-6-57 16,-2 1-34 0,-1 2-10-16,1 3-172 0,-16 3-209 15,-4 1-786-15</inkml:trace>
  <inkml:trace contextRef="#ctx0" brushRef="#br0" timeOffset="63691.569">4187 5522 129 0,'0'0'574'0,"0"0"-359"16,0 0 5-16,0 0-8 16,0 0 13-16,0 0 24 15,-13-26-34-15,13 24-38 16,0 1-45-16,8-1-26 16,4 0 10-16,4 1-11 0,5-1-17 15,2 1-26 1,3-1-8-16,2 0-14 0,1 0-16 15,3 0-10-15,-2 0-13 16,0-1 5-16,-2 0-5 16,-3 0 0-16,-3 1-1 15,-3-3-21-15,-5 2-64 16,-4-1-96-16,-10 1-35 16,0 1-109-16,-6-1-250 0</inkml:trace>
  <inkml:trace contextRef="#ctx0" brushRef="#br0" timeOffset="63970.4418">4208 5550 176 0,'0'0'1247'15,"0"0"-1073"-15,0 0-69 16,0 0 107-16,0 0 42 15,43 14-16-15,-21-13-37 16,5-1-51-16,3 0-60 16,3 0-40-16,2-2-20 15,-1-1-9-15,1-2-7 16,-4 2-8-16,0-1-5 16,-4 1-1-16,-5 1-32 15,-6 1-101-15,-13 1-139 0,-3 1-227 16,-6 3-206-16</inkml:trace>
  <inkml:trace contextRef="#ctx0" brushRef="#br0" timeOffset="69219.6211">1214 6449 841 0,'0'0'224'0,"0"0"-61"16,0 0-22-16,0 0 11 15,0 0-22-15,0 0-5 16,0 0-6-16,35-20-40 16,-16 20-16-16,7 0 7 15,4 4 17-15,3-1-13 0,1 1-10 16,3 0-17-16,-2 0 5 15,0 1-1 1,0-1-7-16,0 0 2 0,-2 0-4 16,0-1 10-16,-1 0-10 15,-1 1-15-15,1-2 1 16,-2-1-3-16,0 0-1 16,2 1-3-16,-1-2-6 15,3 0 0-15,4 0-13 16,7 0 16-16,-4 0 4 15,-5-1-13-15,-3 0 0 0,-7 1-8 16,3-1 12 0,5 1-13-16,-4 0 9 0,2 0-9 15,-4 0 0-15,0 0 0 16,1 0-1-16,-2 0 0 16,1 0-1-16,3 0 2 15,0 0 1-15,1 0 0 16,2 1 0-16,-1 0-1 15,2 1-2-15,0-1 2 16,0 0 1-16,2 1 5 16,5-1-5-16,7-1 8 15,6 0-9-15,2 0 0 16,-4 0 0-16,-3-2 1 16,-4-1-1-16,1-1 1 0,-2-1-1 15,0 1 0 1,-2 0 7-16,0 1 1 0,-2 0-7 15,-1-1-1-15,-5 1 0 16,-6 2 6-16,-6-2 2 16,-1 2-8-16,3 0 0 15,4-2-6-15,3 1 6 16,-2-1 13-16,-3 0-13 16,0 2-6-16,-3-2 6 15,-1 0 0-15,-1 1 6 16,-2-1 0-16,-1 1 0 15,-2 1-5-15,-1 0-1 16,-2 0 1-16,1 1-1 0,-2-2 1 16,0 1 14-1,-1 1 0-15,1-1-1 16,0 0-3-16,1 1 1 16,0 0-2-16,0 0-2 0,0 0 5 15,0 0-1-15,0 0 2 16,1 0-8-16,0 0-5 15,-1 0 16-15,3 0 1 16,-1 0 1-16,1 1-2 16,2 0 1-16,1-1 1 15,0 0 1-15,2 0-5 16,-1 0 4-16,0 0-2 16,-1 1-4-16,-2-1 2 15,-2 0 1-15,-2 0 4 16,1 0-5-16,-2 0 4 0,-2 0-1 15,1 0-1-15,-1 0-5 16,-1 0 1-16,-2 0 1 16,0 0-2-16,-1 0 1 15,-3 0-2-15,-1 0-1 16,-1 0 2-16,-1 0-4 16,-1 0-1-16,0 0 1 15,0 0-7-15,0 0 5 16,0 0-5-16,0 0 0 15,0 0 0-15,0 0 0 16,0 0 5-16,0 0-5 16,0 0-1-16,0 0 1 0,0 0-1 15,0 0-1-15,0 0-28 16,0 0-20 0,0-1-29-16,0-1-30 0,-2 1-102 15,-10-4-150 1,1 2-258-16,-1-2-269 0</inkml:trace>
  <inkml:trace contextRef="#ctx0" brushRef="#br0" timeOffset="72416.3849">8848 6541 166 0,'0'0'944'0,"0"0"-721"16,0 0-139-16,0 0-14 15,44 0 134-15,-13-1 21 0,21-1-38 16,20-3-2 0,14 0-43-16,3-1-39 0,-2 1-1 15,-10 2-14-15,-2 1-18 16,-5 0-19-16,-6 1-13 16,-8 1-10-16,-12 0-6 15,-11 0-8-15,-11 0-8 16,-4 0 1-16,0-1-2 15,-1 0-4-15,-2 0-2 16,-7 0 0-16,-3 0-26 16,-5-1-59-16,0 0-68 15,-26-1-200-15,1 0-394 16,-5 1-530-16</inkml:trace>
  <inkml:trace contextRef="#ctx0" brushRef="#br0" timeOffset="74773.6614">9093 6705 430 0,'0'0'177'15,"0"0"-111"-15,0 0-38 16,0 0 108-16,0 0 17 16,0 0-36-16,0 0-33 15,-15-5-22-15,15 5-27 16,0 0-12-16,5 0 55 0,2 0-23 16,2 0 33-16,5 2 9 15,4 0 5-15,5-1 12 16,10 1-20-16,13-2-2 15,13 0-11-15,6 0-2 16,0 0 4-16,-5 0-16 16,-8-2-14-16,-4-1-7 15,-2-1-6-15,-9 2-10 16,-8-1-11-16,-5 0 9 16,-3 1-11-16,1-2 2 15,2 1-7-15,0-1-11 16,-5 0 1-16,-3 1 5 15,-4 0-6-15,-2 1-1 0,-3-1-1 16,-3 2-64-16,-4 1-133 16,-8 0-194-16,-3 0-533 0</inkml:trace>
  <inkml:trace contextRef="#ctx0" brushRef="#br0" timeOffset="77575.8192">754 6333 950 0,'0'0'255'0,"0"0"3"16,0 0 13-16,0 0-65 16,0 0-128-16,0 0-38 15,-4-15-15-15,9 21-1 16,7 4 45-16,-1 3 51 15,4 0-5-15,0 2-3 16,0 0-4-16,1-4-6 16,-1-3-14-16,3-3-22 15,2-5-14-15,10-7-7 16,14-20 0-16,16-24 8 16,8-12-6-16,1-5-22 15,-6-1-15-15,-10 9-10 16,-4-1 0-16,-3 3-1 0,-4 6-5 15,-9 12-22-15,-8 11-2 16,-7 9-3-16,-5 5-15 16,0 2-4-16,-2 0-1 15,-2 4-6-15,-7 8-4 16,-2 2 12-16,-18 22-41 16,-32 37-8-16,1-3 32 15,-8 4-1088-15</inkml:trace>
  <inkml:trace contextRef="#ctx0" brushRef="#br0" timeOffset="87383.3811">1577 7363 1401 0,'0'0'315'0,"0"0"-199"0,0 0 28 16,0 0 62-16,0 0-38 16,0 0-55-16,-14-1-55 15,21 22-18-15,2 3 127 16,3 4-45-16,1 2-23 15,1-7-33-15,1 1-10 16,2-6 4-16,2-6-3 16,1-7 21-16,4-5 9 15,8-10 1-15,11-18-13 16,14-17-16-16,3-11-20 0,-2-6-15 16,-5 1-14-16,-8 6 0 15,-3 7-10-15,-7 13-1 16,-9 13-12-16,-12 12-32 15,-5 7-66-15,-11 12-87 16,-8 8-335-16,-8 5-273 0</inkml:trace>
  <inkml:trace contextRef="#ctx0" brushRef="#br0" timeOffset="88350.9224">1377 8050 806 0,'0'0'187'0,"0"0"-43"16,0 0 7-16,0 0 4 16,0 0 6-16,0 0-19 15,0 0-11-15,-3-38 6 16,6 35-11-16,3 2-39 16,2 1-21-16,4 7 29 15,2 4 40-15,4 3-19 16,1-1-13-16,2-3-18 15,9-7-4-15,15-9 13 16,21-26 3-16,11-13 7 0,7-12-16 16,-4-5-37-1,-10 1-23-15,-5 0-7 0,-6 1-21 16,-3 3-5-16,-6 8 5 16,-13 15 1-16,-12 12-1 15,-11 13-46-15,-16 9-66 16,-8 8-192-16,-10 4-481 0</inkml:trace>
  <inkml:trace contextRef="#ctx0" brushRef="#br0" timeOffset="332435.0977">1312 2853 988 0,'0'0'165'0,"0"0"198"16,0 0-215-16,0 0-21 15,0 0-11-15,0 0-2 16,50 6-8-16,-31-2-24 16,4 0 8-16,4-1-13 15,1-1 3-15,5 0-19 16,-1-1-21-16,2 2 2 0,1-1 1 16,-2-1-10-16,0 2 3 15,-1-1-24-15,-1-1-2 16,2 0-2-16,-2 0-1 15,8-1-1-15,-2 0-5 16,-1 0 5-16,3 0 0 16,-7 0-4-16,4 0-1 15,-2 0 5-15,-1 0-5 16,2 2 2-16,-1-1 3 16,-1-1 0-16,2 2-6 15,-3 0 11-15,1-2-11 16,-1 0 0-16,1 0 2 15,0 0-1-15,2 0 5 16,-1 0-5-16,0 1-1 0,-1-1 2 16,0 2-1-16,-1-1 0 15,2 0 1-15,0 0 4 16,6 1-5-16,-4-1 1 16,1 1 5-16,-1-1-5 15,-3 0-1-15,3 1 7 16,0-1-1-16,1 0-5 15,-3 1 5-15,3-1-1 16,-3 0-4-16,-1 0-1 16,-3 1 5-16,0-1-5 0,-1 0 1 15,-2 0 4 1,2 1-5-16,-1-2 0 16,1 0 1-16,1 0 4 0,-1 0 0 15,1 0-4-15,1 0 5 16,-2 0-6-16,-1 2 0 15,1-1 7-15,-1 1-7 16,-1 0 6-16,4-1 2 16,-1 0 0-16,0-1 6 15,3 1-6-15,-1 0 5 16,-1-1-1-16,1 1-1 16,-1 0-1-16,1 0-2 15,0 1 1-15,0-1 2 16,2 0 0-16,0 0-3 15,0 0 4-15,1 1 13 0,1 0-10 16,-2-1 2 0,1 1-1-16,-3-1-7 0,1 1-1 15,-2 0 8-15,0-1-8 16,0 0 10-16,0-1 2 16,1 0 8-16,2 0 8 15,1 0-13-15,1 0 1 16,1-1 7-16,-3 0 13 15,-2-1-14-15,-4 0-2 16,-4 1-4-16,-4 0 8 16,-4 0-3-16,-2 0-10 15,-2-1-4-15,-3 2-7 16,0 0 5-16,-2-1 2 0,-1 0-15 16,-1 1 13-1,0 0-13-15,-2 0-1 0,0-1 1 16,0 1 0-16,-2 0 0 15,1-1 1-15,0 0 7 16,0 1-8-16,-1 0-1 16,0-1 0-16,0-1-5 15,-1 1 3-15,0-1-17 16,-12-8-131-16,-5 1-232 16,-10-2-993-16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04:56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8341 6305 1008 0,'0'0'289'0,"0"0"-27"15,0 0-28-15,0 0-39 16,0 0-45-16,0 0-20 16,-6 0-21-16,12 0-27 15,6 3-8-15,11 0 69 16,20-1-9-16,23-1-35 15,11-1-41-15,4 0-11 16,-5-5 20-16,-12 1-28 16,-4-1-30-16,-6 2-2 15,-13 0 2-15,-10 2-9 16,-11-1 1-16,-4 1 0 16,-1 0-1-16,-2 1 0 15,-1-1 0-15,-6 0-8 0,-5 1-32 16,-1 0-65-16,-5-1-106 15,-25 0-152-15,2 1-402 16,-3-2-367-16</inkml:trace>
  <inkml:trace contextRef="#ctx0" brushRef="#br0" timeOffset="305.9241">8347 6401 1635 0,'0'0'265'16,"0"0"-176"-16,0 0-67 0,0 0 113 15,0 0 34 1,0 0 9-16,73 32 24 0,1-32-26 16,15 0-49-16,10-7-21 15,-7-3-35-15,-13 1-31 16,-7 1-11-16,-8 1-11 15,-8 1-12-15,-7 1 4 16,-11 1-2-16,-12 2-7 16,-9 0 5-16,-8 1-6 15,0 0-9-15,-5-1-75 16,-8 1-120-16,-6 1-132 16,-10 0-586-16</inkml:trace>
  <inkml:trace contextRef="#ctx0" brushRef="#br0" timeOffset="17512.8554">3763 5015 489 0,'0'0'219'0,"0"0"-33"15,0 0-90-15,0 0-4 16,0 0 12-16,0 0-12 16,-3-7-13-16,3 6-3 15,-1 0-6-15,1 0 12 16,-1 0 7-16,0 0 8 15,0-1-20-15,0 1-15 16,1 1-20-16,0 0-14 16,-2 0-10-16,2 0-10 0,0 4-7 15,-1 4-1-15,-2 3 23 16,0 4 10-16,0 0 11 16,0 2 10-16,0 1-11 15,1 1 27-15,-1 1-8 16,0 1-16-16,1 1-6 15,0-1 3-15,0 0 6 16,1 0-16-16,-1-1-11 16,1-1 2-16,0 0 5 15,0-2 4-15,1 0-7 0,0-1-16 16,0 0-8 0,0-1 4-16,0-1 8 0,0 1-14 15,0-2 11-15,0 1-11 16,0 0 7-16,0 1-5 15,0 1-2-15,0 0 6 16,0 2 3-16,1 0-2 16,-1 0-7-16,0-1 10 15,0 0-9-15,0 0 9 16,0 0-9-16,0 1 10 16,0-1-3-16,-1-1 1 15,1-1-9-15,0-1 12 16,0 0 0-16,0-1-4 15,0 1-1-15,0 1 1 16,0-1-7-16,0 0 5 0,0 0-5 16,1-1 0-16,1 1 6 15,0 0-6-15,-1 0-1 16,1 1 6-16,-1 0-5 16,0 1-1-16,1 1 0 15,-2-1 1-15,1 2 8 16,1 1-7-16,-2-1 0 15,0 2-1-15,0-2 1 16,0 1-1-16,1-1 5 16,-1-1-4-16,0-3-1 15,0-2 8-15,2-2-9 16,-1 0 0-16,-1-1 0 16,1 0 9-16,-1 0-9 15,1-1 1-15,-1 1-1 16,0 1 0-16,0-1 1 0,0 0 4 15,0 2-4-15,0-2 0 16,0 3 0-16,0-1 0 16,0 1 0-16,0 1 0 15,-1 0-1-15,0-1 1 16,1 0-1-16,-1-2 0 16,-1 0 0-16,1 0 0 15,-1-2 1-15,2 0-1 16,-1 0 1-16,-1-1 0 15,1 1-1-15,-1-2 0 0,1 1-1 16,0 0 1-16,-1 0-1 16,1 0 0-16,-1 0 0 15,1 0 1-15,-1 1-1 16,0-1 1-16,0 0 0 16,1 0 0-16,-1 0 6 15,1-2-8-15,-1-2 2 16,1 0 0-16,1 0 5 15,-1-2-4-15,0 0-1 16,1 0 0-16,0 0 1 16,-1 0-1-16,1 0 1 15,0-1-1-15,0 1 0 16,0-1 0-16,0 1 0 16,-1 1 0-16,1 0 0 15,-1 1 0-15,0 0 0 0,1-1 0 16,0 1 1-16,0 0-1 15,0-2 0-15,0 2-4 16,0-1 4-16,0 0 2 16,0 1-1-16,0-1 0 15,0 0 0-15,0 0-1 16,0-1 1-16,0 1-1 16,0-2 1-16,0 1-1 15,0-1 1-15,0 0-1 16,0 0 2-16,0 0 4 15,0 0-5-15,0 0 1 16,0 0-1-16,0 0 0 16,0 0 0-16,0 0 0 0,0 0 0 15,0 0 0 1,0 0-1-16,0 0 1 0,0 0-1 16,0 0 0-16,0 0 1 15,0 0-1-15,0 0 0 16,0 0 0-16,0 0 1 15,0 0-1-15,0 0 0 16,0 0 0-16,0 0 0 16,0 0 0-16,0 0 0 15,0 0 0-15,0 0 0 16,0 0 0-16,0 0 1 16,0 0-1-16,0 0 0 15,0 0 0-15,0 0 0 16,0 0 0-16,0 0 0 15,0 0 0-15,0 0 0 0,0 0 0 16,0 0 1-16,0 0-1 16,0 0 0-16,0 0 1 15,0 0-1-15,0 0 1 16,0 0-1-16,0 0 0 16,0 0 0-16,0 0 0 15,0 0 1-15,0 0-2 16,0 0 2-16,0 0-2 15,0 0 2-15,0 0-1 16,0 0 0-16,0 0-1 0,0 1 1 16,0-1 0-1,0 1 0-15,0 0 0 0,0 0 1 16,0 0-1-16,3 0 1 16,0 0 0-16,1-1 0 15,1 0-1-15,0 1 2 16,1-1-2-16,0 0 1 15,2 0 0-15,1 0 0 16,0 0-1-16,2 0 1 16,1 0 0-16,0-1 0 15,1 1-1-15,-1-1 1 16,-1 0-1-16,-1 1 0 16,0 0-1-16,-1 0 2 15,0 0-1-15,1 0 1 16,-3-1 0-16,3 0-1 0,-1 1 1 15,1-1-1-15,1 1 0 16,1-1-1-16,0 1 1 16,0 0 0-16,0 0 0 15,-1 0 1-15,-1 0-1 16,0 0 1-16,0 0-1 16,0 0 0-16,-1 0-1 15,-1 0 1-15,2 0 0 16,-1 0-1-16,1 0 0 15,0 0 1-15,0 0 0 16,1 0 0-16,0 0 0 16,1 0 0-16,0 0 1 15,1-2 0-15,2 1 0 0,1 0 2 16,1-1-3 0,0 1-1-16,1 0 1 0,-2 1 1 15,0-1 0-15,-2 0-1 16,-1 1 0-16,-1 0 1 15,0-1 0-15,-1 0-1 16,1-1 1-16,0 1 0 16,0 0 0-16,1-1-1 15,-2 1 0-15,2-1 1 16,-1 1-1-16,0 1 0 16,0-1 1-16,1 0-1 15,0 1 1-15,-1 0 0 16,1 0-1-16,-1 0 1 15,1 0-1-15,-2 0 0 16,1 0 1-16,1 0 0 0,0 0 0 16,1 0 0-16,0 0 0 15,1 0 5-15,1 0 0 16,0 0-5-16,1-1 8 16,-1 0-9-16,0 0 0 15,0 0 8-15,2 0-8 16,-1 1 1-16,0-1 3 15,2 1-3-15,0 0-1 16,1-1 2-16,0 1 5 16,-2-1-6-16,2 1-1 15,0 0 8-15,-1 0-2 16,0 0-5-16,0 0 5 0,-1 0-5 16,-2 0 0-16,1 0 1 15,1 0-1-15,0-1 1 16,-2 1-2-16,1 0 2 15,-1 0 5-15,-2 0-6 16,-2 0-1-16,-1 0 0 16,-2 0 1-16,-3 0 0 15,-1 0 0-15,0 0 0 16,-1 0 1-16,0 0-2 16,0 0 5-16,0-1-4 15,-1 1 6-15,1-1-6 16,0 1 4-16,-1-1-5 15,1 1-1-15,0 0 1 0,-1-1 0 16,0 1 0-16,0 0 0 16,-1 0 0-16,0 0 9 15,0 0-9-15,0 0 0 16,0 0-1-16,-1 0 1 16,1 0 6-16,-1 0-6 15,0 0 0-15,0 0-1 16,-1 0 1-16,1 0 0 15,-1 0 4-15,0 0-4 16,0 0-1-16,0 0 1 16,0 0 0-16,0 0 6 15,0 0-6-15,0 0 1 16,0-1 4-16,0-2-5 16,0-2 8-16,0 0-8 15,0-3 0-15,0-1 0 0,-1-1 5 16,0-2-4-16,0-2-1 15,-2 0 1-15,2-2 0 16,-1-1 0-16,-1 1 0 16,1-2 0-16,-1 1 0 15,0 0-1-15,2 0 0 16,-1 1-1-16,2 0 0 16,0 1 0-16,0 2 1 15,0-1 0-15,0 1 0 16,0 0 0-16,0 1 1 15,0 1-1-15,0-2 1 16,0 2-1-16,1 0 1 0,1 0 0 16,-1 0 0-16,1-1-1 15,-1-2 1-15,1-1-1 16,-1-2 1-16,1 0 7 16,-1-1-8-16,1 0 1 15,-1 0-1-15,0 0 0 16,0 0 0-16,0 0 0 15,0 0 1-15,-1 0 8 16,2-1-9-16,-1 2 1 16,0-1 0-16,1 0-1 15,-1-1-1-15,1 0-5 16,0-1 5-16,0 0 1 16,0 1 0-16,1 0 0 15,-2 1 0-15,3 0 0 16,-2 1 0-16,0 1 2 0,0-1-2 15,0 2 0-15,0-1 1 16,0 0 0-16,-1-1 0 16,1 1 0-16,-2 1 0 15,1 0 0-15,1 0 5 16,-1 1-6-16,0 0 0 16,0 1-1-16,1-1 0 15,-1 2 0-15,1-1 0 16,0 1-6-16,0 0-8 15,0 0-3-15,1 1 6 16,-2 1 6-16,1 1 6 0,-1-1-1 16,2 1 1-1,-2 0-6-15,1 0 0 0,-1 0 6 16,0-1-1-16,0 1 0 16,-1-2-5-16,0 0-3 15,0-1 3-15,0 0-10 16,0-1-14-16,0 1 12 15,0 0 11-15,-2 0 6 16,0 0 0-16,1 0 0 16,-1 0 0-16,0 0-1 15,1 1-16-15,1-1-34 16,-1 2 22-16,0 0 7 0,0 0-24 16,1 0 6-1,-1 2 19-15,1 0 9 16,-1 0-20-16,1 0 10 15,0 0 13-15,-1-1-7 0,1 2-2 16,0 1 6-16,0 0 2 16,0 2 4-16,0 0 1 15,0 2 0-15,-1-1-5 16,1 1-3-16,0 0 6 16,0 1 7-16,0 0-1 15,0 1 1-15,-1 0 0 16,1 0 0-16,0 0 1 15,0 0-1-15,0-1 1 16,0 1-1-16,0 0 1 16,-1 0 0-16,1 0 0 0,-1-2 0 15,-1 1 0-15,0 0 0 16,0-1-1-16,-1-1 0 16,-1 2 1-16,0-1 0 15,-1 0 0-15,-2-1 0 16,0 2-6-16,-3-1 5 15,-1 1-5-15,-2 0 4 16,-2 0-4-16,-2 0 6 16,-2 1 0-16,0 0-1 15,0 0 0-15,-1 0-12 16,-1 0 13-16,0 0 0 16,-1 0 0-16,0 2 1 15,0 0 1-15,0 0-1 16,1 0 1-16,-1 0-1 15,0 1 0-15,2-1 0 0,-2 1 1 16,1-1 3-16,-2 1-5 16,0 0-2-16,0-1 2 15,0 1 1-15,-1 0-1 16,0-1 9-16,0 1 4 16,0 0-8-16,-2 0-5 15,-1 0-14-15,-1 1 13 16,-1-1 2-16,-1 1 0 15,0-1-1-15,-1 1-1 16,2 0 0-16,1-1 0 16,0 0 0-16,1 0 0 15,1-1 0-15,1 1 1 16,1-1 1-16,-1 0-1 0,0 1 6 16,2-1-6-1,0 1 0-15,0 0 0 0,1-1 0 16,0-1 0-16,0 1 6 15,1-1-6-15,1 1 1 16,1-1 5-16,3-1-6 16,-1 0 2-16,1 0-4 15,2 0 3-15,0 0-2 16,0 0-4-16,2-3 5 16,-2 2 7-16,0-1-7 15,1 0 2-15,-1 1-2 16,0-2-1-16,-1 2 1 0,1-1 0 15,-2 1-2-15,0 0 1 16,1-1 1-16,-1 1-1 16,2-1 1-16,-1 0-1 15,2 1 1-15,0-1-1 16,2 1 1-16,2 0 0 16,3 0 0-16,2 0 0 15,4 1 0-15,-1-1 0 16,1 1-1-16,0 0 0 15,0 0 0-15,0 0 1 16,0 0-1-16,0 0 1 16,0 0 0-16,0 0 0 15,0 0 6-15,0 0-6 0,0 0-2 16,0 0-10-16,0 0 5 16,0 0 6-16,0 0-9 15,0 0-2-15,0 0 5 16,0 0-19-16,0 0-11 15,0 0-16-15,0 0-36 16,-3 0-19-16,0 4-69 16,-2 0-1126-16</inkml:trace>
  <inkml:trace contextRef="#ctx0" brushRef="#br0" timeOffset="26105.2299">4023 5347 1031 0,'0'0'178'0,"0"0"-103"16,0 0-33-16,0 0-4 15,0 0-10-15,5-9-23 16,13 7-5-16,-2 1-92 15,4-1-242-15</inkml:trace>
  <inkml:trace contextRef="#ctx0" brushRef="#br0" timeOffset="26497.0173">4838 5432 1491 0,'0'0'222'0,"0"0"-122"15,0 0-26-15,0 0 58 16,0 0 16-16,0 0-86 15,0 0-62-15,-20 18-108 0,3-6-431 16</inkml:trace>
  <inkml:trace contextRef="#ctx0" brushRef="#br0" timeOffset="26877.0096">4055 6326 1625 0,'0'0'342'16,"0"0"-247"-16,0 0-62 15,0 0-17-15,0 0 16 16,0 0-13-16,0 0-10 15,14 3-9-15,4-3-37 16,-2 0-233-16,3-3-543 0</inkml:trace>
  <inkml:trace contextRef="#ctx0" brushRef="#br0" timeOffset="27123.0041">4862 6232 1766 0,'0'0'220'0,"0"0"-220"15,0 0-90-15,0 0 30 16,0 0-281-16</inkml:trace>
  <inkml:trace contextRef="#ctx0" brushRef="#br0" timeOffset="28752.1247">4276 5939 674 0,'0'0'201'0,"0"0"-3"16,0 0 72-16,0 0-11 16,0 0-109-16,0 0-7 15,0 0-1-15,-48-32-17 16,29 30-18-16,-3 2-36 15,-4 0-3-15,0 0 0 16,0 8 11-16,2 5-22 16,-2 8-2-16,2 15-17 15,2 13 0-15,5 6-11 0,8 1 28 16,5-6 2 0,4-6-11-16,1-2-7 0,5-6-6 15,1-8 9-15,1-7-8 16,0-5-9-16,5 1-11 15,3 0 4-15,4 0 13 16,4-4 5-16,1-5 0 16,3-5-4-16,1-3 5 15,1 0-3-15,1-10-4 16,-3-4-9-16,0-4-6 16,-2-2 0-16,-3-3-1 15,-3-3-4-15,-3-1 4 16,-5-5-4-16,-5-8 1 15,-7-6-5-15,-7-1 4 16,-11 3-5-16,-5 4-5 0,3 9-24 16,2 6-15-16,2 7 11 15,1 3-2-15,-2-1 6 16,-1 0-18-16,-2 1-1 16,3 5-1-16,3 3 5 15,3 2 3-15,3 2 2 16,1 3-8-16,2 0-12 15,1 0-16-15,0 12-57 16,1 1-435-16,3-2-497 0</inkml:trace>
  <inkml:trace contextRef="#ctx0" brushRef="#br0" timeOffset="28937.9837">4353 5923 2510 0,'0'0'292'0,"0"0"-209"15,0 0-83-15,0 0-21 16,0 0-181-16,39-19-168 16,-9 8-744-16</inkml:trace>
  <inkml:trace contextRef="#ctx0" brushRef="#br0" timeOffset="29821.1742">10542 6500 1033 0,'0'0'223'0,"0"0"-51"0,0 0 51 16,0 0 0-16,-41-2-3 15,35 1-41-15,5 0-30 16,0 1-31-16,1 0-47 15,0 0-37-15,3 0-28 16,6 0 5-16,4 1-1 16,5 2 2-16,4 0 1 15,4-1-5-15,0 0-8 16,-1-2-1-16,0 0-36 16,1 0-155-16,-4-5-278 0,-7-1-329 15</inkml:trace>
  <inkml:trace contextRef="#ctx0" brushRef="#br0" timeOffset="30106.167">10671 6433 1378 0,'0'0'377'0,"0"0"-74"16,0 0-119-16,0 0-58 15,0 0-34-15,0 0-19 16,0 0-23-16,8 26-13 15,1-14-5-15,1 1 1 16,2-1 1-16,-1-1-15 16,0 0 5-16,-1-1-3 15,-2-1-6-15,-3 1-2 0,-4-1 2 16,-1 2 9 0,-3 1 8-16,-11 0-13 0,-5 3-9 15,-13 2-10-15,-16 6-9 16,-18 5-122-16,7-4-113 15,4-4-464-15</inkml:trace>
  <inkml:trace contextRef="#ctx0" brushRef="#br0" timeOffset="31706.3526">8578 6874 1166 0,'0'0'250'16,"0"0"-65"-16,0 0 72 16,0 0 17-16,0 0-45 15,0 0-45-15,0 0-38 16,-22-4-33-16,33 4-16 0,7 3 41 15,12 1-9-15,14-3-38 16,14-1-38-16,3 0-21 16,-3-2-3-16,-14-3-17 15,-15 1-11-15,-9 2 1 16,-5 0-2-16,-1-1-47 16,-3 1-71-16,-11-2-153 15,-4 1-90-15,-12 1-505 0</inkml:trace>
  <inkml:trace contextRef="#ctx0" brushRef="#br0" timeOffset="31932.5126">8464 6961 1691 0,'0'0'266'0,"0"0"-114"15,0 0 51-15,61 5 107 16,-13-5-49-16,15-9-92 15,6-1-37-15,-3-2-45 16,-9 3-36-16,-18 1-19 16,-11 3-20-16,-9 2-4 15,-5 0-8-15,-3 2-24 16,-11 1-112-16,0 0-333 16,-15 4-428-16</inkml:trace>
  <inkml:trace contextRef="#ctx0" brushRef="#br0" timeOffset="35137.7842">5288 4969 791 0,'0'0'315'0,"0"0"-93"16,0 0-10-16,0 0-23 0,0 0-54 16,0 0-31-1,0 0-37-15,-10-4-32 0,10 10-20 16,-1 4 45-1,0 5 27-15,0 2-10 0,0 1-28 16,0 3 9-16,1 0 4 16,0 1-17-16,0 2 16 15,0 2 10-15,0 1-28 16,0 2 13-16,3-1-24 16,2 1-5-16,-1-1-1 15,0 1-5-15,2-3 0 16,-2 2-14-16,0-3 9 15,0 0-5-15,-2 0 7 16,-1 0 0-16,-1-1-8 0,0-3 2 16,0 0-1-16,0-1 4 15,0-1-8-15,-2-1 1 16,-2 2 1-16,2-1-3 16,0 3 0-16,0 0 0 15,1 2 1-15,-1-1-6 16,2-1 8-16,-2 0 2 15,2 1-4-15,0-2 4 16,0 3 2-16,0 0-5 16,0-1-2-16,0 2 0 15,-1 0-5-15,-1 1 0 16,1 2 6-16,-1 0 2 16,-1 2-1-16,0-3 1 15,-1-1-8-15,0-1 1 16,1-2 4-16,1 0-5 0,0 0 5 15,0-1 3-15,-1-2-8 16,2-1-1-16,-1 0 0 16,1-1 6-16,0 0-6 15,1-1 1-15,0 0-1 16,0-2 0-16,0-2 0 16,0 0 0-16,0-2 0 15,0 0-1-15,0-1 0 16,2 1 1-16,-2-1 0 15,1 1-1-15,0-1 1 16,0 2 0-16,-1-2 0 0,0 1 0 16,0 0 1-1,0 0-1-15,0 0 0 0,0 0 1 16,0 0-1-16,0 0 0 16,0-1 1-16,0-1-1 15,0-2 0-15,0 0 1 16,0-3 0-16,0-1-1 15,0-1 0-15,0-1 7 16,0 0-7-16,0-1-1 16,0 0 1-16,0 0 0 15,0 0 0-15,3-4 0 16,-1-1 0-16,1-1-1 16,3 0 2-16,-1-1-1 15,2 0 1-15,1 1-1 16,0 0-6-16,1 1 6 0,3 0 0 15,0 1 0-15,2 1-1 16,2 1 1-16,-1 0 5 16,3 0-5-16,-1 1 0 15,0 0-1-15,0 1 1 16,2 0 0-16,0-1-5 16,0 1 5-16,1-1 0 15,1-1 6-15,-1 0-5 16,1 0-1-16,0-2 1 15,0 2 0-15,0-2-1 16,1 1 0-16,0 0 1 16,-1 1 0-16,1 0-1 0,-2 0 0 15,2 0 0 1,0 0-1-16,0 0 0 0,1 0 0 16,0 0 0-16,0 0 0 15,0 0 1-15,-2-1 0 16,1 1 0-16,-1 0 5 15,0-1-5-15,0 1 0 16,-1 0 0-16,1 0 9 16,1-1-8-16,-1 2 0 15,0 0 7-15,0 0-2 16,0 0 0-16,-2 1-5 16,0 0 1-16,-1 0-1 15,-1 0 8-15,0 0 0 16,0 0-2-16,2-2 8 15,-1 2-4-15,3 0-10 0,-1 0 10 16,0 0 1-16,-1 0-3 16,-1 0-3-16,0 0 1 15,0 0 6-15,-1 0-5 16,-1 0 1-16,-2 0-8 16,-1 0 11-16,-2 0-3 15,1 0 5-15,-2 0 1 16,2 0-2-16,1-2 5 15,4-1 6-15,2 0 3 16,1 1-9-16,0-1 5 16,-2 0-11-16,-3 1-5 0,-3 0-1 15,-2 0 5 1,-4 1-1-16,2-1-1 0,-3 1-3 16,0-1 3-16,-2 0 2 15,0-1-2-15,-1 0-3 16,-1-1-6-16,-1-1 0 15,0-2-22-15,-8-1-82 16,-20-12-89-16,1 2-467 16,-5-2-1065-16</inkml:trace>
  <inkml:trace contextRef="#ctx0" brushRef="#br0" timeOffset="37021.4042">5371 4896 971 0,'0'0'296'16,"0"0"-173"-16,0 0-61 16,0 0-15-16,0 0 73 15,0 0 31-15,56 14-7 16,-30-10-42-16,4 3-13 16,3-2-1-16,6 1-34 15,8 0-25-15,5-1 24 16,2-1-10-16,-3-2-6 0,-4-2-11 15,-4 0-17-15,-1 0-2 16,-1 0 3-16,-6-1-2 16,-8 0-7-16,-5 0 10 15,-1 0-10-15,3 0 7 16,3 0 1-16,6-1 4 16,-1-1 0-16,1 0-5 15,1 1-2-15,1-1 1 16,0 0 3-16,0 2-10 15,0-2 0-15,0 1 0 16,-1 0 7-16,2 1-1 0,-1-1-4 16,0 0 7-16,-2 0-3 15,0 0 3-15,-2 0-8 16,-3 0 6-16,-1 0-6 16,-3 0 1-16,-3 1-1 15,-5 1 0-15,-1-1 0 16,-3 0 7-16,-3 1-1 15,-2-1-6-15,0 1 8 16,-1-1-1-16,2 0-2 16,-1 0 0-16,2 0-5 15,1 0 6-15,-1 1-6 16,-2-2 5-16,-1 1-5 0,-2 1 0 16,-1 0-1-1,-1 0 2-15,-1 0-1 0,-1 0 0 16,0 0 0-1,0 0 0-15,0 0 0 0,0 0-1 16,0 0-8-16,0 6 8 16,0 4 27-16,-2 3-3 15,0 2 4-15,0 3 5 16,1 2 3-16,0 0-8 16,0 3-4-16,1-1 1 15,0 0 8-15,0 1 9 16,0-2-12-16,0 2-12 15,0 0 15-15,0 2 9 16,0-1 0-16,0 1-9 16,0 2-3-16,0-1-3 15,0 0 0-15,1 1-8 0,1 7-8 16,-2 5-10-16,0 7 7 16,0 2-7-16,0-9 5 15,1-8 0-15,-1-12-5 16,1-2 5-16,0 5-5 15,-1 4 5-15,1 3 2 16,0-1-1-16,0-2-6 16,-1-1 6-16,1-1-1 15,-1-2-4-15,0 0 10 16,0-2-11-16,0 1-1 16,-2-2 1-16,0 1 14 15,0 0-4-15,1 1-4 16,-2 1-1-16,1 1-4 0,-1 1 8 15,0 0-1-15,0-1-7 16,0 0 8-16,1-1 7 16,0-1-7-16,0 1-2 15,-1-2-1-15,2 0 1 16,-2-3 1-16,1 1 0 16,0 0 6-16,-1-1-5 15,0 0 1-15,0-2-4 16,-1 1 4-16,0 0-10 15,0 0 8-15,-1-1-8 16,2 1 5-16,-1-2 3 16,1 0-8-16,0-2 8 15,0-1-9-15,1-1 2 0,0-1-1 16,0-2 0-16,1 0 7 16,0-3-7-16,0-1 0 15,1-1-1-15,0-1 1 16,0-1 1-16,0 1-1 15,0-1-1-15,0 0 1 16,0 0 0-16,-1 0 0 16,1 0 1-16,0 0-2 15,0 0 2-15,-1 1-1 16,-1-1 0-16,1 0 0 16,-2 1 1-16,-1 0-1 15,-2 0 0-15,-3 0 0 16,-4 2 0-16,-5 0 0 15,-11 1-1-15,-22 2-2 0,-27 3-40 16,-18 0-76-16,-14-2-99 16,24-2-375-16,17-3-968 15</inkml:trace>
  <inkml:trace contextRef="#ctx0" brushRef="#br0" timeOffset="49083.3886">5767 5890 848 0,'0'0'237'15,"0"0"-55"-15,0 0-89 0,-38-16-66 16,20 13-21-16,-3 3-6 16,-2 0 0-16,0 0 1 15,-2 9-1-15,1 4 1 16,3 7 9-16,-1 9 5 16,2 11 46-16,4-3 46 15,4-1 13-15,4-1-11 16,5-1-21-16,1 11-13 15,2 4 13-15,0-8 24 16,5-10-18-16,3-12-20 16,3-1-22-16,3-1 15 0,3 4 4 15,7-1-14-15,2-4-7 16,2-3 2 0,0-4 2-16,0-5-2 0,0-3-11 15,-1-1-5-15,0-6-16 16,-3-5-5-16,2-4-7 15,-2-3-7-15,-2-4 8 16,0-4-9-16,-1-8 0 16,-1-7-29-16,-4 2-12 15,-5 5-7-15,-6 3-10 16,-5 2 32-16,-1-1-41 16,-6-4-3-16,-5 2-7 15,-3 5 31-15,-2-1-54 16,-4 3-17-16,0 4 21 0,-2 4 58 15,1 3-55-15,0 3-6 16,0 2 2-16,1 3 10 16,2 2 20-16,0 2-21 15,3 2 8-15,1 0 27 16,3 1 5-16,2 5 1 16,4 3-15-16,6 5-2 15,0-2-15-15,0-4 15 0</inkml:trace>
  <inkml:trace contextRef="#ctx0" brushRef="#br0" timeOffset="49265.1293">5870 5913 1337 0,'0'0'155'0,"0"0"-132"0,0 0 41 15,0 0 23-15,0 0-49 16,0 0-38-16,0 0-14 16,36 0-149-16</inkml:trace>
  <inkml:trace contextRef="#ctx0" brushRef="#br0" timeOffset="50435.3762">12026 6314 778 0,'0'0'261'0,"0"0"-48"16,0 0 21-16,0 0 19 15,-14-41-73-15,0 34-12 16,-6 2-51-16,-12 2-9 16,-13 3-12-16,-11 2-8 15,4 8 10-15,9 0-43 16,15 1-25-16,10 3-7 15,0 5 10-15,-1 12 2 16,3 13 12-16,11 16 9 16,7 3-1-16,18-2 15 15,9-7-3-15,5-10-2 16,-3-7-4-16,-3-9-4 16,-5-6-15-16,-1-5 7 0,3 1-8 15,5 0 2-15,2-3-11 16,-2-6-8-16,-2-6-5 15,-1-3-8-15,-3-11-2 16,-1-5 0-16,0-11-3 16,0-11-6-16,-3-12 1 15,-6-8-1-15,-7 0 0 16,-7 1-31-16,-4 6-26 16,-9 3 9-16,0 10 9 15,1 9-27-15,-1 9-18 16,0 4 42-16,-3-2-6 15,-3 2-19-15,-4-2-8 0,1 5-1 16,1 4 9 0,2 3 1-16,2 4 21 0,1 2-1 15,2 1 6-15,1 10-21 16,1 9 16-16,4 0-74 16,4-3-614-16</inkml:trace>
  <inkml:trace contextRef="#ctx0" brushRef="#br0" timeOffset="50597.3587">12212 6383 1989 0,'0'0'256'0,"0"0"-170"16,0 0-18-1,0 0-50-15,-49-21-18 0,28 19-272 16,-2 2-517-16</inkml:trace>
  <inkml:trace contextRef="#ctx0" brushRef="#br0" timeOffset="59204.0151">3750 6546 821 0,'0'0'195'0,"0"0"-30"16,0 0 1-16,0 0 4 15,0 0-5-15,0 0-24 16,-4-9-41-16,4 9-42 15,-2 8-11-15,1 4 38 16,0 5 21-16,-1 2-20 16,1 2-18-16,-1 0-13 0,1 1 12 15,0 0-22 1,-1 0-1-16,2 1 2 0,0 0-4 16,0 1-8-16,0 1-2 15,2 1-1-15,-1 0 3 16,0-1-7-16,0 1-4 15,0-2 1-15,-1 0-10 16,1-1 1-16,-1-1 3 16,0 0-1-16,0 0 1 15,0 0 1-15,0-1-4 16,0 1-1-16,0-2-4 16,0-1-1-16,0 1 3 0,-1-1-4 15,-1 1-6-15,1 1 11 16,1 1-11-16,-1 0 10 15,1 2-12-15,0-2 11 16,0 3-5-16,0-1-5 16,0-2-1-16,-2 0 2 15,1-1-2-15,-1 1 0 16,0 0-1-16,-1 1 1 16,0 2 5-16,0 1-4 15,-1 0-1-15,1 0 0 16,0 0 11-16,0-3-11 15,1-1 1-15,1-1 0 16,-1-2 13-16,1 1-5 0,1 0-3 16,-1-2 0-16,0-1-5 15,0-1 6-15,1-1-6 16,0-2 0-16,0 1 5 16,0-1-5-16,0 0-1 15,0-1 0-15,0-1 2 16,0 0 4-16,0 0-6 15,0-1 0-15,0 1 0 16,0-2 1-16,0 0-1 16,0-2 1-16,0 0 0 15,0-2 0-15,0-1 0 16,0 1 0-16,0-1 0 16,-2 1 0-16,1 0 0 15,1 0-1-15,0 0 0 16,0 1 1-16,0-1 0 0,0 1 0 15,0-2 0-15,0 1 0 16,0 0 0-16,0 0-1 16,1 0 1-16,1 1 0 15,1-2 0-15,-1 1 0 16,0-1 0-16,0-1-1 16,-1-1 1-16,1-1-1 15,-2 1 0-15,1-2 1 16,1 0 1-16,-1 0-1 15,2 0 5-15,1 0-5 16,1 0 5-16,2-2-5 16,1 0 0-16,1-1 0 15,3 1 0-15,2 0 1 0,2 0 7 16,1 0-8-16,2-1 0 16,1 1 0-16,1-1 5 15,2 0-5-15,0 0-1 16,1 0 0-16,-1 1 1 15,-1 1 0-15,-2-1-1 16,0 2-1-16,0-1-3 16,-3 0 3-16,2 0 1 15,0 1-1-15,1-2 1 16,1 1 0-16,1-1 0 16,2 1 0-16,1 0 1 15,-2 1-1-15,1 0 0 0,-2 0-1 16,-1 0 1-1,1 2 0-15,-2 0 0 0,-2 1 0 16,-1-1 0-16,-1 1 5 16,-1-2-5-16,-1 2 0 15,-1-1 0-15,0 1 1 16,0-2 0-16,-2 1-1 16,2 0 1-16,-1-2 0 15,3 1 0-15,-1 0-1 16,1-1 0-16,4 0 5 15,2 0-5-15,1 0-1 16,1 1 1-16,0-1-6 16,2 0 5-16,-1 0 1 15,0 0 0-15,2 0-1 16,-1 0 1-16,1 0 1 0,-2 0-1 16,0 0-1-16,-2 0 1 15,-2 0 6-15,0 0-6 16,-3 0 0-16,1 0 0 15,-3 0 2-15,-1 0-1 16,0 0 0-16,-2 0 0 16,0 0 0-16,-2 0 1 15,-2 0-1-15,-1 0 0 16,-2 0 1-16,-2 0-1 16,1 0 0-16,-1 0 0 15,2 0-1-15,0 0 1 0,2 0 1 16,2 0-2-1,1 0 1-15,0 0 4 0,-1-1-5 16,0 1-3 0,-2 0 2-16,-1 0 2 0,-3 0-2 15,0 0 2-15,-1 0 0 16,-1 0 0-16,1 0-1 16,-1 0 1-16,2 0-1 15,-1 0 1-15,1 0-1 16,-1 0-8-16,1 0 8 15,1 0 6-15,-1 0-6 16,0 0 0-16,0 0 0 16,-1 0-6-16,1 0 6 15,-1 1 4-15,-1-1-4 0,2 2-6 16,-1-1 6-16,0-1 0 16,0 1 0-16,0 0 0 15,0 0 0-15,-1 0-1 16,0-1 1-16,-1 0 0 15,1 0 2-15,-1 0-2 16,0 0 0-16,1 0 0 16,-1-4 0-16,1-4 0 15,-1-3 0-15,0-3 0 16,0-2 7-16,0-3-7 16,-3-1 0-16,0-1 0 15,-1-1 6-15,-1 0-5 16,1-2 0-16,2 0-1 15,-1 0-1-15,0-1-5 0,1 1 5 16,-1 1 1-16,2-1-2 16,-1 2 1-16,2 2 1 15,-1-1 0-15,1 1-1 16,0 0 1-16,0 0-1 16,0 0 1-16,0-1 0 15,0 1 0-15,0 1 0 16,0 0 0-16,0-1 0 15,0 2 1-15,0 0-1 16,0 1 1-16,1 0-1 16,2 1 1-16,-1-1-1 15,1 1 0-15,-1 0-1 16,1 0 0-16,-1-1 1 16,0 0 0-16,1 0-6 0,0 0 5 15,0-1 1-15,0 0-1 16,-1 0 0-16,0 0 0 15,0 0 1-15,-1-1-1 16,-1 2 1-16,1-2 0 16,-1 1 0-16,0-3 1 15,1 2-1-15,-1 1 0 16,1 0 1-16,0 2-1 16,1 1 0-16,-1 0 0 15,2 1 4-15,-1 0-3 16,0-2-2-16,1 1 2 15,1-2 0-15,0 0-1 16,-1-2 1-16,1 0-1 0,0-3 0 16,-1 1-2-16,-1-1 1 15,-1 1-1-15,1 2 2 16,-2 1 0-16,1 1-1 16,-1 1 0-16,0 2 1 15,0 2 0-15,0 1 0 16,1 1 0-16,1 1 0 15,-1 0 0-15,0-1 0 16,1-1-2-16,0 0-8 16,0-2-16-16,1 1 1 15,0-1 2-15,0 2 10 16,0-1-4-16,0 3 2 0,1 1-3 16,-1 2 6-1,0-1 11-15,0 2-11 0,-1-1 1 16,1 1 2-16,0 0 2 15,-1-1-5-15,1-1 11 16,0 0 0-16,0 0-5 16,-1 1-12-16,0 2-3 15,-1 0 12-15,0 2 8 16,-1 0 1-16,1 0-1 16,-1 1 1-16,0 0 0 15,0 1 1-15,0 0-1 16,0 0 0-16,-2-2 6 15,-5 2 0-15,-3-2-5 16,-4 2 1-16,-4 0-1 16,-6 0 0-16,-9 0-1 0,-13 6 1 15,-13 0 0-15,-6 0-1 16,2 1 0-16,4-1-1 16,8-2 1-16,0 0 0 15,4-1 1-15,3 0 1 16,7-1-1-16,8-2 0 15,6 1 0-15,1-1 1 16,-3 0-1-16,-5 0 4 16,-2 0-4-16,-1 0-1 15,2 1 0-15,1 0 0 16,1 1-1-16,3 1-1 16,1-1 1-16,2 1 0 15,1 0 1-15,3 1-1 0,1-1 1 16,3 0 0-1,0-1 0-15,2 1-1 0,1-1 1 16,1-1 0-16,2 1 0 16,1-2 0-16,1 0 1 15,0 0 0-15,-1 0-2 16,0-1-4-16,0-2-4 16,-2 1 1-16,2-1-5 15,-2 0-5-15,0 2-3 16,-1-1-2-16,-2 1-6 15,0 1 5-15,-1 0-2 16,0 0 10-16,-4 0-2 0,3 0-2 16,-3 0 9-16,0 1 0 15,-1-1-2-15,0 0-8 16,1 0 3-16,3 0 7 16,1-1 4-16,3-1-2 15,0 0-7-15,3 0-7 16,2 0 8-16,2 0-7 15,1 1-3-15,3 1 17 16,0-1 7-16,0 1-7 16,0 0 0-16,0 0-1 15,0 0-3-15,0 0-2 16,0 0-6-16,-1 0-4 16,-2 0-15-16,-13 14-20 15,2 1-73-15,-7 1-165 0</inkml:trace>
  <inkml:trace contextRef="#ctx0" brushRef="#br0" timeOffset="62440.4832">4281 7409 1051 0,'0'0'165'16,"0"0"-49"-16,0 0 83 15,-58-25 13-15,34 20 0 16,-3 5 9-16,0 2-28 0,2 11-95 16,-3 15-56-16,0 23-18 15,1 24 22-15,6 10 48 16,11 0 14-16,10-9-15 16,8-16 1-16,12-4 0 15,5-6-17-15,0-12-1 16,12-3-26-16,9-9-8 15,3-8-7-15,9-6 0 16,-5-12-4-16,-2-8 5 16,-2-15-10-16,-2-10-5 15,-7-7-3-15,-7-6 0 0,-10-8-8 16,-12-3-2 0,-11-4-8-16,-14-4-7 0,-17-3-8 15,-11 1-36-15,-7 3-9 16,-4 9-16-16,0 12 0 15,0 11 20-15,4 13-7 16,7 10 12-16,10 6 21 16,9 3-41-16,5 4 30 15,-1 7 7-15,-1 10-3 16,2 13-2-16,8 10-9 16,6-5-15-16,4-9-560 0</inkml:trace>
  <inkml:trace contextRef="#ctx0" brushRef="#br0" timeOffset="63581.5248">11153 7094 608 0,'0'0'219'16,"0"0"1"-16,0 0 28 0,0 0 35 16,0 0-51-16,-52-37-43 15,22 35-35-15,-11 2-98 16,-11 10-31-16,4 4-6 16,8 4-4-16,14 0-6 15,6 3 26-15,0 13 1 16,4 13 39-16,8 7-20 15,8-3 54-15,13-10-15 16,5-13 10-16,13 1-25 16,14-1-4-16,10-2 3 15,9-1-40-15,-2-11 33 16,-8-12-31-16,-11-2-2 16,-11-4-11-16,-10-6-12 15,-6-5 3-15,-1-11-5 0,-1-17-2 16,-6-19-6-16,-8-9-5 15,-9-2-43-15,-10 3-34 16,-1 14-17-16,2 13-50 16,2 11 8-16,1 15-35 15,0 7 50-15,-5 0 31 16,-4 5-18-16,-5 3-18 16,-1 2 21-16,-3 22-12 15,7-1 16-15,7 0-35 0</inkml:trace>
  <inkml:trace contextRef="#ctx0" brushRef="#br0" timeOffset="63716.772">11239 7091 1430 0,'0'0'192'15,"0"0"-192"-15,-54-23-76 16,29 17-879-16</inkml:trace>
  <inkml:trace contextRef="#ctx0" brushRef="#br0" timeOffset="66208.6122">5282 6579 492 0,'0'0'149'0,"0"0"-34"16,0 0 76-16,0 0 66 16,0 0-41-16,0 0-94 15,-14-9-45-15,26 9 9 16,6 0-26-16,12 0 6 15,13 0-2-15,14 0 2 16,7 0 3-16,1-5-13 0,-2 2-3 16,-4-2-19-16,1 1-2 15,0 0-2-15,1 0-11 16,0 0-1-16,-1 0-2 16,-1-1-6-16,-2 1 1 15,-3 1-10-15,-4 0 7 16,-3 1 5-16,-10 2-13 15,-9-1 6-15,-8 0-6 16,-3 1 0-16,2 0 0 16,2-1 0-16,1 0 0 15,-1-2 1-15,-1 0 0 16,-1 1 5-16,0 0-5 16,-3-1 0-16,1 1 1 0,-2 2 4 15,-3-1-6-15,0 1 1 16,-2 0-1-16,-3 0 1 15,-2 0-1-15,-2 0 1 16,-1 0 0-16,-1 0 1 16,0 0 0-16,0 0-1 15,0 0 0-15,2 0 1 16,0 0-1-16,0 1 0 16,2 1 1-16,0 1-1 15,1 2 5-15,1 2 3 16,0 1 6-16,3 4 13 15,-1 3 15-15,2 3 4 16,1 2 14-16,0 5 5 0,1 7 5 16,2 9 17-1,-1 11 0-15,1 3-26 0,-4 3 2 16,-2-5-13-16,-2-1-12 16,0 2-20-16,0-3 1 15,0 0 1-15,1-5 1 16,-1-3 4-16,1 0 1 15,0 0 1-15,-1-2-8 16,-1 0-1-16,-1-1 8 16,0 0-5-16,-1-2-11 15,2 3 1-15,-2-2 0 16,-2 0-3-16,0-6 0 0,-1-7-2 16,-1-6-5-16,0 7 7 15,0 9-2-15,0 1-1 16,0 0 14-16,-1-6-10 15,-1-6-2-15,0 3 0 16,-1 3-8-16,2 0 0 16,-2-4 0-16,1-4 1 15,-1-3-1-15,-1-6 1 16,1-1 1-16,0-3-2 16,-1-2 9-16,0-2-9 15,1-1 0-15,-2 0 0 16,1-1 1-16,1 1 5 15,-2-1-6-15,1 2 0 16,-1-1 1-16,0-2 0 16,0 1-1-16,1 0 1 0,1-2 0 15,-1 2 0-15,1-2-1 16,-1 1 0-16,0 0 0 16,2-1-1-16,-2 1-6 15,1-1 6-15,0 1-7 16,0-1 7-16,-1 0-7 15,1 0 8-15,-1 1-8 16,-1-1 8-16,-2 1 0 16,-2-3-6-16,-3 0 5 15,-3 0-6-15,-4 0 1 16,-3 0 4-16,-4 0-5 16,-9-3 6-16,-11 1 1 15,-12 1-1-15,-5-1 0 0,2 2-8 16,8 0 9-1,13 0 0-15,9-1-1 0,7 0 1 16,2 1 0-16,-5-1-11 16,-5 0 11-16,-2 1 0 15,0-1 0-15,0 0-1 16,-1 1 1-16,0 0 0 16,-1 0 0-16,1 0 0 15,-1 0 7-15,-1 0-6 16,1 0-1-16,-1 2 1 15,0-2 0-15,1 2 0 16,-1-2-1-16,1 0-10 0,0 0 10 16,3 0-1-1,-1 0 1-15,2 0 0 0,0 0 0 16,0 0 0-16,1 0 0 16,-1 0 0-16,1 0 0 15,1 0 0-15,3 0 9 16,2 0-9-16,4 0 1 15,4 0 0-15,3 0-1 16,4 0 1-16,1 0-1 16,3 0 1-16,-1-2-2 15,1 0 2-15,0 0-1 16,0 0 0-16,-1 2 0 16,1-1-1-16,0 0 2 0,1-1-2 15,-1 1 2-15,3 0-1 16,-1-2 1-16,1 1 0 15,1 0 0-15,2-1 7 16,-1-1-7-16,1 0-1 16,0-1 5-16,0-4-5 15,0-2 0-15,0-3-1 16,0-4 0-16,1-3 1 16,1-8 5-16,-2-11-4 15,0-13-1-15,-6-6 0 16,-1 1-11-16,1 2-17 15,2 7 1-15,0-1 4 16,1-2-4-16,-2 3-1 16,0 1-8-16,-2 4-9 15,-2 2 5-15,-1 0-29 0,-2-1-19 16,-2-1-31-16,0 0-18 16,0 1-26-16,2 3-113 15,5 12-96-15,4 5-478 0</inkml:trace>
  <inkml:trace contextRef="#ctx0" brushRef="#br0" timeOffset="67179.7661">5763 6681 1324 0,'0'0'278'16,"-39"-2"-30"-16,0 4 9 15,-1 9-46-15,2 4-79 16,1 12-77-16,6 15-10 16,2 17 11-16,3 12 19 0,15 1 33 15,11-5 16-15,13-11-38 16,13-7-27-16,8-9 28 15,13-7 18-15,8-9-21 16,5-10-12-16,3-8-14 16,-1-6-17-16,-5-13 11 15,-12-6-14-15,-6-10-14 16,-10-7-6-16,-15-8-12 16,-8-11 0-16,-12 0-6 15,-18-4-24-15,-14 0-26 16,-6 2-17-16,-2 6-8 15,1 9-8-15,9 12-9 16,6 14-1-16,6 7 22 0,3 5 37 16,-4 4-17-16,-2 0-40 15,-1 6 3-15,4 20 13 16,7-1 8-16,10-1-441 0</inkml:trace>
  <inkml:trace contextRef="#ctx0" brushRef="#br0" timeOffset="68214.6296">12018 7130 1213 0,'0'0'235'0,"-40"-11"-34"15,13 7 30-15,-5-1 14 16,-1 4-64-16,0 1-10 16,2 0-14-16,2 8-69 0,4 6-40 15,4 5-8 1,1 10-2-16,6 9 18 0,6 9 7 16,7 2-1-16,5-3 0 15,12-5-14-15,2-11 11 16,0-4-4-16,-1-7-23 15,-1-4-7-15,5 1-1 16,5-2-6-16,2 1-3 16,0-7-3-16,-2-5-3 15,-3-3 0-15,-2-2-3 16,-1-9 1-16,-3-5 8 16,-2-4-14-16,-1-5 10 15,-2-7 1-15,-3-9-11 0,-5-8 8 16,-4-2-9-16,0 9 0 15,-7 12-10-15,0 10-20 16,-1 5-8-16,0-1-5 16,-1 0-9-16,-1 1 11 15,2 5 16-15,1 4-7 16,2 2 7-16,-2 2-1 16,1 0-11-16,-4 2-21 15,-4 3-132-15,1 2-299 16,0 0-321-16</inkml:trace>
  <inkml:trace contextRef="#ctx0" brushRef="#br0" timeOffset="68372.8348">12137 7165 1854 0,'0'0'286'0,"0"0"-72"16,-40-5-112-16,5 2-102 15,-31 3-31-15,7 0-281 16,-6 1-559-16</inkml:trace>
  <inkml:trace contextRef="#ctx0" brushRef="#br0" timeOffset="74137.8549">7046 3926 1134 0,'0'0'338'0,"0"0"-65"16,0 0-8-16,0 0-43 16,0 0-16-16,0 0 16 15,42-2-43-15,-14 1-45 16,3 0-53-16,3 1-29 16,1 0-14-16,1 0-5 15,0 0-8-15,-1-1-14 16,1-2-1-16,-3 0-9 15,-3-1-1-15,-6-1-56 0,-6 1-95 16,-7 1-191-16,-8-1-284 16,-3 3-392-16</inkml:trace>
  <inkml:trace contextRef="#ctx0" brushRef="#br0" timeOffset="74357.3886">7128 3987 1877 0,'0'0'329'0,"0"0"-101"16,0 0-9-16,0 0-10 15,53 18-33-15,-29-16-58 16,1-2-43-16,3 0-34 16,2 0-25-16,-1 0-4 15,1-3-12-15,-2 0-15 16,10-1-97-16,-7 0-249 15,-4-2-560-15</inkml:trace>
  <inkml:trace contextRef="#ctx0" brushRef="#br0" timeOffset="75279.6037">8201 3850 329 0,'0'0'31'16,"0"0"560"-16,-39 0-416 0,25 0 16 16,2 0 6-16,5 2 55 15,4-2-31-15,3 3-89 16,3 0-48-16,17 4 12 15,22 2 70-15,30 1 26 16,24 0-44-16,22-4-41 16,12-3 3-16,5-3-4 15,13 0-25-15,7 0-27 16,3 1-11-16,-3 5-9 16,-9 2-1-16,-15 3-25 15,-21 2-8-15,-22-2 6 16,-29-2 2-16,-24-3-8 0,-18-4-21 15,-13 0-37-15,-4-2-44 16,-3 0-38-16,-18 0-63 16,-31-4-178-16,3-1-213 15,-3 0-61-15</inkml:trace>
  <inkml:trace contextRef="#ctx0" brushRef="#br0" timeOffset="75612.5749">8391 4032 1607 0,'0'0'239'16,"0"0"-147"-16,0 0 39 16,0 0 59-16,33 41 74 15,45-35-1-15,28-4-49 16,22-2-54-16,14 0-23 15,2-5-39-15,7 0 4 16,3 1-16-16,-4 2-13 16,-8 0-38-16,-14 2-5 15,-21-1-5-15,-22-2-1 16,-28 1-24-16,-24 0 1 16,-17 1-1-16,-11-1 0 15,-3 1 0-15,-2-1-22 16,-11-1-62-16,-37 3-123 0,0 0-331 15,-9 0-655-15</inkml:trace>
  <inkml:trace contextRef="#ctx0" brushRef="#br0" timeOffset="84551.3919">2161 3056 204 0,'0'0'69'0,"0"0"792"0,0 0-664 16,0 0 41 0,0 0 29-16,0 0-41 0,-16 0-66 15,16 0-37 1,0 0-25-16,0 0-22 0,0 3-14 15,6 1 28-15,4 2 14 16,6 0-5-16,4 0-23 16,4-1-3-16,12 0-16 15,8 1-17-15,-2-3-5 16,-3 0-10-16,-5-1-5 16,-6-1-7-16,5-1 2 15,3 1-6-15,-1-1 12 16,0 0-4-16,-2 0-5 15,1 0 0-15,0 0-3 16,-2 0-3-16,2 0 0 16,-3 0 5-16,1 1-9 0,-1 1 5 15,-1 1-7-15,-1 0 1 16,0 1 0-16,0-1 0 16,-1 0 0-16,3 1 5 15,-1-2-4-15,1 0 7 16,-1 0 0-16,-1 0 0 15,-1 0-8-15,1 0 7 16,-1 0-7-16,2 1 7 16,-1-1-2-16,1-1 0 15,-2 1-5-15,0-2 8 16,-2 1-3-16,1-1-5 16,-3 0-1-16,3 0 1 0,-2 0 0 15,1 0 0 1,0 0 0-16,1 0 5 0,2 0-4 15,1 0-1-15,0 1 5 16,2-1 0-16,-1 1-5 16,2-1 8-16,-1 0-8 15,1 0 8-15,-2 0-3 16,1 0-5-16,-2 0 1 16,0 0 13-16,0-3-8 15,0 1-7-15,-1 0 0 16,0 0 12-16,0-2-11 15,1 2 5-15,0-2 2 16,2 1 1-16,-1 1-2 16,0-2-6-16,0 1 5 0,-1-1-5 15,0 1 5-15,0 0-6 16,-1 1 1-16,0-1 6 16,2 0-6-16,0 1 0 15,0-1 0-15,2 1 5 16,0 0-6-16,0 0 0 15,0 0-1-15,0-1 1 16,0 2-1-16,-2-1 1 16,0 0 1-16,-1 1 0 15,-1-2-1-15,1 3 2 16,0-3-2-16,0 2 2 16,2-3-1-16,-2 3 0 15,2-2 5-15,-1 1-5 16,0 0 0-16,0 0 0 0,-1 1 0 15,1 0-1-15,-1-1-1 16,0 0 1-16,6 0 0 16,-3 0 0-16,1 0-1 15,3-1 1-15,-5 1 0 16,4 0 1-16,-2 0-1 16,-1 0 0-16,-4 1 0 15,-1 0 0-15,-3 0 1 16,-1 0 1-16,1 1-1 15,1-1 0-15,-1 1 0 16,3-1 5-16,-1 1-6 16,-1 0-2-16,-1 0 1 0,0 0 0 15,2 0 1-15,2 0 0 16,1 0 13-16,1 0 1 16,-2 0-13-16,-1 0 11 15,-1 0-3-15,-1 0 3 16,-2 0-3-16,-2 0 0 15,0 0 0-15,-2 0 2 16,-2 0-2-16,-1 0 0 16,0 0 1-16,-3 0-2 15,0 0 1-15,0 0 0 16,0 0 6-16,1 0-3 16,2 0 3-16,0 0-2 0,2 0 7 15,-1 0-1 1,2-2 2-16,1 0-4 0,0 0 1 15,1 0-6-15,-2 0 0 16,2 0 1-16,-2 0 1 16,0 0 5-16,-2 0 5 15,0 0-3-15,-3 0-4 16,0 0 1-16,-1 0-3 16,-1 1-2-16,0 0 3 15,0-1-16-15,-2 1 0 16,2 0 0-16,-1 0 0 15,2 0 0-15,0 1 0 16,-1-1 0-16,1 1 0 16,-3-1 0-16,1 1 0 15,-2 0 0-15,-1 0 0 0,-1-1 0 16,-3 1 0 0,0-1 0-16,-2 1 0 0,-1 0 0 15,0 0 0-15,-2 0 0 16,0 0 0-16,0 0 0 15,0 0 0-15,0-1 0 16,0 1 0-16,0-1 0 16,-2 1 0-16,-9-3-27 15,-14 0-168-15,-31-4-140 16,4 1-396-16,-4-1-1188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06:31.4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3166 5141 459 0,'0'0'360'0,"0"0"-191"15,0 0-11-15,0 0 17 16,0 0 14-16,0 0-50 15,-3-13-67-15,3 20-5 16,2 4 62-16,-1 5 16 16,1 6-29-16,-2 7-7 15,0 12-8-15,0 7 13 0,0 4-21 16,-2-2-25 0,2-2-2-16,0-2-17 0,0-1-4 15,0 1-6-15,0-3-4 16,2-2 3-16,-1 1-11 15,-1-1-6-15,0 0-2 16,0-1-2-16,0 0-2 16,0 1-14-16,-1-1 5 15,-2 2 4-15,0-6-4 16,1-7-5-16,0-6 5 16,0-1 0-16,1 2 0 15,-1 4 0-15,-1 4-5 0,1-3 10 16,1-1-2-1,-1-1 0-15,0-4 6 0,1-1-6 16,1-1-2 0,0-1-6-16,0-3-1 0,0 0 1 15,0-2 7-15,0 1-2 16,0 0-5-16,0-1 7 16,0 2-7-16,0 0 0 15,0 3 0-15,0 1 0 16,0 1 1-16,0 0 4 15,-2-1 0-15,1-1-5 16,1 0 5-16,-1-1-6 16,1-2 1-16,0-1 1 15,0-1 5-15,0-3-6 16,1-2 0-16,0-2 5 0,1-3-5 16,-2-1 6-1,1 1-6-15,1-2 4 0,0-1-5 16,0 1 1-16,0-1-1 15,1-1 0-15,0 1 0 16,0-2 0-16,3 0 6 16,2 0-5-16,1 2-1 15,2-2 1-15,1 1 0 16,3 1 1-16,0-1-1 16,4 0 0-16,0 0 5 15,1-1-6-15,4 0 1 16,4 0-1-16,0 0 1 15,2-1 1-15,2-1-2 0,-2 2-6 16,0-1 6-16,-3 1 0 16,0 0 1-16,0 0-2 15,-3 0 2-15,3 0-1 16,-1 0 0-16,0-1 1 16,1-2 0-16,2 1 0 15,1 0 8-15,-1 0-3 16,3-2 1-16,-3 3-1 15,2-1 5-15,-2 1-5 16,-2 1-5-16,0-2 5 16,-1 2-5-16,0 0-1 15,-2-1 0-15,2 0 0 16,-2 0 2-16,1-1-1 0,1 1 7 16,-2 0-7-16,1-1-1 15,-1 1 6-15,0 1-5 16,-1-1 0-16,-1 1 0 15,0-2 0-15,1 1 0 16,-1 0 0-16,1-1 0 16,0 0 1-16,2 1-1 15,-1-1 9-15,0 1-9 16,-1-1 5-16,1 0-5 16,-3 0 0-16,-3 0 0 15,0 0 0-15,-4 1-1 16,-3-1 0-16,1 1 0 15,-5-1 0-15,-3 0 2 16,2 1 5-16,-3-1 8 0,-1 0-1 16,-1-1-5-1,1 1 0-15,-1-2-2 0,0 1 2 16,0-2-8-16,-1-1 8 16,1-2-8-16,0-3 0 15,1-3-1-15,-1-3 0 16,3-9 0-16,0-8 1 15,0-10 1-15,0-2-1 16,-1 3 0-16,-1 3-1 16,-2 3 8-16,0-2-8 15,0-2 2-15,0 0-2 16,-1-1-3-16,0 1 1 16,1 2 1-16,0-1 1 0,0 3 0 15,0 4-1-15,0 6 1 16,0 8 1-16,0 0-1 15,1-1 2-15,1-4-1 16,-1-2-1-16,2 0 0 16,-1 0 9-16,1 0-9 15,-1 1-5-15,1 0 4 16,0 2 0-16,0 2 0 16,0 0 1-16,0 0-1 15,0 1 1-15,0-1-1 16,-1 1 1-16,-1-2 0 15,-1 0 1-15,0-3-1 16,0 1 6-16,0 1-6 0,0 0 0 16,-4 1 1-16,-1 2 1 15,0 1-1-15,-2 2 0 16,1 1 0-16,-1-1 0 16,1 0 0-16,-1-1 0 15,1-1 0-15,2-3 0 16,0 0-1-16,1 0-1 15,2-1 0-15,0 2-1 16,1 3 1-16,0 2 0 16,0 3 0-16,0 4-1 15,0 1 2-15,0 3-1 16,0 3 0-16,0 1 0 0,0 0 1 16,0 1-1-16,0 0 0 15,-1 0 0-15,0 0 0 16,-1-1 1-16,-3 1-1 15,-2-1 0-15,-3 1-1 16,-3-2 1-16,-5 1 0 16,-5 0 1-16,-3-1 0 15,-11 0-1-15,-11-1 0 16,-13 2 0-16,-7 0 0 16,0 1-1-16,0 0 2 15,5 1 0-15,-2 4 0 16,-1-1 1-16,0 2-1 15,2-1 1-15,0 1-1 16,3 2 0-16,-1 0-1 16,1 1 1-16,4-1-1 0,3 1 1 15,3 0 1-15,4-1-1 16,8-1 6-16,8-1-6 16,8-3 0-16,4-2-1 15,-1 3 1-15,0-3 0 16,-2 2-1-16,6-2 0 15,3 0 1-15,3-1 0 16,2 0 0-16,2 0 0 16,1 0 0-16,2 0 0 15,1 0 0-15,1 0 0 16,-1 0 0-16,1 0 0 16,1 0 0-16,0 0 0 15,0 0-7-15,0 0-68 0,0 0-100 16,0 4-346-1,0-1-377-15</inkml:trace>
  <inkml:trace contextRef="#ctx0" brushRef="#br0" timeOffset="161.5353">3085 5259 1207 0,'0'0'813'0,"0"0"-715"16,-38 5-39-16,26-2-6 15,5-2 1-15,3 2-26 16,-5 7-28-16,2 0-129 16,-3 1-825-16</inkml:trace>
  <inkml:trace contextRef="#ctx0" brushRef="#br0" timeOffset="1412.4347">11408 6939 325 0,'0'0'695'0,"0"0"-397"16,0 0 14-16,0 0 10 16,0 0-54-16,0 0-35 15,0-2-35-15,13-1-43 16,7-1-36-16,5-2-26 0,4 0-27 16,4-1-21-1,0 0-26-15,1 0-10 0,-4 0-8 16,-5 2-1-16,-6 1-17 15,-6 1-95-15,-6 2-148 16,-7 1-227-16,-5 0-158 16,-6 0-867-16</inkml:trace>
  <inkml:trace contextRef="#ctx0" brushRef="#br0" timeOffset="1629.7438">11405 7006 225 0,'0'0'1379'0,"0"0"-1024"16,0 0-75-16,0 0 47 16,0 0-24-16,50 8-89 0,-4-8-58 15,16-3-34-15,6-5-30 16,-6-2-31-16,-15 2-26 16,-17 4-22-16,-10 0-5 15,-7 2-8-15,-2 0-35 16,-8 2-126-16,-3 7-305 15,-7-2-616-15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06:50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8366 4104 1431 0,'0'0'402'15,"0"0"-76"-15,0 0-147 16,0 0 32-16,0 0 11 16,0 0-15-16,47 0-23 15,-5-11-52-15,18-5-51 16,9-2-33-16,1 0-24 15,-8 4-8-15,-19 4-15 16,-12 4-1-16,-10 2-1 0,-8 1-11 16,-3 1-6-1,-2-1-14-15,-2 1-7 16,-6-1-56-16,-11-1-148 0,-5 2-343 16,-4-1-298-16</inkml:trace>
  <inkml:trace contextRef="#ctx0" brushRef="#br0" timeOffset="420.7644">8499 3924 1164 0,'0'0'823'0,"0"0"-493"15,0 0-26 1,0 0-104-16,0 0-17 15,0 0-107-15,0 0-48 16,0-4-4-16,0 4-13 0,-1 3-11 16,-5 7 9-16,-3 7 5 15,-3 6 7-15,-8 12 16 16,1-2 5-16,-1 0-4 16,4 0 3-16,6-8-2 15,5 2-9-15,5-4 3 16,4-3-6-16,11-3 3 15,12-3 6-15,12-2 11 16,12-8 7-16,3-4-15 16,2-3-18-16,-2-10-9 15,-3-3 10-15,0 0-22 0,-9 1-6 16,-11 4-7-16,-12 4-2 16,-8 2-33-16,-4 3 19 15,-3 0-8-15,-3 2-11 16,-15 7-45-16,-7 5-187 15,-8 4-503-15</inkml:trace>
  <inkml:trace contextRef="#ctx0" brushRef="#br0" timeOffset="3199.0966">4201 4656 905 0,'0'0'259'0,"0"0"-72"16,0 0 37-16,0 0-17 16,0 0 1-16,0 0-68 15,0 0-81-15,-14-23-29 16,14 23-15-16,-1 0-6 16,1 1-8-16,0 8 1 15,0 4-1-15,0 5 9 16,0 3 46-16,2 0 5 15,1 1-9-15,0-3-15 16,0-1-18-16,-2-2-11 16,-1-2-7-16,0-2-1 15,-2-2-6-15,-6-2-49 16,-1-3-13-16,-2-3-3 16,-3-2 1-16,0-1 19 0,-1-6 29 15,2-3 22-15,2-3 4 16,1 1 15-16,3 0 34 15,2 2-4-15,4 2 9 16,0 3-3-16,1 3-17 16,0 2-20-16,5 0-11 15,5 6 8-15,3 4 9 16,4 2 12-16,2 0-8 16,1 2 6-16,2 0-19 15,-1-2 37-15,0-2-19 16,-2-2-14-16,-3-2-11 15,-5-3-8-15,-2-1 2 16,-4-2-1-16,-2 0 7 0,-1 0-1 16,0-7 0-1,-2-1-7-15,0-3-14 0,0 1-4 16,-2 0 2-16,-2 2-2 16,0 2 0-16,-2 5-10 15,0 1-3-15,0 0-5 16,-2 8 3-16,-1 3-5 15,1 1-43-15,2 1-36 16,2 4-79-16,2-3-127 16,2-3-289-16</inkml:trace>
  <inkml:trace contextRef="#ctx0" brushRef="#br0" timeOffset="3389.7937">4366 4855 530 0,'0'0'1109'16,"0"0"-905"-16,0 0-54 15,0 0-41-15,0 0-42 16,0 0-45-16,-36 49-22 16,22-34-233-16,-2 0-1054 0</inkml:trace>
  <inkml:trace contextRef="#ctx0" brushRef="#br0" timeOffset="13560.8249">4871 5238 614 0,'0'0'357'0,"0"0"-105"16,0 0-71-16,0 0 34 0,0 0-15 16,0 0-37-16,-6-5-33 15,6 5-21-15,0 0-33 16,1 0-38-16,6 1-17 16,3 3 13-16,4 1 12 15,4 0-1-15,5 1 1 16,3-1 9-16,4 0-2 15,4 0-15-15,0 0 2 16,3-2-7-16,-1 0-5 16,1-1-15-16,0 0-5 15,-1-2 28-15,1 0-15 16,1 0-8-16,-1 0 8 16,-1 0-3-16,-1 0-11 15,-2 0 7-15,-1 0-8 0,-2 0 13 16,1 0-4-16,-2 0-3 15,2 0 2-15,-1-1-7 16,0 1-5-16,0-1 5 16,2 1 10-16,-1 0-17 15,1 0 1-15,0 0 9 16,2 0 1-16,0 0 1 16,0 0-12-16,0 0 0 15,6 0 12-15,6-2 11 16,-4 1-5-16,-6 0 1 15,-4-1-8-15,-7 2-2 16,3-2-2-16,1 1 2 0,-1 0 5 16,-4 1 1-1,-2 0-14-15,-3 0 11 0,-2 0-12 16,-3 0 1-16,-2-1-1 16,-1 0 1-16,-2 1 11 15,-2-1-3-15,0 1 9 16,-1-1-4-16,-1 1 1 15,-1 0-8-15,1 0 2 16,-2 0-3-16,0 0-4 16,1 0 4-16,-3 0 0 15,1 0-5-15,-2 0 8 16,0-1-9-16,0 1 0 16,1 0 0-16,-1 0-1 15,0 0 1-15,0 0-2 16,0 0-14-16,0 0-17 0,1 0-23 15,2 0-164-15,1 0-515 16,1 0-874-16</inkml:trace>
  <inkml:trace contextRef="#ctx0" brushRef="#br0" timeOffset="16821.5487">8851 5264 700 0,'0'0'185'0,"0"0"-52"0,0 0 39 16,0 0 5-16,0 0-22 15,0 0-34-15,0 0-32 16,-2-4-31-16,10 4 17 16,3 2 60-16,4 3-32 15,4 0-10-15,3 1-20 16,3 0-24-16,1-1-2 16,5 2-10-16,6-1-6 15,8 0-6-15,5 1 1 16,3-3-1-16,-2-2-4 15,-4-1-6-15,-2-1 10 16,1 0-3-16,0 0-2 0,1-3-12 16,0 1-2-1,1 1 8-15,1-1-2 0,0 1-2 16,1-1 1-16,0 1-4 16,-1 0-5-16,-2 1 5 15,-2 0-7-15,-2 0 6 16,-2 0-5-16,-6 0-1 15,-7 0 10-15,-5 0-4 16,0 0 0-16,3 0-6 16,6 0 2-16,8 0 8 15,7 0 10-15,-6 0-5 16,-3 0 5-16,-5 0 1 16,-7 0-7-16,5 0-4 15,2 0 1-15,0 0-2 16,-2 1 4-16,-1-1-1 0,0 1-6 15,0 1 6 1,-1-2-3-16,0 1-2 0,0 0 4 16,1 0 7-16,0 0-11 15,1 0 10-15,-1 1-10 16,1-1 5-16,-1 0-1 16,-2 1-10-16,-1 0 5 15,-1 0-4-15,-1-1 14 16,-1 0 2-16,0-1 1 15,-1 0-11-15,-2 0-7 16,-1 0 5-16,0 0-4 16,-2-1 14-16,1-1 10 15,-2-1-17-15,-1 1 1 16,0 1-9-16,0-2 11 16,0 1-1-16,-1 1-4 0,2-1 10 15,-2-1-16-15,-2 1 9 16,0 0-4-16,-3 0-5 15,-2 0 0-15,0 1 8 16,-3 0 4-16,2 0-4 16,-2-1-8-16,1 1-1 15,-2 1 6-15,-1-2-6 16,1 2-1-16,-1 0 1 16,-2-1 1-16,1 1-1 15,-1 0 1-15,0 0-1 0,-1 0 0 16,0 0 1-1,0 0 0-15,-3 0-1 0,-36 0-76 16,0 0-393 0,-11 1-530-16</inkml:trace>
  <inkml:trace contextRef="#ctx0" brushRef="#br0" timeOffset="19544.2742">15600 5307 1260 0,'0'0'321'0,"0"0"-79"15,0 0 44-15,0 0-42 16,0 0-96-16,0 0-48 15,0 0-20-15,47-11-28 16,-16 11-14-16,12 0-4 16,8 0-9-16,-3 0-13 15,-9 0-4-15,-13 0-8 16,-6 0 2-16,1 0 7 0,1 0-9 16,-2 0 0-1,-6 0-11-15,-6-2-85 0,-6 2-66 16,-5 0-104-16,-10-1-266 15,-1 1-382-15</inkml:trace>
  <inkml:trace contextRef="#ctx0" brushRef="#br0" timeOffset="19751.2103">15531 5368 1294 0,'0'0'243'15,"0"0"-116"-15,0 0 110 0,0 0 14 16,65 15-56-16,-25-12-57 16,2-1-48-16,-5 0-39 15,-5-2-30-15,-7 0-10 16,7 1-11-16,-5-1-148 16,-11 0-461-16</inkml:trace>
  <inkml:trace contextRef="#ctx0" brushRef="#br0" timeOffset="21083.8864">12738 4959 1196 0,'0'0'274'16,"0"0"-74"-16,0 0-51 0,0 0-32 15,0 0-34-15,-7-40 1 16,6 23 15-16,1-2-19 15,0-4-19-15,1-2-23 16,5-2-14-16,2 1-5 16,1 2-14-16,2 2-5 15,1 2-12-15,2 2 6 16,2 0-9-16,4 1-1 16,2 1 2-16,3 1 0 15,4 1-4-15,8-1 2 16,7 0 14-16,9 2 2 0,3 1-1 15,-3 3-7 1,-4 4 8-16,-4 1 0 0,1 0 1 16,1 2-1-16,1 0 1 15,-2 2 0-15,-1 0 1 16,-7 0-1-16,-8 1 5 16,-6 3 15-16,-4 1-6 15,5 1-8-15,4 2 3 16,3 2 8-16,-1 2 4 15,0 0-7-15,0 3 6 16,-2-1-3-16,-1 2-2 16,0 2-1-16,-3 0 3 15,-1 2 3-15,-2-1 7 16,-2 1-9-16,-2-1-8 0,-1-1 23 16,0-1 11-16,-2-1-4 15,0-2-14-15,-1 1-4 16,-2-4 0-16,-2 1-2 15,-3-3 2-15,0-1-5 16,-4-3-8-16,-2-1 1 16,0-1-2-16,-1 0 0 15,0-1-1-15,0 0-6 16,0-1 5-16,0 1-5 16,0-1 5-16,0 1-5 15,0 0-1-15,0-1 0 16,0 2 0-16,-1-2-1 15,1 1-2-15,-1 0-44 0,1 0-51 16,-3-1-55 0,-10 0-126-16,0-1-52 0,-4 0-274 0</inkml:trace>
  <inkml:trace contextRef="#ctx0" brushRef="#br0" timeOffset="21332.1017">13883 4872 1114 0,'0'0'536'0,"0"0"-452"16,0 0 2-16,0 0 78 15,0 0 53-15,41 14-69 16,-23-5-13-16,3 1-19 0,3-1-25 16,2 1-25-16,-1-2-26 15,2-2-16-15,-1-1-12 16,0-1-5-16,-3-2-7 15,-3-1-11-15,-3-1-93 16,-3 0-50-16,-5-7-125 16,-3-1-110-16,-5-1-441 0</inkml:trace>
  <inkml:trace contextRef="#ctx0" brushRef="#br0" timeOffset="21532.3088">14180 4810 1252 0,'0'0'337'0,"0"0"-139"16,0 0-49-16,0 0 2 16,0 0-5-16,0 0 14 15,-5 38-26-15,3-16-33 16,0 2-40-16,-1 1-24 16,-1-1-22-16,-1 2-15 15,-8 7-41-15,1-6-176 16,-2-4-422-16</inkml:trace>
  <inkml:trace contextRef="#ctx0" brushRef="#br0" timeOffset="22398.9763">12677 4826 967 0,'0'0'205'0,"0"0"-46"16,0 0 18-16,0 0 84 15,0 0-71-15,0 0-33 16,0 0-6-16,0-23-49 15,1 23-34-15,1 0-23 16,1 4-20-16,3 5-3 0,2 6 11 16,1 4 19-16,1 2 8 15,1 1-10-15,1-1 1 16,-1-2-5-16,2-3-13 16,-2-2-1-16,0-4-1 15,-1-4-6-15,2-3 5 16,0-3 0-16,3 0 0 15,3-7-5-15,1-5-13 16,1-2-10-16,0-3 2 16,0-2-4-16,-4 1-19 15,-1 3-9-15,-4 3-10 16,-4 2 2-16,-3 6-7 16,-3 2 1-16,-1 2 2 15,-6 2-144-15,-5 4-301 0,-1 3-334 0</inkml:trace>
  <inkml:trace contextRef="#ctx0" brushRef="#br0" timeOffset="26616.6246">8742 1742 2192 0,'0'0'322'16,"0"0"-117"-16,0 0-73 15,-11 55-22-15,11-3 29 16,6 8-19-16,6 1-39 0,2-10-26 15,-1-6-29 1,-1-4-16-16,-2-7-2 0,-4-8-8 16,-2-8-63-1,-4-9-130-15,0-2-182 0,-3-8-164 16,-5-7-27-16,-3-7-480 0</inkml:trace>
  <inkml:trace contextRef="#ctx0" brushRef="#br0" timeOffset="26841.3424">8706 1792 1179 0,'0'0'375'16,"10"-47"-58"-16,1 34-100 16,5-1-43-16,5 1-54 15,5 2-28-15,2 5-18 16,2 5-16-16,-2 1-4 16,-3 2 1-16,-4 7-12 0,-6 4-15 15,-8 2-8-15,-5 4-5 16,-2 2-2-16,-13 2-2 15,-6 1-11-15,-3 0-8 16,0-1-86-16,3-6-73 16,7-2-75-16,6-5-234 15,6-6-298-15</inkml:trace>
  <inkml:trace contextRef="#ctx0" brushRef="#br0" timeOffset="27547.1774">9064 1737 1277 0,'0'0'600'0,"0"0"-274"16,0 0-122-16,-40 13-59 15,28 0 47-15,1 5-45 16,2 2-42-16,3 3-30 16,4 1-21-16,2-1-9 15,2-3-21-15,7-4-12 16,5-2-2-16,3-6-9 15,1-4 7-15,1-4-8 16,0-2-12-16,0-10-40 16,-3-5-13-16,-2-4-12 15,-4-5-3-15,-3-2 18 16,-5-2 2-16,-2 3 28 16,-3 2 22-16,-7 4 10 15,-3 4 0-15,-1 5 18 0,1 4 4 16,3 4 4-16,2 3-7 15,5 1-19-15,3 4-1 16,0 5 0-16,10 1-7 16,5 3 1-16,8-2 6 15,3-1-6-15,4-3-31 16,-1-1-8-16,-2-4-3 16,-3-2 10-16,-4 0 21 15,-5-3 12-15,-4-2 6 16,-4 0 1-16,-3 1 10 15,-3 1 26-15,0 1 58 16,-1 2 9-16,0 0-22 16,0 4-49-16,-2 6-17 15,-1 4 15-15,0 4-2 16,2 1-1-16,1 2-2 0,1-2 1 16,7-1-11-16,4-3-4 15,2-4-4-15,3-4-7 16,1-5 5-16,0-2-5 15,-1-8-1-15,-1-7-14 16,-3-6-14-16,-4-9-2 16,-6-8 6-16,-3 2-2 15,-3 4 4-15,-9 9-6 16,-3 8 8-16,-5 5 4 16,-5 3-7-16,-1 7-26 0,0 2-62 15,4 9 38 1,7 3-42-16,13 6-130 0,2-4-253 15,7-5-291-15</inkml:trace>
  <inkml:trace contextRef="#ctx0" brushRef="#br0" timeOffset="27780.1193">9433 1464 1969 0,'0'0'295'16,"0"0"-29"-16,0 0-135 0,0 0-18 16,11 70 60-1,15-20-40-15,3 5-50 0,-1-4-8 16,-6-4-35-16,-7-8-31 16,-5-5-9-16,-3-7-70 15,-2-3-183-15,-1-9-422 16,-2-7-886-16</inkml:trace>
  <inkml:trace contextRef="#ctx0" brushRef="#br0" timeOffset="27959.9897">9633 1689 1870 0,'0'0'315'16,"0"0"-25"-16,0 0-161 15,0 0 74-15,6 45-45 16,0-21-49-16,2 1-53 0,-1 0-35 15,-4-1-21-15,-1-2-32 16,-2-6-135-16,-2-13-147 16,-3-3-311-16,-2-6-850 0</inkml:trace>
  <inkml:trace contextRef="#ctx0" brushRef="#br0" timeOffset="28073.1082">9619 1517 1096 0,'0'0'136'16,"0"0"-112"-16,0 0-24 16,37 51-248-16</inkml:trace>
  <inkml:trace contextRef="#ctx0" brushRef="#br0" timeOffset="28440.269">9754 1691 1833 0,'0'0'351'0,"0"0"14"16,0 0-245-16,0 0-44 15,0 0 21-15,-3 40 17 16,10-22-41-16,2 0-22 16,-2 1-26-16,-1-2-14 15,-2-4-11-15,0-2 7 16,-2-6-7-16,0-3 1 15,0-2-1-15,1-11-2 0,0-7-7 16,3-6 2 0,2-4 7-16,0 0 0 0,2 3 0 15,0 5 2-15,-2 7 4 16,1 8-6-16,0 5 0 16,2 2 0-16,-1 10 1 15,1 4 8-15,1 2-9 16,-1 0 0-16,0-1-1 15,-1-2-48-15,2-7-189 16,-2-2-276-16,-2-6-380 0</inkml:trace>
  <inkml:trace contextRef="#ctx0" brushRef="#br0" timeOffset="28832.3695">10002 1597 1177 0,'0'0'480'0,"0"0"-212"16,0 0-109-16,0 0-33 15,0 0-30-15,-31 35-43 16,31-21-26-16,2-2-12 16,5-1-5-16,2-4-10 15,1-3-2-15,-2-4-35 16,0-1 9-16,-1-8 6 16,-2-3 22-16,-2-3 0 15,-2 3 64-15,-1 1 43 16,0 4 73-16,0 3 37 15,0 4-77-15,0 2-84 16,0 11-41-16,0 7 24 16,2 11 14-16,5 12-4 0,1 10-11 15,1 3-1-15,-3-6-9 16,-1-10-7-16,-3-14-1 16,-2-6 2-16,0-2-10 15,0 0-6-15,-6 1 0 16,-6-1-5-16,-7-4 5 15,-12-4-6-15,-14-7-46 16,-12-4-67-16,0-17-145 16,14-1-358-16,17-3-766 0</inkml:trace>
  <inkml:trace contextRef="#ctx0" brushRef="#br0" timeOffset="29152.7904">10366 1418 1502 0,'0'0'284'0,"0"0"57"15,-1-34-47-15,1 30-147 16,4 4-97-16,7 20-34 0,6 20 30 16,5 19 76-16,0 9-2 15,-2 0-35-15,-2-6 26 16,-4-7-29-16,0-2-47 16,-3-10-35-16,0-10-40 15,2-9-194-15,-3-12-401 16,-1-6-542-16</inkml:trace>
  <inkml:trace contextRef="#ctx0" brushRef="#br0" timeOffset="29483.8868">10666 1516 1857 0,'0'0'245'15,"0"0"-68"-15,0 0-76 0,-49 52 35 16,32-15-14-16,4-2-16 15,2-3-16-15,7-4-42 16,4-9-28-16,0 0-12 16,2-2-8-16,7-8-1 15,3-8-11-15,2-4 12 16,2-13 0-16,2-4 0 16,0-2 0-16,-3 2 0 15,-1 4 6-15,-2 4-6 16,-4 6 1-16,-2 5 1 15,1 1 5-15,1 8 5 16,0 5 3-16,2 4-3 16,1 1-1-16,-1 2-11 15,-1-1-43-15,3-3-147 0,-4-3-269 16,-2-7-507-16</inkml:trace>
  <inkml:trace contextRef="#ctx0" brushRef="#br0" timeOffset="29875.1636">10820 1572 712 0,'0'0'877'15,"0"0"-759"-15,0 0-48 16,0 0-15-16,0 0 44 16,0 0-39-16,49 39-37 15,-30-35-1-15,-2-3-15 0,-3-1 3 16,-3-6-9-16,-5-4 17 15,-5-5 22-15,-1-1 78 16,0-1 33-16,-3 0-15 16,-1 3-14-16,0 5 41 15,2 5-26-15,1 4-63 16,1 8-56-16,0 16-11 16,12 17 17-16,8 13-5 15,3 8 34-15,-2 0-10 16,-7-5-7-16,-8-8-9 15,-6-9-6-15,0-11-7 16,0-9-13-16,-6-6 1 16,-2-1-2-16,-3-5-6 0,-1-4-54 15,-3-5-62 1,1-15-126-16,-3-29-38 0,5 3-233 16,4-2-465-16</inkml:trace>
  <inkml:trace contextRef="#ctx0" brushRef="#br0" timeOffset="30410.4233">11156 1624 1126 0,'0'0'162'16,"0"0"-42"-16,0 0-49 15,0 0 5-15,0 0-41 16,0 0-6-16,0 0-3 15,41 0-3-15,-34-10 2 0,-1-4 48 16,-2 0 34-16,-3 0 18 16,-1 2 6-16,0 2 44 15,-3 3 4-15,-6 4-29 16,-3 3-27-16,-2 5-50 16,1 8-16-16,-1 6-2 15,4 3-18-15,4 3-4 16,6-1-12-16,3-1-5 15,11-4-10-15,8-4-5 16,5-5 5-16,3-7-6 0,-1-3-7 16,-2-6-42-1,-4-7-10-15,-5-5-2 0,-5-4 21 16,-5-2 2-16,-4 0 11 16,-4 2 5-16,0 4 15 15,0 4 6-15,-4 7 0 16,2 2 1-16,1 5-1 15,1 0-15-15,0 7-17 16,0 7 33-16,0 5 0 16,0 4 19-16,0 3 26 15,0 1 30-15,0 0 7 16,0 0 9-16,4-2-25 16,1-4-33-16,2-3-21 15,1-5-12-15,11-7-54 16,-1-4-230-16,0-2-391 0</inkml:trace>
  <inkml:trace contextRef="#ctx0" brushRef="#br0" timeOffset="31083.0235">11918 1724 1213 0,'0'0'224'0,"0"0"-8"16,0 0-93-16,0 0 32 15,0 0-6-15,0 0-19 16,54-1-50-16,-31-2-42 16,1-2-23-16,-1-3-1 15,-2-2-3-15,-4-1-10 16,-4-3 7-16,-6-2 1 16,-3-2-2-16,-4-2 1 15,-1 0 11-15,-8-1 25 16,-4 4 20-16,-1 2 24 15,-3 6-9-15,1 5-15 16,-1 4 0-16,1 5-10 0,1 10-15 16,2 6-21-1,5 3-3-15,6 3-6 0,2 1-1 16,11-1-7-16,14 2-1 16,16-3 0-16,12-7 1 15,6-10-1-15,-10-9-32 16,-13-2-55-16,-16-6-10 15,-6-3 5-15,-2-4 22 16,-4-4 50-16,-2-3 20 16,-6-1 6-16,0 1 22 0,-4 3 39 15,-1 6 57 1,0 5 7-16,3 5-21 0,0 3-58 16,2 4-43-16,0 11-9 15,5 4 1-15,4 4 8 16,2 1-9-16,-1 0 1 15,-1-3-1-15,-3-3-34 16,-1-5-129-16,-5-9-130 16,0-4-307-16,-5 0-497 0</inkml:trace>
  <inkml:trace contextRef="#ctx0" brushRef="#br0" timeOffset="31229.3001">12238 1419 1517 0,'0'0'198'0,"0"0"-185"16,0 0-13-16,0 0-8 0,43 26-13 15,-15-11-129-15,-1 0-331 16</inkml:trace>
  <inkml:trace contextRef="#ctx0" brushRef="#br0" timeOffset="31413.1205">12409 1466 1655 0,'0'0'216'0,"0"0"59"16,0 0-110-16,0 0-63 15,0 0-57-15,-16 34-8 16,20-8 17-16,4 4-13 16,2 0-29-16,-2 1-12 15,0-2-3-15,-3-5-126 0,-5 0-153 16,0-8-221-16,-2-7-206 0</inkml:trace>
  <inkml:trace contextRef="#ctx0" brushRef="#br0" timeOffset="32345.0434">12315 1575 1081 0,'0'0'565'0,"0"0"-446"15,0 0 44-15,0 0-99 16,0 0-20-16,0 0-27 0,50-7-9 15,-19 7 1 1,4-3-8-16,0-2-1 0,-9-1-1 16,2-5-12-1,-7-3 5-15,-6-2 8 0,-8-4 9 16,-4 0 46-16,-3 3 140 16,0 3-34-16,-3 5 0 15,0 4-5-15,0 5-33 16,1 1-71-16,0 12-41 15,1 5-1-15,1 6 2 16,2 4-1-16,7 3-5 16,3-1 6-16,1-2-3 15,2-3-2-15,-1-5-7 16,-2-7 0-16,-1-6-33 16,-2-7-43-16,-1-2 19 0,-1-10-12 15,-1-5 10 1,-1-2 26-16,-1-2 22 0,0 2 10 15,-1 1 1-15,0 4 0 16,-1 4 11-16,-1 3 31 16,0 3 19-16,-1 4-1 15,0 0-20-15,0 0-28 16,1 8-12-16,2 1 1 16,3 5 8-16,3-2-7 15,2 0-1-15,2-3 5 16,1-1-6-16,0-5-39 15,1-3-10-15,-3 0-1 16,-1-8 15-16,-1-4 12 0,-2-2 14 16,-2 0 9-1,-2 1 0-15,-4 3 16 0,0 3 60 16,0 3 23-16,-2 4-23 16,-4 0-34-16,-2 7-21 15,2 4-5-15,3 1 4 16,3 2-8-16,0-2-2 15,13-1-2-15,5-3-1 16,7-4-1-16,2-4-4 16,3 0 5-16,-3-8-5 15,-3-5-1-15,-4-5-1 16,-7-4 0-16,-6-5 0 16,-4 2-1-16,-3 1-5 15,-3 4 5-15,-7 6-12 16,-1 4-5-16,0 4 10 0,1 3 7 15,4 3-6-15,2 1-8 16,2 9-2-16,2 3-4 16,0 5 13-16,0 3 6 15,3 4-3-15,0 3 5 16,-2 3 1-16,-1-2 9 16,0-1 22-16,0-2-1 15,0-5 5-15,3-4-18 16,7-5 8-16,6-5 2 15,13-6 2-15,0-1-12 16,3-3-7-16,-1-5-11 16,-14 1-57-16,-17-2-143 0,-12 3-294 15,-15 2-936-15</inkml:trace>
  <inkml:trace contextRef="#ctx0" brushRef="#br0" timeOffset="32682.659">11655 2149 1964 0,'0'0'272'0,"0"0"8"0,0 0-18 16,0 0-135-16,0 0-67 15,1 82 29-15,12-21 4 16,6 5-33-16,0-7-25 16,-3-10-20-16,-1-5-9 15,-5-11-6-15,-3-9-42 16,-3-8-123-16,-4-9-164 15,-3-14-229-15,-6-6-19 16,0-7-415-16</inkml:trace>
  <inkml:trace contextRef="#ctx0" brushRef="#br0" timeOffset="32870.574">11647 2260 1169 0,'0'0'492'0,"1"-36"-231"16,9 17-113-16,7 1-36 15,5 4-17-15,5 6-17 16,3 6-14-16,-2 2 9 15,-5 5-12-15,-5 9-11 16,-11 4-10-16,-7 5 29 16,-4 2-17-16,-13 3-27 15,-4-1-25-15,0-2-11 16,2-1-180-16,7-7-278 16,7-8-274-16</inkml:trace>
  <inkml:trace contextRef="#ctx0" brushRef="#br0" timeOffset="33365.2496">11894 2178 1453 0,'0'0'363'0,"0"0"150"15,0 0-308-15,0 0 48 16,0 0-81-16,0 0-105 16,0 0-40-16,-36 13-15 15,30 12-5-15,3 1-6 16,3 1-1-16,4-3-1 15,10-4-37-15,4-6-51 16,3-8-38-16,0-6-4 16,1-5-6-16,-5-9-38 15,-2-3 76-15,-6-3 73 16,-2-2 26-16,-3 1 33 16,1 1 47-16,-1 1-1 0,1 3-2 15,0 4-6-15,-1 4-2 16,0 4 2-16,0 4-16 15,-1 0-10-15,3 7 5 16,0 7 18-16,2 3 3 16,1 4-19-16,1 1-10 15,1-1-12-15,0-2-17 16,1-5-11-16,-1-5 3 16,0-7-4-16,0-2 13 15,-2-10-3-15,0-6-11 16,-3-6 7-16,-2-4-5 15,-3-7-1-15,-1 2-1 16,-1 1-15-16,-7 4-13 0,0 11 8 16,-2 5 2-1,0 7-42-15,1 3-153 0,5 15-51 16,2-1-120-16,2 0-304 0</inkml:trace>
  <inkml:trace contextRef="#ctx0" brushRef="#br0" timeOffset="33589.1966">12273 1991 2016 0,'0'0'329'16,"0"0"-60"-16,0 0-110 0,0 0-78 15,5 46 92-15,8 3-10 16,2 5-56-16,1 0-48 15,-3-12-21-15,-3-15-29 16,-2-7-9-16,3-4-16 16,15 2-119-16,0-3-227 15,0-6-542-15</inkml:trace>
  <inkml:trace contextRef="#ctx0" brushRef="#br0" timeOffset="34028.1306">13052 2059 1370 0,'0'0'228'15,"0"0"65"-15,0 0-20 16,-9-39-33-16,4 32-32 16,-2 4-2-16,-2 3-87 15,-3 0-69-15,0 7-20 16,1 4-9-16,3 3-14 16,4-1 2-16,4 1-9 15,4 0 0-15,7-1 0 0,6-1 8 16,1 0-1-16,0-2-6 15,-2 0 5-15,-3-2-6 16,-4-2 1-16,-7 0-1 16,-2-2 0-16,-4 2 6 15,-9 1 2-15,-6-1-7 16,-3 2 1-16,-3-1-2 16,2 0 0-16,2-1-90 15,5-3-119-15,7-3-46 16,6 0-275-16</inkml:trace>
  <inkml:trace contextRef="#ctx0" brushRef="#br0" timeOffset="34217.0967">13230 2052 1659 0,'0'0'527'0,"0"0"-427"15,0 0 40-15,13 50 77 16,-6-22-50-16,0 1-48 15,0 0-47-15,-3-3-52 16,-2-6-20-16,-2-6-65 16,-1-9-142-16,-5-5-88 15,-1-3-427-15</inkml:trace>
  <inkml:trace contextRef="#ctx0" brushRef="#br0" timeOffset="34358.849">13204 1953 1594 0,'0'0'245'0,"0"0"-140"16,0 0-55-16,0 0-40 16,0 0-10-16,40 11 0 15,0 6-46 1,-6-3-271-16,-4-1-856 0</inkml:trace>
  <inkml:trace contextRef="#ctx0" brushRef="#br0" timeOffset="34800.8394">13342 2037 1472 0,'0'0'288'0,"0"0"102"15,0 0-130-15,0 0-77 0,0 0-122 16,0 0-45-16,0 0 1 16,35-2 5-16,-17 11-3 15,1 3 4-15,-3 2 23 16,-2 2 9-16,-3 2-1 15,-4 0 12-15,-3-2-3 16,-3 1-17-16,-1-2-7 16,0 0-5-16,0-1-10 15,0 1-6-15,-1-3-6 16,1 1-3-16,0-1-8 16,0 0 0-16,6-2 5 15,2 1-4-15,-1-2-1 16,-1 0 0-16,-2-2 0 15,-2-2-1-15,-2-1 1 0,0-2 8 16,-7-2 8-16,-4 0 5 16,-6 0-1-16,-1-6-6 15,-3-6-4-15,3-3-10 16,3-5 6-16,5-3-7 16,7-1-6-16,3 1-23 15,12 3-11-15,7 0-43 16,7 6-104-16,19-6-134 15,-7 4-339-15,-3 3-500 0</inkml:trace>
  <inkml:trace contextRef="#ctx0" brushRef="#br0" timeOffset="35193.26">13652 2028 1491 0,'0'0'334'0,"0"0"5"0,0 0-150 16,0 0-61-16,0 0-60 15,0 0-29-15,0 0-11 16,-1 26-1-16,16-22-17 16,1-2-2-16,1-2-8 15,-2-2-11-15,0-6-13 16,-1-5 3-16,-2-2 9 16,-2-2 12-16,-4 0 1 15,-3 2 13-15,-3 4 50 16,0 4 80-16,-6 5 7 15,-8 2-54-15,-5 7-38 0,-4 9 7 16,-2 6 4 0,0 9-7-16,5 1 1 0,9 1-7 15,10 0-16-15,7-6-11 16,20 3 6-16,19-4 3 16,12-8-12-16,2-8-3 15,-10-9-6-15,-15-1-17 16,-11-5-1-16,-4-4-12 15,2-2-54-15,-5-13-119 16,-5 4-149-16,-11 1-614 0</inkml:trace>
  <inkml:trace contextRef="#ctx0" brushRef="#br0" timeOffset="35720.8663">11585 2817 1023 0,'0'0'353'0,"0"0"18"15,0 0 7-15,0 0-64 16,0 0-56-16,0 0-95 16,0 0-96-16,-19 70-8 0,19-18-2 15,1 1 35-15,4-9-12 16,-3-12-14-16,-1-7-38 15,0-5-17-15,0-5-11 16,-1 1-29-16,3-2-127 16,1-12-220-16,1-2-287 15,-2-7-106-15</inkml:trace>
  <inkml:trace contextRef="#ctx0" brushRef="#br0" timeOffset="35987.1759">11631 2853 1192 0,'0'0'223'15,"0"0"-50"-15,0 0-94 16,0 0 121-16,-2 35 5 0,-4-15-32 16,-2 3-83-1,-1-1-49-15,0-2-8 0,0-4-9 16,3-5-7-16,3-5 3 16,3-4 4-16,0-1 19 15,4-1-8-15,8 0-14 16,4 0 2-16,5 3 21 15,3 1-2-15,1 2-14 16,2 0-13-16,-1 2-7 16,-2-1-7-16,-1-2-1 15,-4-1-73-15,2-4-91 16,-5-4-200-16,-4-5-368 0</inkml:trace>
  <inkml:trace contextRef="#ctx0" brushRef="#br0" timeOffset="36692.328">11835 2862 1267 0,'0'0'351'0,"0"0"-123"0,0 0-100 16,0 0 20-16,1 38-32 16,8-22-49-16,2-1-30 15,3-3-18-15,-1-3-12 16,-1-4 7-16,-1-4-5 15,-1-1-8-15,0-5 12 16,-2-7-7-16,-1-4 0 0,-4-2-5 16,-1-1 5-1,-2-1-5-15,0 3 0 0,-3 3 11 16,-4 4 53-16,-1 5 36 16,-2 4-32-16,-1 1-34 15,0 6-15-15,1 6-8 16,0 4-3-16,6 2-8 15,3 0 0-15,1 0-1 16,12-2-6-16,6-2 5 16,12-4 0-16,11-7-20 15,-2-3-29-15,-3-1-38 16,-8-9-43-16,-10-3-91 16,-4-2 35-16,-3-4 108 15,-7 0 79-15,-4 2 0 0,-1 2 76 16,-7 5 53-16,2 2 26 15,0 4-57-15,3 4-9 16,1 0-48-16,2 6-31 16,0 7-3-16,0 4 7 15,1 2-2-15,3 1-3 16,2-2-2-16,-2-2 3 16,1-4-9-16,-2-2 1 15,-2-5-1-15,1-3 5 16,-2-2 3-16,0-2 23 15,0-9 23-15,0-6-36 16,1-3-8-16,3-3 11 16,2 1 15-16,3 5 7 15,1 4-10-15,2 6-15 16,2 7-2-16,1 0-2 0,5 11 7 16,1 6-2-16,1 3 7 15,-1 2-21-15,-4 1-5 16,-3-4 1-16,-5-1-2 15,-2-5-129-15,-7-5-92 16,0-3-249-16,0-5-177 0</inkml:trace>
  <inkml:trace contextRef="#ctx0" brushRef="#br0" timeOffset="37291.9567">12331 2793 1662 0,'0'0'259'0,"0"0"-186"16,0 0-45-16,0 0-1 15,0 0 19-15,26 37-16 16,-13-32-14-16,0-3-7 16,0-2-2-16,-2 0-6 15,-2-5 0-15,-2-5-1 16,0-3 0-16,-3-1-7 15,-2-1 6-15,-1 1 0 16,-1 2 1-16,0 3 19 16,-5 3 94-16,-4 3 17 15,0 3-34-15,-2 0-26 0,-1 6-13 16,1 7 7-16,1 3-1 16,2 4-13-1,5 1-11-15,3 1-6 0,3-1 1 16,10-2-17-16,7-2-7 15,4-5-2-15,2-6 1 16,2-6-8-16,-1 0-1 16,-2-10-19-16,-5-6-20 15,-4-5-7-15,-6-3 19 16,-4-9 1-16,-6-9 4 16,-3-10 9-16,-9 0 13 15,-1 9 0-15,2 14 1 16,5 13 1-16,1 8 20 15,0 0 27-15,2 3 39 16,-1 2-2-16,3 3-33 0,1 5-48 16,1 17 4-16,12 13-8 15,8 13 19-15,4 3 2 16,3-1-1-16,-5-5 0 16,-8-13-4-16,-6-5-16 15,-4-7-1-15,-2-2 0 16,0 7-109-16,-1-6-203 15,0-3-404-15</inkml:trace>
  <inkml:trace contextRef="#ctx0" brushRef="#br0" timeOffset="39719.9136">13478 2603 1250 0,'0'0'305'15,"0"0"-133"-15,-60-15 44 16,29 15 4-16,-1 0-78 15,2 8-48-15,8 0 1 0,5 2-14 16,8 0-46-16,9-2-18 16,7-2-5-16,19 1 3 15,14-2-3-15,2-1-4 16,-5 0-8-16,-5 1 0 16,-14 1-1-16,-2 2-1 15,-2 2 1-15,-9 1-5 16,-5-1 6-16,-4 3 0 15,-9-2 17-15,-2 1 11 16,-3-1 3-16,-1-1 1 16,-1-1-13-16,3 0-6 0,0-3-4 15,3-2 0 1,5-2-1-16,3 0 11 0,3-2 1 16,3 0-17-16,4 0-3 15,10 0 0-15,6-4 0 16,5-3 1-16,4-1-1 15,1-4-7-15,-1-2-28 16,-3-2 8-16,-3-1 9 16,-5-2 13-16,-4 2 5 15,-4 1 0-15,-4 6 8 16,-3 3 1-16,-1 3 34 16,-1 4 6-16,1 2-26 15,1 8-16-15,1 4 16 16,2 3 13-16,1 1-8 0,0-1-14 15,-1-1-13-15,-2-2-1 16,-1-3 0 0,-2-2-160-16,-1-9-156 0,-1 0-397 15,-5-4-787-15</inkml:trace>
  <inkml:trace contextRef="#ctx0" brushRef="#br0" timeOffset="39869.4125">13566 2489 1145 0,'0'0'322'16,"0"0"-176"-16,0 0 7 16,0 0-102-16,0 0-35 15,0 0-15-15,54 14-1 16,-17 8-73-16,-5-4-99 16,-5-2-506-16</inkml:trace>
  <inkml:trace contextRef="#ctx0" brushRef="#br0" timeOffset="40302.8312">13724 2593 796 0,'0'0'504'16,"0"0"-276"-16,0 0 56 15,0 0-88-15,0 0-96 16,0 0-72-16,0 0-15 16,4-3 23-16,7 9 30 15,1 2-33-15,0 0-23 16,-1 0-1-16,-1-1-8 15,-3 0 5-15,1 0-5 16,-2-1 1-16,0 0 4 0,-1 0 14 16,-1 1 26-16,0 2-7 15,0 0 5-15,-1 4 10 16,1 2 16-16,1 2-14 16,1 2 4-16,0 1-18 15,-1 1-5-15,0-1 8 16,-3-2-18-16,-2 0-14 15,0-4 6-15,-6-1-4 16,-4-5-3-16,-4-5 9 16,-1-3 3-16,-1-5 5 15,1-9-5-15,4-4-8 16,3-5-5-16,6-1-4 16,2 2-7-16,4 0 0 15,9 4-20-15,5 4-54 0,3 1-57 16,2 3-29-16,13-1-51 15,-6 2-275-15,-4 1-240 0</inkml:trace>
  <inkml:trace contextRef="#ctx0" brushRef="#br0" timeOffset="40665.0595">13979 2604 1175 0,'0'0'268'0,"0"0"-51"15,0 0-110-15,0 0-18 0,0 0-1 16,0 0-27 0,7 37-14-16,2-33-25 0,1-2-4 15,0-2 2-15,3-1 8 16,-1-6-6-16,-1-4 15 16,-1 0 0-16,-3-1 15 15,-2 1 7-15,-3 2 14 16,-2 3 14-16,0 3 35 15,-4 3-4-15,-6 0-39 16,-1 9-35-16,-1 6 8 16,0 4 0-16,2 4-8 15,7 2-4-15,3-1-10 16,4-1-11-16,12-4-10 16,5-4-8-16,5-5 1 15,2-7-2-15,3-3-37 0,11-20-153 16,-7-1-195-1,-7-4-869-15</inkml:trace>
  <inkml:trace contextRef="#ctx0" brushRef="#br0" timeOffset="41130.0793">14531 2141 1061 0,'0'0'301'0,"0"0"-67"16,-40-14 54-16,25 7-51 15,3 2-36-15,2 2-48 16,2 3-45-16,2 0-53 15,-2 9-28-15,2 8-13 16,1 6 14-16,4 3 14 16,1 3 19-16,4-1-9 15,9-1-13-15,6-3-21 16,2-5-17-16,2-4 10 16,0-7-11-16,-2-5 0 0,-2-3-5 15,-3-8 5-15,-4-7 12 16,-4-4-6-1,-5-5-5-15,-3-8 1 0,-2 2-1 16,-9 0-1-16,-2 2-39 16,-1 10-2-16,-3 4-28 15,2 8-40-15,2 6-37 16,4 6-26-16,9 17-93 16,1-4-285-16,7 0-127 0</inkml:trace>
  <inkml:trace contextRef="#ctx0" brushRef="#br0" timeOffset="41581.2384">14689 2240 1270 0,'0'0'257'0,"0"0"18"16,27-56-42-16,-9 13 1 16,2-8-63-16,-4 3-58 15,-7 11-64-15,-6 16-49 16,-3 11-52-16,-2 1 25 15,-8 1 16-15,-5 3 1 16,-4 3 1-16,2 2 0 16,0 4 4-16,6 4 5 15,4 3 0-15,7 1 1 16,0 0 8-16,12 0 7 16,6-1 4-16,4 2-4 15,1-2 12-15,0 2 5 16,-1 0-8-16,-4 1-7 0,-5 0 5 15,-5 3 6-15,-4 0 12 16,-3 2 17-16,-1 0-4 16,0-1-20-16,0-2-10 15,0 0 16-15,0-3-1 16,0-4-10-16,3 0-4 16,6-4-6-16,4-2 4 15,5-2-5-15,5-1-8 16,4-1-4-16,1-6-4 15,0-3-2-15,0-1-10 16,-2-2-24-16,0-5-29 16,-7 3-180-16,-7 1-719 0</inkml:trace>
  <inkml:trace contextRef="#ctx0" brushRef="#br0" timeOffset="47992.683">7035 3269 1542 0,'0'0'226'0,"0"0"-159"15,0 0-20-15,0 0 20 16,0 0-17-16,0 0-32 16,-9 6-18-16,9 25 32 15,5 12 30-15,1 1 48 16,-2-7-33-16,-1-12-6 0,-2-9-10 16,1 2-22-16,-1-1-23 15,-1 0-16-15,0-4-8 16,0-5-76-16,0-3-88 15,-8-4 45-15,-4-1 38 16,-2-1-97-16,-4-9 8 16,0-3 112-16,2-4 66 15,3-2 89-15,3 0 37 16,3 2 51-16,4 3-23 16,3 6-13-16,0 5-65 0,2 3-51 15,9 5-16-15,2 7 6 16,4 3 17-1,1 3 8-15,2 0-1 0,0-1-3 16,1-1-26-16,-1-2 5 16,-1-2-14-16,-1-4-1 15,-3-3 6-15,-4-3-6 16,-2-2-9-16,-3-1 2 16,-2-7 1-16,-1-2-18 15,-2-4-1-15,-1-1 4 16,0 0 10-16,0 3 10 15,-2 3 0-15,-3 4-5 16,1 5-22-16,-3 1-8 16,0 11 36-16,-2 4 1 15,-1 2-1-15,1 2-1 0,2 5-156 16,1-6-135-16,2-5-290 0</inkml:trace>
  <inkml:trace contextRef="#ctx0" brushRef="#br0" timeOffset="48158.2245">7241 3432 1778 0,'0'0'300'16,"0"0"-123"-16,0 0-85 15,0 0-67-15,0 0-25 16,0 0-183-16,0 0-354 0</inkml:trace>
  <inkml:trace contextRef="#ctx0" brushRef="#br0" timeOffset="49004.336">8650 5805 1119 0,'0'0'259'0,"0"0"-121"16,0 0-87-16,0 0-3 15,0 0 7-15,0 0-27 16,0-4-13-16,0 35-1 15,4 12 84-15,-1 6 60 0,-1 0 20 16,-1-7-88-16,-1-10-23 16,0-5 27-16,0-7-24 15,0-3-19-15,-1 0-26 16,-1-1-25-16,0-6-71 16,1-5-265-16,1-5-332 0</inkml:trace>
  <inkml:trace contextRef="#ctx0" brushRef="#br0" timeOffset="49307.2045">8726 5872 1111 0,'0'0'239'0,"0"0"29"0,0 0-164 16,0 0-53 0,0 0-7-16,0 0 32 15,-11 53 30-15,-2-28-1 0,-4-1-17 16,0 1 0-16,1-6 0 15,3-5-21-15,6-6-19 16,3-4-16-16,4-4 4 16,0 0-18-16,2 0-9 15,7-1 1-15,5-1 1 16,2 0-11-16,5 2-1 16,2 0 1-16,1 2 0 15,0 5-1-15,-1 0 1 16,0-1-1-16,-1 1 1 15,7-2-20-15,-5-2-232 16,-4-3-360-16</inkml:trace>
  <inkml:trace contextRef="#ctx0" brushRef="#br0" timeOffset="49502.8102">8995 5929 1609 0,'0'0'355'15,"0"0"-55"-15,0 0-208 16,0 0-46-16,0 0-30 16,0 0-4-16,0 0 1 15,50 2-4-15,-36 0-9 16,-1 1-6-16,-1-1-103 16,-4 0-173-16,-4-1-313 0</inkml:trace>
  <inkml:trace contextRef="#ctx0" brushRef="#br0" timeOffset="49680.2107">8949 6048 1159 0,'0'0'517'16,"0"0"-241"-16,0 0-112 16,0 0-69-16,0 0-30 15,0 0-11-15,40 2-5 16,-15-5-29-16,4-3-20 15,13-6-88-15,-7 2-234 16,-5 0-542-16</inkml:trace>
  <inkml:trace contextRef="#ctx0" brushRef="#br0" timeOffset="50153.9906">9240 5814 1631 0,'0'0'350'0,"0"0"-129"16,0 0-137-16,0 0-51 15,39-13-19-15,-20 13-2 16,1 0-4-16,-2 3-7 16,-2 3 12-16,-4 2-1 15,-4 0 2-15,-5 0-1 0,-3 2-1 16,0 1 3-16,-7 1 31 15,-2-2 1-15,-2 0-21 16,1-2-26-16,0-2 31 16,4-3 12-16,3-2 11 15,2 0-13-15,1 0-17 16,0-1-24-16,1 1-14 16,5 1 14-16,4 1 0 15,2 3 9-15,2 0-9 16,0 2 2-16,-3 0 10 15,-2 1 3-15,-1 1-2 16,-4-2 8-16,-3 0 4 16,-1 0 10-16,0 0 3 15,-7 0 9-15,-5 0-22 0,-3-1 19 16,-3 1-17-16,-3-4-26 16,1-2 5-16,-2 0-6 15,-1-2-120-15,5 0-336 16,6-4-543-16</inkml:trace>
  <inkml:trace contextRef="#ctx0" brushRef="#br0" timeOffset="52306.9543">1826 5658 578 0,'0'0'1146'16,"0"0"-919"-16,0 0-60 15,0 0 15-15,0 0-40 0,0 0-60 16,0 0-36 0,39 3-4-16,-17-3-16 0,1 0-15 15,0-4-5-15,0 0-6 16,-4-1-63-16,-4-1-136 15,-4 1-308-15,-6 1-318 0</inkml:trace>
  <inkml:trace contextRef="#ctx0" brushRef="#br0" timeOffset="52496.6454">1837 5722 1624 0,'0'0'327'0,"0"0"-65"16,0 0-122-16,0 0-29 0,0 0-41 16,50-4-15-16,-7-6-31 15,15-2-15-15,6-1-9 16,2 0-71-16,-18 4-267 16,-13 2-708-16</inkml:trace>
  <inkml:trace contextRef="#ctx0" brushRef="#br0" timeOffset="53182.8914">9740 6088 1899 0,'0'0'357'0,"0"0"-157"16,0 0-127-16,0 0 18 16,0 0 6-16,-4 40-42 15,1-21-18-15,1 1-23 16,1-4-14-16,1-2-3 15,0-7-130-15,4-4-135 16,2-3-447-16</inkml:trace>
  <inkml:trace contextRef="#ctx0" brushRef="#br0" timeOffset="53502.6602">9984 5774 1822 0,'0'0'309'0,"0"0"-132"16,0 0-49-16,-50 32 50 16,35-14 14-16,4 3-81 15,4-2-42-15,5-2-24 16,2 0-23-16,11-2-10 16,4-3-3-16,5 0-8 0,0 0 0 15,1-1 5-15,-2-1-5 16,-4-1-1-16,-5 1 0 15,-5 0 0-15,-5 2 0 16,-1 0 1-16,-10 0 8 16,-6 1-3-16,-4-1 3 15,0-4-9-15,-1-2-6 16,4-5-24-16,3-5-125 16,5-7-185-16,7-4-394 0</inkml:trace>
  <inkml:trace contextRef="#ctx0" brushRef="#br0" timeOffset="53678.7401">10221 5885 1397 0,'0'0'491'0,"0"0"-261"0,0 0-89 16,0 0-49-16,0 0-10 15,0 0-39-15,51 1-25 16,-33-1-18-16,0 0-79 15,-4 0-232-15,-6 0-431 0</inkml:trace>
  <inkml:trace contextRef="#ctx0" brushRef="#br0" timeOffset="53840.3861">10200 5963 1428 0,'0'0'339'16,"0"0"-29"-16,0 0-183 0,0 0-54 15,0 0-39-15,38 7-2 16,-9-9-13-16,4-3-19 16,17-6-108-16,-12 0-279 15,-2 1-266-15</inkml:trace>
  <inkml:trace contextRef="#ctx0" brushRef="#br0" timeOffset="54285.025">10596 5820 1744 0,'0'0'366'0,"0"0"-138"15,0 0-145-15,0 0 12 16,0 0-24-16,0 0 28 16,44 24-16-16,-40-12-7 15,-3 1 9-15,-1 2-2 16,-2 0-19-16,-8 0-27 15,-1-1-26-15,-1-2-5 16,-1-2 0-16,1-2-6 16,2-4 6-16,1-4-6 15,4 0 1-15,1-4-1 16,3-2-1-16,1-1-14 16,0 1 13-16,2 4 1 15,3 1 0-15,1 1 0 0,1 3 1 16,2 5 9-16,2 3 8 15,0 3 20-15,3 1 2 16,1 0 20-16,2-2-25 16,3-1 2-16,2-3 10 15,0-3-19-15,1-3-3 16,-1-3-12-16,-1 0-3 16,-2-5-9-16,-1-3-6 15,-3-3-56-15,4-7-113 16,-4 2-370-16,-3 0-520 0</inkml:trace>
  <inkml:trace contextRef="#ctx0" brushRef="#br0" timeOffset="55286.4054">11228 6106 1190 0,'0'0'623'0,"0"0"-426"16,0 0-53-16,0 0-41 15,0 0 63-15,0 41-50 16,0-23-48-16,0 0-35 16,0-1-23-16,0-3-10 15,1-3 0-15,6-4-94 16,0-5-200-16,1-2-494 0</inkml:trace>
  <inkml:trace contextRef="#ctx0" brushRef="#br0" timeOffset="55740.0892">11439 5838 2029 0,'0'0'359'0,"0"0"-113"15,0 0-120-15,-5 39-49 16,4-12-13-16,1 8 5 16,0-2-4-16,4 0-10 15,2-1-9-15,0-6-10 16,1 0-7-16,-1-5-23 16,-3-5-6-16,0-5-6 0,-2-6-18 15,-1-5-2-15,0-4 13 16,-1-12-35-16,-4-13 15 15,-1-15 8-15,-1-13 24 16,1-5-6-16,2 11 7 16,4 14 13-16,0 16-4 15,0 6-9-15,7 1-7 16,2 1-1-16,3 2 8 16,3 6-21-16,0 4-17 15,1 1 11-15,-2 7 15 16,-3 8 12-16,-4 3 0 15,-7 4 0-15,0 1 6 16,-11 1 13-16,-4-1-4 0,-4-2-14 16,1-4-1-16,1-4-14 15,5-5-147-15,9-8-146 16,3-1-317-16,2-9-1006 0</inkml:trace>
  <inkml:trace contextRef="#ctx0" brushRef="#br0" timeOffset="55916.0892">11676 5854 1594 0,'0'0'390'15,"0"0"-131"-15,0 0-129 16,0 0-43-16,0 0-52 16,0 0-21-16,44 4-8 15,-29-1-6-15,-3 0-57 0,1 2-143 16,-4-1-291-16,-4 0-259 15</inkml:trace>
  <inkml:trace contextRef="#ctx0" brushRef="#br0" timeOffset="56064.1461">11667 5960 1041 0,'0'0'390'0,"0"0"-80"15,0 0-126-15,0 0-105 16,0 0-32-16,39 3-15 15,-11-3-32-15,16-10-62 16,-6-1-309-16,-5 1-486 0</inkml:trace>
  <inkml:trace contextRef="#ctx0" brushRef="#br0" timeOffset="56400.5673">12036 5802 1378 0,'0'0'608'0,"0"0"-346"15,0 0-22-15,0 0-22 16,-38 8 6-16,27 4-137 16,1 3-35-16,1 2-13 15,2 2-1-15,4 0-7 16,2 0 11-16,1-2 2 16,3-1-2-16,6-3-5 15,4-4-12-15,2-2 2 16,3-6-1-16,2-1-2 0,1-3-12 15,1-7-12-15,-3-4 8 16,-2-1-8-16,-4-2-8 16,-5-2-1-16,-4-1-6 15,-4-1-18-15,0 3 2 16,-10 2-2-16,-5 2-12 16,-5 5-10-16,-4 4-8 15,-14 5 0-15,7 2-90 16,3 3-561-16</inkml:trace>
  <inkml:trace contextRef="#ctx0" brushRef="#br0" timeOffset="57326.4308">12311 6105 1482 0,'0'0'526'16,"0"0"-306"-16,0 0-55 16,0 0 8-16,0 0-13 15,0 0-35-15,-24 50-34 0,17-30-49 16,1-2-25-16,0-2-17 15,4-1-1-15,1-2-74 16,1-4-178-16,4-1-132 16,1-7-508-16</inkml:trace>
  <inkml:trace contextRef="#ctx0" brushRef="#br0" timeOffset="66537.0145">11618 5664 446 0,'0'0'234'0,"0"0"-145"0,0 0-18 16,0 0 92-1,0 0 38-15,0 0-78 16,-23-9 2-16,23 8 2 0,0 0-1 15,0 1 39-15,0 0 8 16,0 0-24-16,0 0-44 16,0-2-13-16,2 2 1 15,6-1-11-15,5 0-36 16,4 0-1-16,6-1-7 16,5 1 3-16,8-1-2 15,8 0-4-15,7 2-3 16,2-1-7-16,-11 1-4 15,-9 0-6-15,-10 0 0 16,-2 0-3-16,5 0-11 0,2-1 13 16,4 0-2-16,-2 0 0 15,-2-1-2-15,0 0-1 16,-2 1-1-16,-2 0-7 16,-2 0 0-16,0 0 0 15,-2 1-1-15,1 0 0 16,0-1 6-16,-1 1 6 15,-1 0-4-15,0-1-8 16,0 1 0-16,0-1 8 16,1 0-2-16,0 1-5 15,0-1 0-15,-1 0 0 16,1-1 9-16,-1 2-9 16,1-1 0-16,-2 0 0 15,1 0 1-15,-2 0 4 0,0 0-6 16,-2 1 2-16,-1 0-2 15,0 0 2-15,-2-1-1 16,1 1-1-16,0-1-1 16,0 1 1-16,1-1 1 15,1 0-1-15,0 1 0 16,-1-1 6-16,1-1-5 16,-2 2 1-16,0-2-2 15,0 2 6-15,-2-1-5 16,0 1 0-16,-3-1 1 15,0 1-1-15,-2-1-1 16,-1 1 1-16,-1 0-1 16,-1 0 6-16,1 0-5 0,-1 0-1 15,0-1 1 1,0 1 0-16,-1 0 0 0,0 0-1 16,1 0 1-16,-2 0-1 15,0 0 0-15,0 0 0 16,-1 0 1-16,0 0-1 15,1 0 1-15,-1 0-1 16,0 0 1-16,0 0 0 16,0-2 1-16,1-1 13 15,1-2 6-15,-2-2-14 16,2-3-5-16,-2-4 4 16,0-5-6-16,0-3-5 0,-4-2-13 15,-2-4-12 1,0 0-8-16,-1 1-9 0,0 1-13 15,0 4-12-15,2 2 35 16,-1 3-2-16,0 3-6 16,2 3 11-16,0 3 5 15,0 2 12-15,1 1 3 16,0 2 5-16,0 0 3 16,1 1-3-16,0 1-7 15,-1-1 3-15,0 0 1 16,-3 1-3-16,-1 0 9 15,-3-1 5-15,-3 0-6 16,-4-1 1-16,-3 0 6 0,-4 2-9 16,-3-3 9-1,-3 3 1-15,-1-2-1 0,-2 1-16 16,0 0 8 0,-1 1 8-16,2-1 0 0,0 2 0 15,-1-1-1-15,1 1 1 16,-1 0 6-16,-1 0 1 15,0 0-7-15,-1 0-8 16,-5 0 8-16,-6 1 0 16,-9 1 7-16,-1 0-7 15,3 1-8-15,4 0 8 16,6-1 0-16,0 2-16 16,0-1 15-16,0 1 1 15,-1-1-21-15,0 1 21 16,2 0 8-16,0 0-8 0,3-1-9 15,0 0 8-15,0 0 1 16,6-1 0-16,5 1 14 16,4-3-14-16,2 2-7 15,-6-1 6-15,-3 1 1 16,-3-1 0-16,-1 1 0 16,3 0-1-16,1-1 1 15,3 0 1-15,5 1-1 16,5-2 5-16,5 2-5 15,4-1 0-15,4-1 0 16,2 0 0-16,3 0 0 16,0 0 0-16,0 0 0 15,0 0 0-15,0 0 5 16,0 0-5-16,0 0 0 16,0 0 0-16,0 0-1 0,0 0 1 15,0 1-9-15,0 1-1 16,0 3 9-16,4 3 1 15,2 2 1-15,2 3 18 16,1 2-1-16,0 3 4 16,2 1 0-16,0 2 2 15,1 1 25-15,0 0 0 16,-1 1-5-16,-1-2-6 16,1-2-8-16,-3-1 3 15,2-3-6-15,-3-3-2 0,2 0 5 16,-2-3-12-1,0-1-7-15,2-1 1 0,0-1-2 16,-1-2-1-16,2-1 0 16,0 0 0-16,1-2-3 15,1 1 2-15,3-2-2 16,0 1-5-16,-1-1 5 16,1 0-6-16,0 0 1 15,-1 0-1-15,-1 1 1 16,0 1 0-16,1-1-1 15,-1 0 0-15,0 1 0 16,1-2 0-16,1 0 1 16,1 0 0-16,0 0-1 15,0 0 1-15,1 0-3 16,-2-1 2-16,-1 0 0 0,-2 0 0 16,-4-1 1-1,-2 0-1-15,-3 1-32 0,-3-3-127 16,0 0-145-16,0 1-709 0</inkml:trace>
  <inkml:trace contextRef="#ctx0" brushRef="#br0" timeOffset="66712.6507">11793 5653 2123 0,'0'0'264'15,"0"0"-178"-15,0 0-60 16,0 0-10-16,0 0-16 16,0 0-33-16,0 0-267 0,14-8-467 15</inkml:trace>
  <inkml:trace contextRef="#ctx0" brushRef="#br0" timeOffset="69361.209">12801 5908 1505 0,'0'0'322'16,"0"0"-54"-16,0 0-17 16,0 0-50-16,0 0-79 0,0 0-54 15,0 0-13-15,1-4-14 16,12 3-19 0,7-1 26-16,3 0-14 0,4-2-13 15,0-2-10-15,-3 0-10 16,-5 0 0-16,-5 0-1 15,-5-1 1-15,-4 1-1 16,-5-1 1-16,0 1 0 16,0 1 14-16,0 0 0 15,-3 2-6-15,1 1-8 16,1 2 14-16,-1 0-13 16,0 2-2-16,-1 9-1 15,-1 4-10-15,2 5 11 0,1 3 9 16,1 3 13-16,0 1-1 15,1 1-3-15,4-2-9 16,0 0-8-16,1-3 1 16,-2-3 6-16,-1-4-8 15,-1-3 0-15,-2-4 5 16,0-2-4-16,-2-2 0 16,-5-2 0-16,-3-2 0 15,-3 0 1-15,-1-1-2 16,-4 0 7-16,0 0-6 15,3 0 0-15,1 0 0 0,6-1 1 16,3 1 5 0,1 0 8-16,4 0 2 0,0 0-5 15,0 0-11-15,4 0 1 16,7 0 10-16,4 3 39 16,5-2-6-16,3-1-15 15,3 0-7-15,2-4-8 16,1-1-3-16,0-3-4 15,0 0-7-15,-4 2 0 16,-6 0-1-16,-5 1 0 16,-6 2-24-16,-4 1-70 15,-2 0-113-15,-1-1-345 16,-1-1-361-16</inkml:trace>
  <inkml:trace contextRef="#ctx0" brushRef="#br0" timeOffset="69691.0972">13344 5913 1358 0,'0'0'510'0,"0"0"-257"0,0 0-16 16,0 0-3-16,0 0-79 16,0 0-83-16,0 0-39 15,19 1-3-15,-5-1-14 16,2 0-10-16,0 0-6 15,-1-1-79-15,0 0-155 16,-5 0-141-16,-3-1-412 0</inkml:trace>
  <inkml:trace contextRef="#ctx0" brushRef="#br0" timeOffset="69886.7251">13296 6026 1729 0,'0'0'373'0,"0"0"-178"16,0 0-60-16,0 0 21 15,0 0-31-15,0 0-29 16,58 5-14-16,-10-5-57 16,15-8-25-16,-7 0-144 15,-10-2-491-15</inkml:trace>
  <inkml:trace contextRef="#ctx0" brushRef="#br0" timeOffset="70772.5387">13725 5842 1333 0,'0'0'381'0,"0"0"-85"16,0 0-5-16,0 0-50 15,0 0-90-15,0 0-71 16,0 0-12-16,-37 3-33 16,31 5-6-16,3 2 7 15,1 1-9-15,2 1 5 16,2 1 2-16,6 2 5 15,4 0-8-15,3 2 7 16,1-2-4-16,0 0-11 16,-2-1-7-16,-5-2-8 15,-4-1 1-15,-3 0-8 16,-2 0-1-16,-7-1-5 16,-6-2-27-16,-5-2-65 0,-15-6-175 15,5-4-240-15,3-6-332 0</inkml:trace>
  <inkml:trace contextRef="#ctx0" brushRef="#br0" timeOffset="71215.0976">13731 5816 1200 0,'0'0'182'16,"41"-7"-4"-16,-6 2-53 15,9 1-53-15,-2 0-43 16,-5 1-29-16,-5 0-7 15,-10 0-119-15,1-1-51 16,-2 0 6-16,-9-1 42 0,-7 2 72 16,-5 0 57-16,0 3 151 15,-8 0 49-15,-2 0 8 16,-2 4-6-16,2 3-27 16,-1 2-10-16,2 0-6 15,2 0-17-15,3-1-6 16,2 1-32-16,2 0-28 15,3 1 0-15,7-1-13 16,3 1 5-16,3 0-13 16,2 0-27-16,1 0-2 15,-2 0-5-15,-2 0-5 16,-2-1-1-16,-5-1 0 16,-3 0-15-16,-4 0 12 0,-1 0-11 15,-3 2 7-15,-8-1-1 16,-5 2-1-16,-4-2 0 15,-3-2-5-15,-1-2-1 16,-1-3-30-16,1-2-67 16,-1-15-128-16,6-2-274 15,5-2-375-15</inkml:trace>
  <inkml:trace contextRef="#ctx0" brushRef="#br0" timeOffset="71389.9616">14063 5745 1989 0,'0'0'339'15,"0"0"-73"-15,55-19-62 0,-9 9-128 16,18 3-46-16,3 2-30 16,-9 3-12-16,-22 2-274 15,-24-1-1835-15</inkml:trace>
  <inkml:trace contextRef="#ctx0" brushRef="#br0" timeOffset="75581.7526">6461 3827 1624 0,'0'0'381'0,"0"0"-116"16,0 0-93-16,0 0-58 16,0 0-57-16,0 0-30 15,0 1-11-15,0-1-7 16,0 0-8-16,0 0-1 15,0 0-15-15,0 0-20 16,0 0-73-16,3 0-135 16,1 0-344-16,0 0-223 0</inkml:trace>
  <inkml:trace contextRef="#ctx0" brushRef="#br0" timeOffset="76017.338">6813 3884 975 0,'0'0'572'16,"0"0"-332"-16,0 0-52 0,0 0-65 15,0 0-48-15,0 0-46 16,0 0-29-16,0 2-7 16,2-2-212-16,1 0-294 15,2 0-516-15</inkml:trace>
  <inkml:trace contextRef="#ctx0" brushRef="#br0" timeOffset="76347.3264">7365 3897 1224 0,'0'0'293'0,"0"0"-94"16,0 0-127-16,0 0-53 0,0 0-19 15,0 0-347-15</inkml:trace>
  <inkml:trace contextRef="#ctx0" brushRef="#br0" timeOffset="76828.8927">6840 4524 1610 0,'0'0'401'0,"0"0"-175"16,0 0-109-16,0 0-18 15,0 0-24-15,0 0-65 16,0 0-10-16,-16 14-258 16,2-7-871-16</inkml:trace>
  <inkml:trace contextRef="#ctx0" brushRef="#br0" timeOffset="78088.5713">3755 6005 1159 0,'0'0'668'0,"0"0"-441"16,0 0-21-16,0 0-31 16,0 0 2-16,0 0-19 15,43 0-47-15,-16 0-46 16,3-2-33-16,2-2-14 15,1 1-11-15,-6 0-1 16,-1 0-6-16,-8 0-5 16,-5-1-130-16,-7 1-160 0,-6-1-399 15</inkml:trace>
  <inkml:trace contextRef="#ctx0" brushRef="#br0" timeOffset="78438.1609">3749 5852 1061 0,'0'0'941'16,"0"0"-713"-16,0 0-16 16,0 0-78-16,0 0-24 15,0 0-65-15,0 0-30 16,-17 28 10-16,8-4 21 0,-2 4 5 15,-1 3 15-15,1 0 3 16,2-2-13-16,3-4 0 16,4-5-20-16,2-3-3 15,3-4-8-15,9-1-4 16,5-2 6-16,5-2 9 16,5-4-9-16,3-1-12 15,1-3-5-15,0 0 4 16,-2-1-13-16,-3-4-1 15,-5 0-31-15,-3-1-114 16,-7 1-377-16,-7 2-606 0</inkml:trace>
  <inkml:trace contextRef="#ctx0" brushRef="#br0" timeOffset="78621.3784">4052 6221 2300 0,'0'0'387'0,"0"0"-259"16,0 0-70-16,0 0 42 15,0 0 24-15,0 0-77 16,0 0-47-16,7 8-108 16,-17-3-705-16</inkml:trace>
  <inkml:trace contextRef="#ctx0" brushRef="#br0" timeOffset="83132.801">3706 7101 953 0,'0'0'275'0,"0"0"28"16,0 0-1-16,0 0-30 16,0 0-65-16,0 0-45 15,-8-17-61-15,8 18-55 16,0 9-30-16,0 5-2 16,0 6 32-16,2 5 30 15,-1 3-13-15,-1 0-15 0,0 0-7 16,0-1-11-1,0-4-15-15,-3-2-7 0,0-2-2 16,0-4-5-16,0-5-1 16,1-3-1-16,2-5 1 15,0-3 0-15,0 0 6 16,0-9-4-16,0-5-1 16,0-3-1-16,7-1 1 15,-1 4-1-15,1 2 1 16,1 5 0-16,-1 3 0 15,0 4 0-15,1 1-1 16,1 7 1-16,-2 4 7 16,3 1-1-16,-3 3 4 15,-1-2-2-15,1 0 0 16,0-3-8-16,1-2-1 16,15-4-49-16,-2-4-272 0,4-1-636 0</inkml:trace>
  <inkml:trace contextRef="#ctx0" brushRef="#br0" timeOffset="83919.599">4218 7118 1322 0,'0'0'548'16,"0"0"-232"-16,0 0-85 15,0 0-39-15,0 0-67 16,0 0-51-16,0 0 31 16,-5 54-8-16,5-31-39 15,0-1-25-15,0-2-1 16,0-3-17-16,0-3-8 16,3-2-6-16,1-5-1 15,-1-3 0-15,1-4-6 16,0 0-1-16,1-6 6 15,2-6-7-15,0-2-8 16,-1-1 5-16,-2 2 10 0,-1 2 1 16,-2 4 0-16,0 4 1 15,0 3 5-15,-1 0-5 16,1 5-1-16,1 5 6 16,1 2 14-16,1 1-4 15,2 0-7-15,-1-2-1 16,1-2-2-16,0-2 3 15,-1-4-3-15,-1-3 1 16,1 0 11-16,1-3 23 16,0-7-13-16,0-5-16 15,0-1-6-15,-1-4-5 16,-2-1 1-16,-2-1-2 0,-1 0 0 16,0 3-11-16,0 4-20 15,0 6-8-15,-5 6-48 16,-8 5-150-16,-1 7-291 15,0 1-228-15</inkml:trace>
  <inkml:trace contextRef="#ctx0" brushRef="#br0" timeOffset="84094.7819">4343 7287 563 0,'0'0'1408'0,"0"0"-1160"0,0 0-60 16,0 0-123 0,0 0-65-16,0 0-6 0,0 0-231 15,-25-21-797-15</inkml:trace>
  <inkml:trace contextRef="#ctx0" brushRef="#br0" timeOffset="85475.5968">4781 7142 416 0,'0'0'284'0,"0"0"-8"0,0 0-21 15,0 0-20-15,0 0-4 16,0 0-29-16,0 0-28 15,0 0-28-15,0 0-16 16,0 0-8-16,4 0-5 16,2 0-8-16,3 0-5 15,2 0-18-15,4-2-18 16,3-1-18-16,4-1-16 16,2-1-10-16,3 0-6 15,0-1-8-15,-2 0-2 0,-2 1-7 16,-4 0 1-16,-6 2-2 15,-4 0 0-15,-4 2 0 16,-3 0-41-16,-1 0-53 16,-1 1-72-16,-1 0-78 15,-5 0-109-15,-1 0-407 0</inkml:trace>
  <inkml:trace contextRef="#ctx0" brushRef="#br0" timeOffset="85873.7142">4797 7213 822 0,'0'0'277'15,"0"0"-58"-15,0 0-13 16,0 0 33-16,0 0-40 16,0 0-26-16,0 0-27 15,4 1-2-15,6-1 1 16,2 0-2-16,4-3-20 16,2-1-38-16,4 0-21 15,1-2-17-15,2-1-13 16,1 1-10-16,-1 1-9 0,-1 0-5 15,-5 1-4-15,-5 1-4 16,-5 2-2-16,-3 0 0 16,-5 1-6-16,0 0-29 15,-1 0-50-15,0 0-73 16,-7 0-72-16,-2 0-96 16,-3 0-463-16</inkml:trace>
  <inkml:trace contextRef="#ctx0" brushRef="#br0" timeOffset="86102.9673">5069 7251 1840 0,'0'0'299'15,"0"0"-203"-15,0 0-65 16,0 0 14-16,0 0 45 16,0 0-51-16,0 0-39 15,0 0-110-15,-8 0-453 0</inkml:trace>
  <inkml:trace contextRef="#ctx0" brushRef="#br0" timeOffset="109864.0856">4832 6680 899 0,'0'0'583'0,"0"0"-361"16,0 0-8-16,0 0-6 16,-37-43-14-16,35 32-34 15,2 1-10-15,0 0-10 16,7 0-56-16,4 0-53 16,4-2-6-16,2 2-4 15,3-1-6-15,0 2-3 0,1 2 0 16,1 0 0-16,-1 1-6 15,0 1 3-15,-2 1-8 16,-1 0 0-16,-4 1-1 16,-1 1-5-16,-3-2-91 15,-1 0-135-15,-3-6-80 16,-4 1-328-16,0 0-412 0</inkml:trace>
  <inkml:trace contextRef="#ctx0" brushRef="#br0" timeOffset="110132.6111">5005 6394 476 0,'0'0'864'15,"0"0"-635"-15,0 0-86 16,0 0-20-16,0 0 37 0,0 0-59 16,46 27-28-16,-24-19-21 15,1 0-20-15,0 1-2 16,-1-1-11-16,-4 0-10 15,-5 0-3-15,-5 0-6 16,-5 0 13-16,-3 1-1 16,-4 2 3-16,-8 2-2 15,-4 0-4-15,1 1-8 16,-1-2-1-16,3-1-4 16,6-3-95-16,4-3-157 15,3-4-380-15</inkml:trace>
  <inkml:trace contextRef="#ctx0" brushRef="#br0" timeOffset="110471.02">5471 6309 316 0,'0'0'1162'0,"0"0"-822"16,0 0-6-16,0 0-102 15,0 0-55-15,-41 6-45 16,29 9 0-16,-1 4-14 0,1 4-22 16,3 1-28-16,4 1 9 15,5-1-29-15,0-2-17 16,10-4 7-16,5-3-3 16,4-3 15-16,4-5 4 15,3-5-14-15,1-2-1 16,2-3-25-16,-2-6-2 15,1-3-6-15,-3-2-5 16,-2 1-1-16,-5 0-9 16,-6 4-62-16,-12 6-61 15,0 2-130-15,-11 1-512 0</inkml:trace>
  <inkml:trace contextRef="#ctx0" brushRef="#br0" timeOffset="111810.0667">13004 5479 365 0,'0'0'1070'0,"0"0"-771"16,0 0-40-16,0 0-26 15,0 0-36-15,0 0-24 16,5 0-72-16,12 0 15 0,13-4-1 16,11-3-31-16,9-2-17 15,-3 2-19-15,-9 1-19 16,-13 2-19-16,-6 2 2 16,-2 0-12-16,0 0-1 15,-2 0-12-15,-8 1-59 16,-4 0-94-16,-3 0-40 15,-4-3-105-15,-5 1-345 16,0-2-238-16</inkml:trace>
  <inkml:trace contextRef="#ctx0" brushRef="#br0" timeOffset="112229.9751">13066 5366 1270 0,'0'0'498'16,"0"0"-262"-16,0 0 15 16,0 0-5-16,0 0-61 15,0 0-76-15,0 0-48 16,-8-21-24-16,2 29-4 15,-1 5-4-15,-4 6-16 16,-3 7 14-16,0 3 8 16,0 2 0-16,3-2 4 0,3-2-13 15,6-4-1-15,2-4 1 16,6-4-10-16,10-2 26 16,5-4 15-16,13-2-9 15,10-4-8-15,-3-3 7 16,-3 0-14-16,-6 0-18 15,-9-4-6-15,-1 1-8 16,-2 0 0-16,-6 1-1 16,-8 0-50-16,-4 1-47 15,-2-1-102-15,-6 0-361 16,-2-2-480-16</inkml:trace>
  <inkml:trace contextRef="#ctx0" brushRef="#br0" timeOffset="112428.0935">13553 5606 2367 0,'0'0'556'0,"0"0"-482"16,0 0-12-16,0 0 84 15,0 0-59-15,0 0-60 16,0 0-27-16,-16 0-113 15,7 3-447-15,-6-2-570 0</inkml:trace>
  <inkml:trace contextRef="#ctx0" brushRef="#br0" timeOffset="127184.0761">13539 5364 1694 0,'0'0'495'0,"0"0"-271"0,0 0-32 15,0 0-61-15,0 0-61 16,0 0 22-16,-3 47-30 16,3-27-34-16,0-2-14 15,0 0-13-15,0-2-1 16,0-4-39-16,0-3-171 15,5-7-284-15,-1-2-196 16,0-1-431-16</inkml:trace>
  <inkml:trace contextRef="#ctx0" brushRef="#br0" timeOffset="127498.4205">13524 5255 1245 0,'0'0'334'15,"0"0"-39"-15,0 0-72 16,0 0-77-16,-42 9-49 16,37-4-26-16,2 0-13 15,3-1-18-15,0-1-19 16,0-2-9-16,7-1 16 16,2-2 1-16,1-5-13 15,1-3-6-15,-1-3-10 16,-2-2-52-16,-2 0-1 15,-2-1 5-15,-3 0-1 16,-1 3 23-16,0 3 3 0,-3 3 4 16,-5 5-2-16,0 2-39 15,0 4-61-15,3 6-45 16,5 11-102-16,2-2-130 16,6-1-700-16</inkml:trace>
  <inkml:trace contextRef="#ctx0" brushRef="#br0" timeOffset="127731.9478">13785 5290 1549 0,'0'0'502'15,"0"0"-319"-15,0 0-41 0,0 0-23 16,0 0 40-16,-2 37-59 15,2-18-15-15,4 1-44 16,2 1-22-16,1-1-13 16,0 0-6-16,0-1-56 15,4 0-207-15,-2-4-329 16,0-7-522-16</inkml:trace>
  <inkml:trace contextRef="#ctx0" brushRef="#br0" timeOffset="127944.4877">13922 5340 1480 0,'0'0'581'0,"0"0"-253"0,0 0-130 15,0 0-85-15,0 0 29 16,0 34-32-16,0-14-33 16,0 3-27-16,0 2-15 15,0 0-17-15,0 0-9 16,0-2-8-16,-1-1-1 15,-2-4-54-15,-3-2-110 16,2-3-349-16,-1-7-210 0</inkml:trace>
  <inkml:trace contextRef="#ctx0" brushRef="#br0" timeOffset="128143.918">13913 5329 418 0,'0'0'1072'0,"0"0"-762"15,0 0-97-15,0 0-68 16,51-33-31-16,-33 33-45 16,2 0-8-16,-4 8-9 15,0 4-28-15,-7 2-8 16,-5 4-7-16,-4 2-8 16,-20 6-1-16,-30 9-53 15,2-5-223-15,-4-4-402 0</inkml:trace>
  <inkml:trace contextRef="#ctx0" brushRef="#br0" timeOffset="129713.8956">14458 5388 1137 0,'0'0'339'0,"0"0"-33"16,0 0-63-16,-49-9-46 15,33 9-66-15,1 0-22 16,2 1-6-16,4 5-32 15,2 2-24-15,5 4-18 16,2-1-12-16,3 3-10 16,8-2-6-16,3-1 6 15,4-2-7-15,1-5-7 16,0-2-71-16,0-2-33 0,-1-5 7 16,-3-7 44-1,-3-4 26-15,-2-3 22 0,-3-4 7 16,-3-3 4-16,-1-2 2 15,-3-2-1-15,0-2 0 16,0 1 11-16,0 4 6 16,0 6 3-16,0 7 63 15,-2 7 13-15,0 7-55 16,-1 4-41-16,1 10 1 16,1 8 0-16,1 4 7 15,0 3-1-15,6 1 0 16,4 0-5-16,3-2-2 15,1-4-1-15,3-5 0 0,-1-5-10 16,0-5 0-16,-4-6-13 16,-2-3 10-16,-3 0 14 15,-2-5 6-15,0-3 1 16,-2 1 2-16,-1 1-7 16,0 2 13-16,-1 3 19 15,0 1-34-15,0 2 0 16,1 6 0-16,0 2 9 15,0 3-2-15,0-1-6 16,-2 0-1-16,0-3-7 16,0-4-158-16,0-2-300 15,0-3-169-15</inkml:trace>
  <inkml:trace contextRef="#ctx0" brushRef="#br0" timeOffset="129856.9682">14633 5267 796 0,'0'0'385'16,"0"0"-203"-16,0 0-96 16,0 0-67-16,0 0-13 15,37 40-6-15,-15-20-235 16,0-1-518-16</inkml:trace>
  <inkml:trace contextRef="#ctx0" brushRef="#br0" timeOffset="130403.7045">14763 5368 9 0,'0'0'1430'0,"0"0"-1142"15,0 0-11-15,0 0-144 16,0 0-54-16,0 0-22 16,0 0 17-16,-1 29-7 15,5-15-18-15,0 0-5 16,1-1-11-16,-1-2-9 15,-2-1-11-15,-1-3-7 16,-1-4-4-16,0-2 8 16,0-1 11-16,0-6 6 15,0-8-14-15,0-3-4 16,0-5 17-16,3 0-3 16,4 2 1-16,1 3 12 15,3 4 6-15,-1 5-12 0,1 4-17 16,0 4-5-16,1 0-7 15,-2 5 8-15,0 4-8 16,-3 3 11-16,-1 1-5 16,-2 0 2-16,-3-1 3 15,-1-1-3-15,0-3-3 16,-1-1 0-16,-2-2 15 16,0-4 14-16,1-1 13 15,0-1 35-15,2-9-6 16,0-2-31-16,1-3-14 15,7-1-8-15,2 2-6 0,0 2 1 16,2 4-7-16,-1 3-7 16,-1 5-5-16,0 0-1 15,1 5 0 1,-3 3-1-16,-1 3-8 0,-1 1 10 16,-4 1-11-16,-2 0-38 15,0 4-125-15,-1-2-356 16,-3-4-463-16</inkml:trace>
  <inkml:trace contextRef="#ctx0" brushRef="#br0" timeOffset="130545.0808">15128 5403 1672 0,'0'0'661'0,"0"0"-289"16,0 0-120-1,0 0-134-15,0 0-112 0,0 0-6 16,0 0-369-16,-49 5-783 15</inkml:trace>
  <inkml:trace contextRef="#ctx0" brushRef="#br0" timeOffset="131433.8313">5447 6781 168 0,'0'0'1451'0,"0"0"-1075"0,0 0-96 16,0 0-107-16,0 0 7 15,0 0-67-15,0 0-19 16,36 8-3-16,-10-4-46 16,4-1-13-16,2 1-17 15,-1-2-6-15,-4 1-9 16,-4-1-10-16,-8-1-127 15,-11-1-224-15,-4 0-351 16,0 0-587-16</inkml:trace>
  <inkml:trace contextRef="#ctx0" brushRef="#br0" timeOffset="131717.9301">5473 6692 1360 0,'0'0'395'15,"0"0"-46"-15,0 0-181 16,0 0-52-16,0 0 31 16,-37 41 27-16,19-18-34 15,-4 1-28-15,-3 1-25 16,1-2-9-16,4-3 1 16,4-5-16-16,7-2-30 15,6-3-16-15,3-2-10 16,9-3-6-16,14-2 17 15,15-3-9-15,13-3-2 0,6-6 1 16,-1 0-8-16,-5 0-33 16,-5 2-111-16,-11 3-239 15,-7-1-507-15</inkml:trace>
  <inkml:trace contextRef="#ctx0" brushRef="#br0" timeOffset="132126.3875">6176 6771 1033 0,'0'0'749'0,"0"0"-516"15,0 0 51-15,0 0-50 0,0 0-39 16,-45-10-99-16,33 21-42 15,-2 4 26-15,3 4-12 16,2 2-15-16,5 0-9 16,4 0-4-16,1-3-25 15,11-1-7-15,4-3-7 16,4-6 0-16,1-3 7 16,-1-5 2-16,-1-2-9 15,-3-7-1-15,-3-5-17 16,-3-3-5-16,-4-4-16 15,-4-2 10-15,-2-1-10 16,-6-1-27-16,-6 3-18 16,-4 2 7-16,0 4-3 0,0 7-36 15,2 5-39 1,5 4-44-16,9 6-92 0,0 4-269 16,3-1-394-16</inkml:trace>
  <inkml:trace contextRef="#ctx0" brushRef="#br0" timeOffset="132326.3578">6293 6667 1547 0,'0'0'363'16,"0"0"34"-16,0 0-91 0,0 0-111 16,0 0-99-1,0 0-62-15,0 0 31 0,10 58-10 16,0-31-21-16,1 1-10 15,0 3-13-15,-1-1-11 16,0 8-35-16,-2-6-205 16,-2-9-560-16</inkml:trace>
  <inkml:trace contextRef="#ctx0" brushRef="#br0" timeOffset="132535.5217">6471 6754 1696 0,'0'0'517'16,"0"0"-179"-16,0 0-194 0,0 0 28 16,-11 47-33-16,11-22-36 15,0 2-35-15,0 1-23 16,4 0-32-16,3-2-4 16,-3 0-8-16,-1 0-1 15,-1-4-21-15,-2-3-147 16,0-6-365-16,0-8-314 0</inkml:trace>
  <inkml:trace contextRef="#ctx0" brushRef="#br0" timeOffset="132764.2157">6460 6741 1401 0,'0'0'404'0,"0"0"-76"16,0 0-197-16,0 0-21 0,41-16-11 15,-24 16-36-15,2 5-22 16,-3 3 5-16,-4 4 4 16,-4 0-7-16,-6 2 2 15,-2 1-2-15,-8 1-16 16,-5 0-11-16,-3-2-16 16,-3-1-21-16,4-3-249 15,5-6-581-15</inkml:trace>
  <inkml:trace contextRef="#ctx0" brushRef="#br0" timeOffset="133559.204">6912 6856 185 0,'0'0'581'0,"0"0"-97"16,0 0-221-16,0 0 27 16,0 0-43-16,-7-34-18 15,1 31-49-15,-4 3-55 16,-1 0-35-16,-2 5-35 16,0 6-6-16,0 3 2 15,4 4-11-15,3 2-7 16,5 1-18-16,1-1-9 15,7-1-5-15,7-4 6 16,3-4-7-16,2-7-27 16,1-4-36-16,-1-4-46 0,-1-10-81 15,-4-5 40-15,-3-6 64 16,-3-9 59-16,-5-11 26 16,-3-10-6-16,-4-2 7 15,-6 9 0-15,2 15 1 16,1 15 19-16,2 7 20 15,-1 2 49-15,0 4 20 16,1 5-21-16,-1 12-65 16,2 19-11-16,4 11-1 15,1 8-10-15,14-2 8 16,1-12 1-16,0-12-9 16,-1-7 0-16,2-5-1 15,3-2 0-15,3 0-23 16,0-6-68-16,-4-4-23 15,-5-2 31-15,-3-10 65 0,-3 0 11 16,-4-1 7-16,-1 3 13 16,-3 3 23-16,0 4 51 15,0 3-14-15,0 3-49 16,1 7 3-16,1 3 32 16,-1 2-14-16,2 0-12 15,-1-2-27-15,-1-2-5 16,1-3-1-16,-1-4-79 15,0-4-169-15,-1-3-348 16,0-6-714-16</inkml:trace>
  <inkml:trace contextRef="#ctx0" brushRef="#br0" timeOffset="133699.542">7118 6668 697 0,'0'0'525'16,"0"0"-396"-16,0 0-55 15,0 0-30-15,-1 41-20 16,23-17-24-16,-2-5-114 16,0-2-280-16</inkml:trace>
  <inkml:trace contextRef="#ctx0" brushRef="#br0" timeOffset="134209.6706">7276 6800 831 0,'0'0'830'0,"0"0"-573"0,0 0-87 16,0 0-26-16,0 0-2 15,-8 45-53-15,8-31-20 16,1-1-29-16,1-1-22 16,-1-2-17-16,-1-2 11 15,0-4-11-15,0-2 9 16,0-2-3-16,-3-1 8 15,0-8 0-15,1-5-3 16,1-4 3-16,1-2 3 16,0 0-11-16,4 3 25 15,2 3 4-15,2 6 7 0,1 5-16 16,1 3-14 0,3 0 4-16,2 8 2 0,2 3 3 15,0 3-5-15,0 2-2 16,-5 1-5-16,-3-1-2 15,-5-1-8-15,-3-2-1 16,-1-2 1-16,0-3 1 16,-2-3 1-16,-2-5 10 15,0 0 51-15,1-7 25 16,2-8-30-16,1-3-23 16,0-5-14-16,5-1-6 15,5 2-8-15,1 4 7 16,3 4-9-16,1 6-5 15,0 7-6-15,1 1 0 16,3 8-3-16,-3 7-72 0,8 13-102 16,-5-4-394-16,-2-3-574 15</inkml:trace>
  <inkml:trace contextRef="#ctx0" brushRef="#br0" timeOffset="134339.0893">7721 6912 1624 0,'0'0'745'0,"0"0"-389"15,0 0-152-15,0 0-121 16,0 0-43-16,-3-39-40 16,41 20-93-16,-2 2-391 15,3-2-602-15</inkml:trace>
  <inkml:trace contextRef="#ctx0" brushRef="#br0" timeOffset="135674.8662">5032 1678 1362 0,'0'0'263'0,"0"0"-14"16,0 0-13-16,-44-12-72 15,24 13-47-15,0 8-26 16,3 4-7-16,5 0-9 0,6 1-30 15,6-1-25-15,9-1 3 16,11 0 1-16,11 0 4 16,2-2-1-16,2 2-14 15,0-1 1-15,-8 2-8 16,-2 0-6-16,-6 3-9 16,-8-1-1-16,-9 1-5 15,-2 0 14-15,-11-2-35 16,-8 0-55-16,-19-1-90 15,5-4-195-15,2-5-339 0</inkml:trace>
  <inkml:trace contextRef="#ctx0" brushRef="#br0" timeOffset="136043.6954">5067 1634 160 0,'0'0'523'0,"41"-15"-399"15,-13 7 20-15,2 2-48 16,-1-1-49-16,-6 2-22 16,-4 2-15-16,-7 2 0 15,-6-1-9-15,-6 2 35 16,0 0 101-16,-5 4-3 16,-4 4-21-16,-2 1 8 15,1 1 8-15,3 0-11 16,3 1 5-16,4-1-30 15,0-1-30-15,9 1 7 0,4 1-2 16,5 0-13-16,3 0-23 16,4 0-4-16,-1 2-5 15,0 1 9-15,-3 1-5 16,-4 0-21-16,-8 2 7 16,-6 0-5-16,-3 0-8 15,-12-1 0-15,-9-4-55 16,-20-1-77-16,6-5-212 15,0-6-407-15</inkml:trace>
  <inkml:trace contextRef="#ctx0" brushRef="#br0" timeOffset="136178.9117">5354 1547 204 0,'37'-1'385'0,"5"1"-268"15,-3 0-117-15,-12 0-126 0</inkml:trace>
  <inkml:trace contextRef="#ctx0" brushRef="#br0" timeOffset="136725.0574">5686 1557 114 0,'0'0'1122'0,"0"0"-838"0,0 0 44 16,0 0-91 0,0 0-33-16,0 0-86 0,0 0-54 15,-27-10-22-15,25 17-17 16,0 3 14-16,2 0-5 15,0 1-6-15,7-1 16 16,4 0 12-16,3-2 5 16,1 1-2-16,3 0-9 15,1-1-21-15,-1 2-5 16,-1 1-2-16,-2-1-14 16,-4 2-7-16,-4 0 9 15,-5 0-10-15,-2 0 0 16,-2 2 9-16,-9-1-3 15,-4 0 0-15,-3-2-6 16,-3-1 9-16,0-5-8 0,0-2-1 16,1-3-19-16,-5-8-77 15,6-3-231-15,3-3-385 0</inkml:trace>
  <inkml:trace contextRef="#ctx0" brushRef="#br0" timeOffset="136924.3986">5597 1568 971 0,'0'0'897'16,"0"0"-662"-16,45-28-56 16,-17 16-74-16,4-1-8 15,2 0-50-15,-5 4-32 16,1 1-15-16,-3 4-98 0,-7 2-391 15,-11 2-756-15</inkml:trace>
  <inkml:trace contextRef="#ctx0" brushRef="#br0" timeOffset="137276.7848">5449 1679 360 0,'0'0'904'0,"0"0"-597"15,0 0 39-15,0 0-77 16,0 0-78-16,0 0-90 16,0 0-67-16,-5 7-22 15,1 8 3-15,0 2 1 16,-1 3-16-16,1 1 7 0,0-1-1 16,-1-2-6-1,-2 3-81-15,0-5-221 0,1-5-428 16</inkml:trace>
  <inkml:trace contextRef="#ctx0" brushRef="#br0" timeOffset="137447.7798">5409 1702 214 0,'0'0'1065'15,"0"0"-725"-15,44 6-104 16,-18 1-38-16,4 3-73 15,2 0-73-15,0 1-30 16,10 0-22-16,-9-2-139 16,-7-5-615-16</inkml:trace>
  <inkml:trace contextRef="#ctx0" brushRef="#br0" timeOffset="137919.7276">6041 1518 1265 0,'0'0'376'16,"0"0"-54"-16,0 0-162 15,0 0-19-15,0 0-24 16,-43 24-34-16,39-16-26 15,3 2-14-15,1-1-21 16,2 1 2-16,7 1 15 0,5 0-12 16,2 1-2-1,1 0-10-15,0-1-8 0,-3 1-6 16,-3-1-1-16,-4 0-8 16,-6 0 2-16,-1-1 0 15,-9 0-40-15,-7-1-71 16,-17-4-136-16,4-4-354 15,2-1-561-15</inkml:trace>
  <inkml:trace contextRef="#ctx0" brushRef="#br0" timeOffset="138050.6551">5990 1504 68 0,'0'0'808'15,"0"0"-591"-15,66-25-110 16,-20 15-68-16,11 4-39 0,-8 1-20 15,-10 4-278-15</inkml:trace>
  <inkml:trace contextRef="#ctx0" brushRef="#br0" timeOffset="138238.2619">6375 1432 1463 0,'0'0'341'15,"0"0"129"-15,0 0-279 16,0 0-5-16,0 0-75 15,0 0-47-15,-37 36-24 16,35-15-16-16,1 2-15 16,-1 0-3-16,1 0-5 15,-2 0-1-15,-8 3-121 0,-1-6-184 16,-1-5-425-16</inkml:trace>
  <inkml:trace contextRef="#ctx0" brushRef="#br0" timeOffset="138417.4002">6151 1498 1230 0,'0'0'559'0,"0"0"-432"16,0 0-1-16,50 30 17 16,-20-16-61-16,5 2-46 15,1-1-23-15,-5-3-4 16,15 0-9-16,-10-4-202 15,-6-5-621-15</inkml:trace>
  <inkml:trace contextRef="#ctx0" brushRef="#br0" timeOffset="138767.5098">6590 1387 1113 0,'0'0'376'15,"0"0"-8"-15,0 0-154 16,-51-1-76-16,39 11-42 15,2 5-32-15,4 1-21 16,2 3-18-16,4 0-13 16,0-2-6-16,0-3-6 15,6-4 0-15,2-5-3 16,2-5 2-16,0 0 1 0,0-10 13 16,3-3 7-16,-3-3-11 15,0-1 34-15,-3 1 62 16,0 4 41-16,-3 3-19 15,-1 5-31-15,-1 4-39 16,1 0-47-16,1 11 2 16,5 4 6-16,1 6-1 15,2 3-7-15,0 1-4 16,1 1-4-16,-1-2-2 16,-2-2 0-16,-1 1-66 15,-2-7-305-15,-2-6-447 0</inkml:trace>
  <inkml:trace contextRef="#ctx0" brushRef="#br0" timeOffset="139113.7698">6913 1296 1776 0,'0'0'384'15,"0"0"-98"-15,0 0-183 16,0 0 35-16,-23 53 2 15,19-23-29-15,3 5-36 16,1-2-32-16,0 0-12 16,6-2-11-16,2-8-11 15,3 0-8-15,0-7 1 16,0-5 3-16,1-8-5 16,0-3-15-16,-2 0 15 15,1-8-6-15,-3-2 6 0,-2-3 0 16,-3 0 4-16,-3 0-3 15,0 3 0-15,0 2 16 16,-6 3-3-16,-6 4-4 16,-4 1 1-16,-12 5-10 15,-13 7-1-15,-16 4-31 16,7-3-178-16,4-5-593 0</inkml:trace>
  <inkml:trace contextRef="#ctx0" brushRef="#br0" timeOffset="139580.2642">4817 1409 1674 0,'0'0'395'0,"0"0"-146"16,0 0-154-16,0 0-55 15,0 0 31-15,0 0 51 16,24 50-41-16,-18-33-51 15,1-1-17-15,-4-1-13 16,0-4-28-16,-3-2-208 16,-1-5-276-16,-6-3-336 0</inkml:trace>
  <inkml:trace contextRef="#ctx0" brushRef="#br0" timeOffset="139724.2399">4690 1295 770 0,'0'0'706'15,"0"0"-518"-15,0 0 2 16,0 0-115-16,0 0-53 16,0 0-21-16,45-22-1 15,-17 27-81-15,-4-2-405 0</inkml:trace>
  <inkml:trace contextRef="#ctx0" brushRef="#br0" timeOffset="139932.2968">4896 1197 1577 0,'0'0'369'0,"0"0"-50"15,0 0-215-15,0 0-67 16,0 0 42-16,16 51 46 16,-5-26-36-16,1 2-44 15,1-1-24-15,-1 1-14 16,0-4-7-16,0-3-112 15,3-4-172-15,-1-6-416 16,-3-6-563-16</inkml:trace>
  <inkml:trace contextRef="#ctx0" brushRef="#br0" timeOffset="140117.9289">5054 1252 1410 0,'0'0'367'0,"0"0"-8"15,0 0-194-15,0 0-89 16,0 0-11-16,11 41 57 15,1-18-19-15,0 3-41 16,1-1-18-16,-1 0-24 16,-2-3-12-16,-4-1-8 15,-2-3-56-15,-4-1-152 16,-6-5-413-16,-3-6-451 0</inkml:trace>
  <inkml:trace contextRef="#ctx0" brushRef="#br0" timeOffset="140315.436">5046 1187 1317 0,'0'0'292'0,"0"0"13"15,0 0-129-15,47-36-70 16,-27 35-28-16,2 1-4 16,0 5-15-16,-1 7-20 15,-4 6-8-15,-6 4-1 16,-7 9-12-16,-5 8-8 15,-12-1-8-15,-17 6-2 16,3-12-234-16,2-14-949 0</inkml:trace>
  <inkml:trace contextRef="#ctx0" brushRef="#br0" timeOffset="140961.1357">5982 2060 121 0,'0'0'1330'0,"0"0"-840"0,0 0-217 16,0 0-91 0,0 0-38-16,-45-4-53 0,33 15-24 15,1 6-7-15,4 3-10 16,3 2-21-16,4-2-13 15,2-3-8-15,9-3-1 16,4-5 1-16,2-5 12 16,3-4-2-16,-2-2-9 15,-2-10 5-15,-4-3-14 16,-4-5-15-16,-5 1 6 16,-3-3-6-16,-2 0 14 15,-8 2-6-15,-3 0-9 16,-2 4-1-16,1 5 4 15,2 4-20-15,2 5-25 16,5 2-42-16,3 2-62 0,6 8-145 16,6-1-269-1,2-2-213-15</inkml:trace>
  <inkml:trace contextRef="#ctx0" brushRef="#br0" timeOffset="141150.594">6085 1914 1536 0,'0'0'402'0,"0"0"-54"16,0 0-198-16,0 0-82 15,0 0-45-15,0 0 1 16,8 43 1-16,-1-21-13 16,0 0-5-16,1 2-7 0,2 3-49 15,-3-4-266 1,-3-7-678-16</inkml:trace>
  <inkml:trace contextRef="#ctx0" brushRef="#br0" timeOffset="141351.6451">6188 1957 1756 0,'0'0'505'16,"0"0"-275"-16,0 0-152 15,0 0 64-15,6 42-2 16,1-20-19-16,2 5-34 15,1-1-33-15,0 0-26 0,-1-2-8 16,-3-2-20-16,-1-4 0 16,-4-4-82-16,-1-7-211 15,-7-3-225-15,-1-4-218 0</inkml:trace>
  <inkml:trace contextRef="#ctx0" brushRef="#br0" timeOffset="141547.4899">6173 1910 1091 0,'0'0'581'16,"0"0"-291"-16,0 0-86 16,32-40-52-16,-17 35-113 15,4 4 212-15,0 1-95 16,2 3-45-16,-2 6-38 0,-3 3-21 16,-3 2-23-1,-5 2-17-15,-7 2-11 0,-1 3 6 16,-28 16-7-16,-1-4-228 15,-6-4-470-15</inkml:trace>
  <inkml:trace contextRef="#ctx0" brushRef="#br0" timeOffset="142449.3585">5570 2566 1405 0,'0'0'283'16,"0"0"-24"-16,0 0-24 16,11-39-69-16,0 35-42 15,3 4-35-15,4 3-17 16,0 11 5-16,-1 5-5 16,-4 6-30-16,-6 1-11 15,-5 0 1-15,-2 0-7 16,-7-3-4-16,-5-1-6 0,-3-5-3 15,-1-4-5 1,1-4-5-16,1-4-2 0,1-5 9 16,4-1 5-16,1-7 10 15,5-2-11-15,3 2 1 16,0 2-6-16,7 3-2 16,5 2-7-16,4 1 1 15,2 1-1-15,2 6-10 16,0 0 10-16,-1 1 1 15,-2 0-66-15,-2-1-136 16,-1-3-100-16,-4 0-401 16,-5-4-764-16</inkml:trace>
  <inkml:trace contextRef="#ctx0" brushRef="#br0" timeOffset="142674.1407">5726 2569 1498 0,'0'0'346'15,"0"0"-6"-15,0 0-173 16,33-35-2-16,-17 30-13 16,2 5-33-16,2 0-41 15,1 6-28-15,-1 6-27 16,-3 2 1-16,-1 3-18 16,-4 1-5-16,-4 0 5 15,-3 0-3-15,-4 0-3 16,-1-2-130-16,-8-1-102 15,-3-5-233-15,-1-4-300 0</inkml:trace>
  <inkml:trace contextRef="#ctx0" brushRef="#br0" timeOffset="142837.8829">5767 2628 879 0,'0'0'825'0,"0"0"-592"15,0 0-135-15,41-12-61 16,-1 1-21-16,15-3-16 16,3-2-25-16,-12 4-351 15,-16 0-1220-15</inkml:trace>
  <inkml:trace contextRef="#ctx0" brushRef="#br0" timeOffset="143042.4133">6199 2424 1088 0,'0'0'958'16,"0"0"-618"-16,0 0-123 16,0 0-131-16,0 0 12 15,-20 37 3-15,20-17-22 16,0 2-30-16,3 2-23 16,0 0-15-16,-1-2-3 15,-1-1-8-15,-1-3-47 16,-6 0-184-16,-3-6-341 15,-3-4-351-15</inkml:trace>
  <inkml:trace contextRef="#ctx0" brushRef="#br0" timeOffset="143219.1943">6116 2483 1431 0,'0'0'405'16,"0"0"-169"-16,57 15-29 15,-29-5-108-15,3 1-62 16,-1 1-21-16,-3-1-16 16,-1-2-12-16,-6-1-314 15,-6-4-881-15</inkml:trace>
  <inkml:trace contextRef="#ctx0" brushRef="#br0" timeOffset="143559.916">6412 2315 1122 0,'0'0'943'0,"0"0"-731"15,0 0-142-15,0 0-50 16,0 0 15-16,27 42 37 16,-19-22-14-16,-5 2 11 15,-3 1-34-15,-1-1-11 16,-8-1-10-16,-4-3-8 15,-2-3-6-15,1-6-14 16,2-6-10-16,2-3 24 0,4-3 8 16,5-6 8-16,1-1 2 15,5 2-8-15,6 2-8 16,4 3 8-16,4 2-10 16,4 1 0-16,6 0 0 15,1 6 16-15,1-1-15 16,-3 2-1-16,-6 0-72 15,-6-1-145-15,-6-2-332 16,-6-2-427-16</inkml:trace>
  <inkml:trace contextRef="#ctx0" brushRef="#br0" timeOffset="143792.1866">6580 2317 1465 0,'0'0'555'0,"0"0"-242"15,0 0-145-15,0 0-52 16,0 0 0-16,50-15-23 16,-29 29-29-16,0 4-18 15,1 5-20-15,-4 2-14 16,-3 0-3-16,-4-1 0 16,-5 0-8-16,-5-3-1 15,-1-2-25-15,-4-3-122 16,-14 2-91-16,1-7-231 15,0-4-329-15</inkml:trace>
  <inkml:trace contextRef="#ctx0" brushRef="#br0" timeOffset="143950.8599">6622 2422 958 0,'0'0'950'0,"0"0"-792"16,0 0 26-16,0 0-133 15,47-23-35-15,-24 17-15 16,13-3-1-16,-6 2-176 16,-2-1-486-16</inkml:trace>
  <inkml:trace contextRef="#ctx0" brushRef="#br0" timeOffset="144163.0947">6946 2184 1328 0,'0'0'660'0,"0"0"-323"16,0 0-155-16,0 0-77 16,0 0 15-16,-18 55-23 15,18-28-38-15,7 2-7 16,0 1-31-16,0-1-12 16,-3 0 1-16,-1-5-10 15,-3-3-70-15,-3-2-240 16,-6-6-302-16,-2-7-561 0</inkml:trace>
  <inkml:trace contextRef="#ctx0" brushRef="#br0" timeOffset="144349.1829">6857 2237 1109 0,'0'0'816'15,"0"0"-594"-15,0 0-137 16,0 0-27-16,53 22 9 15,-26-8-8-15,2 2-35 16,0-1-13-16,-2 0 1 16,-4 0-12-16,2-4-42 15,-6-3-225-15,-4-6-682 0</inkml:trace>
  <inkml:trace contextRef="#ctx0" brushRef="#br0" timeOffset="144723.1625">7238 2080 1729 0,'0'0'296'0,"0"0"-80"0,0 0-140 16,0 0-1-16,-42 26-27 16,41-13-28-16,1 3 0 15,1-2-13-15,5 1-6 16,2-2 0-16,0-5-1 15,0-3-18-15,2-5-17 16,-1 0-14-16,0-5 38 16,0-5 4-16,-2-2 7 0,-1 0 9 15,0-1 28-15,-3 4 27 16,0 2 55 0,-2 5 21-16,0 2-34 0,0 2-54 15,2 11-40 1,2 5 27-16,0 3 1 0,0 3-17 15,0 1-13-15,0-1 7 16,0-2-17-16,-1 0 0 16,0-4-20-16,1-3-179 15,-3-6-389-15,1-6-691 0</inkml:trace>
  <inkml:trace contextRef="#ctx0" brushRef="#br0" timeOffset="145067.2569">7548 1980 426 0,'0'0'1636'0,"0"0"-1345"16,0 0-60-16,-47 26-97 16,35-4 16-16,0 10-29 15,3-1-33-15,2 1-21 16,4 1-26-16,3-7-16 15,0 0-13-15,5-4-4 16,3-4-8-16,2-5 0 16,2-5 0-16,1-5 0 15,0-3 0-15,1-3-1 0,-1-6-18 16,-2-4 8 0,-3-1-2-16,-3-2 4 0,-3 1 4 15,-2 1 5-15,0 2 0 16,-6 4 0-16,-5 3-24 15,-5 4-82-15,-15 3-97 16,3 7-171-16,3-1-511 0</inkml:trace>
  <inkml:trace contextRef="#ctx0" brushRef="#br0" timeOffset="145227.313">7679 2250 1500 0,'0'0'960'0,"0"0"-640"16,0 0-219-16,0 0-101 15,0 0-284-15,-46-1-814 0</inkml:trace>
  <inkml:trace contextRef="#ctx0" brushRef="#br0" timeOffset="146877.7719">5748 2892 940 0,'0'0'295'0,"0"0"-40"16,0 0-16-16,0 0-43 16,48-8 30-16,4-3-12 0,30-9-18 15,20-6-15-15,9-3-44 16,0 0-17-16,-7 4-29 16,-4 0-19-16,-8 3-26 15,-8 3-5-15,-12 2-4 16,-20 4-26-16,-15 3 11 15,-16 4-7-15,-7 2-15 16,-5 1 9-16,-1 0-3 16,-4 1-6-16,-3 1 6 15,-1 1-5-15,-3 0-1 16,-8 0-50-16,-17 9-175 16,2 3-345-16,-2-2-244 0</inkml:trace>
  <inkml:trace contextRef="#ctx0" brushRef="#br0" timeOffset="149940.6017">6998 1671 28 0,'0'0'232'0,"0"0"846"0,0 0-757 16,0 0-39-16,0 0-37 16,0 0-62-16,0 0-59 15,-2-1-62-15,4 13-43 16,5 6 56-16,4 6 38 16,3 5 15-16,2 1-57 15,3 1-31-15,2-1-10 16,-1-5-16-16,-1-1-13 15,-2-4 8-15,-3-4-3 16,-5-3-6-16,-3-2-25 16,-3-4-44-16,-3 0-79 0,0-4-13 15,-4-2 32 1,-7-1-15-16,-3-1-53 0,-4-5 41 16,-2-3 51-16,0-1 72 15,1-1 33-15,3 3 12 16,5 0 56-16,2 4 43 15,5 0 35-15,1 3-32 16,3 1-54-16,0 0-39 16,5 1-20-16,6 6 51 15,4 0 18-15,6 0 4 16,2 1-26-16,3-3-9 16,-1-1-26-16,0-3 4 15,-2-1-7-15,-3 0-10 16,-3-1-21-16,-3-6-82 15,-2 0-5-15,-5-2-5 0,-3-2-10 16,-2-2-8 0,-2-1 61-16,0 0 52 0,-1 2 18 15,-3 3 20-15,2 2 38 16,-2 7 14-16,1 0-26 16,-2 8-34-16,-1 8-11 15,1 4 5-15,-2 1 0 16,0 2-4-16,2-1 4 15,1-1-6-15,1 3-65 16,0-4-181-16,1-6-565 0</inkml:trace>
  <inkml:trace contextRef="#ctx0" brushRef="#br0" timeOffset="150085.2625">7234 1984 575 0,'0'0'367'0,"0"0"-367"0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0:16.5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2416 4522 1106 0,'0'0'723'0,"0"0"-546"0,0 0-43 16,0 0 62-16,0 0 18 15,0 0-28-15,49 36-42 16,-27-27-40-16,3-1-38 16,4-2-30-16,8-3-21 15,8-3-3-15,-2 0-11 16,-7-3-1-16,-6-2-70 16,-11-2-159-16,-3 1-149 15,-6 0-469-15</inkml:trace>
  <inkml:trace contextRef="#ctx0" brushRef="#br0" timeOffset="198.3667">2379 4658 1542 0,'0'0'271'0,"0"0"-166"16,0 0 117-16,0 0-12 15,75 27-31-15,-3-27-22 16,12-8-56-16,2-5-56 15,-12 0-27-15,-22 4-18 16,-18 4-20-16,-14 5-138 16,-11 2-194-16,-9 6-654 0</inkml:trace>
  <inkml:trace contextRef="#ctx0" brushRef="#br0" timeOffset="1827.1872">2297 5165 523 0,'0'0'1094'16,"0"0"-820"-16,0 0 14 15,0 0-70-15,0 0-4 16,0 0-7-16,0 0-76 16,12-3-51-16,11-3-49 0,14 0-16 15,15 0-5 1,6-1-4-16,-1 0-5 0,-5 1-1 15,-8 0 0-15,-7 0-26 16,-11 1-101-16,-7 0-143 16,-10 0-257-16,-7 2-224 0</inkml:trace>
  <inkml:trace contextRef="#ctx0" brushRef="#br0" timeOffset="2045.4785">2275 5235 1739 0,'0'0'246'0,"0"0"-151"0,0 0 99 16,0 0-17-1,52 29 27-15,2-29-14 0,20-1-51 16,8-10-74-16,-1-3-27 16,-11-2-17-16,-14 3-5 15,-12 1-8-15,-13 4-8 16,-14 4-8-16,-16 4-116 15,-1 0-163-15,-4 0-317 0</inkml:trace>
  <inkml:trace contextRef="#ctx0" brushRef="#br0" timeOffset="31290.3445">3462 5673 1048 0,'0'0'730'0,"0"0"-626"16,0 0-64-16,0 0-2 16,0 0 48-16,0 0 11 15,-9-1-38-15,18 1-22 16,5-1-12-16,5 0 11 16,6-2-1-16,4 0-12 15,1-2-16-15,2 1-7 16,-3 0-68-16,-5-1-151 15,-5 2-329-15,-10 0-345 0</inkml:trace>
  <inkml:trace contextRef="#ctx0" brushRef="#br0" timeOffset="31472.368">3447 5764 1292 0,'0'0'296'16,"0"0"-215"-16,0 0-34 15,0 0 74-15,40 12 17 16,1-12-15-16,15-8-37 0,4-5-63 16,-6 1-23-1,-9 1-75-15,-19 5-176 0,-11 2-321 16</inkml:trace>
  <inkml:trace contextRef="#ctx0" brushRef="#br0" timeOffset="47278.058">2882 6260 1726 0,'0'0'247'0,"0"0"-162"0,0 0-53 16,0 0 18-16,0 0 73 16,0 0-33-16,4 0-38 15,10-2-30-15,17-2 0 16,15-4-11-16,13-1-1 16,5-2-10-16,-5 3 0 15,-15 2-12-15,-8 1-82 16,-11 2-189-16,-9 1-357 0</inkml:trace>
  <inkml:trace contextRef="#ctx0" brushRef="#br0" timeOffset="47472.6633">2917 6349 1761 0,'0'0'369'0,"0"0"-284"16,0 0-85-16,0 0 25 15,71-6 13-15,2-10-16 16,16-4-10-16,7-2-12 16,-8 4-6-16,-19 8-7 15,-17 6-24-15,-20 2-273 16,-16 2-604-16</inkml:trace>
  <inkml:trace contextRef="#ctx0" brushRef="#br0" timeOffset="49333.5057">5346 6364 1033 0,'0'0'239'0,"0"0"-96"16,0 0-74-16,0 0 83 15,68 0 75-15,-12-1-44 16,26-5-14-16,12-3-37 16,3-3-55-16,-4 2-21 15,-13 1-8-15,-3 0-24 16,-5 2-8-16,-6 3-9 0,-9 0-6 15,-12 2-1 1,-15 1-7-16,-10 0-33 0,-10 1-110 16,-8-2-127-16,-2 2-243 15,-1-2-157-15</inkml:trace>
  <inkml:trace contextRef="#ctx0" brushRef="#br0" timeOffset="49566.4632">5655 6417 1655 0,'0'0'211'0,"0"0"-181"15,0 0-3-15,0 0 14 0,0 0 38 16,63 11 46-16,-13-11 9 16,20-3-60-16,9-5-41 15,-2 0-18-15,-5 0-8 16,-8 2-5-16,0-1-2 15,3 1 0-15,2-1-52 16,5-2-170-16,-19 2-308 16,-7-1-361-16</inkml:trace>
  <inkml:trace contextRef="#ctx0" brushRef="#br0" timeOffset="50076.4413">8896 6215 1132 0,'0'0'238'16,"0"0"-87"-16,0 0-36 15,0 0 25-15,0 0-16 16,0 0-25-16,0 0-34 16,1 9 19-16,13-7-4 15,4-1-8-15,7 0-20 16,4-1-25-16,3 0-14 15,2 0-7-15,2-2-6 0,-2-1-7 16,-1 0-85-16,2-1-126 16,-9 1-158-16,-9 0-310 0</inkml:trace>
  <inkml:trace contextRef="#ctx0" brushRef="#br0" timeOffset="50257.2212">8909 6313 1490 0,'0'0'196'0,"0"0"-165"0,0 0 20 16,0 0 41-1,77 5 11-15,-13-12-46 0,11-1-16 16,1 0-34-16,-10 3-7 16,-20 5-54-16,-17 0-233 15,-13 0-487-15</inkml:trace>
  <inkml:trace contextRef="#ctx0" brushRef="#br0" timeOffset="56919.527">10481 3553 1463 0,'0'0'258'15,"0"0"61"-15,0 0-128 16,-62 32-49-16,17 13 42 16,-6 19-9-16,2 6-24 15,15-3-38-15,18-12-43 16,14-16-17-16,2-10-26 16,10-10-15-16,13-3-11 15,16-6-1-15,19-10-51 16,10-12-132-16,0-23-173 15,-19 3-229-15,-17 1-565 0</inkml:trace>
  <inkml:trace contextRef="#ctx0" brushRef="#br0" timeOffset="57598.5366">10639 3631 1370 0,'0'0'304'15,"0"0"0"-15,0 0-63 16,-52 32-46-16,40-13-33 15,4 5-29-15,6 1-33 16,2 2-48-16,8-3-34 16,8-2-12-16,5-4-5 15,2-6-1-15,0-6-16 16,-1-6-61-16,-4-1 6 16,-2-10 14-16,-5-5 7 15,-3-4 14-15,-5-2 31 16,-3-2 5-16,0 0 0 0,-6 0-8 15,-4 5 8 1,-2 4 0-16,-1 5 0 0,1 4 8 16,1 6-7-16,4 0 0 15,4 7-1-15,3 2-1 16,3 1-14-16,11 0-47 16,8-1-35-16,6-4-13 15,2-1-87-15,1-4-30 16,-2-2-45-16,-6-6-1 15,-6-4 21-15,-6-2 199 16,-5 0 53-16,-4-1 217 16,-2 3 79-16,0 2-11 15,0 2-23-15,0 4-62 16,-2 4-51-16,1 0-76 0,1 7-60 16,0 6 47-16,0 5 1 15,0 2-10-15,4 0-13 16,0 1 1-16,-2-4-12 15,0-2-15-15,-1-4-6 16,0-3-5-16,-1-6 0 16,0-2 9-16,1-4 14 15,1-11-1-15,1-4-14 16,1-3-2-16,3-1 20 16,2 3 0-16,2 5 1 15,0 4-2-15,0 6-7 16,0 5 2-16,2 0-7 15,-1 10 8-15,1 3 12 0,-1 3-10 16,0 1-12-16,-3 1-10 16,-1-2-2-16,-2-1-46 15,0 1-113-15,-3-5-199 16,-1-3-450-16</inkml:trace>
  <inkml:trace contextRef="#ctx0" brushRef="#br0" timeOffset="57915.7225">11106 3550 1996 0,'0'0'294'0,"0"0"-77"16,0 0-95-16,2 39 79 15,7-15-39-15,2 4-47 16,4 2-15-16,0 0-41 15,0-4-22-15,-1-3-19 16,-4-5-13-16,-3-7-4 16,-1-7 0-16,-1-4 6 15,1-6 8-15,3-12-2 16,0-11-12-16,1-15 7 16,-2-11-8-16,-3-1-27 15,-4 9-21-15,-1 16-39 16,0 14-31-16,-8 4-156 15,-2 4-249-15,1 1-587 0</inkml:trace>
  <inkml:trace contextRef="#ctx0" brushRef="#br0" timeOffset="58703.1733">11417 3642 1385 0,'0'0'540'0,"0"0"-171"16,0 0-30-16,0 0-53 15,0 0-81-15,0 0-55 16,0 0-56-16,15 1-13 16,8-4-6-16,12-3-28 15,-1-1-22-15,3-1-23 16,0-1 6-16,-9 2-8 15,0-2-1-15,-7 2-41 16,-7 2-66-16,-8 0-57 16,-8 3-83-16,-7 1-251 0,-6-1-285 0</inkml:trace>
  <inkml:trace contextRef="#ctx0" brushRef="#br0" timeOffset="58942.1996">11492 3527 1719 0,'0'0'552'0,"0"0"-294"15,0 0-55-15,0 0-64 16,3 58 70-16,9-10-10 16,0 3-64-16,-1-7-9 15,-3-11-39-15,-3-13-35 0,1-3-40 16,-1 3-1-16,1-1-11 15,0-2-11-15,2-5-79 16,7-12-107-16,0-1-132 16,0-11-431-16</inkml:trace>
  <inkml:trace contextRef="#ctx0" brushRef="#br0" timeOffset="59170.543">11844 3477 2097 0,'0'0'337'0,"0"0"0"16,0 0-158-16,-5 47-7 0,5-10 3 15,1 8-67 1,7 3-17-16,-2-8-34 0,-1-11-34 16,-1-10-16-16,-1-2-7 15,0 0-40-15,1 1-109 16,-1-4-110-16,-3-14-267 15,0 0-51-15,0-12-498 0</inkml:trace>
  <inkml:trace contextRef="#ctx0" brushRef="#br0" timeOffset="59514.5383">11889 3440 1452 0,'0'0'339'15,"0"0"1"-15,0 0-112 0,0 0-62 16,46-34-52-1,-29 36-30-15,3 11-4 0,-1 4 13 16,-4 4-9-16,-6 2 4 16,-7 1-12-16,-2 2-32 15,-11-2-22-15,-7 2-8 16,-3-4-8-16,-2-1-5 16,0-4 5-16,2-5-4 15,5-4-1-15,5-5 7 16,6-3 1-16,4 0 1 15,1-2-2-15,7-1-7 16,7-1 0-16,4 2 0 0,5 2 8 16,3 0 0-1,3 4-1-15,1 3 5 0,1 2 5 16,-2 1-13-16,-4-2-5 16,-2 0-28-16,-3-5-87 15,-7-3-225-15,-3 0-445 0</inkml:trace>
  <inkml:trace contextRef="#ctx0" brushRef="#br0" timeOffset="59755.5239">12194 3480 1709 0,'0'0'476'15,"0"0"-256"-15,0 0-37 16,0 0 79-16,-11 53-78 15,10-27-42-15,1 4-37 0,2 1-12 16,6-2-23-16,3-2-29 16,2-8-29-16,2-4-7 15,0-6-5-15,1-7-39 16,2-2-60-16,-3-7-69 16,4-14-192-16,-4 1-308 15,-5 1-340-15</inkml:trace>
  <inkml:trace contextRef="#ctx0" brushRef="#br0" timeOffset="59939.7942">12262 3567 1211 0,'0'0'394'0,"0"0"-61"16,0 0-133-16,0 0-29 0,0 0-29 15,39-6-54-15,-11-2-28 16,2-2-35-16,1-1-25 15,-5 0-43-15,-4-6-96 16,-7 3-246-16,-6 3-300 0</inkml:trace>
  <inkml:trace contextRef="#ctx0" brushRef="#br0" timeOffset="60119.338">12228 3406 960 0,'0'0'318'0,"0"0"-110"0,0 0-86 16,0 0-68-16,51-4-16 16,-24 1-25-16,4 0-13 15,1 1-184-15,9-3-142 16,-5 1-54-16,-7 0-158 16</inkml:trace>
  <inkml:trace contextRef="#ctx0" brushRef="#br0" timeOffset="60393.1716">12499 3375 440 0,'0'0'691'16,"0"0"-159"-16,0 0-210 15,0 0-50-15,0 0-59 16,0 0-21-16,-21 28-35 16,18-9-20-16,1 6-16 15,2 0-28-15,0 2-27 16,5 0-4-16,4-2-22 0,3-1-3 16,1-2-28-16,1-5-3 15,0-5 0-15,0-5-6 16,0-6 0-16,-2-1-12 15,2-11-18-15,-3-6 5 16,2-9-3-16,-2-11 5 16,-3-8-11-16,-2 2 8 15,-6 10-17-15,0 13 8 16,0 11-8-16,0 1-18 16,0 1-65-16,0 4-98 15,0 3-88-15,0 3-420 16,6 2-237-16</inkml:trace>
  <inkml:trace contextRef="#ctx0" brushRef="#br0" timeOffset="60821.3911">12764 3366 1627 0,'0'0'326'0,"0"0"60"16,0 0-175-16,0 0-21 16,0 0-78-16,0 0-31 15,0 0 27-15,13 52-19 16,-6-27-12-16,-2 4-2 16,2-1-26-16,0-1 6 15,-1-1-26-15,2-3-13 0,-1-4-14 16,-1-3 10-16,0-7-12 15,0-4 0-15,1-5 2 16,1 0 5-16,2-8 1 16,1-6-7-16,0-3 0 15,-1-5-1-15,1-3-1 16,-1-3-9-16,-3-2-4 16,1-1 4-16,-3 1-2 15,-1 3 3-15,-2 4 0 16,-2 4-3-16,0 4-8 15,0 4-16-15,-2 3-31 16,-1 5-60-16,-3 2-141 0,2 1-342 16,-3 0-756-16</inkml:trace>
  <inkml:trace contextRef="#ctx0" brushRef="#br0" timeOffset="61564.5616">12424 3381 1440 0,'0'0'367'15,"0"0"108"-15,0 0-224 0,0 0 38 16,0 0-90-16,0 0-47 16,0 0-65-16,-6-28-51 15,7 33-21-15,5 8 10 16,2 5 17-16,1 7 0 15,-1 4-6-15,0 3 33 16,-1 1 0-16,-3 0-13 16,1-2-13-16,-1-2 4 15,-2-3-2-15,0-3-14 16,-2-4-11-16,1-4-2 16,-1-4-17-16,0-3 0 15,0-5 0-15,0 0 1 16,1-3 7-16,0 0 3 0,2 0 6 15,4-5 7-15,4-2-13 16,6-3-3-16,5-1-8 16,7 0 0-16,3 1 8 15,2 2-9-15,0 0 10 16,-2 3-10-16,-3 0-5 16,-5 1 5-16,-7 2 0 15,-4 0 1-15,-6 2 0 16,-3-1-1-16,-4 1-6 15,0 0-36-15,-10 0-80 16,-28 3-116-16,3 1-296 16,-8-3-972-16</inkml:trace>
  <inkml:trace contextRef="#ctx0" brushRef="#br0" timeOffset="62276.977">10098 3351 1345 0,'0'0'273'0,"0"0"-83"16,-43-13 25-16,33 13-83 16,4 18-74-16,3 27-41 15,3 29 60-15,2 25 24 16,10 14 83-16,5 12-14 0,2 0 33 15,-1 1-38-15,0-3-17 16,-2-12-33-16,-5-10-59 16,-2-16-20-16,-6-16-36 15,-2-21 0-15,-1-18 0 16,0-13 0-16,0-8-13 16,-1-6-37-16,-3-3-32 15,-2-20-65-15,-4-32-128 16,2 3-233-16,-2-6-225 0</inkml:trace>
  <inkml:trace contextRef="#ctx0" brushRef="#br0" timeOffset="63044.0367">10151 3434 1898 0,'84'-37'229'0,"31"-4"-176"16,36-8-30-16,19 4 35 16,6 7 29-16,16 0 15 15,20-1-20-15,11-1-36 16,11 0-29-16,2 1-1 16,-3 4-6-16,-7 5-2 15,-15 4-2-15,-21 6-6 16,-23 1 6-16,-27 3-6 15,-27 2 2-15,-27 1 7 16,-30 3 6-16,-23 2 34 16,-17 2 8-16,-8 3-20 15,-3 0-6-15,-2 1 4 0,0 2-4 16,-3 0-9-16,0 6-17 16,0 15 2-16,0 17 29 15,-2 21 40-15,-1 14-37 16,2 8 51-16,0 4 12 15,1 7 3-15,0 7 1 16,4 4-14-16,6 3-11 16,4-6-3-16,2-6-44 15,0-6-12-15,-1-11-21 16,-4-9-2-16,-5-11 1 0,-4-18 0 16,-2-11 1-1,-1-11 9-15,-9-5-9 0,-11-1-1 16,-21-2 0-16,-28-3 1 15,-24-4 4-15,-25-2-5 16,-22-3-13-16,-17-1-8 16,-19 3-11-16,-15 1 10 15,-6 0 20-15,2 7-16 16,6 2 17-16,11 3-1 16,9 1 2-16,9 1 0 15,5 3 4-15,5 2-4 16,6 1 0-16,8 5 5 15,10 1 6-15,16 0-11 0,22-4 1 16,28-6 6 0,26-6-1-16,20-7 9 0,11-1-4 15,3-2-10-15,1 0 4 16,0 0-5-16,2 0-11 16,6-5 10-16,2 2-20 15,0-2-21-15,-1 3-59 16,-1-1-83-16,3 2-81 15,-4 1-354-15,-1-3-820 0</inkml:trace>
  <inkml:trace contextRef="#ctx0" brushRef="#br0" timeOffset="63539.7747">11144 4653 1461 0,'0'0'280'0,"0"0"37"15,0 0-2-15,0 0-16 16,0 0-87-16,-46-6-91 16,30 22-20-16,-4 11-6 15,4 0-25-15,3 6-1 16,5 0-26-16,8-6-16 16,0 2-25-16,12-5-2 0,9-7-1 15,12-4-69-15,1-10-92 16,17-13-103-16,-9-7-232 15,-12-5-325-15</inkml:trace>
  <inkml:trace contextRef="#ctx0" brushRef="#br0" timeOffset="63838.7031">11304 4646 613 0,'0'0'902'0,"0"0"-520"16,0 0-26-16,0 0-101 15,0 0-100-15,-44 12-43 16,37 12 1-16,2 3-26 15,4 3-47-15,1-1-10 16,7-5-17-16,5-5-13 16,4-5 0-16,2-8-7 15,-1-6-18-15,-1-4 7 0,-1-13 17 16,-4-5-17-16,-3-4 17 16,-5-2 0-16,-3 1-5 15,-5 2 5-15,-8 6 1 16,-2 5 0-16,0 7 0 15,1 6-8-15,4 1-7 16,5 8-79-16,5 4-111 16,6 1-76-16,21 1-197 15,0-3-30-15,0-4-372 0</inkml:trace>
  <inkml:trace contextRef="#ctx0" brushRef="#br0" timeOffset="64162.5826">11445 4638 1111 0,'0'0'481'0,"0"0"-167"15,0 0-30-15,0 0-72 16,0 0-55-16,0 0-79 16,0 0 22-16,21 4 16 15,-13 14-13-15,-2 4-25 16,0 0-15-16,-3-2-18 16,0-2-20-16,-1-5-13 15,-2-5-3-15,1-7-7 16,-1-1 25-16,0-10-5 15,0-8-13-15,2-5-1 16,2-1 10-16,2 1 7 16,1 3 4-16,2 4 0 15,1 7 1-15,0 5-15 16,2 4-6-16,1 2-9 0,0 9 1 16,1 2 0-16,-3 2-1 15,-1 1 0-15,-2-1-76 16,-3 1-95-16,-2-4-304 15,-3-4-353-15</inkml:trace>
  <inkml:trace contextRef="#ctx0" brushRef="#br0" timeOffset="64436.5076">11615 4563 1793 0,'0'0'359'16,"0"0"-170"-16,0 0-33 15,40 40 112-15,-17-18-93 0,3 1-59 16,-1 0-24 0,-4-4-35-16,-4-5-27 0,-6-5-15 15,-5-7-5-15,0-3 14 16,-2-12 25-16,1-12-26 16,-1-12-10-16,-3-15-7 15,-1-1-5-15,0 10 0 16,0 14-1-16,0 17-21 15,-4 10-34-15,-9 11-72 16,2 4-359-16,-4 7-451 0</inkml:trace>
  <inkml:trace contextRef="#ctx0" brushRef="#br0" timeOffset="64755.3656">11218 5069 1273 0,'0'0'727'0,"0"0"-438"15,0 0-4-15,0 0-104 16,0 0-23-16,0 0 0 16,12 64 1-16,1-14-50 0,3 5-52 15,1-4-27-15,0-7-19 16,-4-11-11-16,0-8-21 16,2-2-124-16,-3-9-191 15,-1-6-556-15</inkml:trace>
  <inkml:trace contextRef="#ctx0" brushRef="#br0" timeOffset="65109.3956">11503 5089 1854 0,'0'0'312'0,"0"0"-28"0,0 0-98 15,0 0-57-15,-45 32 8 16,36-9-50-16,1 1-20 15,2 2-22-15,1-2-26 16,2-5-7-16,1-4-11 16,2-7 0-16,0-5-1 15,2-3 0-15,5-9 1 16,2-3-1-16,1-3-1 16,0 0 0-16,0 4 1 15,0 1 0-15,-2 4 0 16,2 5 1-16,0 1 0 15,1 6 13-15,1 8 1 16,-1 4 16-16,0 2-13 0,-1 0-7 16,-1-2-11-1,-2-2-7-15,-3-5-89 0,-4-10-219 16,0-1-340-16,0-5-586 16</inkml:trace>
  <inkml:trace contextRef="#ctx0" brushRef="#br0" timeOffset="65482.5722">11580 5095 1515 0,'0'0'283'15,"0"0"-68"-15,0 0-83 16,0 0 0-16,0 0-66 16,42 41-35-16,-24-34-17 0,-1-4-7 15,-3-3-5 1,-2 0-1-16,-4-10 6 0,-4-3-6 15,-4-3 7-15,0 0 16 16,0 0 89-16,0 3 31 16,-1 4-2-16,0 4-12 15,1 5-32-15,0 1-56 16,7 10-36-16,10 12 21 16,8 13 24-16,6 11 14 15,-1 5-2-15,-8-2-11 16,-11-4-12-16,-8-7-22 15,-3-6-16-15,-6-8-2 0,-3-7 0 16,-5-4-2 0,-2-3-32-16,-4-4-25 0,-4-4-27 15,1-5-61-15,-4-30-137 16,5 0-190-16,7-3-485 0</inkml:trace>
  <inkml:trace contextRef="#ctx0" brushRef="#br0" timeOffset="66084.6235">11942 5053 1748 0,'0'0'285'16,"0"0"-185"-16,0 0-38 16,0 0 34-16,-2 35-7 15,4-27-42-15,7-2-19 0,1-5-17 16,-1-1-4-16,1-3-1 15,0-8-5-15,0-5 9 16,0-3-10-16,-2-3-1 16,-2 0 1-16,-3 3 8 15,-2 3 29-15,-1 8 95 16,0 6 56-16,-7 2-44 16,-5 14-88-16,-2 6-26 15,0 5 3-15,1 4 8 16,3 0-10-16,7-4 1 15,3-2-11-15,10-6-11 16,13-8-1-16,5-8-9 16,3-4 12-16,3-12-12 0,-8-6-7 15,1-5-2 1,-6-3-9-16,-7 0 1 0,-5 2 4 16,-4 3-5-16,-3 5 10 15,-1 6-2-15,-1 5 1 16,0 4 0-16,0 3 1 15,1 1-2-15,3 0-10 16,1 8 10-16,4 3 9 16,1 3 1-16,0 5 0 15,-2 2 18-15,-2 1 18 16,-2 2 21-16,-2 1 3 16,1-4 10-16,0 0 2 15,2-4-8-15,1-4-13 16,3-5-21-16,3-4-3 15,5-4-3-15,4-5-10 0,2-7-14 16,0-3-3-16,2-3-95 16,11-15-108-16,-5 3-320 15,-1-2-670-15</inkml:trace>
  <inkml:trace contextRef="#ctx0" brushRef="#br0" timeOffset="67285.6937">14151 3313 1205 0,'0'0'331'16,"0"0"32"-16,0 0-14 15,0 0-51-15,0 0-129 16,0 0-112-16,-2 47-18 15,5 19 47-15,8 11 9 16,3 3-4-16,5-5 2 16,0-8-20-16,-1-1 47 0,-4-3-24 15,-3-4-45-15,-6-13-41 16,-2-12-10-16,-3-12-11 16,0-8-52-16,0 0-76 15,-2-4-25-15,-7-3-129 16,-6-9-41-16,0-8-333 15,0-5-479-15</inkml:trace>
  <inkml:trace contextRef="#ctx0" brushRef="#br0" timeOffset="67930.8032">14140 3319 1642 0,'0'0'200'0,"53"-48"-134"16,17 17 76-16,21-2 22 16,17 7-49-16,6 4-72 15,-6 4-28-15,4-1-5 16,-4 2-3-16,-12 1 2 16,-10 0-7-16,-18 3-2 15,-20 4-18-15,-18 2 12 16,-14 4 6-16,-11 1-1 15,-1 2 1-15,-3 0 1 16,-1 0 18-16,0 2 1 0,-9 11 12 16,-3 10 14-16,-5 16 26 15,1 17 13-15,3 9 25 16,4 6-50-16,4 0 43 16,4-5-16-16,1 1-22 15,0-3 10-15,0-3-30 16,5-3 20-16,1-3-17 15,0-5 5-15,1-3-17 16,-3-4-22-16,0-9-13 16,-3-8-1-16,-1-7 1 15,0-3 0-15,0-1 0 16,-6-1 0-16,-1 2 0 16,-4-5 0-16,-3-1-1 15,-6-4 1-15,-11 0 0 16,-16-3 9-16,-22 1-9 0,-14-3 5 15,-9-1 2-15,-5 0-8 16,5 0 0-16,1 2 1 16,5 0-1-16,9 2 11 15,11 0-2-15,18-1 7 16,16-1-16-16,15 0 1 16,10-1 8-16,3-1-8 15,1 0-1-15,2 0-10 16,1 0-19-16,1 0-35 15,7-3-51-15,8-11-167 16,-1 2-324-16,-3-3-695 0</inkml:trace>
  <inkml:trace contextRef="#ctx0" brushRef="#br0" timeOffset="69417.6823">14358 4433 1877 0,'0'0'337'16,"0"0"-111"-16,0 0-53 15,-14 68 40-15,13-18-74 0,1 3-45 16,0-9-27-16,0-11-37 15,1-13-9-15,2-2-19 16,-2 1-2-16,1-1-27 16,-1-1-100-16,0-7-135 15,-1-9-31-15,0-3-33 16,0-18-72-16,0-16-107 16,-3-14 262-16,-1-7 139 15,1 1 93-15,2 6 11 16,1 14 128-16,1 8 100 15,4 9 1-15,5 5 30 16,0 1-65-16,4 1-37 0,5 4-8 16,-2 5-52-1,1 3-34-15,-3 11-1 0,-5 6 12 16,-4 7 5-16,-6 2-25 16,-4 3-11-16,-10 0-19 15,-2-4-11-15,-1-3-13 16,4-4-80-16,8-9-112 15,5-4-325-15,0-5-497 0</inkml:trace>
  <inkml:trace contextRef="#ctx0" brushRef="#br0" timeOffset="69937.7092">14580 4417 1117 0,'0'0'887'0,"0"0"-676"16,0 0 86-16,0 0-99 15,0 0-30-15,0 0-64 16,-35 52-34-16,30-29-22 16,4 0-33-16,1-3 0 15,0-2-15-15,4-5 8 16,5-4-8-16,1-5-24 16,3-4-13-16,0-2-20 15,2-8-4-15,-2-4-29 16,0-2 3-16,-1 0 35 15,1-1 31-15,-1 1 10 0,0 2 11 16,-2 1 0 0,-1 4 1-16,-2 3 25 0,-2 4 13 15,-1 2 15-15,-3 2 0 16,0 9 23-16,-1 3-6 16,0 5-9-16,0 1-24 15,0 0-14-15,1-1-11 16,2-3-4-16,4-3-8 15,0-5 1-15,2-5-1 16,0-3-1-16,1-4-1 16,-1-9-14-16,0-3-6 15,-4-5 3-15,-2-7 5 16,-3-1 4-16,0-1 3 16,-7-1-6-16,-2 8-14 15,-2 1-9-15,0 8-6 0,-1 7-32 16,1 7-79-16,3 4-23 15,2 7-58-15,6 9-89 16,2-3-258-16,6-5-400 0</inkml:trace>
  <inkml:trace contextRef="#ctx0" brushRef="#br0" timeOffset="70152.2644">14826 4241 1699 0,'0'0'364'0,"0"0"-40"16,0 0-64-16,0 0-145 0,0 0-26 15,2 54 1 1,5-20-35-16,0-2-22 0,2-3-31 16,-2-6-2-16,1 1-45 15,2 8-170-15,-3-9-169 16,-2-8-590-16</inkml:trace>
  <inkml:trace contextRef="#ctx0" brushRef="#br0" timeOffset="70306.6081">14958 4435 1207 0,'0'0'711'0,"0"0"-508"0,-1 35 40 15,0-18-91 1,-1 1-55-16,2-1-59 0,0-2-38 15,-2-2-85-15,0-4-217 16,0-5-378-16</inkml:trace>
  <inkml:trace contextRef="#ctx0" brushRef="#br0" timeOffset="71186.4714">14971 4294 629 0,'0'0'168'0,"0"0"-116"16,23 40-2-16,-9-24-12 15,2-2-22-15,1-2 56 16,-2-4 77-16,-2-1 17 0,-3-1 25 16,-3 0 36-16,-3 0-30 15,-1 4 21-15,-3 2-54 16,0 3-31-16,0 1-24 15,0 1-23-15,-4-1-14 16,1-2-16-16,0-4-26 16,1-4-13-16,0-3-11 15,2-3 1-15,0-1 7 16,0-9-13-16,5-6 0 16,4-5-1-16,3-3 0 15,2 1 1-15,2 1 0 16,0 5 7-16,-2 5 3 0,-2 6 15 15,-3 4-2 1,-1 2-3-16,-1 9 3 0,0 6 9 16,-1 2 2-16,-1 1-11 15,0-1-13-15,0-1-10 16,1-5 0-16,2-4-1 16,0-5-58-16,4-2-63 15,2-8-90-15,0-5-80 16,0-5-86-16,-1-5-100 15,0-2 210-15,-3 0 241 16,-1 0 26-16,-2 3 181 16,-4 5 68-16,-2 5-26 15,-1 7-31-15,-1 3-10 16,-6 2-67-16,-1 8-64 16,0 5-5-16,1 3-24 0,3 0-7 15,3 0-9-15,1-3-5 16,0-3 0-16,7-5-1 15,1-5-19-15,2 0-4 16,0-8-6-16,-1-4 9 16,1-4 20-16,-4 0 1 15,0-1 16-15,-2 2 44 16,0 5 38-16,-2 2 73 16,-1 7-21-16,-1 1-73 15,0 6-31-15,0 8 40 16,0 5 9-16,0 5-37 15,-3 2 0-15,2 3-11 0,-1-1 0 16,2 0-7-16,0-2-17 16,0-2-6-16,3-4-11 15,3-4 2-15,-2-2-1 16,2-3-7-16,-3-3 5 16,-1-3-5-16,-2 0-1 15,0-1 0-15,-4 0 1 16,-7 0-1-16,-8 1-17 15,-3-1-42-15,-19-3-67 16,6-1-142-16,1 0-519 0</inkml:trace>
  <inkml:trace contextRef="#ctx0" brushRef="#br0" timeOffset="72106.9764">14227 4823 1696 0,'0'0'234'16,"0"0"-91"-16,0 0 81 0,0 0 2 15,0 0-59-15,0 0-21 16,22 83 12-16,-7-22-35 15,-4-4-56-15,-1-15-34 16,-4-17-15-16,0-6-9 16,2-4-9-16,3-2-37 15,4-4-92-15,12-9-201 16,-4-9-240-16,-1-8-454 0</inkml:trace>
  <inkml:trace contextRef="#ctx0" brushRef="#br0" timeOffset="72418.7755">14497 4808 1392 0,'0'0'272'0,"0"0"16"16,0 0 6-16,0 0-89 15,0 0-78-15,-35 37 2 0,19-10-20 16,0 2-34-16,3-1-27 16,2-2-6-16,5-5-24 15,3-5-2-15,3-7-15 16,0-6 6-16,7-3-7 15,6-9 9-15,0-5-7 16,3-2-1-16,0 3 0 16,-2 2 1-16,-1 5-1 15,-1 4 0-15,-1 2 8 16,1 4-8-16,-1 7 5 16,1 2-4-16,-1 2 7 15,-1-1-9-15,-1-1-31 16,-1-4-141-16,-1-5-104 15,-1-3-232-15,-2-1-265 0</inkml:trace>
  <inkml:trace contextRef="#ctx0" brushRef="#br0" timeOffset="72781.5203">14601 4868 1175 0,'0'0'241'16,"0"0"-54"-16,0 0-41 15,0 0-19-15,0 0-11 16,0 0-35-16,0 0-23 15,49 11-22-15,-31-11-20 16,-2 0-4-16,-2-2-2 16,-3-7-2-16,-4-2-7 15,-1-2 12-15,-3 0 67 16,-1 0 37-16,-2 3 2 0,1 4 49 16,-1 4 5-16,1 2-68 15,1 8-68-15,3 12-10 16,4 14 7-16,2 9 5 15,-1 5-7-15,-2-6-8 16,-4-11 12-16,-4-10-18 16,0-2 4-16,-5 2-8 15,-3 2-7-15,-5 0 1 16,-2-5-7-16,-1-6-1 16,-1-7-21-16,-1-5-33 15,2-4-37-15,-1-17-107 0,8-18-87 16,5 4-278-1,4-1-327-15</inkml:trace>
  <inkml:trace contextRef="#ctx0" brushRef="#br0" timeOffset="73376.1128">14924 4852 1207 0,'0'0'200'0,"0"0"-31"16,0 0-40-16,0 0-56 15,0 0-29-15,0 0-19 16,0 0-9-16,44 13-3 0,-37-22-7 16,0-3 7-1,-2-1 18-15,-1 0 40 0,-2 1 56 16,-2 2 49 0,0 5 9-16,-4 5 18 0,-7 0-56 15,-1 11-65-15,-4 7-8 16,0 5-7-16,1 3-27 15,3 1-10-15,6-1 0 16,4-1-30-16,2-7 1 16,7-4 9-16,9-9-9 15,5-5 16-15,4-10-15 16,1-9-2-16,-1-6 0 16,-2-8-2-16,-6 2 3 15,-5-1-1-15,-7 3 9 16,-5 8-8-16,0 1 0 15,-10 6 0-15,-3 6 0 0,-1 5 0 16,0 3 8-16,4 0 7 16,4 1 1-16,5 5-16 15,1 2 7-15,11 2 1 16,5 1 1-16,2 1 2 16,0 3-11-16,-1-1 17 15,-4 2 0-15,-4 0 22 16,-3 0 16-16,-3 1-2 15,-3-1 1-15,0-1-5 16,0-1-11-16,0-3-17 16,0-2-4-16,-1-3-12 15,-1-1-6-15,2-3-17 16,0-1-79-16,0-1-45 16,0 0-109-16,0-1-421 0,0-3-764 15</inkml:trace>
  <inkml:trace contextRef="#ctx0" brushRef="#br0" timeOffset="73525.3089">15356 4950 2395 0,'0'0'317'0,"0"0"-53"0,0 0-65 16,0 0 60-16,0 0-130 16,0 0-85-16,0 0-44 15,-8-5-110-15,-14 5-131 16,1 3-469-16,-5 1-1183 0</inkml:trace>
  <inkml:trace contextRef="#ctx0" brushRef="#br0" timeOffset="75673.1913">10970 3891 819 0,'0'0'240'16,"0"0"-62"-16,0 0 3 16,0 0 20-16,0 0 8 15,0 0-41-15,0 0-37 16,0-22-43-16,0 22-24 16,4 4-13-16,1 5 34 15,3 4 5-15,1 3-11 16,2 4-1-16,1 1-10 15,0 0-2-15,1 0-21 16,0-2 5-16,0 1-12 0,-1-2-14 16,0-1-8-16,-2-1-4 15,0-2 3-15,-2-3-13 16,-2-2 4-16,0-2-5 16,1-3 0-16,0-3 7 15,3-1-2-15,4 0-5 16,5-2 7-16,6-4-7 15,3-1 1-15,9-1-1 16,10-1 0-16,11 0 0 16,6 0 0-16,-2 0 5 0,-2 4 4 15,-6 2-10 1,-1 3 0-16,-1 0-9 0,-3 0 9 16,-3 1 0-16,-5 1 0 15,-7 0 0-15,-5 0 7 16,-7-1-7-16,1-1 0 15,2 0 0-15,3 0 8 16,3 0-7-16,-2-3-1 16,-2-2 0-16,-4-2-1 15,-4 1 0-15,-3 0 0 16,-4 0 1-16,-3 1 0 16,-1 1 0-16,-2 0 1 15,-1 0 0-15,-1 0-1 16,1 0 1-16,-2 1 0 15,0 0-1-15,-2 0 1 0,0-1 0 16,-1-1 5 0,0-1-4-16,0-4-1 0,-1-3 0 15,-2-3 0-15,-1-2 0 16,0-3 0-16,0 0-1 16,-1-1 8-16,1 1-8 15,0 2 0-15,1 5 1 16,-1 2-1-16,2 4 9 15,-1 3-1-15,2 4 14 16,-2 1-1-16,-1 1-12 16,-2 7-7-16,-2 5-1 15,-3 3 0-15,0 2 5 16,-1-2-5-16,3 0 1 0,1-5 5 16,3-1-5-1,1-4-1-15,3-3 0 0,0-3 8 16,1 0 2-16,0-5 4 15,0-5-3-15,5-6-11 16,4-2 0-16,0-1 1 16,2 3-1-16,1 1 1 15,1 5-1-15,0 4-1 16,2 5 0-16,-1 1-1 16,2 6 0-16,0 4-5 15,-3 4-2-15,-2 2 7 16,-2 1-44-16,-4 0-94 0,-3 4-166 15,-2-4-336-15,0-6-1026 16</inkml:trace>
  <inkml:trace contextRef="#ctx0" brushRef="#br0" timeOffset="75825.2648">12422 3907 1839 0,'0'0'389'0,"0"0"-108"15,0 0-163-15,0 0-51 16,0 0-31-16,0 0-36 16,0 0-158-16,0 15-739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0:24.4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1867 6917 516 0,'0'0'150'16,"0"0"333"-16,0 0-255 15,-7-39 77-15,2 26-61 16,1 1-163-16,1 3-48 0,1 4-3 16,1 2 12-1,0 3-8-15,1 4-12 0,0 14-16 16,11 14-5-1,5 11 15-15,2 6 58 0,-1-1 32 16,-6-10-12-16,-3-11-8 16,-3-8-25-16,-2-4-7 15,0 1-25-15,-3 1-15 16,0 1-13-16,-1-4-1 16,-8-3-47-16,-4-5-5 15,-5-4-21-15,-2-2 21 16,-1-10-46-16,-2-6 71 15,3-2 27-15,4-1 16 0,3 2 35 16,5 5 13 0,2 5-44-16,4 3-11 0,1 3-3 15,1 1-6-15,0 0-8 16,3 1-6-16,7 6 14 16,4 2 6-16,0 1 12 15,5 1 10-15,1 0 2 16,0 0 16-16,1-1-7 15,-2-2-11-15,0 0-10 16,-2-3 5-16,-1-2-10 16,-3-3-6-16,-3 0-7 15,-1-9 0-15,-2-5-29 16,-1-5-38-16,-3-3-15 16,-3-2 30-16,0 0 31 0,0 3 20 15,-2 5 1-15,-1 6 9 16,1 6 40-16,0 3-16 15,2 1-33-15,0 9-3 16,0 5 3-16,0 6 1 16,0 2 22-16,0 0 7 15,0 0-1-15,0 0-6 16,0-3-12-16,0-1-11 16,2-1-12-16,-2 2-95 15,0-5-257-15,0-3-463 0</inkml:trace>
  <inkml:trace contextRef="#ctx0" brushRef="#br0" timeOffset="181.1476">2094 7120 1964 0,'0'0'496'0,"0"0"-269"0,0 0-138 16,0 0-56-16,0 0-33 15,0 0 0-15,0 0-11 16,-2 34-97-16,-3-14-394 16,-3 2-530-16</inkml:trace>
  <inkml:trace contextRef="#ctx0" brushRef="#br0" timeOffset="1057.2454">1443 8130 1137 0,'0'0'248'16,"0"0"-96"-16,0 0 0 0,0 0-46 15,0 0-63 1,75-2-8-16,-12 9 56 0,12 0 2 16,8 0 2-1,3 0 5-15,2-2-11 0,12-2-18 16,13 0 2-16,11 0-21 15,7 0 46-15,3-1-24 16,0-2-6-16,-3 0-13 16,-8 0-1-16,-12-2-22 15,-16 0 1-15,-14-2-22 16,-14 0-2-16,-18 2 0 16,-15-2 1-16,-16 2-10 15,-7 0 1-15,-4 2-1 16,-3-2-6-16,-3 0-5 15,-1-1 1-15,-2-1-92 0,-9-1-126 16,-13-3-100-16,1 2-373 16,0 1-468-16</inkml:trace>
  <inkml:trace contextRef="#ctx0" brushRef="#br0" timeOffset="1366.5843">3328 7970 1864 0,'0'0'342'0,"0"0"-157"0,0 0-82 15,0 0-25-15,0 0-57 16,0 0 9-16,26 42 33 15,-7-21-11-15,2 2-3 16,0 0-3-16,-2 0-13 16,-3-2-9-16,-4 0-12 15,-8-3-11-15,-4-1 0 16,-7 1-1-16,-19 2-1 16,-34 2-91-16,2-4-153 15,-6-4-340-15</inkml:trace>
  <inkml:trace contextRef="#ctx0" brushRef="#br0" timeOffset="2022.1214">1439 7992 788 0,'0'0'228'16,"0"0"-82"-16,0 0-95 16,-15-42-35-16,11 34-8 0,1 2-8 15,-1 2-18-15,2 3-26 16,-2 1 44-16,-2 3 1 16,-2 10-1-16,-5 11 0 15,-5 13 1-15,-2 10 49 16,2 0 11-16,6-13 31 15,5-9 8-15,7-11 22 16,0 0-3-16,0 1-35 16,2 1-27-16,5-3-13 15,3-2 1-15,2-1-1 16,0-2 6-16,4-2 4 0,-1-2-8 16,0-1-14-16,1-2-4 15,0-1-8-15,2 0-20 16,-3 0-109-16,-5-2-404 0</inkml:trace>
  <inkml:trace contextRef="#ctx0" brushRef="#br0" timeOffset="2202.928">1593 8360 1160 0,'0'0'945'0,"0"0"-827"16,0 0-75-16,0 0-7 16,0 0 8-16,0 0-44 0,0 0-155 15,-6 9-575-15</inkml:trace>
  <inkml:trace contextRef="#ctx0" brushRef="#br0" timeOffset="8222.214">6101 1515 916 0,'0'0'651'0,"0"0"-447"16,0 0 5-16,0 0-86 15,0 0-81-15,-15 48 24 16,10 5 67-16,0 6-20 15,3-2-40-15,1-9-36 16,1-8-30-16,0-8-6 16,0-9-1-16,-1-7-15 0,1-7-105 15,-2-3-84-15,0-6-108 16,0 0-83-16,-1-9-192 0</inkml:trace>
  <inkml:trace contextRef="#ctx0" brushRef="#br0" timeOffset="8566.5011">6045 1641 504 0,'0'-54'355'15,"2"-4"-36"-15,7 16-33 16,1 13-15-16,-2 11-83 16,1 7-46-16,1 3-93 15,3 4-33-15,3 3-11 16,0 3-5-16,1 13 0 16,-1 5 1-16,-3 12 23 0,-8 9 23 15,-5-3 15-15,-4-4 21 16,-9-5 0-16,-4-8-29 15,-2 1-44-15,-1-1-8 16,0-6-2-16,4-6-2 16,3-6 2-16,5-3 13 15,3-6-1-15,4-4-3 16,1 1 5-16,0 1 17 16,4 4-4-16,6 3-18 15,5 1-2-15,2 7-6 16,4 4 0-16,1 1 0 15,1-1 1-15,1 1-2 16,0-3-1-16,0-3-48 0,7-6-92 16,-5 0-157-16,-6-3-440 15</inkml:trace>
  <inkml:trace contextRef="#ctx0" brushRef="#br0" timeOffset="8949.1452">6344 1540 1220 0,'0'0'337'0,"0"0"-89"16,0 0-130-16,0 0-1 15,-9 39-49-15,9-25-27 16,8 0-16-16,4-3-14 0,1-3-4 16,0-3-6-16,1-5 10 15,-1 0 9-15,-2-7 31 16,-1-4 8-16,-4-3 0 15,-2-1 6-15,-3-1 17 16,-1 2-6-16,0 0-12 16,-4 5-34-16,0 2-17 15,-1 4-4-15,-1 3-7 16,-2 1 5-16,-1 9-7 16,-2 7 1-16,0 3 9 15,2 4 7-15,3 1 8 16,3 0 9-16,3-2-5 15,0-1-8-15,9-4-16 16,4-3-5-16,4-5-9 16,4-4-36-16,12-8-162 15,-5-7-274-15,-3-5-567 0</inkml:trace>
  <inkml:trace contextRef="#ctx0" brushRef="#br0" timeOffset="9221.3665">6590 1444 1363 0,'0'0'387'0,"0"0"85"16,0 0-380-16,0 0-55 15,0 0-13-15,0 0-9 16,0 0 23-16,-2 46 20 16,2-24 16-16,0 3 4 15,0 2-17-15,0 1-1 16,0-1-1-16,0-2-9 15,0-1-13-15,0-4-15 0,0-2-7 16,5-3-8-16,5-3-7 16,0-4-1-16,4-5-5 15,2-3-1-15,7-13-117 16,-2-3-182-16,-5-3-476 0</inkml:trace>
  <inkml:trace contextRef="#ctx0" brushRef="#br0" timeOffset="9557.346">6744 1504 730 0,'0'0'1009'0,"0"0"-540"0,0 0-306 16,0 0-98-16,0 0-28 16,0 0 26-16,-3 52 10 15,7-24-26-15,3 2 29 16,3 2 11-16,2-2-23 15,2-3-12-15,0-4-13 16,0-4 0-16,-1-5-22 16,-2-6-4-16,-2-7-12 15,1-1 12-15,0-11 5 16,1-5-4-16,1-12-14 16,0-11-1-16,-4-12 0 0,-4 2-34 15,-2 10-44 1,-2 13-28-16,0 13-10 0,-2 2 10 15,-1 2 28-15,0 3 14 16,0 6 13-16,2 3-134 16,1 3-515-16</inkml:trace>
  <inkml:trace contextRef="#ctx0" brushRef="#br0" timeOffset="9939.3517">7238 1435 72 0,'0'0'1254'16,"0"0"-849"-16,0 0-54 16,0 0-142-16,0 0-127 15,0 0-30-15,-45-17-23 16,27 36-12-16,-4 14-5 16,-1 15 32-16,5 6 13 15,10-1 31-15,8-6 23 16,4-14-22-16,7-7-28 0,1-7-21 15,4-5-28 1,4-1-12-16,5-3-30 0,18-9-209 16,-7-1-250-16,-5-9-761 15</inkml:trace>
  <inkml:trace contextRef="#ctx0" brushRef="#br0" timeOffset="10345.5724">7325 1532 1815 0,'0'0'275'16,"0"0"-58"-16,0 0-144 0,0 0-2 16,0 0 14-16,0 0-27 15,66 0-32-15,-34 0-15 16,-1-1-10-16,-5 0-1 15,-5 0-30-15,-6 0-7 16,-5 1 18-16,-6 0 19 16,-3 0 0-16,-1 0 10 15,-5 0 26-15,-5 6 7 16,-5 4 16-16,-3 3-6 16,0 2-35-16,0 3 22 15,2 1 14-15,4-1-13 16,3 1-3-16,5-4-14 15,4 0-3-15,0-3-3 16,8-1-2-16,7-2 4 0,5-4-4 16,4-1-9-16,4-4-6 15,3-2-1-15,10-15-123 16,-7-1-252-16,-7-1-817 0</inkml:trace>
  <inkml:trace contextRef="#ctx0" brushRef="#br0" timeOffset="10602.0403">7665 1294 1881 0,'0'0'236'0,"0"0"-139"15,0 0-42-15,0 0-24 0,32 44-6 16,-2 2 46-16,1 8 9 15,-3 2 27-15,-8-2-5 16,-12-7 9-16,-7 1-54 16,-3-3 6-16,-14-2-9 15,-5-6-54-15,-3-6-2 16,-8-4-220-16,6-9-343 16,2-9-929-16</inkml:trace>
  <inkml:trace contextRef="#ctx0" brushRef="#br0" timeOffset="10866.6468">7399 2000 2320 0,'0'0'323'0,"0"0"-232"15,0 0 24-15,6 44 53 16,0-24-50-16,3 2-33 16,-1 1-38-16,-1-2-28 15,-1-2-11-15,-3-1-8 16,-1-4 0-16,-2-3-21 16,-2-8-132-16,-4-2-322 0,-1-1-201 15</inkml:trace>
  <inkml:trace contextRef="#ctx0" brushRef="#br0" timeOffset="11163.3589">7423 1941 1380 0,'0'0'254'16,"0"0"-16"-16,0 0-56 16,-51 24 23-16,34-10-67 15,1-1-27-15,0 0-25 16,4-1-28-16,1-3-32 15,5-5-9-15,4-4 15 16,2 0 65-16,2-9-20 16,9-6-47-16,5-2-16 15,2 0 14-15,3 2 14 0,0 4 6 16,-2 4-15-16,1 5-18 16,-2 2-9-16,0 1 4 15,0 7-10-15,-3 2 0 16,-2 1-1-16,-3 2-16 15,-4 2-120-15,-4-2-250 16,-2-3-540-16</inkml:trace>
  <inkml:trace contextRef="#ctx0" brushRef="#br0" timeOffset="11325.9671">7720 2006 1602 0,'0'0'1000'0,"0"0"-627"15,0 0-198-15,0 0-104 16,0 0-37-16,0 0-34 16,0 0-10-16,-34 22-309 15,9-13-1034-15</inkml:trace>
  <inkml:trace contextRef="#ctx0" brushRef="#br0" timeOffset="26887.2695">2989 3226 418 0,'0'0'655'0,"0"0"-367"15,0 0-44-15,0 0 25 16,0 0-26-16,43-25-43 16,-20 5-42-16,13-10-34 15,12-7-48-15,13-7-29 16,2 2-27-16,-11 9-11 0,-13 12-8 16,-20 9-1-16,-6 5-38 15,-9 3-151-15,-2 2-185 16,-2 2-453-16</inkml:trace>
  <inkml:trace contextRef="#ctx0" brushRef="#br0" timeOffset="27217.0088">2925 3073 1614 0,'0'0'252'0,"0"0"-50"0,0 0-56 16,0-34-2-16,2 31 4 16,-2 3-22-16,0 1-57 15,0 17-53-15,-10 18-1 16,-5 15 2-16,0 6 30 16,3-9 22-16,7-15-15 15,5-15-17-15,1-6-16 16,12 0 2-16,11-1-10 15,20-6 4-15,20-8 12 16,10-15 6-16,4-9-16 16,-10-2-8-16,-12 6-1 15,-13 4-10-15,-1 3-42 16,-13 4-207-16,-12 3-457 0</inkml:trace>
  <inkml:trace contextRef="#ctx0" brushRef="#br0" timeOffset="32296.1937">4589 4143 136 0,'0'0'399'15,"0"0"-161"-15,0 0-34 0,0 0 24 16,0 0 46-16,0 0-19 16,-8-4-88-16,8 3 4 15,0 0-4-15,0 0-50 16,6-2-57-16,5-2-26 16,7-3-14-16,6-2-7 15,5-1-5-15,4-1-8 16,-1 0 0-16,-1 1-41 15,-2 1-85-15,0-3-148 16,-8 2-259-16,-6 2-284 0</inkml:trace>
  <inkml:trace contextRef="#ctx0" brushRef="#br0" timeOffset="32550.7678">4777 3943 1385 0,'0'0'276'0,"0"0"-71"16,0 0-106-16,0 0-32 15,0 0 35-15,0 0 1 16,50 13-29-16,-27 0-21 16,0 1-15-16,0 2-16 15,-3-1-12-15,-5 1-2 16,-6 0-7-16,-8 2-1 15,-5 1-1-15,-23 5-104 16,-37 7-165-16,4-4-392 16,-7-6-608-16</inkml:trace>
  <inkml:trace contextRef="#ctx0" brushRef="#br0" timeOffset="75822.4462">8978 4624 1450 0,'0'0'203'16,"0"0"-99"-16,0 0 41 15,0 0 14-15,0 0-85 0,0 0-45 16,-21-11-8 0,30 25-8-16,3 5 18 0,2 1 30 15,2-1 19 1,0-3-12-16,0-6-1 0,1-5 12 15,3-5 7-15,11-11-5 16,18-19-11-16,23-19-16 16,11-11-26-16,1-6-28 15,-6 2 0-15,-13 6-2 16,-8 7-15-16,-8 5-22 16,-9 13 0-16,-11 10-67 15,-9 8 6-15,-4 4 67 0,-2 3-39 16,-1 0-3-16,-1 2 23 15,-5 4 2-15,-4 2-18 16,-2 3-47-16,-1 15-29 16,-8 27-13-16,-6-2 52 15,-6 2-57-15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1:53.3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1275 2406 945 0,'0'0'244'0,"0"0"-122"15,0 0 27-15,0 0 48 0,0 0 0 16,0 0-17 0,-13-18-40-16,13 18-62 0,0 2-48 15,0 7 2-15,8 6 73 16,1 3 36-16,3 2-41 16,1-1-21-16,2-2-10 15,0-5-17-15,2-3 11 16,2-6 12-16,10-4 26 15,14-20 13-15,19-21 2 16,9-10-46-16,1-6-28 16,-6 3-8-16,-14 8-7 15,-6 4-15-15,-6 3-1 16,-8 6-6-16,-9 9-5 0,-9 7-11 16,-3 4 11-1,-2 1-19-15,0 1-1 0,-2 2-2 16,-3 4-7-16,-3 5-2 15,-1 1-38-15,-11 32-145 16,-6 2-320-16,-6 3-129 0</inkml:trace>
  <inkml:trace contextRef="#ctx0" brushRef="#br0" timeOffset="4047.2271">1142 6828 342 0,'0'0'885'0,"0"0"-694"0,0 0 8 16,0 0 72-1,0 0-59-15,0 0-84 0,-22-20-55 16,26 29-39-16,7 6 43 15,4 4 86-15,3 0-57 16,1-3-22-16,3-3-19 16,1-5 4-16,1-4 7 15,2-4 9-15,5-7-8 16,6-16-11-16,9-17-14 16,14-17-10-16,3-8-19 15,-1 0-16-15,-7 4-6 16,-8 10 0-16,-5 6-1 15,-9 9-18-15,-8 11-11 0,-8 10-14 16,-6 6 7-16,-1 2-23 16,-5 2-5-16,-2 5-3 15,-3 9-41-15,-24 36-76 16,-1-3-92-16,-6 3-630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2:11.1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975 3284 459 0,'0'0'1477'15,"0"0"-1251"-15,0 0-54 16,0 0 53-16,0 0-44 16,0 0-62-16,0 0-59 15,-4 1-36-15,13-1-15 16,5 0-8-16,3-2 5 15,4-2 0-15,1 0-6 16,-3-1-75-16,-2 1-63 0,-4-1-124 16,-2 2-33-16,-5-1-313 15,-3 3-202-15</inkml:trace>
  <inkml:trace contextRef="#ctx0" brushRef="#br0" timeOffset="187.9986">942 3349 669 0,'0'0'578'16,"0"0"-350"-16,0 0 40 16,0 0-71-16,0 0-69 15,0 0-12-15,0 0-20 0,25 17-4 16,5-23-15 0,1-5-41-16,4-3-16 0,-1-2-20 15,4-5-68-15,-6 1-210 16,-8 4-369-16</inkml:trace>
  <inkml:trace contextRef="#ctx0" brushRef="#br0" timeOffset="447.506">1098 3141 1594 0,'0'0'387'0,"0"0"-128"16,0 0-94-16,0 0-74 0,0 0-27 15,0 0 36-15,61 3-26 16,-33 4-26-16,0 2-17 16,-1 3 7-16,-5 2-5 15,-7 2-8-15,-5 1-7 16,-7 2-12-16,-3 2 3 16,-11-1 1-16,-8 2-4 15,-2 0-6-15,-4-2-53 16,-9 4-172-16,7-6-273 15,1-6-711-15</inkml:trace>
  <inkml:trace contextRef="#ctx0" brushRef="#br0" timeOffset="1358.6187">1370 7259 234 0,'0'0'1290'0,"0"0"-954"15,0 0-56-15,0 0-30 16,0 0-8-16,0 0-90 16,32-39-53-16,-14 29-31 15,2-3-30-15,4 3-20 0,-1 1-6 16,-3 1-11-16,-3 2-1 15,-3 3-45-15,-7 3-132 16,-7 2-155-16,0 7-137 16,-3 1-192-16</inkml:trace>
  <inkml:trace contextRef="#ctx0" brushRef="#br0" timeOffset="1533.1007">1381 7361 1279 0,'0'0'344'15,"0"0"-71"-15,0 0-72 16,0 0-69-16,0 0-6 16,0 0 14-16,58-22-62 15,-27 6-40-15,1-1-35 0,0-1-3 16,4-4-148-16,-8 5-189 16,-8 2-367-16</inkml:trace>
  <inkml:trace contextRef="#ctx0" brushRef="#br0" timeOffset="1752.7573">1476 7109 1536 0,'0'0'325'16,"0"0"-132"-16,0 0-67 15,61-13-20-15,-5 13 17 16,7 5-4-16,-8 4-21 15,-15 4-31-15,-19 0-18 0,-10 3-19 16,-5 13-14-16,-16 19-16 16,-43 25 0-16,-40 19-114 15,5-17-236-15,-5-9-704 0</inkml:trace>
  <inkml:trace contextRef="#ctx0" brushRef="#br0" timeOffset="4276.4756">9468 2196 1302 0,'0'0'228'16,"0"0"-27"-16,0 0-4 0,0 0-42 15,0 0-43 1,0 0-47-16,-4-2-53 0,13 2 15 16,5 0-14-16,2 0-13 15,3 0 0-15,-2 0-158 16,-3 4-135-16,-5 0-218 16,-7 0-190-16</inkml:trace>
  <inkml:trace contextRef="#ctx0" brushRef="#br0" timeOffset="4440.4496">9392 2312 895 0,'0'0'291'0,"0"0"-64"15,0 0-86-15,0 0 27 0,0 0-23 16,0 0-25-16,0 0-22 16,50 1-54-16,-26-9-44 15,0-3-9-15,2-8-224 16,-6 3-250-16,-6 1-474 0</inkml:trace>
  <inkml:trace contextRef="#ctx0" brushRef="#br0" timeOffset="4645.6506">9519 2084 889 0,'0'0'563'15,"0"0"-307"-15,0 0-2 16,0 0-131-16,39-8-11 15,-19 17-30-15,3 5-4 16,0 3-16-16,-2 4-10 0,-4 2-34 16,-10 2-17-16,-8 7 14 15,-32 13-15-15,-40 13-134 16,3-8-361-16,-9-7-819 0</inkml:trace>
  <inkml:trace contextRef="#ctx0" brushRef="#br0" timeOffset="6224.7746">11821 2374 1277 0,'0'0'550'0,"0"0"-292"0,0 0-103 15,0 0-7-15,0 0 48 16,0 0-28-16,0 0-74 16,53 7-55-16,-35-6-17 15,-1-1-10-15,0 0-12 16,-3 0-7-16,-2-3-83 15,-1-2-162-15,-5-2-71 16,-2 1-297-16,-4 1-254 0</inkml:trace>
  <inkml:trace contextRef="#ctx0" brushRef="#br0" timeOffset="6403.4162">11779 2431 75 0,'0'0'1047'0,"0"0"-714"15,0 0-53-15,0 0-36 0,0 0-27 16,0 0-36-16,0 0-64 16,47 17-22-16,-21-17-50 15,2-2-45-15,1-3-6 16,9 0-106-16,-7-1-256 16,-9 1-713-16</inkml:trace>
  <inkml:trace contextRef="#ctx0" brushRef="#br0" timeOffset="9557.0091">4590 2128 1243 0,'0'0'559'0,"0"0"-339"15,0 0-59-15,0 0-22 16,0 0-20-16,0 0-14 16,0 0-13-16,36 1-42 15,-19-1-31-15,1 0-12 16,-1 0-5-16,-1-1-2 16,-2 0-48-16,-3-2-116 15,-1-1-99-15,-4 1-257 16,-3-1-243-16</inkml:trace>
  <inkml:trace contextRef="#ctx0" brushRef="#br0" timeOffset="9767.919">4565 2194 697 0,'0'0'653'16,"0"0"-391"-16,0 0 33 15,0 0-71-15,0 0-66 16,39 13-34-16,-21-13-43 16,2 0-40-16,3-1-35 15,0-3-6-15,8 0-178 16,-5 2-495-16,-6 2-455 0</inkml:trace>
  <inkml:trace contextRef="#ctx0" brushRef="#br0" timeOffset="10938.3083">1877 6028 1588 0,'0'0'392'16,"0"0"-170"-16,-3-47-63 15,14 31-93-15,6 5-34 16,5 3 0-16,0 5-7 15,1 3-7-15,-2 7-6 16,-5 8-1-16,-3 6 1 16,-7 3-3-16,-5 3 6 15,-1 1-14-15,-5-3 27 16,-4-2-16-16,0-5-1 16,3-5-10-16,3-6 8 15,2-4-1-15,1-3 5 0,4 0-12 16,8-5 8-16,5-2 1 15,5-1-4-15,2 2-5 16,-1 1-1-16,-3 3 8 16,-5 2-8-16,-8 0-11 15,-6 8 4-15,-2 6 7 16,-15 3 0-16,-6 5 6 16,-5 1-5-16,-2 1-1 15,2-3-49-15,3-1-98 16,8-8-126-16,9-7-422 0</inkml:trace>
  <inkml:trace contextRef="#ctx0" brushRef="#br0" timeOffset="11152.9616">2305 5868 1872 0,'0'0'332'16,"0"0"-25"-16,0 0-151 15,0 0 22-15,0 64-32 16,0-18-46-16,0-3-37 16,1-7-34-16,0-11-19 15,1-8-4-15,-1 1-6 0,1 1-45 16,-2 5-114 0,-2-7-308-16,-4-5-296 0</inkml:trace>
  <inkml:trace contextRef="#ctx0" brushRef="#br0" timeOffset="11333.4318">2177 6048 1679 0,'0'0'370'16,"0"0"-69"-16,0 0-172 16,62-1 15-16,-4 2-6 15,6 4-46-15,-9 1-40 16,-15 0-37-16,-18 1-15 0,0 3-95 15,-5-2-231-15,-3 0-600 16</inkml:trace>
  <inkml:trace contextRef="#ctx0" brushRef="#br0" timeOffset="11700.3703">2471 5888 1495 0,'0'0'312'15,"0"0"-89"-15,0 0-47 16,54-17-37-16,-30 15-4 16,-3 2-7-16,-2 0-32 15,-6 6-34-15,-7 4-10 16,-6 2-10-16,0 4 10 0,-13 2-25 16,-6 3-9-1,-3 1-6-15,1-1-11 0,1-3 7 16,4-4-7-16,7-6 11 15,6-4 15-15,3-3 13 16,6-1-30-16,9 1 19 16,8 0 7-16,10 2-8 15,1 1-7-15,3 3 3 16,-1 1-3-16,-10 2-6 16,-3 2-9-16,-10 5-6 15,-14 8-1-15,-36 14 0 16,-46 17-40-16,-42 14-100 15,12-13-321-15,-2-6-518 0</inkml:trace>
  <inkml:trace contextRef="#ctx0" brushRef="#br0" timeOffset="13655.5117">11400 1690 1336 0,'0'0'278'16,"0"0"-19"-16,0 0-14 15,0 0-87-15,-41-12-39 16,30 14-33-16,-2 9 1 15,3 4-17-15,2 5-19 16,3 3-3-16,2 1-8 16,3 0-19-16,3-2-11 0,6-4-2 15,3-3-8-15,4-6-2 16,0-5-19-16,1-4-25 16,-1-5-6-16,0-10 12 15,-3-5 0-15,-4-2 10 16,-5-3 18-16,-4 0 12 15,0-1 1-15,-9 1-1 16,-4 3 0-16,-4 2-21 16,-1 3-7-16,1 6-17 15,2 6 4-15,3 5-2 16,5 1-107-16,7 14-144 16,0 0-78-16,7-2-244 0</inkml:trace>
  <inkml:trace contextRef="#ctx0" brushRef="#br0" timeOffset="13859.22">11546 1565 1706 0,'0'0'297'16,"0"0"18"-16,0 0-143 15,0 0-96-15,0 0-39 16,0 0 39-16,-9 51-13 15,15-27-38-15,2 3-25 0,1 0-54 16,5 4-176 0,-2-7-374-16,-3-8-669 0</inkml:trace>
  <inkml:trace contextRef="#ctx0" brushRef="#br0" timeOffset="14046.9174">11685 1601 1588 0,'0'0'333'16,"0"0"-197"-16,0 0 1 16,-1 46 19-16,1-23-51 15,0 3-35-15,0-1-29 16,1 0-23-16,3-3-18 16,-2 0-63-16,-2 3-148 0,0-5-396 15,-6-7-524-15</inkml:trace>
  <inkml:trace contextRef="#ctx0" brushRef="#br0" timeOffset="14273.1885">11691 1564 1202 0,'0'0'395'16,"0"0"-115"-16,0 0-87 15,37-34-66-15,-21 34-19 16,1 1-36-16,1 10 8 15,-2 5 2-15,-3 4-22 16,-5 3-17-16,-7 2 15 0,-1 1-13 16,-12 0-15-1,-6 0-30-15,-5-1-45 0,-11 5-164 16,4-6-269-16,4-5-676 16</inkml:trace>
  <inkml:trace contextRef="#ctx0" brushRef="#br0" timeOffset="15021.8606">12870 2003 940 0,'0'0'500'0,"0"0"-212"15,0 0-5-15,0 0-72 16,0 0-89-16,0 0-53 16,-9 48 53-16,7-5 17 15,2-2-54-15,0-6-26 16,3-11-21-16,4-6-20 15,2 1-17-15,1 1 7 0,3-2-8 16,0-5 0-16,-2-6-5 16,0-7-16-16,-2 0-2 15,1-13 5-15,-1-6 13 16,0-5 5-16,-2-4 1 16,1 0 11-16,-3 0-1 15,1 7 10-15,-2 4 29 16,-1 8 0-16,-1 7-16 15,-1 3-22-15,-1 13-12 16,0 7 25-16,0 4 9 16,0 3-7-16,0 1-27 15,0-2-7-15,0 0-51 16,1 5-156-16,2-7-107 0,1-8-596 0</inkml:trace>
  <inkml:trace contextRef="#ctx0" brushRef="#br0" timeOffset="15227.1012">13217 2025 1679 0,'0'0'486'0,"0"0"-270"16,0 0-90-16,0 0 29 16,-9 47 41-16,6-9-87 15,0 8-27-15,1-3-31 16,-1-8-27-16,0-12-23 15,-3-6-1-15,-1 0-62 16,-7 3-150-16,1-5-153 0,0-7-358 16</inkml:trace>
  <inkml:trace contextRef="#ctx0" brushRef="#br0" timeOffset="15412.6523">13038 2093 1553 0,'0'0'234'0,"0"0"2"16,0 0-22-16,0 0-24 16,64 47-18-16,-34-30-24 15,3-1-77-15,1 1-44 0,-7-5-16 16,0 0-11-16,-2 0-131 16,-7-4-196-1,-5-6-634-15</inkml:trace>
  <inkml:trace contextRef="#ctx0" brushRef="#br0" timeOffset="15795.8382">13405 1989 1847 0,'0'0'327'16,"0"0"-100"-16,0 0-147 15,0 0-24-15,0 0 121 16,5 55-32-16,0-27-36 15,1 2-43-15,3 1-20 16,1-2-16-16,-1-2-24 0,2-6 3 16,-3-5-9-16,-1-6-1 15,-1-7-47-15,0-3 11 16,0-9 26-16,2-7-4 16,0-5 5-16,0-2 10 15,-1 1 13-15,0 2-13 16,-2 4 0-16,-2 7 13 15,-1 5 10-15,0 4-8 16,0 5-15-16,3 10 15 16,0 3 9-16,0 4-12 15,2 1-4-15,-1 1-8 16,-1 0-1-16,-2-3-6 16,-3 1-75-16,-1 1-147 15,-6-6-263-15,-1-5-501 0</inkml:trace>
  <inkml:trace contextRef="#ctx0" brushRef="#br0" timeOffset="15955.9243">13835 2190 2371 0,'0'0'458'15,"0"0"-284"-15,0 0-83 16,0 0-57-16,0 0-34 15,0 0-40-15,0 0-478 0</inkml:trace>
  <inkml:trace contextRef="#ctx0" brushRef="#br0" timeOffset="18752.8074">13174 4147 1060 0,'0'0'334'0,"0"0"-225"15,0 0-49-15,53-4 53 16,-31 16 13-16,4 12-37 16,1 15 24-16,-5 11 4 15,-7 2-24-15,-12-2-40 16,-7-6-13-16,-17-6-10 15,-3-7 1-15,-11-2-9 16,-5-2-4-16,-2-6-8 16,-7 0 17-16,3-5-12 15,-3-2-3-15,-2-1 12 16,-1-2 2-16,-2 0-8 16,-4-1-3-16,-3 0 15 15,-6-2-12-15,-1 1-11 16,1 0-5-16,1 0 4 0,5 2-6 15,3-1-1-15,2 0 0 16,1 0 1-16,2 0 2 16,-2-2 5-16,1 1-7 15,-3-1 1-15,2 1 0 16,1-1 0-16,5 0-1 16,11-2-6-16,8 0 6 15,7-2 0-15,1 1 0 16,-3-1 1-16,-2 3 0 15,-1 1 0-15,1 1 1 16,2 1-1-16,1 1 0 0,0 0 1 16,-1 1 4-1,1-1 1-15,-1 1 7 0,1-1 8 16,1-1 14-16,1 0-6 16,2 0 1-16,3 0 2 15,2 1 1-15,2 0 7 16,2 0-4-16,2 0-13 15,1-1-11-15,3 0-4 16,0-2-1-16,2 0 1 16,-1-1-9-16,1 0 1 15,0 1 5-15,0 0-6 16,0-1 1-16,-1 0 0 16,1 0 0-16,-2 0-1 15,1-2 1-15,0-1-1 16,1-1-8-16,0-2-13 0,2 0-12 15,-1-1-5-15,1 0-26 16,1 0-45-16,-1-2-49 16,1-4-33-16,0-5-147 15,0-1-215-15,0-1-502 0</inkml:trace>
  <inkml:trace contextRef="#ctx0" brushRef="#br0" timeOffset="19084.4494">11321 4943 1781 0,'0'0'281'15,"0"0"-85"-15,0 0-116 16,0 0 85-16,-12 40 8 16,5-15-21-16,-2 5-39 15,2 0-35-15,1 0-24 16,2-2-9-16,1-2-3 15,3-2 0-15,0-4-9 16,0-2-18-16,1-3-2 16,5-3-1-16,2-4-6 15,2-3 0-15,2-3-5 16,3-2 5-16,1-1-4 16,2-5-2-16,0-4 0 15,0 1-31-15,-1-1-22 16,-1 0-52-16,-3 2-95 15,-3 0-101-15,-3 0-201 0,-3 2-421 0</inkml:trace>
  <inkml:trace contextRef="#ctx0" brushRef="#br0" timeOffset="19242.2608">11556 5155 2154 0,'0'0'272'0,"0"0"-185"16,0 0-60-16,0 0-27 16,0 0-36-16,0 0-195 0,-49-7-769 15</inkml:trace>
  <inkml:trace contextRef="#ctx0" brushRef="#br0" timeOffset="22522.9589">8422 7776 725 0,'0'0'680'16,"0"0"-375"0,0 0-49-16,0 0-22 0,-42-25-67 15,30 35-81-15,0 8-10 16,2 8 17-16,3 3-17 15,3 1-28-15,4 0-18 16,1-2-11-16,7-5-18 0,3-4 6 16,1-5-6-16,1-7-1 15,0-5-5-15,-1-2-35 16,-1-12 20-16,-1-6 7 16,-3-5-10-16,-4-4 1 15,-3-3 12-15,-3 1 8 16,-7 0 1-16,-3 1-6 15,-2 5-4-15,2 4-5 16,1 7 10-16,3 8-4 16,3 4-31-16,4 5-49 15,2 10-1-15,0 2-38 16,17 8-73-16,-1-3-181 16,0-5-325-16</inkml:trace>
  <inkml:trace contextRef="#ctx0" brushRef="#br0" timeOffset="22703.8486">8525 7707 1450 0,'0'0'350'15,"0"0"-50"-15,0 0-148 16,0 0-74-16,0 0-17 16,0 0 9-16,29 58-37 15,-19-31-20-15,-1 1-13 16,-1-2-57-16,5 4-193 15,-1-8-119-15,-3-7-441 0</inkml:trace>
  <inkml:trace contextRef="#ctx0" brushRef="#br0" timeOffset="22898.5118">8701 7747 1530 0,'0'0'495'15,"0"0"-269"1,0 0-128-16,0 0 88 0,5 51-12 15,1-23-52-15,1 2-50 16,1 1-38-16,0-1-20 16,-1 1-14-16,-1-1-1 15,-2-3-70-15,-3-3-164 16,-1-8-229-16,-1-6-245 16,-3-10-532-16</inkml:trace>
  <inkml:trace contextRef="#ctx0" brushRef="#br0" timeOffset="23095.2629">8729 7760 1061 0,'0'0'261'0,"0"0"-47"16,22-44 55-16,-10 32-86 15,2 8-38-15,3 4-55 16,-1 0-1-16,0 9-6 16,-2 5-24-16,-5 4-19 15,-4 3-6-15,-5 2-17 16,0 3-6-16,-9-1-11 15,-1-2-43-15,0 1-142 16,2-7-325-16,5-7-621 0</inkml:trace>
  <inkml:trace contextRef="#ctx0" brushRef="#br0" timeOffset="23625.1564">9158 7680 1200 0,'0'0'602'16,"0"0"-509"-16,0 0 80 15,-47 11-89-15,40 1-25 16,3 3-28-16,2 1-22 16,2 1-8-16,0-1-1 15,1-4-34-15,4-2-66 16,2-7-30-16,1-3 83 15,2-5 47-15,1-9 12 0,0 0 27 16,0-2 52-16,0 2 31 16,-2 3 23-16,-2 4-7 15,-1 5-20-15,-1 2-31 16,0 7 0-16,0 9 35 16,3 11-14-16,0 12-27 15,-1 11-21-15,-2 2-18 16,-1-7-8-16,-3-14-13 15,-1-10-20-15,1-4-1 16,0 0 1-16,0-1-1 16,0-4 0-16,1-5-2 15,-2-6-19-15,2-2 6 16,0-10 2-16,1-8-13 0,-1-4-2 16,-1-1 4-1,-1 2 12-15,0 1 11 0,-9 7 0 16,-5 4 1-16,-4 6 0 15,-4 4-8-15,-3 3 7 16,3 7-1-16,4 3-19 16,8 0-103-16,13 0-182 15,10-2-293-15,7-4-866 0</inkml:trace>
  <inkml:trace contextRef="#ctx0" brushRef="#br0" timeOffset="24016.4301">9648 7790 563 0,'0'0'1093'16,"0"0"-777"-16,0 0 18 0,0 0-168 15,0 0 8-15,-44 65-71 16,33-20-9-16,3-4-21 15,8-7-30-15,0-9-2 16,7-8-20-16,6 3-13 16,7 0-8-16,5-2-61 15,3-7-108-15,11-14-71 16,-6-9-148-16,-8-6-391 0</inkml:trace>
  <inkml:trace contextRef="#ctx0" brushRef="#br0" timeOffset="24317.9993">9807 7846 986 0,'0'0'323'16,"0"0"-50"-16,0 0 67 0,0 0-71 16,0 0-115-16,0 0-95 15,-42 15 21-15,38 7 12 16,4 3-41-16,0-1-30 16,9-1-12-16,5-3-3 15,2-5-1-15,2-5-5 16,-2-6 0-16,-2-4-23 15,-3-4-21-15,-3-10 8 16,-5-3 5-16,-3-4 29 16,-1-3 2-16,-8 1 0 0,-3 2-1 15,-1 2 2 1,1 7 0-16,2 5 0 0,3 6-1 16,3 1-7-1,4 9-11-15,2 5-64 0,20 7-124 16,-2-1-161-16,2-4-389 0</inkml:trace>
  <inkml:trace contextRef="#ctx0" brushRef="#br0" timeOffset="24662.603">9963 7832 1468 0,'0'0'293'15,"0"0"-8"-15,0 0-5 16,0 0-149-16,0 0-73 15,0 0-25-15,0 0 54 0,-6 39-6 16,10-19-30 0,-1-1-20-16,-2-2-12 0,0-2-7 15,-1-4-6-15,0-5-6 16,1-6 8-16,1-2 35 16,2-11 24-16,3-7-41 15,1-3-11-15,4-1 13 16,-1 3 5-16,1 3-5 15,-1 5-20-15,0 6-7 16,-3 3 4-16,1 4-4 16,-1 2 0-16,2 7 5 15,-1 3-5-15,1 2 11 16,-1 2-12-16,-3 0-9 16,-2 6-127-16,-3-5-204 15,-1-5-436-15</inkml:trace>
  <inkml:trace contextRef="#ctx0" brushRef="#br0" timeOffset="24968.6862">10164 7722 1824 0,'0'0'328'16,"0"0"-152"-16,0 0-14 15,19 45 88-15,-6-18-104 16,3 2-50-16,2 1-10 15,-1-1-32-15,-3-5-28 16,-2-5-17-16,-5-7-8 16,-3-7 1-16,0-5 8 0,-2-3 11 15,1-12 17 1,1-4-26-16,0-14-5 0,2-8-7 16,1 1 0-16,-2 6-23 15,-1 6-20-15,0 11-13 16,-1 5-11-16,-1 2 9 15,0 7-117-15,-2 8-111 16,0 7-208-16,0 1-194 0</inkml:trace>
  <inkml:trace contextRef="#ctx0" brushRef="#br0" timeOffset="25145.7498">10474 7788 1824 0,'0'0'494'0,"0"0"-323"16,0 0 38-16,0 0-132 15,0 0-77-15,0 0 0 16,0 0-178-16,12 2-453 0</inkml:trace>
  <inkml:trace contextRef="#ctx0" brushRef="#br0" timeOffset="25468.9941">9827 8270 1998 0,'0'0'349'0,"0"0"-73"16,0 0-55-16,0 0-34 15,0 0-68-15,0 0-80 16,0 0 17-16,21 19 4 16,-7 2-22-16,0 2-17 15,0 2-4-15,-2 1-11 16,-1-2-6-16,-3-1-26 0,0-2-93 15,3-7-143-15,-2-5-336 16,-1-9-659-16</inkml:trace>
  <inkml:trace contextRef="#ctx0" brushRef="#br0" timeOffset="25829.5919">10080 8195 1906 0,'0'0'335'15,"0"0"-138"-15,0 0 37 16,0 0-99-16,-40 11-32 16,33 5-55-16,2 3 5 0,3 2-20 15,2 0-13-15,0-1-12 16,5-3-2-16,4-4-6 16,2-4-10-16,3-7-54 15,0-2-8-15,1-9 2 16,-2-5 18-16,0 0 31 15,-2-2 21-15,-3 3 0 16,-1 3 12-16,-2 4 31 16,-1 2 12-16,1 4-14 15,0 0-7-15,2 6 13 16,0 5-6-16,1 1-15 16,0 1-17-16,0 0-2 15,-2-1-7-15,-1-4-28 16,-1-1-98-16,-2-7-145 15,-1 0-236-15,-1-4-423 0</inkml:trace>
  <inkml:trace contextRef="#ctx0" brushRef="#br0" timeOffset="26224.4835">10205 8165 1428 0,'0'0'278'0,"0"0"-112"16,0 0-60-16,0 0 7 15,0 0-34-15,44 41-49 16,-28-33-10-16,0-1-15 16,-5-3-5-16,-3-4-31 0,-4 0 17 15,-4-5 14 1,0-6 12-16,0 0 26 0,0 0 78 16,0 1 13-1,-2 4 28-15,1 3 21 0,1 3-59 16,0 2-60-16,0 7-37 15,6 6 24-15,4 5-1 16,1 2-10-16,3 2-8 16,-2 1-3-16,0-1-11 15,-5 1-4-15,-1-1 2 16,-5-2-5-16,-1-1 3 16,-7 0-4-16,-6-5-5 15,-4-3-2-15,-4-5-4 16,-4-6-22-16,0-2-8 15,0-11-48-15,2-8-105 0,4-11-104 16,5 3-228-16,9 3-277 16</inkml:trace>
  <inkml:trace contextRef="#ctx0" brushRef="#br0" timeOffset="26779.3958">10475 8130 1631 0,'0'0'267'16,"0"0"-86"-16,0 0-36 15,0 0-87-15,0 0-30 16,0 0-15-16,1 36-9 16,9-32-4-16,2-4-22 0,-1-1 14 15,1-10 8-15,-1-5 1 16,-2-4 1-16,-1-4 4 15,-2 1 0-15,-4 2 31 16,-2 4 50-16,0 8 69 16,-9 5 41-16,-4 4-87 15,-4 9-50-15,-3 8-15 16,3 5 3-16,2 3-11 16,8-1-17-16,7-1-12 15,1-6-8-15,14-3 0 16,7-8-2-16,5-6-16 15,2-1-18-15,1-12-8 16,-2-6 6-16,-5-3 11 0,-4-2 17 16,-7 0 9-16,-4 5 1 15,-3 4 1-15,-3 4 16 16,-2 6 19-16,0 2 17 16,0 2-15-16,0 1-23 15,2 0-14-15,2 7 1 16,1 4 23-16,2 6 22 15,-1 4-4-15,-1 2 5 16,-2 3-3-16,-1-2-6 16,0-1-11-16,1-4-11 15,0-2-16-15,4-4-1 16,-1-4-27-16,8-4-104 16,-2-3-203-16,-1-2-481 0</inkml:trace>
  <inkml:trace contextRef="#ctx0" brushRef="#br0" timeOffset="26922.0832">11024 8159 2096 0,'0'0'549'0,"0"0"-186"15,0 0-146-15,0 0-99 16,0 0-68-16,0 0-50 16,0 0-33-16,6-32-187 15,0 23-408-15,1-7-1241 0</inkml:trace>
  <inkml:trace contextRef="#ctx0" brushRef="#br0" timeOffset="28386.6302">12285 1422 1422 0,'0'0'247'15,"0"0"-22"-15,0 0 1 16,0 0-104-16,-45 8-55 0,27 7 5 15,-1 2 13 1,3 2-21-16,5 1-23 0,4-2-15 16,5-1-11-16,2-3-1 15,3-2-8-15,8-5-4 16,4-5-2-16,4-2-19 16,1-9-20-16,-1-6-28 15,-3-4-6-15,-2-4 21 16,-4-3 21-16,-2 0 19 15,-3 0 12-15,-1 2 2 16,-1 4 23-16,-2 4 30 16,1 8 23-16,-1 5-2 15,1 3-22-15,1 10-38 0,3 12 44 16,1 16 70 0,2 10-12-16,1 6-34 0,2 1-8 15,0-5-9-15,2-5-22 16,-1-3-13-16,1-2-14 15,-3-6-18-15,-3-9 1 16,-1-7-1-16,-1-6 0 16,-2 0-1-16,1-4-14 15,-1-4-12-15,-1-4 6 16,0-19 13-16,-1-13-5 16,1-2-10-16,-3 0 2 15,0 5 12-15,-2 8 9 0,-5-1 0 16,-1 3 1-1,-1 6-2-15,1 6-4 0,-1 6 4 16,2 1-5-16,1 5-3 16,2 3-25-16,4 1-111 15,0-1-154-15,6-3-261 16,4-5-570-16</inkml:trace>
  <inkml:trace contextRef="#ctx0" brushRef="#br0" timeOffset="28835.9928">13016 1427 1245 0,'0'0'277'0,"0"0"46"0,0 0 1 16,0 0-80 0,0 0-18-16,-40-13-85 0,27 25-64 15,-1 6-6-15,2 5-21 16,1 4-8-16,5 1-5 16,5 0-12-16,1-1-11 15,8-3-13-15,6-2-1 16,5-6 0-16,4-8-101 15,13-9-132-15,-6-10-144 16,-5-5-395-16</inkml:trace>
  <inkml:trace contextRef="#ctx0" brushRef="#br0" timeOffset="29485.297">13120 1409 1320 0,'0'0'308'0,"0"0"11"0,0 0-68 16,0 0-131-16,0 0-14 15,0 0 3-15,-33 54-2 16,32-29-42-16,1 0-3 16,5-1-24-16,7-3-14 15,3-4-12-15,4-7-6 16,1-5-5-16,-1-5-1 16,-2-4-30-16,-5-7-22 15,-4-5 4-15,-5-4 17 16,-3-2 18-16,-3-2 11 15,-6 0 2-15,-2 3-1 16,-1 5 1-16,3 5 1 0,2 6 25 16,2 5-7-16,2 0-19 15,3 5-15-15,0 6-10 16,6 0-36-16,8 1-11 16,5 0-13-16,3-4-54 15,0-2-54-15,-3-4-14 16,-5-2 20-16,-3-4-10 15,-5-5 72-15,-3-2 125 16,-3-1 45-16,0 1 150 16,0 2 25-16,0 3 13 15,0 2-48-15,0 3-67 16,0 1-67-16,0 2-33 16,1 7-9-16,3 4 22 15,1 2 16-15,1 0 6 16,-2 0-7-16,-1-2-12 0,0-3-19 15,0-3-5-15,-2-5-4 16,1-2 3-16,1-4 39 16,0-10 6-16,2-3-23 15,1-4 5-15,2 1 16 16,0 1 10-16,-1 5-15 16,1 6-14-16,-2 3-13 15,1 4-11-15,0 1-8 16,0 6 6-16,3 3-5 15,0 3-1-15,1 2-1 16,-1-1-27-16,1 6-133 16,-2-5-171-16,-3-2-407 0</inkml:trace>
  <inkml:trace contextRef="#ctx0" brushRef="#br0" timeOffset="29772.543">13494 1335 1764 0,'0'0'291'0,"0"0"-140"16,0 0-46-16,24 35 89 15,-9-12 1-15,1 1-56 16,1 2-38-16,-1-2-27 16,-2-4-37-16,-4-4-21 15,-2-7-7-15,-1-6 2 0,-2-3 8 16,0-9 8-16,0-7-10 15,1-5-4-15,-3-3-12 16,-1-4 7-16,-2-2-8 16,0 0 0-16,0 4-27 15,0 7-34-15,-2 9-92 16,1 8-161-16,0 2-565 16</inkml:trace>
  <inkml:trace contextRef="#ctx0" brushRef="#br0" timeOffset="29950.1516">13820 1430 1692 0,'0'0'794'0,"0"0"-535"0,0 0-9 16,0 0-143-16,0 0-54 15,0 0-53-15,0 0-32 16,0-1-232-16,0-1-356 15,0-1-743-15</inkml:trace>
  <inkml:trace contextRef="#ctx0" brushRef="#br0" timeOffset="30369.141">14101 1258 2022 0,'0'0'297'0,"0"0"-82"16,0 0 24-16,0 0-101 16,-48-5-31-16,33 21-45 15,2 11-8-15,2 1-16 16,6 4-14-16,5-1-6 15,2-6-12-15,12 0-6 16,6-5 6-16,3-6-5 16,3-6 0-16,-1-8-1 15,-2-1-11-15,-3-11-45 16,-6-5-10-16,-4-4 14 16,-7-9 13-16,-3-8 17 15,-6 2-8-15,-4 4-15 0,-2 8 9 16,3 12 24-16,0 2 2 15,0 4-1-15,4 6-38 16,5 0-149-16,0 9-83 16,17 8-19-16,4-1-218 15,3-3-358-15</inkml:trace>
  <inkml:trace contextRef="#ctx0" brushRef="#br0" timeOffset="30773.0737">14370 1211 1642 0,'0'0'341'0,"0"0"43"0,0 0-150 16,0 0-123-16,0 0-21 15,-9 48 23-15,9-9-27 16,4 8-24-16,8 3-23 16,-2-10-16-16,0-10-4 15,-4-9-12-15,-3-3-7 16,0 2-71-16,-2 0-163 15,-1-4-69-15,-2-8-203 16,-4-8-70-16,-3-13 270 16,0-19 127-16,1-16 179 15,2-10 49-15,4-4 90 0,2 3 43 16,2 9 0-16,6 12 57 16,0 13-36-16,0 8 10 15,1 7-65-15,1 0-59 16,3 4-40-16,1 3-30 15,-2 3-4-15,-1 13 4 16,-5 7 7-16,-3 5-6 16,-3 3 0-16,-3 3-10 15,-7-1-10-15,-2-1-1 16,-4 0-87-16,5-8-203 16,2-8-330-16</inkml:trace>
  <inkml:trace contextRef="#ctx0" brushRef="#br0" timeOffset="31329.6759">14550 1203 1627 0,'0'0'288'0,"0"0"-96"0,0 0-132 15,0 0-38-15,0 0-4 16,0 0-4-16,25 38-13 15,-13-28-1-15,-1-3 0 16,0-3 0-16,0-3-25 16,-2-1 11-16,0-5-7 0,-1-6 8 15,-1-3 13 1,0 0 1-16,-3-2 26 0,0-1 55 16,-2 2 41-1,-2 3 12-15,0 4-4 0,0 4 12 16,0 4-31-16,-5 1-56 15,-2 9-31-15,0 6-11 16,-1 5-5-16,2 4-8 16,3 1 5-16,3 1-5 15,0-2 0-15,7-2-1 16,4-5-1-16,2-6-9 16,1-8 1-16,0-4-9 15,0-5-14-15,-2-10-11 16,-1-4 12-16,-1-4 17 15,-2-2 14-15,0-1 1 0,-1 3 0 16,0 4 0 0,-3 7 1-16,-1 5 4 0,-1 7-5 15,0 0-1-15,0 9 1 16,3 6-1-16,1 3 6 16,3 2-5-16,3 1-1 15,1-3 0-15,3-2-135 16,1-5-142-16,8-10-233 15,-3-1 116-15,-4-4-600 0</inkml:trace>
  <inkml:trace contextRef="#ctx0" brushRef="#br0" timeOffset="31895.656">14972 1198 1079 0,'0'0'358'16,"0"0"32"-16,2-46-92 16,-2 37-52-16,0 5-41 0,-2 4-35 15,-4 1-103-15,-4 10-47 16,-1 5-4-16,-1 5-1 15,2 2-4-15,1 1-4 16,4 0-1-16,4-3-6 16,1-3-5-16,3-5-24 15,7-6-66-15,0-5-16 16,2-2-5-16,-1-5 12 16,0-6 9-16,-1-3 29 15,-1-2 38-15,-1 0 20 16,-3 1 8-16,-1 2 12 15,-1 3 34-15,-2 4 29 16,0 3 11-16,-1 3-2 16,0 0-46-16,0 6-27 0,0 6 2 15,-1 2 4-15,1 1-6 16,0 0-3-16,5-2-2 16,5-1-5-16,4-6 7 15,1-3-8-15,0-3-16 16,1-3 1-16,-2-8-18 15,-3-4-1-15,-3-5 22 16,-2-9 12-16,-5-11 1 16,-1-12 27-16,0-2 14 15,0 8 20-15,0 14 50 16,0 15 15-16,0 9 24 16,0 1-43-16,0 2-62 0,0 4-31 15,0 1-15 1,1 9-3-16,7 13 0 0,5 12 3 15,5 12 23-15,0 3 2 16,-2-9-13-16,-7-8-10 16,-4-12-2-16,-2-1-29 15,-3 1-133-15,-2 5-193 16,-6-3-348-16,-2-10-732 0</inkml:trace>
  <inkml:trace contextRef="#ctx0" brushRef="#br0" timeOffset="32106.1742">15142 1132 1597 0,'0'0'220'0,"0"0"6"15,0 0-73-15,0 0-45 16,43-14-46-16,-22 25-21 16,1 8 4-16,1 2-8 15,-4 2-9-15,-3 0-10 16,-7 0-9-16,-4-5-9 15,-5-3-80-15,0-4-152 16,-13-9-68-16,0-2-262 16,1-3-476-16</inkml:trace>
  <inkml:trace contextRef="#ctx0" brushRef="#br0" timeOffset="32225.8695">15248 1041 1035 0,'0'0'214'16,"0"0"-4"-16,0 0-108 0,0 0-78 15,0 0-24-15,46 8-29 16,-29 11-154-16,-2-1-1066 0</inkml:trace>
  <inkml:trace contextRef="#ctx0" brushRef="#br0" timeOffset="32523.1408">15388 1110 1536 0,'0'0'253'16,"0"0"10"-16,0 0-76 16,0 0-67-16,0 0-58 0,0 0-13 15,-26 43-9-15,26-22-20 16,3 0-11-16,4-2-3 16,3-4-5-16,-2-6 1 15,3-3 5-15,-2-6-6 16,2 0 5-16,-3-9-4 15,-2-4-1-15,-3-3 0 16,-3-3 10-16,0-3-11 16,-9-1 0-16,-1 0-34 15,-2 4-42-15,1 4-102 16,1 10-128-16,4 4-215 16,4 1-488-16</inkml:trace>
  <inkml:trace contextRef="#ctx0" brushRef="#br0" timeOffset="32830.6386">15502 1100 1245 0,'0'0'286'0,"0"0"-187"0,0 0-1 16,0 0 38-16,17 37 10 15,-13-26-67-15,-2 0-39 16,-1 0-9-16,-1-3-10 15,0-2-8-15,0-2-1 16,0-3-2-16,0-1 57 16,0-4 72-16,1-7-66 15,3-4-21-15,2-1 12 16,1-3 4-16,2 2-19 16,-1 3 3-16,-2 5-20 15,1 6-25-15,-1 3-7 0,-1 7-15 16,-1 7-73-16,0 11-117 15,-1-4-335-15,-3-3-692 0</inkml:trace>
  <inkml:trace contextRef="#ctx0" brushRef="#br0" timeOffset="32952.5809">15660 1268 1940 0,'0'0'348'0,"0"0"-98"16,0 0-157-16,0 0-90 15,0 0-3-15,-42-10-328 0</inkml:trace>
  <inkml:trace contextRef="#ctx0" brushRef="#br0" timeOffset="35548.3588">7062 6299 1612 0,'0'0'399'0,"0"0"-103"0,0 0-176 16,0 0-32 0,61-9 19-16,5-2-13 0,13-3-15 15,2-1-42-15,-8 2-23 16,-17 0-7-16,-8 1-7 16,-11 2-7-16,-7-2-146 15,-10 2-166-15,-10 0-434 0</inkml:trace>
  <inkml:trace contextRef="#ctx0" brushRef="#br0" timeOffset="35781.4398">7405 6076 1452 0,'0'0'308'0,"0"0"-116"0,0 0-85 16,0 0-76-1,49 14 54-15,0 2 26 0,7 4-34 16,-7 1-43-16,-15-2-13 15,-14-5-5-15,-5 2 5 16,-5 3 12-16,-2 3-2 16,-8 3-13-16,-6-1-6 15,-22 3-4-15,-18 0-8 16,-17-3-50-16,-10-8-187 16,14-8-349-16,10-8-809 0</inkml:trace>
  <inkml:trace contextRef="#ctx0" brushRef="#br0" timeOffset="36211.5215">6743 5695 1423 0,'0'0'390'0,"0"0"-89"15,0 0-100-15,-52 1-61 16,33 12-79-16,1 5-28 16,3 6 0-16,7-1-6 0,6 1-5 15,3-1-1-15,13-5-5 16,8-3 1-16,4-4-4 15,5-2-1-15,2-3-5 16,0-1-6-16,-4-1 1 16,-3 0-1-16,-8 0 0 15,-7 1-1-15,-8 2-2 16,-3 1-14-16,-11 1 7 16,-9 2 9-16,-6 2-1 15,-4-1-5-15,-4-1-56 16,2-3-79-16,5-4-136 15,7-8-52-15,9-7-153 16,9-5-647-16</inkml:trace>
  <inkml:trace contextRef="#ctx0" brushRef="#br0" timeOffset="36377.7022">6885 5724 1229 0,'0'0'260'0,"0"0"36"16,17 45-102-16,-9-20-22 15,3 2-27-15,-1 0-67 16,1 2-44-16,-2-1-25 16,-1 0-9-16,-5 2-156 15,-3-7-190-15,0-9-425 0</inkml:trace>
  <inkml:trace contextRef="#ctx0" brushRef="#br0" timeOffset="36586.4188">6896 5686 912 0,'0'0'353'0,"0"0"-108"16,24-38-79-16,-8 27-58 15,1 6-5-15,2 5-18 16,-2 0 8-16,-3 10-19 16,-3 5-27-16,-7 6-9 15,-4 3-4-15,-3 0-16 16,-10 1-6-16,-2-1-12 15,-7 1-90-15,6-6-172 16,2-6-465-16</inkml:trace>
  <inkml:trace contextRef="#ctx0" brushRef="#br0" timeOffset="37463.9344">7098 5626 1450 0,'0'0'320'0,"0"0"29"16,0 0-123-16,0 0-105 16,0 0-75-16,0 0-29 15,-42 32 7-15,37-10 14 16,2 2 7-16,3-1-12 16,0-1-7-16,3-5-12 15,7-3-8-15,2-6-6 16,2-6 0-16,0-2-11 15,0-5-23-15,1-8-25 0,-3-4-19 16,-1-4 20-16,-4-2 21 16,0-1 27-16,-3-1 9 15,-1 3 1-15,-1 2 0 16,-2 4 15-16,0 5 3 16,0 3 13-16,0 5 21 15,0 3-25-15,0 0-16 16,2 1-10-16,0 6-1 15,3 4 1-15,1 2 9 16,1 3 1-16,0 0 9 16,1 0-8-16,2-1-10 15,0-2 5-15,-1-3-7 16,-1-3 0-16,0-3-6 16,-2-3-9-16,-2-1 5 0,1-2 1 15,1-7-24-15,0-3-7 16,0-2 9-16,2-2 19 15,0 0 11-15,-1 2 0 16,-2 2 0-16,0 3 1 16,-2 4 8-16,0 2 2 15,-2 3-4-15,2 0 0 16,1 6 6-16,1 4 7 16,3 1-7-16,1 1-3 15,1-1-2-15,0 0-6 16,1-4 1-16,-1-3-2 0,0-4-1 15,-1 0-36-15,1-6-62 16,0-7-157-16,0-3-124 16,-2-5-172-16,1-9 68 15,-3 2 203-15,-2-1 281 16,-2 0 203-16,-2 10 335 16,0 2-255-16,-3 5 83 15,-1 8-94-15,-1 4-68 16,1 0-96-16,1 9-67 15,3 4-11-15,0 3-10 16,0 2-3-16,7 0-6 16,4 0-4-16,2-3 2 15,2-2-8-15,1-2 1 0,-1 0-1 16,-2-2 5 0,-3-1-5-16,-5-1-1 0,-4 0-1 15,-1-3-5-15,-9 0 0 16,-5-1-22-16,-10-3-94 15,4 0-172-15,3 0-326 0</inkml:trace>
  <inkml:trace contextRef="#ctx0" brushRef="#br0" timeOffset="37840.6385">7623 5486 1081 0,'0'0'242'16,"0"0"-112"-16,0 0-30 0,0 0-22 16,0 0-22-16,41 32-21 15,-28-32-13-15,-1 0-9 16,-1-8-4-16,-3-3-7 16,-2-3 6-16,-3 1 3 15,-3-1-11-15,0 1 35 16,-5 3 66-16,-5 3 16 15,-4 6 50-15,-2 1-48 16,-2 8-49-16,-5 9 30 16,1 6-47-16,1 5-10 0,3 2 5 15,7 0-3 1,9-2 8-16,3-3-11 16,15-2-8-16,15-2 13 15,12-5 14-15,11-6-19 16,-5-4-21-16,-8-5-15 0,-14-1-6 15,3-3-40-15,-5-3-205 16,-1-2-359-16</inkml:trace>
  <inkml:trace contextRef="#ctx0" brushRef="#br0" timeOffset="48683.4311">13937 5930 1333 0,'0'0'406'0,"0"0"-166"15,0 0-15-15,0 0-45 16,0 0-115-16,0 0-39 0,49-18-5 16,-24 15-1-16,2-1-2 15,4 1-4-15,1-1-13 16,-2 1 0-16,-2-1-1 16,-5 0 0-16,-7 0-9 15,-11-2-8-15,-4 2-179 16,-1 0-525-16</inkml:trace>
  <inkml:trace contextRef="#ctx0" brushRef="#br0" timeOffset="49007.7746">13995 5747 1247 0,'0'0'299'0,"0"0"-24"15,0 0-112-15,0 0-49 16,0 0-71-16,0 0 11 16,-5 35 4-16,-6-15 9 15,-3 2-11-15,-1 1-4 16,0-1-12-16,2 0 10 16,1-3-7-16,4-1-1 15,5-2-6-15,3-3-21 16,0 0-8-16,4-3 16 15,8 0-10-15,5-1 2 0,4-3 3 16,5-2-10 0,4-2-8-16,1-2-14 0,11 0-157 15,-9-5-340-15,-5 1-580 0</inkml:trace>
  <inkml:trace contextRef="#ctx0" brushRef="#br0" timeOffset="49155.9374">14381 6025 1600 0,'0'0'541'0,"0"0"-430"16,0 0 61-16,0 0 57 15,0 0-138-15,0 0-44 16,0 0-30-16,0 4-17 16,0 2-53-16,-1 0-531 0</inkml:trace>
  <inkml:trace contextRef="#ctx0" brushRef="#br0" timeOffset="50341.524">12364 6099 1056 0,'0'0'333'0,"0"0"-29"0,0 0-61 15,0 0-52-15,0 0-82 16,0 0-44-16,0 0-9 16,72-6-6-16,-15 2-18 15,9-1-1-15,0-1 7 16,-9 2 13-16,-16 2-35 16,-10 0 1-16,-10 2-17 15,-5 0-1-15,-1 0 1 16,0 0-11-16,-3 0-5 15,-2 0-11-15,0 3-187 0,-3 0-281 16,1-1-369-16</inkml:trace>
  <inkml:trace contextRef="#ctx0" brushRef="#br0" timeOffset="50806.8093">13145 6095 671 0,'0'0'342'0,"0"0"-9"16,0 0 40-16,0 0-26 16,0 0-102-16,0 0-74 15,0 0-81-15,-3 0-55 16,13 0-6-16,6 0 1 15,12 0 10-15,16 0-1 16,12-2 9-16,6-5 13 16,-2 0-18-16,-10 1-22 15,-12 0-13-15,-9 1-7 0,-10 2-1 16,-3 0 0-16,-1-1 0 16,-3 2-11-16,-4 2-11 15,-20 3-35-15,-8 7-302 16,-13 1-502-16</inkml:trace>
  <inkml:trace contextRef="#ctx0" brushRef="#br0" timeOffset="53278.8629">13185 7519 1287 0,'0'0'386'16,"0"0"-108"-16,0 0-13 16,0 0 6-16,0 0-54 15,0 0-119-15,0 0-72 16,-8 22-4-16,12 10 29 15,2 0 13-15,-1-4 1 0,-2-7-15 16,2 2-20-16,0 2-18 16,0-3-1-16,-2-2-11 15,0-3-22-15,-1-5-129 16,-2-10-187-16,0-2-241 16,0-5-217-16</inkml:trace>
  <inkml:trace contextRef="#ctx0" brushRef="#br0" timeOffset="53554.3723">13187 7443 1197 0,'0'0'316'0,"0"0"-140"16,0 0-24-16,-46 11-8 0,30-4-31 16,0 0-3-1,4 0-9-15,2-3-36 0,5-1-12 16,4-3 17-16,1 0 48 15,0 0 2-15,5-8-53 16,3-1-43-16,3 0-12 16,3 1-12-16,3 4 0 15,2 4-9-15,4 2 1 16,4 9 8-16,2 5 0 16,2 6 0-16,8 6-9 15,9 9-25-15,-7-6-201 16,-7-5-713-16</inkml:trace>
  <inkml:trace contextRef="#ctx0" brushRef="#br0" timeOffset="55488.235">4195 983 474 0,'0'0'137'15,"0"0"-107"-15,0 0-14 16,0 0-7-16,0 0-9 16,0 0-11-16,12 19-136 0</inkml:trace>
  <inkml:trace contextRef="#ctx0" brushRef="#br0" timeOffset="55947.4489">6947 1143 715 0,'0'0'152'16,"0"0"-26"-16,0 0-38 16,0 0 3-16,0 0-22 15,0 0-41-15,0 0-28 0,3 1-12 16,-1 2-208-1,-1-2-359-15</inkml:trace>
  <inkml:trace contextRef="#ctx0" brushRef="#br0" timeOffset="58782.5633">14091 6342 509 0,'0'0'0'16,"0"0"-74"-16,0 0 24 0,41-45 38 15,-24 34-1-15,0 4-95 16,-1 5 65-16,-2 2 43 16,-3 6 11-16,-4 10 21 15,-7 12 37-15,-4 12 77 16,-14 11 50-16,-3 1-25 16,2-10-27-16,5-12-31 15,7-11-19-15,5-3-19 16,1 0 2-16,1-1-19 15,0 0-1-15,6-4-9 16,2-5-5-16,1-4 2 0,1-2-11 16,1-3-7-1,0-7-6-15,-2-3-14 0,0-1-7 16,-3 0 0-16,-1 4 0 16,-3 4 0-16,-1 6 8 15,-1 1-6-15,0 19-1 16,0 14 13-16,0 17 73 15,6 7 40-15,5 1 6 16,2-4-14-16,0-8-6 16,-1-2-16-16,-1-4-15 15,-3-7 4-15,-3-7-3 16,-2-8-45-16,-2-3-26 16,0 0-2-16,-1-2 18 15,0-2 17-15,0-3-9 16,0-5-6-16,-4-1-9 0,-3-2 7 15,-5-1-1-15,-6 0-21 16,-5 0-6-16,-6 0 0 16,-3 0-1-16,-9-2-21 15,-8 1-35-15,-7 1-19 16,7 0-11-16,7-1 8 16,17 1-155-16,13-3-730 0</inkml:trace>
  <inkml:trace contextRef="#ctx0" brushRef="#br0" timeOffset="58952.2591">14341 7181 2080 0,'0'0'252'0,"0"0"-97"0,-43-17-20 15,3 11-75-15,-23 6-60 16,-18 2-133-16,12 6-369 15,5 1-1325-15</inkml:trace>
  <inkml:trace contextRef="#ctx0" brushRef="#br0" timeOffset="63679.969">288 1064 773 0,'0'0'538'15,"0"0"-458"-15,0 0 23 16,42 15 84-16,-10-5 2 16,17 3-17-16,21 2-31 15,11-3-30-15,3-2-28 16,-2-3-37-16,-9-3-15 15,2 0 6-15,1 0-6 0,3-1-10 16,-1 0-3 0,-1-1-12-16,-1-1 1 0,2 0 2 15,-4 1-8-15,1-2 6 16,-1 2-5-16,-3 0 7 16,-2-1 0-16,-4 2-3 15,-1-1-5-15,2-1 1 16,2-1 0-16,2 0 5 15,3 0-1-15,1 0 0 16,-2 0-4-16,-3 0 10 16,0-2-1-16,-2 1-10 15,-1-1 4-15,-3 0 1 16,-3 0 2-16,2 0-7 0,0 0 11 16,1 0-6-1,0 0-5-15,-1 0 14 0,-1-2-9 16,1 2 2-16,-1-3 1 15,0 2-2-15,3-2 2 16,0 2 0-16,-2-2-7 16,-2 2 11-16,0-1 0 15,-1 2-5-15,-3 0-8 16,-3 1 11-16,0 1-10 16,-1 0 7-16,1 0 7 15,2 0 31-15,-2 2-27 16,0 1-11-16,-3-2 4 15,-1 2 12-15,-1 0-14 16,-2 0-8-16,-8 1 13 16,-7-2 15-16,-9 1-20 0,-2 0-10 15,3 1 1 1,4 0 0-16,5 0 0 0,0 1 10 16,1-1 5-16,-1-1-7 15,-1 1-8-15,0-2 5 16,0 0-4-16,0-2-1 15,1 0 8-15,-2 0-8 16,0 0 5-16,-2 0 0 16,-4 0 0-16,-4 0-6 15,-3 0 6-15,-4-2-6 16,0-2 9-16,0 0 0 16,-3-1 8-16,0-3 5 15,0-1-2-15,2-4-2 16,-2-3-5-16,1-3 4 0,0-2-16 15,0-4 7-15,-1-3-7 16,0-6 5-16,1-6-5 16,2-7 5-16,-2-5 2 15,1 1-7-15,-2-1 5 16,1 2 5-16,0 0-2 16,-3 3 6-16,1 10-6 15,-4 9-8-15,-2 7 5 16,0 3-6-16,1-5-12 15,1-4 0-15,1-2-3 16,1 0-3-16,-1 3-11 16,-1 5 7-16,0 3 7 15,-2 3 6-15,-1 2 8 0,1 2-11 16,-1 1 7-16,0 3 4 16,-1 1-9-16,0 3 10 15,-1 1-1-15,0 1 1 16,0 1-1-16,0 0 0 15,0-1 0-15,0 1 0 16,-2-2-5-16,-6 0 5 16,-2 0-2-16,-6-3 3 15,-6 2 1-15,-3-1-1 16,-11 0 7-16,-10 0-6 16,-10 1-1-16,-6 0 15 15,0 0-7-15,3 0-1 16,4 2 4-16,-4-1 1 0,-5 2-2 15,-3 0 2 1,-2 0-6-16,-3 0-4 0,-2 0 8 16,-4 0-4-16,-5 0-4 15,-4 0 5-15,-4 0-1 16,1-2 5-16,-4-2-2 16,3 1-8-16,-3-2 1 15,-7 1 7-15,-3-2-8 16,-1 0 7-16,-2 2-7 15,3-3 0-15,-1 1 0 16,-3-1 7-16,2 2-2 16,-1-3 1-16,3 3-7 0,3-3 0 15,0 1 0-15,2 0 0 16,1 0 2-16,5 0 3 16,5 2-5-16,5-1 0 15,5 1-18-15,-1 2-17 16,2 1 35-16,0 0 6 15,3 2 6-15,2 0-3 16,6 0-3-16,2 0 0 16,3 5-5-16,2 0-1 15,4 0 2-15,3 1 5 16,3 0-7-16,2 1-4 16,2 1 3-16,2 1 1 15,2 0 0-15,1 1 0 16,6-1-1-16,7-1 0 15,4-2 1-15,3 0-1 0,-3 1 1 16,-3 1-1-16,-3 1 1 16,2-1 0-16,3-1-1 15,1-1 2-15,1 0-1 16,2-2 0-16,4 1-5 16,2-2 4-16,0 1-5 15,-1-1 5-15,1 0-1 16,1 0-10-16,2 0 11 15,2-1 0-15,2-1 0 16,4 1 1-16,0-1 0 16,3-1 0-16,0 1-6 15,0 1 6-15,0 2 0 16,0 4-1-16,3 4-11 0,2 8 11 16,3 9 1-1,-2 14 8-15,-4 17-7 0,-2 9-1 16,-3 3 9-16,-7-2 11 15,2-7-2-15,-1-6-8 16,2-7-3-16,3-13 1 16,3-10-7-16,1-10 5 15,1-2-6-15,7-1 0 16,7 0 9-16,10-1-7 16,17-6-2-16,26-7-29 15,15-9-95-15,-11-4-369 16,-11-3-600-16</inkml:trace>
  <inkml:trace contextRef="#ctx0" brushRef="#br0" timeOffset="64311.2128">1052 1331 1859 0,'0'0'278'0,"0"0"33"15,-41-2-73-15,21 11-75 16,0 8-59-16,0 9-57 16,3 12-28-16,5 0-10 15,6-4 0-15,6-4 3 16,2-7 1-16,9 1-4 16,8-2-9-16,11-6-77 15,10-11-131-15,8-11-21 16,-7-10-274-16,-11-4-349 0</inkml:trace>
  <inkml:trace contextRef="#ctx0" brushRef="#br0" timeOffset="64604.6196">1195 1385 1392 0,'0'0'396'16,"0"0"89"-16,0 0-261 16,0 0-34-16,-45-2-24 15,35 13-71-15,2 6-50 16,2 5-19-16,4 2-10 15,2 1-14-15,8-2-1 0,7-4 0 16,3-5-1 0,2-6-25-16,0-6-17 0,0-2 0 15,-3-10-19-15,-3-6 15 16,-5-4 25-16,-3-2 21 16,-6-1 1-16,-3 0 1 15,-10 3-1-15,-1 4 0 16,-1 5 0-16,1 6-1 15,5 5-34-15,4 1-126 16,5 13-159-16,7 1-210 16,4-2-235-16</inkml:trace>
  <inkml:trace contextRef="#ctx0" brushRef="#br0" timeOffset="64943.679">1360 1355 1001 0,'0'0'902'0,"0"0"-576"16,0 0-54-16,0 0-153 16,0 0-62-16,0 0-35 15,0 0 13-15,17 40 35 16,-3-21 3-16,-1 2-34 16,-3-4-21-16,-2-2-9 15,-3-5-9-15,-2-4 6 16,-1-3-5-16,-1-3 12 15,-1-5 17-15,2-8-3 16,-2-4-12-16,2-2-9 16,1-1-4-16,0 4 9 0,1 7-3 15,1 4-8 1,1 5-1-16,2 0-9 0,4 8 3 16,2 3 5-16,1 4-4 15,2-1-63-15,0 6-164 16,-5-3-238-16,-4-5-447 0</inkml:trace>
  <inkml:trace contextRef="#ctx0" brushRef="#br0" timeOffset="65211.9274">1574 1324 1936 0,'0'0'358'16,"0"0"-140"-16,0 0-141 15,0 0-28-15,0 0 89 0,22 55-3 16,-10-33-45-16,1 1-35 16,-1-4-35-16,-3-4-10 15,-1-4-8-15,-4-5 5 16,-1-4-5-16,1-2 5 16,-2-4 4-16,0-8 2 15,0-4-7-15,0-3-6 16,-1-3-51-16,0 3-64 15,2 5-117-15,0 4-156 16,2 7-587-16</inkml:trace>
  <inkml:trace contextRef="#ctx0" brushRef="#br0" timeOffset="65352.8942">1855 1404 1528 0,'0'0'630'0,"0"0"-302"16,0 0-101-16,0 0-116 15,0 0-63-15,0 0-48 16,0 0-118-16,8 7-241 16,0-6-463-16</inkml:trace>
  <inkml:trace contextRef="#ctx0" brushRef="#br0" timeOffset="65587.9039">2089 1290 2230 0,'0'0'516'15,"0"0"-334"-15,0 0-114 16,0 0 2-16,10 53-15 16,2-24-29-16,1 2 4 15,1 0 0-15,0 0-17 16,-2-1-13-16,-2-2-41 15,4-2-186-15,-2-7-491 16,-1-10-1146-16</inkml:trace>
  <inkml:trace contextRef="#ctx0" brushRef="#br0" timeOffset="65917.2305">2358 1335 1302 0,'0'0'603'0,"0"0"-215"16,0 0-94-16,0 0-117 15,0 0-80-15,0 0-57 16,-46 37-17-16,38-16-11 16,3-2-12-16,2-1 8 15,2-5-8-15,1-3-32 16,1-6-41-16,5-4 8 16,2-3 36-16,2-9 24 15,0-4 5-15,2-2 0 0,-3 0 6 16,-2 2-4-1,-1 4 8-15,-3 5 10 0,-2 5 15 16,1 2 0-16,1 9-17 16,3 7 11-16,3 6-2 15,1 2-13-15,2 2-4 16,2 0-10-16,1-2-3 16,11-3-142-16,-6-6-313 15,-1-11-434-15</inkml:trace>
  <inkml:trace contextRef="#ctx0" brushRef="#br0" timeOffset="66313.7772">2524 1293 1528 0,'0'0'317'0,"0"0"-166"0,0 0-90 15,0 0 42-15,0 0-38 16,16 44-27-16,-7-32-18 15,2-3-4-15,-2-4-7 16,-2-2 3-16,-2-3 5 16,-1 0 20-16,-1-4 78 15,-2-3 30-15,1 0 19 16,-2 2 1-16,0 3-64 16,0 2-60-16,1 0-26 15,2 10-15-15,2 6 0 16,4 14 8-16,8 13 11 15,3 12 13-15,2 4-2 0,-3-4-3 16,-8-12 1 0,-8-14-4-16,-3-8-12 0,-1-3-12 15,-11 0 1-15,-5 0 0 16,-6-3-1-16,-4-7-26 16,-1-8-13-16,4-5-40 15,3-11-81-15,11-24-90 16,7 3-139-16,3 0-699 0</inkml:trace>
  <inkml:trace contextRef="#ctx0" brushRef="#br0" timeOffset="66848.3046">2752 1440 1555 0,'0'0'226'16,"0"0"-68"-16,0 0-104 15,0 0-9-15,0 0-18 16,0 0-5-16,51 16-15 16,-34-16 2-16,-3-1-3 15,2-7-5-15,-3-3 5 16,-2-3-5-16,-2 0 0 16,-4-1 5-16,-4 2 1 15,-1 4 76-15,-5 3 59 16,-6 5-1-16,-5 1-16 15,-1 12-45-15,0 5-9 16,3 4-22-16,5 2-18 0,6 0-13 16,3-2-10-16,9-3-7 15,7-3-1-15,2-6-1 16,2-5-30-16,-1-4-17 16,0-3-21-16,-3-7 16 15,-4-4 20-15,-1-3 9 16,-3-1-6-16,-1 2 29 15,-2 1 1-15,-2 5 0 16,-1 3 9-16,-1 3 34 16,2 3-10-16,2 1-21 15,1 5 10-15,3 5 26 16,2 7 25-16,0 4-18 16,2 3 8-16,-3 2 12 15,3 3-8-15,-2-2-12 16,2-1-23-16,1-4-22 0,1-2-8 15,1-5-2 1,10-5-51-16,-5-6-167 0,-1-4-355 0</inkml:trace>
  <inkml:trace contextRef="#ctx0" brushRef="#br0" timeOffset="68449.2969">5911 1136 1380 0,'0'0'211'0,"0"0"-11"0,0 0-72 16,0 0-65-16,0 0-38 15,56-5 10-15,10 9 42 16,22 4 20-16,15 1-33 15,8 1-7-15,2-2 29 16,9 0-3-16,9-1-23 16,6 1-18-16,1 2 1 15,0 0 1-15,-5 1-27 16,-6 2-1-16,-6-2 1 16,-6 1 1-16,-10-1 11 15,-8 0-20-15,-9-3 3 16,-9 0 11-16,-7-4-2 15,-7-1 1-15,-6-3 6 0,-7-4-17 16,-9-4-2-16,-9-1 7 16,-10-1 10-16,-4-2-1 15,4-4 2-15,3-5 3 16,2-4 3-16,2-3-6 16,4-8 0-16,3-6-11 15,4-7-1-15,-1-3-9 16,-6 4 3-16,-6 2-3 15,-5 4 2-15,-1-5 7 16,1-3-8-16,0-8-7 16,-1-3-7-16,-1 2-46 15,-4 2 25-15,-7 9-16 16,-6 10-18-16,-5 10 3 0,0 8-27 16,-5 3 12-16,-5 0 16 15,-4-2 6-15,-5-1 13 16,-4 1 11-16,-4 4-5 15,-10-1 15-15,-15 2-4 16,-15 0 7-16,-7 3 15 16,-2 3-1-16,3 4-17 15,4 0 17-15,-4 2 0 16,-4 1 1-16,-5 0 0 16,-4 1 1-16,-4 0 5 15,-3 0-5-15,-3 2 6 16,0 3-1-16,-2 0 3 0,-4 1 3 15,-1 2 1-15,-5 0 4 16,2 0-11-16,3-1 4 16,-3 1 11-16,5 0-15 15,4 0 3-15,4 1-9 16,7 0 0-16,7 1 0 16,5 0 1-16,7-2 3 15,7 0-2-15,5 0-1 16,7 0 6-16,5-1-7 15,7-1 0-15,8-2 0 16,8 0 1-16,3-1 6 16,0 0-5-16,-3 0-1 15,0 0 0-15,1-1 0 0,0 1 1 16,1 0-2 0,-2-1 1-16,0 1 0 0,-1-1-1 15,-1-1 0-15,1 0-14 16,3 1-2-16,2-1 2 15,4 0 7-15,5 1-2 16,2 1-1-16,3 4-5 16,1 6-12-16,1 12 15 15,0 15 12-15,3 19 13 16,1 10 15-16,0 7 33 16,-3-2 27-16,-1-5-16 15,0 0-26-15,0 0 45 16,2-2-16-16,2-3-14 15,3-6-2-15,1-3-11 16,2-3-17-16,3-5 1 0,0-10-22 16,0-11 10-16,0-9-5 15,2-4-5-15,7-2-2 16,12-1-7-16,18-4 9 16,16-6-2-16,10-12-8 15,7-8 0-15,3-4-57 16,-7 2-146-16,-19 6-383 15,-13 4-944-15</inkml:trace>
  <inkml:trace contextRef="#ctx0" brushRef="#br0" timeOffset="68750.3997">6653 1734 1980 0,'0'0'823'0,"0"0"-735"0,0 0-18 16,0 0-44-16,0 0-11 16,0 0 6-16,0 0 22 15,-12 23 24-15,25 4-28 16,1 1-25-16,-2 2-13 15,0-3 0-15,-3-3-1 0,-2-5-55 16,-3-4-137 0,-2-5-111-16,-2-10-228 0,-4-8 12 15,-3-6-290-15</inkml:trace>
  <inkml:trace contextRef="#ctx0" brushRef="#br0" timeOffset="68936.1494">6659 1706 637 0,'-5'-44'361'15,"2"1"-39"-15,3 17 19 16,1 10-73-16,7 3-110 15,7 1-57-15,5 0-47 16,5 3-10-16,3 6 3 16,1 3 16-16,-5 6-25 15,-5 8-11-15,-9 4-11 16,-7 5 4-16,-3 2-7 16,-12 2-4-16,-6-1-9 15,-1-1-11-15,1 0-119 0,4-6-180 16,7-8-474-16</inkml:trace>
  <inkml:trace contextRef="#ctx0" brushRef="#br0" timeOffset="69430.1329">6972 1547 1667 0,'0'0'235'16,"0"0"15"-16,0 0-89 15,-48 15-41-15,38-3-37 16,3 4-25-16,5 0-21 16,2 2-16-16,2-2-14 0,10-1-7 15,3-4-1-15,3-3-27 16,1-6-56-16,0-2-57 16,-1-6-30-16,-3-6 56 15,-2-2 33-15,-4 0 49 16,-1-2 33-16,-3 2 6 15,0 3 32-15,-3 0 41 16,1 5 23-16,-1 2-7 16,-1 2-18-16,1 2-27 15,0 3-23-15,2 7 7 16,2 3 9-16,2 1-9 16,3 3-8-16,0-4 6 15,4-1-12-15,1-5-19 16,1-4 11-16,0-3 2 0,-1-5-5 15,-3-6 1-15,-3-6-4 16,-3-2-5-16,-3-3 0 16,-3-3 0-16,-1 1 0 15,-3 1-1-15,-6 4 0 16,-2 5-20-16,-2 8-30 16,-2 4-55-16,4 2-131 15,3 11 32-15,4 0-154 16,4-2-377-16</inkml:trace>
  <inkml:trace contextRef="#ctx0" brushRef="#br0" timeOffset="69646.2362">7250 1349 1824 0,'0'0'250'0,"0"0"71"16,0 0-113-16,0 0-85 15,0 0-56-15,0 0-19 16,-5 46 30-16,12-12-45 16,2 7-14-16,-1-4-19 15,-1-4-21-15,2 4-168 16,-3-13-194-16,1-6-599 0</inkml:trace>
  <inkml:trace contextRef="#ctx0" brushRef="#br0" timeOffset="69805.9149">7408 1512 1765 0,'0'0'301'0,"0"0"-127"0,0 0-122 15,0 0 23-15,0 0-6 16,9 48-26-16,-5-32-24 16,0 1-19-16,-2-3-7 15,-2-3-188-15,0-5-332 16,-1-6-518-16</inkml:trace>
  <inkml:trace contextRef="#ctx0" brushRef="#br0" timeOffset="70618.3862">7412 1383 722 0,'0'0'685'0,"0"0"-653"15,0 0-32-15,16 34-42 16,-7-15-83-16,2 1-48 15,0-1-77-15,-1-2-123 16,-1-4 281-16,-2-5 92 16,-2-3 169-16,-2-3 189 15,-2-1-8-15,1 1-91 16,-2-1-12-16,2 4-32 16,1 2-45-16,0 2-28 15,2 4-49-15,-1 1-31 16,1 0-15-16,-1-1-19 15,-1-3-13-15,0-1-8 0,-1-4-7 16,1-4 1-16,0-1 1 16,2-6 5-16,0-7-7 15,4-7-9-15,2 0 8 16,-1-1 1-16,1 3-1 16,-3 5 1-16,-2 5 1 15,-2 5 0-15,-1 3 0 16,1 4 12-16,0 6 2 15,2 3 2-15,2 3-10 16,0 0-5-16,3-2-1 16,1-4-1-16,4-3-33 15,1-7-112-15,1 0-117 16,0-11-273-16,0-6-51 0,-2-2 95 16,-5-3 85-16,-3 2 406 15,-5 1 257-15,-3 4 241 16,0 5-147-16,-6 4-74 15,-3 6-22-15,-2 0-67 16,1 4-107-16,1 6-42 16,1 1-16-16,1 0-7 15,3-1-16-15,1-2 0 16,3-3-7-16,0-3-35 16,0-2 10-16,7-1 32 15,1-6-2-15,1-1 4 16,-2 0 9-16,0 1 58 15,-4 2 83-15,0 4 10 16,-2 1-58-16,1 2-51 16,1 10-16-16,1 7 50 0,6 11-10 15,6 14-21-15,5 9 27 16,0 2 19-16,-2-6-66 16,-9-11-17-16,-5-12-8 15,-4-7-11-15,-1-2 0 16,-2 1 0-16,-10-2 0 15,-3-2 0-15,-6-5-8 16,-2-6-21-16,-1-3-32 16,-3-13-85-16,7-4-118 15,6-3-386-15</inkml:trace>
  <inkml:trace contextRef="#ctx0" brushRef="#br0" timeOffset="70868.5449">8076 1422 2220 0,'0'0'274'0,"0"0"46"16,0 0-233-16,0 0-65 15,9 49 8-15,12-5 21 16,2 5 0-16,-1-8-30 15,-5-12-14-15,-7-11-7 16,-2-4-10-16,3 0-137 16,7-4-132-16,-3-2-394 0,-1-8-652 15</inkml:trace>
  <inkml:trace contextRef="#ctx0" brushRef="#br0" timeOffset="71171.4467">8386 1474 1166 0,'0'0'604'15,"0"0"-269"-15,0 0-98 16,0 0-81-16,0 0-60 16,-39 25 4-16,23-6-6 15,1 3-60-15,0 0-10 16,3-3-12-16,4-2-11 16,2-6-1-16,5-4-23 15,1-5-26-15,3-2 24 16,8-4 25-16,2-4 1 0,0 0 0 15,0 2 7-15,-1 3 0 16,0 3-7-16,-1 0 20 16,1 6 1-16,-1 5-1 15,1 1-4-15,-1-1-4 16,-2-1-8-16,-1-2-5 16,0-5-72-16,3-3-125 15,-3-8-271-15,-1-2-659 0</inkml:trace>
  <inkml:trace contextRef="#ctx0" brushRef="#br0" timeOffset="71566.0762">8495 1487 1245 0,'0'0'185'0,"0"0"-95"0,0 0-55 15,0 0-20-15,20 39-5 16,-6-35 8-16,1-4-5 15,0 0-6-15,-3-6 0 16,-2-4 3-16,-3-2 2 16,-2-1 102-16,-2 1 56 15,-2 2 38-15,0 4 18 16,-1 4-29-16,0 2-45 16,0 0-70-16,0 11-58 15,0 6 2-15,0 6 7 0,0 9-11 16,0 8-4-16,0-3 3 15,0-2-5-15,0-7-4 16,0-6-3-16,-2 1-9 16,-5 1 0-16,-3-3 1 15,-3-5 0-15,-3-4-1 16,-3-5 0-16,-3-3-25 16,0-4-26-16,0-5-57 15,5-7-29-15,15-25-93 16,2 3-324-16,10-2-522 0</inkml:trace>
  <inkml:trace contextRef="#ctx0" brushRef="#br0" timeOffset="72187.9779">8768 1393 143 0,'0'0'1378'0,"0"0"-1138"16,0 0-115-16,0 0-74 15,0 0-32-15,0 0-1 16,-17 34-4-16,28-27 4 16,3-4-11-16,2-3-7 15,0 0 0-15,1-4-1 16,0-5 0-16,-2-4 0 16,-2 0 1-16,-4-1 1 15,-5 2 42-15,-1 2 80 0,-3 4 78 16,-2 4 5-1,-8 2-13-15,-4 7-98 0,-3 6-44 16,-1 5-3-16,4 1-9 16,3 0-11-16,7 2-7 15,4-3-11-15,4-2-4 16,13-4-6-16,10-5 12 16,13-7-11-16,0-5-1 15,-4-7-8-15,-5-3-16 16,-8-2-5-16,1-4 8 15,-1-5 19-15,-6-2 1 16,-6 3 0-16,-6 4 1 0,-4 5 6 16,-1 6 9-1,-2 4 6-15,-4 5-11 0,1 1-9 16,1 3-1-16,3 6-14 16,1 4 5-16,0 4 9 15,2 2 0-15,5-1 0 16,0 2 9-16,-1 0-9 15,-1-1 21-15,-3 0 19 16,-1 0 1-16,-1-2 17 16,0-2-19-16,1-3-4 15,2-2-11-15,1-2-15 16,2-4 3-16,5-2-5 16,4-2-6-16,3-1-1 15,4-8-42-15,8-9-147 16,-5 0-439-16,-6 2-1488 0</inkml:trace>
  <inkml:trace contextRef="#ctx0" brushRef="#br0" timeOffset="72315.669">9467 1476 1813 0,'0'0'815'16,"0"0"-527"-16,0 0-154 15,0 0-95-15,0 0-39 16,0 0-207-16,0 0-515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4:24.8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9596 722 1553 0,'0'0'492'0,"0"0"-375"0,0 0 50 16,0 0 62-16,0 0-89 16,0 0-82-16,-31 54-30 15,25 0 43-15,3 1-3 16,3-9-41-16,0-15-15 16,3-7-10-16,0-8-2 15,0-3 0-15,1-3-105 16,0-4-183-16,3-8-181 15,-1-9-33-15,-2-6-354 0</inkml:trace>
  <inkml:trace contextRef="#ctx0" brushRef="#br0" timeOffset="190.7828">9595 611 1149 0,'0'0'262'15,"0"0"44"-15,0 0-64 16,15-34-88-16,0 26-73 15,11-1-30-15,14 1-17 16,0 2-12-16,-4 1-21 16,-4 4 9-16,-9 1-10 15,-1 0-87-15,-1 9-189 16,-7 1-317-16,-8 1-200 0</inkml:trace>
  <inkml:trace contextRef="#ctx0" brushRef="#br0" timeOffset="359.2922">9589 766 1083 0,'0'0'288'0,"0"0"-29"0,0 0-114 15,0 0-19-15,0 0-36 16,0 0-44-16,79 18-24 16,-13-30-22-16,8-3-10 15,0 0-139-15,-11 1-117 16,-20 5-227-16,-13 2-412 0</inkml:trace>
  <inkml:trace contextRef="#ctx0" brushRef="#br0" timeOffset="577.6854">10093 634 667 0,'0'0'710'0,"0"0"-417"16,0 0 12-16,-46-10-72 16,29 12-8-16,-2 12-57 15,-3 9-22-15,1 13-23 16,4-1-31-16,5-2-18 15,9-5-24-15,3-8-20 16,5 2-13-16,8-1-10 16,6-4-5-16,4-4-1 15,4-5-1-15,9-7 0 16,8-3-45-16,8-15-152 16,-7-1-336-16,-12 0-385 0</inkml:trace>
  <inkml:trace contextRef="#ctx0" brushRef="#br0" timeOffset="1057.3051">10446 643 1547 0,'0'0'290'16,"0"0"-71"-16,0 0-67 15,-37 50-1-15,27-29-50 16,0-1-34-16,3-2-23 16,0-1-26-16,2-5-10 15,2-2-7-15,2-5 0 16,0-4 1-16,1-1 4 0,0-4 13 16,0-8-19-16,1-5 0 15,6-9-6-15,5-11 6 16,0 1 0-16,0 7 1 15,-1 6 14-15,-2 14-3 16,-1 3 0-16,1 6-6 16,1 4-4-16,2 13 14 15,1 4 8-15,1 4-3 16,2 1-5-16,-1-2-5 16,-1-3-10-16,-2-5 5 15,-1-5-6-15,-3-5 1 16,-1-5 6-16,0-1 6 15,0-9 1-15,-1-6-8 0,0-5-5 16,-1-8 6 0,-4-1-7-16,0 0-72 0,-1 1-113 15,2 5-84-15,2 4-323 16,0 6-397-16</inkml:trace>
  <inkml:trace contextRef="#ctx0" brushRef="#br0" timeOffset="1515.2562">10796 573 876 0,'0'0'826'0,"0"0"-602"16,0 0-69-16,0 0-77 16,0 0 2-16,-41 43-24 15,37-23 12-15,1-1-17 0,1-1-29 16,1-4-7-16,0-3-14 15,1-5 0-15,0-3 8 16,0-3 0-16,0-4 42 16,3-9 40-16,2-7-60 15,3-5-16-15,3-2 9 16,0-2 13-16,3 3-1 16,-1 6-17-16,-1 9-6 15,-3 8-11-15,1 3-1 16,1 11 9-16,2 6 4 0,1 5-2 15,2 1-3 1,-1 1-8-16,0-5 0 0,-2-3 0 16,0-6 10-16,-1-5 7 15,-1-5 13-15,1-3 29 16,1-12 0-16,-1-5-4 16,2-11-2-16,-2-14-15 15,-2-9-16-15,-4 5-22 16,-5 13-1-16,-1 16 0 15,-8 16-29-15,-16 4-114 16,1 6-354-16,-4 4-496 0</inkml:trace>
  <inkml:trace contextRef="#ctx0" brushRef="#br0" timeOffset="2048.0072">11569 960 1255 0,'0'0'692'0,"0"0"-463"15,0 0 28-15,0 0-101 16,0 0-77-16,-12 54 36 16,12-2 45-16,0 6-51 15,0-3-49-15,1-6-29 16,1-13-4-16,0-8-15 15,0-9-10-15,0-6-2 16,-1-3 0-16,1-2-23 0,-1-4-79 16,-1-4-89-16,0-25-126 15,0-2-312-15,-4-6-559 0</inkml:trace>
  <inkml:trace contextRef="#ctx0" brushRef="#br0" timeOffset="2228.8829">11529 946 1058 0,'0'0'410'16,"0"0"-119"-16,0 0-48 16,0 0-73-16,0 0-40 15,62-39-39-15,-32 29-29 16,2 2-23-16,3 0-20 0,-8 5-14 16,3 0-5-16,-5 3-104 15,-4 4-156-15,-7 4-397 16,-7 1-500-16</inkml:trace>
  <inkml:trace contextRef="#ctx0" brushRef="#br0" timeOffset="2402.1091">11541 1178 773 0,'0'0'739'15,"0"0"-579"-15,0 0 18 16,0 0-97-16,67-17 40 15,-1-5-77-15,10-3-28 0,1 3-16 16,-12 2-92-16,-24 9-288 16,-10 1-599-16</inkml:trace>
  <inkml:trace contextRef="#ctx0" brushRef="#br0" timeOffset="2610.6849">12028 954 935 0,'0'0'874'16,"0"0"-623"-16,0 0 107 15,0 0-165-15,0 0-77 16,0 0-71-16,-15 40 77 16,25-2-15-16,3 6-40 15,1-1-16-15,-2-9-20 16,-4-9-18-16,-3-5-13 0,-1 1 0 16,1-1-1-16,-1-1-26 15,-2-7-121-15,-2-12-213 16,-2-4-258-16,-5-11-744 0</inkml:trace>
  <inkml:trace contextRef="#ctx0" brushRef="#br0" timeOffset="2800.9965">12069 878 1506 0,'0'0'302'0,"0"0"-52"16,0 0-119-16,61-34-40 0,-18 21-44 15,16 0-22-15,-6 4-15 16,-9 2-5-16,-16 5-5 16,-13 2-81-16,0 0-146 15,-4 4-290-15,-3 2-346 0</inkml:trace>
  <inkml:trace contextRef="#ctx0" brushRef="#br0" timeOffset="2968.09">12091 1054 1393 0,'0'0'199'0,"0"0"-33"15,0 0-24-15,0 0 18 16,85-8-67-16,-16-11-67 0,8-2-26 16,-2 0-41-16,-22 9-301 15,-20 2-618-15</inkml:trace>
  <inkml:trace contextRef="#ctx0" brushRef="#br0" timeOffset="3406.0391">12577 956 1332 0,'0'0'282'0,"0"0"-74"16,-42 38-11-16,28-18-24 16,4 2-50-16,5 1-23 15,2-1-16-15,2 1-28 16,1-3-20-16,0-2-21 15,0-5-11-15,0-4-4 16,0-6 0-16,2-3 6 16,0-8 15-16,1-15-12 0,1-15-2 15,4-11-7-15,0 1 1 16,0 11-1-16,0 13 6 16,-2 12 24-16,0 1 18 15,1 1-5-15,1 5-16 16,2 5-18-16,2 2-8 15,2 11 9-15,3 5 1 16,2 2-10-16,0 2 13 16,-2-1-13-16,-1-3-1 15,-3-4-6-15,-4-6 6 16,-1-5 0-16,-3-3 0 16,0-5 0-16,-1-9 1 0,0-7 0 15,0-9 8 1,-2-1-8-16,0-2 0 0,-2 2-1 15,0 7-23-15,0 4-44 16,0 9-64-16,0 11-100 16,6 4-355-16,2 7-21 0</inkml:trace>
  <inkml:trace contextRef="#ctx0" brushRef="#br0" timeOffset="3879.8911">12929 890 1577 0,'0'0'207'0,"0"0"-20"0,0 0-121 15,0 0-27-15,-27 36 20 16,26-19-8-16,0-1-10 16,1 0-26-16,0-1-5 15,0-4-9-15,0-3 1 16,0-4-1-16,0-4 16 15,4-6 64-15,3-9-44 16,1-7-6-16,0-1 70 16,2-1 15-16,-3 2-10 15,0 5-21-15,-1 7-13 16,-2 6-27-16,1 4-27 16,0 3-17-16,4 9 8 15,1 5-3-15,5 3 3 0,1 1-8 16,3-1 9-16,0-2-9 15,0-5 4-15,0-5-3 16,-1-5 5-16,-1-3 7 16,0-11 30-16,2-5 0 15,3-10-1-15,1-14 1 16,-1-15-17-16,-4-5-9 16,-7 10-9-16,-8 13-3 15,-3 19-5-15,-1 7-1 16,-8-1-4-16,-4 5-68 15,-6 7-145-15,2 0-441 16,5 3-867-16</inkml:trace>
  <inkml:trace contextRef="#ctx0" brushRef="#br0" timeOffset="4690.771">14064 854 681 0,'0'0'1049'0,"0"0"-861"15,0 0-59-15,0 0-69 16,0 0 8-16,-32 57 31 16,23-30 20-16,2 1-47 15,3-1-48-15,3-4-9 0,1-4-9 16,0-5-6-16,0-6-6 16,1-4-18-16,1-4 16 15,-2-6 7-15,1-9 2 16,2-11 0-16,4-15 0 15,2-9-1-15,2 3 8 16,1 9 36-16,-2 16 32 16,-2 10-3-16,1 3-15 15,2 3-23-15,1 5-28 16,2 4-6-16,0 10 9 16,2 6 2-16,-1 4-11 15,-2 2 13-15,-3-1-4 16,-3-2-2-16,-3-2-1 0,-3-4-6 15,-1-4 1-15,0-4-1 16,0-7 7-16,0-1 23 16,0-9 101-16,0-12-73 15,4-14-32-15,3-1-4 16,3 1 7-16,3 6-5 16,-1 9 2-16,1 2-7 15,1 5-7-15,0 9-7 16,0 4-6-16,2 9 0 15,2 9 0-15,1 5 0 16,-1 0 1-16,-3 2-1 16,0-2 0-16,-4-2 0 15,-1 0-6-15,-2-3-69 16,2 0-152-16,-3-6-329 16,-1-7-391-16</inkml:trace>
  <inkml:trace contextRef="#ctx0" brushRef="#br0" timeOffset="5027.8467">14572 660 1842 0,'0'0'320'16,"0"0"3"-16,0 0-148 15,0 0-85-15,0 0-65 0,-7 52 12 16,0-6 89-16,-2 3-29 15,0-6-34-15,2-11-12 16,3-11-2-16,4-3-8 16,0 2-10-16,0 1 4 15,6-1-1-15,8-5-15 16,5-6 1-16,12-6 7 16,12-3-5-16,0-6-5 15,-4-3-17-15,-6-3 8 16,-9 0-8-16,0 0-1 15,-1-3-29-15,-4 1-70 16,-6 1-68-16,-5 1-115 16,-4 3-274-16,-3 2-276 0</inkml:trace>
  <inkml:trace contextRef="#ctx0" brushRef="#br0" timeOffset="5298.0838">15005 723 1610 0,'0'0'725'15,"0"0"-501"-15,0 0 116 16,0 0-146-16,0 0-92 16,0 0-67-16,0 0-34 15,-10 71 8-15,10-28 4 16,4-7 2-16,1-10-14 15,1-6 10-15,0 3-10 0,0 3 0 16,1 3-1-16,-2-4 0 16,0-6-82-16,-5-11-232 15,0-6-466-15,-6-3-556 0</inkml:trace>
  <inkml:trace contextRef="#ctx0" brushRef="#br0" timeOffset="5516.0392">14977 634 1322 0,'0'0'592'16,"0"0"-369"-16,11-45 27 15,1 31-61-15,4 4-51 16,7 7-65-16,5 3-29 16,5 6-7-16,0 11-15 0,3 10 5 15,-8 2-10-15,-8 3-4 16,-10 1-7-16,-11-5 1 15,-25 8-7-15,-55 4-17 16,3-9-247-16,-13-6-464 0</inkml:trace>
  <inkml:trace contextRef="#ctx0" brushRef="#br0" timeOffset="8677.8842">7388 1139 1676 0,'0'0'235'0,"0"0"-115"15,0 0-22-15,0 0-68 16,-20 60-20-16,11-7 2 16,-3 5 34-16,2-9 0 15,1-14-15-15,3-16-16 16,1-4-4-16,0 0 1 16,1-2-10-16,-1-2-1 0,3-7 7 15,1-4-2-15,1-2 34 16,0-10 84-16,0-8-73 15,0-5-32-15,0-2-13 16,3 1 3-16,3 5-7 16,0 6 5-16,0 7-6 15,3 8-1-15,2 2 0 16,5 10 2-16,3 6 10 16,3 2 0-16,3-2-11 15,1-2 8-15,0-4-9 16,-2-5-5-16,-1-5 5 15,-3-2 0-15,-4-6 11 16,-4-10 2-16,-4-11-1 0,-6-13-3 16,-4-15-2-1,-13-9 10-15,-6-3-5 0,-1 2-11 16,6 16 11-16,4 14-8 16,3 15-3-16,4 12-1 15,0 4 6-15,1 4 0 16,-2 7-6-16,0 22-6 15,6 15 6-15,0 5-1 16,3-6 1-16,6-10-6 16,0-13-33-16,2 0-123 15,14 4-150-15,-3-3-408 16,-1-4-498-16</inkml:trace>
  <inkml:trace contextRef="#ctx0" brushRef="#br0" timeOffset="9633.539">7668 1102 1167 0,'0'0'184'16,"0"0"-84"-16,-3 34-10 16,5-18-5-16,7 0-26 15,2-2-19-15,4-4-1 16,0-3-29-16,1-6 1 15,-2-1 11-15,0-5-2 16,-2-7-2-16,-2-4-8 16,-4-3 7-16,-3-2-9 0,-3-2 36 15,0 3 16 1,-5 0 32-16,-3 4-18 0,-1 5 13 16,1 5-24-16,0 6-24 15,2 1-27-15,1 11-11 16,2 6 9-16,1 4-10 15,2 0 0-15,2 1 0 16,8-1-8-16,6-3 2 16,1-6-10-16,4-4-85 15,1-6-20-15,1-3-49 16,0-12-74-16,-3-6-67 16,-4-5 43-16,-5-4 129 15,-5-1 139-15,-4 0 151 16,-2 4 66-16,0 5 37 0,0 5-7 15,0 6-60-15,0 5-30 16,0 3-89-16,0 5-51 16,4 8-7-16,2 5-10 15,2 4 12-15,0 2-6 16,0-1-4-16,-2 2-1 16,0-3 0-16,-2-3 0 15,-2-3 0-15,0-6-1 16,-2-5 0-16,0-5 5 15,0-4 7-15,0-11-11 16,0-8 5-16,1-4-6 16,2-2 1-16,2 2-1 0,2 3 11 15,-1 6 5 1,1 7 0-16,-1 6-5 0,1 5-11 16,1 2 0-16,3 8 1 15,0 3 0-15,3 1-1 16,-1-1 0-16,1-4 0 15,1-3-43-15,-1-6-105 16,1-1-81-16,0-12-112 16,-3-5 14-16,-2-6 168 15,-4-3 124-15,-5-2 35 16,-1 1 87-16,0 3 94 16,0 6 12-16,0 7 19 15,-2 4-22-15,1 6-33 16,0 2-80-16,1 1-61 0,0 8-15 15,4 4 8-15,4 3-9 16,4 3 6-16,3 1-6 16,0 1 0-16,0 0 0 15,-1-1 0-15,-3 1-1 16,-5-3 1-16,-4-1 0 16,-2-2 0-16,-8-1 0 15,-8-1 2-15,-4-2-1 16,-3-4-1-16,-1-3-34 15,0-5-100-15,6-6-245 16,6-4-581-16</inkml:trace>
  <inkml:trace contextRef="#ctx0" brushRef="#br0" timeOffset="10038.0632">8332 950 1145 0,'0'0'366'16,"0"0"-264"-16,0 0-69 16,0 0-11-16,0 0 30 15,0 0 14-15,0 0-2 16,35 15-27-16,-24-22-19 16,-1-2-4-16,0-4 1 15,-3-1-3-15,-1-1-1 16,-2 3 31-16,-3 2 45 0,-1 4 37 15,0 3 30 1,0 3-38-16,-5 2-55 0,-1 9-49 16,-3 5-2-1,1 4 12-15,2 2 7 0,3 0 2 16,3 0 2-16,2-2-5 16,9-1 20-16,7-5 11 15,5-3 12-15,9-4 0 16,11-7-18-16,-3-1-19 15,-2-7-13-15,-8-3-20 16,-9 2-1-16,-2-2-42 16,-2-2-124-16,-8 3-221 15,-9 4-646-15</inkml:trace>
  <inkml:trace contextRef="#ctx0" brushRef="#br0" timeOffset="16888.7873">3004 5084 514 0,'0'0'161'0,"0"0"241"15,-41 0-124-15,28 0-24 0,4-1 5 16,6 1-15-16,3-1-96 16,0 1-70-16,5 0-38 15,10 0 6-15,5 0 21 16,13 1-6-16,11-1-12 16,12 0-9-16,3-4-17 15,-6-3-11-15,-11 1-11 16,-15 2-1-16,-8 0-24 15,-6 1-128-15,-6 2-128 16,-3-1-253-16,-4 0-161 0</inkml:trace>
  <inkml:trace contextRef="#ctx0" brushRef="#br0" timeOffset="17092.0537">2975 5138 1360 0,'0'0'202'0,"0"0"-150"16,0 0 6-16,0 0 93 16,48 20 8-16,-6-18-22 15,17-2-31-15,9-6-40 16,0-4-35-16,-6 0-17 16,-11 3-14-16,-6 4-1 15,-12 0-156-15,-12 3-512 0</inkml:trace>
  <inkml:trace contextRef="#ctx0" brushRef="#br0" timeOffset="19082.2489">2305 5569 333 0,'0'0'163'16,"0"0"-18"-16,0 0 44 15,0 0 15-15,0 0 13 16,0 0-25-16,0 0-39 16,-23-6-38-16,24 5-43 15,10 1 2-15,5 0 24 0,17 0 21 16,18 0 23-1,19 0-33-15,12 0 8 16,1 0-29-16,0 0-20 0,-8 0-28 16,4 0 20-16,-2 0-12 15,1 0-10-15,0 0-9 16,1 0-14-16,-2 1 13 16,-3 0-5-16,-3 1-1 15,-7-2-7-15,-7 2 1 16,-14-2-16-16,-10 0 6 15,-11 0-5-15,-6 0 0 16,0 0-1-16,-1 0 1 16,-1 0 0-16,-5-1 0 15,-4-1 0-15,-2-1-1 16,-3 1-17-16,0 1-109 0,-19 0-161 16,-2 1-240-16,-5 0-321 15</inkml:trace>
  <inkml:trace contextRef="#ctx0" brushRef="#br0" timeOffset="19486.1257">2599 5683 1073 0,'0'0'156'0,"0"0"-91"0,0 0 122 15,0 0 4-15,0 0-29 16,0 0-77-16,0 0 29 16,42 7 46-16,1 0-3 15,18-1 12-15,8-1-29 16,6-4-12-16,-4-1-32 15,-4-2-33-15,0-5-20 16,-2 0-11-16,-6-1-11 16,-5 1-7-16,-5 1-6 15,-12 0-2-15,-11 2 3 16,-7 2-1-16,-6-1-8 16,-2 2 0-16,-1-1-1 0,-3 1 0 15,-7 1-20-15,-10 0-112 16,-8 6-176-16,-11 1-375 0</inkml:trace>
  <inkml:trace contextRef="#ctx0" brushRef="#br0" timeOffset="21425.6773">5104 5657 1232 0,'0'0'299'0,"0"0"-209"15,0 0-57-15,42 7 65 16,-7-3 95-16,19-1-21 16,22 0-23-16,10-2-13 15,3-1-23-15,-2 0-19 16,-6-4-38-16,1-1 8 16,-2 0-6-16,-5 0-19 15,-6 0-25-15,-9 2-7 16,-15 1-6-16,-14-1-1 0,-10 3 0 15,-8-2-6 1,-1 2-30-16,-5-1-74 0,-3 1-66 16,-4 0 17-1,-13-2-6-15,-5 2-386 0,-3-1-205 0</inkml:trace>
  <inkml:trace contextRef="#ctx0" brushRef="#br0" timeOffset="21822.3944">5328 5735 1132 0,'0'0'239'16,"0"0"-80"-16,0 0-27 16,0 0-34-16,0 0 20 15,0 0 20-15,77 2 22 16,-16 0-24-16,13 0-25 16,6-2 2-16,-3 0-12 15,-6 0-19-15,-3 0-25 16,-5 0-26-16,-4-2-17 15,-3-2-7-15,-4-1-5 0,-5-1 4 16,-7 0-6 0,-9 2 1-16,-10 0 5 0,-5 0-6 15,1-1-36-15,-1 0-71 16,2-5-107-16,-4 1-81 16,-6-1-413-16</inkml:trace>
  <inkml:trace contextRef="#ctx0" brushRef="#br0" timeOffset="23886.6114">7036 5316 1360 0,'0'0'336'16,"0"0"-113"-16,0 0 6 15,0 0 5-15,0 0-75 16,0 0-92-16,0 0-48 16,-20 11-7-16,19 13-3 15,1 3-8-15,0 1 5 16,0-2-6-16,0-2-5 15,3-1-7-15,11 2-116 16,-1-7-238-16,0-5-505 0</inkml:trace>
  <inkml:trace contextRef="#ctx0" brushRef="#br0" timeOffset="24412.1889">7229 5327 980 0,'0'0'696'15,"0"0"-518"-15,0 0-111 16,0 0 26-16,-8 38 55 16,3-20-39-16,1 1-42 15,-1 1-29-15,2-2-18 16,1-2-12-16,1-5-7 16,1-3 1-16,0-4-2 15,0-4-1-15,1 0 1 0,4-7 17 16,2-4-7-16,0 1-9 15,0 0 5-15,-1 4 13 16,0 3 4-16,1 3-13 16,0 0 2-16,3 4 0 15,1 3-2-15,2 1-2 16,1 0-7-16,1-2 5 16,2-3-5-16,-2-3 8 15,0 0-2-15,-2-8-1 16,-1-3 3-16,-3-6-7 15,-2-4 7-15,-4-3 3 0,-3-8-5 16,0 2 8 0,-5-1-8-16,-3 2 2 0,-2 8 14 15,-1 2 30-15,-1 6-3 16,-1 6-3-16,-1 7-11 16,-2 5-16-16,0 8-11 15,1 7 6-15,0 2 2 16,4 3-5-16,5-1-10 15,4-1-2-15,2-2 0 16,9-2-1-16,9-4-9 16,29-4-96-16,-3-5-158 15,1-5-417-15</inkml:trace>
  <inkml:trace contextRef="#ctx0" brushRef="#br0" timeOffset="24697.6619">7723 5262 1382 0,'0'0'634'0,"0"0"-393"15,0 0-125-15,0 0-66 16,0 0 32-16,-10 54 3 16,19-30 22-16,2 1-55 15,0-2-31-15,-1-2-9 16,-1-4-11-16,-1-5 0 15,-2-7 0-15,0-5 8 16,0-3 9-16,3-12-4 16,1-7-14-16,2-9-17 15,-2 0-38-15,-1-2-70 16,3 1-67-16,4 9-48 0,0 5-237 16,-2 8-174-16</inkml:trace>
  <inkml:trace contextRef="#ctx0" brushRef="#br0" timeOffset="25058.7077">7950 5321 644 0,'0'0'738'0,"0"0"-529"15,0 0-138 1,0 0-39-16,0 0 47 0,0 0 9 15,0 0-33-15,28 24-9 16,-19-23-21-16,3-1 13 16,-1 0 16-16,1-7 5 15,-4-2-28-15,-1-3 1 16,-4-2 26-16,-3-1 8 16,0 0-26-16,-3 0-11 15,-5 3 9-15,-1 6-4 16,-2 3-7-16,1 3-9 15,-1 7-17-15,1 7 1 16,4 3-2-16,2 3 0 16,4 0-16-16,3-1-17 15,10-2-69-15,19-4-108 0,-4-5-270 16,0-4-93-16</inkml:trace>
  <inkml:trace contextRef="#ctx0" brushRef="#br0" timeOffset="25435.8607">8221 5291 971 0,'0'0'349'16,"0"0"55"-16,0 0-98 16,0 0-73-16,0 0-101 15,0 0-82-15,0 0-22 16,-32 25-4-16,28-8-9 16,4 1-6-16,0 0-2 15,9-2-6-15,3-3 0 16,6-5-1-16,2-5 2 0,3-3 4 15,0-7-6 1,0-8-44-16,-2-3-5 0,-4-6 24 16,-2-9 25-16,-2-11 11 15,-5 4 8-15,-1 4 40 16,-3 8 40-16,-3 11 32 16,1 3-1-16,-1 3 1 15,-1 8-31-15,0 3-71 16,0 8-29-16,1 11 0 15,4 9 0-15,-1 0 1 16,1 5-1-16,1-1-1 16,-1-6 0-16,-2 3-12 15,-2-5-89-15,-1-1-156 16,-2-7-202-16,-3-7-248 0</inkml:trace>
  <inkml:trace contextRef="#ctx0" brushRef="#br0" timeOffset="26244.192">8253 5267 1043 0,'0'0'727'15,"0"0"-495"-15,0 0-86 16,0 0-109-16,53-7-14 16,-6 6-7-16,8 0-14 15,-1-1-2-15,-4 0 0 16,-11-1-26-16,-8-2-77 15,-9 2-15-15,-6-2-46 16,-2 0-92-16,-3-2 119 0,-3-1 76 16,-8 1 61-16,0 0 102 15,-7 3 58-15,-4 1-13 16,-4 3-20-16,-1 0-24 16,-1 5-5-16,1 5-17 15,0 4-17-15,2 1-23 16,4 0-17-16,4 1-8 15,4-2-10-15,2-2-6 16,5-4-1-16,5-4 1 16,3-4-12-16,3 0 0 15,-1-8-20-15,0-3-5 16,0-3 19-16,-4 0 18 0,-1 1 1 16,-6 2 11-1,-1 5 57-15,-3 3 47 0,0 3 1 16,-4 0-62-16,-5 9-35 15,0 4-4-15,1 2 2 16,3 0-5-16,4-1-5 16,1 0-2-16,7-4-6 15,5-4 1-15,5-2 20 16,4-4-7-16,2-4-3 16,1-6-10-16,-3-4 7 15,-1-5-7-15,-4-2-1 16,-4-3-3-16,-4 1-11 15,-5 4 5-15,-3 3 9 0,0 6 1 16,-6 4-1 0,-2 5 0-16,0 1-6 0,1 1-4 15,4 7 10-15,3 2-1 16,0 2 1-16,7-1-6 16,5 3 6-16,2 0 0 15,0 0 1-15,-2 2 17 16,-3 1 10-16,-2 1 1 15,-4 0 35-15,-3 2 25 16,0-1-5-16,0-1 3 16,0-2-26-16,0-3 2 15,0-3-25-15,3-3-14 16,5-3 4-16,7-4 21 16,3 0 7-16,4-6-29 0,1-4-19 15,-4-2-8-15,-4-1-40 16,-13-8-138-16,-2 5-450 15,-12 0-1134-15</inkml:trace>
  <inkml:trace contextRef="#ctx0" brushRef="#br0" timeOffset="27183.4338">385 5461 1333 0,'0'0'496'0,"0"0"-365"16,0 0 51-16,0 0-92 15,0 0-42-15,0 0-26 16,0 0-13-16,43-20 5 16,-31 35 1-16,-2 2 2 15,-3 3-7-15,-3 1-9 0,-3 0 11 16,-1-5-6-16,0-4 0 15,0-4 1-15,0-4-5 16,0-2-1-16,2-2 6 16,4 0-7-16,5 0 15 15,4 0 5-15,3 2 0 16,5 2 4-16,2 1 12 16,-1 2-8-16,-2 3-4 15,-5 1 9-15,-6 3-8 16,-7 2 0-16,-4 2 18 15,-5 2 36-15,-11 0-2 16,-3-1-27-16,-2-2-30 16,-1-2-13-16,2-5-7 15,5-4-43-15,7-10-163 16,5-6-314-16,3-7-1039 0</inkml:trace>
  <inkml:trace contextRef="#ctx0" brushRef="#br0" timeOffset="27731.0675">852 5412 1145 0,'0'0'765'16,"0"0"-655"-16,0 0-45 16,0 0 75-16,-9 44-2 15,5-22-28-15,0 2-48 16,-2 0-11-16,1-3-30 15,1-2-12-15,1-7-8 0,1-5 2 16,1-3-2-16,1-4 11 16,0-3 14-16,0-7-1 15,4-4-23-15,1-1 5 16,3 2-7-16,0 2 0 16,0 5 1-16,2 3-1 15,2 3 0-15,2 0 14 16,3 3-1-16,2 1 8 15,1 1-6-15,2-4-6 16,-1-1-1-16,0-5-7 16,-3-6 14-16,-2-4-6 15,-4-4 3-15,-4-5 4 0,-7-7-10 16,-2-9 15-16,-10 4 9 16,-3 3 10-16,-1 6-2 15,-1 11 5-15,0 1-14 16,-2 6 6-16,-1 9-9 15,0 1-16-15,2 15-9 16,1 5 0-16,5 5 0 16,5 1-1-16,6-2-6 15,5-2-3-15,11-4 7 16,6-5-8-16,4-5 4 16,3-6 4-16,-1-3 2 15,-1-1-101-15,-2-6-226 16,-8 0-288-16,-9 2-955 0</inkml:trace>
  <inkml:trace contextRef="#ctx0" brushRef="#br0" timeOffset="28970.2002">516 5888 1024 0,'0'0'846'16,"0"0"-743"-16,0 0 132 0,0 0-29 15,-46-18-62-15,33 18-46 16,0 9-37-16,-1 7-26 15,0 5-13-15,2 3 3 16,4 1-7-16,4 0-12 16,4-3-5-16,0-3-1 15,10-7-1-15,3-5-5 16,5-7-23-16,2-2-26 16,1-12-43-16,1-5-11 15,-4-6 4-15,-1 0 25 16,-5 0 47-16,-5 2 33 15,-3 5 2-15,-3 4 24 16,-1 6 28-16,0 4 50 0,0 4 12 16,0 0-55-1,-1 2-45-15,1 7-16 0,0 4 1 16,5 2-1-16,5 0 0 16,3-1 0-16,4-5 0 15,4-3-16-15,3-6 16 16,1-3 6-16,1-10-6 15,-3-4-34-15,-4-3-82 16,-6-2 9-16,-9 1-1 16,-4 0-8-16,-4 3 13 15,-8 3 53-15,-2 4 20 16,0 4 19-16,3 1 11 0,4 4 10 16,3 1 29-1,4 1-24-15,0 0-14 0,9 0-1 16,2 5 13-16,3 1 9 15,1 2 25-15,-2 1 8 16,0 1-17-16,-1-1-8 16,0 0-7-16,-1-2-9 15,1-3-1-15,-2-2-4 16,0-2 3-16,1 0-12 16,-3-3-12-16,-1-6-49 15,-1-1-11-15,-4-2-3 16,-2 0 25-16,0 1 35 15,0 1 15-15,-4 0 22 16,2 0 34-16,2 3-3 16,0 0-12-16,0 2-16 0,5 2-2 15,2 1-9-15,2 2 4 16,0 0 6-16,-1 4 11 16,1 3 2-16,-1 1-7 15,2 1-6-15,-1-1-9 16,1-1-5-16,-1-2-4 15,1-1-5-15,0-4-2 16,0 0-31-16,0-10-79 16,0-3-125-16,0-4-107 15,-1-4 68-15,-1 0 108 16,-3 1 167-16,-1 2 0 16,-4 3 101-16,0 6 93 15,0 2 74-15,0 5-54 0,-3 2-53 16,0 0-59-1,0 2-57-15,-1 8-30 0,0 3-14 16,1 3 18-16,-1 1-8 16,2 1-10-16,2-2-1 15,0-2 1-15,0-4 0 16,1-3 0-16,2-3-1 16,-1-4-18-16,1 0 18 15,0-7 0-15,0-5 0 16,0-1-10-16,1 0 2 15,0-1 8-15,-1 4 0 16,1 2-5-16,-1 2 5 0,1 4 0 16,-1 2-3-16,3 0 3 15,0 6 0-15,1 2 4 16,1 0-3-16,0 1-2 16,-2-1-49-16,2-2-154 15,-1-3-311-15,-3-2-319 0</inkml:trace>
  <inkml:trace contextRef="#ctx0" brushRef="#br0" timeOffset="29323.1121">1071 5628 1185 0,'0'0'325'0,"0"0"-226"0,0 0-73 15,0 0-17 1,0 0 6-16,0 0-14 0,49-11-1 15,-39 5-6-15,0-1 6 16,-3 1 21-16,-4-1 8 16,-1 1 105-16,-2 4 44 15,0 1 26-15,0 1-61 16,0 0-80-16,0 8-48 16,0 3 4-16,0 5 24 15,0 4 3-15,3 0-6 16,1 2 6-16,0 1 2 15,-1-1-15-15,0 1-6 16,-3-2 14-16,0 1-9 16,-4-2-13-16,-6-2-8 0,-1-3-10 15,-3-3-1-15,0-4-22 16,-7-8-74-16,4-4-167 16,3-7-458-16</inkml:trace>
  <inkml:trace contextRef="#ctx0" brushRef="#br0" timeOffset="29494.1235">1301 5618 2104 0,'0'0'479'0,"0"0"-355"16,0 0-50-16,0 0-38 15,0 0-22-15,0 0-14 16,0 0-37-16,21-2-317 0,-10-2-668 15</inkml:trace>
  <inkml:trace contextRef="#ctx0" brushRef="#br0" timeOffset="30194.7117">3271 6167 816 0,'0'0'644'0,"0"0"-353"16,0 0 0-16,0 0-46 0,0 0-70 16,0 0-19-1,0 0-32-15,8 19 7 0,18-12 4 16,15 0-46-16,11-2-24 15,6-2-17-15,-4-3-24 16,-4 0-17-16,-13 0-6 16,-10 0-1-16,-7 0 0 15,-4-1-35-15,-2-1-110 16,-4-1-190-16,-2 0-219 16,-8 0-305-16</inkml:trace>
  <inkml:trace contextRef="#ctx0" brushRef="#br0" timeOffset="30396.1329">3314 6303 1255 0,'0'0'688'15,"0"0"-603"-15,0 0 18 16,0 0 27-16,0 0 33 16,44 27 23-16,4-26-9 15,18-1-64-15,7-5-62 16,-4-4-19-16,-11 0-19 15,-18 2-7-15,-10 1-6 16,-3 1-47-16,-9 2-261 16,-9 0-557-16</inkml:trace>
  <inkml:trace contextRef="#ctx0" brushRef="#br0" timeOffset="34939.6934">3953 8139 150 0,'0'0'797'0,"0"0"-647"16,-45 5-25 0,31-3 63-16,5 1 29 0,5-1-36 15,3 0-58-15,1 2-46 16,5 2 20-16,8 2 25 15,14 2 34-15,18 0 28 16,20-1-16-16,13-4-32 16,6-4-22-16,3-1-26 15,-5-5-3-15,6-4-31 16,-1 0-12-16,-1-3-12 16,-3 2-4-16,-7-2-19 15,-6 0 5-15,-10 1-3 16,-14 0-9-16,-15 2 2 15,-11 5 4-15,-8-1-5 16,-2 0 0-16,-3 0 5 0,-1 0-5 16,-3 3-1-1,-3 0-11-15,0 0-62 0,-7-1-143 16,-1 1-367-16,-1 0-433 16</inkml:trace>
  <inkml:trace contextRef="#ctx0" brushRef="#br0" timeOffset="35602.2386">6366 8210 1122 0,'0'0'818'16,"0"0"-586"-16,0 0-90 16,0 0 3-16,0 0 114 15,66 10-46-15,-2-10-54 0,14 0-50 16,4-4-23-16,-8-2-22 15,-14 0-13-15,-15 2-21 16,-12 0-9-16,-11 1-11 16,-6 2-2-16,0-2-8 15,-2 1 1-15,-1 0-1 16,-6 1 0-16,-4 0 0 16,-2-1 0-16,-1 0-40 15,0-2-71-15,0 0-147 16,-4-1-459-16</inkml:trace>
  <inkml:trace contextRef="#ctx0" brushRef="#br0" timeOffset="36110.1839">8327 8214 1657 0,'0'0'512'0,"0"0"-335"16,0 0-42-16,0 0 50 15,73 2 31-15,0-2-72 16,14 0-17-16,4-3-33 16,-8-4-35-16,-19 0-15 15,-17 1-23-15,-13 0-6 0,-13 3-9 16,-7-1-5-16,-2 1 0 16,-1-1 1-16,-4-2-2 15,-4 0-23-15,-3-16-74 16,-5 1-184-16,-6-4-569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5:03.8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3421 2116 1311 0,'0'0'712'16,"0"0"-549"-16,0 0 19 16,0 0-84-16,0 0-54 15,-29 52 49-15,20 3 32 16,2 7-19-16,4-1-54 16,3-14-22-16,0-17-12 15,0-8-12-15,0-3-5 16,0-2 5-16,0 1-6 15,1-3-1-15,0-7-23 16,-1-6-44-16,0-2 18 16,0-9-41-16,-5-8-26 15,-1-6 27-15,-2-4 58 0,1 0 32 16,1 1 15-16,1 6 54 16,2 7 24-16,2 6-17 15,1 6-20-15,0 1-36 16,0 9-20-16,6 7 2 15,5 4-1-15,4 4 7 16,2-1-7-16,3-1 9 16,4-4-10-16,2-4-1 15,0-5 0-15,2-7 1 16,-2-2-1-16,1-6-8 16,-4-7-38-16,-4-5-16 0,-3-2-10 15,-6 0 46-15,-2 1 21 16,-4 5 6-16,-3 4 25 15,-1 5 42-15,0 5-3 16,0 2-22-16,-7 13-27 16,-3 4-6-16,-2 7 4 15,-2 4-7-15,1 1-4 16,1 0 7-16,1-3-9 16,3-1 0-16,-1 0-139 15,3-5-246-15,-2-9-730 0</inkml:trace>
  <inkml:trace contextRef="#ctx0" brushRef="#br0" timeOffset="696.4557">2232 1732 1113 0,'0'0'317'16,"0"0"13"-16,0 0-18 15,0 0-74-15,0 0-35 16,0 0-108-16,0 0-55 0,-47 43-25 16,39-6 12-16,2-1 36 15,6-5-7-15,0-10-14 16,7 1-18-16,5-1-8 15,2-5-7-15,1-4-1 16,0-6-2-16,2-6-5 16,-2-1 12-16,-2-11-7 15,-2-6-4-15,-1-11-2 16,-7-10-5-16,-3-10 4 16,-14-4-14-16,-5 10 3 15,2 14-1-15,4 13-5 16,1 9 5-16,0 4 11 15,0 3-5-15,2 0-22 0,3 10-60 16,3 7-35-16,4 3-56 16,17 6-73-16,4-5-265 15,1-5-136-15</inkml:trace>
  <inkml:trace contextRef="#ctx0" brushRef="#br0" timeOffset="877.8896">2412 1677 1458 0,'0'0'236'0,"0"0"-73"15,0 0-98-15,-9 38-7 16,9-15 17-16,3 3-32 0,5 0-26 16,3 0-17-1,6 5-53-15,0-8-453 0,-2-8-557 0</inkml:trace>
  <inkml:trace contextRef="#ctx0" brushRef="#br0" timeOffset="1080.431">2552 1697 1209 0,'0'0'624'16,"0"0"-484"-16,0 0-42 15,-6 40 73-15,6-17-4 16,0 5-35-16,0 1-59 0,6 1-33 15,1-2-17-15,0-4-14 16,-1-4-9-16,-2-4-7 16,-1-4-201-16,-3-10-150 15,0-2-337-15,0-1-358 0</inkml:trace>
  <inkml:trace contextRef="#ctx0" brushRef="#br0" timeOffset="1275.9438">2545 1647 1270 0,'0'0'208'16,"0"0"6"-16,24-36-84 16,-12 30-16-16,0 3-25 15,2 3-14-15,0 4 0 16,-2 6-14-16,-2 3-21 16,-3 5-20-16,-4 1-8 0,-3 3-6 15,-1 1 0-15,-6 1-6 16,-2 6-42-16,2-8-257 15,5-6-546-15</inkml:trace>
  <inkml:trace contextRef="#ctx0" brushRef="#br0" timeOffset="1926.0409">2976 1465 1785 0,'0'0'262'0,"0"0"-22"16,0 0-132-16,-38 4-16 16,28 5-32-16,2 5-25 15,3 3-14-15,2 3-10 0,3 1 0 16,0-2-10-16,6-3 0 16,5-2-1-16,2-5-16 15,3-6 9-15,0-3-2 16,-1-1-21-16,-1-9 5 15,-5-3-1-15,-4-3 16 16,-5-2 1-16,0-1 9 16,-6 1-1-16,-3 3-16 15,-1 3-2-15,3 4-8 16,2 3-11-16,3 4-13 0,2 1-139 16,0 0-191-16,8 0 136 15,7 0 33 1,2 0 11-16,3-6 86 0,-3-2 115 15,0-3 37-15,-6 0 116 16,-3 1 93-16,-3 1 53 16,-4 2-26-16,1 4-39 15,-2 2-18-15,1 1-100 16,1 10-80-16,3 12-12 16,4 12 43-16,5 12 11 15,2 6 10-15,3-1-17 16,-1-7-17-16,-2-11-13 15,-3-9-29-15,-2-7-5 16,-1-3-6-16,0-2 0 0,-1-1 0 16,1-3-1-16,-4-6 1 15,-2-2 0-15,1-11 6 16,-3-5-7-16,-2-4-1 16,0-1 1-16,-1 1 0 15,-8 2 1-15,-1 5 0 16,-5 5 5-16,-4 6-6 15,-5 2-8-15,-1 2-38 16,-2 10-91-16,8 0-168 16,6-3-390-16</inkml:trace>
  <inkml:trace contextRef="#ctx0" brushRef="#br0" timeOffset="2566.9998">3406 1112 1091 0,'0'0'657'0,"0"0"-402"16,0 0-86-16,0 0-116 15,0 0-3-15,37 84 61 16,-11-13 5-16,1 5-25 16,-1-2-6-16,-1-8-3 15,-1-1-12-15,3 0-34 16,-1-9-17-16,-2-13-6 0,-3-15-12 16,-7-11-1-16,-3-9-1 15,1-1-1-15,2-5-9 16,-2-2-27-16,-1-11 20 15,-4-10-6-15,-4-9-17 16,-3-10 17-16,-11 2 4 16,-3 5-12-16,-7 8 0 15,0 11 20-15,-6 2 6 16,-4 2 0-16,1 7 5 16,6 2 0-16,6 1 0 0,10 0 1 15,7 0-1 1,2 1-19-16,14-1 3 0,13 0 1 15,4-6 16-15,2-5-1 16,1-3 0-16,-10 0-5 16,1 1 5-16,-9 1 1 15,-5 5 2-15,-5 3 37 16,-3 3 22-16,-1 1-26 16,1 7-15-16,1 6 4 15,3 3 17-15,-1 3-6 16,-1 0-13-16,0-3-14 15,-2-1-7-15,-2-3-1 16,-2-3-7-16,0-5-132 16,-5-4-79-16,-3-4-161 15,-2-7-816-15</inkml:trace>
  <inkml:trace contextRef="#ctx0" brushRef="#br0" timeOffset="2694.7435">3736 1296 139 0,'0'0'688'0,"0"0"-614"16,0 0-46-16,31 43-20 16,-2-18-8-16,-4-5-164 15,0-3-507-15</inkml:trace>
  <inkml:trace contextRef="#ctx0" brushRef="#br0" timeOffset="3016.9839">3920 1398 1350 0,'0'0'270'0,"0"0"75"16,0 0-194-16,0 0-93 0,0 0-38 16,0 0 11-16,0 0 17 15,6 50-8-15,0-33-9 16,-1 1-5-16,1-3-9 16,-2-2-11-16,-1-4-5 15,0-5 6-15,-1-4-6 16,0 0 72-16,2-10 86 15,0-6-108-15,2-3-11 16,2-3-9-16,1 2-1 16,2 3-8-16,-1 5-4 15,1 4-6-15,0 4-11 16,-1 4 1-16,1 0-1 16,-1 8 5-16,0 4-5 0,0-1-1 15,1 0-56-15,6 4-148 16,-2-3-149-16,-1-4-494 0</inkml:trace>
  <inkml:trace contextRef="#ctx0" brushRef="#br0" timeOffset="3586.6613">4264 1324 1731 0,'0'0'322'16,"0"0"-76"-16,0 0-28 15,0 0-79-15,-43-6-50 0,36 17-47 16,0 3-21-16,2 4-8 16,3 1-4-16,2 1-8 15,0-4 0-15,5-3-1 16,4-3-10-16,2-4-13 16,0-5 17-16,0-1 6 15,1-5-6-15,-3-6 6 16,-1 0-10-16,-1-2 10 15,-4 2 0-15,-2 0 10 16,-1 5 7-16,0 2 28 16,0 2-1-16,0 2-17 15,0 0-7-15,0 7-20 16,0 2 1-16,1 3-1 0,4-1 1 16,1 2-1-1,3-2-7-15,1-2 6 0,1-4 0 16,0-3-10-16,1-2 11 15,-3-4 6-15,-1-8-6 16,-2-4-18-16,-6-10 17 16,0-14 1-16,-15-17 0 15,-3-9 0-15,-4-1 6 16,2 5 3-16,7 21 2 16,5 14 8-16,3 14 41 15,4 10 10-15,-1 2 1 16,2 1-50-16,0 7-21 15,1 17-1-15,10 14 1 16,6 14 11-16,3 6-11 16,-1-2-7-16,-1-6 1 0,-1-14-1 15,8-3-95-15,-2-12-452 16,-3-11-668-16</inkml:trace>
  <inkml:trace contextRef="#ctx0" brushRef="#br0" timeOffset="3933.4615">4726 1012 1373 0,'0'0'224'15,"0"0"67"-15,0 0-61 16,-7-36-50-16,7 34 5 16,0 2-42-16,0 2-60 15,3 16-41-15,10 18-8 16,6 15 37-16,3 8 24 16,1 3-18-16,-2-5-36 15,-4-6-9-15,-2-3-19 16,-4-10-11-16,-4-10-1 15,-1-9-1-15,-2-7-15 16,3-2-116-16,8-10-324 0,0-2-187 16,-1-12-781-16</inkml:trace>
  <inkml:trace contextRef="#ctx0" brushRef="#br0" timeOffset="4291.9125">5048 1098 535 0,'0'0'1339'15,"0"0"-1113"-15,0 0 5 16,-46-7-73-16,32 10-20 16,1 8-61-16,2 5-17 15,-1 5-20-15,5 2-14 16,2 2-25-16,4 0 8 16,1-2-9-16,4-5 0 0,5-6-6 15,3-6 6 1,0-6 2-16,3-3 11 0,-2-10 1 15,-2-5-13-15,0-3 6 16,-2-1 7-16,-3 1-4 16,-1 4-4-16,-1 6-5 15,-2 5 10-15,0 6-11 16,1 1-2-16,1 12-5 16,5 5 7-16,1 4 1 15,1 1 1-15,1 0-2 16,0-3 0-16,-1-3-2 15,0-5-136-15,3-9-153 0,-2-3-300 16,-3-4-476-16</inkml:trace>
  <inkml:trace contextRef="#ctx0" brushRef="#br0" timeOffset="4683.6895">5157 1084 1335 0,'0'0'192'0,"0"0"-80"0,0 0-80 15,0 0-12-15,0 0 14 16,6 40 5-16,4-32-18 16,2-1-15-16,0-5-4 15,0-2 19-15,-2-1 7 16,-1-10-3-16,-4-1 27 16,-2-4 54-16,-2-4 48 15,-1 1 3-15,0 0 0 0,0 4-2 16,-1 5-15-16,0 6-21 15,1 4-60-15,0 8-58 16,3 15 0-16,8 16 5 16,8 15 0-16,2 7 4 15,-2-2-10-15,-6-4 9 16,-7-17 6-16,-2-8 5 16,-4-10-8-16,0-4-10 15,-1-1 6-15,-6-2-8 16,-2-2 0-16,-1-7 6 15,-3-4-6-15,0-8-58 16,1-10-141-16,5-28-161 16,2 5-312-16,5-2-455 0</inkml:trace>
  <inkml:trace contextRef="#ctx0" brushRef="#br0" timeOffset="5320.3214">5374 1088 1068 0,'0'0'220'0,"0"0"-109"16,0 0-73-16,0 0-9 16,0 0 10-16,0 0 2 15,0 0-7-15,49 26-11 16,-35-26-16-16,0-5 12 16,-1-4-1-16,-2-5 22 15,-3-1 20-15,-2-1 40 0,-4 1 29 16,-2 0 39-1,0 4-4-15,-4 2 7 0,-3 4-42 16,-2 5-41-16,0 0-42 16,-1 9-25-16,2 5-9 15,1 2 1-15,6 2-5 16,1-2-7-16,6-1 0 16,7-2-1-16,5-4 0 15,5-3 11-15,1-6 1 16,1 0-5-16,-2-7-1 15,-3-6-5-15,-3 0-1 16,-5-4-5-16,-5-2 4 0,-2-1 0 16,-5 2 1-16,0 3 0 15,0 4 0-15,0 4 6 16,0 4 0-16,0 1 0 16,0 2-6-16,0 0-11 15,0 4-11-15,2 7 14 16,4 4 8-16,-1 5 5 15,0 3-4-15,-2 4 15 16,-1 1 14-16,-2-1 31 16,0-1 14-16,0-4-17 15,2-3-13-15,2-5-6 16,4-4 3-16,1-3 9 16,6-4 9-16,2-3 4 15,3 0-13-15,2-5-24 16,1-5-9-16,0 0-9 0,-1-2-2 15,-1 0-7-15,-4 1 0 16,-6 2-6-16,-5 2-61 16,-6 4-114-16,-4 1-345 15,-7 1-636-15</inkml:trace>
  <inkml:trace contextRef="#ctx0" brushRef="#br0" timeOffset="6050.8703">4150 1790 1483 0,'0'0'325'0,"0"0"-133"16,0 0-120-16,0 0-42 15,-2 38 78-15,3-14-4 16,5 1-54-16,0-2-32 15,1-3-14-15,3-4-4 0,3-6-127 16,-3-5-363 0,-1-5-493-16</inkml:trace>
  <inkml:trace contextRef="#ctx0" brushRef="#br0" timeOffset="6328.8547">4156 1650 1287 0,'0'0'273'16,"0"0"-167"-16,0 0-43 16,0 0 33-16,-9 44 14 15,9-33-23-15,7-3-7 16,3-3-11-16,1-5-30 16,2-1-8-16,0-10-17 15,-3-2-2-15,-1-3 5 0,-5-1-15 16,-4 0 13-16,0 2-9 15,-4 5-6-15,-5 5-14 16,0 5-21-16,0 1-64 16,0 13-73-16,8 13-68 15,1-3-99-15,0-2-472 0</inkml:trace>
  <inkml:trace contextRef="#ctx0" brushRef="#br0" timeOffset="6694.5203">4316 1760 1627 0,'0'0'262'0,"0"0"7"15,0 0-143-15,0 0-88 16,0 0-15-16,0 0 37 16,0 0 19-16,10 51-30 15,-7-34-22-15,-2-1-14 16,-1-3-5-16,0-1-7 15,0-5 11-15,0-3-12 16,0-4 1-16,0-1 24 16,0-11 34-16,0-7-33 15,1-3-24-15,5-3 10 16,2 2-11-16,0 4 15 16,2 6 1-16,0 4-1 0,0 7-4 15,2 2-6 1,0 5 12-16,3 6-6 0,0 4-11 15,-1 2 10-15,2 1-10 16,-2 1-1-16,2-2-1 16,13-1-166-16,-3-4-296 15,-1-8-722-15</inkml:trace>
  <inkml:trace contextRef="#ctx0" brushRef="#br0" timeOffset="8197.4295">4863 1696 980 0,'0'0'253'0,"0"0"-50"0,0 0 47 16,0 0-32-16,-10-36-7 16,4 34-37-16,1 2-18 15,-3 3-53-15,-6 15-54 16,-5 15-14-16,3 1 43 16,3 0-7-16,6-3-6 15,7-6-25-15,0-1-10 16,2 2-15-16,8-5-8 15,5-4-5-15,4-4-2 16,3-4 0-16,2-5-39 0,2-4-139 16,9-9-133-16,-8-6-277 15,-4-2-251-15</inkml:trace>
  <inkml:trace contextRef="#ctx0" brushRef="#br0" timeOffset="8901.8473">4971 1713 1066 0,'0'0'211'0,"0"0"24"16,0 0 70-16,0 0-128 16,0 0-66-16,0 0-59 15,0 0 10-15,-23 40 10 16,21-19-6-16,2 1-23 16,0-2-3-16,8 0 4 0,2-5-8 15,1-4-17 1,1-4 5-16,0-6-14 0,0-1 2 15,-1-7 5 1,0-6-10-16,-4-5-7 0,-3-2-4 16,-3-3-5-16,-1-1 3 15,-4 0-6-15,-5 0 6 16,-2 1 6-16,0 5 0 16,0 6 0-16,4 6 8 15,1 5-8-15,2 1-10 16,1 6-8-16,3 5 0 15,0 3-1-15,6 0-26 0,5-1-35 16,6-2-26 0,2-3-23-16,3-5-6 0,-2-3 10 15,0 0 1-15,-6-9 12 16,-2-2 59-16,-6-2 42 16,-3-1 11-16,-3 1 81 15,0 1 61-15,0 3 16 16,-1 1-19-16,-1 3-16 15,1 4-18-15,0 1-59 16,1 3-37-16,0 7-8 16,1 4 0-16,3 4 0 15,1 0 0-15,0 2 2 16,-1-3-2-16,-1-2 0 16,-1-4 1-16,-1-3-1 15,0-5 0-15,-1-3 6 0,0 0 24 16,0-9 78-16,1-4-66 15,-1-5-22-15,4-1 4 16,-1 1 11-16,2 3-9 16,1 4-11-16,-1 4-7 15,4 4-8-15,0 3 0 16,2 3 0-16,1 6 0 16,2 3 6-16,-1 2-7 15,0 1-1-15,-3-1-25 16,-2 0-136-16,-3-1-118 15,-2-2-338-15,-3-6-746 0</inkml:trace>
  <inkml:trace contextRef="#ctx0" brushRef="#br0" timeOffset="9203.1141">5299 1581 1716 0,'0'0'249'0,"0"0"-106"15,0 0-107-15,0 0 1 16,14 43 44-16,-3-23 11 16,2 1-14-16,0-1-14 15,0-3-25-15,-2-2-19 16,-3-5-11-16,-2-4-3 16,-1-5 8-16,-2-1 27 0,1-10 53 15,-1-6-58 1,1-5-21-16,-1-5-7 0,-1-3-8 15,-2-2 0-15,0 2-54 16,0 3-55-16,0 7-50 16,0 7-14-16,0 12-154 15,2 3-453-15,4 7-103 0</inkml:trace>
  <inkml:trace contextRef="#ctx0" brushRef="#br0" timeOffset="10435.2937">5693 1495 1320 0,'0'0'234'16,"0"0"49"-16,0 0 1 15,0 0-93-15,0 0-24 16,0 0-51-16,-44 3-55 15,32 15-4-15,0 6 4 0,2 1 2 16,4 2-15 0,5-1-16-16,1-5-15 0,2-4-17 15,6-4 6-15,2-5-5 16,1-5 1-16,1-3 10 16,1-6 0-16,-2-8 1 15,3-6-4-15,-5-3-9 16,0-3 0-16,-3-1-14 15,-3 1 1-15,-3 3-1 16,0 7 13-16,0 4-5 16,0 7 6-16,0 4 0 15,0 1-8-15,0 3-4 16,0 4 11-16,0 1-1 0,3 0 1 16,6-3-17-16,6-4-1 15,4-1 18-15,4-6 1 16,0-6 0-16,1-2 1 15,-4-3-1-15,-4-2 6 16,-4 0-5-16,-5-3 10 16,-4 3-3-16,-3 2-2 15,0 4 4-15,-4 3-2 16,-3 5 0-16,-1 3-7 16,-1 2-2-16,3 1 1 15,2 7-2-15,3 0-4 16,1 2 5-16,6 1 1 15,7-2-8-15,4 2 7 16,3 2 1-16,1 2 1 16,0 1 10-16,-3 3 19 0,-4 1-8 15,-2 1 23 1,-5 0 10-16,-3-2-2 0,2-1-13 16,0-3-19-16,-2-4-1 15,3-3-7-15,1-3 4 16,1-4-2-16,1-1 3 15,1 0-10-15,0-6-8 16,-5 0-18-16,-10 5-123 16,-10 1-405-16,-9 0-560 0</inkml:trace>
  <inkml:trace contextRef="#ctx0" brushRef="#br0" timeOffset="10922.1933">4800 2138 2049 0,'0'0'251'0,"0"0"-13"15,0 0-94-15,0 0-60 16,0 0-46-16,0 0-21 15,1 35 5-15,9-7 13 16,-1 1-16-16,0 1-12 0,-1-1 1 16,-2-1-7-1,1-2-1-15,-3-2 0 0,-1-4-27 16,-3-6-151-16,0-9-133 16,0-5 49-16,-4-19-123 15,-6-18-8-15,-6-14 141 16,0-4 206-16,1 1 46 15,5 13 114-15,8 15 50 16,2 9 51-16,0 5 2 16,4 0-50-16,7 0-68 15,1 1-21-15,3 4-32 16,2 4-11-16,-1 3 2 16,-2 3-12-16,-1 9-10 0,-4 4 4 15,-4 4-7 1,-5 4 0-16,0 1-10 0,-2 0 6 15,-6-1-8-15,4 1-36 16,1-9-197-16,3-7-389 0</inkml:trace>
  <inkml:trace contextRef="#ctx0" brushRef="#br0" timeOffset="11424.7713">5049 2044 1603 0,'0'0'206'16,"0"0"-49"-16,0 0-73 16,0 0 15-16,-35 44-32 15,35-26-10-15,0-1-32 0,4 0-4 16,6-2-6-16,3-3-6 16,2-4-2-16,0-5-7 15,-1-3 0-15,1-3-11 16,-3-7-18-16,-2-2-25 15,-4-3 10-15,-3-1 28 16,0 1 6-16,-3 2 10 16,0 2 13-16,0 4 39 15,0 3 15-15,0 2 14 16,0 2-14-16,0 0-39 16,0 5-18-16,0 5-4 15,3 3 11-15,3 0-2 0,2-1 4 16,4 0 0-16,-1-4 2 15,4-4-4-15,-3-4-1 16,1 0-1-16,-1-9-5 16,-3-5 1-16,-3-3-5 15,-4-2-5-15,-2-2 10 16,0-2-3-16,-9-1-6 16,-4-1-2-16,-2 3-20 15,0 4-10-15,0 6 3 16,1 7-19-16,1 5-78 15,1 0-40-15,3 8-34 16,6 6-103-16,2-2-190 16,1-3-430-16</inkml:trace>
  <inkml:trace contextRef="#ctx0" brushRef="#br0" timeOffset="11621.8162">5208 1837 1672 0,'0'0'224'16,"0"0"30"-16,0 0-181 16,0 0-46-16,5 39 6 15,5-16 18-15,3 1-23 16,2 1-8-16,0-2-20 16,0-1 0-16,7 8-11 15,-5-7-159-15,-3-5-441 0</inkml:trace>
  <inkml:trace contextRef="#ctx0" brushRef="#br0" timeOffset="11794.3153">5383 1971 1588 0,'0'0'267'0,"0"0"-132"0,0 0-84 16,0 0 58-16,4 34-11 15,2-18-27-15,2-1-34 16,-2 0-24-16,1-1-13 15,-2-2-6-15,-4-4-139 16,-1-3-216-16,0-5-321 0</inkml:trace>
  <inkml:trace contextRef="#ctx0" brushRef="#br0" timeOffset="11937.7214">5302 1847 1328 0,'0'0'182'16,"0"0"-66"-16,0 0-98 15,0 0-17-15,0 0-1 16,0 0 0-16,60 52-112 16,-32-36-101-16,-5-4-351 0</inkml:trace>
  <inkml:trace contextRef="#ctx0" brushRef="#br0" timeOffset="12244.6001">5453 1938 720 0,'0'0'589'15,"0"0"-248"-15,0 0-109 16,0 0-116-16,0 0-71 0,0 0-14 15,0 0 40-15,10 33 14 16,-4-20-34-16,-2 0-17 16,2-1-11-16,0-1-11 15,-2-3-6-15,-1-3-5 16,0-3 0-16,-2-2 12 16,2-4 14-16,0-9-5 15,1-4-14-15,0-3-7 16,1 1 6-16,1 1 1 15,0 5 6-15,-1 5-2 16,1 5-1-16,-2 3-4 16,3 0-7-16,2 8 0 15,1 2 9-15,3 1-8 16,0 0 2-16,0 0-3 16,1-3-67-16,5-6-169 0,-4-2-313 15,-2 0-340-15</inkml:trace>
  <inkml:trace contextRef="#ctx0" brushRef="#br0" timeOffset="12626.6102">5664 1852 1283 0,'0'0'185'16,"0"0"-63"-16,0 0-60 16,0 0 33-16,-23 34-47 15,23-25-18-15,0-2-7 16,2-1 2-16,3-4-12 15,0-2-13-15,1 0 0 16,0-3 19-16,-1-4-7 0,0 0 3 16,-1 0 45-16,-2 3 47 15,-2 2 15-15,1 2-47 16,1 1-47-16,0 9-19 16,2 4 5-16,1 4 12 15,2 2 1-15,1 4-2 16,2 1-8-16,2 1-3 15,0 0 7-15,0 0-4 16,-1-1-6-16,-3-2 0 16,-4-4-10-16,-4-2 8 15,0-4-9-15,-9-2 2 16,-2-4-2-16,-4-5-12 0,1-2-16 16,2-5-27-16,2-23-91 15,4 1-333-15,5-2-289 0</inkml:trace>
  <inkml:trace contextRef="#ctx0" brushRef="#br0" timeOffset="12845.5336">5824 1696 1685 0,'0'0'334'0,"0"0"-113"15,0 0-63-15,0 0-108 16,0 0-24-16,-8 41 44 15,17-10 20-15,2-1-30 0,3 2-21 16,1-1-21-16,-2-5-12 16,2 1-5-16,0-6-1 15,-1-2-35-15,4-9-220 16,-2-7-314-16,-3-3-210 0</inkml:trace>
  <inkml:trace contextRef="#ctx0" brushRef="#br0" timeOffset="13144.437">6006 1774 1279 0,'0'0'270'0,"0"0"68"16,0 0-84-16,0 0-83 15,0 0-63-15,0 0-66 16,0 0-23-16,-32 31-4 16,25-16-2-16,0 1-12 15,2-4 0-15,2-3 8 0,2-4-8 16,1-4-1-16,0-1 1 15,6-3 37-15,4-6-19 16,2-2-11-16,1 1 4 16,-2 1-11-16,0 4 0 15,-2 4-1-15,1 1-6 16,-1 0 6-16,-1 6 0 16,1 2 2-16,-2 0-1 15,-1 0-1-15,-1-1-109 16,0-2-146-16,-2-3-351 15,-2-2-381-15</inkml:trace>
  <inkml:trace contextRef="#ctx0" brushRef="#br0" timeOffset="13528.2221">6067 1725 1279 0,'0'0'188'0,"0"0"-106"16,0 0-53-16,0 0 19 15,0 0-2-15,0 0-3 16,0 0-39-16,44 17-4 16,-35-17-10-16,-2-8 10 15,-3-1 10-15,-2-3 31 16,-1 0 46-16,-1 0 39 16,0 3 36-16,0 1-7 15,0 5-2-15,0 3-12 16,0 0-77-16,0 7-47 0,-1 7-7 15,1 5-9-15,0 4 13 16,0 3-7-16,5 3-1 16,1 0 3-16,-1 2 0 15,-1-1-2-15,-1-4 4 16,-3-2-11-16,0-4 0 16,-1-4 0-16,-8-5-33 15,-2-4-110-15,-3-4-30 16,-1-3-21-16,-3-16-22 15,5-2-160-15,3-4-545 0</inkml:trace>
  <inkml:trace contextRef="#ctx0" brushRef="#br0" timeOffset="14241.0189">6222 1651 1320 0,'0'0'212'0,"0"0"-167"16,0 0-45-16,0 0 2 16,0 0-1-16,0 0 0 15,49 16-1-15,-37-16-83 16,-3-1-28-16,-1-7 42 16,-4-2 69-16,-1-2 13 15,-2 0 36-15,0-1 50 16,-1 3 51-16,0 2 71 15,0 4 5-15,0 1-37 16,0 3-63-16,-2 0-66 0,0 9-34 16,0 6-10-16,-1 4 20 15,2 3 1-15,1 2-7 16,0-1-15-16,0-1-9 16,4-5-5-16,0-1 1 15,2-7-2-15,-2-6-50 16,1-3-42-16,1-3 52 15,1-9 20-15,0-5-8 16,0-4 10-16,1-3 17 16,-1-1-11-16,0 1 11 15,0 3 1-15,-2 5-1 16,-1 6 1-16,-1 5 1 0,0 4-1 16,0 1-2-16,3 5-7 15,0 4 9-15,3-1 0 16,1 1-1-16,1-2-39 15,0-4-90-15,1-2-19 16,1-1-89-16,-2-4-13 16,-1-5 44-16,-2-4 42 15,-3-2 137-15,-2 0 28 16,-2-1 73-16,-1 2 73 16,0 3-4-16,0 4 52 15,0 3-15-15,0 4-33 16,-1 0-75-16,1 3-47 15,0 8-23-15,0 1 14 0,0 3-14 16,3 1 1-16,1 2-1 16,1-2 0-16,-1 1-1 15,-4-2 1-15,0-1 0 16,0-3-1-16,-6-1-19 16,-8-3-179-16,1-2-282 15,-1-5-578-15</inkml:trace>
  <inkml:trace contextRef="#ctx0" brushRef="#br0" timeOffset="14378.151">6553 1607 1395 0,'0'0'935'0,"0"0"-680"16,0 0-127-16,0 0-128 15,0 0-180-15,0 0-590 0</inkml:trace>
  <inkml:trace contextRef="#ctx0" brushRef="#br0" timeOffset="24558.4436">9635 3246 114 0,'0'0'116'0,"0"0"-53"16,0 0 91-16,0 0-27 16,0 0-43-16,-7-5 49 15,7 4 7-15,0 0-23 16,0 0-53-16,0 1-34 16,0 0-5-16,4 0-1 15,5 0 8-15,5 3 46 16,3 1-20-16,5 1-11 15,5-1-5-15,9 1 20 16,9-2 2-16,13-1-1 0,4-1-12 16,0-1 9-16,-3 0-5 15,-6-1-23-15,2-1-5 16,1 0 5-16,-1 0 5 16,2 1-15-16,-3-2 1 15,2 2-8-15,-3-2-4 16,0 0 0-16,0 1-5 15,0 0 6-15,-1-2-4 16,1 2 6-16,2-2-2 16,1 0 9-16,2 0 4 15,0 0 10-15,0 0-7 16,1-1 9-16,-1 0-1 16,-1 1-5-16,-4-1 3 0,-5 2 4 15,-2-1 2 1,-3 2-3-16,-2 1-3 0,-7-2-2 15,-7 2 17-15,-4 0-2 16,-4-1 4-16,4 1-12 16,2 0 5-16,2-1-2 15,-5 1-6-15,-3 0-2 16,-5 0-4-16,-5 0 0 16,-3 0-6-16,-3 1 1 15,-2 0 5-15,-1 0-10 16,0 0-7-16,0 0-12 15,0 0 0-15,0 0 9 16,0 0-10-16,-8 0-100 16,-1 3-183-16,-4-2-267 0</inkml:trace>
  <inkml:trace contextRef="#ctx0" brushRef="#br0" timeOffset="33891.9138">13144 3570 1209 0,'0'0'226'16,"0"0"25"-16,-20-36 76 0,13 28-62 16,2 7-18-16,1 2-110 15,0 22-77-15,-2 17 58 16,4 14-3-16,1 4-25 16,1-3-37-16,1-7-15 15,3-9-23-15,0-6-14 16,-3-7 0-16,0-7-1 15,-1-5-5-15,0-1-40 16,0-3-55-16,-2-3-33 16,-6-7 21-16,-2-6 3 15,-7-17-11-15,-1-11 53 16,1-1 25-16,3 2 27 16,4 7 15-16,5 10 21 15,0 4 40-15,2 3 48 16,2 6-17-16,1 3-53 0,0 8-29 15,1 7 47-15,5 5-3 16,3 3-20-16,2 2-9 16,4 0-8-16,2-3-5 15,3-3-6-15,1-4-6 16,2-5-12-16,-1-5-61 16,-2-5-68-16,-1-4-43 15,-4-8 29-15,-3-3 74 16,-3-2 45-16,-4 2 36 15,-2 2 23-15,-2 5 44 16,-1 5 66-16,0 3-3 16,-1 6-77-16,-5 10-29 15,1 5 19-15,-2 4-1 0,1 3-12 16,1-3-8-16,3-3-20 16,0-4-2-16,2-6-14 15,0-5-122-15,0-10-149 16,3-7-292-16,0-7-627 0</inkml:trace>
  <inkml:trace contextRef="#ctx0" brushRef="#br0" timeOffset="34489.8189">13199 2970 1107 0,'0'0'236'16,"0"0"59"-16,-29-35 9 15,8 30-73-15,-2 5-144 16,-5 12-18-16,1 9 23 16,2 2-40-16,8 2-7 15,8-2-18-15,9-4-7 16,2-2 7-16,12-4 9 16,9-1-2-16,4-3-10 15,3 0-2-15,0 0-10 16,-4 0-11-16,-4 1 5 15,-9 0-5-15,-6 1-1 0,-7 0 0 16,-1 0 7-16,-12 0 1 16,-6-1 2-16,-4 1-4 15,-3-2-6-15,-2-1-6 16,1-1-67-16,2-3-55 16,4-4-71-16,6 0-133 15,8-5-336-15</inkml:trace>
  <inkml:trace contextRef="#ctx0" brushRef="#br0" timeOffset="34806.976">13286 3024 1317 0,'0'0'395'0,"0"0"-124"0,0 0-88 15,0 0-72-15,0 0 2 16,-32 37-35-16,28-15-8 15,4 1-39-15,0 1-11 16,4-2-11-16,6-3-9 16,2-6 1-16,0-4-1 15,3-6 0-15,-2-3 9 16,1-9 8-16,-1-6-16 16,0-5-1-16,-4-4-10 15,-3-1-8-15,-6 0-22 16,0 2-27-16,-8 4 5 0,-3 5-18 15,-3 4-9-15,1 4-53 16,-1 4-44-16,6 2-143 16,2 0-201-16</inkml:trace>
  <inkml:trace contextRef="#ctx0" brushRef="#br0" timeOffset="35400.3365">13451 2867 1553 0,'0'0'318'0,"0"0"-30"16,0 0-170-16,0 0 17 15,0 51 5-15,0-16 5 16,7 11-33-16,3 10-15 16,5 4-22-16,0-3-18 0,0-12-17 15,-3-15-23-15,-1-8-6 16,0-5-10-16,2-2-2 15,3 0 0-15,-1-4-5 16,-1-9-20-16,-2-2 16 16,-1-12 10-16,-5-7-11 15,-3-10-9-15,-3-9-4 16,-4 1-6-16,-7 4 9 16,-2 6-6-16,-3 10 7 15,-4 1 8-15,-4 1-14 16,0 6 5-16,3 3 10 15,7 4 5-15,8 2-13 16,6 0-136-16,11 0-24 0,18 1 80 16,14-1 32-1,-1 0-20-15,-3-5-16 0,-8-4-31 16,-11-1 65-16,-2-4 3 16,-4-5 66-16,-6-3 3 15,-7-4 54-15,-1-2 59 16,-5 1 19-16,-3 4 12 15,0 4 1-15,3 7 20 16,0 7-49-16,2 5-38 16,2 11-51-16,1 8-24 15,0 8 10-15,9 9-1 16,6 3 6-16,1 0-14 0,0-6-1 16,-2-7 5-1,-3-6-11-15,-3 1-66 0,0-3-144 16,-8-6-82-16,0-5-267 15,-8-6-164-15</inkml:trace>
  <inkml:trace contextRef="#ctx0" brushRef="#br0" timeOffset="36016.2446">13639 3020 469 0,'0'0'720'15,"0"0"-565"-15,0 0-74 16,49-14-32-16,-5 8-14 15,1 1-19-15,-3 0-16 0,-6 2-17 16,-12-1-43 0,-2-2-1-16,-1-1 34 0,-8 0 27 15,-7-1 28-15,-6 2 123 16,0-1 119-16,-5 2-62 16,-2 3-45-16,1 2-35 15,-1 0-54-15,3 9-26 16,0 5-11-16,2 3-6 15,2 2 5-15,0 1-1 16,6 0-8-16,1-2-9 16,0-2-8-16,-1-3-10 15,0-5 0-15,-3-4-42 16,-2-4-3-16,-1-5 45 16,0-10-43-16,0-5 11 15,-2-10 25-15,1-9 1 0,1 2 6 16,0 5 5-1,4 9-4-15,2 14 10 0,1 2-1 16,3 6-9-16,1 2 0 16,2 12 5-16,0 6 24 15,0 2-3-15,0 1 4 16,-4-2-7-16,-2-1-23 16,-4-3 8-16,-3-3-8 15,0-4-1-15,0-6 6 16,-2-3 22-16,-1-2 3 15,0-9 14-15,2-4 15 16,1-4-2-16,2-2-21 16,8 2 6-16,2 3-13 15,2 4-12-15,2 8-4 16,0 4-13-16,1 5 1 0,0 8-2 16,0 4 0-16,-1 1-1 15,-2-1-21-15,0 4-108 16,-4-4-194-16,-4-4-488 0</inkml:trace>
  <inkml:trace contextRef="#ctx0" brushRef="#br0" timeOffset="36346.6068">14308 2815 1290 0,'0'0'365'0,"0"0"-102"16,0 0-17-16,0 0-123 0,0 0-65 15,0 0-17-15,0 0-7 16,-42 55-16-16,40-30-12 16,2-3 6-16,0-2-6 15,0-4-6-15,4-7-6 16,3-5-23-16,0-4 29 16,2-3 0-16,1-8 0 15,-1-4 1-15,-1-3-1 16,0 1 6-16,-2 2 1 15,-3 4-5-15,0 7 20 16,-1 4-22-16,-1 0 6 16,2 9-6-16,1 5 8 15,1 1-7-15,1 1-2 0,2 5-35 16,-1-5-176-16,-4-3-488 16</inkml:trace>
  <inkml:trace contextRef="#ctx0" brushRef="#br0" timeOffset="36774.63">14471 2805 1497 0,'0'0'263'16,"0"0"17"-16,0 0-174 16,0 0-21-16,0 0-17 15,44 32-4-15,-36-10-17 16,-2 2-21-16,-6 0-3 15,0-2-6-15,-7-1-7 0,-2-4 5 16,-2-4-9-16,3-3-6 16,2-5-6-16,3-4-5 15,3-1 2-15,1-8-55 16,9-5-1-16,6-4-1 16,1-4 9-16,3-3 8 15,0-3 33-15,0-1 14 16,-1-1 2-16,-2 3 0 15,-4 2 9-15,-4 6 23 16,-5 4 35-16,-2 7 20 16,-2 6 9-16,0 1-61 0,-3 8-25 15,-3 7 5 1,0 4 3-16,1 5 0 0,2 1-4 16,3 0 0-16,0-1-9 15,6-3-5-15,6-3-16 16,10-5-128-16,-2-6-320 15,0-6-424-15</inkml:trace>
  <inkml:trace contextRef="#ctx0" brushRef="#br0" timeOffset="36969.8144">14875 2515 738 0,'0'0'925'16,"0"0"-604"-16,0 0-41 15,0 0-160-15,0 0-55 0,-13 40 27 16,13 0-19 0,9 8-13-16,5 4-14 0,4-4-22 15,-4-11-24-15,0-7-35 16,-4-9-215-16,0-10-568 16</inkml:trace>
  <inkml:trace contextRef="#ctx0" brushRef="#br0" timeOffset="37284.616">15113 2658 22 0,'0'0'1432'0,"0"0"-1105"15,0 0-30-15,0 0-111 16,0 0-60-16,-50-4-44 16,35 20-30-16,2 3-18 15,0 0-13-15,5 1-15 0,3-3 1 16,3-5-5-16,2-3-2 15,4-5-1-15,7-4 1 16,3 0 32-16,3-8-23 16,0-1 3-16,1-2-12 15,-3 2 6-15,-3 2 5 16,-2 4-10-16,-4 3-1 16,-1 0-21-16,0 6 19 15,-1 5-4-15,1 2 6 16,-1 2 0-16,1 0-24 15,7 3-111-15,-1-3-200 0,1-4-321 16</inkml:trace>
  <inkml:trace contextRef="#ctx0" brushRef="#br0" timeOffset="37667.9636">15248 2652 937 0,'0'0'257'15,"0"0"-32"-15,0 0-160 16,0 0-20-16,0 0 8 16,0 0-17-16,0 0-13 15,42 39 6-15,-30-36 5 16,-1-3 21-16,-1 0 29 16,-3-2 14-16,-1-6 25 15,-1-1 20-15,0-2-6 0,-2 1 20 16,0 3-24-16,0 2-21 15,-2 5-29-15,0 0-59 16,0 12-22-16,1 6 16 16,3 10-11-16,3 11 14 15,2 11 10-15,-2-4 4 16,-4-9-17-16,-3-12 3 16,-1-9-20-16,-6-1 14 15,-5-1-9-15,-5-1-6 16,-1-6-32-16,-3-4-73 15,2-3-123-15,-1-14-107 16,4-2-276-16,7-3-554 0</inkml:trace>
  <inkml:trace contextRef="#ctx0" brushRef="#br0" timeOffset="38260.3271">15483 2705 362 0,'0'0'928'0,"0"0"-693"16,0 0-140-16,0 0-24 15,0 0-7-15,0 0-26 16,0 0-10-16,14 27-26 16,-3-25 30-16,0-2-19 15,3 0 12-15,0-6-9 16,-1-5 22-16,-1-1 28 0,-2-2 34 15,-4 0-9-15,-2 0 19 16,-4 4 16-16,-1 2-22 16,-9 5-52-16,-4 3-39 15,-3 2-1-15,0 7 6 16,0 4-17-16,3 3 13 16,6 1-13-16,3-1 10 15,5 0-10-15,0-3-1 16,8-4 6-16,4-2 2 15,3-4-8-15,3-3 20 16,0-1-13-16,1-8-7 16,-1-1-6-16,-3-2 4 0,-2-1 2 15,-4 1 1-15,-1 1-1 16,-4 2 0-16,-1 4 9 16,-3 2 15-16,0 3-7 15,0 0-17-15,0 10 0 16,-5 5 18-16,-3 5 20 15,-3 5 27-15,-2 3-4 16,1 2 0-16,1 0-3 16,5 0-7-16,5-2-28 15,1-5-10-15,8-2 20 16,10-5-7-16,3-3-17 16,5-4 2-16,0-2-11 15,1-4-7-15,3-1-92 0,-7-1-258 16,-8-1-741-16</inkml:trace>
  <inkml:trace contextRef="#ctx0" brushRef="#br0" timeOffset="39056.1894">13806 3750 1400 0,'0'0'214'0,"0"0"-48"15,0 0 62-15,-7-36-40 0,7 35-52 16,0 1-78-16,0 7-16 16,0 6 36-16,0 4 1 15,0 1-28-15,0 0-33 16,0-2-12-16,0-5-6 16,1-4-8-16,0-5-60 15,-1-2 17-15,0-6 23 16,0-10-48-16,0-12 39 15,0-10 24-15,4 1 13 16,1 3 0-16,2 8 1 16,3 12 15-16,1 4 5 15,3 3-12-15,0 7 3 0,1 8 5 16,0 9 4-16,-2 5 9 16,-2 2-11-16,-5 2-7 15,-3-3-6-15,-3-2-5 16,0-4 8-16,-2-6-8 15,-3-5 0-15,-1-6 12 16,1-1 10-16,1-13 3 16,3-6 0-16,1-4 7 15,3-4-8-15,10 2-3 16,5 3 16-16,4 6 11 16,4 7-10-16,-1 7 4 15,0 3-16-15,-2 5-9 16,-3 8-8-16,-3 2-4 0,-3 4-6 15,-3 0 0-15,-4 0-98 16,-3 2-183-16,-1-5-336 16,-3-5-693-16</inkml:trace>
  <inkml:trace contextRef="#ctx0" brushRef="#br0" timeOffset="39853.7222">14218 3548 1655 0,'0'0'282'0,"0"0"39"16,0 0-99-16,0 0-75 15,0 0-29-15,0 0 2 16,-5 38-23-16,5-17-54 16,0 1-11-16,0 0-15 0,0-2-16 15,3-4 5 1,3-3-6-16,1-6-34 0,2-5-30 15,2-2-21-15,2-9-4 16,1-5-40-16,1-5 22 16,0-3 57-16,-1-1 36 15,-1-2 6-15,-2 3 8 16,-2 1 9-16,-4 5 46 16,0 4 20-16,-3 5 22 15,-2 4-10-15,0 3-14 16,0 0-33-16,0 6-22 15,0 5 21-15,0 3-4 16,0 3-8-16,2 2-11 0,6 1-6 16,3 0 2-16,3-3 0 15,0-2-12-15,2-5-1 16,-1-4-6-16,-2-5-38 16,0-1-10-16,-1-8-8 15,-1-6-12-15,1-4 2 16,-1-4 25-16,1-4 30 15,-3-2 17-15,-1 0 0 16,-1 3 1-16,-2 4 8 16,-3 4 10-16,-1 7 18 15,-1 5 9-15,0 5-5 16,0 0-40-16,0 10 0 0,-2 5 15 16,2 3-9-16,0 3-5 15,3-1-1-15,8-1 0 16,4-3 0-16,5-3-39 15,2-6-29-15,0-4-35 16,0-3-51-16,-2-6-24 16,-4-6 23-16,-2-6 79 15,-5-4 58-15,-4-11 18 16,-4-12 36-16,-1 1 20 16,0 4 15-16,0 8 7 15,-3 14 63-15,0 4 0 16,0 3 29-16,0 10-40 15,0 3-100-15,1 18-21 16,1 14 0-16,1 10-2 16,3 5-5-16,4-3 4 0,-1-4-6 15,-2-11 0-15,-3-6-85 16,-1 1-214-16,0-9-246 16,0-5-394-16</inkml:trace>
  <inkml:trace contextRef="#ctx0" brushRef="#br0" timeOffset="40055.2571">14762 3456 1425 0,'0'0'287'0,"0"0"8"16,0 0-111-16,0 0-35 16,49-12-45-16,-32 24-28 15,2 3-12-15,-1 4-5 0,-3 2-21 16,-5 0-21-1,-5-1-17-15,-4-1-40 0,-1-3-131 16,-13-4-119-16,0-5-361 16,0-6-525-16</inkml:trace>
  <inkml:trace contextRef="#ctx0" brushRef="#br0" timeOffset="40199.623">14908 3320 1280 0,'0'0'254'16,"0"0"-35"-16,0 0-168 0,0 0-31 16,23 36-20-1,-11-15-133-15,-2-1-272 0</inkml:trace>
  <inkml:trace contextRef="#ctx0" brushRef="#br0" timeOffset="40470.1459">15131 3407 1520 0,'0'0'259'16,"0"0"-29"-16,0 0 40 16,-45-26-66-16,35 26-39 15,0 1-95-15,4 11 3 16,2 5-1-16,1 4-15 0,3 4-21 15,2 0-8-15,7 1-10 16,4-2-10-16,1-3-8 16,0-2-7-16,0-5-123 15,0-7-144-15,4-9-59 16,-3-9-217-16,-3-3-318 0</inkml:trace>
  <inkml:trace contextRef="#ctx0" brushRef="#br0" timeOffset="40642.4265">15249 3269 1095 0,'0'0'337'16,"0"0"152"-16,0 0-253 16,0 0-53-16,0 0-118 15,0 0-8-15,0 0 7 0,2 54-21 16,4-4-21-16,0-4-8 16,0-9-9-16,-1-11-5 15,-1-10-116-15,5 0-227 16,-1-4-299-16,0-5-817 0</inkml:trace>
  <inkml:trace contextRef="#ctx0" brushRef="#br0" timeOffset="41447.9609">15371 3357 1053 0,'0'0'314'0,"0"0"54"16,0 0-70-16,0 0-80 15,0 0-114-15,0 0-59 16,0 0-2-16,-35 27-17 15,27-8-17-15,3 1-1 0,2-2-7 16,2-3-1-16,1-3-71 16,0-5-77-16,4-6-9 15,4-1 118-15,1-8-23 16,1-5 20-16,0-7 34 16,1-2 8-16,-1-2 7 15,-2 2 37-15,1 3 10 16,-3 4 1-16,-1 6-24 15,-2 6 4-15,-1 3-16 16,-1 3-19-16,-1 10 21 16,0 4 10-16,0 3-18 0,0 3-7 15,0 0-5 1,0-2 1-16,0-3-2 0,0-2-25 16,0-4-88-16,0-6-32 15,-1-1-66-15,-2-4 59 16,-2-1-20-16,1-2-32 15,-1-4 100-15,2-3 96 16,2-1 8-16,1-1 74 16,2-2-10-16,6-1-3 15,3 0-13-15,2 0-3 16,1 0-16-16,3 1 3 16,-1 3-5-16,-2 0 7 15,-1 3 9-15,-1 1 16 16,-4 3-8-16,0 1 10 15,-3 2 6-15,-2 0 1 0,-2 3-16 16,0 5 33-16,-1 1-10 16,0 2-7-16,0 2-46 15,0-2-7-15,0 1-6 16,0-3-8-16,0-2-1 16,0-2-13-16,5-4-40 15,5-1 6-15,2-3-46 16,2-6 24-16,0-5-10 15,1-1 16-15,-4-4 22 16,-1 1 24-16,-4-1 17 16,-2 4 28-16,-3 5 66 15,-1 3 5-15,0 4 33 16,-2 3-40-16,-3 0-67 16,2 8-13-16,1 3-1 15,2 4 4-15,0 1 6 0,2 2 1 16,6 1 6-16,2 0-3 15,0 0-8-15,0 0-11 16,-2-2-6-16,-5 1 0 16,-15 6-89-16,-8-4-219 15,-8-3-370-15</inkml:trace>
  <inkml:trace contextRef="#ctx0" brushRef="#br0" timeOffset="41887.3722">14462 3912 1272 0,'0'0'213'0,"0"0"-40"15,0 0 61-15,0 0 5 16,0 0-35-16,0 0-127 16,-39-20-34-16,24 35 16 15,2 2 4-15,1 1-14 16,4 1-9-16,5-3-1 16,3-2-20-16,2-1-13 0,8-2 14 15,5-1-10-15,1 0-2 16,0-2-7-16,-1 1-1 15,-3-1-1-15,-4 0-5 16,-5 0-6-16,-3-1-10 16,-3 0 22-16,-8-1 0 15,-4 0 1-15,-4-1 9 16,-2-2-10-16,-2-1-15 16,0-1-44-16,3-1-54 15,3 0-63-15,7-5-79 16,4-1-91-16,6-1-414 0</inkml:trace>
  <inkml:trace contextRef="#ctx0" brushRef="#br0" timeOffset="42105.252">14563 3845 1618 0,'0'0'243'16,"0"0"38"-16,0 0-103 15,0 0-73-15,0 0-74 16,0 0-7-16,2 40 11 16,4-14-12-16,1 3-4 15,1 0-18-15,1-1-1 16,-3-1-8-16,0 4-151 0,-3-7-384 16,-3-7-544-16</inkml:trace>
  <inkml:trace contextRef="#ctx0" brushRef="#br0" timeOffset="42502.7932">14266 3912 1179 0,'0'0'279'15,"0"0"-3"-15,0 0-3 16,0 0-23-16,0 0-42 15,0 0-120-15,-40 1-29 16,21 20 11-16,-1 7 21 16,2 2-9-16,3 0-30 15,7 0-13-15,5-3-18 16,3-4-12-16,10-2-9 16,8-4 0-16,5-4-54 15,19-8-134-15,-6-5-126 0,-2 0-466 16</inkml:trace>
  <inkml:trace contextRef="#ctx0" brushRef="#br0" timeOffset="43030.0189">14436 3899 1134 0,'0'0'277'0,"0"0"8"15,0 0 52-15,0 0-92 16,0 0-49-16,0 0-91 16,0 0-57-16,-8 11 44 15,9 13 38-15,3 4-43 16,0 3-39-16,1-6-21 16,1 2-17-16,0-2-4 15,0-4-6-15,0-2 0 16,-2-2-120-16,2-6-196 15,1-4-237-15,-2-7-495 0</inkml:trace>
  <inkml:trace contextRef="#ctx0" brushRef="#br0" timeOffset="43787.2618">14644 3902 426 0,'0'0'823'15,"0"0"-596"-15,0 0 114 16,0 0-59-16,0 0-65 16,0 0-35-16,0 0-38 15,-32-25-75-15,21 35-3 16,-2 3 10-16,2 3-15 16,2 2-18-16,3 0-20 15,5 0-8-15,1-2-8 16,1-1-5-16,8-3 4 15,2-4-6-15,2-2 0 0,1-3-18 16,0-3-47-16,-2 0 1 16,-4-3-5-16,-2-3 13 15,-4-2 14-15,-2 0-3 16,0 2 4-16,-1 0-13 16,-4 2 12-16,0 1-20 15,0 2-33-15,0 1-32 16,1 0-32-16,0 0-41 15,0 5-49-15,-1 0-1 16,1-1-158-16</inkml:trace>
  <inkml:trace contextRef="#ctx0" brushRef="#br0" timeOffset="45288.7023">14620 3925 1023 0,'0'0'269'15,"0"0"-63"-15,0 0-11 16,0 0-40-16,0 0-22 16,0 0-1-16,0 0-39 15,-12 5-37-15,2 9-4 16,0 4 15-16,1 4-2 16,2 0-23-16,2-1-10 15,4-3-14-15,1-1-7 16,3-4-2-16,7-4-9 15,2-4-1-15,3-5-18 16,1 0-36-16,0-8-15 0,0-5 8 16,-2-2 13-16,-3-3 34 15,-2-3 7-15,-1-1 8 16,-3 0 7-16,-2 4 5 16,-1 5 13-16,-1 6 9 15,-1 6 13-15,0 1-35 16,0 7-4-16,0 7 2 15,0 1 6-15,0 0-8 16,8-1-7-16,3-3 0 16,4-5-1-16,3-5-12 15,3-1-62-15,1-5-78 16,-2-7-26-16,-2-5 34 16,-3-2 86-16,-7-4 47 0,-3 1 11 15,-4 1 35 1,-1 4 40-16,-1 5 26 0,-5 4 28 15,0 7-37 1,0 1-46-16,0 6-29 0,2 6-9 16,3 4-7-16,1 0-1 15,0 2-7-15,8-1 7 16,1-1 0-16,1-2 8 16,-1-2-8-16,-2-2 1 15,-4-1 0-15,-3-1 0 16,0-1 7-16,-4 0-1 15,-7-1 3-15,-1 0-2 0,0-1-7 16,2-2 1 0,5-1-1-16,4-2-1 15,1-2-37-15,10-7-131 0,8-5-10 16,6-3-34-16,2-6-58 16,2-2-10-16,-2-2 84 15,-4 0 154-15,-6 2 42 16,-3 5 82-16,-7 4 64 15,-4 6 15-15,-2 4 86 16,-1 5-31-16,-6 1-116 16,-2 3-50-16,1 6 9 15,2 1-17-15,3 2-22 16,3-1-7-16,0 1-13 16,6-2 9-16,5-2-1 15,1 0-7-15,2-3 0 16,-3-1 6-16,-2-1-5 15,-3-1-1-15,-3 0-1 0,-3 0 0 16,0 1 0 0,-6 2 6-16,-4 2 8 0,-1 2-1 15,-1 1-1-15,1 0 4 16,2-1-7-16,5-1-8 16,3-2-1-16,1-2-3 15,6-2 3-15,8-2 0 16,4 0 0-16,2-6-1 15,2-5-33-15,-1-1 2 16,-3-2 32-16,-3 1 6 16,-4 3 14-16,-3 3 34 15,-2 3 13-15,-2 3-4 16,0 1-9-16,1 3-2 0,1 7 6 16,0 1 6-1,1 2-18-15,1 1-21 0,-2-1-14 16,-1-4-11-16,-2-1-93 15,0-5-98-15,-3-3-127 16,0 0-341-16</inkml:trace>
  <inkml:trace contextRef="#ctx0" brushRef="#br0" timeOffset="45439.8567">15198 3729 1317 0,'0'0'167'0,"0"0"-118"0,0 0-29 16,0 0-1-16,0 0-19 16,31 48-112-16,-22-34-945 0</inkml:trace>
  <inkml:trace contextRef="#ctx0" brushRef="#br0" timeOffset="45874.9055">15323 3756 1635 0,'0'0'278'0,"0"0"-107"0,0 0-106 16,0 0 70-16,6 35 1 16,-1-5-47-16,-1 9-4 15,-1-1-26-15,-1-4-5 16,-1-5-26-16,-1-8-14 15,0 1-4-15,0-1-9 16,1-6-1-16,0-5-12 16,0-5-61-16,1-5-37 15,1 0 61-15,1-8-11 16,-1-5-9-16,-2-2 33 16,2-2 18-16,0-3 17 15,2 3 1-15,0 1 8 16,1 4 10-16,0 3 19 0,1 4 13 15,-1 5-5-15,0 0-17 16,2 4 2-16,1 7 7 16,-1 3 4-16,-1 2-5 15,0 0-12-15,-2 0-6 16,-4-3-18-16,0-1-21 16,-1-4-71-16,-1-5-63 15,-5-1-122-15,0-2-317 0</inkml:trace>
  <inkml:trace contextRef="#ctx0" brushRef="#br0" timeOffset="46014.5431">15441 3764 1045 0,'0'0'143'0,"0"0"-82"0,0 0-34 15,20 36-15 1,-9-16-12-16,-2-2-129 0</inkml:trace>
  <inkml:trace contextRef="#ctx0" brushRef="#br0" timeOffset="46234.3201">15554 3822 1639 0,'0'0'247'0,"0"0"40"15,0 0-123-15,0 0-64 16,0 0-50-16,0 0 8 0,-33 49-19 16,31-26-12-1,2-1-16-15,0 0-9 0,0-1-1 16,4-2-1-16,8-3-130 16,-3-4-177-16,3-6-341 0</inkml:trace>
  <inkml:trace contextRef="#ctx0" brushRef="#br0" timeOffset="46791.5061">15683 3840 1452 0,'0'0'262'16,"0"0"29"-16,0 0-112 0,0 0-49 16,0 0-74-16,-42 18 7 15,33-2-19-15,1 1-14 16,1 2-21-16,3-2-2 15,2-2-5-15,2-2-2 16,1-5-9-16,7-4-82 16,1-4 29-16,3 0-28 15,1-7-45-15,-1-5 34 16,-2 0 75-16,-2-1 11 16,-1 0 15-16,-3 2 20 15,-2 1 33-15,-1 4 29 16,-1 1 5-16,0 4 6 15,0 1-44-15,0 0-44 16,-3 7-4-16,1 2-1 16,1 2 0-16,1 3 2 15,0-1-2-15,2-2-9 0,5-2 3 16,1-3-9-16,3-2 0 16,-1-4-11-16,1 0-37 15,0-6-7-15,-2-5 34 16,0-2 21-16,-3-3 15 15,-1-4 1-15,0-2 11 16,-1-1 25-16,-1 1 16 16,-1 4 19-16,0 4 32 15,-2 7 16-15,0 6-48 16,0 1-72-16,1 7 7 16,0 6-7-16,2 5 9 15,2 3-9-15,-1 1 0 16,1 0-2-16,-3-2-37 0,0-3-103 15,-2-1-103-15,-2-6-268 16,-2-6-393-16</inkml:trace>
  <inkml:trace contextRef="#ctx0" brushRef="#br0" timeOffset="46919.4227">15707 3764 1054 0,'0'0'0'0,"0"0"-219"0</inkml:trace>
  <inkml:trace contextRef="#ctx0" brushRef="#br0" timeOffset="47248.2656">15863 3657 576 0,'0'0'834'0,"0"0"-708"16,0 0 8-16,0 0 37 16,0 0 8-16,-26 48-56 15,23-32-45-15,0-3-33 16,2-2-17-16,-1-3-13 16,1-2-15-16,1-4 2 15,0-2 26-15,0 0 34 16,3-8 9-16,3-4-32 0,2-3-21 15,2-1 8-15,2 0-3 16,0 3 30-16,-2 3-3 16,0 6-22-16,-2 4-13 15,-1 1-14-15,0 8 5 16,0 4-6-16,-3 3-19 16,-1 1-60-16,-3 5-101 15,-4-6-201-15,-2-2-824 0</inkml:trace>
  <inkml:trace contextRef="#ctx0" brushRef="#br0" timeOffset="51655.2174">9134 3640 1144 0,'0'0'584'0,"0"0"-445"0,0 0 74 15,0 0-27-15,0 0-82 16,0 0-49-16,-10 3-32 16,13 15 52-16,2 5 5 15,1 2-41-15,0-2-24 16,0-2-15-16,0-2-61 15,-1-5-161-15,-3-5-497 0</inkml:trace>
  <inkml:trace contextRef="#ctx0" brushRef="#br0" timeOffset="51980.3446">9080 3452 18 0,'0'0'1181'16,"0"0"-992"-16,0 0-28 16,-21 43-69-16,21-30-19 15,0-1-28-15,6-4-1 16,1-3-8-16,2-5-11 16,0 0 13-16,-2-10 21 15,-1-4 33-15,-2-2-24 16,-1-2 16-16,-3-2-9 15,0-1-22-15,-2 3-23 16,-3 3-5-16,-1 3 5 16,0 8-17-16,2 4-13 0,-1 3 0 15,2 11-6 1,3 6-109-16,6 9-138 0,7-4-256 16,0-4-449-16</inkml:trace>
  <inkml:trace contextRef="#ctx0" brushRef="#br0" timeOffset="52199.55">9272 3490 542 0,'0'0'1456'0,"0"0"-1090"16,0 0-199-16,0 0-118 0,0 0 60 15,7 39 25 1,1-18-18-16,0 4-51 0,2-1-35 15,-1 1-24-15,-1-1-6 16,0-2-17-16,0-3-132 16,-2-6-151-16,-1-6-421 15,-1-7-830-15</inkml:trace>
  <inkml:trace contextRef="#ctx0" brushRef="#br0" timeOffset="52378.4606">9366 3521 1513 0,'0'0'349'0,"0"0"21"16,0 0-240-16,0 0-53 16,0 0 39-16,1 39 9 15,3-16-29-15,1 2-41 0,1 0-25 16,-1 1-15-16,0-3-15 16,-2-1-3-16,-3 0-157 15,0-7-147-15,-4-6-433 0</inkml:trace>
  <inkml:trace contextRef="#ctx0" brushRef="#br0" timeOffset="52594.9345">9363 3467 1232 0,'0'0'206'0,"0"0"2"15,0 0-115-15,0 0 9 16,47-4-21-16,-33 11-17 15,-2 3 17-15,-2 2-28 16,-5 2-18-16,-3 1 2 0,-2 0 4 16,-6-1-17-16,-7 0-11 15,-4-3-13-15,-11-2-152 16,5-4-134-16,2-4-471 0</inkml:trace>
  <inkml:trace contextRef="#ctx0" brushRef="#br0" timeOffset="53876.9754">10516 3490 886 0,'0'0'224'0,"0"0"13"15,0 0-38-15,0 0-58 16,0 0-41-16,0 0-55 15,0 0 12-15,72 2 74 16,-7 4 12-16,18-1-47 16,9-3-10-16,6-2-1 15,-1 0-4-15,5-2-17 0,4-2-13 16,2 2-3 0,1 1 2-16,-2 0 0 0,-3-1-3 15,-7 1-9-15,-9-1-13 16,-10-1 15-16,-12-2-1 15,-15 0 3-15,-15 1-6 16,-12 0 3-16,-7-1-2 16,-1 0-10-16,1-2-4 15,-1 1-4-15,-6 0-7 16,-3 1-6-16,-3 2-4 16,-2 1-1-16,-2 2-1 0,-13-2-70 15,-4 0-180 1,-6-1-516-16</inkml:trace>
  <inkml:trace contextRef="#ctx0" brushRef="#br0" timeOffset="54643.2721">10412 2826 1495 0,'0'0'329'16,"0"0"-51"-16,0 0-100 15,17-39-48-15,-6 33-57 16,4 3-38-16,2 3-15 15,1 0-8-15,0 9-2 16,-2 4-9-16,-5 4 7 16,-6 1-8-16,-5 4 1 15,0 0 10-15,-8-1-10 16,-2-1 9-16,-1-4-4 16,1-3 0-16,3-5 0 15,2-3 2-15,4-1 14 0,1-1-7 16,1-1 1-16,8 3-8 15,4-1 4-15,3 2 5 16,0 0 0-16,0 0-1 16,-1 1 4-16,-5 0-14 15,0-1 3-15,-6 1 10 16,-4 0-4-16,0 1 1 16,-13 0 13-16,-6 1-10 15,-6-1-18-15,-4-1-1 16,-7-4-119-16,7-2-184 15,9-1-519-15</inkml:trace>
  <inkml:trace contextRef="#ctx0" brushRef="#br0" timeOffset="55267.3401">10686 2635 1520 0,'0'0'256'16,"0"0"121"-16,0 0-100 15,0 0-84-15,0 0-84 16,0 0-78-16,8 36 21 16,5 12 5-16,2 3-9 15,3-2-29-15,-2-12-7 16,-3-10-10-16,-2-7-1 16,1-4-1-16,1-1-31 15,1-2-75-15,1-5-35 16,-2-8 60-16,-2-5 26 15,-2-13 14-15,-2-5 11 16,1-2 12-16,-1-1 17 0,-2 4 1 16,-1 5 9-16,-1 5 3 15,0 5 15-15,-3 4 23 16,1 2-20-16,0 1-23 16,1 1-7-16,2 7 0 15,1 1 0-15,4 2 0 16,0 0 0-16,2 0 1 15,1 0 0-15,0-4-1 16,1 0 1-16,0-3 5 16,-2-2-4-16,1-1-1 15,-3 0 0-15,-1-1 5 16,-2 0-5-16,-3 1 0 16,0 0 1-16,-1 1-1 0,-2-2-1 15,0 0-2 1,0 0-81-16,-6-4-116 0,-2-4-396 15</inkml:trace>
  <inkml:trace contextRef="#ctx0" brushRef="#br0" timeOffset="55420.0462">10967 2628 1452 0,'0'0'208'15,"0"0"-73"-15,0 0-116 0,0 0-17 16,0 0 10-1,40 47-12-15,-5-22-87 16,-5-3-194-16,-3-5-425 0</inkml:trace>
  <inkml:trace contextRef="#ctx0" brushRef="#br0" timeOffset="55777.9805">11180 2705 1568 0,'0'0'210'15,"0"0"73"-15,0 0-151 16,-42 0 1-16,32 9-54 16,3 5-20-16,0 5-20 15,4 3-14-15,3 2-8 16,0-2-6-16,6-1-5 0,3-3-1 16,3-5-5-16,1-6-24 15,1-7-4-15,0-3 19 16,-2-12 0-16,0-6-3 15,-3-5-3-15,-3-9-1 16,-1-11 3-16,-1-9 7 16,-3 7 6-16,0 11 0 15,-1 19 0-15,0 14 2 16,0 4 21-16,0 0-23 16,0 10-16-16,2 9 16 15,3 4 0-15,2 4 0 16,5 3-8-16,6 8-145 15,-2-8-194-15,-1-7-494 0</inkml:trace>
  <inkml:trace contextRef="#ctx0" brushRef="#br0" timeOffset="56664.8693">11338 2700 1377 0,'0'0'312'15,"0"0"-9"-15,0 0-113 16,0 0-72-16,0 0-77 15,0 0-11-15,-21 34-2 16,21-15-9-16,2 1-10 16,5-2-1-16,1-1-7 15,0-4-1-15,-2-5-5 16,0-4-64-16,-1-4-18 16,1-8 75-16,-2-8 0 15,-1-10-5-15,-2-13 8 16,-1-16 9-16,0-11 1 15,0-3 20-15,0 7-1 0,0 18 11 16,0 18 30-16,2 13-12 16,-2 9 56-16,0 3-62 15,0 1-43-15,0 15-14 16,3 16 14-16,4 16 34 16,2 6-1-16,3 0-17 15,0-11-3-15,-1-16-13 16,-1-8-37-16,0-7-77 15,1-1-95-15,2-4-58 16,0-3-58-16,-3-4 97 0,-2-12 3 16,-1-5 130-1,-1-4 95-15,0-3 79 16,-2-1 55-16,0 3 49 0,-2 4 50 16,-1 6-31-16,0 7 49 15,-1 5-84-15,0 2-103 16,0 12-46-16,-3 4 26 15,0 4-12-15,0 3-13 16,3-1-4-16,0-1-9 16,5-4-6-16,4-5-6 15,3-5-95-15,2-7-71 16,2-1-36-16,0-11-127 16,-2-7-62-16,-3-3-3 0,-2-4 276 15,-3 0 124-15,-3 2 192 16,-1 2 115-16,-1 7-59 15,-1 3-36-15,0 7-10 16,1 4-82-16,0 2-98 16,1 11 9-16,1 3 25 15,1 5-8-15,-1 3-1 16,0 0-19-16,-2-1-9 16,0-3-10-16,-1-3-3 15,0-4-1-15,0-5-5 16,-1-6 0-16,-2-2 15 15,0-5 0-15,0-8-5 16,2-6 6-16,1-5-4 16,0-3 2-16,5-2 29 15,4 0-3-15,1 3 9 0,2 8-4 16,-2 7-15 0,2 8-16-16,-1 3-6 0,3 7-7 15,0 7 13-15,1 2-13 16,0 2-1-16,-2-1-26 15,0 2-113-15,-3-4-197 16,-3-6-464-16</inkml:trace>
  <inkml:trace contextRef="#ctx0" brushRef="#br0" timeOffset="56888.8453">11968 2094 1707 0,'0'0'218'16,"0"0"-113"-16,-7 71-3 15,7-12 37-15,13 9-15 16,8-1-26-16,3-9 17 16,-3-11-20-16,-6-13-62 15,-5-10-33-15,-1-4-125 16,-2-8-232-16,1-7-482 0</inkml:trace>
  <inkml:trace contextRef="#ctx0" brushRef="#br0" timeOffset="57218.4084">12205 2241 1530 0,'0'0'268'0,"0"0"-22"15,0 0-31-15,0 0-93 16,-43 14-48-16,29 3-25 15,0 3-19-15,1 3-12 16,2-2-7-16,5-3 1 16,1-2-6-16,4-7-6 15,1-5-2-15,0-4-3 16,5 0 5-16,5-9 15 16,4-4-9-16,1-2-5 15,1-1 5-15,-3 2 2 16,-1 5-7-16,-3 5-1 15,-1 4-2-15,0 6-8 0,0 9 10 16,1 6 23-16,-1 2-14 16,-2 0-2-16,0-1-7 15,-3-4-41-15,0-4-131 16,0-6-316-16,-2-5-225 0</inkml:trace>
  <inkml:trace contextRef="#ctx0" brushRef="#br0" timeOffset="57579.7264">12281 2217 1264 0,'0'0'181'0,"0"0"-103"16,0 0-46-16,0 0 8 0,0 0-7 16,6 37-2-1,6-29-8-15,3-4 3 0,2-3-8 16,2-1-12-16,-2-6 1 15,-3-5-1-15,0-3-5 16,-3-2 17-16,-3-2 58 16,-2 2 45-16,-2 1-2 15,-2 4 25-15,-2 5-43 16,0 6-68-16,0 7-33 16,-2 17 7-16,-2 14 37 15,-1 13 10-15,-1 5-20 16,0-7-6-16,-1-13-10 15,1-14-6-15,-3-6-11 16,-2 0-1-16,-4 0-18 0,0-3-58 16,-1-5-72-16,3-8-87 15,3-5-59-15,6-6-406 0</inkml:trace>
  <inkml:trace contextRef="#ctx0" brushRef="#br0" timeOffset="58216.1788">12462 2212 895 0,'0'0'395'15,"0"0"-240"-15,0 0-72 16,0 0 0-16,0 0-3 16,0 0-2-16,0 0-30 0,19 31-15 15,-9-30-11 1,1-1-8-16,0-3-1 0,1-5-1 15,-1-2-2-15,0-1 6 16,-3 0 12-16,-2-1 46 16,-4 4-5-16,-2 1 58 15,0 6-32-15,-5 1-57 16,-5 4-18-16,-3 8-1 16,2 3 12-16,0 3 3 15,6 1-8-15,2-1 12 16,3-2-5-16,5-2-14 15,8-5-2-15,6-4-4 16,5-5-1-16,3 0-6 16,0-9-5-16,-4-2 5 0,-4-4 0 15,-5-2-6-15,-4-2-5 16,-5-4-1-16,-3-1 5 16,-2 1-27-16,0 2-21 15,-5 3 6-15,-3 7 18 16,0 3-4-16,1 3 14 15,1 3 13-15,2 2-7 16,2 0 2-16,2 4-1 16,0 5 1-16,4 1 7 15,4 4 1-15,0 1 5 16,1 4 16-16,-2 0 17 16,-2 2-16-16,-2-1-3 0,0 1 7 15,-3-2-5 1,3-2 5-16,0-4-5 0,2-3-7 15,2-3 4-15,4-3 1 16,4-4-1-16,3 0-10 16,0 0-8-16,1-1-1 15,-2-3-60-15,-6-1-94 16,-6 2-367-16,-5-1-948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6:31.0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3954 2012 952 0,'0'0'516'0,"0"0"-324"16,0 0-12-16,0 0 20 16,0 0-57-16,0 0-45 15,-9 1-27-15,29-1 22 16,17 2 32-16,17 0 10 0,10-2-30 16,0 0-11-1,-7 0-10-15,-8 0-11 0,-3 0-31 16,-1 0-20-1,-2-3-8-15,-6 1-4 0,-7-1 4 16,-7 2 4-16,-2-2-8 16,1 1-2-16,1-1-4 15,-1 0-4-15,-4 1-1 16,-6 0-8-16,-5 1-12 16,-2-1-68-16,-4 1-204 15,0-1-445-15</inkml:trace>
  <inkml:trace contextRef="#ctx0" brushRef="#br0" timeOffset="1407.9981">7349 2835 1495 0,'0'0'534'16,"0"0"-331"-16,0 0-4 16,0 0-27-16,0 0-50 15,0 0-19-15,47 1-37 16,-23-4-36-16,4 0-18 16,-1 0-5-16,-1-1-7 15,-3 0-2-15,-5 0-101 16,-7-4-158-16,-5 1-270 0,-6 0-430 15</inkml:trace>
  <inkml:trace contextRef="#ctx0" brushRef="#br0" timeOffset="1681.0252">7457 2707 806 0,'0'0'582'15,"0"0"-262"-15,0 0-96 16,0 0-72-16,0 0 27 15,0 0-79-15,0 0-27 16,0-5-13-16,-6 17 18 16,-5 5 76-16,-3 4-27 15,-4 1-50-15,0 1-21 0,1 1-26 16,2-1-6 0,3 0 4-16,5-1-18 0,5-2-9 15,2-3-1-15,5-1 0 16,13-5-7-16,11-3-8 15,19-3-63-15,23-5-115 16,-8-3-158-16,-4-6-467 0</inkml:trace>
  <inkml:trace contextRef="#ctx0" brushRef="#br0" timeOffset="2275.9765">9285 3108 608 0,'0'0'1283'0,"0"0"-1065"15,0 0-54-15,0 0-47 16,0 0 20-16,0 0-60 15,69 6 106-15,7-6-44 16,10 0-68-16,-2 0-35 0,-16-4-17 16,-22 1-10-1,-14 1-3-15,-10-1 0 0,-5 0-6 16,-1 0 0-16,0-1-30 16,-3-1-75-16,-5-1-81 15,-8 2-57-15,-12-1-121 16,-5 2-373-16,-6 1-622 0</inkml:trace>
  <inkml:trace contextRef="#ctx0" brushRef="#br0" timeOffset="2485.2285">9337 3160 859 0,'0'0'945'15,"0"0"-825"-15,0 0 0 0,45 18 113 16,0-13 10-16,21-1-62 15,8-3-25-15,2-1-44 16,-5 0-66-16,-13-2-26 16,-11-1-13-16,-14 0-5 15,-11-1-2-15,-6 2-54 16,-1-4-164-16,-4 2-364 16,-7-1-1163-16</inkml:trace>
  <inkml:trace contextRef="#ctx0" brushRef="#br0" timeOffset="3621.5031">565 4029 347 0,'0'0'852'0,"0"0"-470"15,0 0-72-15,0 0-51 16,0 0-29-16,0 0-10 15,0 0-54-15,-8 4-47 0,16-6-53 16,3-4-35-16,7-1-17 16,5-2-14-16,4 0 0 15,0 0 0-15,-4 3-78 16,-5 1-139-16,-6 3-120 16,-7 1-336-16,-5 1-278 0</inkml:trace>
  <inkml:trace contextRef="#ctx0" brushRef="#br0" timeOffset="3779.9164">566 4103 1365 0,'0'0'345'15,"0"0"-83"-15,0 0-100 16,0 0-78-16,0 0-44 0,0 0-10 16,59-6 10-16,-12-15-40 15,1 0-6-15,-5-7-170 16,-16 8-214-16,-14 2-796 0</inkml:trace>
  <inkml:trace contextRef="#ctx0" brushRef="#br0" timeOffset="4023.2394">755 3832 1778 0,'0'0'374'0,"0"0"-200"15,0 0-103-15,0 0-10 0,0 0 86 16,63 23-28 0,-32-12-23-16,5 1-25 0,-2 3-18 15,-8 1-8-15,-2 4-15 16,-9 3-11-16,-14 7-6 16,-18 13-5-16,-47 16-8 15,-37 12-7-15,-37 6-157 16,20-19-443-16,14-12-935 0</inkml:trace>
  <inkml:trace contextRef="#ctx0" brushRef="#br0" timeOffset="12240.0407">6385 3300 783 0,'0'0'267'0,"0"0"-36"16,0 0-17-16,0 0 2 15,0 0-38-15,0 0-35 16,-13-15-48-16,13 15-51 16,-1 0-29-16,1 8-13 15,0 4 4-15,-1 2 3 16,1 3 3-16,0 0-4 16,0-2-2-16,0-3-5 15,0-3-1-15,0-2 1 0,3-3-1 16,0-2 0-16,1-2 1 15,1 0 0-15,1 0 0 16,1-6 0-16,0-1 5 16,0-1-5-16,0 0 0 15,-1 3 0-15,-3 0 1 16,0 3-1-16,-2 2 0 16,1 0 2-16,0 5-2 15,1 7 7-15,2 3 14 16,0 1 18-16,2 2-9 15,1-2 3-15,1-1-1 16,-1-5-11-16,1-2-6 0,-2-3 2 16,0-3 7-16,0-2 17 15,0 0 22-15,2-6 6 16,0-5-28-16,0-5-17 16,0-3-8-16,-3-4-8 15,-2-1 5-15,-2-3-6 16,-1 2-2-16,-1 2 0 15,0 1-5-15,-1 5 5 16,-2 5-6-16,1 3-11 16,0 3-6-16,0 4-6 15,1 2-13-15,-1 0-88 16,-2 1-124-16,0 11-44 16,0-1-181-16,2-1-156 0</inkml:trace>
  <inkml:trace contextRef="#ctx0" brushRef="#br0" timeOffset="13316.3371">6698 3412 1350 0,'0'0'327'16,"0"0"-147"-16,0 0-72 16,0 0 30-16,0 0-29 15,0 0-25-15,0 0-35 16,-3 11-24-16,1-10-14 0,1 1-5 16,1-2 1-1,-1 0 3-15,1 0-1 0,-1-2-2 16,0-2-7-16,1-2-28 15,0 1-42-15,0 0-76 16,0-1-96-16,2 2-139 16,2 1-192-16</inkml:trace>
  <inkml:trace contextRef="#ctx0" brushRef="#br0" timeOffset="13629.3103">6932 3285 1370 0,'0'0'387'0,"0"0"-62"15,0 0-82-15,0 0-27 16,0 0-63-16,0 0-95 15,0 0-40-15,-9 18-8 16,1 1 7-16,-2 4 22 16,1 1-5-16,1 1-4 15,2-3-9-15,-1 0-14 0,0-2-7 16,1-3-6-16,-1-2-64 16,-5-1-182-16,2-4-132 15,1-5-460-15</inkml:trace>
  <inkml:trace contextRef="#ctx0" brushRef="#br0" timeOffset="13845.0276">6815 3303 1692 0,'0'0'308'0,"0"0"-156"16,0 0 0-16,32 36 11 15,-15-15-14-15,2 2-39 16,1 1-35-16,1-1-45 0,0 1-22 16,-1-4-8-1,7 1-18-15,-7-5-210 0,-2-6-371 0</inkml:trace>
  <inkml:trace contextRef="#ctx0" brushRef="#br0" timeOffset="14119.2769">7247 3394 1565 0,'0'0'900'0,"0"0"-708"0,0 0-114 15,0 0-54-15,0 0 50 16,0 0 19-16,54 2-32 16,-10-2-29-16,-1 0-19 15,-4 0-8-15,-7-3-5 16,-14-1-87-16,1-4-204 16,-4 0-371-16,-9 0-1086 0</inkml:trace>
  <inkml:trace contextRef="#ctx0" brushRef="#br0" timeOffset="14330.6581">7388 3286 512 0,'0'0'1486'0,"0"0"-1217"16,0 0-167-16,0 0-80 15,0 0 14-15,9 43 105 16,2-19-22-16,0 3-21 15,1 0-51-15,-2 0-29 16,-1-2-17-16,-2-4-1 16,2 0-40-16,-2-6-239 15,-2-7-443-15</inkml:trace>
  <inkml:trace contextRef="#ctx0" brushRef="#br0" timeOffset="14777.617">7726 3185 2090 0,'0'0'269'16,"0"0"-147"-16,0 0-81 16,-19 49 44-16,15-25 9 15,1 3-21-15,3 0-16 16,0 0-36-16,0 1-12 15,0-2-8-15,3-5-1 16,-1-5 0-16,0-6-27 16,2-7-40-16,1-3 41 0,2-11 26 15,4-7 1-15,1-4 5 16,0-3 3-16,1 2 3 16,0 3 7-16,-1 5 8 15,0 7-9-15,0 4-6 16,0 4-11-16,2 0-1 15,1 9 1-15,-2 1 1 16,-1 4-1-16,-4 1 8 16,-4 1-8-16,-4 1 10 15,-1 1-5-15,-10 0 1 16,-4-2-5-16,-4 0 5 16,-5-4-7-16,-2-1-1 0,-4-5-24 15,-1-2-91 1,-11-5-121-16,7-6-155 0,6-5-808 0</inkml:trace>
  <inkml:trace contextRef="#ctx0" brushRef="#br0" timeOffset="14931.3158">8048 3373 1714 0,'0'0'302'16,"0"0"-76"-16,0 0-155 15,0 0-62-15,0 0-9 16,-45 17-180-16,26-11-507 0</inkml:trace>
  <inkml:trace contextRef="#ctx0" brushRef="#br0" timeOffset="15196.3026">7349 3685 2350 0,'0'0'272'0,"0"0"-193"16,0 0-61-16,45-4 0 15,-4-5-5-15,17 0 20 16,3-1-14-16,-9 2-17 0,-15 4-2 15,-16 2-61 1,-8 0-94-16,-3 1-115 0,-3 0-359 16,-5 1-574-16</inkml:trace>
  <inkml:trace contextRef="#ctx0" brushRef="#br0" timeOffset="15373.3531">7365 3769 1793 0,'0'0'269'16,"0"0"-117"-16,0 0-91 16,0 0 88-16,78-3 34 0,-18-7-77 15,6-1-58-15,-3-1-35 16,-15 5-13-16,-11 0-110 16,-13 2-253-16,-11 2-870 0</inkml:trace>
  <inkml:trace contextRef="#ctx0" brushRef="#br0" timeOffset="17159.7886">3180 5749 1358 0,'0'0'317'0,"0"0"-133"16,0 0-97-16,0 0-36 15,0 0-15-15,0 0-5 16,12 0 7-16,4-5-5 16,7 0 2-16,4-2 21 15,9-2-23-15,8-2-23 16,-2 2-8-16,-4 0 5 0,-9 3-7 16,-6 2-1-16,2 0-5 15,-4 1-9-15,-6 0-26 16,-14 3-231-16,-1 0-404 15,-10 0-453-15</inkml:trace>
  <inkml:trace contextRef="#ctx0" brushRef="#br0" timeOffset="17367.9851">3225 5808 772 0,'0'0'713'15,"0"0"-554"-15,0 0-6 16,0 0 56-16,0 0-37 15,0 0-85-15,43 4-25 0,-3-10-26 16,15-3-3-16,4-3 8 16,1 0-19-16,-6 2-20 15,-3 4-1-15,-1 2-1 16,0 4 0-16,0 0-39 16,-14 2-211-16,-6 1-664 0</inkml:trace>
  <inkml:trace contextRef="#ctx0" brushRef="#br0" timeOffset="18041.1933">6690 6430 548 0,'0'0'867'0,"0"0"-540"16,0 0-40-16,0 0-88 15,0 0 1-15,0 0-53 16,0 0-83-16,-3 0-24 16,14 1-7-16,6 2-2 15,13-2 4-15,14-1-3 16,12 0-6-16,3 0-17 16,-5 0-8-16,-13 0-1 15,-13 0-15-15,-8 0-36 16,-5 0-154-16,-2-1-154 15,-2-2-316-15,-8 0-551 0</inkml:trace>
  <inkml:trace contextRef="#ctx0" brushRef="#br0" timeOffset="18247.8444">6677 6525 998 0,'0'0'800'0,"0"0"-649"16,0 0-29-16,0 0-31 15,0 0 94-15,0 0-18 16,77 12-40-16,-12-12-51 16,6 0-40-16,-2-7-18 15,-10 1-8-15,-12-2-9 16,-2 0-1-16,-2-2-14 0,-3-4-162 16,-11 1-172-1,-7 2-490-15</inkml:trace>
  <inkml:trace contextRef="#ctx0" brushRef="#br0" timeOffset="20319.5095">7566 5777 948 0,'0'0'345'0,"0"0"-23"16,0 0-46-16,0 0-36 15,0 0-52-15,0 0-41 16,0 0-30-16,-3-2-59 0,4 2-23 16,6 0-13-1,6 0-9-15,4-1-11 0,4 1 4 16,4 0 4-16,-1-1-8 15,0 1 8-15,-4-1-8 16,-5 1-1-16,-3-1 1 16,-6 1-1-16,-3 0 0 15,-1 0 5-15,-2 0-4 16,0 0 5-16,-3 4-1 16,-7 6-4-16,-4 3 14 15,-5 5-3-15,-1 1 34 16,1 0 5-16,2 0-6 0,3-1-4 15,5-4-9-15,4-1-5 16,4-2-5-16,1-1 5 16,4-2-5-16,5 0 8 15,4-2 1-15,2-2-4 16,3-1-1-16,4-1-7 16,1-2-8-16,1 0-2 15,0-4-8-15,-2-1-1 16,-1-1 1-16,-6 1-2 15,-4 1-7-15,-5 2-16 16,-3 1-5-16,-3 1-37 16,-6 0-192-16,-5 1-579 0</inkml:trace>
  <inkml:trace contextRef="#ctx0" brushRef="#br0" timeOffset="22963.3814">4522 7480 45 0,'0'0'1214'0,"0"0"-713"16,0 0-268-16,0 0-26 16,0 0-37-16,0 0-22 15,0 0-70-15,-2 5-43 16,10-2-15-16,5 2 27 16,4 0 10-16,4 0-6 0,2-1-12 15,0-1-5-15,2-2-4 16,1-1-8-16,0 0-8 15,1-1-8-15,-2-3-6 16,-2-1 1-16,-4 0-1 16,-6 2-86-16,-9-3-163 15,-4 0-114-15,0 1-406 0</inkml:trace>
  <inkml:trace contextRef="#ctx0" brushRef="#br0" timeOffset="23308.8689">4602 7371 123 0,'0'0'1403'16,"0"0"-1087"-16,0 0-48 16,0 0-40-16,0 0-92 15,0 0-79-15,0 0-29 16,-18-6-10-16,10 18-3 15,-5 3 40-15,-3 5 22 16,-1 2-14-16,-1 2-21 16,1-1-3-16,6 0 7 15,1-2-19-15,4-2-14 16,5-3 10-16,1-1-8 16,1-2 3-16,8-2-3 15,3-1-6-15,3-2 0 16,6-4 1-16,10-2-10 0,11-2 0 15,13-1 0-15,4-4-82 16,-13 2-199-16,-11 1-350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7:28.9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9562 6935 641 0,'0'0'23'16,"0"0"592"-16,0 0-488 16,0 0 116-16,-41-16 11 15,39 13 6-15,2 1-62 16,0 1-32-16,11-1-79 16,6 0-3-16,13 0-9 15,15 2-21-15,15 0-6 16,5 0-19-16,-5 0-8 0,-6 0-13 15,-11 0-7-15,-7 1 0 16,-7-1-1-16,-7 0 1 16,-5 0-1-16,2 0-32 15,-2 0-47-15,-2 0-89 16,-8 0-92-16,-7 0-101 16,-9-1-230-16,-5 0-259 0</inkml:trace>
  <inkml:trace contextRef="#ctx0" brushRef="#br0" timeOffset="220.0336">9438 7038 624 0,'0'0'1124'0,"0"0"-979"0,0 0-95 16,47 20 70-16,1-16 101 15,19-1-27-15,10-1-42 16,1-2-19-16,-3 0-65 15,-8 0-41-15,-2 0-19 16,-6 0-8-16,-11 0 0 16,-14 0-31-16,-10 0-87 15,-12 0-194-15,-9 0-464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7:50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4999 2734 793 0,'0'0'121'0,"0"0"167"0,0 0-53 16,0 0-51-16,0 0-23 16,0 0-13-16,-7 1 1 15,7-1-27-15,0 0-29 16,4 0-32-16,5 0-8 15,3 0-27-15,6 0-4 16,5 0 2-16,10 0 1 16,12 0 25-16,11 0 16 0,5 2-14 15,-2 0-12-15,-5 0-1 16,-8 0 4-16,-2-1-5 16,-3-1-10-16,-1 0 2 15,-6-2-6-15,-6-1 1 16,-6 0-4-16,-2-1-6 15,2 0 2-15,0 0 4 16,-1 1 0-16,-7 1-8 16,-4 0-12-16,-4 1 1 15,-3 1-1-15,-3 0 1 16,1 0-1-16,-1 0 0 16,0 0-1-16,0 0 0 15,0 0 0-15,-2 0-24 16,-29 10-34-16,-1 0-233 15,-5 1-603-15</inkml:trace>
  <inkml:trace contextRef="#ctx0" brushRef="#br0" timeOffset="2948.3701">7369 2761 854 0,'0'0'221'0,"0"0"-79"15,0 0-28-15,0 0 5 16,0 0 16-16,0 0 8 16,0 0-29-16,16 0-22 15,1 2-15-15,4 1-26 16,5 0-4-16,1 1 1 0,1 1-14 15,3 0-3 1,6 1 3-16,-3 0-1 0,2 0-2 16,2-1 2-16,-1 0-2 15,13-1-8-15,8-2-2 16,3-2 1-16,-1 0-2 16,-5 0-13-16,-4 0 8 15,-1-2 9-15,0 1-9 16,0 0-8-16,1-1-5 15,0 2 10-15,-1-1-1 16,0 0-2-16,-2 0 3 16,1 0-3-16,0 0 2 15,0 1-1-15,-2 0 0 0,-1 0-1 16,-1 0-1-16,-2 0-2 16,-2 0 7-16,1 0-4 15,-2 0 0-15,0 1-8 16,0 1 15-16,0-2-5 15,0 2-1-15,0-1 2 16,-6 0-6-16,-5-1 9 16,-6 1-3-16,-1 0-3 15,5 0-8-15,4 0 12 16,2 1-11-16,0-1 8 16,-2 0-1-16,-2 0-8 15,1 0 0-15,-2-1 7 0,0 1 16 16,0 0-11-1,-2-1-5-15,-1 0 1 0,0 0-8 16,-1 0 0-16,1 0 1 16,0 0 17-16,1 0 6 15,0 0-7-15,1-1-12 16,1-2 2-16,-1 1-8 16,2-2 8-16,-2 0-2 15,3 0 0-15,-1 0-5 16,0 0 8-16,-1 0-8 15,0 0 0-15,-1 2 5 16,0-1 2-16,-1 1 4 16,0-1 1-16,-1 1 7 0,-2 1-14 15,-1-1-4 1,-3-1-2-16,0 2 1 0,-1 0 5 16,2-1-5-16,0 1-1 15,1-1 0-15,0 2 2 16,-1-1 26-16,-1 1-4 15,-1-1-9-15,-2 1-9 16,-1 0-5-16,-1 0-1 16,-1-1 2-16,0 1-1 15,-2-1 7-15,1 1-1 16,-3-1 2-16,0 1-7 16,-2-1 7-16,-1-1-9 15,-2 2 1-15,-1 0 0 16,-1 0 1-16,-1 0-1 15,0 0 0-15,-1 0-1 0,0 0-1 16,0 0-6-16,0 0-7 16,0 0-10-16,0-1-10 15,0 0-18-15,-5-2-28 16,-1-2-254-16,0-1-672 0</inkml:trace>
  <inkml:trace contextRef="#ctx0" brushRef="#br0" timeOffset="3699.5205">12249 2887 995 0,'0'0'271'0,"0"0"-57"15,0 0-10-15,0 0-4 16,0 0-18-16,0 0-7 16,82 10-12-16,-4-3-26 15,18 1-32-15,10 0-14 16,3 0-40-16,-6 1 1 16,-3 0-29-16,-3 0 23 15,-10-1-22-15,-13-2-8 16,-13-2 7-16,-17-2-5 15,-15-1-6-15,-11-1-11 16,-2 0 10-16,-1 0-10 0,0-4-1 16,-1 1 1-1,-5-1-1-15,-7-1-12 0,-26-6-55 16,-7 0-437-16,-13-2-809 0</inkml:trace>
  <inkml:trace contextRef="#ctx0" brushRef="#br0" timeOffset="4789.4747">2084 3404 90 0,'0'0'735'0,"0"0"-489"16,0 0-51-16,0 0 7 15,0 0 14-15,0 0-1 16,0 0-4-16,-2 2-50 16,8-2-42-16,5-2-12 0,7-1 1 15,12-1 4 1,17-2-21-16,21-1-15 0,12-2-15 15,4-1-10-15,-3 1-10 16,-5-1-10-16,-1 0-3 16,-5 2-1-16,-2-1-4 15,-8 3-5-15,-8 0-5 16,-11 1-4-16,-11 2-9 16,-9 0 0-16,-4 1-1 15,0-1 1-15,-1 0-1 16,-2 0 1-16,-6 1-15 15,-6-1 3-15,-2 1-7 16,-14 2-83-16,-30 0-382 16,2 0-278-16,-6 0-766 0</inkml:trace>
  <inkml:trace contextRef="#ctx0" brushRef="#br0" timeOffset="5149.1086">2228 3536 1483 0,'0'0'513'0,"0"0"-421"16,0 0-28-16,0 0 79 15,0 0 48-15,0 0 13 16,78-3-26-16,-9-5-74 15,9 0-33-15,0-1-19 0,-3 1-3 16,-9 0-11-16,0 0-8 16,0 1 0-16,-3-1-12 15,-4 0 1-15,-5-1-4 16,-5 0-13-16,-12 2 7 16,-10 1-8-16,-10 1 1 15,-5 1-1-15,-1 1 0 16,-4-1-1-16,-1 1-6 15,-6 0-12-15,-20 3-24 16,-6 0-256-16,-12 5-814 0</inkml:trace>
  <inkml:trace contextRef="#ctx0" brushRef="#br0" timeOffset="197455.1591">2892 7261 1267 0,'0'0'271'15,"0"0"-119"-15,0 0 89 16,0 0 57-16,0 0-70 16,0 0-95-16,-26-9-51 15,44 9-35-15,20 0 41 16,25 0 33-16,15 0-19 16,6-1-32-16,1-1-17 15,-9 0-7-15,-3 0-7 16,-1-1-15-16,-9 0-9 15,-6 1-14-15,-14 0 0 16,-13 0-1-16,-12 1 0 0,-6 0-1 16,-4 1-39-16,-2-2-38 15,-3 2-26-15,-3 0-54 16,-19 0-157-16,-3 2-253 16,-5 2-210-16</inkml:trace>
  <inkml:trace contextRef="#ctx0" brushRef="#br0" timeOffset="197711.7114">2984 7362 1482 0,'0'0'265'0,"0"0"-162"0,0 0 25 16,0 0 76-16,0 0 8 15,43 10 49-15,8-9-73 16,23-1-71-16,9 0-38 15,3-3-12-15,-6-4-10 16,-6-1-12-16,0-2-21 16,-3 1-23-16,-7-1 0 15,-8 4-1-15,-15 2-1 16,-15 3-74-16,-17 1-157 16,-9 7-437-16,-4 0-807 0</inkml:trace>
  <inkml:trace contextRef="#ctx0" brushRef="#br0" timeOffset="199753.9951">7417 7212 441 0,'0'0'331'16,"0"0"-167"-16,0 0-48 16,0 0 52-16,0 0 97 15,0 0 10-15,-17 3-83 16,24-3 2-16,6 1-21 15,4 1 25-15,6 1-16 16,2-1-73-16,2 2-39 16,3-2-19-16,-3 1-14 15,2 0-8-15,-1-1-17 0,-2 1-11 16,-2 0 1 0,-3-1-2-16,-6 0-26 0,-3 0-75 15,-5-1-114-15,-3 0-69 16,-4 0-26-16,0 0-80 15,-5-1-222-15</inkml:trace>
  <inkml:trace contextRef="#ctx0" brushRef="#br0" timeOffset="199943.9453">7431 7318 1292 0,'0'0'262'0,"0"0"-160"15,0 0-27-15,0 0 100 16,0 0 23-16,0 0-45 0,47 30-2 15,-5-28-15 1,0-2-68-16,-3 0-26 0,-6 0-26 16,-10 0-8-16,0 0-8 15,3 0-52-15,-8 1-226 16,-8 1-432-16</inkml:trace>
  <inkml:trace contextRef="#ctx0" brushRef="#br0" timeOffset="223980.6695">2856 7725 711 0,'0'0'153'0,"0"0"301"0,0 0-241 16,0 0 7-16,0 0 29 15,0 0-27-15,-27-5-65 16,27 4-50-16,4 1-5 16,9 0-47-16,10-1 36 15,18 0 21-15,17-2-19 16,6 0-24-16,1-1-11 15,-9 0-16-15,-19 1-20 16,-8 1-8-16,-10 0-5 16,-6 1-8-16,-1 1-1 15,-1 0-1-15,-3-1-33 16,-5 0-34-16,-3 1-41 16,0 0-68-16,-15 0-118 0,-3 0-251 15,0 3-179-15</inkml:trace>
  <inkml:trace contextRef="#ctx0" brushRef="#br0" timeOffset="224236.5253">2850 7839 1527 0,'0'0'328'0,"0"0"-117"0,0 0 7 16,0 0 51-16,46 1-28 15,-5-1-80-15,13 0-25 16,5 0-34-16,-5-4-33 16,-11-2-13-16,-14 1-12 15,-6 1-21-15,-3-1-13 16,4 1-9-16,1-2 5 0,-2 1-6 16,-6 1-19-16,-7 1-58 15,-10 3-90-15,-6 6-187 16,-11 2-367-16</inkml:trace>
  <inkml:trace contextRef="#ctx0" brushRef="#br0" timeOffset="227601.4848">6703 7787 408 0,'0'0'94'16,"0"0"-50"-16,0 0 62 15,0 0 50-15,0 0-15 16,0 0-2-16,-6-5 14 15,5 4-15-15,1 0 26 16,0 0-11-16,0 1-16 16,0-1-34-16,0 1-27 0,0 0-10 15,0 0-19 1,0 0-9-16,2 0-11 0,3 0 23 16,4 0 14-16,1 1-5 15,3 1-9-15,0 0-2 16,3 0 2-16,2 0-8 15,1 0 4-15,2-1-7 16,1 1 9-16,0-2-7 16,1 0-9-16,0 0-9 15,1 0 1-15,0 0 2 16,1 0 1-16,0 0-3 16,0 0-5-16,-2-1-6 15,2 0-4-15,-1 0 0 16,-1 0-1-16,2 0-7 15,0 0 6-15,0-2-5 16,2 2 5-16,0-1-1 16,1 1 2-16,0 0 1 0,1 1-8 15,-2-1 8-15,-1 1-7 16,0 0 4-16,-2 0 0 16,1 0 1-16,-1 0 1 15,0 0-1-15,1 0 4 16,0-1-1-16,1 0-1 15,0-1 4-15,2 0-4 16,-1 1-1-16,0-2 4 16,1 2-5-16,-1 0 1 15,-1 0-1-15,-1-1 1 16,0 2-1-16,1-2 2 0,-1 1 0 16,0 1-1-16,0 0-1 15,1 0 2-15,-1 0-3 16,1 0-4-16,0 0 8 15,-1 0-10-15,0 0 1 16,1 0 1-16,0 0 5 16,2 0-5-16,-1 0 7 15,1 0-2-15,1 0-5 16,-1 0 5-16,1 0 1 16,-2 0-7-16,0 1 7 15,2-1-7-15,-1 0 7 16,1 1-1-16,0-1-6 0,1 0 0 15,1 1 7 1,0-1-7-16,-1 0 5 0,1 0 0 16,-3 1-6-16,1 0 1 15,-2 0-1-15,-1-1 1 16,0 2 0-16,0-2 0 16,-1 1 1-16,0 0 4 15,1 0-5-15,-1-1 7 16,0 0-7-16,0 0 5 15,0 0 1-15,0 0 2 16,2 0-2-16,0 0-1 16,2 0 0-16,2 0 8 15,-1 0-4-15,1 0 1 16,-1 0-4-16,-1 0 1 16,0 0-1-16,1 0 4 0,-1 0 2 15,0 0-4-15,1 0 2 16,1 0-1-16,-1 0 7 15,0 0-5-15,-1 0 0 16,0 0 4-16,-2 0-1 16,-1 0-4-16,-1 0 1 15,0 0 3-15,-2 0 0 16,-2 0-2-16,-1 0-1 16,-1 0 2-16,-2 0-2 15,-1 0 3-15,-3 0 4 16,0 0-1-16,-3 0-1 15,0 0 1-15,-1 0 4 16,-1 0-7-16,1 0-1 16,-2 0-7-16,2-1-6 15,-2 0 1-15,0 0-1 0,-2 1 5 16,0-1-5-16,-2 0 0 16,1 1 0-16,-1-1-1 15,0 1 1-15,-1 0 1 16,1-1-1-16,0 0-1 15,-1 1 1-15,0 0 0 16,-1 0-1-16,0 0 1 16,-1 0 0-16,0 0 0 15,0 0 0-15,0 0-1 16,-2 0-1-16,-10 0-47 16,-16 0-93-16,-39 0-101 15,2 0-300-15,-7 0-625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18:00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1225 6779 2031 0,'0'0'307'15,"0"0"-223"-15,0 0-41 16,0 0 94-16,0 0 61 16,0 0-107-16,36 4-11 15,-6-3-29-15,3-1-29 16,1 0-4-16,-7 0-17 15,1 0 8-15,-4-1-9 0,-1 0-1 16,-4-1-49-16,-3 1-91 16,-6-1-153-16,-3 1-207 15,-4-1-193-15</inkml:trace>
  <inkml:trace contextRef="#ctx0" brushRef="#br0" timeOffset="180.1751">1245 6871 1005 0,'0'0'835'0,"0"0"-668"16,0 0-116-16,0 0 61 15,0 0 64-15,44 15-16 16,-3-15-81-16,11-5-50 0,-3-2-26 16,-10 3-3-16,-4-2-118 15,-16 4-211-15,-4-3-813 0</inkml:trace>
  <inkml:trace contextRef="#ctx0" brushRef="#br0" timeOffset="1879.7729">4629 7020 778 0,'0'0'367'0,"0"0"-87"15,0 0-128-15,0 0-2 0,0 0 18 16,0 0 21-16,4 6-26 16,10-6 4-16,7 2-13 15,6-2-14-15,6 0-29 16,2 1-28-16,-1-1-23 16,0 0-25-16,-1 0-13 15,-2 0-7-15,-3 0 0 16,-2 0-6-16,-1 0-8 15,-5-1 5-15,-4 0-6 16,-5 0-14-16,-4-1-53 16,-4 2-75-16,-3 0-52 15,-6 0-49-15,-5 0-240 16,-2 0-220-16</inkml:trace>
  <inkml:trace contextRef="#ctx0" brushRef="#br0" timeOffset="2145.2704">4757 7174 1640 0,'0'0'290'15,"0"0"-207"-15,0 0-39 16,0 0 150-16,40 0-2 0,-20-4-65 15,3-1-46 1,3-2-35-16,2-1-27 0,0 0-10 16,-1-1-7-16,-2 1-2 15,-4 1-26-15,-5 1-136 16,-8 3-96-16,-6 1-425 0</inkml:trace>
  <inkml:trace contextRef="#ctx0" brushRef="#br0" timeOffset="7896.9236">4261 2387 354 0,'0'0'0'0,"0"0"0"0,0 0 462 16,0 0-274-16,0 0-29 15,0 0-51-15,0 0-12 16,0 3-3-16,0-3-6 16,0 0-8-16,0 1-28 15,0-1-9-15,0 2-10 16,0 0-6-16,0 2-2 15,0 3 43-15,0 0-16 16,0 1-24-16,0 1 6 16,0 0-3-16,0 0-9 15,0 1 0-15,0 0-5 16,0 0 3-16,1 0-1 16,0 0-2-16,0 0-1 0,1 0 10 15,-1 1-6-15,2-1-3 16,-2 0-2-16,1-1 5 15,-1 1-1-15,0-1 4 16,0 1-6-16,-1-1 2 16,1 0-2-16,1 0 2 15,-2 1-6-15,2-2 4 16,-1 2 2-16,0-1 0 16,0 0-2-16,-1 0-4 15,1 0-2-15,0-1 2 16,0 1-3-16,1 0-2 15,0 0 1-15,0-1-2 0,0 1-6 16,0 0 1-16,0-1-1 16,-1 1 1-16,1 0 1 15,0 2 5-15,0-2-1 16,-1 2 6-16,-1 0 3 16,2 0-2-16,-1 0 2 15,0 1-2-15,-1 0-4 16,1-1-1-16,-1 0 7 15,0 0-14-15,0 0 11 16,0 0-11-16,0 0 0 16,0-1 11-16,0 2-6 15,0-3 3-15,0 0-9 16,0 0 6-16,0 0 3 0,0 0-8 16,0 0 7-1,0 0-8-15,0 2 9 0,-1-1-7 16,0 1-2-16,0 0 2 15,0-1 10-15,0 2-5 16,0-1-6-16,-1-1 8 16,0 1-7-16,0 1-1 15,1-2 9-15,-1 2-4 16,0 0 3-16,0 0-7 16,1 1 5-16,0-2-5 15,0 1-1-15,-1-2 5 16,1 0-5-16,0 1 1 15,-1-1 4-15,1 0-6 16,-1 0 1-16,0 1 0 16,0 0 11-16,0 2-11 15,0 0-1-15,0 0 1 16,1 1 8-16,-1-1-8 0,1-1 0 16,-1 1 0-16,1-1 8 15,0 1 2-15,0 1 1 16,0 0-3-16,0 0 3 15,1 1-5-15,-1 2-1 16,-1-1-5-16,2 0 5 16,-1-2-5-16,-1 0 4 15,1 0-4-15,0-1-1 16,0 1 6-16,0-1-5 16,0-1 1-16,-1 3 5 15,2 1-5-15,0 0 11 0,-1 1-12 16,0-2 11-16,0 0-12 15,0-1 1-15,-1 0 1 16,2 0 4-16,-1-2-6 16,0 1 6-16,1-2-6 15,0 1-1-15,0-1 1 16,-1 0 0-16,0 0 1 16,0 0 0-16,1 0 0 15,-2 0 14-15,2 0-13 16,0 0 7-16,0-1-3 15,0 0 3-15,0 0-9 16,0 1 6-16,0-1-5 16,0 1-1-16,2 1 1 15,-2-1 0-15,1 0 4 0,0-1-5 16,-1-1 0-16,1-1 7 16,-1 2-7-16,1-2 7 15,0-1-6-15,-1 1 6 16,0-2-6-16,1 1 0 15,-1-1 0-15,0 1 1 16,1 0 4-16,-1 0-6 16,0-2 1-16,0 2 1 15,0 0 4-15,1 1-6 16,-1 0 1-16,1 1 1 16,0 0-1-16,0-1 8 15,0 2-8-15,0-2 11 16,0 2-5-16,0-2-1 0,0 0 0 15,0-2 11-15,0 0-7 16,1 1-4-16,-2-2-4 16,1-1 4-16,-1 1 0 15,3 0 4-15,-2 0 4 16,0-1 5-16,0 0-11 16,0 0-2-16,-1 0-6 15,1 0 6-15,-1-2-5 16,1 1-1-16,0-2 1 15,-1 2 0-15,0-2 0 16,0 0 0-16,0-1 0 16,0 0 0-16,0 0-1 15,0-8-51-15,-4-6-87 16,3-28-171-16,1 4-266 0,0-5-500 16</inkml:trace>
  <inkml:trace contextRef="#ctx0" brushRef="#br0" timeOffset="11394.9505">4293 2429 230 0,'0'0'8'0,"0"0"7"16,0 0 516-16,0 0-328 0,0 0-48 15,0 0-61-15,0 0-26 16,2 4 21-16,3-4-2 16,2 1 1-16,2 0-9 15,2 0-13-15,1 0-11 16,3 1 4-16,3-1-8 15,2 1 3-15,3 0 0 16,0-1-6-16,2 1-11 16,0-1-2-16,0 2-8 15,0-1-8-15,0 0 0 16,2-1 12-16,0 1 3 0,1-2-9 16,-1 0-5-1,3 0-4-15,-1 0 9 0,0 0-4 16,-2 0-9-16,0 0-1 15,-3 0 6-15,0 0-8 16,-3 0 4-16,1 0-3 16,-1 0 5-16,-1 0-3 15,1 0 1-15,-1 0-1 16,0 0-1-16,-1 0-10 16,-1 0 11-16,1 0-4 15,0 0 5-15,-1 0-3 16,0 0-4-16,0 0-4 15,0 0 10-15,1 1-3 16,0 0-8-16,1 0 6 0,-1 0 2 16,0 1-9-16,0 0 7 15,-1-2-6-15,0 2 7 16,1-2-8-16,-1 0 11 16,0 1-1-16,0-1 8 15,1 0 0-15,-2 0-2 16,0 0-2-16,-1 0 1 15,0 0-7-15,-1-1 6 16,-2 0-13-16,-2 0 6 16,0 0 2-16,-2 0-1 15,1 0 1-15,0 0 7 16,1 1-8-16,0-1 8 16,1 0-16-16,0 0 11 0,0 0-11 15,0 0 12-15,0 0-12 16,-1 0 1-16,-1 1 0 15,-2-1 5-15,-2 1 3 16,-1-1-9-16,-2 1 0 16,-1 0 1-16,-1 0 7 15,-1 0 1-15,0 0 1 16,0 0 5-16,0 0 5 16,0 0-3-16,0 0-3 15,0 0-7-15,0 0 2 16,0 0-3-16,0 0-4 15,0 0 4-15,0 0-6 16,0 0 0-16,0 0 0 0,0 0 0 16,0 0 0-1,0 5 0-15,0 2 1 0,0 1 0 16,0 3 0-16,0 0 5 16,0 2-5-16,1 1 0 15,0 0 5-15,0 1-5 16,0 1 8-16,0 1-3 15,-1-1 5-15,2 0-10 16,-2-1 8-16,0-1 0 16,0-1-3-16,1-1-4 15,0-1 7-15,0 0-9 16,0-1 0-16,-1-1 6 16,0 1-5-16,0-1 0 15,1 0 7-15,-1 0 3 0,0 1-2 16,1 1-1-16,-1 0-7 15,1 0 8-15,-1 0 0 16,0 1-3-16,1 0-5 16,0 1 7-16,-1-1-7 15,0 2 5-15,1 0-6 16,-1-1 1-16,0 3 0 16,0-3 1-16,0 2 5 15,0-1-6-15,0-1 5 16,0 0 0-16,0 1 2 15,-1 1-2-15,-1 0 4 16,0-1-4-16,1 3 3 16,-2-1-1-16,0 1 2 15,1 1 2-15,-1 0-3 16,1 1 3-16,-1 0-3 0,-1-1 3 16,1 2-4-16,0-3 2 15,0 1-8-15,1 0 4 16,-1-1 3-16,1-1-8 15,1 0 8-15,0 0-1 16,0 0-2-16,0 2 3 16,1 1 3-16,-2 0 1 15,1-1-6-15,0 2 1 16,0-2-7-16,-1 2 5 16,2-1 0-16,-2 1 0 15,2 0-4-15,-1 0 8 16,0 0-8-16,0-1 8 15,0 1-4-15,-1 1 0 0,0-1-4 16,1 1 10-16,0-2-12 16,0 0 7-16,1-1-1 15,0-1-6-15,0 1 0 16,0-1 0-16,0 1-1 16,0-1 1-16,2 0 0 15,-1 1-1-15,0 0 1 16,1-2 1-16,-1 1-1 15,0-2 0-15,0-1 1 16,0 0-1-16,0-1 1 16,1-1-1-16,-2-1 1 0,1-1-1 15,0-1 2 1,0 1-2-16,0-2 2 0,-1 0-2 16,1 0 7-16,0 0-7 15,-1 2 0-15,1-1 0 16,-1 0 0-16,0 2 1 15,0-1 0-15,0-1 1 16,1 1-1-16,0-2 0 16,0 1 0-16,0 0 0 15,1-1 11-15,-2 1-11 16,1-1 6-16,0 0 4 16,0 0-2-16,-1-1-8 0,0 0-1 15,1 0 2 1,0 0 8-16,-1 1-4 0,1 0 0 15,0-1-4-15,-1 1 4 16,0 0-6-16,0-1 1 16,0-1 0-16,0-1-1 15,0-1-1-15,0-1 0 16,0-1 1-16,1 0 1 16,-1-2-1-16,0 0 1 15,0 0 0-15,0 0 0 16,0 0 0-16,0 0 0 15,0 0 0-15,0 0 0 16,0 0 0-16,0 0 0 16,0 0-1-16,0 0 1 15,0 0-1-15,0 0 1 16,0 0-1-16,0 0 1 16,0 0-1-16,0 0 1 0,0 0 0 15,0 0-1-15,0 0 0 16,-3 0 1-16,-5 0-1 15,0 0 0-15,-1 0 0 16,-2 0 0-16,-1 0 0 16,-1 0-1-16,-1 0 1 15,-1 0-1-15,-1 0 1 16,2 0-1-16,-1 0-6 16,0 0 6-16,2 0 0 15,-1 0 1-15,2 1-1 16,-1-1 1-16,3 0-1 0,0 0 1 15,0 0 0 1,1 0 0-16,0 0 0 0,0 0 0 16,-1 0 0-16,1 0-1 15,-3 0 0-15,2-1 0 16,-1 1-5-16,-2 0 0 16,2-1 5-16,-2 0 0 15,0 1 0-15,0-1 0 16,0 1 0-16,0-1 1 15,-1 0-1-15,2 0 1 16,-2 0-1-16,1 0 1 16,0-1 1-16,-1 0-1 0,-1 0-5 15,0 2 5 1,-1-2 0-16,0 2-1 0,0 0-7 16,1 0 7-16,0 0 1 15,2 0-1-15,-1 0 0 16,1 0 0-16,0 0 0 15,0 0 1-15,0-1-1 16,-2 0 1-16,0 0-1 16,-1 0 1-16,-2-1 0 15,-1 1-1-15,0-2 1 16,-2 2 0-16,-1-1 0 16,-1 1-1-16,0 0 1 15,1 1 0-15,1 0 0 16,2 0 1-16,2 0-1 15,1 0 0-15,3 0 0 0,1 0 1 16,2 1 4 0,-1 0-5-16,3-1 0 0,-2 1 0 15,1 0 0-15,-1 0 0 16,0-1 0-16,-2 0 0 16,-1 0 1-16,-1 0-1 15,-3 0 2-15,-1 0-2 16,-1 0-1-16,-1 0 0 15,-1 0 0-15,3 0 0 16,-1 0 0-16,2 0 1 16,1 0-1-16,2 0 1 15,1 2 0-15,1-2 0 16,1 2 0-16,0-1 1 0,0 0-1 16,1 1 0-1,0 0 1-15,0 0 0 0,0 0 0 16,-1 0 5-16,2 1 3 15,-1-2-2-15,1 1 2 16,0 0-1-16,0 0-1 16,0-1 4-16,2 0 10 15,1 0 0-15,2-1 3 16,1 0 0-16,2 0-2 16,-1 0-1-16,2 0 0 15,0 0-6-15,0 0-3 16,0 0-4-16,0 0-7 15,0 0 0-15,0 0 1 16,0 0-1-16,0 0-1 16,0 0-1-16,0 0-5 0,0 0-31 15,-1 0-59 1,-5 0-69-16,-1 0-97 0,-1 0-481 0</inkml:trace>
  <inkml:trace contextRef="#ctx0" brushRef="#br0" timeOffset="20413.5276">4302 2441 441 0,'0'0'0'16,"0"0"0"-16,0 0 497 15,0 0-314-15,0 0-44 16,0 0-14-16,-4-1 11 16,3 1-12-16,1 0-28 15,0 0-17-15,-1 0-13 16,1 0-4-16,0 0-14 16,0 0-13-16,-2 0-9 15,1 5 16-15,0 1 11 0,-1 3-14 16,2 1 0-1,-1 1 5-15,0 1-4 0,1 1 2 16,0 0-5 0,0 2 3-16,0-1-6 0,0 1-6 15,0-1-1-15,0 1 0 16,0 0-5-16,0 0-7 16,-1 0-3-16,1 2 1 15,0-1 18-15,0-1 4 16,0 0-15-16,0 0-2 15,0-2-3-15,0-1-1 16,0 1-14-16,0-1 2 16,3 0 4-16,-2-2 0 15,1 1-5-15,1-1 8 16,-2 0 12-16,1-1-8 0,-1 0-7 16,1-1-4-16,-1 0 5 15,1-1 2-15,-1 1-8 16,-1-2 1-16,1 1-1 15,-1 0-1-15,0-2 5 16,0 3-4-16,1-2 4 16,-1 1-4-16,0 0 0 15,0 1-1-15,0-1 1 16,0 0 1-16,0-2-1 16,0 1 7-16,0-1-8 15,1-1 1-15,0 0-1 16,-1 0 1-16,0-2-1 0,0 2 1 15,1-2 0-15,-1 0-1 16,0 1 1-16,1-1 0 16,-1 0-1-16,1 0 1 15,-1-1-1-15,0 1 1 16,0-2 0-16,0 1-1 16,0-1 0-16,1 0 1 15,0 0 8-15,0 0-8 16,-1 0 10-16,3 1-4 15,0-1-7-15,4 0 1 16,0 1 14-16,4 0-6 16,1-1-1-16,1 0-2 15,0 1-5-15,1-1 5 16,2 1-4-16,0-1-1 0,-2 0 7 16,2 0-8-16,-3 0 2 15,0 0-1-15,0 0 0 16,-2 0 5-16,-1 1-5 15,0-1 0-15,-1 1 1 16,-1-1-1-16,0 0 5 16,-1 0-5-16,0 0-1 15,2 0 6-15,-2 0 9 16,1 0-13-16,0 0 7 16,0 0-2-16,-1 0-5 15,1 1-1-15,0-1 7 16,-1 0-7-16,1 1 1 15,-2-1-1-15,2 0 5 16,-1 0-4-16,0 0-1 0,0 0 1 16,0 0 9-16,-1 0-10 15,0 0 0-15,0 0-1 16,0 0 1-16,-1 0 8 16,-1 0-9-16,-1 0-1 15,0 0 1-15,-1 0 1 16,-1 0-1-16,1 0 0 15,-2 0 7-15,0 0-7 16,1 0 0-16,-1 0 2 16,0 0 16-16,0 0 4 15,0 0-2-15,0 0-10 16,2 0 8-16,-2 0-6 16,1-1-10-16,1-2 11 15,-1 0-4-15,0-2-8 0,2-1 8 16,-2 0-3-16,1-1-5 15,0-1 5-15,-1 0-6 16,1 0 6-16,-1-1-5 16,2 0-1-16,-2-1 5 15,1-1-4-15,1 0 0 16,-2 0 0-16,0-1 0 16,2 0 5-16,-2 0-6 15,0-1 0-15,0 1 5 16,0 0-4-16,1 0-1 15,-2 0 0-15,1 0 1 16,0-1-1-16,-1 0 5 0,0-1-4 16,0 1-1-16,0 0 0 15,0 0 0-15,-1-1 6 16,-1 1-6-16,0 1-1 16,-1 0 0-16,2 1 0 15,-1 0 1-15,1 1-1 16,0 1 1-16,0 1 0 15,-1 0 0-15,0 0 1 16,1 0-1-16,1 1 0 16,-2-1-1-16,1 0 1 15,0-1 0-15,-1 0 0 16,1 0-1-16,-1 0 0 0,1 0-7 16,-1 1 1-1,1 0-2-15,-1 1 3 0,2 0 0 16,-2 0 0-16,2 0 5 15,-2 1-6-15,1 0 6 16,1 1 1-16,-2 0 0 16,2 1-1-16,0 0 0 15,0 1 0-15,0 1 0 16,0 0 0-16,0 0 1 16,0 2 0-16,0-1-8 15,0 1 7-15,0 0 0 16,0 0 1-16,0 0 1 15,0 0 0-15,-1 0-1 16,1-1 0-16,0 0-1 16,0 0 1-16,-1-1 0 15,1 1-7-15,-1 0 6 16,0 1-4-16,-1-1-3 0,0 0-2 16,-3-1 2-16,-2 2 8 15,-1-2-9-15,-5 2 8 16,-2 0-10-16,-3 0-14 15,-1 0 19-15,-1 0 0 16,-3 2 6-16,1 1 5 16,-1-1-4-16,2 0-1 15,0 0 0-15,2-1-5 16,1 0 5-16,3 0 0 16,0-1 0-16,1 1 1 0,1-1-1 15,0 1 1-15,2-1-1 16,-1 1 1-16,2-1-1 15,-1 1 0-15,2-1 1 16,0 1-1-16,3-1 0 16,-1 0 0-16,3 0 0 15,-3 0 5-15,2 0-5 16,-1 0-1-16,1 0 1 16,1 0 1-16,-2 0-1 15,3 1-1-15,-1-1 1 16,1 0-1-16,0 0 1 15,0 0 1-15,0 0 0 16,1 0 0-16,0 0-1 0,0 0 0 16,1 0 0-1,0 0 1-15,0 0-1 0,0 0-1 16,1 0 0-16,-1 0 1 16,0 0 1-16,1 0-1 15,-1 0-1-15,1 0 0 16,0 0-4-16,0 0 4 15,0 0 1-15,0 0 0 16,0 0 0-16,0 0-7 16,0 0 6-16,0 0-6 15,0 0 6-15,0 0-7 16,0 0 2-16,0 0-6 16,0 0-18-16,0 0-187 15,-1 3-470-15</inkml:trace>
  <inkml:trace contextRef="#ctx0" brushRef="#br0" timeOffset="26758.6086">205 1800 362 0,'0'0'156'0,"0"0"-48"16,0 0-46-16,0 0 7 16,0 0 256-16,0 0-148 15,-8-8-6-15,5 7-30 0,2 1 2 16,-1 0-37 0,2 0-38-16,-1 0-35 0,-1 4-18 15,1 6-5-15,-1 2 27 16,0 4 14-16,1 2 2 15,-1 1-9-15,1 0 3 16,0 1-4-16,1-3-3 16,0 2 0-16,0-2-11 15,0 0-5-15,0 1 3 16,0-1 1-16,0 0-7 16,0 2-8-16,0-2 17 15,0 1-6-15,2-1-2 16,-2-1 8-16,2-1-2 0,-2-1-7 15,1 0-5-15,0-2 2 16,0 1-3-16,1 0-3 16,-1 0 0-16,-1 0-3 15,2 1 0-15,-1 0-8 16,1 1 12-16,-1 0 4 16,1 0 1-16,-1 1-5 15,0-1 1-15,0 1 2 16,0-1-7-16,0 0 0 15,1-1-2-15,-1 0-5 16,0 0-1-16,1-1 0 16,-1 0 1-16,1 0-1 15,1 0 5-15,-2 1 0 16,1 1-6-16,1 1 1 16,-2 0 0-16,2 1 0 0,-2 0-1 15,1 0 0-15,0 0 0 16,0 1 1-16,-1-2 0 15,1 2 0-15,1-1 0 16,-3-1 0-16,1 0 0 16,1 0 0-16,-1 0-1 15,0 0 0-15,0-2 1 16,0 1-1-16,0-1 0 16,1 0-2-16,-2 0 2 15,1-1 0-15,-1 1-1 16,1-1 1-16,0 1 1 15,0 0 0-15,0 1-1 16,1-1 0-16,-1-1 0 0,1 0 6 16,-2-1-5-16,0 0-1 15,0-1 1-15,0 1 0 16,0 0 0-16,-2 0 0 16,1 1 1-16,-1 0-1 15,-1 0 8-15,1 0-7 16,-1 0-1-16,1-1 5 15,0 0 3-15,0 0-8 16,1 0 5-16,-1 1-5 16,2-1 6-16,-1 2-6 15,-1-3 14-15,1 2-14 16,0-2 6-16,0 1-5 0,1 0-1 16,-1 0 7-16,0-1-7 15,0 0 5-15,0-1-6 16,0 0 1-16,-1 0-1 15,1 0 1-15,0 1 0 16,-1-2 1-16,2 2-1 16,0-1 0-16,-1 1 0 15,-1 1-1-15,2-1 1 16,-1 2 0-16,-1-3 5 16,1 0-6-16,1-1 2 15,-2-1-2-15,2-1 1 16,0 0 0-16,-1 0 0 15,1 0 0-15,-1 0-1 0,0 0 0 16,1 0 1-16,0-1 0 16,0-1-1-16,0 2 1 15,0-1 0-15,0-1-1 16,0 2 0-16,-1-1 0 16,1 0 1-16,0 0-1 15,0-1 0-15,0-1 1 16,0 0-1-16,0-1 0 15,0-1 1-15,0 0-1 16,0 1 1-16,0-1-1 16,0 0 0-16,0-1 0 15,0 1 0-15,0-1 1 16,0 1-1-16,0-2 0 16,1 1-1-16,0 0-5 15,1-1 6-15,3 0 0 0,1 1 6 16,3-1 5-16,0 0-5 15,5 0-5-15,-1 0 0 16,2 0 5-16,1 0-4 16,0 0-1-16,-1 0 0 15,2 0 0-15,2 0 1 16,-1 0-1-16,0 0 5 16,-1 0-6-16,2 0 1 15,-2-1 0-15,0 0 0 16,0 0 0-16,0 1 0 0,1-2 0 15,-1 0 0 1,2 1-1-16,0 0 0 0,0-1 1 16,1 1 0-16,-2 1 0 15,1-2 0-15,-1 1-1 16,-1 1 0-16,0-1 0 16,-2 1 0-16,1 0 1 15,0 0 0-15,-2 0-1 16,2 0 1-16,1-1 0 15,0 1 5-15,1 0-5 16,-1 0 0-16,0-1-1 16,-1 1 1-16,0-1 1 15,-1 1-2-15,0 0 0 16,0 0 0-16,0-1 1 16,1 1 1-16,-1-1-1 0,2 1 0 15,0-1 0-15,0 0 0 16,0 1-1-16,-1-1 1 15,0 1 5-15,-1 0-6 16,0 0 0-16,-1 0-5 16,1 0 5-16,-1 0 1 15,0 1-1-15,0 0 0 16,0 1 1-16,-2 1 1 16,1-1-2-16,0-1 1 15,0 1 8-15,2-1-9 16,-1-1 2-16,1 0-1 15,0 0 5-15,-1 1-5 16,1-1 5-16,-2 0-6 0,-1 0 8 16,0 0-8-1,-1 0 0-15,1 0 0 0,-1 0 0 16,2 1 1-16,-1-1 6 16,0 1-5-16,-1-1-2 15,1 0 0-15,-3 0 6 16,2 1-5-16,-3-1-1 15,-1 1 1-15,0 0 0 16,-1-1 0-16,0 0 5 16,0 2 4-16,-1-2-4 15,0 0-4-15,-1 0 5 16,1 0-7-16,0 0 1 16,0 1 0-16,-1 0 0 0,0-1-1 15,0 1 1 1,-1-1 5-16,0 0-6 15,0 0 0-15,-2 1-1 0,1-1 1 16,-2 0 1-16,0 0-1 16,0 0 5-16,0 0-5 15,0 0 0-15,0 0 6 16,0 0-5-16,0 0-1 16,0 0 2-16,0 0 5 15,0-4-1-15,0-4 5 16,0-1-4-16,0-3 1 15,0-1-7-15,0-3 0 16,0-2 1-16,0-1-1 16,0-4-1-16,3 0 0 15,0-1 1-15,-1-1-1 16,1 1 1-16,0 0-1 0,-1 3 1 16,-1 0 0-16,-1 2 0 15,0 0 5-15,0 0-5 16,0 1 0-16,0-1 0 15,0 0 0-15,0 1 0 16,0 1 0-16,1-1-1 16,1 1-1-16,1 1 1 15,-2 0 0-15,1 1 0 16,-1-1-1-16,-1 0 2 16,0 1-1-16,0-1 2 15,0-1-2-15,0 1 1 0,0-2-1 16,0 0 6-16,-3-1-5 15,2 1 0-15,-2 0 0 16,0-1 0-16,1 2 1 16,1-1 3-16,-2 0-5 15,2 0 0-15,-1-1 2 16,0 1-1-16,0 0 1 16,1 0 4-16,1 0-5 15,-2 0 0-15,2 0 0 16,0-1-1-16,0 1 0 15,0 1 0-15,-1-1 0 16,1 1 0-16,0 0 2 16,0 0 6-16,0-1-8 15,0 1 0-15,0 1 1 16,0-1 0-16,0 1-1 0,0 1 1 16,0-1 8-16,0 0-8 15,1 1-1-15,1 1 2 16,-1-1-2-16,1 2 9 15,-2-1-3-15,2 2-4 16,-2-2 7-16,1 1 0 16,-1-1 0-16,1 0-8 15,-1-1 9-15,0 1-3 16,0-1-5-16,0 0 4 16,0 0-5-16,0-1-1 0,-1 0 0 15,0 1 0 1,-1 0 1-16,2 1-1 0,0 1 0 15,0 0-1-15,0 2 1 16,0 0 0-16,0-1 0 16,0 1 0-16,0 1 0 15,0-1-1-15,0 1 1 16,0-1 0-16,2 2 1 16,-1 1-1-16,1-2 0 15,-1-1-1-15,1 1 0 16,-2-1-8-16,2 1 3 15,-2 0 5-15,1 1-6 16,-1 0-5-16,0 0 11 16,0-1-11-16,0 1 3 15,0 0 2-15,0 1 5 16,0 1-10-16,0 0 5 16,0 1-5-16,0-1 11 0,0-1-10 15,0 0 1-15,0-1 4 16,0 2-14-16,0 0 8 15,0 2-1-15,0 0 12 16,0 2 0-16,1 1-6 16,-1-1 5-16,0 2-4 15,0 0-3-15,0 0 9 16,0 1-6-16,0 0 4 16,0 0-4-16,0 0-2 15,0 0 7-15,0 0 1 16,0 0 0-16,0 0-1 0,0 0 0 15,0 0 0 1,0 0-13-16,0 0 8 0,0 0 6 16,0 0-20-1,-4 0 8-15,-1 0 5 0,-4 2-1 16,-3 1 8-16,-2 0-1 16,-2 2 1-16,-2-2 1 15,-1 2-1-15,-2-2 1 16,-1 2-1-16,-1-2 0 15,1 0 1-15,0 0 0 16,3-1-1-16,0 0 2 16,3-1-1-16,0 1-1 15,3-2 1-15,0 1 0 16,3-1-1-16,0 0 0 16,2 0 1-16,-2 1 0 0,-1 0 0 15,-1 0 0 1,-2 1 0-16,-4-1 0 0,-3 2-1 15,-4 2 1-15,-2-2-1 16,-2 2 0-16,-2-2 0 16,-1 2-7-16,2-1 5 15,1 0 1-15,3-2-8 16,3 0 9-16,3-1 1 16,2 1 1-16,1-1-2 15,1 0 0-15,1 0 0 16,1 0 1-16,1 1-1 15,0 0 0-15,-1-1-1 0,-1 1-1 16,-2 1-4 0,-2-1 5-16,-3 0 1 0,-2 1 0 15,-3 0-1-15,0-1 1 16,0 0 0-16,0 1 0 16,1-1-1-16,0-1 1 15,3 1-1-15,3-2 1 16,0 0-1-16,2 1 1 15,3-1 0-15,-1 0-1 16,3 1 0-16,2-1 1 16,2 0-1-16,3 0 1 15,2 0 0-15,-1 0 0 16,2 0 0-16,0 0 0 16,-1 0 0-16,3 0 0 15,-3 0 0-15,1 0-1 0,-3-1 0 16,-1-1 0-16,0 1-1 15,0-2-4-15,-2 1 5 16,-1-1-7-16,1 1 2 16,-1-1 5-16,3 0-8 15,-2 1 3-15,3 0 5 16,1 0-8-16,0 0-1 16,1 1 4-16,1 0 5 15,0-1-5-15,2 2 5 16,-1-2 1-16,0 2-1 15,0-2-5-15,0 2 5 16,0-1 0-16,-1 1-5 16,2-1-2-16,-1 1 7 15,1-1 0-15,-1 0-5 16,1 0-3-16,-2 1-3 0,2-1 6 16,0 1-5-16,0 0 2 15,0-1 1-15,1 0 1 16,-2 1-2-16,1 0-8 15,0-1 1-15,-1 1-5 16,2 0-1-16,-3 0-7 16,0 0-17-16,0 0-18 15,-3 9-58-15,1-1-393 16,-1 1-347-16</inkml:trace>
  <inkml:trace contextRef="#ctx0" brushRef="#br0" timeOffset="26902.1634">188 1912 1355 0,'0'0'273'0,"0"0"-191"16,0 0 35-16,0 0 76 15,0 0-5-15,0 0-104 16,-8 6-84-16,-2 2-99 16,-5 3-505-16</inkml:trace>
  <inkml:trace contextRef="#ctx0" brushRef="#br0" timeOffset="30193.6964">4276 2660 954 0,'0'0'267'0,"0"0"-33"16,0 0-48-16,0 0 1 16,0 0-10-16,0 0-19 15,31-7 9-15,-9-1-21 16,2-1-18-16,5-2-24 15,-2-1-18-15,1 1-12 16,-2-1-30-16,-2 2 4 16,-2 1-25-16,-2 0-4 15,-3 2-10-15,-3 0-8 16,-4 2-1-16,-3 1-1 16,-3 2-8-16,-2 0-33 15,-2 2-91-15,0 0-127 16,-2 0-106-16,-6 4-258 0,-1 0-552 15</inkml:trace>
  <inkml:trace contextRef="#ctx0" brushRef="#br0" timeOffset="30568.9637">4320 2794 525 0,'0'0'682'15,"0"0"-293"-15,0 0-107 16,0 0-55-16,0 0-31 16,0 0-28-16,46-23-15 0,-27 13-43 15,5 1-4-15,4-3-33 16,2 0-23-16,1 0-4 15,1 0-10-15,-3 0-15 16,-4 3-8-16,-5 0-3 16,-2 1-9-16,-6 2-1 15,-4 2 0-15,-3 2 2 16,-4 1-1-16,-1 1-1 16,0 0-23-16,0 0-61 15,0 0-77-15,-6 4-75 0,-7 6-98 16,0-1-159-1,0-1-81-15</inkml:trace>
  <inkml:trace contextRef="#ctx0" brushRef="#br0" timeOffset="30907.5809">4383 2884 309 0,'0'0'747'16,"0"0"-396"-16,0 0-44 16,0 0-13-16,0 0-41 15,0 0-56-15,0 0-8 16,42-15-62-16,-20 5-39 0,2 0-17 16,0-1-21-16,5 0-4 15,-2 1-15-15,0 0-10 16,-2 0-10-16,-3 1-11 15,-4 0 1-15,-3 3 0 16,-4-1 1-16,-4 3 6 16,-3 0-8-16,-2 2-10 15,-2 2-56-15,0 0-52 16,-5 0-116-16,-12 1-132 16,1 5-311-16,-2 0-251 0</inkml:trace>
  <inkml:trace contextRef="#ctx0" brushRef="#br0" timeOffset="31259.5638">4418 2967 677 0,'0'0'658'16,"0"0"-340"-16,0 0-72 15,0 0-16-15,0 0-5 16,0 0 8-16,0 0-38 16,54-12-50-16,-26 4-45 15,2-3-30-15,0 0-1 16,0 0-19-16,-3 0-14 16,-1 0-8-16,-2 2-10 15,-3 1 5-15,-4 0-10 0,-2 2 2 16,-4 1-6-16,-2 1-3 15,-4 1-5-15,-2 1 5 16,-2 2-6-16,-1 0 0 16,0 0-30-16,-1 0-64 15,-22 7-144-15,2 0-404 16,-8 1-730-16</inkml:trace>
  <inkml:trace contextRef="#ctx0" brushRef="#br0" timeOffset="36809.7433">236 1633 1207 0,'0'0'398'16,"0"0"-220"-16,0-35 24 16,5 22-38-16,5 3-71 15,3 2-44-15,0 3-30 0,2 4-18 16,-2 1 5-1,-2 1 3-15,-2 6-3 0,-2 5-5 16,-4 0 5 0,-1 3 6-16,-2 0-2 0,0-2-9 15,0-1 7-15,-2-3-7 16,0-3 5-16,1-3-5 16,1-1 1-16,0-1-1 15,0 0 7-15,6 1 9 16,4 0 10-16,3 2 1 15,1 0-7-15,0 1-9 16,2 0-2-16,-3 2-8 0,-3 1 5 16,-4 2-1-1,-5-1 2-15,-1 3-2 0,-10 3 6 16,-8 0 13-16,-8 3-9 16,-3-3-10-16,0-1-6 15,3-7-57-15,11-5-101 16,6-2-394-16</inkml:trace>
  <inkml:trace contextRef="#ctx0" brushRef="#br0" timeOffset="37016.3614">586 1510 1045 0,'0'0'907'0,"0"0"-735"16,0 0-85-16,0 0-27 0,0 0 90 15,0 54-28-15,-1-31-39 16,-1 1-44-16,2 0-24 16,-1-1-5-16,-1-4-10 15,-1-1-55-15,1-6-285 16,-1-6-721-16</inkml:trace>
  <inkml:trace contextRef="#ctx0" brushRef="#br0" timeOffset="37206.2186">530 1575 1565 0,'0'0'236'0,"0"0"-28"16,0 0-71-16,53 38-12 0,-23-28-32 15,0-1-50-15,1 0-31 16,7-2-12-16,-9-2-137 15,-7-3-600-15</inkml:trace>
  <inkml:trace contextRef="#ctx0" brushRef="#br0" timeOffset="37618.3308">833 1448 1106 0,'0'0'795'16,"0"0"-673"-16,0 0-72 0,0 0-11 16,0 0 28-1,0 0-33-15,0 0-5 0,36 12-14 16,-31-2-5-16,-3 2-1 16,-2 1 3-16,0 2 4 15,-4-1-7-15,-1 2-8 16,1-4 1-16,1-2-1 15,1-3 6-15,2-3-1 16,0-1 21-16,0-1 29 16,4 2 27-16,3 0 0 15,3 2-2-15,1 0-11 16,4 1-9-16,-1 1-15 0,1-1-13 16,-3 1-3-16,-1 0-9 15,-4 0-6-15,-3 0-5 16,-4 0-4-16,0 1 5 15,-10 1 5-15,-6 0 2 16,-14 2-18-16,-12 0-10 16,-11-4-123-16,6-1-342 15,8-7-1250-15</inkml:trace>
  <inkml:trace contextRef="#ctx0" brushRef="#br0" timeOffset="47780.3006">8614 6932 147 0,'0'0'1250'16,"0"0"-988"-16,0 0-173 16,0 0-47-16,0 0 59 15,0 0 35-15,22 0-30 16,-4 0-28-16,5-1-32 15,2-2-21-15,2 1-4 16,0 0-11-16,-1 0-4 16,-3 0-6-16,-3 1 0 15,-3-1-33-15,-4 0-84 0,-3 1-109 16,-5-2-117-16,-4 0-161 16,-1 1-592-16</inkml:trace>
  <inkml:trace contextRef="#ctx0" brushRef="#br0" timeOffset="47961.0147">8621 7011 1239 0,'0'0'326'0,"0"0"-223"16,0 0-73-16,0 0 22 15,59-10 68-15,-26 2-69 16,10 0-27-16,-2 0-24 0,5 0-35 15,-14 3-249 1,-16 2-328-16</inkml:trace>
  <inkml:trace contextRef="#ctx0" brushRef="#br0" timeOffset="51459.3391">8356 3020 636 0,'0'0'208'0,"0"0"-65"0,0 0-1 16,0 0-21-16,0 0 8 15,0 0 2-15,0 0-6 16,-8-14-11-16,8 14 0 15,0 0-6-15,-1 0-17 16,1 0-10-16,0 0-13 16,0 0-23-16,-1 0-18 15,0 2-9-15,0 5-3 16,-1 4 36-16,1 3 10 0,0 3 21 16,0 3-24-1,1-1-16-15,0 0 7 0,0 0-11 16,0-1 0-16,0-2-11 15,0 1 5-15,0 0-2 16,0 0-1-16,0 0-8 16,0 0-9-16,0 0 5 15,0 0-11-15,0-1 3 16,1 0 3-16,0 0-12 16,-1-2 1-16,1-1-1 15,-1 0 1-15,1-2 1 16,-1 0-1-16,0 0 0 15,0-2 6-15,0 0-7 0,0-1 0 16,0 1 0-16,0-1 0 16,0 0 0-16,0 0 0 15,0 1 6 1,0-1-4-16,0 0-2 0,0 1 1 16,1-1 0-16,0 0-1 15,0 0 1-15,1-1-1 16,0 0 1-16,0 0-1 15,-1 0 0-15,2-1-1 16,-2-1 1-16,1 0 0 16,-1 0 1-16,1-1-1 15,-1 0-5-15,0-1 5 16,0 0 1-16,0 0 0 0,0-1-1 16,-1 1 1-16,1-1 0 15,-1 0-1-15,1 0 0 16,0 0 0-16,-1 1 0 15,0-2 1-15,1 2-1 16,-1-2 0-16,1 1 0 16,0-1-6-16,-1 1 6 15,0-1 5-15,0 0-4 16,1-1-1-16,0 1 0 16,0-1-1-16,0 0 1 15,1 0 0-15,0 0 1 16,1 0 5-16,2 0-4 0,2 0-2 15,2 0 2-15,0 0-1 16,1 0 11-16,1-1-12 16,2 1 2-16,1 0-2 15,2 0 6-15,0 0-6 16,1-1 0-16,0 0 6 16,-1 1-6-16,-2 0 1 15,-1 0-1-15,-1 0 1 16,-1 0 0-16,-2 0 0 15,1 0 0-15,-3 0-1 16,3 0 0-16,-2 0 1 16,1 0-1-16,2 0 8 15,-1 0-1-15,1 0 1 16,0 0-2-16,0 0-5 16,-2 0 8-16,1 0-8 0,-1 0 0 15,0 0 1-15,-1 0 6 16,-1-1-2-16,1 0-4 15,-2 0-1-15,-1 0 7 16,-1-1 2-16,-1 2-10 16,0-1 2-16,-2 0 11 15,1 0-11-15,-2 1 8 16,0 0-2-16,0 0-2 16,0 0 1-16,1-1 4 15,0-1 5-15,1-2 2 16,1 0 0-16,0-3-7 15,0-1-5-15,0-3-6 16,1-2 7-16,-1-1-6 16,0-2-1-16,0-3 0 15,0 0 10-15,-1-2-10 0,1-1 0 16,0-1 6-16,-2 1-6 16,1 0 1-16,-2 1 1 15,1 1 4-15,-1 1-5 16,0 1 0-16,0 2 5 15,0-1-5-15,0 1 0 16,0 0 1-16,0 2-2 16,0-1 0-16,-1 0 0 15,-2 2 0-15,2-2-9 16,-1 2 1-16,1 1-4 0,-1 0 3 16,0 1-1-16,1-1 1 15,-1 2-6-15,-1 0 3 16,0 2 0-16,0-1-2 15,0 1-1-15,0 0 3 16,1 0 2-16,-1 0-1 16,0 1 1-16,0 0 2 15,1 0-1-15,-1 0 2 16,1 1-5-16,-1 0 5 16,2 1-5-16,-1 0 1 15,1 2 1-15,0-1-2 16,-1 3 10-16,2-1-10 15,-2 1 5-15,1 0-5 0,-2 0 11 16,0 0-14-16,-3 1 8 16,-2 0 6-16,-5 0-15 15,-3 0 16-15,-7 2 0 16,-10 3 0-16,-13 2 1 16,-9 0-1-16,-3 0-6 15,9-1 5-15,13-2 1 16,14-2 0-16,3 0 0 15,-3 0 0-15,-1-1 0 16,0 0 1-16,1 0 1 16,5-1-1-16,3 0 0 15,5 0-1-15,3 0 1 16,3 0-1-16,2 0 2 16,1 0-2-16,-1 0-6 15,1 0-19-15,0 0-8 0,0 0-1 16,0 1-18-1,7 4-138-15,1-1-126 0,2-1-380 0</inkml:trace>
  <inkml:trace contextRef="#ctx0" brushRef="#br0" timeOffset="57650.8402">4303 2453 354 0,'0'0'118'0,"0"0"-75"0,0 0-28 15,0 0-14-15,0 0 11 16,0 0 2-16,0 0 5 15,0-1-3-15,0 0 0 16,-1 1-16-16,1 0-41 16,0 0 41-16,-2 0 323 15,2 0-129-15,0 0-48 16,0 0-3-16,0-1-22 16,0 1-27-16,0 0-21 15,0 0-15-15,0 0-12 16,0 0-5-16,-1 0-6 15,1 0-9-15,0 0-7 16,0 0-6-16,0 0-7 0,0 5 6 16,0 2 55-1,0 1-1-15,0 1-20 0,0 0-8 16,0 1-6-16,0 0 1 16,0 1-7-16,0-1-1 15,0 0-7-15,0-1 0 16,0 0-5-16,0 0-4 15,0 0 3-15,0 0 0 16,0-1-2-16,0 1-1 16,0-1-1-16,1 1 3 15,-1-1-3-15,2 0-7 16,0 0 5-16,0 1-5 16,-1 0 0-16,1 0 1 0,-1-1-1 15,1 1 0 1,0-1 7-16,0 1-7 0,1-1 7 15,-2 2-7-15,2-2-1 16,-1 1 1-16,0 0-1 16,0-1 2-16,-1 0-1 15,1 0 0-15,0-1-1 16,0 0 1-16,-1 1-1 16,0 0 1-16,0 0 0 15,1 0-1-15,0 2 1 16,0 0 0-16,0 0-1 15,0 0 1-15,-1 0-1 0,1 1 0 16,-2 0 0 0,1-1 1-16,-1 0-1 0,0-1 1 15,1-1-1-15,-1 0 1 16,0 0-1-16,0-1 1 16,0-1-1-16,0 1 1 15,0 0-1-15,0 0 1 16,0 1 0-16,0 0-1 15,0 0 1-15,0 0 0 16,0 2 0-16,0-1 0 16,0 1 0-16,0 1 0 15,0-2 0-15,0 3 0 16,0-2 0-16,0 1-1 16,0 0 1-16,0-1 0 15,0 1 0-15,0-1 0 0,0-1 0 16,0 0 0-16,0 0 8 15,0-1-9-15,0 0 0 16,0 0 1-16,0 0-1 16,0 0 0-16,0 0 1 15,0 0-1-15,0 0 0 16,0 0 1-16,0 0 0 16,0 0-1-16,-1 0 1 15,1 1-1-15,-1-2-1 16,0 0 1-16,0 2 0 15,0-1 0-15,0 0 1 16,-1 0-1-16,1 0 1 16,-1 1 0-16,0-1 0 0,0 1-1 15,0 1 0 1,1 0 1-16,-1 0-1 0,0 0 1 16,0 0 0-16,1 1 0 15,-1-1-1-15,1 2 1 16,0-1 0-16,-1 1-1 15,2 0 1-15,-1-3 0 16,1 1-1-16,-2-2 6 16,2 1-5-16,-1 0 0 15,1-1-1-15,-1 1 2 16,0 0-1-16,0 0 0 16,1 0 1-16,-2-1-1 15,1 0 5-15,1-1-5 16,-2 1 0-16,1 0 0 15,0 1 0-15,-1 0 5 0,1 1-5 16,-1 0-1-16,0 0 2 16,-1-1 7-16,0 3-8 15,1-3 1-15,0 2-2 16,-1 1 7-16,1 0-6 16,0-1 0-16,1 0 1 15,1-2-1-15,-1 1 13 16,1-2-13-16,0 0 5 15,0 1-5-15,0 1 5 16,0 1-3-16,0 0 6 0,0 1 1 16,0 0-8-1,0 0 11-15,0 1 5 0,0 1-9 16,0 2-6-16,1 0 3 16,-1 1-5-16,1-1 9 15,-1 0-8-15,1-1 4 16,-1-2-5-16,0 2 5 15,1-2-4-15,-1-2-1 16,0-2 5-16,0 1 0 16,0-1-6-16,0 2 1 15,0 0-1-15,0 0 1 16,2 1-1-16,-1 0 2 16,0 0-1-16,-1-1 0 15,0 0 0-15,0-1 0 16,0-1 0-16,0 0 6 0,0-2-5 15,0 0-1-15,0 0-1 16,0-2 0-16,0 3-1 16,0-1 1-16,0 0 0 15,0 1 1-15,0-2-1 16,0-2 0-16,0 0 1 16,0-1 6-16,-1 0-7 15,1-3 0-15,0 2 0 16,0-2 0-16,0 0 1 15,0 1-1-15,0-1-1 16,0 0 1-16,0 0 0 16,0 0 1-16,0 0 1 15,0 0-1-15,0 0 1 16,0 0-2-16,3-1 0 16,3-2 1-16,1 0 0 0,1 1 1 15,1-1-2-15,2 1 0 16,0 1 0-16,3 1 0 15,1 0 0-15,-1 0 0 16,3 0 0-16,-1 0 0 16,0 0 0-16,1 0-1 15,0 0-8-15,1 0 0 16,2 1 9-16,-2 0-1 16,2 0 1-16,-2 0-2 15,0-1 2-15,1 2-1 16,-2-2 0-16,0 0 0 15,0 0 1-15,1 0-1 0,-1 0 0 16,0 0 1-16,0 0-1 16,1 0-1-16,-1 0 1 15,0 1 0-15,0 1 0 16,0 1 0-16,-1 0-37 16,1-1 29-16,-1 1 8 15,0-1 0-15,0-1 1 16,0 0 0-16,0 0-1 15,0 0 1-15,0 0-2 16,1 0 2-16,1 0 0 16,-1 0 0-16,0-1 2 15,2 1-2-15,1-1 0 16,-1 0 1-16,1 0-1 0,0 0 1 16,0 0-1-16,-1 0 0 15,0 0 0-15,-1 0 0 16,1 0 0-16,0 0 1 15,-1 0 0-15,0 0-1 16,0 0 1-16,1 0-1 16,-2 1 1-16,1 0-1 15,0-1 0-15,-1 1 1 16,-1-1 10-16,1 0-10 16,-1 0 5-16,1-1 1 15,-3-1-6-15,2-1 5 16,-1 0-5-16,-2 1 0 15,-1 0 0-15,0 0 1 0,-1 0-1 16,-1-1 1-16,2 1-1 16,-4 1 5-16,2-1-5 15,-3 1 0-15,1 0 0 16,-2 0 5-16,-1-1-5 16,-1 2 0-16,-2-1 0 15,1 1 0-15,-1 0 1 16,0-1-1-16,-1 0 0 15,1 1 1-15,0-1-1 16,1 0 0-16,-1 0-1 16,1 0 1-16,-2 0 0 15,1 0-1-15,-1 1 0 16,-1-1 2-16,2 1-2 16,-2-1 0-16,0 1 1 15,0-2 5-15,0-1-5 0,0-1 1 16,0-1-1-1,0-3 8-15,0-1-1 0,0-2-7 16,0 0 0-16,-2-2 0 16,1 0 8-16,-2 0-1 15,0-2 4-15,0 1-5 16,-1-1 1-16,1-2-7 16,1 0 6-16,0 0 2 15,1 0 0-15,0-1-3 16,1 0-5-16,0-1 7 15,0 0-8-15,0 0 6 16,2 0-5-16,0 1-1 0,0 0 0 16,0 0 0-16,-1 1 1 15,1 1 0-15,-1-1-1 16,1 1 0-16,0 1 1 16,0-1-1-16,-2 1 1 15,2 1 3-15,-2 1-4 16,1 1 0-16,0 1 0 15,0-2 6-15,1 1-5 16,-1-3 1-16,1-1-2 16,-1 1 1-16,2 0-1 15,-2 2 0-15,1 1 0 16,-1-2 1-16,1 1-1 16,-2 0 0-16,0 0 0 0,0-2 1 15,0 0-1 1,0-1 1-16,0 0 0 0,0-1-1 15,-1 1 1-15,-1-1-1 16,1 1 1-16,0 1 0 16,0-1-1-16,1 1 1 15,-1-1-1-15,0 1 1 16,0 0-1-16,1 1 0 16,-1 1 0-16,0 0 1 15,1 1-1-15,0 0 0 16,0-1 0-16,0 0 0 15,0-1 0-15,0 0 1 16,0-2-1-16,0 1 0 0,0-1 0 16,0 0-6-1,0 1 6-15,0-1 0 0,0 2 0 16,0 1-1-16,0-1 1 16,0 2 1-16,-1 0-1 15,1 0 2-15,0 0-2 16,0 0 2-16,0 0-1 15,0-1-1-15,0 0 1 16,0 0-1-16,0 1 1 16,0-1 0-16,0 0-1 15,0 0 1-15,0 0-1 16,0 1 0-16,0 0 1 16,0 0-1-16,0 0 1 15,0 2 0-15,0-2 0 0,0 1-1 16,0 0 1-16,0-1 0 15,0 0-1-15,-1 1 0 16,1 0 1-16,-2 0-1 16,2 0 1-16,-1 1-1 15,1-1 1-15,-1 2-1 16,0-1 1-16,1-1-1 16,0 1-1-16,0 0 1 15,0-1 0-15,0 1-6 16,0-1 6-16,0 0 0 15,0-1 0-15,0 0 0 16,0 1-9-16,0 2 9 16,0 1 0-16,0 2 0 15,0 1 0-15,0 0 1 16,0 0-1-16,0 1 6 0,0 0-6 16,0 0 0-16,0 0 0 15,0 1 1-15,0-1 0 16,0 1-1-16,0-1 0 15,0 0 1-15,0 1-1 16,0-1 0-16,0 0 0 16,0 2 1-16,-1-1-1 15,0 0 1-15,1 1 0 16,-1 0-1-16,-1 1 0 16,1-1 0-16,-1 2-1 15,1-1 0-15,-1 0-1 16,-1 1 1-16,-2-1-1 15,-1 0-4-15,-1-1 5 0,-5 2-6 16,0-1 6-16,-3 0-5 16,-2 1 0-16,-1 0 5 15,1 0 0-15,0 0 0 16,1 0-7-16,-1 0 8 16,1 0-1-16,0 0 0 15,-1 2 0-15,1 0 1 16,1 1-1-16,-1-1 0 15,0 1 1-15,3-1 0 16,-3 1-1-16,2 0 0 16,-1-1 0-16,0 0 0 15,-1 0-1-15,2 0 1 16,-1 0 0-16,0 0-1 0,0 0 1 16,0 0 0-16,0-1 0 15,-1 0-5-15,0 1 6 16,-2-1-1-16,0 0 0 15,0 1 0-15,-2-1 0 16,0 0-5-16,1 1 5 16,-3-1 1-16,3 1-1 15,1 0-1-15,-1-1 1 16,2 0 1-16,1-1 0 16,1 0 0-16,0 0 0 15,1 0 0-15,0 0 0 16,-1 0 1-16,0 0-1 0,0 0 2 15,0 0-2-15,1 0 0 16,1-1 0-16,0 0 0 16,-1 0 0-16,1 0 1 15,1 0 0-15,-1-1 0 16,2 1-1-16,0-1 0 16,-1 2 0-16,-1-1 0 15,0 0 1-15,-1 0 0 16,0 1-1-16,0-1 1 15,0 0-1-15,1 0 1 16,0 0 0-16,-2-1-1 16,0 1 0-16,-1 0 0 15,1 0 0-15,0-1 0 0,1 2 17 16,3-2-8 0,0 1 0-16,3-1 10 0,1 0-1 15,1 1-4-15,3 0-1 16,-1-1 5-16,1 2 3 15,-1-1-8-15,1 0-1 16,-1 1-3-16,-1 0 2 16,2-1 7-16,-1 0 6 15,0 0-8-15,-1 1-2 16,1-1-1-16,0 1-1 16,1 0 0-16,1 0-3 15,1-1-2-15,0 1 5 16,-1 0 5-16,2 0 5 15,0 0 2-15,0 0-3 16,-1 0-10-16,1 0-4 0,0 0-6 16,-2 0-1-1,2 0 0-15,-3 0-7 0,-2 2-86 16,-8 9-170-16,1-1-302 16,-1 0-414-16</inkml:trace>
  <inkml:trace contextRef="#ctx0" brushRef="#br0" timeOffset="61292.2256">5017 2873 553 0,'0'0'378'0,"0"0"-200"15,0 0-16-15,0 0-43 0,0 0-23 16,0 0-96-16,19-9-22 16,1 4-218-16,2-1-408 0</inkml:trace>
  <inkml:trace contextRef="#ctx0" brushRef="#br0" timeOffset="61462.065">5423 2854 401 0,'0'0'539'0,"0"0"-344"15,0 0-67-15,0 0-31 16,0 0-17-16,0 0-49 15,0 0-31-15,-10 21-205 16,-2-12-659-16</inkml:trace>
  <inkml:trace contextRef="#ctx0" brushRef="#br0" timeOffset="61738.7347">4603 3278 1207 0,'0'0'165'0,"0"0"-82"0,0 0-16 16,0 0 9-16,0 0 15 15,0 0-40-15,0 0-51 16,8 0-112-16,25 0-49 16,-2 0-170-16,2 0-228 0</inkml:trace>
  <inkml:trace contextRef="#ctx0" brushRef="#br0" timeOffset="61888.2802">4952 3320 970 0,'0'0'269'0,"0"0"-157"0,0 0-62 16,0 0-16-16,0 0 34 15,0 0-68-15,0 0-22 16,53-12-310-16</inkml:trace>
  <inkml:trace contextRef="#ctx0" brushRef="#br0" timeOffset="62052.2266">5410 3305 1235 0,'0'0'266'0,"0"0"-112"0,0 0-100 16,0 0-32-1,0 0-22-15,0 0-162 0,-46 7-547 0</inkml:trace>
  <inkml:trace contextRef="#ctx0" brushRef="#br0" timeOffset="62437.6736">4475 3875 1262 0,'0'0'209'16,"0"0"-112"-16,0 0-62 16,0 0-26-16,0 0-1 15,0 0-8-15,43 1-36 0,-8-1-28 16,2 0-314-16</inkml:trace>
  <inkml:trace contextRef="#ctx0" brushRef="#br0" timeOffset="62599.9892">4900 3887 1196 0,'0'0'263'16,"0"0"-164"-16,0 0-55 15,0 0-31-15,0 0-13 16,0 0-58-16,0 0-98 0,56-10-436 16</inkml:trace>
  <inkml:trace contextRef="#ctx0" brushRef="#br0" timeOffset="62752.1939">5284 3891 428 0,'0'0'950'0,"0"0"-831"16,0 0-80-16,0 0-39 15,0 0-78-15,0 0-297 0</inkml:trace>
  <inkml:trace contextRef="#ctx0" brushRef="#br0" timeOffset="62915.9872">5585 3822 1320 0,'0'0'326'0,"0"0"-135"0,0 0-100 16,0 0-62-16,0 0-19 16,0 0-10-16,0 0-235 15,-35 8-854-15</inkml:trace>
  <inkml:trace contextRef="#ctx0" brushRef="#br0" timeOffset="66368.9365">231 4753 468 0,'0'0'183'0,"0"0"-16"16,0 0-21-16,0 0-13 15,0 0-7-15,0 0-11 0,0 0-50 16,2 0-33 0,7 0-12-16,2 0 31 0,5 0 10 15,2 0-4-15,4 0-3 16,1 0 23-16,3 1-17 15,1 0-28-15,2 0 8 16,0 1-1-16,1-2-5 16,-1 0-3-16,2 0 5 15,-2 1-10-15,1 0-6 16,-3 0-12-16,2 1 3 16,-3 0-4-16,1-1 3 15,-1 0-2-15,-2-1-1 16,0 0 9-16,-1 0-8 0,2 0 9 15,-1 0-6-15,1 0 3 16,0-2-3-16,0 0-2 16,1 1 5-16,-1 1-3 15,0 0-5-15,0 0-5 16,-1 0 5-16,2 0 1 16,-2 0-6-16,2 0-1 15,-1 0 0-15,0 0 7 16,0 0-6-16,1 0 0 15,-1 2 5-15,0-1-5 16,-1 1-1-16,0-1 1 16,-1 1 5-16,-1 0-4 15,0 0-1-15,0 0 6 16,-2-1-6-16,1 1 0 0,0 1 5 16,1-1-5-16,0 0 0 15,1-1 0-15,0 1 0 16,0 0 8-16,-1-1-3 15,0 0-5-15,-1 0 10 16,1 0 3-16,-2-1-1 16,1 0 2-16,0 0 4 15,0 0-1-15,2 0-2 16,0 0-1-16,1 0-2 16,2 0-2-16,1 0 2 15,0-1-1-15,-2-1 0 0,0 2 3 16,-2 0-5-1,-2 0 4-15,-1 0-4 0,0 0 0 16,-1 0-8-16,0 0 5 16,0 0-1-16,1 0 3 15,-2 0 3-15,2 0-1 16,0 0 6-16,-1 0-3 16,-1 0 4-16,0 2-9 15,-4-1 7-15,2 2 0 16,-3-2 2-16,0 1 9 15,0-1-7-15,0 0 3 16,1-1 10-16,-1 0-6 16,0 0-1-16,-1 0-8 15,-1 0 2-15,1 0-2 16,-3 0 2-16,0 0-10 0,-1 0 4 16,-3 0 1-16,-1 0 0 15,2 0-3-15,-3-1-5 16,0 1 1-16,0-2-7 15,-2 2-1-15,-1 0 0 16,0-1-8-16,0 0-88 16,0-6-128-16,-1-1-458 15,-5-3-1158-15</inkml:trace>
  <inkml:trace contextRef="#ctx0" brushRef="#br0" timeOffset="68763.5672">2510 1781 487 0,'0'0'266'0,"0"0"-35"0,0 0-91 16,0 0-28-16,0 0-17 16,0 0-34-16,0 0-17 15,-3 0-21-15,2 5-14 16,1 3 30-16,-2 3 19 16,2 4 31-16,-1 2 4 15,0 1 7-15,1 1-17 16,-1 0-23-16,1-3-9 15,0-1-7-15,0-1 2 16,0-1-11-16,0 0-1 16,0 0-7-16,0-1 1 0,0 1 10 15,1 0-5-15,0 0-8 16,0 0 0-16,-1-1-2 16,2 1 2-16,-2 0-6 15,1 0 6-15,0 0-7 16,1 0 1-16,0 0-1 15,0 0-3-15,-1-1 0 16,1 1 1-16,0-2-4 16,-1 0 0-16,1 0-11 15,-1-1 7-15,1 1-7 16,-1-1 5-16,0 1-5 16,1 0 1-16,-1-1-1 15,0 2-1-15,1-1 1 0,-1 0 1 16,-1 1-1-16,0 1 2 15,1-1 3-15,-1 0-6 16,0 1 1-16,1-2 1 16,-1 1-1-16,1-1 0 15,-1 0 1-15,0-1-1 16,0 0 0-16,0 0 0 16,0 0 0-16,0 1 0 15,0 0 0-15,0-1 5 16,0 1-5-16,0 1 0 15,0-2 0-15,0 1 0 16,0 1 0-16,0-2 0 16,0 1 0-16,0-1-1 15,0 1 1-15,0 0 7 16,0 0-8-16,0 0 1 16,0 0-1-16,0 0 1 15,0 1 0-15,0 0 0 0,0 1 5 16,0 0-5-16,-2-1 9 15,1 1-1-15,-2-1-6 16,2 0 12-16,0 0 12 16,-1 0-2-16,2 0-6 15,0 2-2-15,0 1 4 16,0 1-3-16,0 1-11 16,0 1 5-16,0-1-6 15,0 0-4-15,0 1 5 0,0 1-1 16,-1 1 2-1,1 1 6-15,-2-1-5 0,1-2 6 16,-1 0-4-16,1 0-5 16,1-2 6-16,-1 1-6 15,1 1-5-15,-1 0 7 16,1-1 1-16,-1 1-3 16,1 1 0-16,-1-2-5 15,1 0 5-15,-1 0 0 16,0 0-4-16,0-2-1 15,-1 2 0-15,-1 1 5 16,2-1 3-16,-2 2-9 16,1-1 14-16,-1-1-13 15,1 0 8-15,-1-1-8 0,1 1 8 16,0-1-8-16,-1 2 7 16,1-1-7-16,2-1 8 15,-1 0-8-15,0-1 5 16,1-1 2-16,0-1-8 15,0 0 1-15,0-1 0 16,0 2 5-16,0-2 6 16,0 1-6-16,-2-1 3 15,1 1 6-15,0 0-2 16,-1-1-4-16,0 2-1 16,0 0-8-16,0 1 17 15,-1-1-11-15,2 3 6 16,-1 2-6-16,2 0-5 0,0 3 20 15,0-1-20-15,0-1-1 16,-1 0 0-16,1-2 1 16,-2-1 5-16,2 1-5 15,0-2 0-15,0-1 1 16,0-1-2-16,0 1 1 16,0-1 6-16,0 1-7 15,2 2 0-15,1 1 0 16,1 2 18-16,-1-2-2 15,0-2-15-15,-2 0 0 16,1-3 8-16,-2 0-9 16,1 1 0-16,0-1 2 15,0 0-1-15,0 0 1 16,0 0-1-16,1 1 5 16,-1-1-5-16,2 0 0 0,-2 0 1 15,1-1-1-15,0 1 0 16,1 1 1-16,0 3-2 15,1 3 0-15,0 3 7 16,0-2 12-16,-2-2-11 16,0-2-7-16,-1-4 5 15,-1 1-6-15,0-2 1 16,0 1 1-16,0-1-2 16,0-2 1-16,0 2 0 15,0-2 0-15,0 2 0 0,-1 0-1 16,0 0 6-1,0-1 1-15,0 1-6 0,0-2 3 16,1 3-3-16,0 4 4 16,0 3-4-16,0 6 46 15,3-1-13-15,-2-4-20 16,-1-5-13-16,0-4 6 16,0-4-6-16,0 0 0 15,0-2-1-15,0-3 1 16,0-1-1-16,0-1 1 15,0-1 0-15,-1 0 0 16,-2-2-1-16,-3-5-10 16,1-3-19-16,-4-4-32 15,0-3-68-15,-5-15-101 16,3 4-302-16,0 0-363 0</inkml:trace>
  <inkml:trace contextRef="#ctx0" brushRef="#br0" timeOffset="71864.8861">2362 1782 806 0,'0'0'184'0,"0"0"-69"16,0 0-26-16,0 0-5 15,0 0-19-15,0 0-1 16,-42 2-2-16,34-2-4 16,-2 0 6-16,-2 2-8 15,0-2 11-15,-3 1-2 0,-2-1-19 16,-3 0-10-16,-2 0 1 16,-1 0-12-16,-4 0-11 15,0 0 14-15,-1 0 13 16,1 0-9-16,1-1 2 15,3-1 7-15,2 2-7 16,-1-2-4-16,2 1-10 16,1 0 2-16,0 0-8 15,-2-1-4-15,-1 1-3 16,-2 0-6-16,1 0 5 16,-1 1-5-16,2 0 1 15,1 0 7-15,2 0-9 0,2 0 19 16,1 0-4-16,-1 0-7 15,0 0 9-15,0 0-8 16,-4 0-1-16,1 0-8 16,-2 0 0-16,-1 0 0 15,0 0 0-15,1 0 1 16,0 1-1-16,0 1 1 16,1 0-1-16,1-1 1 15,-2 1 0-15,1-1 0 16,-2 2 1-16,-1-2-1 15,-1 1-1-15,2-1 1 16,0 1 0-16,2-2 1 16,-1 2-1-16,2-1 0 15,0-1 1-15,-2 2-1 0,1-2 7 16,1 1-8-16,-2 1 0 16,1-1 0-1,-1 1 0-15,1-2 0 0,0 1 0 16,0 0-1-16,1-1 1 15,0 0 0-15,1 0 1 16,-1 0-1-16,0 0 0 16,0 0 0-16,-2 0 1 15,2 0-1-15,-1 0 0 16,-2 0 0-16,-2 0 0 16,1 0 0-16,-2 0 1 15,0 0-1-15,0 0 8 0,1 0-8 16,2 0 1-1,1 0-1-15,1 0 0 0,2 1 0 16,2-1 1-16,1 2-1 16,2-1 1-16,0 1-1 15,0-1 0-15,0 0 0 16,-1 1 0-16,0 0 0 16,-1 1 0-16,2 0 0 15,-1 1 0-15,-1-1 0 16,3 0-5-16,-2 0 5 15,0-1 1-15,2 0 0 16,0-1-1-16,2 2 1 16,-2-2-1-16,2-1 0 15,-2 2 0-15,1-1 0 16,3-1 1-16,-1 1-1 16,0-1 0-16,4 0 0 15,-2 0 1-15,2 0-1 0,2 0 0 16,0 0 0-16,-1 0 0 15,0 0 0-15,-1 0 0 16,-1 0 1-16,1-1-1 16,0 1 1-16,0 0-1 15,1 0 0-15,1 0 0 16,-1 0 0-16,4-1 0 16,-1 1 0-16,1 0 1 15,1 0-1-15,0 0 0 16,0 0-1-16,0 0-11 0,0 5 4 15,0 1 8-15,0 3-1 16,0 2 0-16,1 2 0 16,1 2 1-16,-1 0 0 15,1 2 0-15,-1 2 1 16,-1 1-1-16,0 3 1 16,0 2 11-16,2 0-3 15,-1 2 8-15,0 1 2 16,1 0-4-16,0 0 17 15,0 0-9-15,1-2-1 16,-2 1-21-16,2 0 8 16,-1-1-1-16,-1 0 1 15,1 1 0-15,0-2 8 16,0 0-5-16,0 0 3 16,-1 0 0-16,0-1-2 0,0 0-1 15,-1-1-10-15,0 0 5 16,0 1-1-16,1 0-4 15,-1-2 4-15,1 0 4 16,-1 0-2-16,0-1 5 16,1-3-3-16,-1 1-3 15,2-1-6-15,-1 0-1 16,2 0 1-16,-1-1 0 16,2 2 0-16,-1 0 1 15,0 0-1-15,0 1 1 16,-1 1-2-16,3 0 1 15,-2 0 1-15,0-1-1 16,-1 1 0-16,1-1 1 0,-1 0-1 16,0 2 0-16,0-1 0 15,-2 0 1-15,1 1-1 16,-1 0 1-16,0 0-1 16,2 2 1-16,-2 0-1 15,0 1 6-15,0-1-6 16,1 1-1-16,-1 0-1 15,2 0 1-15,-2-1-1 16,1 0 1-16,1 0 1 16,1 0-1-16,0-1 0 15,1 0 1-15,-2 0 1 16,3-1 5-16,-2-1 4 0,0 0-1 16,-1 0 2-1,0 1-5-15,1-1 5 0,-2 2-10 16,1 0 13-16,-2 0-14 15,1 1 16-15,0 0-16 16,-1 0 5-16,2 0-4 16,-1 0-1-16,-1 0 5 15,2-1-5-15,-2-2 15 16,1 0-8-16,-1-1-7 16,2-1 7-16,-1-1 2 15,1 1-4-15,0-2 0 16,0 1 4-16,0 0-1 15,-1-1-1-15,0 1-7 0,0-1 9 16,-1 1-9 0,0 0 10-16,0-1-11 0,0 1 2 15,-1 0 8-15,-1 2-2 16,0 1 7-16,0 0-3 16,-1 3 3-16,1 1-2 15,-3-2-11-15,2 0 4 16,0-1 7-16,-2-1 5 15,1-2-17-15,-1-1 8 16,1-1-7-16,1-1 4 16,-1-2-5-16,1 0 14 15,0-2-6-15,-1-1 0 16,1 1-3-16,0-3 2 16,1 0-2-16,0 0 0 15,-1 0 0-15,2 0 9 0,-1 0-14 16,-1 0 13-1,2 1-7-15,-1 1-6 0,1-1 5 16,-1 1 1-16,1-1 8 16,-1-1-14-16,1-1 0 15,1 0 5-15,-1 0 3 16,0-3-7-16,1 0-1 16,-1-2 0-16,1-2 0 15,0 0 0-15,0-1 0 16,0 0-1-16,0 0-12 15,0 0-18-15,0-3-36 16,0-4-59-16,0-2-91 16,1-6-114-16,2 1-273 15,-1 2-424-15</inkml:trace>
  <inkml:trace contextRef="#ctx0" brushRef="#br0" timeOffset="72047.8591">210 4613 2314 0,'0'0'566'0,"0"0"-526"16,0 0-3-16,0 0-19 16,0 0-18-16,0 0-121 0,0 0-110 15,-23-17-865-15</inkml:trace>
  <inkml:trace contextRef="#ctx0" brushRef="#br0" timeOffset="74081.3367">3991 6293 1086 0,'0'0'531'0,"0"0"-425"16,0 0 7-16,0 0 26 15,0 0 0-15,0 0-22 16,2 1-36-16,12-1-29 0,4-1-36 16,3-2-7-16,-1 0-7 15,-1-2-2-15,-3 1-76 16,-2 0-109-16,-7 2-176 15,-4 1-240-15,-3 0-422 0</inkml:trace>
  <inkml:trace contextRef="#ctx0" brushRef="#br0" timeOffset="74263.4857">3971 6355 13 0,'0'0'1081'15,"0"0"-866"-15,0 0-38 0,0 0 10 16,0 0-14-16,0 0-55 15,0 0-40 1,32 20-22-16,-2-30-36 0,4-1-20 16,0-2-40-16,-6 0-110 15,2-5-121-15,-8 3-267 16,-8 1-502-16</inkml:trace>
  <inkml:trace contextRef="#ctx0" brushRef="#br0" timeOffset="74458.8249">4092 6182 1322 0,'0'0'251'15,"0"0"-142"-15,0 0-39 0,46 6 91 16,-17 4-43 0,3 2-60-16,0 4-11 15,-10 1-21-15,-5 4-5 0,-14 3-9 16,-13 8-12-16,-44 15-10 15,1-7-159-15,-8-1-439 0</inkml:trace>
  <inkml:trace contextRef="#ctx0" brushRef="#br0" timeOffset="77617.0422">460 2330 1355 0,'0'0'270'0,"0"0"-57"16,0 0-43-16,0 0-47 16,0 0-44-16,0 0-41 15,0 0-16-15,27-28-11 16,-15 35 0-16,-2 5 1 16,-3 4 0-16,-1 2-2 15,-6 3 2-15,0 1 2 16,0 0 15-16,-6-4 5 15,1-3-19-15,1-4-3 16,3-5-10-16,1-1 4 16,0-2-5-16,7 0 4 0,5 0 6 15,2 1 1 1,3 0-3-16,1 2-3 0,-1-1-6 16,-5 3-1-16,-1 0 1 15,-8 2 1-15,-3 1 0 16,-2 2 11-16,-13 1 3 15,-3 1 1-15,-2 0-4 16,-2-2-12-16,4-5-4 16,9-8-75-16,4 0-120 15,5-6-410-15</inkml:trace>
  <inkml:trace contextRef="#ctx0" brushRef="#br0" timeOffset="77845.3105">815 2307 1676 0,'0'0'364'16,"0"0"-94"-16,0 0-134 15,0 0-62-15,0 0-50 16,-3 42 45-16,3-18-1 16,0 3-23-16,0 1-26 15,0-1-11-15,0-3-7 16,0-3-1-16,0-4-67 15,-1-3-132-15,-3-6-145 16,0-5-309-16,-3-3-314 0</inkml:trace>
  <inkml:trace contextRef="#ctx0" brushRef="#br0" timeOffset="78012.6889">683 2409 1285 0,'0'0'311'16,"0"0"-85"-16,0 0-96 15,0 0-50-15,39 0 32 16,3 0-1-16,15 0-43 16,7 0-40-16,-13 0-13 15,-6 2-15-15,-20 1-63 16,-8-3-443-16</inkml:trace>
  <inkml:trace contextRef="#ctx0" brushRef="#br0" timeOffset="78389.4971">985 2215 1568 0,'0'0'247'16,"0"0"-39"-16,0 0-133 16,0 0-33-16,0 0 10 15,47-5 8-15,-32 9-12 16,-2 5-22-16,-4 2-17 15,-4 2-9-15,-5 3 11 0,0 0-11 16,-4 0 1 0,-3-2 1-16,0-3 5 15,2-3 0-15,2-4 2 16,2-2-3-16,1-1 12 16,0-1 24-16,4 2 10 0,6 3 44 15,4-1 11-15,5 4-27 16,2 3-16-16,-1 1-21 15,0 1-7-15,-3 1-5 16,-7 3-8-16,-7 1-8 16,-10 7-6-16,-34 11 3 15,-40 15-12-15,-32 10-62 16,12-11-442-16,6-7-1158 0</inkml:trace>
  <inkml:trace contextRef="#ctx0" brushRef="#br0" timeOffset="83724.0092">8347 3033 428 0,'0'0'236'0,"0"0"-65"16,0 0-53-16,0 0-28 15,0 0 7-15,0 0-5 16,-4-4-11-16,4 4-28 15,-1 0-23-15,0 0-15 16,-1 2-7-16,-1 4 2 16,1 2 6-16,1 2 2 15,-1 2 11-15,1 1-4 16,1 1-11-16,0 1 1 16,0 1-1-16,0 0-2 0,0 0-6 15,0-1-5-15,-1 2 9 16,0-2 6-16,0 0 0 15,1 0-1-15,0-1-1 16,-1 0-8-16,1-1 7 16,-1 2-2-16,1-2 2 15,0 1-2-15,0 1 0 16,0 0-1-16,-1-1-3 16,1 2 2-16,0-3-8 15,0 2 9-15,0-2 3 16,-1 1-7-16,1-2 1 15,0 2-6-15,0-1 5 16,0 0 3-16,0-1-8 16,0-2 6-16,0 0-1 15,0-2-6-15,1-2 0 0,0 1 0 16,0-2 0-16,0-1 1 16,-1 0 0-16,2 0-1 15,-1 0 3-15,-1 0-2 16,1 0 0-16,1 0 0 15,-2 1 8-15,2-2-9 16,-1 2-1-16,0-1 1 16,0 2 0-16,0-1 2 15,0 0-1-15,0 0-1 16,0 0 1-16,0 1-1 16,0-2 1-16,1 0-1 0,-1 0 2 15,1 0 0 1,-1 0-1-16,1-1 0 0,0 0 8 15,0-1-2-15,0-1 2 16,0 1 3-16,0 0 1 16,1-2-11-16,1 1 14 15,1-1-2-15,1 0-12 16,0 0 7-16,4 0 2 16,-1 0-2-16,2 0-2 15,1 0-1-15,-1 0-6 16,1-1 0-16,0 0 6 15,0 0-5-15,1 0-1 16,-1 0 1-16,1 1 0 16,-1-1 1-16,1 1-1 0,0-1 6 15,0 1-7-15,-1 0 1 16,0 0-2-16,-1 0 2 16,0 0 5-16,-1 0-6 15,-1 0 0-15,-1 0 0 16,1 0 0-16,0 0 2 15,-1 0-1-15,0 0 1 16,0 0 5-16,-1 0-4 16,-1-1 3-16,0 0-5 15,-1 0 7-15,-1 0-8 16,1 0 1-16,-1 1-1 16,0-2 1-16,1 1 0 15,-1 0 1-15,1-1-1 0,1 0 7 16,-1 1-7-16,1-1 0 15,-2 0 1-15,0 0-1 16,-1-1 0-16,1 0 6 16,0-1-6-16,0-1 0 15,0-1 0-15,0-2 2 16,0 0 4-16,0-2-6 16,0 0 0-16,-1-1 0 15,1-2 0-15,0 1 0 16,0-2 1-16,0 1-1 15,-1-1 0-15,0-2 0 16,-2 1 0-16,0-2 1 16,-1 0-1-16,1 0 0 0,0 0 1 15,0 1 11-15,0 0 3 16,1-1-9-16,-1 1-5 16,1-1-1-16,-1 0 9 15,0 0-8-15,1 0-1 16,-2 0-1-16,1 1 1 15,0-2 2-15,0 2-3 16,-1-1 1-16,0 1-1 16,0 0 1-16,0 2-1 15,1 1 1-15,-1 2 1 16,0 0-1-16,0 2 1 16,0 1 5-16,0 0-1 15,0 0 1-15,0 0-5 16,0 0 7-16,0 1-8 15,0-2 5-15,0 1-6 0,-1 0 2 16,1 0-2-16,0 0 2 16,-1 2-1-16,1 1-1 15,-1 1 1-15,0-1 6 16,1 2 2-16,-3-1 2 16,2 2 6-16,-1 0-5 15,0 0 12-15,-1 0-24 16,-1 1 19-16,0 0-9 15,-3 1-3-15,-1 0-7 16,-2 0 0-16,-2 0 0 16,-1 0 8-16,-3 0-7 15,-2 4 1-15,-1-2 4 0,-4 1 2 16,-1 0 3 0,-3 0-4-16,0 0 11 0,-2 1 4 15,1-2-5-15,0 0 6 16,3-1 7-16,3 1-6 15,2-2 5-15,3 0 0 16,4 1 3-16,2-1-8 16,1 1-9-16,2-1-6 15,1 0-2-15,0 0-1 16,3 0 0-16,-2 0 2 16,3 0 2-16,0 0 11 15,0 0 4-15,1 0-11 16,1 0-8-16,0 0-5 15,0 0-1-15,0 0-37 0,-8 8-124 16,1 0-183-16,-3 0-408 0</inkml:trace>
  <inkml:trace contextRef="#ctx0" brushRef="#br0" timeOffset="87559.6538">1278 4027 388 0,'0'0'592'0,"0"0"-408"0,0 0 10 16,-37 26-26-16,31-19 3 15,3-1-24-15,3 0-30 16,0 0-10-16,7 0 10 15,5 1-10-15,2 1-13 16,3 1-14-16,2 0-10 16,0 1-20-16,-2 0 5 15,-3 0-19-15,-4 1-17 16,-4 0-10-16,-5 0-7 16,-1 2-1-16,-5 0-1 15,-11-1-114-15,-15 2-109 16,2-4-257-16,1-4-330 0</inkml:trace>
  <inkml:trace contextRef="#ctx0" brushRef="#br0" timeOffset="87724.9962">1219 4025 1315 0,'0'0'241'0,"0"0"-39"15,52-26-67-15,-19 16-50 16,8-1-45-16,11 3-28 15,3 1-12-15,-10 2-41 16,-5 3-167-16,-16 2-317 16,-7-1-540-16</inkml:trace>
  <inkml:trace contextRef="#ctx0" brushRef="#br0" timeOffset="87915.0644">1621 3921 1315 0,'0'0'392'0,"0"0"-38"16,0 0-159-16,0 0-56 15,0 0-1-15,-15 41-17 16,13-18-50-16,-1 0-29 16,2 1-17-16,-1-1-23 15,-1-1 8-15,-1-1-10 16,0-2-8-16,-2-2-136 16,-8-1-162-16,2-5-288 15,-1-5-231-15</inkml:trace>
  <inkml:trace contextRef="#ctx0" brushRef="#br0" timeOffset="88107.117">1496 3995 1007 0,'0'0'235'0,"0"0"-21"16,0 0-14-16,44 30-60 15,-23-16-18-15,3 1-24 16,2-1-47-16,0-1-30 15,1-3-21-15,-3-5-11 16,5-6-148-16,-6-8-161 16,-4-4-638-16</inkml:trace>
  <inkml:trace contextRef="#ctx0" brushRef="#br0" timeOffset="88363.0956">1797 3823 599 0,'0'0'849'0,"0"0"-668"15,0 0 13-15,0 0-35 16,0 0-19-16,-23 46-59 16,24-27-30-16,10 1-5 15,4 1-6-15,3-2 9 16,1 0 3-16,1-1 0 16,-4-3-6-16,-1-2-16 15,-6 0-17-15,-4-2-4 16,-5 1-7-16,-2-3 7 15,-10 1-4-15,-7 0-5 0,-5-4-78 16,-4-1-51-16,-17-5-133 16,7-2-379-16,5-6-521 0</inkml:trace>
  <inkml:trace contextRef="#ctx0" brushRef="#br0" timeOffset="88520.0947">1674 3879 863 0,'0'0'342'15,"0"0"-133"-15,45-24-13 16,-21 15-18-16,11 2-45 16,-2 1-80-16,2 3-32 15,0 2-21-15,-3 2-3 16,-7 6-224-16,-6 0-478 0</inkml:trace>
  <inkml:trace contextRef="#ctx0" brushRef="#br0" timeOffset="88750.3236">1541 4293 1092 0,'0'0'1082'0,"0"0"-958"15,0 0-66-15,0 0 25 16,46-11 89-16,-15 2-65 15,4-1-43-15,3-1-35 16,-9 3-28-16,2-1-1 16,-9 2-92-16,-7 4-127 0,-5 3-301 15,-8 0-258-15</inkml:trace>
  <inkml:trace contextRef="#ctx0" brushRef="#br0" timeOffset="88935.3047">1522 4405 1733 0,'0'0'269'0,"0"0"-127"0,0 0-6 15,0 0 67-15,0 0-35 16,0 0-41-16,73-5-15 16,-14-12-64-16,6 1-27 15,-12 2-21-15,-13 6-107 16,-20 5-270-16,-9 1-666 0</inkml:trace>
  <inkml:trace contextRef="#ctx0" brushRef="#br0" timeOffset="97016.3921">11849 2884 127 0,'0'0'206'0,"0"0"181"16,0 0 180-16,0 0-332 15,0 0 36-15,0 0-47 16,0 4-23-16,0-4-27 16,0 0-26-16,0 1-11 15,8-1-3-15,4 0-23 0,5 0-36 16,3 0-33-16,3 0-16 15,1-3-15-15,1-3-10 16,0 1-1-16,-2 0 0 16,-5 0-76-16,-4 2-71 15,-5 0-127-15,-8 2-76 16,-1 1-233-16,-2 0-300 0</inkml:trace>
  <inkml:trace contextRef="#ctx0" brushRef="#br0" timeOffset="97259.7275">11856 2960 178 0,'0'0'1185'0,"0"0"-790"16,0 0-77-16,0 0-66 15,0 0 41-15,0 0-111 16,56-7-61-16,-31 4-49 15,2-1-32-15,-2 1-15 16,2-1-14-16,-2 2-11 16,-1 0-1-16,-3 1-62 15,-5 1-133-15,-5 2-290 16,-8 1-435-16</inkml:trace>
  <inkml:trace contextRef="#ctx0" brushRef="#br0" timeOffset="99948.1001">13987 2944 62 0,'0'0'1039'0,"0"0"-518"16,0 0-214-16,0 0-40 16,0 0-29-16,0 0-61 15,5-1-95-15,4 0-46 16,2 0-24-16,4-1-5 16,0 1-6-16,3 1-1 15,-2-1-37-15,-3 1-149 16,-5 0-100-16,-3 0-266 15,-5 0-215-15</inkml:trace>
  <inkml:trace contextRef="#ctx0" brushRef="#br0" timeOffset="100132.0194">13926 3010 354 0,'0'0'827'0,"0"0"-485"15,0 0-8-15,0 0-48 16,0 0-51-16,0 0-44 15,67 5-55-15,-14-5-79 16,6-1-32-16,-10 1-16 16,-13 0-9-16,-17 0-92 15,-8 6-206-15,-4 0-384 16,-7 0-897-16</inkml:trace>
  <inkml:trace contextRef="#ctx0" brushRef="#br0" timeOffset="104767.404">4687 2973 59 0,'0'0'64'16,"0"0"-37"-16,0 0-18 15,0 0-9-15,0 0 0 16,0 0-8-16,12-23 0 15,-9 17-7-15,-2 0 15 16,1-2 11-16,-2-1 17 16,1-2 31-16,0-2-39 15,0 0-4-15,2-11-16 16,0 3-2-16,1 3-41 0</inkml:trace>
  <inkml:trace contextRef="#ctx0" brushRef="#br0" timeOffset="105150.9222">4752 2496 61 0,'0'0'166'0,"0"0"-71"15,0 0-85-15,0 0-10 16,0 0-2-16,0 0 1 16,0 0 1-16,0 0-2 15,0 0-9-15,0 0 3 16,0 0-9-16,0 0-45 16,-1 0-59-16</inkml:trace>
  <inkml:trace contextRef="#ctx0" brushRef="#br0" timeOffset="105731.2537">4422 2924 41 0,'0'0'0'16,"0"0"-41"-16</inkml:trace>
  <inkml:trace contextRef="#ctx0" brushRef="#br0" timeOffset="105939.5876">4788 2797 12 0,'0'0'3'16,"0"0"-3"-16,4-50-15 15</inkml:trace>
  <inkml:trace contextRef="#ctx0" brushRef="#br0" timeOffset="106717.162">4603 2542 67 0,'0'0'96'15,"0"0"-12"-15,0 0-19 16,0 0-57-16,0 0-8 16,0 0-2-16,0 0 1 15,0 0-7-15,0 0 8 16,0 0-7-16,0 0 1 15,0 0-3-15,0 1-131 16,-2-1 97-16,0 0 43 0</inkml:trace>
  <inkml:trace contextRef="#ctx0" brushRef="#br0" timeOffset="108197.3975">343 3288 198 0,'0'0'86'0,"0"0"-15"16,0 0-36-16,0 0-5 15,-4 39-8-15,4-30 4 16,0-1 21-16,0 0-27 16,3 1-12-16,1-1-8 15,2-2-1-15,1 1-32 16,8 0-3-16,-2-1-114 15,1-3-120-15</inkml:trace>
  <inkml:trace contextRef="#ctx0" brushRef="#br0" timeOffset="111239.3859">10685 3572 1033 0,'0'0'366'15,"0"0"-32"-15,0 0-87 16,0 0-61-16,0 0-104 16,0 0-38-16,0 0-9 15,5-1-8-15,6-1-3 16,2-1-8-16,5-1-4 0,0 0-11 15,1 0-1-15,0 0 0 16,-2 3-17-16,-6 1-20 16,-4 0-288-16,-6 0-454 0</inkml:trace>
  <inkml:trace contextRef="#ctx0" brushRef="#br0" timeOffset="111433.1612">10639 3647 1068 0,'0'0'289'16,"0"0"9"-16,0 0-102 0,0 0-4 15,0 0-75-15,0 0-16 16,47-5-32-16,-22-1-43 16,0-1-26-16,1-1-20 15,0-5-179-15,-7 2-275 16,-7 0-588-16</inkml:trace>
  <inkml:trace contextRef="#ctx0" brushRef="#br0" timeOffset="111664.8023">10765 3455 1388 0,'0'0'271'0,"0"0"-42"15,0 0-137-15,53-17-23 0,-27 17 6 16,3 9 5-16,3 7-9 16,-1 4-28-16,-4 4 47 15,-4 4-14-15,-12 7-5 16,-14 8-41-16,-38 9-30 16,-26 4-8-16,2-14-225 15,-2-11-552-15</inkml:trace>
  <inkml:trace contextRef="#ctx0" brushRef="#br0" timeOffset="113909.8927">1624 4384 626 0,'0'0'541'15,"0"0"-347"-15,0 0 95 16,0 0-52-16,0 0-26 16,0 0-66-16,0 0-46 15,-2-26-28-15,11 21-22 16,3 0-16-16,4 1-8 15,2 0-7-15,4 0-12 16,1-1-5-16,0 1 0 16,1-1 0-16,-1 1-1 15,-4 0-22-15,-4 0-57 0,-1-1-43 16,-7 2-84-16,-7-1-17 16,0 2-104-16,-5 0-229 0</inkml:trace>
  <inkml:trace contextRef="#ctx0" brushRef="#br0" timeOffset="114129.5227">1550 4413 1016 0,'0'0'227'16,"0"0"-89"-16,0 0 89 15,0 0-36-15,0 0-27 0,0 0 12 16,61-10-52-16,-18-2-52 15,0 1-21-15,-4 0-23 16,-7 2-16-16,-8 3-6 16,-1 1-6-16,-2 1-38 15,-8 2-190-15,-10 1-541 0</inkml:trace>
  <inkml:trace contextRef="#ctx0" brushRef="#br0" timeOffset="116885.6166">2277 1963 864 0,'0'0'110'0,"-28"-34"-70"16,10 12 34-16,-2-2 111 16,1 0-9-16,2-2-29 15,3 0-21-15,4 0-38 16,6-2-5-16,4-1 0 0,6-1-27 15,15-5-25 1,16-6-9-16,16-3-10 0,12 1-3 16,2 5-8-16,1 8 9 15,-3 5-2-15,1 4-7 16,3 2 10-16,5 1-5 16,6 1 6-16,4-1-3 15,5 1 1-15,4 0-9 16,5 0-1-16,8-1 1 15,4 0 0-15,8 0 15 16,3 1 1-16,2 1-4 16,4 1-12-16,-1 3 0 15,2 1 10-15,2 1-4 0,1 3-6 16,2 2 0-16,2 1 0 16,1 1 0-16,0 2 0 15,0 1 2-15,1 0-2 16,-2 1 0-16,-1 7 0 15,-1 0-1-15,-3 2 0 16,-2 1 6-16,-3 0-4 16,0 2-2-16,-3 0 0 15,1 0 1-15,-1 0 13 16,-1 1-14-16,1 0 1 16,-4 0 0-16,1 2 6 15,-6 1 3-15,-5 1-9 16,-2 0 0-16,-7-1 6 0,-2-1 1 15,-4-4 3 1,-6 3-5-16,-7-2 2 0,-7 0 4 16,-9 2-3-16,-6 0 4 15,-13-1 5-15,-13-2 7 16,-9-1-4-16,-5-2 7 16,0 4-7-16,2 1-15 15,-1 3 5-15,-2-1 4 16,-1 1-3-16,-1 1 3 15,-1 0 1-15,0-2 7 16,-1 0-2-16,-3-2-1 16,-1-2 0-16,-2-3-4 15,-3-2-1-15,0-3-6 16,-2-1-7-16,-2-1 5 0,1-1-7 16,-1 0 1-16,1 0 5 15,-1-1-5-15,1 0-1 16,-1 0 0-16,0 0 0 15,1 0-1-15,-1 0-10 16,0 0-34-16,0 0-42 16,0 0-36-16,0 0-71 15,-4 0-50-15,-4-3-317 16,-3-2-532-16</inkml:trace>
  <inkml:trace contextRef="#ctx0" brushRef="#br0" timeOffset="117132.9187">8056 1642 722 0,'0'0'670'15,"0"0"-452"-15,0 0-94 16,0 0 19-16,0 0 69 16,0 0-35-16,57 28-38 15,-31-16-21-15,4-1-29 16,3 0-19-16,0 0-31 15,-1-1-24-15,-4-3-9 16,-2-2-6-16,-3-2 0 16,-5-2-95-16,-4-1-73 15,-6-8-148-15,-5-2-300 16,-3-4-715-16</inkml:trace>
  <inkml:trace contextRef="#ctx0" brushRef="#br0" timeOffset="117320.4098">8348 1566 1450 0,'0'0'263'15,"0"0"-153"-15,0 0-14 16,0 0 133-16,-11 54-80 16,4-29-41-16,-2 2-36 15,-2 2-41-15,-2-1-31 16,-10 15-46-16,3-8-305 15,1-5-885-15</inkml:trace>
  <inkml:trace contextRef="#ctx0" brushRef="#br0" timeOffset="119357.2832">8330 3052 358 0,'0'0'211'0,"0"0"-38"0,0 0-70 16,0 0-58-16,0 0-27 15,0 0-17-15,0 0 18 16,0 15 37-16,0-4-13 15,-1 2-14-15,0 3-1 16,0 2-7-16,0 1-13 16,-1 3 2-16,1 1-4 15,-1 0 2-15,1 0-8 16,1 1 0-16,-1 0-37 16,1 1 18-16,-1 0-25 0,1 1-29 15,-1 0-47 1,0-1-9-16,0-1 20 0,0-2 51 15,0-3 19-15,1-2 10 16,0 2-16-16,0-4-11 16,0-2-10-16</inkml:trace>
  <inkml:trace contextRef="#ctx0" brushRef="#br0" timeOffset="120378.6751">8742 2936 487 0,'0'0'178'0,"0"0"-66"16,0 0-31-16,0 0-42 16,0 0-39-16,0 0-11 15,0 0-134-15,0 0-161 0</inkml:trace>
  <inkml:trace contextRef="#ctx0" brushRef="#br0" timeOffset="121666.0506">5166 1527 1092 0,'0'0'257'0,"0"0"9"15,0 0-24-15,0 0-17 0,0 0-49 16,0 0-73-16,0 0-49 15,-33-10-33-15,23 27-5 16,2 3 17-16,3 3 5 16,3 1-1-16,2-1-17 15,6-3-13-15,5-3-6 16,1-5 1-16,2-4-1 16,1-5-1-16,0-3-1 15,-1-4-8-15,-3-7-8 16,-1-4-6-16,-3-4-12 0,-5-1 7 15,-2-1 10 1,-2 1-5-16,-6 0-1 0,-4 2-4 16,-1 3-6-16,0 3 8 15,0 4 1-15,4 3-10 16,3 4-46-16,3 1-107 16,3 6-115-16,1 3-16 15,5 1-206-15</inkml:trace>
  <inkml:trace contextRef="#ctx0" brushRef="#br0" timeOffset="121872.5559">5267 1427 1495 0,'0'0'296'0,"0"0"57"0,0 0-152 15,0 0-100-15,0 0-63 16,0 0-23-16,0 0 6 15,-1 50-8-15,8-25-4 16,0 1-9-16,0 0-53 16,5 4-193-16,-1-6-345 15,-3-8-638-15</inkml:trace>
  <inkml:trace contextRef="#ctx0" brushRef="#br0" timeOffset="122060.4609">5395 1519 1560 0,'0'0'346'16,"0"0"-1"-16,0 0-191 0,0 0-82 16,0 0 51-16,-5 41-8 15,5-19-12-15,7 3-54 16,1 0-21-16,1 1-19 16,-1-1-9-16,-3-1-37 15,-2 4-167-15,-3-6-296 16,0-9-486-16</inkml:trace>
  <inkml:trace contextRef="#ctx0" brushRef="#br0" timeOffset="122285.0639">5407 1487 1039 0,'0'0'579'0,"0"0"-471"0,0 0-39 16,40-10-35-16,-18 10 30 15,1 4 11-15,2 6 17 16,-2 5-10-16,-3 1-12 16,-8 4-28-16,-6 0-15 15,-6 2-6-15,-5 1-9 16,-10-1-12-16,-20 3-30 16,5-5-298-16,2-7-967 0</inkml:trace>
  <inkml:trace contextRef="#ctx0" brushRef="#br0" timeOffset="122964.4903">8945 1427 785 0,'0'0'582'0,"0"0"-330"15,0 0 5-15,0 0-100 16,-39 3-44-16,27 10-7 0,-2 3-11 16,2 3-10-16,4 2-24 15,4 0-21-15,4-2-18 16,0-2-6-16,5-4-8 15,5-1-2-15,2-7-5 16,1-4 5-16,2-1 1 16,-1-5-7-16,0-8 0 15,-1-3-19-15,-4-3 1 16,-4-2 6-16,-3-1-3 16,-2 2-19-16,-5 2-15 15,-4 3 13-15,-3 6 8 16,-2 4-28-16,-1 5-104 0,2 0-34 15,7 5-16-15,3 2-98 16,3 0-330-16</inkml:trace>
  <inkml:trace contextRef="#ctx0" brushRef="#br0" timeOffset="123179.2149">9101 1329 1549 0,'0'0'293'16,"0"0"34"-16,0 0-151 16,0 0-90-16,0 0-48 15,0 0-9-15,-10 51 2 0,10-27-13 16,0 2-12 0,7-1-6-16,3 1-57 0,9 4-148 15,-3-7-283 1,0-6-531-16</inkml:trace>
  <inkml:trace contextRef="#ctx0" brushRef="#br0" timeOffset="123374.8762">9270 1400 1540 0,'0'0'300'0,"0"0"75"16,0 0-192-16,0 0-83 15,0 0-31-15,0 0 40 16,-11 52-21-16,11-28-39 15,0 1-25-15,0 2-15 16,0-1-8-16,0-1-1 0,0-1-91 16,-3 2-128-16,-4-6-288 15,0-7-403-15</inkml:trace>
  <inkml:trace contextRef="#ctx0" brushRef="#br0" timeOffset="123591.0646">9295 1352 476 0,'0'0'979'16,"0"0"-739"-16,0 0-40 0,0 0-72 15,49-32 23 1,-34 32-47-16,1 8-29 0,-2 5-4 16,-2 5-20-16,-6 1-7 15,-6 1-11-15,-1 1-11 16,-16 1-7-16,-13 4-15 15,-27 6-106-15,6-7-266 16,-2-1-745-16</inkml:trace>
  <inkml:trace contextRef="#ctx0" brushRef="#br0" timeOffset="131391.8846">13903 3673 1311 0,'0'0'295'0,"0"0"-107"16,0 0-22-16,0 0 23 16,0 0-28-16,38-21-56 15,-15 14-29-15,9 0-24 16,11 0-12-16,9 1-11 15,-5 2-12-15,-9 1-6 16,-11 2-10-16,-9 1 0 16,3 0-1-16,0 0-9 15,0-1-66-15,-7 0-106 16,-4-1-174-16,-7 0-340 0</inkml:trace>
  <inkml:trace contextRef="#ctx0" brushRef="#br0" timeOffset="131645.4822">13995 3670 1228 0,'0'0'305'0,"0"0"-113"15,0 0-31-15,0 0 13 16,0 0 18-16,0 0-40 15,0 0-34-15,62 2-41 16,-31-2-25-16,4 1-17 16,0-1-22-16,1 1-7 15,-2 1-5-15,-2-1-1 0,2 1-109 16,-9-1-183-16,-8-1-454 16</inkml:trace>
  <inkml:trace contextRef="#ctx0" brushRef="#br0" timeOffset="161978.7318">14281 4502 742 0,'0'0'413'16,"0"0"-161"-16,0 0 16 15,0 0 30-15,0 0-42 16,0 0-98-16,-19 0-32 15,19 2-29-15,6 2 10 16,6 0 38-16,12 1-21 16,19-1-13-16,18-2-21 15,13-2-24-15,3 0-26 16,-5-6-25-16,-9 3-1 16,-7 0-8-16,-13 1-6 0,-13 0 0 15,-9 0 0-15,-6 1-20 16,-3-2-58-16,-1 1-70 15,-2-1-91-15,-9 1-42 16,-10 0-216-16,-9 1-146 16,-3 0-606-16</inkml:trace>
  <inkml:trace contextRef="#ctx0" brushRef="#br0" timeOffset="162219.3368">14339 4613 1405 0,'0'0'229'16,"0"0"-83"-16,0 0 157 0,55 19 15 16,-3-13-43-16,17 0-59 15,9-3-41-15,-1 0-58 16,-8-3-36-16,-14 0-14 16,-5 0-23-16,-11 0-14 15,-11 0-17-15,-10 0-11 16,-5 0-2-16,-3 0-7 15,-2 0-78-15,-8 0-98 16,-3 0-176-16,-9 0-412 0</inkml:trace>
  <inkml:trace contextRef="#ctx0" brushRef="#br0" timeOffset="164689.0568">11968 4767 848 0,'0'0'235'0,"0"0"-13"16,0 0 27-16,0 0-21 15,0 0-47-15,0 0-42 16,0 0-34-16,8-8-22 0,2 7-22 16,2-1-7-1,4 1-15-15,3-1-12 0,2 1-12 16,3-2-8-16,2 3-5 16,-1-1-2-16,-2 1-2 15,-5 0-81-15,-5 0-169 16,-5 0-130-16,-7 0-360 0</inkml:trace>
  <inkml:trace contextRef="#ctx0" brushRef="#br0" timeOffset="164888.0674">11967 4823 1054 0,'0'0'206'0,"0"0"-34"16,0 0 57-16,0 0-28 15,0 0-42-15,40 4-42 16,-17-4-35-16,5 0-36 16,2-1-29-16,0-1-12 15,0 1-5-15,-8 1-165 16,-9 0-229-16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21:52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2197 4346 1234 0,'0'0'393'16,"0"0"-174"-16,0 0-1 16,0 0-47-16,0 0-33 15,0 0-46-15,3 0-39 16,8 0-14-16,4-1-12 16,3-4-14-16,4-1 4 15,2-1-10-15,1-1-7 16,-1-1-8-16,-3 0-73 15,-3 1-88-15,-3-4-134 0,-6 4-286 16,-6 1-819-16</inkml:trace>
  <inkml:trace contextRef="#ctx0" brushRef="#br0" timeOffset="190.8096">2223 4377 563 0,'0'0'964'15,"0"0"-781"-15,0 0-21 16,0 0-60-16,0 0-25 16,0 0-26-16,0 0 39 15,53-1-25-15,-10-13-41 16,-2 0-21-16,-3-2-3 0,3-6-106 16,-13 5-178-1,-4 0-312-15</inkml:trace>
  <inkml:trace contextRef="#ctx0" brushRef="#br0" timeOffset="410.0412">2402 4126 584 0,'0'0'1196'16,"0"0"-1045"-16,0 0-112 15,0 0-11-15,42 17 69 16,-5-5 24-16,1 2-37 0,-4 0-25 15,-7 2-17 1,-11 1-22-16,-6 11-9 0,-10 15-2 16,-36 17-9-16,-28 9-41 15,-1-11-243-15,0-13-504 0</inkml:trace>
  <inkml:trace contextRef="#ctx0" brushRef="#br0" timeOffset="3949.6192">1946 3228 388 0,'0'0'1007'0,"0"0"-787"15,0 0 42-15,0 0 4 16,0 0-55-16,0 0-58 15,0 0-76-15,-24-8-48 16,20 26-13-16,1 5 39 16,1 3-10-16,-1 2-9 15,1-1-17-15,1 0-12 16,-2-1-5-16,0-3-2 16,-1-1 0-16,-2-5-10 15,-1-3-78-15,-2-5-35 0,-1-5 5 16,-1-3 21-16,0-1 54 15,-1-10 25-15,1-6 12 16,0-3 6-16,4-1 1 16,1 0 8-16,2 4 17 15,3 5 3-15,1 5 28 16,0 4-20-16,0 2-26 16,2 3-11-16,6 6 36 15,3 2 15-15,2 4-1 16,3 0-19-16,1 1-7 15,0-2-9-15,3-3-6 16,0-3-3-16,1-1-4 16,-2-5-1-16,-1-2 1 15,-4 0-1-15,-1-1-1 16,-4-7-18-16,-2 0-9 0,-3-2 7 16,-2-1 1-16,-1 0 12 15,-1 0 6-15,0 3 0 16,0 1 1-16,0 1 0 15,0 4 0-15,-1 2 0 16,-2 0-1-16,0 5-18 16,-3 7 13-16,-1 3 6 15,0 2 0-15,-1 0 1 16,0-1-1-16,1-1 0 16,0 1-26-16,-3 4-132 15,3-3-161-15,-2-2-366 0</inkml:trace>
  <inkml:trace contextRef="#ctx0" brushRef="#br0" timeOffset="7335.1188">3080 3156 58 0,'0'0'177'0,"0"0"1"0,0 0 92 16,0 0-5-16,0 0-26 16,0 0-16-16,3-42 23 15,-3 35 8-15,0 1-41 16,-1 2-41-16,0 1-7 16,-2 2-12-16,2 1-49 15,0 2-54-15,-1 9-31 16,1 8-9-16,1 6 4 15,-1 5 8-15,1-1-8 16,0 0-5-16,0-3-3 0,1-2-6 16,0-3-1-16,-1-3 1 15,0-3-1-15,0-4-59 16,-1-3-56-16,-6-2-14 16,-4-4 39-16,-1-2 19 15,-4-2 21-15,-2-7 26 16,2-3 19-16,1-2 6 15,0-1 1-15,5 1 8 16,2 1 13-16,3 2 15 16,3 4 23-16,1 4-7 15,1 2-23-15,0 1-20 16,3 3-9-16,5 7 26 16,3 1 10-16,4 3-6 0,0 1-2 15,5 0 5-15,1-2-9 16,2-1-13-16,-2-1 0 15,2-4-12-15,-3-1 1 16,-1-5-1-16,-3-1-6 16,-2 0-56-16,-3-3-16 15,-3-5 8-15,-1-3-10 16,-3-1 10-16,-1-1 7 16,-3 1 36-16,0-2 17 15,0 2 9-15,0 3 1 16,-1 2 0-16,-1 2 10 15,-1 3 12-15,2 2 6 16,-1 0-13-16,0 1-7 0,-3 8-8 16,1 3 2-1,0 2-1-15,-1 1 2 0,1 1-2 16,0 0 0-16,0-2-1 16,-1 0 0-16,1-2-53 15,-2 1-204-15,3-5-262 16,-1-2-379-16</inkml:trace>
  <inkml:trace contextRef="#ctx0" brushRef="#br0" timeOffset="7533.493">3282 3304 485 0,'0'0'1311'0,"0"0"-1157"0,0 0-37 16,0 0-55-16,-49 35-22 16,35-23-36-16,-9 9-4 15,4-4-224-15,-1 1-737 0</inkml:trace>
  <inkml:trace contextRef="#ctx0" brushRef="#br0" timeOffset="11376.5462">4308 4159 453 0,'0'0'622'0,"0"0"-473"16,0 0 19-16,0 0 12 0,0 0-8 16,0 0 11-16,-12-1-8 15,12 1-62-15,0 0-41 16,1 0-14-16,9 0 2 16,14 3 55-16,20 5 56 15,23-1-16-15,13 0-31 16,5-3-45-16,0 0-2 15,-6-3-28-15,-3-1-19 16,-3 0-3-16,-6 0 0 16,-7 0-9-16,-7-1 0 15,-12-3-4-15,-10 1-2 16,-9 1-12-16,-4-3-1 16,0 1 0-16,-2 0 1 0,-1-1 0 15,-8 1 0 1,-6 0-1-16,-1 1-29 0,-18-1-73 15,-19 2-105-15,-21 2-155 16,4 0-197-16,4 0-281 0</inkml:trace>
  <inkml:trace contextRef="#ctx0" brushRef="#br0" timeOffset="11789.3829">4275 4260 1237 0,'0'0'165'0,"0"0"-66"15,0 0 60-15,0 0 38 16,0 0-42-16,0 0-26 15,0 0-40-15,4 12 66 16,24-4 25-16,24 1 21 16,25-2-43-16,13-4-39 15,5-3-24-15,-3 0-23 16,-12-1-28-16,-3-3-11 0,-8 0-11 16,-10 2-2-1,-16 0-4-15,-12 1-15 0,-12-1 5 16,-5 2-5-16,0-1 0 15,-2 1 6-15,0-1-7 16,-6 1-8-16,-4 0 1 16,-2 0-39-16,-3 0-68 15,-42 5-114-15,-1 3-338 16,-9 0-398-16</inkml:trace>
  <inkml:trace contextRef="#ctx0" brushRef="#br0" timeOffset="16617.1615">6507 4128 622 0,'0'0'364'0,"0"0"-132"15,0 0 27-15,0 0 11 16,0 0-23-16,0 0-21 16,-5-12-55-16,5 12-21 15,0 0-19-15,0 0-18 16,0 0-16-16,2 0-48 15,5 0-19-15,2 0 0 16,5 2 11-16,2 0-9 16,4-1-9-16,2-1-5 15,2 0-5-15,1 0-12 0,0 0 8 16,1-3-8-16,-3 0 10 16,-3 0-11-16,-3-1-2 15,-6 1-4-15,-5 1-3 16,-3 0-68-16,-3 1-61 15,-10 1-163-15,-6 0-259 16,-1 0-134-16</inkml:trace>
  <inkml:trace contextRef="#ctx0" brushRef="#br0" timeOffset="16991.2146">6523 4222 378 0,'0'0'984'16,"0"0"-688"-16,0 0-74 16,0 0-6-16,0 0 20 15,0 0-45-15,0 0 10 16,6 1-14-16,3 0-39 15,3 0-57-15,5-1-22 16,5 1-19-16,4-1-7 0,3 0-1 16,3 0-3-16,1-1-27 15,-1-1-11 1,-2-1 17-16,-3 0-3 0,-4 2-9 16,-6-1-4-16,-3 2-2 15,-6-1-1-15,-4 1-8 16,-2 0-17-16,-2 0-4 15,-30 5-119-15,-2 3-436 16,-12 0-622-16</inkml:trace>
  <inkml:trace contextRef="#ctx0" brushRef="#br0" timeOffset="23117.2408">11100 2478 591 0,'0'0'292'0,"0"0"-145"16,0 0 5-16,0 0-32 15,0 0 15-15,0 0-10 16,-1 0-3-16,1 0-35 15,0 0-14-15,0 0-10 16,1 0-5-16,3 0 5 16,2 0 3-16,2 0 0 15,2 0-8-15,3 1-12 16,1 1 4-16,4 0-1 0,3 0-13 16,1 1-2-1,2-1-5-15,-1 1 0 0,2-1-9 16,0 0 6-16,0-1-1 15,-1 1-4-15,0-1-2 16,0-1-7-16,-1 0 13 16,0 0-1-16,0 0-4 15,0 0-3-15,0 0-3 16,1 0-1-16,1-2-1 16,1 0-4-16,1 1 4 15,1-1-6-15,1 0 6 16,0 0-1-16,0 1-9 0,1 0 5 15,-1 1 2 1,0-1 2-16,0 0-10 0,-1 1 13 16,1 0-7-16,-1 0 1 15,0 0-1-15,0 0-1 16,-1 0-4-16,-1 0 11 16,1 0-5-16,0 0 0 15,1 0-7-15,0 0 12 16,1 0-7-16,2 0 0 15,2 0 0-15,1 0 6 16,2-1-3-16,0 0-9 16,1 1 9-16,0-1-7 15,-1 1-1-15,5 0 11 0,6 0-3 16,-4 0-8 0,-5 0 7-16,1 0-3 0,-10 0-5 15,3 1 0-15,6-1 0 16,-7 2 9-16,5 0-8 15,-1-1 0-15,1 1 0 16,-2 0 5-16,1-1 5 16,1 1-2-16,4 0-9 15,6 1 15-15,5-1 1 16,-3 1-4-16,-11-1 0 16,-9-1-3-16,0 0 0 15,10 1-8-15,9 0 16 16,0 0-5-16,-10-1 4 15,-9 1 1-15,-5-2 4 16,9 0-12-16,9 0 4 0,2 2 5 16,-6-2 8-1,2 0-10-15,1 0 4 0,-1 0 1 16,1 0 2-16,-7 0-12 16,-7 0-5-16,5 0-6 15,2-2 6-15,0 0-5 16,-4-1 7-16,-1 1-7 15,-3 0 5-15,-3 0-4 16,0 0 10-16,-3 0-11 16,0 0 10-16,-1-1 1 15,-2 1-3-15,-2-1-9 16,-1 1 8-16,-3-1-8 16,-2 2 0-16,-2-1 5 0,-2 1-4 15,-3 0-1-15,-1 0 0 16,-8-1-17-16,-19-1-92 15,-49-5-152-15,5 0-523 16,-14 0-977-16</inkml:trace>
  <inkml:trace contextRef="#ctx0" brushRef="#br0" timeOffset="24534.3123">9257 2952 1547 0,'0'0'256'0,"0"0"-145"15,0 0-40-15,0 0 74 16,0 0 62-16,0 0-17 16,57 0-32-16,-16 0-53 15,11-5-49-15,-3-1-23 16,-9 1-14-16,-12 1-7 15,-10 1-6-15,1-1-6 16,-1 2-5-16,-2-1-93 16,-6 1-117-16,-10 1-77 15,-3 1-248-15,-8 0-437 0</inkml:trace>
  <inkml:trace contextRef="#ctx0" brushRef="#br0" timeOffset="24694.5387">9208 3067 1647 0,'0'0'225'0,"0"0"-100"15,41-3-24-15,5-7 65 16,22-4-49-16,6 0-71 16,-5 3-46-16,-22 5-89 15,-25 5-674-15</inkml:trace>
  <inkml:trace contextRef="#ctx0" brushRef="#br0" timeOffset="26737.2815">8043 3562 887 0,'0'0'249'0,"0"0"-64"15,0 0 2-15,0 0 24 16,0 0-25-16,0 0 19 16,-33-28-87-16,20 32-73 0,-4 8-38 15,-5 13 0 1,-1 12 4-16,-1 12 50 0,6 2-5 16,10-3 5-16,8-11 1 15,1-12-38-15,8-5-2 16,4-1-16-16,3 4 11 15,2 4 5-15,3 2-12 16,-3-1 4-16,-3-1-14 16,-7 0 2-16,-6 0 10 15,-2 0-2-15,-12 2-1 16,-6 0-8-16,-5-1 1 16,-3-2-1-16,-1-3 0 15,2-6 2-15,2-5 4 0,4-6-5 16,5-6-2-1,5 0 9-15,5-3-9 0,3-4 0 16,1 3 1-16,2 0 8 16,7 4-9-16,2 0-1 15,3 8 1-15,0 10 9 16,2 12 8-16,-2 17 38 16,-4 20 23-16,-3 9-2 15,-3 1-22-15,-2-1 4 16,-1-5-19-16,4 3-18 15,0 3 1-15,0 0 29 16,-2-4-36-16,-3-1-15 16,0-2 11-16,0-2 1 15,-2-5 1-15,-5-5-5 16,-2-7-7-16,1-7 1 16,0-10 5-16,1-5 13 0,2-10-19 15,0-4 0-15,0 3 1 16,0 1 8-16,0 1-9 15,2-3-1-15,1-3 0 16,1-3 0-16,1-2 0 16,0-3 0-16,0-4-6 15,0 0-4-15,0-2-5 16,2 0-3-16,3-2 7 16,2-5 1-16,3-3-1 15,1-2-14-15,1 0-20 16,0-1-42-16,-2 0-100 15,-2-3-119-15,-2 5-237 0,-5 2-538 16</inkml:trace>
  <inkml:trace contextRef="#ctx0" brushRef="#br0" timeOffset="26919.3805">7861 5543 2485 0,'0'0'292'0,"0"0"-292"15,0 0-44-15,0 0-194 16,0 0 1-16,0 0-340 0</inkml:trace>
  <inkml:trace contextRef="#ctx0" brushRef="#br0" timeOffset="31872.3932">11800 2031 1435 0,'0'0'510'0,"0"0"-297"16,0 0 12-16,0 0-32 16,0 0-29-16,10-39-63 0,0 27-41 15,5-1-23-15,3-2-22 16,5-1-3-16,3-3-11 16,3-2-1-16,1-3-8 15,1-3-3-15,-2-2-23 16,-3 2-21-16,-4 0-110 15,-7 2-84-15,-9-3-137 16,-3 6-149-16,-3 5 49 0</inkml:trace>
  <inkml:trace contextRef="#ctx0" brushRef="#br0" timeOffset="32114.1278">11990 1660 983 0,'0'0'320'0,"0"0"-107"16,0 0-50-16,0 0-21 15,0 0-47-15,45 0 16 16,-20-1-21-16,4 0-9 16,1 1 2-16,1 0-45 15,-2 2-17-15,-4 4-14 16,-6 2-7-16,-5 2 0 16,-7 2-16-16,-6 2 0 15,-1 1 2-15,-7 1 2 16,-6 1-5-16,-3-1-143 0,-2 0-98 15,3-5-269 1,5-6-615-16</inkml:trace>
  <inkml:trace contextRef="#ctx0" brushRef="#br0" timeOffset="32356.2532">12364 1414 1674 0,'0'0'348'0,"0"0"-194"16,0 0-71-16,0 0-30 16,0 0-34-16,0 0-13 15,12 36 36-15,0-9-5 16,0 3 31-16,1 8 18 16,-3-6-8-16,0 1-29 0,-1-3-46 15,-1-8-3 1,0-2-161-16,0-12-186 0,-3-6-274 15,-1-3-235-15</inkml:trace>
  <inkml:trace contextRef="#ctx0" brushRef="#br0" timeOffset="32637.9574">12513 1425 1038 0,'0'0'262'0,"0"0"-49"0,0 0 30 15,0 0-95-15,0 0-72 16,0 0-26-16,-27 44 38 15,11-22-45-15,0 1-21 0,0-1-7 16,2-5-8 0,6-5-1-16,2-4-4 0,5-5 18 15,1-3 35-15,0 0 23 16,4 0-5 0,4-2-24-16,4 0-27 0,3 1-14 15,3 1-7-15,5 1 5 16,2 4-5-16,3 2-1 15,-2 0 0-15,1 0-1 16,-2-3-17-16,3-1-117 16,-6-3-157-16,-6 0-314 0</inkml:trace>
  <inkml:trace contextRef="#ctx0" brushRef="#br0" timeOffset="33553.6838">12687 1444 1220 0,'0'0'226'16,"0"0"-26"-16,0 0-125 16,0 0-31-16,0 0 89 15,0 0-42-15,-4 35-41 16,10-24-16-16,1-3-23 16,2-1-3-16,1-3-8 15,0-3 19-15,1-1 1 16,0-1-5-16,1-7-2 15,-2-3-13-15,0-2 9 16,-3-2-3-16,-2 1 2 16,-3 1 0-16,-2 2 72 0,0 1-22 15,-1 4-15-15,-5 3-3 16,-1 3-9-16,-3 0-16 16,0 9-15-16,-2 4 1 15,2 5 5-15,1 1-5 16,4 2 0-16,3 1 0 15,2-3 1-15,2-1-2 16,7-3 1-16,2-5 1 16,2-2-2-16,0-4 2 15,0-4 3-15,-1-3-5 16,-1-6-15-16,-1-4-4 16,0-3-6-16,-3-3 1 15,-1 2 6-15,0-1 17 0,-2 3 0 16,-1 2-3-16,-1 4 4 15,-2 3 10-15,1 2 2 16,0 3 0-16,-1 1-12 16,3 1-8-16,3 6 2 15,3 2 6-15,2 3 6 16,4-1-5-16,0 1 0 16,0-3 0-16,0 0-1 15,-1-2 0-15,-2-4-52 16,0-3-28-16,-4 0-39 15,-2-7 35-15,-2-5 59 16,-1-4 19-16,-1-2 6 16,-1 0 9-16,2 1 13 15,-1 4 34-15,0 4-9 0,0 3 3 16,1 4-5-16,0 2-32 16,2 2-12-16,1 8 34 15,-1 3-7-15,1 2-14 16,-3 1-4-16,0 1 3 15,-3-2-12-15,0 0 0 16,0-4 0-16,-3-2-1 16,0-5 2-16,0-4 13 15,2 0 63-15,-1-12 2 16,2-4-42-16,0-6-14 16,0-2-1-16,7 1-5 15,2 2-7-15,1 5-11 16,2 4 1-16,0 5-1 0,2 5-10 15,2 2 8 1,1 3 1-16,1 6 0 0,-1 3 1 16,-1 1-1-16,-2 0-9 15,0 0-2-15,-3 0-49 16,0 2-146-16,-4-3-174 16,-2-4-386-16</inkml:trace>
  <inkml:trace contextRef="#ctx0" brushRef="#br0" timeOffset="34141.703">13265 1385 1190 0,'0'0'245'16,"0"0"-179"-16,0 0-18 0,0 0 71 15,0 0-26 1,0 0-46-16,0 0-15 0,31 31 2 15,-19-30-5-15,-1-1-11 16,-1 0-9-16,0 0-2 16,0-6-1-16,-1-2-5 15,-2 0 5-15,0-2 1 16,-4 2 23-16,-1 0 56 16,-2 3 35-16,0 1 18 15,0 2-32-15,0 2-18 16,0 0-39-16,-5 4-36 15,-2 5-8-15,1 4 9 0,-1 0 4 16,4 2-1-16,1 2 3 16,2-3-6-16,2 0 2 15,4-2-8-15,1-3-3 16,2-3-5-16,-1-4 0 16,1-2 16-16,0-3-8 15,1-6 0-15,1-6-3 16,-2-3 0-16,2-11 3 15,-3-13-8-15,-1 0 9 16,-2 4-9-16,-2 5-1 16,-1 14-29-16,-1 1 7 15,0 2 1-15,-1 7 0 16,0 5 12-16,0 3 9 16,0 1-8-16,1 5-8 15,1 7-23-15,4 8 39 0,1 5 0 16,2 4 28-16,-1 1 20 15,0 0-24-15,-3-2-24 16,-2-2-9-16,0-2-146 16,1-6-342-16,-3-6-474 0</inkml:trace>
  <inkml:trace contextRef="#ctx0" brushRef="#br0" timeOffset="34319.338">13714 1396 2011 0,'0'0'622'0,"0"0"-422"16,0 0-95 0,0 0-36-16,0 0-26 0,0 0-18 15,0 0-10-15,0-16-14 16,-6 16-1-16,-26 13-93 16,0 0-479-16,-11 1-719 0</inkml:trace>
  <inkml:trace contextRef="#ctx0" brushRef="#br0" timeOffset="42547.4497">11329 3428 172 0,'0'0'1205'0,"0"0"-915"15,0 0-123-15,0 0 44 16,0 0-11-16,39 27-43 15,-16-19-28-15,4-4-44 16,5 1-21-16,1-4-30 16,0 0-19-16,-3-1-15 15,-4 0-14-15,0-7-105 16,-9-1-92-16,-6-1-335 0</inkml:trace>
  <inkml:trace contextRef="#ctx0" brushRef="#br0" timeOffset="42861.0898">11386 3343 1446 0,'0'0'246'16,"0"0"-82"-16,0 0 14 15,0 0-4-15,0 0-5 16,0 0-21-16,0 0-29 15,-8 1-52-15,2 12 3 16,-2 5 26-16,-5 5-38 16,-3 3-1-16,-1 1-16 15,0 1-7-15,2-2-9 0,4-2-5 16,5-2-14 0,6-3 1-16,14-2-1 0,31-8 0 15,32-9-6-15,19-3-24 16,7-12-54-16,-6 0-77 15,-35 5-136-15,-15 1-511 0</inkml:trace>
  <inkml:trace contextRef="#ctx0" brushRef="#br0" timeOffset="43858.3025">11674 3266 732 0,'0'0'182'0,"0"0"32"16,0 0-25-16,0 0 25 16,0 0-37-16,0 0 43 15,0 0 11-15,44-29-81 16,-20-8-44-16,1-16-33 15,0-8-15-15,-7-5-12 16,-2-3-18-16,-5 0 22 16,0-4-13-16,-2 0-18 15,0 5-2-15,-3 10-5 16,-2 15-6-16,-3 16-6 16,-1 13 0-16,0 4 25 0,0 3 7 15,0 0-17-15,0 2-9 16,0 3-6-16,0 1 1 15,0 1-1-15,-1 2-22 16,-3 8 3-16,-5 3 19 16,-1 3 6-16,-1 2-5 15,-1 0 0-15,-1-2 0 16,1-1 1-16,0-4-1 16,2-2 5-16,1-3-5 15,2-2 0-15,2-4 5 16,2 0 4-16,3-9-10 15,0-5 0-15,0-5-10 16,9-2 9-16,3-1-1 16,1 2-4-16,1 4-6 0,0 5-17 15,-1 4 15-15,0 5-5 16,1 2 2-16,0 4 16 16,0 6 0-16,0 2-7 15,-2 4 8-15,-1 1 0 16,-2 0-88-16,-2 7-132 15,0-4-321-15,-4-5-593 0</inkml:trace>
  <inkml:trace contextRef="#ctx0" brushRef="#br0" timeOffset="44010.9639">12141 2611 436 0,'0'0'1280'0,"0"0"-993"0,0 0-50 15,0 0-120-15,0 0-55 16,0 0-62-16,0 0-99 16,-40 44-510-16</inkml:trace>
  <inkml:trace contextRef="#ctx0" brushRef="#br0" timeOffset="47176.0327">9382 4409 416 0,'0'0'103'0,"0"0"24"0,0 0 18 16,0 0 8 0,0 0-2-16,0 0-25 0,0 0-23 15,-7-3-5-15,7 3 37 16,3 2-1-16,4 1-32 15,3-1-31-15,2-1-4 16,2-1-17-16,4 0-19 16,1 0-18-16,1 0-13 15,-1 0 0-15,-2 0-91 16,-1 0-102-16,-4 0-151 16,-5 2-277-16</inkml:trace>
  <inkml:trace contextRef="#ctx0" brushRef="#br0" timeOffset="47371.4941">9345 4501 1290 0,'0'0'235'0,"0"0"-114"15,0 0-68-15,0 0-30 16,0 0 13-16,44-18-15 15,-18 9-21-15,13-2-9 16,-6 3-234-16,-6 3-486 0</inkml:trace>
  <inkml:trace contextRef="#ctx0" brushRef="#br0" timeOffset="51237.7835">11016 4374 899 0,'0'0'316'0,"0"0"-68"16,0 0-64-16,0 0-18 16,0 0-17-16,0 0-15 15,0 0-31-15,6 0-16 16,2 0 15-16,1 0-8 15,5 2-32-15,1-2 23 16,3 0-2-16,4 0-8 16,2 0-12-16,1-4-17 15,1-3-15-15,-2-1-5 16,-3-1-11-16,-2 0 0 16,-2-1-5-16,-2-1 2 15,-1-2-3-15,-4-2 15 0,1 0 10 16,-2-3-8-16,-1-1-8 15,0-2-9-15,-2-1 7 16,-2 0-10-16,0 0 0 16,-2 1 2-16,-2-1 5 15,0 2 7-15,-3-2-4 16,-3 1-8-16,-2 1-8 16,-1 2-1-16,0 0-14 15,-1 1 3-15,0 1 3 16,-1 2 8-16,1 2-15 15,0 2 2-15,-1 2-1 16,1 3 6-16,-1 0 8 0,-2 2-8 16,-1 2-6-16,-1 1 0 15,-3 0 14 1,0 0-8-16,-3 3 8 0,0 3 1 16,-1 0 1-16,0 1 1 15,0 2 4-15,1 0-6 16,2 0 2-16,1 0-1 15,3 0 7-15,0-1-8 16,4 1 1-16,-1-1 0 16,3 1 0-16,-1 0-1 15,2 2 1-15,-1 0 0 16,0 3 11-16,1 2-3 16,2 3 3-16,1 0 8 15,0 2-5-15,4 1 9 16,-1 0-5-16,2 1-2 0,0 0 2 15,0 0 5-15,2-1 11 16,3 0-7-16,2-2-1 16,2-1-9-16,1-1-8 15,1-1-9-15,0-3 5 16,-1 0 3-16,0-3-9 16,-1-2-1-16,-1-3 0 15,-1-4 0-15,0-2-26 16,1-1-48-16,0-10-67 15,3-19-193-15,-2 3-370 16,-3-3-990-16</inkml:trace>
  <inkml:trace contextRef="#ctx0" brushRef="#br0" timeOffset="51673.3045">11142 3770 803 0,'0'0'292'0,"0"0"-37"15,0 0 63-15,0 0-36 16,0 0-31-16,0 0-47 16,0 0-89-16,-2-20-69 15,1 21-30-15,-1 7-5 16,-1 5 1-16,1 4 35 15,1 4 22-15,-1 0-7 16,1 1-6-16,0 0-25 16,1-2-13-16,-1 0-18 0,1-3-9 15,-1-2-163-15,-2-5-118 16,-1-3-305-16,1-6-365 0</inkml:trace>
  <inkml:trace contextRef="#ctx0" brushRef="#br0" timeOffset="51982.9476">11116 3724 1160 0,'0'0'324'16,"0"0"-124"-16,0 0-43 16,-41 11 4-16,28-3-51 15,0 1-41-15,2-2-29 0,3 0-11 16,1-3-17-1,4-1 2-15,2-2 0 0,1-1 12 16,3-1 3-16,6-5-11 16,5-2-6-16,4-1-5 15,2 2-1-15,2 1 0 16,1 2-6-16,-1 3 1 16,-2 1 5-16,-3 0-6 15,-2 5 0-15,-4 1-6 16,-3 1 0-16,-3 4-92 15,-4-2-177-15,-1-1-315 0</inkml:trace>
  <inkml:trace contextRef="#ctx0" brushRef="#br0" timeOffset="52155.5623">11303 3751 1463 0,'0'0'312'0,"0"0"-28"16,0 0-125-16,0 0-73 16,0 0-49-16,0 0-37 15,0 0-139-15,0 7-253 0</inkml:trace>
  <inkml:trace contextRef="#ctx0" brushRef="#br0" timeOffset="53745.6581">11877 4356 136 0,'0'0'415'0,"0"0"-152"15,0 0-71-15,0 0-34 16,0 0-3-16,0 0-19 16,-5 0 1-16,5 0-27 15,0 0-22-15,0 0-5 0,0 0-11 16,0 0 0-1,0 0 6-15,0 0 3 0,0 0 1 16,0 0-14-16,0 0-13 16,0 0-13-16,0 0-14 15,1 0-9-15,0 0 7 16,1 0-3-16,0 0-6 16,0 0-8-16,1 0-8 15,-1 0 9-15,0 0-4 16,0 0-5-16,1 0 0 15,0 0 5-15,-1 0-6 16,2 0 8-16,1 0 4 16,-1 0-2-16,1 0 7 15,-1 0-7-15,2 0 2 16,1 0 0-16,0 0-2 0,2 0 4 16,1 0-1-16,1 0 3 15,2 0 1-15,-1 0-1 16,-2-1 2-16,0 0-10 15,-2 0 5-15,-2 0-1 16,-1 0-5-16,0 0-5 16,-1 1 7-16,0-1 0 15,-1 1-3-15,-1-1-6 16,0 1 0-16,0 0 8 16,0 0-8-16,-1 0 1 15,0 0-1-15,1 0 1 16,-2 0 0-16,2 0-1 15,-1 0 0-15,-1 0 0 0,1 0 1 16,-1 0 0-16,0 0-1 16,0 0 0-16,0 0 1 15,0 0 0-15,0 0-1 16,0 0 1-16,0 0 1 16,0 0-2-16,0 0 1 15,0 0 4-15,0 0-5 16,0 0-6-16,0 0-43 15,0 0-67-15,-4 0-61 16,-2 1-152-16,0 1-265 0</inkml:trace>
  <inkml:trace contextRef="#ctx0" brushRef="#br0" timeOffset="59626.5699">10067 2540 188 0,'0'0'158'16,"0"0"-78"-16,0 0 11 15,0 0 89-15,0 0-31 16,0 0-60-16,-6-14 7 15,4 12-1-15,-2-1 15 16,0 0-30-16,-3 0-18 16,0-1 28-16,-3 1-4 15,-2-1 23-15,-2 1-23 0,-1 0 12 16,-2 1-41 0,-1 0 15-16,-2 2-12 0,-1 0-10 15,-1 1 3-15,-1 5 6 16,1 3-5-16,1 2 4 15,0 3-6-15,3 6-15 16,1 3 3-16,2 3-15 16,1 2 15-16,4 2-1 15,0 0 6-15,3 0 8 16,2-1-8-16,1-1 0 16,3 0 1-16,1 1 5 15,2-1-11-15,8-1 5 16,5-2-6-16,5-4 13 15,3-1-10-15,4-6 13 16,3-2-14-16,2-5-4 0,-1-2-2 16,2-4-5-16,-1-1-2 15,-2-4-8-15,-1-5 2 16,-2-4-11-16,-3-4 3 16,-3-3 0-16,-3-4 2 15,-2-4-5-15,-3-2-4 16,-2-1 1-16,-2 0-2 15,-3-1-6-15,-2 2 0 16,-3 0-16-16,-1 3-12 16,0 2-17-16,-1 1 9 15,-4 3 11-15,-2 3 11 16,-1 2-5-16,-1 1-11 16,0 3 4-16,0 0-13 15,-2 4-4-15,-1 2 3 16,-2 3-1-16,-2 3 11 0,-3 0-39 15,-2 2 26-15,-5 9-190 16,6-2-286-16,2-1-349 0</inkml:trace>
  <inkml:trace contextRef="#ctx0" brushRef="#br0" timeOffset="59807.3853">10138 2543 1935 0,'0'0'241'0,"0"0"-95"0,0 0-73 15,0 0-29-15,0 0-41 16,0 0-3-16,0 0-247 16,3 9-374-16</inkml:trace>
  <inkml:trace contextRef="#ctx0" brushRef="#br0" timeOffset="60391.6086">12316 3564 696 0,'0'0'1154'0,"0"0"-835"15,0 0-66-15,0 0-35 16,0 0 3-16,0 0-82 16,0 0-58-16,30 3 4 15,-4-1-32-15,9-1-19 16,0 1-19-16,1-2-6 15,-1 0-7-15,-6 0-2 0,0 0-27 16,-6-1-113-16,-4-7-187 16,-8 1-263-16,-6 0-482 0</inkml:trace>
  <inkml:trace contextRef="#ctx0" brushRef="#br0" timeOffset="60661.543">12529 3452 1751 0,'0'0'366'16,"0"0"-134"-16,0 0-153 15,0 0 7-15,0 0 54 0,39 37-18 16,-19-21-31 0,0 2-24-16,0 0-25 0,-2 0-21 15,-5 0-9-15,-5-1-10 16,-5 2 4-16,-3-1-5 15,-7 0 5-15,-9 1-5 16,-4-2-1-16,-3-2-8 16,-1-1-55-16,3-5-92 15,9-9-97-15,6 0-335 16,6-9-1266-16</inkml:trace>
  <inkml:trace contextRef="#ctx0" brushRef="#br0" timeOffset="61090.9947">13037 3322 1332 0,'0'0'250'15,"0"0"21"-15,0 0-26 16,0 0-40-16,0 0-67 16,0 0-61-16,0 0-7 15,-38 23-3-15,34-8-3 16,2 0-31-16,2 4 2 16,5-1-5-16,7 0-15 0,2 0-3 15,2-1-11-15,0-1 8 16,-3-2-9-16,-2-1 1 15,-5-1 0-15,-3-1 4 16,-3-1 1-16,-3-1 6 16,-7-1 3-16,-4-2-6 15,-2-1-2-15,-3-3-5 16,-2-1-1-16,-2-1 0 16,0 0-1-16,3 0-55 15,2-3-78-15,10-4-56 16,5 1-140-16,3 0-475 0</inkml:trace>
  <inkml:trace contextRef="#ctx0" brushRef="#br0" timeOffset="61286.9647">13203 3433 1829 0,'0'0'331'16,"0"0"-28"-16,0 0-152 15,0 0-5-15,0 0-85 16,0 0-43-16,45-3-18 16,-26 3 0-16,0 0-101 15,-2-2-132-15,-7 2-268 16,-3-2-490-16</inkml:trace>
  <inkml:trace contextRef="#ctx0" brushRef="#br0" timeOffset="61458.1511">13190 3501 1580 0,'0'0'403'0,"0"0"-67"15,0 0-204-15,0 0-32 16,0 0-48-16,0 0-26 16,63 2-14-16,-30-8-12 15,9-7-119-15,-9 1-266 16,-5-1-684-16</inkml:trace>
  <inkml:trace contextRef="#ctx0" brushRef="#br0" timeOffset="61647.2958">13496 3270 1788 0,'0'0'514'15,"0"0"-171"-15,0 0-158 16,0 0-43-16,0 0-6 15,-3 42-43-15,10-10-39 16,3 8-36-16,-2-2-18 16,-1 10-25-16,-4-13-246 15,-3-12-656-15</inkml:trace>
  <inkml:trace contextRef="#ctx0" brushRef="#br0" timeOffset="62781.28">14814 4055 616 0,'0'0'212'15,"0"0"34"-15,0 0-6 16,0 0 9-16,0 0-34 16,0 0 7-16,-13-35-17 15,8 34-48-15,-2 1-34 16,-6 2-57-16,0 7-11 15,-1 4 1-15,2 0-4 16,4 2-19-16,4-1-16 16,4 0-1-16,4 0-4 0,7-2-2 15,3 0-1 1,2 0 0-16,-1-1-8 0,-3 0 0 16,-2-2-1-16,-5 1 0 15,-4-1-1-15,-1-1 0 16,-5 0 1-16,-7 0 0 15,-3 0 1-15,-3-1-1 16,0-3 0-16,-2-1-58 16,2-2-88-16,1-3-41 15,5-4-143-15,5-4-321 0</inkml:trace>
  <inkml:trace contextRef="#ctx0" brushRef="#br0" timeOffset="62961.5353">14902 4113 1545 0,'0'0'339'0,"0"0"-10"15,0 0-168-15,0 0-74 16,0 0-54-16,0 0-21 16,39-1-12-16,-26 4-5 15,3 0-142-15,-6 0-233 16,0-2-477-16</inkml:trace>
  <inkml:trace contextRef="#ctx0" brushRef="#br0" timeOffset="63147.6031">14902 4182 1582 0,'0'0'317'0,"0"0"-47"16,0 0-137-16,0 0-19 15,0 0-56-15,59 0-37 16,-30 0-21-16,1-1 0 16,10-7-171-16,-8 2-379 15,-7-2-693-15</inkml:trace>
  <inkml:trace contextRef="#ctx0" brushRef="#br0" timeOffset="63345.6846">15236 4006 1704 0,'0'0'472'0,"0"0"-203"15,0 0-101-15,0 0-34 16,0 0 2-16,-10 41-55 16,15-17-30-16,7 4-29 15,5 2-16-15,6 14-6 16,-3-6-250-16,-5-5-548 0</inkml:trace>
  <inkml:trace contextRef="#ctx0" brushRef="#br0" timeOffset="63958.6561">14712 4688 914 0,'0'0'214'0,"0"0"-16"16,0 0 31-16,0 0-3 15,0-36-46-15,-5 31-5 16,0 5-51-16,-2 0-43 16,-2 3-42-16,1 6-11 15,0 3-6-15,5 2-4 0,3 1-6 16,1 1 0-16,9 1-5 15,1-1 2-15,1-1-1 16,-2 0-7-16,-2-1-1 16,-4-1 1-16,-4-1-1 15,0-2 1-15,-10 1 2 16,-4-2-2-16,-2-2 5 16,-1-2-6-16,1-4-48 15,-1-4-117-15,6-6-172 16,5-4-399-16</inkml:trace>
  <inkml:trace contextRef="#ctx0" brushRef="#br0" timeOffset="64139.5543">14870 4716 1272 0,'0'0'375'15,"0"0"-127"-15,0 0-132 16,0 0-64-16,0 0-31 15,0 0-14-15,52 0-7 16,-38 1-48-16,-3 2-182 16,-6-2-303-16,-3 0-455 0</inkml:trace>
  <inkml:trace contextRef="#ctx0" brushRef="#br0" timeOffset="64266.2113">14870 4741 935 0,'0'0'336'16,"0"0"-36"-16,0 0-161 15,0 0-24-15,0 0-39 16,69-4-56-16,-19-3-20 16,-6 1-206-16,-10 0-412 0</inkml:trace>
  <inkml:trace contextRef="#ctx0" brushRef="#br0" timeOffset="64453.8721">15220 4587 1515 0,'0'0'381'16,"0"0"-62"-16,0 0-158 0,0 0-23 15,-18 37-7-15,18-16-52 16,5 5-33-16,8 6-25 16,7 8-21-16,1 8-14 15,-4-7-183-15,-5-9-400 0</inkml:trace>
  <inkml:trace contextRef="#ctx0" brushRef="#br0" timeOffset="64895.5709">14866 5184 1134 0,'0'0'288'15,"0"0"-49"-15,0 0-23 16,0 0-44-16,0 0-12 15,0 0-33-15,-39 46-34 16,34-29-35-16,5 2-22 16,0-2-11-16,4-1-10 15,6-1 0-15,1-2 1 0,1-1-1 16,0 0-2 0,-3-3-7-16,-2-2-5 0,-5 0 5 15,-2-2 0-15,-1 0 2 16,-10-1-7-16,-3-1 0 15,-1-2 1-15,-1-1-2 16,2-1-26-16,1-5-75 16,4-8-82-16,3 2-181 15,5 1-462-15</inkml:trace>
  <inkml:trace contextRef="#ctx0" brushRef="#br0" timeOffset="65402.9515">14980 4908 1185 0,'0'0'299'0,"0"0"-38"16,0 0-81-16,0 0-77 15,0 0-42-15,0 0-23 0,0 0-20 16,56 0-18-16,-24-2-3 16,15 1-154-16,-8 1-357 15,-6 0-530-15</inkml:trace>
  <inkml:trace contextRef="#ctx0" brushRef="#br0" timeOffset="65735.2357">15096 5235 1069 0,'0'0'625'16,"0"0"-477"-16,0 0 57 16,0 0-68-16,0 0-52 15,0 0-52-15,0 0-25 16,36 0-8-16,-20 0-66 15,-3 0-218-15,-4 0-356 0</inkml:trace>
  <inkml:trace contextRef="#ctx0" brushRef="#br0" timeOffset="65889.0008">15074 5284 1220 0,'0'0'319'0,"0"0"-74"16,0 0-103-16,0 0-71 15,0 0-34-15,0 0-16 16,45 8-21-16,-2-12-64 16,-5-3-296-16,-9 0-653 0</inkml:trace>
  <inkml:trace contextRef="#ctx0" brushRef="#br0" timeOffset="66068.5466">15412 5140 1859 0,'0'0'326'0,"0"0"-236"0,0 0-56 15,10 36 35-15,4 0 26 16,5 14-50-16,-3 6-27 16,-11-3-18-16,-5-14-179 15,-7-14-794-15</inkml:trace>
  <inkml:trace contextRef="#ctx0" brushRef="#br0" timeOffset="69709.7041">13497 3867 816 0,'0'0'209'0,"0"0"-57"15,0 0 47 1,-41-17 1-16,26 15-32 0,-2 2-70 16,-2 4 9-16,-2 9 7 15,-4 9-8-15,-5 17-13 16,-1 13 12-16,2 6 5 15,7 1-5-15,10-4-11 16,10-3-6-16,2-2-9 16,8-9-16-16,6-11-33 15,1-10-15-15,5-5-3 16,11 0 3-16,10-5-5 16,1-4-9-16,-4-6 5 15,-7-7 2-15,-7-9-7 16,3-11 0-16,0-13 11 15,-5-12-4-15,-8-8-7 0,-9-1-1 16,-5 2 0-16,-7 4-12 16,-5 4 6-16,-1 12-18 15,2 11 2-15,0 13-2 16,-1 9-20-16,-3 2-38 16,-2 4-70-16,0 0-40 15,4 12-74-15,5 2-129 16,6 0-311-16</inkml:trace>
  <inkml:trace contextRef="#ctx0" brushRef="#br0" timeOffset="69975.9203">13614 3853 1750 0,'0'0'231'0,"0"0"-87"16,0 0 83-16,0 0-56 16,20-37-46-16,1 27-86 15,10-2-25-15,1 1-12 16,2 0 4-16,1 0-5 16,-6 2-1-16,2-1-1 15,-4 1-18-15,-4-1-44 16,-1-3-121-16,-5 1-195 0,-6 1-358 15</inkml:trace>
  <inkml:trace contextRef="#ctx0" brushRef="#br0" timeOffset="70197.3899">13880 3630 998 0,'0'0'484'15,"0"0"-272"-15,0 0-7 16,0 0-119-16,0 0-27 15,0 0 7-15,45 22-22 16,-25-5-19-16,-3 3-7 16,-3 2 0-16,-4 1-8 15,-6 0-10-15,-4-1 0 16,-4-1-1-16,-7-2-16 16,-1-2-78-16,-3-5-91 0,4-3-192 15,3-8-607-15</inkml:trace>
  <inkml:trace contextRef="#ctx0" brushRef="#br0" timeOffset="70453.811">14131 3561 1136 0,'0'0'279'0,"0"0"-74"16,0 0 48-16,0 0-72 15,0 0-52-15,0 0-47 16,0 0-24-16,-14 29-2 0,14-11-2 16,4 3 10-1,4 1 1-15,0 0-14 0,2 0-5 16,1-3-19-16,0-1-17 16,-2-3-10-16,3-2-54 15,-2-4-175-15,-3-6-479 0</inkml:trace>
  <inkml:trace contextRef="#ctx0" brushRef="#br0" timeOffset="70672.4318">14367 3468 1669 0,'0'0'358'15,"0"0"-184"-15,0 0-96 0,0 0-48 16,0 0-16-16,0 38 26 15,-3-13 15-15,0 3 5 16,-1 2 8-16,-1-2-11 16,-1-2-31-16,0-3-26 15,-1-4-58-15,-5-7-240 16,2-5-299-16,0-6-352 0</inkml:trace>
  <inkml:trace contextRef="#ctx0" brushRef="#br0" timeOffset="70837.3884">14267 3528 1385 0,'0'0'301'16,"0"0"5"-16,0 0-108 0,0 0-38 15,50 3-94-15,-26 8-12 16,3 3-7-16,1 1-14 16,-2 2-17-16,-2-2-16 15,2 2-23-15,-6-5-237 16,-3-5-467-16</inkml:trace>
  <inkml:trace contextRef="#ctx0" brushRef="#br0" timeOffset="71025.7281">14570 3424 1622 0,'0'0'337'15,"0"0"-53"-15,0 0-176 0,0 0-63 16,0 0 4-16,0 46 13 15,0-20-1-15,2 8-22 16,4 8 19-16,0 7 3 16,-1 1-61-16,-2-11-177 15,-3-13-867-15</inkml:trace>
  <inkml:trace contextRef="#ctx0" brushRef="#br0" timeOffset="72081.7116">13491 4488 872 0,'0'0'247'0,"0"0"10"15,0 0 16-15,0 0-85 16,-46-30-123-16,29 29-43 16,-3 1-9-16,-2 9-1 15,-2 7 4-15,-5 12 22 16,-2 13 36-16,2 13 38 15,6 4 2-15,14 0 6 16,9-8 4-16,15-7-69 16,6-8 83-16,1-9-21 0,11-1-34 15,10-6-29 1,4-4-19-16,-1-4 0 0,-10-10-15 16,-14-1-11-16,-4-9 1 15,3-4 4-15,1-5-8 16,3-11-6-16,-3-14-1 15,-5-13-20-15,-8-8-18 16,-9 2-28-16,0 12-46 16,-9 17-28-16,0 13 6 15,-1 7 13-15,-5 2 25 16,-3 4 29-16,-5 5-21 16,2 2-5-16,2 12 1 15,10 21 17-15,5-4-127 16,4 1-759-16</inkml:trace>
  <inkml:trace contextRef="#ctx0" brushRef="#br0" timeOffset="73054.1005">13584 4893 1020 0,'0'0'199'15,"0"0"-45"-15,0 0 45 16,0 0-21-16,0 0-39 15,0 0-69-15,0 0-8 16,49-12-11-16,-27 17-23 16,2 2-14-16,0-1-5 15,1 1-9-15,0 0-6 16,0-1-108-16,-6-3-192 16,-6-1-383-16</inkml:trace>
  <inkml:trace contextRef="#ctx0" brushRef="#br0" timeOffset="73294.3078">13776 4865 990 0,'0'0'244'16,"0"0"-77"-16,0 0-79 16,0 0 32-16,0 0-31 15,0 0-47-15,39 42-14 16,-30-27-9-16,-3 0-8 15,-5 0-10-15,-1 2 7 0,-4-3 0 16,-7 1-2 0,-3-1-5-16,-2-3 0 0,-1-1-1 15,-1-2-14-15,5-1-145 16,4-3-133-16</inkml:trace>
  <inkml:trace contextRef="#ctx0" brushRef="#br0" timeOffset="73654.2757">13991 4910 1307 0,'0'0'354'0,"0"0"-4"16,0 0-44-16,0 0-187 15,0 0-76-15,0 0-20 16,0 0-9-16,-2 6-7 16,1 8 22-16,0 4 21 15,0 2 5-15,0 0-3 16,1 0-8-16,0-2-7 15,0 0-12-15,0-3-10 16,0-2-14-16,-1-2-1 16,0-3-43-16,1-4-215 15,0-4-316-15,0 0-516 0</inkml:trace>
  <inkml:trace contextRef="#ctx0" brushRef="#br0" timeOffset="73894.4425">14192 4929 1572 0,'0'0'311'0,"0"0"-106"16,0 0-9-16,0 0-79 15,-9 36-55-15,3-19-4 16,0 1 5-16,-1 1-25 15,0-4-24-15,2 0-8 0,0-4-6 16,0-3-116-16,-3-4-153 16,2-2-264-16,0-2-301 0</inkml:trace>
  <inkml:trace contextRef="#ctx0" brushRef="#br0" timeOffset="74082.0323">14084 4948 910 0,'0'0'812'16,"0"0"-638"-16,0 0-29 16,0 0 56-16,0 0-49 15,56 23-73-15,-36-11-29 16,1 1-16-16,0 0-22 0,-2-1-11 16,-2-2-1-16,0-2-116 15,-4-5-215-15,-4-1-600 0</inkml:trace>
  <inkml:trace contextRef="#ctx0" brushRef="#br0" timeOffset="74294.3556">14321 4898 1141 0,'0'0'698'15,"0"0"-477"-15,0 0-61 16,0 0 0-16,0 0-77 0,-2 39-41 15,3-21-6 1,2 2 5-16,-1-1-5 0,1-1-9 16,0-1-18-16,-2-2-9 15,1-3-111-15,0-2-409 16,1-6-789-16</inkml:trace>
  <inkml:trace contextRef="#ctx0" brushRef="#br0" timeOffset="74485.4971">14483 4914 1672 0,'0'0'340'0,"0"0"-133"0,0 0-95 16,0 0-14 0,0 0-50-16,0 44-16 0,-2-27 10 15,-3 2-15-15,-1-1-19 16,-1-2-8-16,-7 0-125 15,3-5-249-15,0-4-450 0</inkml:trace>
  <inkml:trace contextRef="#ctx0" brushRef="#br0" timeOffset="74675.1301">14377 4947 1333 0,'0'0'388'0,"0"0"-96"15,0 0-112-15,0 0-26 0,0 0-25 16,51 22-65-16,-31-9-33 16,-2 1-17-16,-2 0-13 15,-2-1-1-15,0 1-73 16,-4-4-216-16,-3-4-471 16</inkml:trace>
  <inkml:trace contextRef="#ctx0" brushRef="#br0" timeOffset="74880.0323">14603 4901 1758 0,'0'0'469'0,"0"0"-241"16,0 0-140-16,0 0-44 15,0 0 20-15,0 51-3 0,1-26 1 16,2 2-4-16,-2 0-24 15,-1-1-10-15,0 10-24 16,-3-6-221-16,-5-6-1113 0</inkml:trace>
  <inkml:trace contextRef="#ctx0" brushRef="#br0" timeOffset="75607.8402">13413 5541 1202 0,'0'0'339'0,"0"0"22"15,0 0-79-15,0 0-182 16,0 0-48-16,0 0-9 15,-15-31-5-15,15 31-7 16,0 0-11-16,0 9-13 16,4 4-1-16,4 5 19 15,3 2 19-15,-1 2-9 16,3-2-2-16,-1 0 10 16,-1-1 5-16,0 0-18 15,-4-3-14-15,-2-1-16 16,-4-4-18-16,-6-5-254 0,-7-2-377 15,-2-4-525-15</inkml:trace>
  <inkml:trace contextRef="#ctx0" brushRef="#br0" timeOffset="75801.6327">13359 5640 1330 0,'0'0'507'16,"0"0"-140"-16,0 0-150 15,0 0-134-15,0 0-54 16,0 0 3-16,0 0 16 15,53 37 1-15,-30-24 0 16,3 2-10-16,-1-2-13 16,-1-1-15-16,-3-3-11 15,-2-5-1-15,-3-3-169 0,0-6-160 16,-5-7-314 0,-2-1-257-16</inkml:trace>
  <inkml:trace contextRef="#ctx0" brushRef="#br0" timeOffset="75950.6859">13625 5607 345 0,'0'0'822'15,"0"0"-449"-15,0 0 6 16,0 0-48-16,0 0-168 16,0 0-113-16,0 0-24 15,-2 18 21-15,-2 6 4 16,-2 3-4-16,0 2-8 16,-2 8-39-16,-8 9-7 15,2-7-249-15,-2-5-645 0</inkml:trace>
  <inkml:trace contextRef="#ctx0" brushRef="#br0" timeOffset="76571.7887">12982 5931 1144 0,'0'0'274'15,"0"0"33"-15,0 0-67 16,0 0-145-16,0 0-47 15,0 0-15-15,0 0-13 16,-24-9-11-16,27 40 9 16,4 2 62-16,2-2 3 15,0-4-11-15,-2-6-9 16,3 2-22-16,0 1-18 16,0-4-9-16,2-1-14 15,-1-7-273-15,-3-5-642 0</inkml:trace>
  <inkml:trace contextRef="#ctx0" brushRef="#br0" timeOffset="76763.1784">13239 5917 1420 0,'0'0'483'0,"0"0"-378"16,0 0-57-16,0 0-9 15,1 45 24-15,-1-18 33 16,-3 4-12-16,-3 1-23 15,0-6-28-15,-1 2-2 0,1-6-31 16,-5-5-2-16,2-7-300 16,-1-5-568-16</inkml:trace>
  <inkml:trace contextRef="#ctx0" brushRef="#br0" timeOffset="76931.369">13150 5962 1647 0,'0'0'292'0,"0"0"-101"16,0 0-86-16,46 28-34 16,-21-10-9-16,4 3-10 15,2 2-36-15,-2-2-10 16,5-2-6-16,-9-4-140 16,-6-7-607-16</inkml:trace>
  <inkml:trace contextRef="#ctx0" brushRef="#br0" timeOffset="77108.755">13410 5918 1530 0,'0'0'324'0,"0"0"-118"15,0 0-114-15,0 0-64 16,0 0-20-16,0 0 35 16,24 56 30-16,-14-27-18 15,0 1-1-15,0-1-11 16,-2-2-16-16,4 1-27 15,-2-7-62-15,-1-8-749 0</inkml:trace>
  <inkml:trace contextRef="#ctx0" brushRef="#br0" timeOffset="77287.0637">13703 5896 1713 0,'0'0'237'16,"0"0"-138"-16,0 0-65 15,-3 38 0-15,-2-2 32 16,-2 0 27-16,1-2-14 16,-1-6-26-16,-1-8-31 15,-7 2-22-15,1-3-297 16,1-9-759-16</inkml:trace>
  <inkml:trace contextRef="#ctx0" brushRef="#br0" timeOffset="77450.5422">13607 5941 1698 0,'0'0'319'16,"0"0"-190"-16,0 0-73 15,50 36 15-15,-25-14-5 16,3 5-6-16,-1-1-16 16,-4-3-17-16,-1-2-27 15,-7-7-76-15,-5-6-662 0</inkml:trace>
  <inkml:trace contextRef="#ctx0" brushRef="#br0" timeOffset="77626.6697">13839 5875 1534 0,'0'0'317'0,"0"0"-171"16,0 0-91-16,0 0-36 15,19 40 41-15,-6-9 25 16,1 9-10-16,-2-2-38 15,-2-6-6-15,3 0-6 16,-4-15-25-16,1-4-395 0</inkml:trace>
  <inkml:trace contextRef="#ctx0" brushRef="#br0" timeOffset="77805.1303">14130 5871 1528 0,'0'0'271'0,"0"0"-143"15,0 0-67-15,0 0-43 16,0 0-8-16,-4 68 38 16,-5-23 51-16,-2-2 21 15,-1-9-48-15,1-11-27 16,-7-7-45-16,3-4-284 16,0-4-771-16</inkml:trace>
  <inkml:trace contextRef="#ctx0" brushRef="#br0" timeOffset="77978.4548">14041 5893 1483 0,'0'0'315'15,"0"0"-157"-15,0 0-84 16,0 0-32-16,46 19 2 16,-26-2 3-16,2 3 2 15,0 3 19-15,-4 1-34 16,-3 5-34-16,-4-6-52 15,-5-6-569-15</inkml:trace>
  <inkml:trace contextRef="#ctx0" brushRef="#br0" timeOffset="78163.5236">14258 5845 1685 0,'0'0'209'0,"0"0"-132"16,0 0-27-16,0 0-22 0,0 0-27 15,0 0 11-15,24 59 44 16,-7-11 21-16,-1 5 4 16,-7-2-10-16,-6-4-25 15,-5-9-46-15,-6-11-152 16,-2-7-714-16</inkml:trace>
  <inkml:trace contextRef="#ctx0" brushRef="#br0" timeOffset="78385.388">13757 6311 2242 0,'0'0'292'0,"0"0"-222"0,0 0-21 15,0 0 50-15,56-8-16 16,-17 8-54-16,-3 0-24 15,-5 0-5-15,-12 0-67 16,4 2-148-16,-4 0-299 16,-8-2-653-16</inkml:trace>
  <inkml:trace contextRef="#ctx0" brushRef="#br0" timeOffset="78554.5357">13725 6385 1886 0,'0'0'345'16,"0"0"-118"-16,0 0-116 0,0 0 9 16,0 0-19-16,85 7-44 15,-29-7-35-15,3-6-22 16,-6-5-105-16,-18 0-404 16,-7-4-1103-16</inkml:trace>
  <inkml:trace contextRef="#ctx0" brushRef="#br0" timeOffset="90629.8774">14099 5541 1478 0,'0'0'368'16,"0"0"-191"-16,0 0-30 0,0 0 36 16,0 0-17-16,0 0-78 15,4-3-25 1,6 3 11-16,4 0-2 0,5-1-14 16,3-3-7-16,3-2-24 15,1-2-8-15,-1 0-11 16,-1-1-8-16,-3-1-1 15,-2 1-41-15,-5 1-94 16,-1 0-127-16,-4 1-200 16,-4 3-266-16</inkml:trace>
  <inkml:trace contextRef="#ctx0" brushRef="#br0" timeOffset="90908.6006">14117 5585 757 0,'0'0'1077'15,"0"0"-788"-15,0 0-78 16,0 0 10-16,0 0 10 16,0 0-71-16,40 5-38 15,-22-4-29-15,2-1-28 16,4 0-17-16,0 0-15 15,2 0-15-15,-1-1-8 16,-2-2-9-16,-4 1-1 0,-2 1 0 16,-5 0-34-16,-1 1-110 15,-5 0-227-15,-5 0-530 16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29:59.9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5601 4358 1149 0,'0'0'641'0,"0"0"-360"16,0 0-29-16,0 0 13 16,0 0-30-16,0 0-93 15,-14 0-52-15,20 0-56 16,14-2-14-16,20-6-2 15,20-4 7-15,10-1-5 16,2-1-5-16,-7 3-14 16,-12 2-1-16,-10 3 2 15,-12 0-2-15,-8 3 0 16,-6 0-6-16,-1 0-1 0,-3 0-83 16,-4 2-139-16,-9 1-91 15,-5 0-244-15,-8 0-376 0</inkml:trace>
  <inkml:trace contextRef="#ctx0" brushRef="#br0" timeOffset="240.9859">5650 4411 1640 0,'0'0'507'0,"0"0"-377"15,0 0-16-15,0 0 109 16,44 13 55-16,-4-10-61 0,17-3-91 15,9 0-61-15,-1-5-18 16,-7-3-14-16,-8 0-3 16,-5 0-13-16,-9 2-10 15,-9 0-5-15,-9 3-2 16,-5 1-11-16,-3 0-25 16,-7 2-128-16,-1 0-363 15,-4 4-656-15</inkml:trace>
  <inkml:trace contextRef="#ctx0" brushRef="#br0" timeOffset="3943.0547">3242 5425 1175 0,'0'0'484'16,"0"0"-321"-16,0 0 89 15,0 0 29-15,0 0-8 0,0 0-87 16,0 0-54 0,-21 2-41-16,21-2-31 0,3 1-24 15,8 1-5-15,3-1 1 16,7 0-1-16,4-1-10 16,4 0-6-16,1-3-4 15,3-1-10-15,-2-1 0 16,-2 0-1-16,-2-1-2 15,-5 3-17-15,-5-2-52 16,-3 2-81-16,-8 1-140 16,-6 2-51-16,0 0-173 15,-5 0-177-15</inkml:trace>
  <inkml:trace contextRef="#ctx0" brushRef="#br0" timeOffset="4161.7775">3280 5507 1478 0,'0'0'338'15,"0"0"-149"-15,0 0-1 16,0 0 8-16,0 0 86 16,0 0-82-16,0 0-64 15,18 4-10-15,5-9-56 16,7-2-26-16,2-1-17 16,3-1-12-16,0 0-14 15,-3 0-1-15,-2 1 0 16,-3 2-7-16,-3 2-23 15,-3 4-134-15,-7 0-320 16,-6 5-404-16</inkml:trace>
  <inkml:trace contextRef="#ctx0" brushRef="#br0" timeOffset="7511.073">4831 5978 1149 0,'0'0'230'16,"0"0"24"-16,0 0-97 15,0 0-64-15,0 0-30 16,0 0-16-16,6 0 6 15,21 0 5-15,17-4 9 16,15 1-7-16,5-3-17 16,-1 1 31-16,-8-1-32 15,-8 2-22-15,-9 1-14 16,-8 0-6-16,-7 1 0 0,-5 1-1 16,0 0-5-1,-2 0-2-15,-8 1-38 0,-8 0-270 16,-2 0-377-16</inkml:trace>
  <inkml:trace contextRef="#ctx0" brushRef="#br0" timeOffset="7749.7781">4959 6089 139 0,'0'0'1473'0,"0"0"-1305"15,0 0-111-15,0 0 137 16,0 0 32-16,45 11-137 15,-4-15-34-15,14-7-8 16,2-2-16-16,-2-2 26 16,-9 2-31-16,-6 2-11 15,-7 2-7-15,-7 1-8 16,-5 3 1-16,-5 1-1 0,0 0-1 16,0 0-15-16,0 0-35 15,-6 2-248-15,-7-1-516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30:16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5166 2160 618 0,'0'0'661'16,"0"0"-470"-16,0 0 33 0,0 0 23 16,0 0-16-1,0 0-46-15,-6-9-67 0,6 9-54 16,3 0-34 0,8 0-15-16,8 0 32 0,11 0 16 15,13 0-24-15,-1-2-20 16,-5 0-10-16,-4 0-7 15,-10 0-2-15,-1-1-13 16,0 1-101-16,-7 1-61 16,-9 0-174-16,-6 0-262 15,0 1-18-15</inkml:trace>
  <inkml:trace contextRef="#ctx0" brushRef="#br0" timeOffset="185.1536">5179 2220 393 0,'0'0'1075'0,"0"0"-970"0,0 0 20 16,0 0 64-16,56 6-6 15,-12-6-26-15,12 0-62 16,2-3-52-16,-9 0-30 16,-15 3-13-16,-9 0-37 15,-10 0-196-15,-4 5-531 0</inkml:trace>
  <inkml:trace contextRef="#ctx0" brushRef="#br0" timeOffset="2682.587">8577 3375 371 0,'0'0'280'0,"0"0"-96"15,0 0-14-15,0 0-1 0,0 0-9 16,0 0 23-16,0 0 4 15,-20-8-35-15,20 8-34 16,0 0-45-16,0 0-6 16,0 0-8-16,7 0-20 15,7 3 0-15,8 4 32 16,12 2-11-16,12 1-7 16,14 0-17-16,4 1-1 15,-4-2 3-15,-5-2-3 0,-9-2-2 16,-1 0-9-1,0 0-11-15,1-2-1 0,1 1 2 16,2-1-2-16,1-1-2 16,1 2 3-16,0-2 8 15,1 1-7-15,-2 0-8 16,2 0 0-16,-2 0 0 16,2 1-5-16,1 0 7 15,1 0-2-15,2 1 2 16,1-1 4-16,2 1 5 15,0-1 4-15,1 0-3 16,0 0-8-16,0-1 2 16,0 0 0-16,1 1 6 15,-1-2-3-15,-1 1-3 16,-2 0 3-16,-2-1 1 16,-2-1-8-16,0 1 7 15,-3-1 1-15,-2 0 4 0,-1 0-1 16,-2-1 2-16,-2 2-5 15,0-1 8-15,0 0-1 16,-1 0 4-16,0 0-5 16,-7 0-2-16,-6-1 1 15,-5 0-11-15,-1 0 1 16,4 0-2-16,5 0-8 16,2 0 5-16,-2 0-5 15,-3 0 1-15,-2 0-1 16,-4 0 8-16,0 0-7 0,-4 0-1 15,-1 0 5-15,-3 0-5 16,-1 0 0-16,-3-1 7 16,-2 0-8-16,-2 0 0 15,-3 1 1-15,-1 0-1 16,-1 0 2-16,-2-2-1 16,0 1-1-16,-29-4-21 15,0 0-224-15,-10-3-555 0</inkml:trace>
  <inkml:trace contextRef="#ctx0" brushRef="#br0" timeOffset="5152.4902">8612 2806 806 0,'0'0'120'16,"0"0"23"-16,-58 0-1 16,36 0-12-16,1 3-26 15,-1 2-22-15,2 2-11 16,0 3-3-16,2 1-14 16,0 5-4-16,0 2 0 15,1 3 11-15,0 3-11 16,1 0-6-16,2 2 2 15,2-1 2-15,2 0-22 16,2 0 1-16,2 1-14 16,2 0 0-16,2 1-4 0,1-3 1 15,1-1-2-15,0-2-7 16,3-1 11-16,3-2-11 16,2 0 0-16,1-3 0 15,1-1 7-15,1 0-7 16,1-2 0-16,1 0 5 15,1-1-5-15,2-2 1 16,0 0 9-16,1-1-10 16,1 0 7-16,0 0-7 15,2 0 7-15,3-2-7 16,0 0 7-16,3 1-6 16,0 0 9-16,2 0-10 15,0-1-1-15,-1 2 1 0,1 0-1 16,0 0 1-16,1 0-1 15,0-1 1-15,0 0 1 16,0-2 4-16,0 1-5 16,0-2 7-16,1 0-7 15,1 0 14-15,7 0-6 16,7-1-9-16,9 2 12 16,0 1 0-16,-3-2-5 15,-6 1-6-15,-5-1 5 16,0-1 0-16,-1 0 4 15,0-1-2-15,-5-1-1 16,-4 0-1-16,3 0 0 16,6 1-4-16,5 0 4 15,5 0-5-15,-6 0 6 0,-4-1-5 16,-6 0 5 0,-5 0 2-16,-5-1-7 0,-1 1 8 15,4 0-9-15,4 0 5 16,4-1 1-16,-1 0-1 15,-1 0 1-15,0 1-1 16,-2-1 2-16,0 0 4 16,-1 0 2-16,1 0 1 15,-1 0-1-15,-1 0-8 16,1 0 1-16,-2-1 8 16,-1-1-9-16,-1-1 0 15,-1 1 4-15,-1 0 1 16,1-2-10-16,-3 2 5 15,-1-2 0-15,0 1 0 16,0-2 0-16,-1 0 4 0,-1 1-4 16,1-1 8-16,-1 0 1 15,0 0-2-15,-1-1-1 16,-2 0 0-16,0 0 1 16,-2-2 5-16,-1 0 8 15,0-1-4-15,-1-2 0 16,-1-1-5-16,-1-2-2 15,-2-2 10-15,-2-3 14 16,-1 0-15-16,-1-4-3 16,-2-1-2-16,0 1 2 0,-1-1 20 15,0 0-13-15,0-1 0 16,0 1-2-16,0-1-14 16,0 0 3-16,0 0-3 15,0 0-2-15,0-1-1 16,-1 0 6-16,-4-1-13 15,-2 0-1-15,-3-2 1 16,-4 0-2-16,-2 0-17 16,-5-2-5-16,-2 3-2 15,-3 1 4-15,-1 3 1 16,-2 1-11-16,0 4 5 16,-2-1 1-16,0 3-2 15,-7 1-23-15,-6-2-11 16,2 4 35-16,5 3 24 15,4 2 0-15,6 2-25 0,-4 1 1 16,-9-2 24-16,-6 0 0 16,-6-1 1-16,-2 1 2 15,4 2-1-15,1-1 1 16,2 2-1-16,-4 1 1 16,-1-1-1-16,-1 2-1 15,2 0-11-15,2 1-5 16,-1 1 16-16,-1 0-1 15,0 1 0-15,-2 0 1 16,-1 0-2-16,-1 0-7 16,-2 0-12-16,0 2 21 15,0 1-1-15,4 0 0 16,3 1 0-16,2 1 1 16,1 1-6-16,-1-2-18 15,2 2 19-15,1 0 5 0,3-1 1 16,0 1 5-16,3 1-5 15,6-1-1-15,6 0 0 16,7-2 0-16,2 1-1 16,0 2 1-16,-3 2-1 15,-1 1 1-15,2 1-1 16,3 1 0-16,2 2 0 16,2 0-6-16,2-1 1 15,1 2 6-15,2-1 0 16,1-1 0-16,2 0 0 15,0-2 0-15,2-2 0 0,2 0-2 16,1-2 1 0,0-1 0-16,0 0 0 0,6-2-8 15,1 0-6-15,8-4-107 16,-2 0-371-16,-1-6-506 0</inkml:trace>
  <inkml:trace contextRef="#ctx0" brushRef="#br0" timeOffset="5335.6449">8413 2842 2016 0,'0'0'238'0,"0"0"-158"0,0 0-17 15,0 0-35 1,0 0-3-16,0 0-25 0,0 0-133 15,-18 7-827-15</inkml:trace>
  <inkml:trace contextRef="#ctx0" brushRef="#br0" timeOffset="8839.7938">11248 3042 155 0,'0'0'141'0,"0"0"459"16,0 0-307-16,0 0-59 15,0 0 70-15,0 0-39 16,0 0-57-16,-12-19-64 0,16 16-24 16,16-4-6-16,20-8 10 15,23-11-57-15,13-4-28 16,2-3-3-16,-6 3-14 16,-14 7-13-16,-5 3-9 15,-14 6 0-15,-14 5-1 16,-11 3-6-16,-14 3-119 15,-4 1-195-15,-11 1-476 0</inkml:trace>
  <inkml:trace contextRef="#ctx0" brushRef="#br0" timeOffset="9132.5817">11151 2917 1455 0,'0'0'268'0,"0"0"-15"16,0 0-11-16,40-42-55 16,-25 35-83-16,-4 6-67 15,-1 1-12-15,-4 19-1 16,-4 13 6-16,-2 18 34 16,-12 6 49-16,-5 1-23 15,0-7-20-15,8-14-19 16,5-7-15-16,4-10-18 15,0-1-8-15,13-1-10 16,12 0-10-16,24-9-35 16,32-11-73-16,16-20-110 15,-15-4-236-15,-13-2-284 0</inkml:trace>
  <inkml:trace contextRef="#ctx0" brushRef="#br0" timeOffset="9768.8376">12081 2541 2015 0,'0'0'245'16,"0"0"-143"-16,0 0-44 16,-43 0-25-16,43 14-32 15,4 13 8-15,7 1 5 0,4 4 36 16,2 1 11-1,-3-8-28-15,0 3-32 0,-2-3 7 16,-3-5-8-16,-2-5 0 16,-3-6-1-16,-2-5 1 15,-1-4 3-15,-1-4 20 16,1-9-10-16,1-3-12 16,3-1 1-16,2 0-1 15,4 2 0-15,4 4-1 16,0 3-1-16,1 3-5 15,1 2 5-15,-4 2-5 16,-2 1 0-16,-4 0-3 16,-4 6-5-16,-3 2 1 0,0 3 0 15,-6 3 12 1,-4 1 1-16,-4 0 1 0,1-1 5 16,1 0-5-16,4-3 0 15,2-3-1-15,6-2-7 16,0-3-31-16,3-2 1 15,9-1 25-15,6-4 11 16,2-6 1-16,3-3-1 16,0-1-9-16,-1-2 3 15,-2 0 6-15,-4 3 1 16,-3 3 1-16,-4 3 2 16,-2 4 3-16,0 3 9 15,0 2 10-15,2 8 20 16,1 4 14-16,1 1-1 15,-1 1-14-15,-2-1-26 0,-3-3-8 16,-1-2-10 0,-2-3-14-16,-1-3-101 0,-1-4-66 15,-5-7-58-15,-3-5-239 16,-2-4-419-16</inkml:trace>
  <inkml:trace contextRef="#ctx0" brushRef="#br0" timeOffset="9905.9809">12371 2516 1008 0,'0'0'155'16,"0"0"-5"-16,0 0-57 16,0 0-41-16,0 0-31 15,0 0-4-15,41 16-15 16,-8 3-2-16,-4-4-87 16,-3-2-271-16</inkml:trace>
  <inkml:trace contextRef="#ctx0" brushRef="#br0" timeOffset="10520.0165">12602 2550 1232 0,'0'0'201'0,"0"0"114"15,0 0-40-15,0 0-53 16,0 0-92-16,0 0-97 16,0 0-5-16,-15 24 17 15,15-5-10-15,0 1-3 16,0-1-9-16,0-1 3 0,4-1-17 15,2-4-8 1,-1-4-1-16,0-3-17 0,-1-3-16 16,0-3 3-16,1-3 30 15,0-9 0-15,1-4-1 16,1-6 0-16,1 2 0 16,-2-2 1-16,0 4 0 15,-1 4 0-15,-1 5 0 16,-1 3 1-16,-2 6 1 15,0 0-2-15,1 7-11 16,2 5 11-16,2 4 6 16,2 1-5-16,1 0 5 15,3-4-4-15,1-2-2 16,3-5-1-16,1-5-22 16,1-1-69-16,0-8-50 0,-1-6 31 15,-2-5 44-15,-4-4 46 16,-1-2 20-16,-4-2 1 15,-2 3 16-15,-2 2 46 16,-2 6 34-16,0 6 4 16,0 5-11-16,0 4-12 15,0 1-33-15,0 2-43 16,0 7-1-16,0 2 2 16,5 2-2-16,5 0 2 15,3 1-1-15,0-2 0 16,1 1 5-16,-3-1-5 15,-4-1-1-15,-5 0 0 16,-2-1-2-16,-5 0-11 0,-8-1 13 16,-5-2 0-16,-3-1-39 15,-9-6-106-15,4-1-158 16,2-7-573-16</inkml:trace>
  <inkml:trace contextRef="#ctx0" brushRef="#br0" timeOffset="10665.9922">13139 2499 2016 0,'0'0'352'0,"0"0"-41"15,0 0-142-15,0 0-50 16,0 0-35-16,0 0-84 16,0 0-30-16,-47 20-644 0</inkml:trace>
  <inkml:trace contextRef="#ctx0" brushRef="#br0" timeOffset="13429.038">3525 4616 1026 0,'0'0'297'0,"0"0"-124"0,0 0 55 16,0 0-24-16,0 0 4 16,0 0-68-16,-3 0-50 15,11 0-42-15,3 0-21 16,4 4 8-16,6 1 13 16,4 0 4-16,4 0-5 15,3-1-14-15,8 1-9 16,6-3 40-16,7-2-4 15,-5 0-23-15,-11 0-11 16,-10 0-10-16,-9 0-4 16,1-1-3-16,1 0-3 0,0-1-6 15,-3 1 1 1,-5-1 0-16,-6 2-1 0,-2 0-1 16,-10 0-27-16,-7 3-232 15,-8 2-428-15</inkml:trace>
  <inkml:trace contextRef="#ctx0" brushRef="#br0" timeOffset="15438.0859">5014 4581 614 0,'0'0'243'16,"0"0"-42"-16,0 0 4 15,0 0 1-15,0 0-2 16,0 0-29-16,0 0-33 15,-1-4-10-15,1 4-40 16,0 0-16-16,0 0-2 16,2 0-4-16,5 1 52 15,5 2 2-15,2 1-36 16,5-1-17-16,4-1-14 16,4-1-8-16,3 0-11 0,2-1-10 15,-2 0-17-15,-1 0-4 16,-3 0-5-16,-2-1 18 15,-2-1 0-15,-4 1-10 16,0-1-4-16,-4 1-4 16,-3-1-1-16,-2 1 7 15,-3 0-7-15,-2 1-1 16,-3 0 2-16,-1 0-2 16,0 0-6-16,0 0-65 15,-7 0-169-15,-3 0-226 16,-6 0-691-16</inkml:trace>
  <inkml:trace contextRef="#ctx0" brushRef="#br0" timeOffset="22360.1717">6116 5100 950 0,'0'0'250'15,"0"0"-18"-15,0 0 52 16,0 0 0-16,0 0-53 15,0 0-48-15,-4-3-34 16,8 3-34-16,8 0-41 0,8 2-22 16,14 2-13-1,15 0 12-15,14 0-23 0,4 0 32 16,-5-1-27-16,-16-2-21 16,-15 0-6-16,-7 0 0 15,-4-1-5-15,3 1 0 16,-1-1-1-16,-2 0 0 15,-6 0-7-15,-8 0-89 16,-6 1-121-16,-6 0-88 16,-5 0-462-16</inkml:trace>
  <inkml:trace contextRef="#ctx0" brushRef="#br0" timeOffset="22675.905">6165 5231 1565 0,'0'0'261'16,"0"0"-107"-16,0 0-52 16,0 0 78-16,0 0 34 15,0 0-61-15,0 0 35 16,29 15-81-16,2-9-38 15,15-3-8-15,14-3-13 16,4 0-7-16,-4 0-28 16,-8-2-7-16,-15 0 2 15,-9-1-7-15,-9 2 0 0,-4 1 0 16,-1-1-1 0,-3 1-10-16,-11 0-156 0,-4 5-343 15,-13-2-546-15</inkml:trace>
  <inkml:trace contextRef="#ctx0" brushRef="#br0" timeOffset="24522.1915">3373 5455 1124 0,'0'0'510'16,"0"0"-312"-16,0 0 19 0,0 0-21 15,0 0 11-15,0 0-30 16,0 0-45-16,-4 1-50 16,10 1-43-16,6 0-4 15,2 2 10-15,6-2-4 16,3-1-14-16,2-1-8 15,2 0-12-15,-2-1-6 16,-1-4 1-16,-3 0-2 16,-3 0-28-16,-4 0-121 15,-5 1-87-15,-9 0-121 16,0 1-292-16,-5 1-569 0</inkml:trace>
  <inkml:trace contextRef="#ctx0" brushRef="#br0" timeOffset="24716.4368">3340 5528 1194 0,'0'0'288'0,"0"0"-51"15,0 0-11-15,0 0-8 16,0 0-34-16,0 0-94 16,0 0-32-16,24 3 15 15,0-6-30-15,4-3-25 16,3 0-18-16,14-1-8 15,-8 1-107-15,-10 3-446 0</inkml:trace>
  <inkml:trace contextRef="#ctx0" brushRef="#br0" timeOffset="26365.0939">3555 5901 163 0,'0'0'946'0,"0"0"-709"16,0 0-39-16,0 0-18 16,0 0 3-16,0 0-22 15,0 0-11-15,-2 0-30 16,2 0-17-16,0 0-11 15,0 0 1-15,0 0 6 0,3 0-35 16,5 1-12 0,2 1-1-16,4 1-8 15,4-1-2-15,4 1 4 16,2 0-4-16,4-1-3 0,2 0-13 16,3-1-4-16,0 0 0 15,2-1 21-15,6 0-7 16,-4 0-5-16,-1 0-8 15,1-4-4-15,-8 0 1 16,3 0-7-16,-2-1 0 16,-4 0-4-16,-4 1-7 15,-4 1 0-15,-4 0 0 16,-5 2 5-16,-4 0 0 16,-4 1-5-16,0 0 0 0,-1 0-1 15,0 0 0 1,0 0 0-16,0 0-2 0,0 0-10 15,0 0-10-15,0 0-18 16,0 0-58-16,0 0-237 16,-2 0-373-16</inkml:trace>
  <inkml:trace contextRef="#ctx0" brushRef="#br0" timeOffset="28849.8937">7576 6016 1652 0,'0'0'319'0,"0"0"-130"0,0 0-98 15,0 0 40-15,0 0 47 16,40 2 7-16,5 1-9 15,19 0-68-15,6 0-44 16,-3-1-13-16,-9 0-18 16,-13-2-15-16,-9 0-6 15,-7 1-11-15,-9-1 5 16,-3 0-5-16,0 0 0 16,-1 0 0-16,-1 0-1 15,-4 0 1-15,-5-1 0 0,-2-1-1 16,-4 0-36-16,0 2-82 15,-20-1-181-15,1 0-174 16,-5 0-277-16</inkml:trace>
  <inkml:trace contextRef="#ctx0" brushRef="#br0" timeOffset="29127.8955">7590 6120 1580 0,'0'0'247'0,"0"0"-82"0,0 0 20 16,0 0 58-16,0 0 4 15,71 27-22-15,-15-19-53 16,6-2-73-16,-2-3-39 16,-8-2-17-16,-9-1-8 15,-7 0-8-15,-7 0-14 16,-8 0-6-16,-3 0 0 15,0-2-7-15,-1 1-1 16,-1-1-8-16,-9 0-52 16,-13 1-101-16,-10-1-219 15,-10 1-591-15</inkml:trace>
  <inkml:trace contextRef="#ctx0" brushRef="#br0" timeOffset="32090.706">10347 5402 1401 0,'0'0'313'0,"0"0"-118"0,0 0 29 15,0 0-4-15,-42-13-66 16,34 32-82-16,-1 16 47 16,-2 15 8-16,2 3-42 15,1-7-30-15,4-13-11 16,3-12-4-16,1-5-1 16,0 0-26-16,4 0-12 15,5-3-1-15,1-6 0 16,2-7-1-16,2-3-23 15,1-10 3-15,0-6 20 16,-2-4-5-16,0 0 6 16,-4 2 1-16,-1 3 0 15,-4 6 5-15,-1 7 0 0,-1 5-6 16,0 1 0 0,1 11 0-16,3 5 25 0,2 5 4 15,4 2-2-15,5-2-11 16,3-1-2-16,4-5 2 15,3-5 5-15,1-7 2 16,-1-4-8-16,0-5 16 16,-4-10-7-16,-3-6-15 15,-2-12-3-15,-6-13-6 16,-9-11-10-16,-3-3-11 16,-3 12-31-16,-5 15-8 15,2 18 0-15,0 7-5 16,-4 1 3-16,1 1-21 0,0 6-100 15,2 6-128 1,6 3-606-16</inkml:trace>
  <inkml:trace contextRef="#ctx0" brushRef="#br0" timeOffset="32609.1663">10802 5613 1081 0,'0'0'404'15,"0"0"97"-15,0 0-223 16,0 0-75-16,0 0-5 16,0 0-78-16,0 0-66 15,-1 38 1-15,-2-12 2 16,1-1-18-16,-1 0 2 16,-1-1-9-16,0-6-15 15,1-2-10-15,1-6-6 16,1-4 1-16,0-6-1 15,1-1 16-15,0-11-4 0,0-8-5 16,0-4-7-16,3-2 7 16,4 2-7-16,1 5-2 15,-1 7 1-15,2 7-17 16,0 5-1-16,0 10 5 16,2 7 7-16,0 4 6 15,0 4 8-15,-3 0-7 16,0-2-1-16,-2-2 0 15,-1-3-11-15,-1-6-139 16,2-8-141-16,-2-4-197 16,0 0-398-16</inkml:trace>
  <inkml:trace contextRef="#ctx0" brushRef="#br0" timeOffset="32970.207">10953 5617 1265 0,'0'0'210'16,"0"0"-71"-16,0 0-18 16,0 0 41-16,9 36-92 15,-2-27-33-15,0-2-8 16,0-2 0-16,-1-1-7 16,-1-4-7-16,0 0 44 15,-1-3 34-15,0-6-41 16,-2-3-20-16,-1-1 5 15,-1-2 6-15,0 2 27 16,-2 2 7-16,-1 2 23 16,-3 5 18-16,1 3-37 0,-1 1-34 15,-1 5-29-15,-1 8-10 16,1 4 4-16,1 3 7 16,4 3-7-16,2 1-5 15,2-2-7-15,8-1-6 16,4-4-16-16,3-5-153 15,8-11-72-15,-3-1-319 16,-5-7-332-16</inkml:trace>
  <inkml:trace contextRef="#ctx0" brushRef="#br0" timeOffset="33390.4263">11129 5601 1215 0,'0'0'388'0,"0"0"-45"15,0 0-121-15,0 0-33 16,0 0-81-16,0 0-8 15,0 0-23-15,5 36-29 16,-3-17-6-16,1 2-14 16,0-2-11-16,0-1-4 15,1-4-12-15,1-2-1 16,-2-6 0-16,0-5-11 16,2-1 11-16,0-6 17 15,2-5-17-15,0-3 0 16,0 0 0-16,-1 2 1 15,0 3 0-15,-3 2 5 16,-1 5 1-16,-1 2-7 0,0 2 6 16,1 7-4-1,0 4 26-15,1 2-1 0,1 0 9 16,1 0-3-16,-1-4-8 16,1-3-8-16,0-3-7 15,1-4 7-15,1-1 21 16,0-6 13-16,2-6-28 15,1-5-13-15,-1-4-9 16,0-3-1-16,0-4-6 16,1 1-48-16,2 2-90 15,9 1-102-15,-3 8-240 16,0 4-423-16</inkml:trace>
  <inkml:trace contextRef="#ctx0" brushRef="#br0" timeOffset="33542.9031">11421 5550 1129 0,'0'0'820'0,"0"0"-500"0,0 0-118 16,0 0-77-16,0 0-26 15,0 0-66-15,41-7-33 16,-17 6-1-16,6-1-142 16,-7 0-370-16,-6 2-520 0</inkml:trace>
  <inkml:trace contextRef="#ctx0" brushRef="#br0" timeOffset="33684.7612">11486 5616 1480 0,'0'0'401'15,"0"0"75"-15,0 0-271 0,0 0-5 16,0 0-96-16,-36 38-71 16,57-34-33-16,34-4-116 15,-2-2-168-15,5-6-842 0</inkml:trace>
  <inkml:trace contextRef="#ctx0" brushRef="#br0" timeOffset="34238.731">11901 5244 2114 0,'0'0'345'16,"0"0"-79"-16,0 0-167 15,0 0-47-15,0 0-31 16,0 0 12-16,0 39 3 16,2-12 6-16,1 4-1 15,1 1-5-15,1-2-18 16,0-2-3-16,3-5-13 15,-1-5-2-15,1-9 0 16,1-6-27-16,0-3-12 16,2-12 3-16,1-7-18 0,-1-2 26 15,0-2 21 1,-2 4 7-16,-2 4 0 0,-2 5 2 16,-2 6 7-16,-1 4-4 15,1 4-4-15,0 8 30 16,3 4 20-16,2 3-5 15,1 1-22-15,3-3-11 16,2-2-2-16,3-7-1 16,2-7-2-16,0-1 13 15,3-11 4-15,-1-8-7 16,-1-6-9-16,-4-8 0 16,-6-11-1-16,-6 5-7 15,-4 4-1-15,0 9-16 16,-7 13-40-16,0 4 7 15,-3 5-11-15,-2 4-21 0,-2 15-111 16,0 18-26-16,3-4-141 16,5-2-435-16</inkml:trace>
  <inkml:trace contextRef="#ctx0" brushRef="#br0" timeOffset="34576.1928">12341 5382 1713 0,'0'0'352'16,"0"0"4"-16,0 0-140 15,0 0-79-15,0 0-53 16,0 0-38-16,0 0 17 0,-4 53-12 16,4-31-29-16,4 0-7 15,1-4-8-15,0-3-6 16,1-6 0-16,-1-5-1 15,1-4 11-15,1-5 11 16,0-9-8-16,1-4-8 16,-2-3-5-16,-3-3 0 15,-3 0 1-15,0 2-2 16,-3 4 0-16,-6 4-9 16,0 7-18-16,1 4-74 15,1 3-95-15,2 4-19 16,5 10-132-16,0-2-243 0,6-1-908 15</inkml:trace>
  <inkml:trace contextRef="#ctx0" brushRef="#br0" timeOffset="34786.3533">12485 5346 1677 0,'0'0'386'15,"0"0"93"-15,0 0-268 16,0 0-48-16,0 0-108 15,0 0-41-15,0 0 1 16,7 25-2-16,0-6 4 16,-1 1-5-16,0 3 7 15,-1 1-9-15,-2 1-10 16,0-1-63-16,2 2-223 16,-1-6-347-16,1-6-851 0</inkml:trace>
  <inkml:trace contextRef="#ctx0" brushRef="#br0" timeOffset="35424.3041">12707 5435 899 0,'0'0'321'0,"0"0"62"16,0 0-30-16,0 0-27 16,0 0-95-16,0 0-118 15,0 0-37-15,-47 1 28 16,31 15-4-16,1 2-28 16,4 2-25-16,4 1-22 15,5-3-15-15,2-1-10 0,6-5-1 16,6-4-5-16,4-5 5 15,1-3 1-15,2-5 12 16,-1-9-6-16,0-6-6 16,-3-10-6-16,-2-11 6 15,-3-11 1-15,-5-4 0 16,-5 4 0-16,0 12 8 16,0 17-9-16,-3 9-43 15,1 9 13-15,1 0 7 16,0 4 22-16,-1 1-6 15,2 7-13-15,-1 18-4 16,1 13 24-16,5 16 26 16,8 7 16-16,1-1 20 0,-3-14-6 15,-4-16-16 1,-3-8 5-16,-4-7-29 0,0 1-16 16,-4-2-111-16,-5-1-371 15,-1-11-689-15</inkml:trace>
  <inkml:trace contextRef="#ctx0" brushRef="#br0" timeOffset="35741.5994">13279 5414 1540 0,'0'0'534'0,"0"0"-375"16,0 0 5-16,0 0-50 15,0 0-21-15,0 0-66 16,45-26-27-16,-11 16-34 16,-4 1-192-16,0 1-419 0</inkml:trace>
  <inkml:trace contextRef="#ctx0" brushRef="#br0" timeOffset="36220.2423">13607 5286 1979 0,'0'0'250'0,"0"0"-151"16,0 0 37-16,-11 40 23 16,7-23-54-16,1-1 1 15,1-2-26-15,0-3-30 16,1-3-26-16,0-4-11 0,1-3-2 15,0-1 13 1,0-6 49-16,5-7 9 0,2-6-53 16,2-5-14-16,0-3-2 15,0 0-5-15,-1 2-8 16,0 7-1-16,-2 5 0 16,-2 5 0-16,-1 6 0 15,-1 2 1-15,2 8-6 16,4 14 6-16,4 15 18 15,0 13 32-15,-1 7 3 16,-3-1 15-16,-5-5 5 16,-2-9-1-16,0-8-13 15,-1-8 7-15,1-8-18 0,1-4-8 16,1 1-16-16,0-4-12 16,3-1-3-16,2-7-1 15,3-3-2-15,5-4 1 16,4-8-7-16,5-5-42 15,15-12-162-15,-5 5-164 16,-6 0-982-16</inkml:trace>
  <inkml:trace contextRef="#ctx0" brushRef="#br0" timeOffset="37092.2419">14123 4981 1305 0,'0'0'324'0,"0"0"-10"15,0 0-11-15,0 0-143 16,-11-35-98-16,11 35-35 16,9 11-26-16,9 19 1 15,6 14 18-15,1 8 19 16,-5-1 25-16,-8-5 36 16,-9-13-33-16,-3-7-13 15,0-5 38-15,-8-5-24 0,-4 0-16 16,-3 1-15-16,-4-2-7 15,-3-6-6-15,1-5-13 16,-1-4-5-16,2-4 1 16,1-9-1-16,5-7-6 15,4-3 0-15,6-2-30 16,4 3-27-16,4 3-10 16,9 5 18-16,4 8 14 15,1 4 2-15,3 2 11 16,1 4 9-16,2 4-104 0,10 0-100 15,-5-3-277 1,-3-2-340-16</inkml:trace>
  <inkml:trace contextRef="#ctx0" brushRef="#br0" timeOffset="37445.2275">14421 4936 1798 0,'0'0'340'0,"0"0"-54"16,0 0-178-16,0 0-63 15,0 0-30-15,0 0 4 16,-2 58 11-16,3-14 32 16,-1-3 22-16,0-5 3 0,0-11-11 15,-3-6-39 1,-2 4 20-16,0 1-2 0,1 1-8 15,1-4-13-15,2-6-8 16,1-4-8-16,0-3-6 16,4-3-3-16,6-2-2 15,5-1 5-15,6-2 0 16,6 0-3-16,9 0-8 16,-2 0-1-16,1-2-5 15,-1 0-47-15,-2 2-188 16,-5 0-286-16,-8 0-616 0</inkml:trace>
  <inkml:trace contextRef="#ctx0" brushRef="#br0" timeOffset="37731.5605">14037 5504 2228 0,'0'0'331'16,"0"0"-240"-16,0 0-52 16,0 0 111-16,86 25 39 15,0-25-53-15,18-7-19 16,10-5-32-16,-5-2-40 16,-16 0-21-16,-10 1-24 15,-13 3 0-15,-20 2-1 0,-18 4-15 16,-14 1-2-16,-10 3-21 15,-4 0-70-15,-11 0-222 16,-7 4-340-16,-8 0-261 0</inkml:trace>
  <inkml:trace contextRef="#ctx0" brushRef="#br0" timeOffset="38361.3024">14281 5662 1302 0,'0'0'348'0,"0"0"20"0,0 0-32 16,0 0-41-16,0 0-65 15,0 0-107-15,0 0-67 16,-2-5-39-16,12 18-1 16,2 5 20-16,2 6 17 15,0 4-7-15,-2 3 5 16,-4-1 24-16,-4 0-6 16,-4 0-27-16,-2-2-9 15,-11-2-3-15,-4-3-8 16,-3-3-7-16,-2-4-9 15,0-5-4-15,0-6-1 16,4-5 8-16,3-7-7 16,4-8 7-16,5-4-9 15,4-1 0-15,2 2-29 16,6 2-4-16,5 2 5 0,4 4 2 16,3 0 13-16,2 3 4 15,2 3 3-15,0 1 5 16,-1 3 0-16,-1 0-5 15,-1 1-8-15,1 5-34 16,9 0-179-16,-3-2-381 16,-2-3-971-16</inkml:trace>
  <inkml:trace contextRef="#ctx0" brushRef="#br0" timeOffset="39486.3213">14611 5724 986 0,'0'0'736'16,"0"0"-509"-16,0 0 70 16,0 0 26-16,0 0-87 15,0 0-155-15,0 0-67 16,-33 15 9-16,27 12 25 16,1 5 21-16,3-4-16 15,2 1-2-15,0-3-12 16,4-4-16-16,5-7-14 15,3-5-9-15,5-7 0 0,0-3 8 16,3-9 4 0,-1-7-6-16,-1-4 1 0,-3-2-6 15,-3 0 0-15,-3 1 1 16,-3 5 5-16,-3 5 1 16,-2 5-7-16,0 5 5 15,-1 1-6-15,0 8 0 16,0 6 0-16,0 3 14 15,0 0 4-15,3 1-3 16,2-4-5-16,1-2 0 16,1-5-4-16,2-4 2 15,1-3 5-15,3-1 14 16,1-10-4-16,0-5-8 16,0-5-14-16,-1-9-1 15,-1-11-3-15,-6-9-27 0,-4 5-10 16,-2 10-8-16,-2 13-15 15,-6 14-16-15,-3 5 8 16,-16 7-8-16,1 8-407 16,1 4-496-16</inkml:trace>
  <inkml:trace contextRef="#ctx0" brushRef="#br0" timeOffset="40639.1034">10576 5613 841 0,'0'0'218'0,"0"0"-62"16,0 0-57-16,0 0 8 16,0 0-43-16,0 0-64 15,0 0-10-15,-6 0-310 0</inkml:trace>
  <inkml:trace contextRef="#ctx0" brushRef="#br0" timeOffset="42040.2898">6482 6609 948 0,'0'0'375'0,"0"0"-32"16,0 0-241-16,0 0-49 15,0 0 4-15,0 0-16 16,0 0-35-16,-14 28 48 16,14 14 20-16,0 0 43 15,0-9-26-15,0-8-33 16,1-8-14-16,1 2 7 16,-2 1 8-16,0 0-14 15,0-4-20-15,0-3-7 16,-7-7-12-16,-2-4-6 15,-5-2 0-15,-2-6-58 0,-3-7 5 16,-1-4 19-16,2-3 17 16,2-1 17-16,3 2 17 15,5 5-17-15,3 4-1 16,4 5 1-16,1 5 0 16,0 0-13-16,10 11-8 15,3 4 21-15,4 2 17 16,3 2 0-16,1 0 7 15,2-4 29-15,0-2-11 16,0-3-17-16,0-6-3 16,-3-2-5-16,-1-2-7 15,-3-4-8-15,-3-6-1 16,-2-6 2-16,-2-2-3 16,-3-3 0-16,-1-1-7 15,-2 1 6-15,-3 3-9 0,0 7 2 16,0 3 7-16,0 7 0 15,-1 1-6-15,-5 11-30 16,-2 7 37-16,-3 6 5 16,-1 3 33-16,-1 1-7 15,1 0-13-15,0-3-18 16,3-2 0-16,-4 4-71 16,4-5-261-16,-1-6-772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31:19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1414 4705 350 0,'0'0'1369'15,"0"0"-1095"-15,0 0-105 16,0 0-45-16,0 0-28 16,0 0-47-16,0 0-27 15,29-2-7-15,-7-3-7 16,3-2-8-16,3-1-13 15,-2 2-101-15,0-2-153 16,-8 2-315-16,-5 3-416 0</inkml:trace>
  <inkml:trace contextRef="#ctx0" brushRef="#br0" timeOffset="176.4042">1412 4796 935 0,'0'0'400'0,"0"0"-217"15,0 0-60-15,0 0-34 16,0 0-11-16,0 0-1 16,0 0-23-16,54-24-30 15,-28 8-24-15,9-8-163 16,-7 3-138-16,-8 1-435 0</inkml:trace>
  <inkml:trace contextRef="#ctx0" brushRef="#br0" timeOffset="421.0138">1515 4592 690 0,'0'0'612'0,"0"0"-501"16,0 0-38-16,0 0 11 16,49 2 8-16,-28 6 20 15,1 1 7-15,-2 4-34 16,-3 0-22-16,-5 2-21 15,-4 0-14-15,-5 1-9 16,-3 1-7-16,-4 0-1 16,-9 0 2-16,-4-2-7 15,-3-1-6-15,-11-1-66 16,7-4-149-16,-1-5-374 0</inkml:trace>
  <inkml:trace contextRef="#ctx0" brushRef="#br0" timeOffset="586.9874">1823 4687 1846 0,'0'0'285'0,"0"0"-177"16,0 0-29-16,0 0-51 15,-50 12-28-15,32-6-166 16,-2 2-466-16</inkml:trace>
  <inkml:trace contextRef="#ctx0" brushRef="#br0" timeOffset="2067.0239">5410 4766 1395 0,'0'0'365'0,"0"0"-37"15,0 0-60-15,0 0-49 16,0 0-38-16,0 0-62 15,-9-3-50-15,9 3-35 16,10 2-14-16,6 1 5 16,6-1 2-16,5 1-11 15,3-2-8-15,2-1-7 16,-4 0-1-16,-1 0-19 16,-3 0-127-16,-9 0-327 0,-6 0-284 15</inkml:trace>
  <inkml:trace contextRef="#ctx0" brushRef="#br0" timeOffset="2265.8315">5377 4844 1428 0,'0'0'384'16,"0"0"-132"-16,0 0-103 15,0 0 33-15,0 0 63 16,75 1-72-16,-19-4-74 15,4-3-56-15,-8 1-26 16,-14 1-14-16,-5 4-3 0,-11 4-175 16,-3 1-529-16</inkml:trace>
  <inkml:trace contextRef="#ctx0" brushRef="#br0" timeOffset="3200.5905">4422 6708 456 0,'0'0'1009'15,"0"0"-697"-15,0 0-67 16,0 0-54-16,0 0 25 15,0 0-33-15,0 0-58 16,4 3-42-16,11-3-4 16,5 0-16-16,5 0-22 15,1-2-22-15,0-1-7 16,-1-1-12-16,-5 1 0 16,-2 1-73-16,-5 0-156 15,-4 2-276-15,-6 0-327 0</inkml:trace>
  <inkml:trace contextRef="#ctx0" brushRef="#br0" timeOffset="3390.6739">4402 6807 1401 0,'0'0'493'16,"0"0"-403"-16,0 0 20 15,0 0 73-15,57 2 42 16,-12-10-99-16,10-5-59 15,-3 1-29-15,-11 0-29 16,-15 4-9-16,-5 2-17 0,-3 1-204 16,-6-1-497-16</inkml:trace>
  <inkml:trace contextRef="#ctx0" brushRef="#br0" timeOffset="6733.7811">3160 3037 606 0,'0'0'896'0,"0"0"-545"16,0 0-61-16,0 0-43 16,0 0-52-16,0 0-48 0,-11-6-51 15,18 5-53 1,5 1-16-16,6-1-14 0,7 0-7 16,3-1-5-1,1 1-1-15,-2 0-24 0,-4 0-176 16,-3 1-145-16,-7 0-380 15,-8 0-603-15</inkml:trace>
  <inkml:trace contextRef="#ctx0" brushRef="#br0" timeOffset="6903.5558">3168 3127 740 0,'0'0'855'15,"0"0"-566"-15,0 0-76 16,0 0-95-16,0 0-3 15,0 0-35-15,0 0 15 16,48-5-25-16,-17-6-43 16,2-3-27-16,4-6-109 0,-7 2-155 15,-8 2-316-15</inkml:trace>
  <inkml:trace contextRef="#ctx0" brushRef="#br0" timeOffset="7134.0299">3305 2883 1378 0,'0'0'567'0,"0"0"-279"15,0 0-132-15,0 0-96 16,0 0 21-16,76 33 47 0,-24-7-2 16,-3 1-3-16,-12-3-41 15,-15-5-19-15,-13-1-18 16,-7 9-21-16,-12 14-14 15,-36 20-2-15,-30 11-8 16,-32 11-17-16,16-17-223 16,8-13-920-16</inkml:trace>
  <inkml:trace contextRef="#ctx0" brushRef="#br0" timeOffset="9067.5097">4264 3298 1540 0,'0'0'289'16,"0"0"-39"-16,0 0-33 15,0 0-39-15,0 0-10 0,0 0-51 16,0 0-10-1,75-3-5-15,-10 3-35 0,8 0-22 16,-2-3-21-16,-10 1-12 16,-20-1-6-16,-9 3-6 15,-11-1 0-15,-6 1-10 16,-2 0-105-16,-7 0-248 16,-3 0-369-16,-3 0-505 0</inkml:trace>
  <inkml:trace contextRef="#ctx0" brushRef="#br0" timeOffset="9280.0387">4279 3456 1592 0,'0'0'352'0,"0"0"-207"0,0 0-32 15,0 0 65-15,0 0 67 16,51 7-65-16,-7-9-50 15,14-5-65-15,7-3-37 16,-4 2-19-16,-6 3-9 16,-7 4-12-16,-1-1-196 15,-10 1-483-15,-6-2-604 0</inkml:trace>
  <inkml:trace contextRef="#ctx0" brushRef="#br0" timeOffset="11000.0605">8537 2070 1098 0,'0'0'339'16,"0"0"20"-16,0 0 12 16,0 0-115-16,0 0-30 15,0 0-99-15,-55 10-60 0,34 25-6 16,2 10 2-16,5-2-6 16,9-7-27-16,5-11-20 15,5-6-4-15,9 3-6 16,5 1 0-16,7 0-1 15,10-7-93-15,13-14-210 16,-7-2-216-16,-6-9-87 0</inkml:trace>
  <inkml:trace contextRef="#ctx0" brushRef="#br0" timeOffset="11677.0346">8725 2107 1309 0,'0'0'316'0,"0"0"-12"0,0 0-87 15,0 0-79-15,-44 20-32 16,36-2-2-16,4 4-4 16,4 2-18-16,1 2-36 15,10-2-22-15,3-2-12 16,3-5 0-16,2-5 5 16,1-5 0-16,0-6-17 15,-1-1 24-15,-3-9-4 16,-3-4-13-16,-3-5-7 15,-4-2-7-15,-5-3-1 16,-1-1-4-16,-4 1 0 16,-5 2 0-16,-2 6-4 15,-1 4-3-15,1 8 7 16,1 3 4-16,3 4-2 16,3 8-2-16,4 3 3 0,1 1-15 15,13-1-46 1,13 0-88-16,1-4-62 0,4-5-8 15,1-6-35-15,-8 0-45 16,-1-7-49-16,-9-6-248 16,-6-2 438-16,-6-3 167 15,-3-2 284-15,0 1 58 16,-3 3-14-16,-1 4-32 16,1 7-23-16,1 5-78 15,2 3-142-15,0 11-30 0,0 7 23 16,5 3 23-16,0 2-1 15,0-1-8-15,-1-1-13 16,0-3-16-16,-2-4-16 16,1-5-9-16,-3-4 0 15,0-6-5-15,0-2 14 16,0-7 31-16,0-7-4 16,0-7-23-16,0-3 14 15,0-2 16-15,0 3-13 16,1 3-3-16,5 6-2 15,1 7-16-15,3 7-15 16,3 0-7-16,3 10 1 16,3 3 5-16,0 3 1 15,0-1-10-15,0 0-26 16,-3 1-152-16,-4-4-175 0,-5-5-534 0</inkml:trace>
  <inkml:trace contextRef="#ctx0" brushRef="#br0" timeOffset="11963.5819">9147 2012 1207 0,'0'0'257'0,"0"0"8"16,13 54-66-16,-2-26 6 15,3-1-54-15,1-2-37 16,-2-4-51-16,-2-6-45 15,-2-6-4-15,-3-7 2 16,0-2 26-16,-1-9 74 16,0-10-72-16,0-3-26 0,1-7-9 15,-2-2-8-15,-1 1-1 16,0 3-21-16,0 5-24 16,1 8-68-16,-1 8-77 15,6 6-208-15,-1 8-194 16,1 2-262-16</inkml:trace>
  <inkml:trace contextRef="#ctx0" brushRef="#br0" timeOffset="12278.2028">9399 2008 722 0,'0'0'678'16,"0"0"-389"-16,0 0-37 0,0 0-85 15,-45 7-43-15,39 8-31 16,3 4 2-16,3 2-8 16,0-1 0-16,6-1-32 15,5-3-27-15,3-5 3 16,2-4-14-16,2-5 11 16,0-2-5-16,-1-7-6 15,-1-6 0-15,-2-4-16 16,-4-3 10-16,-3-2-11 0,-6-2 0 15,-1 2-19 1,-5 2-30-16,-6 6-35 0,-2 4-26 16,-1 7-82-16,1 3-194 15,5 0-306-15</inkml:trace>
  <inkml:trace contextRef="#ctx0" brushRef="#br0" timeOffset="12519.5202">9510 1794 1652 0,'0'0'511'0,"0"0"-192"16,0 0-208-16,0 0-45 15,-1 45 63-15,8-17-17 16,3 3-31-16,0-3-37 0,4 3-28 15,-1-1-6-15,0-2-4 16,-3-1-6-16,4 1-107 16,-2-8-395-16,-4-8-549 0</inkml:trace>
  <inkml:trace contextRef="#ctx0" brushRef="#br0" timeOffset="13066.3672">9683 1915 985 0,'0'0'964'16,"0"0"-670"-16,0 0-91 0,0 0-143 16,0 0 30-1,0 0 29-15,-2 56-13 0,12-30-24 16,2 0-46-16,1 0-20 16,1-3-8-16,-2-5 2 15,0-6-10-15,0-8-23 16,-1-4-74-16,1-5 18 15,-1-10-4-15,-1-5-14 16,-2-4 39-16,-3-1 31 16,-1 2 21-16,-1 2 6 15,-3 5 1-15,0 6 23 16,0 4 29-16,0 5 10 0,0 1-47 16,0 8-16-1,0 4 0-15,4 4 1 16,4 1 0-16,3-1 0 15,4-2 5-15,2-4 0 0,0-6-5 16,0-4-1-16,-2-1-27 16,-2-10-18-16,-3-5 9 15,-5-6 26-15,-5-11 3 16,0-18 7-16,-8-15 1 16,-4-1 7-16,3 13 16 15,1 20 48-15,5 20 32 16,2 10 10-16,0 2 10 15,1 2-59-15,0 3-48 16,4 16-17-16,12 15 1 16,12 16 5-16,3 6-5 0,-1-2-1 15,-8-13 1 1,-10-13-1-16,-5-9-31 0,-7 4-173 16,0-4-341-16,0-5-421 15</inkml:trace>
  <inkml:trace contextRef="#ctx0" brushRef="#br0" timeOffset="13270.564">9965 1802 836 0,'0'0'751'16,"0"0"-431"-16,0 0-87 16,0 0-148-16,38-13-14 15,-10 35 0-15,-2 3-11 16,0 4-8-16,-3 2-26 15,-9-6-14-15,-3 2-11 0,-6-5-1 16,-5-4-102-16,-11-6-171 16,-2-6-290-16,-1-6-242 0</inkml:trace>
  <inkml:trace contextRef="#ctx0" brushRef="#br0" timeOffset="13392.0246">10101 1720 844 0,'0'0'200'0,"0"0"-57"16,0 0-108-16,36 36-35 0,-18-13-70 16,0-1-539-16</inkml:trace>
  <inkml:trace contextRef="#ctx0" brushRef="#br0" timeOffset="13675.0931">10256 1805 945 0,'0'0'533'16,"0"0"-54"-16,0 0-274 16,0 0-38-16,-41-13-82 15,35 27-32-15,2 7-5 16,1 2-7-16,3 2-17 16,0-3-7-16,8-4-10 15,4-3 4-15,1-6 2 16,3-5 8-16,-3-4 1 15,0-2-8-15,-2-7 2 16,-3-5-4-16,-4-4-12 0,-4-2-15 16,0 0-28-16,-5 0-44 15,-2 4-21-15,0 8-108 16,3 4-181-16,2 4-300 0</inkml:trace>
  <inkml:trace contextRef="#ctx0" brushRef="#br0" timeOffset="14026.5032">10359 1824 576 0,'0'0'891'15,"0"0"-406"-15,0 0-238 0,0 0-135 16,0 0-70 0,0 0-17-16,0 0 28 0,27 47-7 15,-19-27 23-15,-1-3-34 16,-2-2-15-16,-3-3-11 15,-1-3-2-15,-1-4-6 16,0-2 6-16,0-3 4 16,1-3 32-16,3-8 26 15,2-8-35-15,5-3 8 16,3-4 6-16,2 0 7 16,1 3-4-16,0 7-8 15,0 8-13-15,0 8-14 16,-1 5-4-16,1 12-4 0,-1 7-1 15,-4 3-7 1,-5 0 1-16,-6-1-1 0,-1-2 0 16,0-1-105-16,-4-5-259 15,0-7-749-15</inkml:trace>
  <inkml:trace contextRef="#ctx0" brushRef="#br0" timeOffset="14567.1053">11102 1745 114 0,'0'0'980'16,"0"0"-680"-16,0 0 45 15,4-41-38-15,-6 32-62 16,-6 3-70-16,-2 4-25 16,-2 2-65-16,-3 4-43 0,0 10-2 15,0 6 2-15,2 4-3 16,4 1-4-16,4 0-18 16,5-1-11-16,5-6 4 15,8-5 4-15,5-7-8 16,3-6 6-16,2-3 1 15,0-12-13-15,-1-5-16 16,-4-4-28-16,-6-1-14 16,-5-2 3-16,-7 2-23 15,0 6-10-15,-8 5 27 16,0 6-7-16,1 6-107 16,7 6-142-16,3 5-73 15,9 0-369-15</inkml:trace>
  <inkml:trace contextRef="#ctx0" brushRef="#br0" timeOffset="14782.0354">11319 1656 1475 0,'0'0'380'15,"0"0"165"-15,0 0-329 16,0 0 24-16,0 0-133 16,0 0-80-16,0 0-15 15,-10 59 18-15,17-9 7 16,2 5 4-16,-2-4-20 15,0-5-11-15,-5-12-10 16,-2-11 0-16,0-6-95 0,0-7-204 16,-5-10-61-16,-2 0-327 15,1-9-106-15</inkml:trace>
  <inkml:trace contextRef="#ctx0" brushRef="#br0" timeOffset="14959.1786">11318 1704 658 0,'8'-44'414'0,"2"4"68"16,-1 21-181-16,1 5-61 15,3 4-79-15,2 2-50 16,2 4-34-16,0 4-10 16,-3 12 16-16,-4 9-17 15,-3 4-26-15,-6 3-9 16,-1 1-19-16,-6 0-4 16,-2-3-8-16,0-3-14 15,1-5-204-15,3-7-357 16,3-8-566-16</inkml:trace>
  <inkml:trace contextRef="#ctx0" brushRef="#br0" timeOffset="15476.1737">11521 1619 1305 0,'0'0'256'15,"0"0"-103"-15,0 0-60 16,0 0 52-16,0 0-51 15,43 41-50-15,-25-30-27 16,0-2-6-16,0-2-10 0,-2-3 13 16,-1-4-14-1,-2 0-13-15,-2-7 13 0,-2-5 7 16,-3-1 12-16,-3-3 21 16,-3 2 68-16,0 0 34 15,-5 4 17-15,-3 3-41 16,-2 4-23-16,-2 3-30 15,-3 7-34-15,-1 7-4 16,0 6 10-16,2 4-2 16,3 3-10-16,7 1-10 15,4-1-6-15,7-2-8 16,11-5 6-16,5-7-6 16,4-8-1-16,3-5-24 15,-2-8-27-15,-3-8 4 16,-4-6 5-16,-6-4 22 15,-5-2 19-15,-4 2 1 16,-3 3 0-16,-2 7 9 0,-1 5 16 16,0 6 10-16,0 4-2 15,0 1-32-15,0 8-1 16,3 4 0-16,4 5-1 16,2 2 0-16,5 0-8 15,2-1-104-15,4-3-260 16,13-9-131-16,-4-5-97 15,-4-1-226-15</inkml:trace>
  <inkml:trace contextRef="#ctx0" brushRef="#br0" timeOffset="16008.6376">12005 1658 348 0,'0'0'748'15,"0"0"-226"-15,1-45-143 0,-1 30-59 16,0 6-73-16,-4 4-39 16,-1 5-62-16,-2 0-88 15,-1 9-38-15,-2 7-11 16,1 4-2-16,0 3 5 15,4 1-11-15,3-2 1 16,2-2 4-16,2-4-6 16,7-5 0-16,1-7-24 15,1-4-33-15,1-5 17 16,-1-8-3-16,0-5 10 16,0-2 24-16,-2-1 9 15,-2 1 0-15,0 3 6 16,-3 4-6-16,-2 4 1 0,0 4 26 15,-2 5 18-15,0 0-45 16,0 8-5-16,0 6 5 16,3 3 6-16,4 2-4 15,4 1-1-15,1-4 0 16,4-2 1-16,3-7 8 16,0-5-4-16,-1-2-6 15,0-10-17-15,-4-5 1 16,-5-7 16-16,-4-11 0 15,-3-15 11-15,-2-15-10 16,0 4 18-16,-5 13-10 16,1 18 39-16,1 18 16 15,0 3 20-15,1 3-30 16,0 4-24-16,2 8-29 0,0 16 5 16,7 15-5-1,11 15 0-15,1 4 1 0,-1-5-1 16,-7-13 5-16,-7-15-6 15,-2-8-81-15,-1-5-184 16,-1-4-244-16,-3-3-223 16,-3-5-807-16</inkml:trace>
  <inkml:trace contextRef="#ctx0" brushRef="#br0" timeOffset="16198.8004">12199 1556 1415 0,'0'0'367'0,"0"0"-112"0,0 0-152 15,0 0-18 1,46 9 1-16,-23 10-10 16,-1 3-32-16,-1 3-10 0,-4 0-5 15,-5-1-21-15,-5-3-8 16,-7-4 0-16,0-4-95 16,-13-11-120-16,0-2-78 15,0-4-273-15</inkml:trace>
  <inkml:trace contextRef="#ctx0" brushRef="#br0" timeOffset="16303.3124">12292 1527 352 0,'0'0'749'16,"0"0"-449"-16,0 0-92 15,0 0-130-15,0 0-66 16,49-17-12-16,-29 33-82 0,-1 0-278 16</inkml:trace>
  <inkml:trace contextRef="#ctx0" brushRef="#br0" timeOffset="16626.1276">12478 1556 553 0,'0'0'809'0,"0"0"-312"15,0 0-221-15,0 0-57 16,0 0-50-16,0 0-104 16,0 0-42-16,-25 2-9 15,22 18 0-15,3 2-8 16,0-1-5-16,0-2 11 15,0-5-11-15,3-4 0 16,0-6-1-16,0-4 1 0,0 0 41 16,0-10 25-16,1-4-34 15,-1-4 3-15,-2-3 6 16,1-5-13-16,-1 1-17 16,1 3-11-16,-1 4 1 15,2 8-2-15,-1 7-15 16,2 3-128-16,1 6-36 15,4 6 7-15,4 7-130 16,-1-1-244-16,-1-5-351 0</inkml:trace>
  <inkml:trace contextRef="#ctx0" brushRef="#br0" timeOffset="16916.604">12602 1618 494 0,'0'0'338'0,"0"0"19"15,0 0-115-15,0 0-36 16,0 0-54-16,0 0-10 15,0 37-46-15,0-33-1 16,0-2-8-16,0-2-24 16,-1 0 62-16,1-4 99 15,0-7-112-15,0-6-45 16,7-11-12-16,5-9-25 16,2 1 13-16,-1 5 35 15,-1 9-5-15,-5 12-7 16,2 4-9-16,2 4-27 15,0 2-29-15,2 14 6 16,5 12 5-16,3 11-1 0,-1 10-10 16,-3 1 5-16,-13-2-6 15,-12-6-68-15,-9-15-206 16,-8-6-903-16</inkml:trace>
  <inkml:trace contextRef="#ctx0" brushRef="#br0" timeOffset="17369.1366">10334 2132 1363 0,'0'0'362'0,"0"0"34"16,0 0-104-16,0 0 31 15,0 0-61-15,0 0-116 16,0 0-83-16,-40 28-34 16,1 18 46-16,-6 9 16 0,-1 3-13 15,7-7-20-15,11-14-14 16,8-9-8-16,6-8-20 16,5-5-10-16,0 1-5 15,1 0-1-15,2-3-24 16,3-6-73-16,3-5-89 15,-1-7-93-15,0-7-371 16,-2-3-1179-16</inkml:trace>
  <inkml:trace contextRef="#ctx0" brushRef="#br0" timeOffset="17639.4835">10044 2300 1776 0,'0'0'511'0,"0"0"-162"15,0 0-197-15,0 0-49 0,0 0-9 16,-4 65 53-16,-4-21-15 16,-1 6-20-16,-1-9-12 15,2-11-37-15,6-10-18 16,0-4 9-16,2 2-21 16,0 0-13-16,1-3-10 15,7-6-8-15,4-7 4 16,5-2 3-16,4-6 1 15,4-6-10-15,2-4-31 16,2-1-104-16,3-5-120 16,-5 3-439-16,-9 2-1324 0</inkml:trace>
  <inkml:trace contextRef="#ctx0" brushRef="#br0" timeOffset="17791.1266">10304 2538 2448 0,'0'0'359'16,"0"0"-74"-16,0 0-186 16,0 0-76-16,0 0-23 15,39-4-84-15,-5 1-294 16,3-4-1023-16</inkml:trace>
  <inkml:trace contextRef="#ctx0" brushRef="#br0" timeOffset="18377.1248">12378 3264 537 0,'0'0'968'16,"0"0"-478"-16,0 0-128 0,0 0-39 15,0 0-53-15,0 0-100 16,0 0-72-16,5-7-32 16,9 7-16-16,6 0-18 15,2 0-20-15,1 0-12 16,0 0 0-16,-4 1-63 15,-3 1-99-15,-5 2-216 16,-6-2-408-16,-4-2-906 0</inkml:trace>
  <inkml:trace contextRef="#ctx0" brushRef="#br0" timeOffset="18538.9204">12397 3387 1672 0,'0'0'344'15,"0"0"-138"-15,0 0 29 16,47 2 30-16,5-2-99 16,19-4-60-16,4-3-71 15,-8 1-35-15,-23 4-117 16,-21-2-528-16</inkml:trace>
  <inkml:trace contextRef="#ctx0" brushRef="#br0" timeOffset="26024.3878">10538 3257 732 0,'0'0'841'0,"0"0"-626"16,0 0-43-16,0 0-10 15,0 0-19-15,40 1-20 0,3 2 33 16,17 2-10-16,11 1-29 16,-1 0-42-16,-5-1-26 15,-11 0-20-15,-4-1-8 16,-11-1-11-16,-10-1-9 15,-9-1-1-15,-7-1-2 16,-1 0-47-16,-3 0-127 16,-8-6-87-16,-1 0-268 15,-6 0-428-15</inkml:trace>
  <inkml:trace contextRef="#ctx0" brushRef="#br0" timeOffset="26228.129">10559 3368 1415 0,'0'0'186'0,"0"0"-110"16,0 0 99-16,0 0 65 15,75 19-35-15,-14-14-49 16,12-2-46-16,1-1-48 16,-8-2-30-16,-15 0-16 15,-11 0-16-15,-13-1-26 16,-3-9-158-16,-9 2-350 15,-6-4-527-15</inkml:trace>
  <inkml:trace contextRef="#ctx0" brushRef="#br0" timeOffset="28742.7712">12783 5656 1568 0,'0'0'541'0,"0"0"-309"16,0 0 21-16,0 0 11 15,0 0-85-15,0 0-82 16,-8-3-61-16,5 24-13 15,0 4 37-15,0 4 9 16,2 1 1-16,1-5-6 16,0 0-10-16,7-4-1 15,5-4 7-15,5-5 6 16,14-9 22-16,23-6-10 16,26-21-28-16,13-9-17 15,3-10-17-15,-2-4-16 16,-9-1-1-16,2-8-14 15,-2-3-34-15,-7 2-50 16,-8 7 24-16,-12 10-5 0,-16 14-10 16,-13 10 32-16,-12 7 2 15,-7 4 32-15,-3 1 5 16,-2 1 5-16,-1 2 7 16,-3 1-1-16,-1 0-2 15,0 0-12-15,0 0-2 16,-3 4-12-16,-18 11-27 15,-31 15 27-15,2-1 9 16,-7-2-717-16</inkml:trace>
  <inkml:trace contextRef="#ctx0" brushRef="#br0" timeOffset="30355.141">11565 7048 1222 0,'0'0'318'15,"0"0"-79"-15,0 0 20 16,0 0-25-16,0 0-35 16,0 0-70-16,8-21-63 15,-4 33-22-15,3 6 55 16,0 4 4-16,1 3-27 15,-2-1-16-15,1-4-8 16,0-2-4-16,2-4-4 16,1-4 2-16,3-4 17 0,10-5 27 15,17-6 21 1,22-14-2-16,11-11-25 0,7-7-43 16,-2-4-19-16,-9 1-8 15,-2 1-5-15,-3 4-9 16,-6 4-9-16,-5 3-20 15,-11 7-64-15,-9 5 78 16,-12 4 15-16,-3 2 0 16,0 1-2-16,0-1 2 15,-1 1-1-15,-5 4-10 16,-4 0 11-16,-3 3-1 0,-3 1-9 16,-2 1-7-1,0 0-5-15,-4 0-32 0,-19 9-35 16,-35 12-107-1,2 0-427-15,-9-2-533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38:20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5159 7135 1401 0,'0'0'336'0,"0"0"-53"16,0 0-39-16,0 0-54 15,0 0-44-15,-13-11-42 16,18 7-55-16,7 1-26 16,3-2-10-16,3 0-12 15,4-2-1-15,-2 1 0 16,0 0-27-16,-5 3-143 0,-3 2-83 15,-5 1-144 1,-7 8-193-16,-5 3 12 16</inkml:trace>
  <inkml:trace contextRef="#ctx0" brushRef="#br0" timeOffset="164.8069">5153 7209 628 0,'0'0'335'0,"0"0"-43"15,0 0-40-15,0 0-22 16,0 0-86-16,0 0-30 15,0 0 14-15,8 26-46 16,13-31-17-16,3-5-32 16,3-3-24-16,1-2-9 15,7-6-133-15,-7 3-180 16,-5 3-311-16</inkml:trace>
  <inkml:trace contextRef="#ctx0" brushRef="#br0" timeOffset="399.3802">5244 7028 1192 0,'0'0'341'15,"0"0"-11"-15,0 0-83 16,0 0-127-16,0 0-43 16,0 0 9-16,45 8 4 15,-17-1-11-15,3 2-27 16,-1 2 17-16,-4 1-32 15,-6 1-16-15,-9 5-12 16,-11 2-3-16,-12 12-6 0,-38 18-16 16,-36 20-126-16,6-7-147 15,-1-7-425-15</inkml:trace>
  <inkml:trace contextRef="#ctx0" brushRef="#br0" timeOffset="3315.48">9190 6952 318 0,'0'0'0'0,"0"0"0"16,0 0 479-16,0 0-234 15,0 0-87-15,0 0-6 16,4-17 38-16,-4 7-44 16,-3-3-3-16,-1-2-2 15,0-4-27-15,-2-4-39 16,-1-4-29-16,-1-8-9 15,-4-8 19-15,-1-9-33 16,-2 6 7-16,4 10-14 0,1 13 39 16,4 10 8-16,-2-1-20 15,0 1-11-15,1 0 0 16,3 6-17-16,1 2 11 16,2 3-6-16,1 2-8 15,0 0-12-15,0 0 0 16,0 0-6-16,0 4 5 15,0 2 0-15,3 0 0 16,0 1 1-16,1 0-1 16,0 0 1-16,2 0-2 15,-2 1-26-15,0-1-73 16,-1 3-54-16,-3 1-97 16,0 9-138-16,-3-3-151 15,-4-1-383-15</inkml:trace>
  <inkml:trace contextRef="#ctx0" brushRef="#br0" timeOffset="3580.5732">9009 6723 573 0,'0'0'662'0,"0"0"-443"16,0 0-24-16,0 0-24 15,0 0 12-15,40-2-2 16,-21 7-47-16,3 4-20 15,0-1-48-15,1 3-6 16,-1-1-21-16,-2 2-18 16,-3-1-11-16,-2 0-9 15,-3 0 0-15,-3-1-1 0,-1-1-24 16,-3 0-64 0,0-2-78-16,-2-1-124 0,-1-6-183 15,-1 0 135 1,0-1-445-16</inkml:trace>
  <inkml:trace contextRef="#ctx0" brushRef="#br0" timeOffset="3777.6728">9264 6699 780 0,'0'0'295'0,"0"0"-39"16,0 0-2-16,0 0-29 16,0 0-108-16,0 0-54 15,0 0 14-15,-3 22 0 0,1-3-14 16,0 0-17-16,1 1-22 15,1 0-13-15,0-2 1 16,0 0-12-16,0-2-9 16,0-1-166-16,3-2-323 15,-1-6-433-15</inkml:trace>
  <inkml:trace contextRef="#ctx0" brushRef="#br0" timeOffset="3934.7641">9298 6774 1272 0,'0'0'552'0,"0"0"-330"15,0 0-42-15,0 0-120 16,0 0-60-16,0 0-8 0,0 0-205 16,-12 9-382-16</inkml:trace>
  <inkml:trace contextRef="#ctx0" brushRef="#br0" timeOffset="4908.9544">6843 4828 502 0,'0'0'1261'0,"0"0"-925"16,0 0-103-16,0 0-104 16,0 0 21-16,0 0-16 15,16 8 18-15,15-6-11 16,22-2-24-16,22 0-27 16,7-9-27-16,-2-2-19 15,-11 0-17-15,-14 2-12 16,-13 2-7-16,-11 1-2 15,-11 2 0-15,-8 1-6 16,-1 0-5-16,-1 1-40 0,-3-1-66 16,-5 3-94-16,-10-1-159 15,-7 1-402-15,-5 0-867 0</inkml:trace>
  <inkml:trace contextRef="#ctx0" brushRef="#br0" timeOffset="5185.4539">6972 4981 1388 0,'0'0'630'0,"0"0"-427"16,0 0-57-16,0 0 116 16,0 0 3-16,0 0-55 15,82 10-44-15,-16-21-54 0,7-2-22 16,-2-2-36-16,-10 2-22 15,-12 4-7-15,-8 1-7 16,-10 2-9-16,-8 3-3 16,-6 0-4-16,2 0-2 15,-2 1-11-15,-1 0-28 16,-7 2-84-16,-10 5-119 16,-9 5-388-16,-10-1-416 0</inkml:trace>
  <inkml:trace contextRef="#ctx0" brushRef="#br0" timeOffset="7302.4519">2058 4854 179 0,'0'0'706'0,"0"0"-497"16,0 0-10-16,0 0 44 16,0 0 5-16,0 0-41 15,0 0-33-15,-13 0-55 16,39 0 36-16,17-1 32 16,17-4-26-16,6-1-35 0,-1-1-38 15,-9 1-39-15,-11 2-11 16,-3 0-14-16,-7 1-12 15,-8 0-5-15,-6 1-1 16,-4 0-4-16,0 0-2 16,-2 0 0-16,-2-2-43 15,-5 3-66-15,-6-1-83 16,-12 2-120-16,-6 0-197 16,-8 0-247-16</inkml:trace>
  <inkml:trace contextRef="#ctx0" brushRef="#br0" timeOffset="7535.5217">2094 4949 902 0,'0'0'794'0,"0"0"-682"0,0 0 8 16,0 0 62-16,0 0 16 16,0 0 41-16,0 0-32 15,52 26-45-15,-10-26-49 16,10-3-46-16,3-6-27 15,-11 1-17-15,-11 0-17 16,-10 3-5-16,-2 0 0 16,2-1-1-16,2 1-30 15,-1 2-120-15,-8 2-329 16,-12 1-403-16</inkml:trace>
  <inkml:trace contextRef="#ctx0" brushRef="#br0" timeOffset="9368.202">2012 5415 113 0,'0'0'1066'0,"0"0"-740"15,0 0-114-15,0 0-55 16,0 0 29-16,39 0 2 16,2 0-29-16,16-1-6 15,8-4-41-15,-1-3-39 16,-7 0-19-16,-7-1-15 16,-9 1-8-16,-9 2-20 15,-10 1-11-15,-4 1 0 0,0 0-33 16,-3 0-110-16,-2 0-126 15,-13 2-95-15,-7 1-218 16,-11 0-305-16</inkml:trace>
  <inkml:trace contextRef="#ctx0" brushRef="#br0" timeOffset="9586.7887">2012 5522 970 0,'0'0'637'0,"0"0"-551"15,0 0 40-15,0 0 92 16,52 16-18-16,-5-16-7 16,13-11-37-16,3-3-56 0,-2 0-45 15,-11 3-19-15,-13 4-22 16,-8 1-12-16,-6 3-1 16,-3 0-1-16,2 3-35 15,8 0-159-15,-3 4-129 16,-8 2-312-16</inkml:trace>
  <inkml:trace contextRef="#ctx0" brushRef="#br0" timeOffset="10366.4059">3519 5535 204 0,'0'0'665'0,"0"0"-423"16,0 0-51-16,-43-7 51 0,36 5 38 15,4 2-21-15,3-1-73 16,0 1-72-16,14 0-31 16,15 0 84-16,21 0-17 15,26 0-30-15,14-3-20 16,8-1-3-16,0-4 5 16,-6 1-15-16,-2 0-6 15,-3 0-9-15,-8-1-30 16,-5 0-5-16,-2-2 1 15,-3-2 10-15,-6 2-6 16,-7 0-8-16,-11 2-7 16,-13 2-4-16,-9 1-7 15,-7 2-4-15,0 0-4 16,-1-1-7-16,-2 2 7 0,-5 1-8 16,-4-1 0-16,-2 1 0 15,-2 1-1-15,0 0-34 16,0 0-49-16,0 0-55 15,0 5-72-15,0 3-168 16,0 0-595-16</inkml:trace>
  <inkml:trace contextRef="#ctx0" brushRef="#br0" timeOffset="11034.4831">6919 5451 730 0,'0'0'859'0,"0"0"-680"16,0 0 14-16,76 26 78 15,-6-18 6-15,14-2-70 16,6-4-56-16,-4-2-35 16,-13 0-32-16,-5-2-14 15,-8-3-31-15,-8-1-3 16,-13 1-27-16,-11 1-1 15,-12 0-3-15,-6 2-5 16,-3 0-6-16,-3-2-21 16,-3 1-36-16,-1-1-112 15,-27 3-185-15,-1 0-240 16,-5 0-170-16</inkml:trace>
  <inkml:trace contextRef="#ctx0" brushRef="#br0" timeOffset="11229.8676">7153 5584 1003 0,'0'0'849'0,"0"0"-693"16,0 0-45-16,0 0 60 15,27 38 89-15,13-35-68 16,19-3-47-16,7 0-51 16,1-7-49-16,-9-2-25 15,-19 2-18-15,-10 1-2 16,-10 2-18-16,-6 2-116 0,-2 0-237 15,-7 0-432-15</inkml:trace>
  <inkml:trace contextRef="#ctx0" brushRef="#br0" timeOffset="26102.5692">2928 8496 7 0,'0'0'28'16,"0"0"1"-16,0 0-8 16,0 0-3-16,0 0-8 15,0 0 17-15,-11-10-27 16,9 10-6-16,-1-2-41 15,0 1-40-15</inkml:trace>
  <inkml:trace contextRef="#ctx0" brushRef="#br0" timeOffset="27158.6074">2829 8480 185 0,'0'0'161'0,"0"0"-67"15,0 0-94-15,0 0 0 16,0 0 408-16,0 0-266 15,0 0-54-15,-2 0 16 16,2 0 28-16,0-1-13 16,0 1-28-16,0-1-19 0,0 1-21 15,0-1 0-15,0 0 13 16,1 0-9-16,3-1 2 16,1-1-1-16,2 1-10 15,-1-1-11-15,0 0-8 16,1 2-18-16,-1 0 4 15,1 1-12-15,-1 0 0 16,2 0 6-16,-2 0 3 16,1 1-1-16,1 0 7 15,-2-1 4-15,0 0 6 16,0 1-7-16,-1-1-4 16,0 0 4-16,1 1 0 15,3-1-1-15,0 2-5 16,2-1-2-16,1 0-5 0,2 0 13 15,1-1 5-15,1 0-2 16,0 0-1-16,1 0 1 16,0 0-3-16,-2 0-3 15,0 0-4-15,-2 0 2 16,0-1 0-16,-1 0 6 16,-2 0-2-16,1 0-1 15,-2 1 1-15,1 0 2 16,-1-1-7-16,-1 1-4 15,-1 0 3-15,2 0-11 16,-2 0 0-16,3 0 11 16,-1 0-3-16,2 0-8 15,1 0 17-15,0 0 0 0,2-2 3 16,0 1 1-16,1 0 0 16,0 0 5-1,0-1-12-15,1 1-1 0,-1 0 9 16,-1 1-8-16,1-2 5 15,-2 1-19-15,-1 0 11 16,0 1-4-16,-2 0-2 16,0 0 1-16,-1 0 2 15,-1 0 0-15,1 0 0 16,-1 0-1-16,-2 0 3 16,3 0 6-16,-1 0 5 15,0 0 1-15,1 0-5 16,-1 0 1-16,2 0 7 0,1-1 0 15,0 1 1-15,0 0 2 16,0-2-5-16,-1 2-5 16,-1 0 2-16,-1 0-10 15,-2 0 13-15,-2 0-2 16,-1 0-4-16,-1 0 0 16,-2 0 5-16,1-1 4 15,-1 1 1-15,0 0-7 16,0 0-5-16,0 0-4 15,0 0-10-15,0 0 8 16,0 0-4-16,0 0-6 16,0 0-1-16,0 0-56 15,-2 6-101-15,-5 3-300 16,-3 1-510-16</inkml:trace>
  <inkml:trace contextRef="#ctx0" brushRef="#br0" timeOffset="29384.1261">5916 8516 948 0,'0'0'233'0,"0"0"-49"15,0 0 47-15,0 0 51 16,0 0-11-16,0 0-91 15,-15-16-51-15,18 16-54 16,7-2 39-16,4 1 12 16,4 0-20-16,1-3-32 15,3 1-20-15,-1 0-19 0,1-3-13 16,-1 1-10 0,0-1-6-16,-3 0-5 0,-1 2 5 15,-3 0-6 1,-4 0-15-16,-2 3-54 0,-3-1-77 15,-3 2-92-15,-2 0-1 16,-1 3-112-16,-5 2-215 16,-3 0-234-16</inkml:trace>
  <inkml:trace contextRef="#ctx0" brushRef="#br0" timeOffset="29600.1854">5989 8573 1048 0,'0'0'297'0,"0"0"-81"16,0 0-45-16,0 0 47 16,0 0 3-16,0 0-24 15,0 0-10-15,49 8-71 16,-33-12-32-16,2-4-41 16,-1 0-21-16,1 0-5 15,0 1-17-15,-2-1-41 16,-1 3-118-16,-3 3-205 15,-7 2-698-15</inkml:trace>
  <inkml:trace contextRef="#ctx0" brushRef="#br0" timeOffset="45279.6361">8500 8579 1204 0,'0'0'226'0,"0"0"14"15,0 0-53-15,0 0-23 16,0 0-13-16,-4-8-46 16,4 6-46-16,4 2-29 15,5-2-6-15,5-1 28 16,4 0-18-16,3-3-13 16,3 0-4-16,1-2 4 15,1-2-7-15,-1 1-13 0,-1-1-1 16,-4 0 1-1,-2 2-1-15,-5 2 0 0,-3-1-1 16,-4 2-29-16,-2 1-85 16,-3 2-90-16,-4 2-39 15,-6 0-306-15,-2 0-259 16</inkml:trace>
  <inkml:trace contextRef="#ctx0" brushRef="#br0" timeOffset="45627.8392">8519 8674 575 0,'0'0'744'0,"0"0"-518"15,0 0-102-15,0 0-35 16,0 0 73-16,0 0-32 16,0 0-1-16,20 1 32 15,-5-1-57-15,4 0-11 16,2-6-4-16,3-2-13 16,1-4-22-16,1-3-27 15,3 0-9-15,0-3-11 16,-1 0-6-16,-1 2-1 0,-4 3-1 15,-4 2-30 1,-7 7-130-16,-6 4-155 0,-5 0-395 0</inkml:trace>
  <inkml:trace contextRef="#ctx0" brushRef="#br0" timeOffset="61042.2759">11951 4129 1770 0,'0'0'144'15,"0"0"-142"-15,0 0-2 16,0 0 42-16,0 0-11 16,-23 103 14-16,29-11 72 15,1 14 76-15,1 1-28 16,-2-6 8-16,2-7-24 15,-1-6-46-15,1-8-70 16,-2-13-33-16,-3-15-3 16,-3-17-75-16,0-14-122 15,0-10-38-15,-10-11-148 16,-1-1-156-16,-1-13-436 0</inkml:trace>
  <inkml:trace contextRef="#ctx0" brushRef="#br0" timeOffset="61558.133">11787 3959 986 0,'0'0'0'0,"67"-47"-92"16,18 21 92-16,26 0 149 16,21 9-15-16,7 7-8 15,2 4-13-15,9 0-12 0,4-2-40 16,-1-2 42-1,-10-2-31-15,-15 1-7 0,-21 1-16 16,-21 5-23-16,-26 3-14 16,-23 2 4-16,-16 0 22 15,-11 8-10-15,-2 6 1 16,-2 14 41-16,-3 22 69 16,-3 29 4-16,0 15 4 15,-5 9 35-15,3-1-6 16,2-5-25-16,5-2-24 15,7 0-35-15,6-4-7 16,1-9-39-16,2-7-28 0,-3-11-4 16,-4-11-8-1,-8-8-6-15,-6-11-8 0,-4-9 8 16,-22-1 0-16,-27-1-9 16,-25 0-16-16,-29 3 10 15,-25-2-5-15,-19 0-2 16,-21 5 4-16,-18 4 11 15,-3 3 7-15,8 1 4 16,21-4-3-16,26-6-1 16,33-8 6-16,34-9-6 15,29-6-1-15,19-3 1 16,13-1-8-16,5-5-112 16,4-3-245-16,0-1-592 0</inkml:trace>
  <inkml:trace contextRef="#ctx0" brushRef="#br0" timeOffset="144492.764">1590 4729 886 0,'0'0'308'0,"0"0"-56"0,0 0-97 16,0 0-50-16,0 0 3 15,0 0 68-15,23 23-9 16,-3-14-41-16,11 3-9 16,11-1-26-16,12-1 16 15,6-1-15-15,-3-3-23 16,-4-1-19-16,-9-1-12 15,-2-1-13-15,-7 0-1 16,-7 0-5-16,-5-2-7 16,-1 0-3-16,4 0 14 15,4 0-2-15,4-1-6 16,-4 0-3-16,2 0 4 16,-3-1-5-16,1-3 12 15,1 0-8-15,-1-1-3 0,1 0 0 16,-1 1-4-16,-3-1 1 15,-1 2 4-15,-2-1 1 16,-2 1-5-16,-2 0 7 16,-1-1-4-16,-2 0 3 15,0 0 0-15,-1 0 3 16,0-1 3-16,1 0 3 16,0-1-12-16,0-1-3 15,1 0 8-15,-1-1-5 16,0-3-1-16,1 1 9 15,0-2-7-15,-4-1 2 16,1-2 2-16,-2-1 2 16,-2-1-2-16,-1-3-2 15,-1 1 0-15,-2-1-3 0,-1-2 3 16,-3 0 6-16,-2-2-5 16,-1-3 1-16,0 1-4 15,-9-3 7-15,0 2-8 16,-6-1 1-16,-5 2-1 15,-3 1 5-15,-5 2-8 16,-10-1-9-16,-11 0 1 16,-11 3 5-16,-6 3-6 15,0 6 1-15,4 5-1 16,6 4 0-16,0 2 1 16,3 1 0-16,3 0 1 0,-1 0 4 15,3 0-5 1,-1 5 0-16,1 1-1 0,3 1-2 15,1 2 2-15,2 0 0 16,7 1 0-16,6-2-1 16,6-2 0-16,0 2 0 15,-4 2 0-15,-4 3 1 16,-4 1 0-16,-1 4 0 16,2-2 0-16,2 2-1 15,2 1-5-15,4-1 5 16,3 2 0-16,3-1 0 15,5 2-1-15,2 0-4 16,2 3 6-16,3 1 0 16,0 1 0-16,1 1 1 0,3-1 0 15,0-1 0-15,2 2 5 16,1-2 3-16,1 0-8 16,0 0 8-16,0-3-7 15,6-1 5-15,2-2-5 16,2 0 5-16,3-3-7 15,1-1 6-15,3-2 0 16,1-2 0-16,0-2-6 16,1-2 11-16,3-2-5 15,-1-2-5-15,1-3 0 16,-1 0 8-16,-1 0-3 16,-2-5-4-16,-4 0-2 15,-3 0-5-15,-3 1-33 0,-4 2-37 16,-1-2-43-16,-2 2-56 15,-1-3-93-15,-6 1-424 16,-4-2-698-16</inkml:trace>
  <inkml:trace contextRef="#ctx0" brushRef="#br0" timeOffset="144712.7936">1641 4889 2302 0,'0'0'315'0,"0"0"-215"16,0 0-57-16,0 0 71 0,0 0-1 16,0 0-69-16,0 0-35 15,4 0-9-15,0 0-169 16,-2-2-532-16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35:08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3718 3814 1487 0,'0'0'265'16,"0"0"-3"-16,0 0-67 0,0 0-20 15,0 0-79 1,0 0-48-16,7-22-29 0,5 12-9 15,6-2-9-15,5-1 0 16,1 0-1-16,0 2-2 16,-2 4-23-16,-2 4-132 15,-7 3-210-15,-7 1-369 0</inkml:trace>
  <inkml:trace contextRef="#ctx0" brushRef="#br0" timeOffset="152.0085">3694 3983 1088 0,'0'0'196'0,"0"0"-81"0,0 0 68 16,0 0 75-16,49-35-130 15,-14-2-81-15,6-9-30 16,-2-3-17-16,-10 10-145 16,-12 10-379-16</inkml:trace>
  <inkml:trace contextRef="#ctx0" brushRef="#br0" timeOffset="380.5693">3769 3572 1487 0,'0'0'250'0,"0"0"-107"16,0 0-81-16,0 0-30 15,76-3 2-15,-18 3 20 0,5 1 25 16,-7 8 23-1,-16 2-3-15,-17 0-31 0,-8 5-35 16,-5 14 40-16,-11 21-9 16,-36 34 34-16,-37 19-10 15,-36 21-88-15,13-25-22 16,3-18-552-16</inkml:trace>
  <inkml:trace contextRef="#ctx0" brushRef="#br0" timeOffset="7343.7822">4402 4504 91 0,'0'0'710'16,"0"0"-429"-16,0 0-34 15,0 0 9-15,0 0-15 16,0 0-31-16,-12-5-34 16,12 4-37-16,1-2-31 0,6-1-25 15,4-4 9-15,6-3-2 16,4-2-14-16,3-2-33 16,0-2-17-16,3-1-17 15,-2 0-9-15,-1 0-1 16,-2 2-8-16,-4 1-89 15,-3 3-133-15,-5-3-107 16,-4 5-253-16,-5 2-223 0</inkml:trace>
  <inkml:trace contextRef="#ctx0" brushRef="#br0" timeOffset="7575.8295">4530 4297 1243 0,'0'0'395'0,"0"0"-160"0,0 0-114 16,0 0-42-16,0 0-26 16,0 0 48-16,44-1-13 15,-23 1-29-15,1 0-12 16,-1 0-13-16,-3 1-10 16,-2 7-7-16,-5 4-4 15,-3 4-12-15,-7 5 0 16,-2 11-1-16,-25 17-10 15,0-7-230-15,-7-3-698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36:04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6633 6598 337 0,'0'0'69'0,"0"0"667"15,0 0-478-15,-7 5-14 16,7-5-57-16,0 0-30 15,0 0-33-15,0 0-46 16,5 0-27-16,4 0 17 0,4 0 1 16,3 0-18-16,2 0-11 15,3-3-15-15,1-1-4 16,0 1-20-16,1 0-1 16,-1 0-2-16,-2-1-76 15,-1 3-121-15,-6-1-270 16,-6 2-182-16</inkml:trace>
  <inkml:trace contextRef="#ctx0" brushRef="#br0" timeOffset="203.2292">6611 6702 1341 0,'0'0'310'0,"0"0"-98"16,0 0-66-16,0 0 8 15,0 0-28-15,0 0-33 16,52-1-13-16,-10-7-35 16,15 0-29-16,8-1-16 15,7 0-19-15,-17 2-169 16,-10-1-460-16</inkml:trace>
  <inkml:trace contextRef="#ctx0" brushRef="#br0" timeOffset="1012.038">11051 6635 1309 0,'0'0'319'0,"0"0"-128"15,0 0 0-15,0 0 38 16,0 0-7-16,47 1-49 16,-22-2-39-16,6-2-46 15,0 1-34-15,1 0-15 16,-3-1-18-16,-1 0-11 16,-3 1-9-16,-6 0-1 15,-5 2-33-15,-4 0-140 16,-10 0-176-16,0 0-260 15,-8 0-95-15</inkml:trace>
  <inkml:trace contextRef="#ctx0" brushRef="#br0" timeOffset="1223.9559">11046 6715 1290 0,'0'0'243'15,"0"0"-89"-15,0 0 27 16,0 0 99-16,0 0-46 15,47 28-11-15,-4-28-40 16,12 0-65-16,4-7-51 16,-6-3-26-16,-11 1-16 15,-14 2-12-15,-6 1-13 16,-4 1 0-16,2 1-125 16,-5-1-249-16,-6 2-684 0</inkml:trace>
  <inkml:trace contextRef="#ctx0" brushRef="#br0" timeOffset="4054.5254">12501 2182 606 0,'0'0'400'0,"0"0"-18"16,0 0-139-16,0 0-36 15,0 0-65-15,0 0-58 16,5 48-36-16,0 14 103 15,1 16 15-15,1 13-12 16,0 4 15-16,0-6-54 16,3 6-30-16,-1-1-28 15,-1-5-21-15,-3-6-14 16,-1-11 0-16,-3-7-7 16,-1-10-7-16,0-13 1 15,-3-12-3-15,-1-10-6 0,1-6-6 16,-2-1 6-1,2-2-2-15,-1-4-20 0,0-7-39 16,0-6-64-16,-3-31-183 16,1 2-165-16,0-5-192 0</inkml:trace>
  <inkml:trace contextRef="#ctx0" brushRef="#br0" timeOffset="5106.3587">12472 2132 1292 0,'0'0'187'0,"0"0"-93"16,0 0-30-16,92-19 66 16,-3 4 25-16,24-3-11 15,14 0-29-15,5 3-49 16,-1 1-10-16,8-1 17 16,6 1 11-16,6 0-17 15,3 1-15-15,0 0-22 0,4-2 10 16,-2 0-19-1,-1-2-19-15,-4 1 7 0,-8 0-8 16,-11 2-1-16,-13 3 6 16,-18 3-5-16,-17 3 0 15,-26 1-1-15,-19 1 0 16,-16 2 1-16,-10 0-1 16,-1 0 2-16,-4 1 9 15,-2 0 13-15,-4 0 1 16,-2 2-14-16,0 7-1 15,0 8 5-15,0 12 7 16,-3 14 19-16,0 15 9 16,1 10 16-16,1 4-9 15,1-1-2-15,0 2-4 0,0 6-15 16,2 2-10-16,2 4-4 16,0 0-5-16,-1-4-2 15,0-2-6-15,1-6 4 16,-1-9-13-16,-1-7 0 15,-1-14-6-15,-1-14 6 16,0-8 1-16,0-5 1 16,0 1-1-16,-5-2 0 15,-3-1 1-15,-4-5-1 16,-5-4 1-16,-11-4-1 16,-15-1 6-16,-21-5-7 15,-16-3 0-15,-11 1 0 16,-8 2 0-16,-3 1 0 15,-7 2-8-15,-4 1 7 16,-1 1 0-16,5 0 1 0,2 5 0 16,5 0 0-16,4 2-1 15,3 1 1-15,3 0 0 16,2 4 1-16,2-2 5 16,2 2-6-16,3 1-1 15,0 0 0-15,4-1 1 16,1-1 0-16,4 1 2 15,4-2-2-15,4 1 0 16,6-2-8-16,3-1 7 16,5 0 1-16,3-1 0 15,3-2 0-15,2 0 1 16,9-2 0-16,6 1 6 16,7-2-7-16,4 1-2 0,-3 1 1 15,-1 0 0 1,0 1 1-16,4 0-2 0,1-2 2 15,2 2 0-15,1-2-1 16,3 0 0-16,0-1 1 16,3 0 0-16,2-1 0 15,4-1-1-15,1 0 0 16,1 0-52-16,1-2-83 16,15-12-170-16,-1 2-315 15,1-3-488-15</inkml:trace>
  <inkml:trace contextRef="#ctx0" brushRef="#br0" timeOffset="5925.2298">13362 2064 838 0,'0'0'276'0,"0"0"-32"16,0 0-21-16,0 0-11 15,0 0-43-15,0 0-64 0,0 0-19 16,-10 64 76-1,10-4 25-15,2 18-8 0,6 8-12 16,2 6-22-16,0 0-39 16,0 6-22-16,-1 5-8 15,-3-1-17-15,-3-8 6 16,-2-15-35-16,-1-13-13 16,0-12-5-16,0-10-5 15,0-11 1-15,-2-9-1 16,0-11-7-16,0-4-3 15,0-4-3-15,1-3-46 16,0-2-39-16,1-23-100 0,0-3-394 16,2-6-448-16</inkml:trace>
  <inkml:trace contextRef="#ctx0" brushRef="#br0" timeOffset="6455.2938">14126 1988 859 0,'0'0'292'15,"0"0"1"-15,0 0-28 16,0 0-65-16,0 0-64 15,0 0-20-15,-6 37 34 16,6 5 41-16,2 21-15 16,7 13-15-16,6 9 9 15,0 0-40-15,1-5-41 0,-1 4-2 16,-1-2-1-16,-2-3-17 16,-4-4-16-16,-3-7-5 15,-4-8-35-15,-1-6-7 16,-4-6 0-16,-4-11-6 15,0-8 0-15,1-8 1 16,0-6 0-16,-1-1-1 16,0-2-32-16,-1-4-43 15,0-8-60-15,-8-15-112 16,3-7-456-16,-2-5-848 0</inkml:trace>
  <inkml:trace contextRef="#ctx0" brushRef="#br0" timeOffset="7041.9463">12574 2416 990 0,'0'0'205'0,"0"0"-6"15,0 0-72-15,0 0-31 16,84-25 65-16,-4 12 3 16,20-2 12-16,16 0-48 15,11 0-4-15,5 0 0 16,13 2 23-16,14 0-34 15,7 3-19-15,3 2-28 0,-3 0-12 16,-7 1 6-16,-8-1-11 16,-10-2-22-16,-13 0 3 15,-12-1-9-15,-11 0-3 16,-18 1-5-16,-14 2-4 16,-21 2 2-16,-18 2-10 15,-15 1-1-15,-8 0 0 16,-3 1 0-16,-6 1 0 15,-2-1-12-15,-22 1-55 16,-44 1-214-16,2 1-419 16,-9 2-781-16</inkml:trace>
  <inkml:trace contextRef="#ctx0" brushRef="#br0" timeOffset="7629.1056">12633 2840 588 0,'0'0'200'0,"0"0"-15"15,-44 14 32-15,31-8-28 16,5-1-19-16,6-1-48 15,2-1-26-15,20-2 5 16,25-1 88-16,36-8 37 16,24-7 3-16,20-6-59 15,13-1-39-15,3 1-7 16,13 1-6-16,12 1-13 16,7 3-36-16,1 0-10 0,-2 0-7 15,-9 2-4 1,-12 2-11-16,-18 0-10 0,-19 3 0 15,-21 0-18-15,-20 2-3 16,-24 0 0-16,-16 2 3 16,-14 1 2-16,-6 0-2 15,-3 0 4-15,-1 0-2 16,-2-1-10-16,-4 1 4 16,-2 0-5-16,-1 0 0 15,0 0-63-15,-5-3-108 16,-4 1-289-16,-1-1-579 0</inkml:trace>
  <inkml:trace contextRef="#ctx0" brushRef="#br0" timeOffset="7798.4809">15090 2575 2145 0,'0'0'345'0,"0"0"-109"0,0 0-86 15,0 0-32-15,0 0-100 16,0 0-18-16,0 0-342 16,-15 10-1043-16</inkml:trace>
  <inkml:trace contextRef="#ctx0" brushRef="#br0" timeOffset="14926.7001">12559 4063 352 0,'0'0'519'16,"0"0"-213"-16,0 0-175 16,0 0-95-16,0 0 13 15,0 35 109-15,5-4 42 16,2 15-55-16,1 15 19 16,0 10-2-16,0 5 10 0,-1-5-25 15,-2-5-30 1,-1 1-8-16,1 0-9 0,0 0-10 15,2 4-26-15,2 5 21 16,-3-3-10-16,1 0-25 16,-3-5-22-16,-2-2 26 15,-1-4-9-15,-1-4-21 16,1 2 7-16,0-4-2 16,0 1-14-16,-1 2-6 15,0-5 0-15,0-5-8 16,0-3 8-16,0-5-1 15,-1 4 2-15,-1 0-8 16,0-1 8-16,1 0-4 16,-2-5 20-16,0-2-26 0,-1 0 0 15,4 5 0-15,0 0 1 16,0 0 0-16,1-6 9 16,-1-12-2-16,0-8-8 15,0-4 0-15,0 1 1 16,0-1-1-16,0 0 0 15,0-3-18-15,0-4-18 16,-2-4-21-16,-8-9-69 16,0-7-167-16,-3-4-532 0</inkml:trace>
  <inkml:trace contextRef="#ctx0" brushRef="#br0" timeOffset="16167.3053">12678 3997 846 0,'0'0'183'0,"0"0"-86"16,0 0 26-16,0 0-29 16,0 0-31-16,0 0-5 15,50-3 25-15,-6 3-2 16,23 0 5-16,13-5 5 15,7-3 11-15,3-3-4 16,-2-1-5-16,7-3-14 16,8 0-17-16,6-2 8 15,10 0-11-15,6 0 0 16,4 1 17-16,2 1 9 16,0 2 4-16,-2 2-22 15,-5 3 3-15,-5 1-7 16,-10 2-8-16,-9 3-11 0,-8 0-14 15,-9 1 0 1,-7 1-2-16,-5-1-3 16,-7 1-1-16,-5 0-1 0,-4 0-8 15,-6 0 7-15,-11 0-4 16,-9 0 0-16,-9 0-7 16,-4 0-5-16,0 0 4 15,1 0 1-15,-1 0-1 16,-2 0-2-16,-4-1 8 15,-1 0-8-15,-2 1 1 16,-2-2 0-16,0 1 4 16,-1 1 3-16,-1-1 2 15,0 1 3-15,-2-1-13 16,0 1 8-16,-1 0-1 16,1 0 6-16,-1-1-4 0,0 1-2 15,0 0-3 1,0 0-2-16,0 0 1 0,0 0 7 15,0-1-11 1,1 1 1-16,-1 0-2 0,0 0 1 16,0 0 1-16,0-1-2 15,0 1 1-15,0 0 1 16,0-1 7-16,0 1-9 16,0 0 4-16,0 0-8 15,0 0-1-15,0 0 1 16,0 0-2-16,0 0 0 15,0 0-16-15,0 0-86 0,-10-1-106 16,-3 0-357-16,-9-3-888 16</inkml:trace>
  <inkml:trace contextRef="#ctx0" brushRef="#br0" timeOffset="19552.6548">13014 2151 488 0,'0'0'26'15,"0"0"761"-15,0 0-532 0,0 0 17 16,0 0-66-1,0 0-63-15,-38-12-16 0,22 12-24 16,-3 5-25-16,-1 4 5 16,1 1-12-16,2 4-27 15,3 1-18-15,4 1-5 16,3 1-10-16,5-1-5 16,2-2-6-16,1-2 1 15,8-3 0-15,4-3 0 16,3-5 0-16,1-1 0 15,1-3-1-15,-1-6-7 16,-3-4-5-16,-1-2-4 0,-3 0 1 16,-1-1 14-16,-2 1 1 15,-2 3 0-15,0 1 0 16,-3 6 1-16,-1 0 6 16,1 5-1-16,-1 0-6 15,0 1 0-15,4 7-4 16,3 4 4-16,1 2 1 15,1 2 0-15,3 0 0 16,6-1-1-16,25 0-60 16,-4-3-286-16,3-6-622 0</inkml:trace>
  <inkml:trace contextRef="#ctx0" brushRef="#br0" timeOffset="20190.4056">13768 2090 758 0,'0'0'597'16,"0"0"-277"-16,0 0 15 0,0 0-85 15,0 0-23-15,0 0-61 16,0 0-58-16,-21-26-58 15,21 26-36-15,0 7-13 16,0 4 0-16,5 2 5 16,1 3-5-16,1 0 1 15,1-2-1-15,-1 1 5 16,-1-2-1-16,-2-3-5 16,0-3-14-16,-3-3-28 15,1-2 2-15,-1-2 34 16,1-1 6-16,1-5 8 15,1-1-8-15,1-1 1 16,2 0 0-16,1 2 5 16,2 3-6-16,1 2 0 15,1 1 0-15,1 0-1 0,-1 3 1 16,-1 4 0-16,-4 0 1 16,-1 2-1-16,-4-1 1 15,-2 1 5-15,0 0 0 16,-8 1 5-16,-4-2-2 15,-3-2 3-15,-4 0-10 16,-1-2 5-16,-2-3-7 16,1-1 0-16,7-1-46 15,4-5-177-15,8-1-405 0</inkml:trace>
  <inkml:trace contextRef="#ctx0" brushRef="#br0" timeOffset="20648.6462">14674 2022 342 0,'0'0'790'0,"0"0"-485"15,0 0 49-15,0 0-85 16,0 0-51-16,0 0-25 15,-51 4-15-15,35 6-26 16,-1 3-28-16,1 0-14 16,2 3-15-16,2 0-26 15,4 0-18-15,6-2-16 16,2 0-10-16,4-3-8 0,10-1 9 16,13-4-3-1,14-1-13-15,13-4-4 0,-1-1-5 16,-10 0-1-16,-5 0-54 15,-19 0-204-15,-7 0-957 0</inkml:trace>
  <inkml:trace contextRef="#ctx0" brushRef="#br0" timeOffset="21519.299">13164 2598 9 0,'0'0'1146'0,"0"0"-861"15,0 0 8-15,0 0-20 16,-47-8-45-16,36 8-40 16,0 2-69-16,0 6-39 15,0 2-27-15,2 4-9 16,3 0-11-16,2 2-12 15,3 0-3-15,1-2-9 16,2-1-8-16,7-3 0 16,2-2 5-16,1-4-4 15,2-4-1-15,0 0-1 16,-1-9-12-16,-1-4-37 16,-2-6 1-16,-2-5 3 0,-2-6 26 15,-4-11 11 1,-2 3 8-16,0 3 0 0,0 5 1 15,-2 6 0-15,-1 0 11 16,0 0 33-16,2 7 4 16,1 6 20-16,0 9-26 15,0 3-28-15,1 13-14 16,5 8 0-16,1 4 7 16,1 5-7-16,0 1 10 15,0-1-10-15,1 0 0 16,1-3-1-16,13 3-84 15,-3-9-276-15,3-7-398 0</inkml:trace>
  <inkml:trace contextRef="#ctx0" brushRef="#br0" timeOffset="21924.0099">13714 2495 1448 0,'0'0'353'0,"0"0"-214"15,0 0-58-15,0 0 70 16,0 0-32-16,0 0-42 16,37 7-10-16,-24-7-25 15,-3 0-11-15,0-6-3 16,-2-2-7-16,0-2-5 15,-3-2-5-15,-2 0-2 0,-3 1-3 16,0 1 3 0,-1 2 5-16,-7 4 12 0,-2 2 11 15,-2 2 3-15,-1 4 2 16,-1 6 10-16,1 5-4 16,1 3 7-16,5 1 8 15,4 0-13-15,3-1-19 16,3-1-12-16,10-3-7 15,14-3-4-15,17-4 1 16,20-6-9-16,13-1-3 16,-14-5-213-16,-12-3-570 0</inkml:trace>
  <inkml:trace contextRef="#ctx0" brushRef="#br0" timeOffset="22368.229">14621 2411 1600 0,'0'0'393'16,"0"0"-54"-16,0 0-94 15,0 0-89-15,0 0-93 16,0 0 15-16,0 0 31 15,7 42-33-15,-4-29-22 16,1-1-11-16,-1-1-16 0,0-1-13 16,-1-3-7-16,-1-2 0 15,0-2-6-15,-1-2-1 16,0-1 1-16,0-1 12 16,0-8-2-16,0-4-5 15,0-5-6-15,0-9 1 16,0 0-1-16,0-3 0 15,5 0 0-15,4 7 1 16,3 2-2-16,1 4-6 16,2 5 1-16,-1 5-3 15,1 4-7-15,-1 3-10 0,0 0-2 16,-3 1-50-16,-3 5-49 16,-2 1-140-16,-5 5-87 15,-1-2-283-15,-1-1-455 16</inkml:trace>
  <inkml:trace contextRef="#ctx0" brushRef="#br0" timeOffset="22551.0242">14490 2471 1318 0,'0'0'378'0,"0"0"-125"16,0 0-14-16,0 0 41 0,58-5-77 15,-8-2-132-15,0 1-60 16,-2 0-11 0,-18 3-280-16,-17-1-739 0</inkml:trace>
  <inkml:trace contextRef="#ctx0" brushRef="#br0" timeOffset="23433.6241">13168 2917 793 0,'0'0'569'15,"0"0"-293"-15,0 0 53 16,0 0-66-16,-22-33-59 0,12 31-45 16,0 2-65-1,-1 4-28-15,0 5-23 0,-1 2-13 16,4 2-9-16,2-1-6 15,3-1-14-15,3-1 5 16,0-2-6-16,5-3 0 16,5-2-1-16,2-3-8 15,1 0-3-15,1-5-24 16,-1-5-16-16,-2-1 8 16,-1-2 29-16,-3 2 14 15,-2 2 1-15,-2 3 6 16,-2 4 37-16,1 2 3 15,1 3-28-15,1 9-16 16,3 6 37-16,2 3 22 16,1 3-12-16,0 3 7 0,2-1-7 15,-3-1-13-15,0 1-8 16,-3-3-5-16,-3-2-11 16,-3-4-5-16,0-3 5 15,-10-5-1-15,-2-2-1 16,-4-5-4-16,-1-2-6 15,0-1 0-15,2-6 0 16,3-4-17-16,6 0-55 16,8-4-86-16,9 1-302 15,5 2-306-15</inkml:trace>
  <inkml:trace contextRef="#ctx0" brushRef="#br0" timeOffset="23906.4106">13747 2833 1506 0,'0'0'359'0,"0"0"16"16,0 0-70-16,0 0-59 15,0 0-104-15,0 0-67 16,0 0-41-16,-2-18-19 16,2 28-14-16,4 7 6 0,2 3 5 15,2 5-1-15,0 1-2 16,-1-1-3-16,1-2 0 16,-2-1-6-16,-1-3 1 15,-1-5 0-15,-2-2 0 16,0-4 0-16,-1-5-1 15,-1-3 0-15,1-4 2 16,1-7-1-16,1-3-1 16,2 0 1-16,3 1 0 15,0 2 0-15,-1 5 1 16,3 3 8-16,0 3-8 16,3 0-2-16,1 7 1 0,2 2 5 15,2 2-5 1,-1 1 1-16,-1-1-1 0,1-2-1 15,12-1-66 1,-4-4-289-16,0-3-708 0</inkml:trace>
  <inkml:trace contextRef="#ctx0" brushRef="#br0" timeOffset="24270.1607">14738 2864 1517 0,'0'0'526'0,"0"0"-147"15,0 0-50-15,0 0-87 16,0 0-125-16,0 0-72 16,0 0-6-16,7 28 25 15,-3-11-2-15,2 2-25 16,1 0-7-16,-2-1-15 16,1-4-8-16,-1-2-6 15,-2-3-1-15,-1-3-6 0,-1-4-92 16,-1-2-138-16,0-8-316 15,-2-2-818-15</inkml:trace>
  <inkml:trace contextRef="#ctx0" brushRef="#br0" timeOffset="24419.7067">14713 2765 95 0,'0'0'1758'16,"0"0"-1454"-16,0 0-91 15,0 0-63-15,0 0-106 16,0 0-44-16,0 0-317 16,-8 3-1159-16</inkml:trace>
  <inkml:trace contextRef="#ctx0" brushRef="#br0" timeOffset="28663.7627">12907 4158 1104 0,'0'0'356'0,"0"0"-69"16,0 0-39-16,0 0-35 15,0 0-67-15,0 0-50 16,-49-15-32-16,35 18-12 15,-1 5-14-15,-1 4 0 16,3 1-5-16,1 3-8 16,3 1-1-16,1 1-4 0,4 0-10 15,3-3-8-15,1-1-2 16,0-2 0-16,6-4 0 16,2-1 0-16,1-5 0 15,4-2 0-15,0 0-1 16,2-8-8-16,-1-4-11 15,-1-3-11-15,-1-2 9 16,-3-1 11-16,-3 1 10 16,-1 2 0-16,-2 4 1 15,-1 3 1-15,0 4 0 16,-1 4 11-16,1 0-10 16,0 8-2-16,4 6 12 0,2 3 27 15,1 1-3 1,1 0-11-16,2-2-12 0,6-3-11 15,15-5-2-15,36-10-103 16,-4-8-151-16,2-6-751 0</inkml:trace>
  <inkml:trace contextRef="#ctx0" brushRef="#br0" timeOffset="29324.3777">14056 3911 818 0,'0'0'727'15,"0"0"-413"-15,0 0 62 16,0 0-110-16,0 0-76 15,0 0-101-15,0 0-61 0,-21 29 2 16,21-5 36-16,0 1-18 16,2 0-17-16,3 0-8 15,2-4-4-15,1-1-8 16,-1-3-5-16,0-4-5 16,-1-3 0-16,-2-4-1 15,-1-5 1-15,-1-1-1 16,0-9 16-16,1-5-10 15,2-4 2-15,0 0-7 16,3 1-1-16,2 2 1 16,2 6 0-16,3 3 1 15,2 4-2-15,1 2 0 16,-1 2 0-16,-1 7 0 0,-4 3 1 16,-3 3 11-16,-2 1-3 15,-6 0 6-15,-1 2 9 16,-5-2-6-16,-8 0 0 15,-6-3 8-15,-5-2-19 16,-5-5-6-16,-2-2 1 16,0-4-2-16,4 0-59 15,13-14-108-15,7 0-357 16,7 0-1571-16</inkml:trace>
  <inkml:trace contextRef="#ctx0" brushRef="#br0" timeOffset="29865.7109">15160 3952 312 0,'0'0'12'0,"0"0"692"16,0 0-459-16,0 0 55 15,0 0-42-15,0 0-17 16,0 0-32-16,-38-14-39 16,27 18-34-16,-1 8-29 15,-1 5 2-15,0 5 13 16,1 3-11-16,3 1-12 0,3 1-15 15,5-1-15 1,1-3-8-16,8-2-10 16,6-3 3-16,6-3-12 15,4-4-12-15,4-5-9 0,3-3-11 16,1-3-10-16,1-2-4 16,-2-6-43-16,-2-3-112 15,-8 1-438-15,-14 1-1386 0</inkml:trace>
  <inkml:trace contextRef="#ctx0" brushRef="#br0" timeOffset="32071.6715">13056 3995 565 0,'0'0'202'0,"0"0"-25"16,0 0-23-16,0 0-30 15,0 0-25-15,0 0-12 16,-3-1 3-16,3 1-16 15,0 0-9-15,0 0 2 16,0 5 20-16,0 1 35 16,0 3 22-16,0 4 6 15,0 1-35-15,0 2-24 16,1 2-5-16,2 3 2 16,0 1-15-16,1 2 0 15,1 0-11-15,-1 1-20 16,1 0-9-16,-1-1 12 0,0 0 0 15,1 0-8-15,-2 0 2 16,0 0-3-16,-1-1-6 16,0 1 0-16,0-1 0 15,-1 1-5-15,0 0-1 16,0 0-6-16,1-1 2 16,0 0-1-16,0-2-4 15,1 1-3-15,-1-2-3 16,0 2 2-16,0-2-5 15,1-1 0-15,1 0-5 16,0-1 11-16,1 2-5 16,-1-1-1-16,1 1 5 15,0-1 2-15,-1 0-5 0,0-1-3 16,0 1-4 0,-1 1-1-16,0 1 2 0,-1 1 7 15,-1 1-3-15,1-1-6 16,-1 0 6-16,-1 0-5 15,1-1 0-15,-1 0 0 16,0 0 0-16,0-1 5 16,0 0-5-16,0-2 8 15,0 1-8-15,0-1 7 16,0 0-8-16,0 0 2 16,0 1-1-16,0-1 7 15,2 2-7-15,-2 0 1 0,2-1 7 16,-1 0-3-16,1 1-6 15,-1 1 1-15,-1 1-1 16,0-1 0 0,0 0 2-16,0 1-1 0,0-1 7 15,0-1 2-15,-2 1-4 16,1-1 2-16,-1 1-7 16,1-1 0-16,-1 0 7 15,1-1-1-15,0 0 1 16,0-1 1-16,0-2-2 15,1 2 1-15,0-1-7 16,-1 2 8-16,1-1-7 16,0 0 4-16,0 1 3 0,0 0-2 15,0-1-5 1,0 4 5-16,0 1 1 0,1 3-7 16,3 3 28-16,0-3-2 15,-1-3-17-15,-1-2-2 16,-2-2-7-16,0-2 0 15,0-1 0-15,0-2 0 16,0 0 5-16,0-1-4 16,0-2 4-16,0-1-5 15,0 0 8-15,0 1-9 16,1-1 9-16,0 1 3 16,0 1 0-16,1-1-4 15,-1 1-1-15,1 1 8 16,-1-1 2-16,0 1-2 15,-1 0 1-15,1 0 2 0,0 0 5 16,0-1-11 0,-1 2 4-16,1 0-1 0,-1 2 2 15,0-1-5-15,1-1-5 16,-1 0 2-16,0-3-9 16,0-2 8-16,1-1-7 15,-1-2 5-15,1-2-6 16,-1 1 1-16,1-2-1 15,-1 0 0-15,0-1 0 16,0-2 0-16,0 0-12 16,-2-4-50-16,-5-14-83 15,0-33-101-15,0 2-325 0,3-6-1280 16</inkml:trace>
  <inkml:trace contextRef="#ctx0" brushRef="#br0" timeOffset="34257.7323">13889 3883 914 0,'0'0'276'0,"0"0"-88"16,0 0-46-16,0 0-25 15,0 0 8-15,0 0 26 16,-3 55 10-16,3-29-6 15,0 3-29-15,4 1-12 16,0 1 9-16,0 0 7 16,1 6-33-16,-1-4-33 15,1 0 12-15,1 0-13 16,0-5-17-16,1 9-2 16,3 5-5-16,0 6-2 15,1 0-4-15,-3-6-7 16,-3-12-7-16,1 1-2 0,-1 3-1 15,2 5-1-15,-2 0-3 16,-1-7 1-16,-1-12-5 16,-2 1 8-16,1 4 1 15,1 3-2-15,0 4-6 16,0 0-9-16,0 0 0 16,0-2 1-16,1 1 1 15,0 0 4-15,-1 0-5 16,1 1 5-16,-1 1-4 15,0-1 5-15,0 0-5 16,-1 0-1-16,1 4 5 16,2 6-5-16,-1-3 10 15,1-5-10-15,0-3-1 16,-2-5 0-16,1 3 0 16,1 9-2-16,0-4 1 0,-1 0 1 15,0-1 0-15,-3-5 0 16,1 3 1-16,-1-1 0 15,-1 0 5-15,0 0 3 16,0-2-9-16,0-2 10 16,0 0-4-16,0-3 3 15,0 0-1-15,-1-1-7 16,0-2 5-16,0 0-5 16,0-2 6-16,0 0-7 15,0 0 0-15,0-1 0 16,0 1 2-16,0-2-1 0,1 0 11 15,-1 0-4-15,1-1 5 16,0-1 4 0,0 2-1-16,0-2 4 15,-1 1-4-15,0 0-4 0,1 0 2 16,-3 0 2-16,2 0 2 16,0 0 5-16,-1 0-7 15,1-3 5-15,0 3 0 16,0-2-4-16,1 0-5 15,0 0 3-15,0 0-6 16,0-2 1-16,0 1 4 16,0-3-5-16,0 0-2 15,0-3-1-15,0-2-5 16,0-2-1-16,0-2 1 0,0 0-1 16,0-1-15-16,0-8-37 15,0-14-82-15,0-25-112 16,0 2-398-16,3-5-1200 0</inkml:trace>
  <inkml:trace contextRef="#ctx0" brushRef="#br0" timeOffset="35863.8547">14304 3836 599 0,'0'0'591'0,"0"0"-408"0,0 0-42 16,0 0-9-16,0 0 51 15,-1 35 1-15,1-12-15 16,1 2-26-16,4 3-15 16,0 2-8-16,1 0-8 15,1 0 10-15,1 0-4 16,1 1-43-16,1 1-9 16,0-1-15-16,0 2 1 15,1 0-5-15,0 0-16 16,-2 0-1-16,1 5-6 15,-2-4-9-15,-1 2 1 16,-1 0-1-16,-1-6 2 0,0 4-4 16,0-1-2-1,1-2-2-15,0-1-2 0,0 0-5 16,-2 0 8-16,2-1 5 16,-2 1-6-16,1-1-1 15,-2 0 4-15,0-1 1 16,-1 0-12-16,0 2 1 15,-1 0 4-15,0 1 0 16,0 5-5-16,0-5 1 16,-1 1-1-16,1-1 5 15,0-5-4-15,1 3-1 16,-2 0 7-16,1 0-7 16,0-1 7-16,0 2-7 15,-1-2 13-15,0 0-8 16,0-2 3-16,0 0-2 0,0 0-7 15,0 0 0 1,0 0 0-16,0 0 1 0,0 0 1 16,-1-1 4-16,1 0-6 15,0 0 2-15,0 0 4 16,3 0-5-16,0-1 0 16,0 1 0-16,-2 0 5 15,0-1 5-15,1 0-2 16,-1-2-2-16,0 2 2 15,1-2 0-15,-1-2 2 16,-1 0-2-16,0-1 0 16,0 0-2-16,0 0-5 0,0 0 4 15,1-1-5-15,1 0 0 16,-1 2 8-16,1 0-3 16,1 1 6-16,0-1-4 15,-2 0 4-15,2-2-3 16,0-2-2-16,-1-1 5 15,0-2-4-15,0-1 5 16,-1 0-11-16,0 0 5 16,1 0-1-16,-2 1 8 15,2 0-2-15,-1 0-5 16,-1-2 1-16,1 2-2 16,0-2-6-16,-1 0 2 15,0-1-1-15,1-1 0 0,-1 0 1 16,0 1-1-16,0-2 0 15,0-1 5-15,0-2-6 16,0-1 1-16,0-2 0 16,0 0-1-16,0-2 0 15,0 0 0-15,0 0-1 16,0 0-28-16,0-1-23 16,0-6-50-16,-4-14-83 15,-3 2-135-15,1-2-719 0</inkml:trace>
  <inkml:trace contextRef="#ctx0" brushRef="#br0" timeOffset="38753.7081">14987 3775 664 0,'0'0'274'0,"0"0"-66"15,0 0-45-15,0 0-39 16,0 0-10-16,0 0 28 16,-23 10 16-16,19 1-10 15,-1 4-7-15,0 5-14 16,-1 3-7-16,1 4-12 0,0 3-8 16,2 1-12-16,0 0-15 15,3 7-12-15,0 4-9 16,0 7-7-16,2 2-3 15,4-2 7-15,0-3 3 16,2-6-19-16,-1 2 0 16,3-1-6-16,0 2 6 15,-1 0-16-15,-1-2-2 16,1 0-6-16,0-3 0 16,1 2 1-16,1 0 1 15,-1 1-1-15,0 1 1 16,-2-3-1-16,-1 1 7 0,0-3-7 15,-1 0-9-15,-1 0 0 16,1 1 11 0,-2-7-10-16,1-5 8 0,-1-5-9 15,-1-1 7-15,2 4-7 16,1 4 8-16,0 4-7 16,0 5 10-16,0-4-5 15,-1 0-5-15,-2 1 4 16,0-6-5-16,0 4-1 15,0 0 2-15,-1 4 5 16,1 8-5-16,0-4-1 16,0-4 0-16,-1-4 5 0,-1-8 1 15,0 2 5 1,0 4-1-16,0-1-10 0,-1-1 7 16,0 0 1-16,1 1 3 15,-1 0-5-15,1-1 16 16,0-3-7-16,-1-1-11 15,0-4-4-15,1 0-1 16,-1-3 6-16,0 1 1 16,0 0 2-16,0 1 3 15,0 0-3-15,0 0 3 16,0 0 0-16,-1 0 2 16,-2 0-4-16,1-1 1 15,0 0-4-15,0 0-6 16,0 0 10-16,1 2-5 15,1 0 0-15,0 0 3 0,0-2-8 16,0-2 15 0,-2-2-15-16,0-3 0 0,-1-1 0 15,2 0 8-15,-1-2-9 16,0-2 0-16,0-4 0 16,1-2-15-16,-1-5-45 15,2-14-58-15,0-27-81 16,3 3-324-16,5-6-561 0</inkml:trace>
  <inkml:trace contextRef="#ctx0" brushRef="#br0" timeOffset="40017.4645">15482 3787 1041 0,'0'0'261'0,"0"0"-46"0,0 0-45 16,0 0-30-16,0 0-26 15,0 0-8-15,0 0 23 16,-16 46-28-16,16-17 5 16,0 11 19-16,2 7-22 15,5 4-14-15,0-2 6 16,1-2-32-16,-1-2-8 15,0 3-11-15,2-1 5 16,0 3-10-16,1-2 1 0,0 2-22 16,-2 2 2-16,2-2-4 15,-3 2-4-15,0-2-11 16,-1-2 5-16,0 0 9 16,-2-1-3-16,1-3-2 15,-1-1 7-15,-3-1 4 16,1-1-6-16,-1 0-3 15,2-1-3-15,0-1-8 16,-1 0 14-16,0-3-4 16,-1 2-2-16,2-1 3 15,0 1-2-15,-1-5-3 16,-1-6 8-16,-1-6-6 0,1-3 2 16,1 4-10-1,-1 5 8-15,1 3 0 0,0 5-1 16,0-4-2-16,1 2-5 15,1 3 6-15,-1-6 2 16,0 3-7-16,0 1 5 16,0-6-5-16,0 5 4 15,-1-1 7-15,0-1-4 16,1 0 2-16,-1-2-5 16,-1-2-6-16,0-1 9 15,-1-2 2-15,0-1-10 16,0 1 6-16,0-1 8 15,0 3 0-15,-1-1 5 16,-3 0-11-16,0 0 19 16,1 0-26-16,1-1 14 0,0 3-15 15,1 1 1 1,1 3 11-16,0-4-4 0,0-2 12 16,0-5-15-16,0-2 0 15,0-3-5-15,0-1-1 16,0-2 1-16,0-2-1 15,0-2 1-15,0-2-1 16,0 1 1-16,0-3 0 16,0 2-1-16,2 0 0 15,-1-1 9-15,0 1-8 16,-1 0 10-16,0-2-2 16,1 0-8-16,-1-2 2 15,0-2-3-15,0 0-34 16,0-3-71-16,-8-15-98 0,2 1-358 15,-1 0-757-15</inkml:trace>
  <inkml:trace contextRef="#ctx0" brushRef="#br0" timeOffset="40131.7011">15699 6188 335 0,'0'0'1742'0,"0"0"-1742"16,-45-37-63-16,26 19-1023 0</inkml:trace>
  <inkml:trace contextRef="#ctx0" brushRef="#br0" timeOffset="41835.2974">12594 4441 398 0,'0'0'774'0,"0"0"-597"0,0 0-64 16,0 0 9-16,0 0 19 15,0 0-9-15,29 9-25 16,-9-6 8-16,4-1-20 16,9 0-17-16,10-1-16 15,12-1 17-15,2 0-14 16,-1-4-9-16,-6-3-1 16,-8 1-1-16,1 0-6 15,0-2-14-15,2 2-9 16,3-2 2-16,1 1 10 15,0 1 2-15,0 1 3 0,-1-1-17 16,0 1-10 0,2 1 5-16,1-1-4 0,-1 0 4 15,0 0-4-15,1 0-1 16,1-1 9-16,1 2-7 16,-3-1 2-16,-3 1 5 15,-3 1-11-15,-2-1-11 16,0 0 4-16,-1 0-5 15,-1-1 5-15,1 1-4 16,-3-2-1-16,1 0 5 16,2 0-4-16,0 1 4 15,1-1-5-15,-1 0 1 16,0 1 7-16,0 0-8 16,-2 1 10-16,1 0-11 0,-1 0 1 15,-1 1 0-15,-4 2 6 16,-7-1 1-16,-6 2-2 15,-2-1-5-15,2 0 11 16,4 0-3-16,3-1 0 16,0 0 2-16,-1 0-2 15,2 0 0-15,1-1 0 16,-1 1 4-16,-1 0-5 16,1 1-2-16,-3-1-5 15,0 1 8-15,-3-1-7 16,2 0 7-16,0 1 1 0,0-1 4 15,3 1-7 1,-1 1 5-16,0-2-2 0,-1 2 2 16,-2-2 0-16,-3 1 3 15,-2 0-1-15,-1 0-1 16,-1 0 4-16,-1 0-2 16,-1 0 4-16,0 1-4 15,0-1 2-15,-1 0-2 16,0 0 1-16,0 1-1 15,0-1 0-15,2 1 3 16,-2-1-12-16,1 0 6 16,-1 1 2-16,-1 0-8 15,-2-1-5-15,-2 0 17 16,1 1-6-16,-3 0 6 16,0-1 0-16,-1 1 1 0,0-1 1 15,-2 0 1-15,2 1-12 16,-2-1-2-16,-1 1-1 15,0 0 0-15,-1 0-4 16,-1 0 4-16,-1 0-6 16,0 0 7-16,0 0-7 15,0 0-9-15,-21-3-95 16,1 3-140-16,-5-4-615 0</inkml:trace>
  <inkml:trace contextRef="#ctx0" brushRef="#br0" timeOffset="45723.3197">12695 4826 201 0,'0'0'722'0,"0"0"-463"15,0 0-83-15,0 0-41 16,0 0-37-16,0 0-39 16,10 0-2-16,2 0 48 15,5 1 35-15,3-1-35 16,3 2-21-16,4-1-18 15,7-1-5-15,-1 0-9 16,2 0 1-16,2-2-7 16,0-2-5-16,10-1 2 15,-5 0-2-15,-5-1-4 16,-3 1-3-16,-7 1-10 16,4-1-8-16,5-1 1 0,-1 2-4 15,-1-1-3-15,-1 0 2 16,0 1-1-16,0 0 7 15,0 0-3-15,1 0-6 16,1 0 4-16,-2-1-1 16,3 1-5-16,-1 0-1 15,1 0-4-15,-1 0 4 16,1 0-5-16,0 0 5 16,0 1-5-16,-2-2 0 15,1 1 0-15,-2 0 0 16,1 0 0-16,-1 0-1 15,0 0 6-15,0 0-5 0,0 0 0 16,0 0 0 0,-2 0 5-16,1 0-6 0,-1 1 1 15,2 0 1-15,-1-2-1 16,3 0 7-16,1 1-7 16,0-1 1-16,-1 0-1 15,0 0 0-15,-3 1 0 16,1-1 0-16,-3-1-1 15,0 1 0-15,-2 0 0 16,0-1 0-16,-1 0 1 16,0-1-1-16,-2 3 1 15,1-2 0-15,-3 1-1 16,2 1 0-16,-2 0 1 0,1 1 0 16,-1 0 0-16,0-1-1 15,0 2 7-15,-1-1-7 16,1 0-1-16,-1 1 1 15,1 0 1-15,0 0-1 16,0 0 0-16,0 0 0 16,0 0 0-16,0-1 0 15,0 1 0-15,1-1 0 16,0 1 1-16,0 0 0 16,0-1 0-16,0 0 9 15,-1 1-10-15,-1 0 2 16,1-1 8-16,-3 0 0 15,-1 1-2-15,-1-1 2 0,-2 2-1 16,-1-2 9 0,-1 2-7-16,-1-2 8 0,0 1-1 15,0 1 2-15,-1 0-4 16,0 0-5-16,1 0 9 16,0-1-6-16,0 1-4 15,0 0 1-15,-1 1 5 16,-1-1 1-16,-1 1 2 15,0 0 5-15,0-1 3 16,-3 0-6-16,2 1 12 16,-2-1-4-16,0 1-5 15,-1-2-2-15,0 2 0 0,0-1 2 16,-2 0-1 0,1 1-5-16,-2-1-2 0,0 1-5 15,-1 0 4-15,0-1-9 16,-1 1 7-16,0 0-12 15,-1 0 0-15,1 0 11 16,-1 0-10-16,0 0-1 16,0 0 0-16,0 0 1 15,0 0-1-15,0 0-1 16,-2 0-16-16,-20 0-81 16,-1 0-180-16,-6 0-732 0</inkml:trace>
  <inkml:trace contextRef="#ctx0" brushRef="#br0" timeOffset="47607.8919">12958 5024 199 0,'0'0'878'15,"0"0"-519"-15,0 0-63 16,0 0-6-16,0 0-49 15,0 0-71-15,-47-20-33 16,32 20-27-16,-2 3-28 16,2 5-12-16,1 1-19 15,1 4-11-15,4 0-14 16,2 1-11-16,4 0 0 16,3 1-8-16,0-3-1 0,4 1-5 15,6-4 0-15,4-3 7 16,1-3-7-16,2-3 5 15,1 0-6-15,-3-8-7 16,-2-4-13-16,-1-2-11 16,-5-5 2-16,-2-2 20 15,-3-10 8-15,-1-7 1 16,-1 2 0-16,0 4 1 16,0 5 1-16,0 11 8 15,0 2 22-15,0 3 20 16,0 4 12-16,0 6-17 0,0 1-31 15,0 4-14 1,0 14-2-16,2 12 1 0,2 11 8 16,1-1-2-1,-1-7-1-15,-2-11-4 0,0-7-1 16,2 0-1-16,2 0-16 16,4 1-155-16,-1-5-432 15,1-7-892-15</inkml:trace>
  <inkml:trace contextRef="#ctx0" brushRef="#br0" timeOffset="48426.2487">14226 4794 340 0,'0'0'15'0,"0"0"742"15,0 0-473-15,0 0 49 0,0 0-7 16,-3 35-87-16,4-26-25 15,5-2-50-15,2 1-27 16,2-2-51-16,1-2-21 16,-1-3-23-16,0-1-20 15,-1 0-7-15,-3-7 1 16,-2-3-5-16,-3-3-4 16,-1 1 1-16,0-2-7 15,-4 1 0-15,-3 3 7 16,-3 3-2-16,0 4 13 0,-3 3 4 15,-1 1-4 1,-2 9 2-16,0 4 17 0,2 2 2 16,1 4 5-16,3 1-2 15,3-1-10-15,4-1 5 16,3-1-10-16,1-2 1 16,9-1-1-16,6-3-4 15,4-3-1-15,4-2-5 16,4-4-8-16,2-2-2 15,0-1-2-15,-1 0-6 16,-3-6-18-16,7-7-112 16,-8 1-225-16,-1 0-984 0</inkml:trace>
  <inkml:trace contextRef="#ctx0" brushRef="#br0" timeOffset="49133.4341">15212 4732 684 0,'0'0'319'15,"0"0"-47"-15,0 0-35 16,0 0 37-16,0 0 21 0,0 0-20 15,11 41-33-15,-9-24-39 16,0 1-46-16,-1 0-33 16,2-2-36-16,-1 0-25 15,0-3-27-15,0-3-4 16,-1-3-22-16,0-3 5 16,-1-3-5-16,0-1 1 15,0-4 17-15,-1-7 2 16,-3-6-18-16,-2-4-11 15,2-11 6-15,3-8-5 16,1 2-1-16,0 3-1 16,8 6 0-16,3 10 0 15,2 2 0-15,3-1-1 16,2 7 0-16,0 3 0 0,1 4-11 16,-1 3-20-16,-2 1-21 15,-1 2-55-15,-4 13-145 16,-2-2-349-16,-6-1-394 0</inkml:trace>
  <inkml:trace contextRef="#ctx0" brushRef="#br0" timeOffset="49314.2429">15116 4817 332 0,'0'0'1600'15,"0"0"-1311"-15,0 0-29 0,0 0-103 16,0 0-28-16,58-7-74 16,-16 0-55-16,-7 3-88 15,-4-2-570-15</inkml:trace>
  <inkml:trace contextRef="#ctx0" brushRef="#br0" timeOffset="50926.8226">12680 5252 755 0,'0'0'185'16,"0"0"23"-16,0 0 25 0,0 0 10 16,0 0-32-1,0 0-71-15,0 0-53 0,-3-5-47 16,16 5-2-16,6 0 26 16,11 0 5-16,11 0 10 15,15 0-13-15,7 0 9 16,-1-3-3-16,-3 0-3 15,-7-3-20-15,2 1-13 16,-2 0-6-16,-2-2-5 16,0 2 0-16,-2-1-8 15,0 0-5-15,-1 1 4 16,0 0-5-16,-2 1 2 16,0 0-5-16,-2 1-1 0,-1-2 5 15,1 0 3-15,1 0 3 16,0-1 1-16,1-1 5 15,-1 1 0-15,-1 0-4 16,0 0-4-16,-1-1-5 16,1 3 0-16,-2-1-2 15,0 0-1-15,0 0-7 16,-1-1 7-16,1-1-7 16,1 1 5-16,-1 1-5 15,-6 0 6-15,-7 2-6 16,-6 1 0-16,-1-1 1 15,5 1-1-15,2-1 0 0,4-1-1 16,-1 1 1-16,0 0 0 16,-1 0-1-16,0 0 1 15,0 0 1-15,0 1 4 16,-1-2-6-16,-1 2 1 16,-1-1 0-16,0 0 5 15,1 1-5-15,-3 0 7 16,2-1 1-16,-1 0 1 15,0 0 4-15,0-1-2 16,0 1 0-16,0 1-2 16,-2-1-4-16,0 2 0 15,0-1 0-15,-2 2-4 16,0-1 7-16,-2 1-8 16,0-1 10-16,0 0-5 15,1 0 1-15,0-1 5 0,2 1 3 16,-1 0-6-16,1 0 2 15,-1 0-4-15,0 0 1 16,-2 0-7-16,-2 1 5 16,1-1 0-16,-2 1 2 15,0-1 7-15,0-1-1 16,0 1 1-16,-1-3-2 16,0 3-1-16,0-1-6 15,-1 0 8-15,-1 1-5 16,1 0 0-16,-1-1-8 15,1 2 15-15,1-2-4 16,-2 2-6-16,0-1 3 16,0 0 6-16,-1 0 0 0,0 0 0 15,0 1-3 1,0-1-3-16,0 0-8 0,-1-1 9 16,0 1-10-16,-2 0 9 15,-2-1-8-15,-2 1 0 16,-3 1 0-16,-2-1 1 15,-1 1-2-15,-3-1-11 16,-18 1-43-16,-39 0-145 16,0 0-536-16,-7 0-737 0</inkml:trace>
  <inkml:trace contextRef="#ctx0" brushRef="#br0" timeOffset="52728.0291">12634 5637 172 0,'0'0'618'16,"0"0"-414"-16,0 0-9 15,0 0-40-15,0 0-29 16,0 0-58-16,0 0 8 16,12 2 39-16,-1 2 31 15,4-1 12-15,5 0-28 0,3-1-30 16,4 0-15-16,4-2-22 15,8 0-17-15,8-2-1 16,-3-1 3-16,-4-2-5 16,-6 1-5-16,-6 0-11 15,3-1-6-15,5 0 0 16,1 1-5-16,-2 0 1 16,1-1 7-16,1 0-3 15,-2 1 4-15,0-1-3 16,0 1-2-16,-1 0-2 15,2 0-5-15,-1 1 2 16,1 0-6-16,1 0 9 16,4 0-6-16,6-1 6 0,7 0-5 15,1-1 1 1,-2 0-2-16,-5 1 1 0,-5 0 4 16,-1 1 1-16,-1 0-11 15,-6-1 0-15,-6 3 1 16,-5-1-2-16,-1 0 0 15,3-1 0-15,7-1-5 16,2 0 0-16,6-2 6 16,6-1-6-16,6-1 1 15,-4 0 4-15,-10 2-5 16,-10 2 7-16,-8 1-7 16,5 0-1-16,4-1 1 15,3 0-1-15,1 0 0 16,-1 0 6-16,1 0-5 15,-1 1 7-15,1 0 1 16,0 0-8-16,0-1 8 0,0 0-7 16,0 0 5-16,0 1 5 15,-2 0-12-15,1 0 1 16,-1 0 0-16,0-1 5 16,-1 1 2-16,0 0-8 15,1-1 0-15,0 1 1 16,3-2 5-16,-1 2-5 15,0-2 1-15,-2 1-1 16,0 0 10-16,-4-1-11 16,-3 1 0-16,-3 0 1 15,-2 0 5-15,-1 0-4 16,-2 0 8-16,0 0 8 16,-1 0-7-16,0 0 5 0,-1 0-7 15,1 0-8-15,-1 2 14 16,-1 0-4-16,1-2 1 15,0 1-2-15,0 1 2 16,1-2-3-16,0 2-3 16,0-1 13-16,0 0-7 15,-1 1 2-15,0 0 7 16,0-1-2-16,0 1-5 16,1 0-8-16,0 0 3 15,0 0 1-15,0 1-2 16,-1 0 4-16,-1-1-3 0,-2 1-9 15,-1-1 17 1,-1 2-1-16,-2-1 4 0,-1 0-2 16,0 1 0-16,-3-1-9 15,1 1 1-15,-3 0 11 16,0 0-6-16,0 0-9 16,-2 0 11-16,1 0-4 15,-1 0-7-15,0 0 3 16,0 0 2-16,0 0-2 15,0 0 6-15,0 0-6 16,0-1-2-16,0 1-7 16,0 0 1-16,0-1 9 15,0 1-10-15,0 0-1 16,0 0 1-16,-3 0-21 16,-26 0-111-16,-1 0-232 0,-8 0-1046 15</inkml:trace>
  <inkml:trace contextRef="#ctx0" brushRef="#br0" timeOffset="54589.3721">12924 5810 1107 0,'0'0'264'0,"0"0"-16"16,0 0 31-16,0 0-68 15,0 0-50-15,-45-17-50 16,36 17-28-16,-3 6-28 16,-1 4-19-16,0 3-6 15,2 3 3-15,1 1-5 16,4 1-7-16,4-2-12 15,2-2-8-15,1-1 5 16,5-4-6-16,2-2-1 0,2-5 1 16,-1-2 6-1,1-1 2-15,-1-8-2 0,0-2-4 16,0-2 7-16,-2-2-8 16,0 1 5-16,-1 1 2 15,-2 3 11-15,-1 5 38 16,0 2-8-16,1 3-20 15,2 4-16-15,4 8 12 16,0 7 23-16,3 9-4 16,-3 1-10-16,-3 1-4 15,-3 2-6-15,-4-5-3 16,0 3-5-16,-1-3-2 16,-8-3-5-16,-2-4-2 0,1-4-1 15,-2-5-5-15,2-6 0 16,0-5 5-16,2 0 2 15,1-10-7-15,2-5 0 16,3-1 0-16,2-1-1 16,1 0 0-16,9 3-9 15,3-1-18-15,8 4-68 16,34-9-165-16,-6 4-439 16,3 0-884-16</inkml:trace>
  <inkml:trace contextRef="#ctx0" brushRef="#br0" timeOffset="55299.3316">14229 5686 1098 0,'0'0'381'0,"0"0"21"16,0 0-64-16,0 0-10 15,0 0-75-15,0 0-71 16,0 0-76-16,-9-15-64 16,9 34-24-16,-1 14 21 15,1 1 26-15,0-2-16 0,0-3-10 16,0-7-9-16,0 4-24 16,1 1 0-16,0-3-6 15,0-4 1-15,0-5-1 16,-1-7 0-16,0-5 0 15,2-3 0-15,2-8 7 16,1-6-6-16,3-4 0 16,1-1 1-16,1 2 4 15,-1 5-5-15,-1 5 0 16,0 5-1-16,-2 2 0 16,2 5 1-16,2 7-1 0,1 3 8 15,3 3 11 1,2 0 5-16,2-2-12 0,3-1-6 15,9-6-6-15,15-7 0 16,23-4-25-16,-7-6-152 16,-3-3-595-16</inkml:trace>
  <inkml:trace contextRef="#ctx0" brushRef="#br0" timeOffset="55829.8515">15375 5684 1390 0,'0'0'531'15,"0"0"-246"-15,0 0-87 16,0 0-61-16,0 0 2 15,0 0 2-15,0 43-47 16,0-26-44-16,0-1-29 16,0-3-12-16,0-1-8 0,0-4-1 15,2-1-125-15,0-4-230 16,1-3-416-16</inkml:trace>
  <inkml:trace contextRef="#ctx0" brushRef="#br0" timeOffset="56114.6194">15416 5543 222 0,'0'0'1261'0,"0"0"-941"16,0 0-6-16,0 0-133 16,-43 7-12-16,33 5-11 15,3 1-31-15,0 2-23 16,4-1-37-16,3-1-29 0,0-3-11 15,3-4 1-15,4-1-1 16,2-5-2-16,1 0-8 16,2-3-5-16,0-7-6 15,-2-1 0-15,-3-3-5 16,-3 1-1-16,-4 0-9 16,0 2-52-16,-23 10-71 15,0 1-240-15,-5 0-680 0</inkml:trace>
  <inkml:trace contextRef="#ctx0" brushRef="#br0" timeOffset="57685.3022">12653 6199 333 0,'0'0'630'0,"0"0"-465"16,0 0 35-16,0 0 39 16,0 0-15-16,0 0-81 15,-10-7-90-15,10 19-28 16,7 13 57-16,0 0 27 15,2 6-15-15,-1 1-20 16,-1-5-11-16,1 4-13 16,0-2-8-16,1-3-20 15,-2-3-4-15,0-4-9 16,2-4-8-16,1-5 7 16,0-4-1-16,5-4 2 0,5-2 5 15,4 0-4-15,9-5-4 16,10-4-5-16,9-2 5 15,2 0-5-15,-1 2 0 16,-3 0 0-16,-4 1 1 16,3 1-1-16,1 0 5 15,2 1 0-15,1-1 2 16,2 0-7-16,2 0-1 16,1-1 0-16,-1 2 2 15,1-2 7-15,-1 1-3 16,2 1 10-16,0-1-3 15,-2 1 13-15,0 0 2 0,-1-1-12 16,2 0-2-16,0 0 1 16,1 0-5-16,-3 0-2 15,-2 2-1-15,-1 0 2 16,-6 1 0-16,-1 2 5 16,-10 0 7-16,-6 0 5 15,-7 1-5-15,0-1 2 16,10 1-7-16,11 1 1 15,12 0-2-15,0 0 6 16,-5 0 4-16,-5 0-13 16,-6 0 0-16,-1 1 3 15,1-1 1-15,-7 2 2 16,-4-1-1-16,-7-1 10 16,0 0-5-16,5 1-1 15,4-1-1-15,3 0 4 0,1 0-5 16,-1 0 2-16,-2 0 0 15,0-1-3-15,-1-2 6 16,-2 2 6-16,-2 0-2 16,-1 0-2-16,-2 1-4 15,-2-1 2-15,-1 0 2 16,-1 1 8-16,0-2-16 16,0 1 6-16,0 0-9 15,1-1 9-15,1 1-9 16,1-2 3-16,1 1 6 15,0 0-12-15,-2 0 5 16,-1-1-1-16,-3 2 2 16,0 0-16-16,-2-1 13 0,-1 1-15 15,1-1 6-15,-1 0-4 16,-1 0 11-16,-1 1-7 16,-1-1-4-16,-2 0 4 15,-2 1-5-15,-3 0-1 16,-1 0 1-16,-3 1 6 15,0 0-7-15,-1-1 0 16,0 1 0-16,0-1-31 16,-14-4-107-16,0 0-164 15,0-1-569-15</inkml:trace>
  <inkml:trace contextRef="#ctx0" brushRef="#br0" timeOffset="57826.7067">15796 6199 2165 0,'0'0'292'16,"0"0"-15"-16,0 0-16 16,0 0-93-16,0 0-108 15,0 0-60-15,0 0-101 16,-6 0-905-16</inkml:trace>
  <inkml:trace contextRef="#ctx0" brushRef="#br0" timeOffset="59090.3237">13279 1684 601 0,'0'0'1287'0,"0"0"-1144"15,0 0-34-15,24-42-50 16,-7 34-14-16,4 5-19 15,0 3-8-15,-2 0-8 16,-3 9-2-16,-6 4-2 16,-7 5-5-16,-3 2 6 0,-6 2 0 15,-6 0-1 1,-2-3-5-16,2-3 0 0,3-4 1 16,4-4 4-1,5-3-5-15,0-2 0 0,6 0 12 16,9 2 26-16,5 2 36 15,5 2-18-15,1 2-13 16,0 3 7-16,-3 2-15 16,-3 4-1-16,-7 3 42 15,-11 6-42-15,-13 11-18 16,-32 11-17-16,-2-6-102 16,-8-8-554-16</inkml:trace>
  <inkml:trace contextRef="#ctx0" brushRef="#br0" timeOffset="59684.8806">12360 2494 1587 0,'0'0'372'16,"0"0"-160"-16,0 0-75 16,0 0-24-16,0 0-18 15,40-24-46-15,-31 24-21 16,-3 7-13-16,-3 5 9 16,-3 4-9-16,0 3 9 15,-8 3-15-15,-2-1-2 16,-2 1 3-16,1-2-1 15,0-4-7-15,2-4-1 16,4-2 7-16,3-3-7 0,2-2 10 16,2-2 11-1,9 2 33-15,2-1 5 0,4 1 13 16,2-1-7-16,0 0-15 16,-1 1 0-16,-2 0-11 15,-3 1 11-15,-5 2-19 16,-5 3-8-16,-3 1 0 15,-7 4-5-15,-11 3-10 16,-16 7-1-16,-20 9-8 16,-26 11-31-16,9-6-186 15,2-7-583-15</inkml:trace>
  <inkml:trace contextRef="#ctx0" brushRef="#br0" timeOffset="62879.3324">12605 5144 599 0,'0'0'221'0,"0"0"-221"16,0 0-76-16,0 0-288 0</inkml:trace>
  <inkml:trace contextRef="#ctx0" brushRef="#br0" timeOffset="63095.552">12602 5586 90 0,'0'0'0'0</inkml:trace>
  <inkml:trace contextRef="#ctx0" brushRef="#br0" timeOffset="63719.7051">12194 4787 172 0,'0'0'26'0,"0"0"781"15,0 0-582-15,0 0-26 16,0 0 104-16,0 0-104 16,0 0-122-16,-32 7-1 15,26 9 39-15,3 1 11 16,3 1-27-16,0-2-30 16,6-3-3-16,7-2 18 15,4-1 13-15,3 0-17 16,2-1-17-16,0 3-20 15,-1 0-19-15,-1 3-15 0,-5 3 2 16,-4 1-2-16,-6 2-3 16,-5-1 4-16,-3 1-10 15,-9-4-9-15,-4-2-104 16,-13-4-147-16,5-4-237 16,0-6-329-16</inkml:trace>
  <inkml:trace contextRef="#ctx0" brushRef="#br0" timeOffset="63839.5401">12217 4729 1220 0,'47'-52'210'16,"16"-11"-106"-16,-12 17-104 16,-6 3-179-16</inkml:trace>
  <inkml:trace contextRef="#ctx0" brushRef="#br0" timeOffset="64386.9799">13725 3583 97 0,'0'0'953'0,"0"0"-628"15,0 0-7-15,0 0-33 16,0 0-63-16,-41 0-35 16,35 5-14-16,1 0-40 0,3 1-51 15,2 1-34 1,0 1-15-16,4 1 7 0,7 1 9 15,5 0 5-15,3 0 1 16,3 0-14-16,0 1-10 16,-3-1-17-16,-4 0-8 15,-4 0-5-15,-8 0 5 16,-3-1-4-16,-4 2 4 16,-10 0-6-16,-5-1-5 15,-3-1-36-15,-4-2-74 16,-11-4-158-16,8-3-258 15,2 0-503-15</inkml:trace>
  <inkml:trace contextRef="#ctx0" brushRef="#br0" timeOffset="64545.4785">13716 3561 413 0,'0'0'1142'16,"0"0"-765"-16,55-31-85 15,-26 20-131-15,1-1-78 16,12 5-83-16,-9 2-38 16,-6 3-583-16</inkml:trace>
  <inkml:trace contextRef="#ctx0" brushRef="#br0" timeOffset="110188.0947">9205 3077 1114 0,'0'0'277'0,"0"0"-170"16,0 0-31-16,0 0 23 15,0 0-39-15,0 0-27 16,-61 0-18-16,35-5-15 16,-23-10-56-16,6 2-164 15,1-3-337-15</inkml:trace>
  <inkml:trace contextRef="#ctx0" brushRef="#br0" timeOffset="110355.4056">8106 2719 1202 0,'-68'-21'114'16,"-6"-2"-67"-16,11 4-18 16,0-1-6-16,-4 1-7 15,-5 0-15-15,-3 0-1 16,-4 1 0-16,-3 0-4 16,-4 0-158-16,21 4-149 15,9 3-175-15</inkml:trace>
  <inkml:trace contextRef="#ctx0" brushRef="#br0" timeOffset="110505.4028">5858 2313 806 0,'-87'-8'161'0,"-4"0"-80"0,19 2-22 15,6-3-42-15,9-4-17 16,17 3-126-16,9-2-207 0</inkml:trace>
  <inkml:trace contextRef="#ctx0" brushRef="#br0" timeOffset="110674.0854">4890 1976 1397 0,'0'0'0'0,"0"0"-41"15,0 0 41-15,0 0 6 16,0 0-6-16,0 0-93 16,59-11-270-16</inkml:trace>
  <inkml:trace contextRef="#ctx0" brushRef="#br0" timeOffset="111477.2015">9203 5168 933 0,'0'0'187'0,"0"0"-102"15,0 0-46-15,0 0-30 16,0 0-9-16,0 0-43 16,-43 19-122-16,22-12-153 0</inkml:trace>
  <inkml:trace contextRef="#ctx0" brushRef="#br0" timeOffset="111636.3184">8073 5508 662 0,'0'0'702'0,"-67"14"-598"16,46-7-78-1,-3 2-18-15,-10 3-8 0,-19 6-77 16,8-2-144-16,-1-3-305 0</inkml:trace>
  <inkml:trace contextRef="#ctx0" brushRef="#br0" timeOffset="111807.1931">6066 6111 1295 0,'-60'20'110'0,"-6"6"-110"0,11-4-78 16,-2 1-5-16,1-1-119 16,14-6-171-16,6-2-271 0</inkml:trace>
  <inkml:trace contextRef="#ctx0" brushRef="#br0" timeOffset="111974.0209">4590 6741 1179 0,'0'0'197'0,"0"0"-177"16,-45 31-20-16,31-8-52 16,5-6-113-16,1-1-387 0</inkml:trace>
  <inkml:trace contextRef="#ctx0" brushRef="#br0" timeOffset="112130.6845">4188 7055 1974 0,'0'0'133'0,"0"0"-133"15,0 0-22-15,0 0-136 16,0 0-226-16,0 0-875 0</inkml:trace>
  <inkml:trace contextRef="#ctx0" brushRef="#br0" timeOffset="124054.2972">4013 7954 684 0,'0'0'332'0,"0"0"-112"0,0 0-17 16,0 0 18-1,0 0-18-15,0 0-58 0,-6-2-88 16,6 2-30-16,2 0-14 16,5 0-6-16,8 0 1 15,5 0 3-15,11 0 10 16,15 0 16-16,14 0 10 16,8 0 5-16,2-2-8 15,0-3-7-15,-2-1 0 16,0 0-2-16,2 0-12 15,0 2 20-15,1-1-4 16,-2 2-17-16,-1 1-5 16,0-1-5-16,0 2 0 0,3 0 10 15,1-1-9 1,2 2 20-16,1 0-5 0,-1-1-14 16,1 1 10-16,2 0 13 15,-3 0-13-15,-1 0-6 16,-1 0 1-16,-1 2 1 15,-1 0-14-15,-3 2 1 16,2-1-5-16,-2 0 7 16,1 0 1-16,2-1-9 15,1-2 10-15,2 0-2 16,0 0 0-16,-2 0-9 16,-1 0 0-16,0-1 1 15,-4 0-1-15,0 0 2 16,-1-1 5-16,-3 1-1 0,0 0-4 15,-1 1-1-15,-2 0 7 16,0-1-8-16,-3 1 1 16,0-2 0-16,0 1-1 15,-1-1 1-15,-1 0 5 16,-2 1 3-16,-3 0-7 16,-2 1-2-16,-3 0 0 15,1 0 1-15,-3 0 0 16,-1 0 9-16,-2 0-1 15,1 2 0-15,0-2-3 16,1 1 6-16,1-1 2 16,0 0 5-16,0 0 5 15,0-3 3-15,-1-1 6 16,-1-1-14-16,2 0-2 0,-7 1 11 16,-7 0-5-16,-6 1-10 15,-2-1-4-15,1 1 2 16,1-1 10-16,1 0-2 15,-3 1-2-15,-5 0-7 16,-3 1 2-16,-2 0-5 16,-4 0 4-16,1 0-4 15,0 1 1-15,0-1-2 16,3 0-6-16,0-1 2 16,2 2-1-16,-2-2 5 15,0 1-5-15,-3 0-1 16,-1 1 0-16,-2 1 0 0,-2-2-1 15,-2 2-8 1,0 0-7-16,0 0-14 0,-32 0-21 16,1 4-163-16,-14 3-731 15</inkml:trace>
  <inkml:trace contextRef="#ctx0" brushRef="#br0" timeOffset="125798.2551">11529 7959 133 0,'0'0'388'0,"0"0"-125"15,0 0-96-15,0 0 15 16,0 0 37-16,0 0 22 16,-29 8-51-16,29-8-31 15,0 0-12-15,0 0-18 16,6 0 9-16,6 0 39 16,7 0 12-16,13 0-34 0,17 0-50 15,17 0-44-15,7 0-15 16,0 0-2-16,-4-3 7 15,-7-2-18-15,-4 0-9 16,-4-1 13-16,-11 0-10 16,-9 1-9-16,-11 0-8 15,-3 0-4-15,2 0-5 16,0-1 5-16,-1-1 0 16,-6 3-5-16,-5-1-1 15,-3 2 0-15,-3-1 1 0,-1 3 0 16,-2 0-1-1,-1 0 0-15,0-1-15 0,0 1-25 16,-17 1-29-16,-3 0-402 16,-9 0-1089-16</inkml:trace>
  <inkml:trace contextRef="#ctx0" brushRef="#br0" timeOffset="150314.7">14005 7310 886 0,'0'0'711'0,"0"0"-485"15,19-36-144-15,-6 14 53 16,0-3 43-16,1-3-67 16,-1-6-38-16,-5-7-22 15,-5 2-16-15,-3 5 0 16,-5 4 7-16,-10 8-17 0,-2 0 5 15,-4 0-14 1,-1 6-2-16,4 5 7 0,4 5-5 16,6 4 12-16,5 2-28 15,3 1 0-15,4 9-6 16,7 6 6-16,4 3 0 16,1 5 0-16,0 4 13 15,-2 1 17-15,1 0 11 16,-3 1 22-16,-2-2 4 15,-1-2-22-15,-1-2-24 16,0-1-15-16,1-3-6 16,0-3-57-16,8-7-170 0,-3-4-249 15,0-6-354-15</inkml:trace>
  <inkml:trace contextRef="#ctx0" brushRef="#br0" timeOffset="150498.1631">14285 7050 1020 0,'0'0'834'16,"0"0"-629"-16,0 0 1 15,0 0-117-15,0 0-22 16,39-10-33-16,-20 8-21 16,-1 2-13-16,-2 0-47 15,-4 0-167-15,-5 2-155 0,-5 2-319 16</inkml:trace>
  <inkml:trace contextRef="#ctx0" brushRef="#br0" timeOffset="150636.0565">14315 7134 952 0,'0'0'218'16,"0"0"-21"-16,0 0-24 16,0 0-25-16,41 1-60 15,-15-7-44-15,7-3-44 16,15-6-31-16,-12 3-273 15,-1 0-696-15</inkml:trace>
  <inkml:trace contextRef="#ctx0" brushRef="#br0" timeOffset="151041.9188">14653 6957 1664 0,'0'0'350'0,"0"0"-124"16,0 0 50-16,0 0-80 15,0 0-91-15,0 0-68 16,0 0 0-16,29 2 5 16,-21 11-4-16,-2 3 2 15,-6 2 2-15,0 2-2 16,-6 2-8-16,-7 0-13 16,-2-1-10-16,-2-3-3 15,-1-2-4-15,2-4-1 16,5-4 0-16,3-5 6 0,3-3 4 15,3 0 4 1,2-6-6-16,0-1-3 0,0 3-5 16,0 0 0-16,0 4 8 15,3 0-8-15,4 2 13 16,1 4 13-16,3 3 4 16,2 0 1-16,1 1-6 15,1-1-6-15,2-1-19 16,0-2 14-16,2-3-7 15,0-2-8-15,0-1-9 16,8-1-73-16,-5-4-135 16,-5-1-528-16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39:45.4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3158 2580 1136 0,'0'0'169'15,"0"0"-21"-15,0 0 73 16,0 0-54-16,0 0-15 15,0 0-14-15,1 0-79 16,10 0-28-16,5 0 18 16,6 0 8-16,5 0-5 15,9 2 3-15,10 0-6 0,10-1 5 16,1-1-17 0,-1 0 6-16,-3 0-6 0,-2 0 17 15,0 0 7-15,0-1-22 16,0-1 3-16,1-2-9 15,2 0-11-15,1-2 20 16,2 1-9-16,-2 0-9 16,1 0-8-16,-2 0 4 15,2 1-3-15,-2 0-9 16,-4 0 2-16,-1 0 10 16,-3-1-8-16,-2 1 1 15,-7 0 4-15,-8 1-1 16,-8 1 1-16,-3 0-10 15,-1 1-5-15,0 0-1 16,-1-1 0-16,-5 2-1 0,-4 0 1 16,-4 0-1-16,-2 0 0 15,-1 0-21-15,-16 6-105 16,-3 4-372-16,-5 0-420 0</inkml:trace>
  <inkml:trace contextRef="#ctx0" brushRef="#br0" timeOffset="2900.135">6700 3075 818 0,'0'0'290'0,"0"0"-87"16,0 0-42-16,0 0-33 15,0 0-32-15,0 0 44 16,21 6 65-16,7 1 18 16,20 0-60-16,21 1-12 15,12-2 24-15,4-1-42 16,-4 0-35-16,-9-1-17 16,-2-1-11-16,-4 1-10 15,-3-4-13-15,-4 0-5 0,-6 0-9 16,-13 0-7-1,-9 0-17-15,-8-4 4 0,-4 2-13 16,0-2 0 0,1 1 0-16,-1-1 0 15,-5 1 1-15,-3-1-1 0,-3 3-16 16,-4-1-12-16,-1 2-58 16,0 0-153-16,-1 1-394 15,-1 1-522-15</inkml:trace>
  <inkml:trace contextRef="#ctx0" brushRef="#br0" timeOffset="3753.18">9116 3064 474 0,'0'0'737'0,"0"0"-481"16,0 0 11-16,0 0-51 15,0 0-66-15,0 0-34 16,0 0 17-16,79 11 29 0,-5-5 14 16,15 2-9-16,6-4-46 15,2-2-12-15,-5-2-37 16,0 0-21-16,0 0-17 16,-5 0-5-16,-8-2-16 15,-10 1-5-15,-9-1 5 16,-15 1-1-16,-13 1-1 15,-11 0 2-15,-8-1-1 16,-3 0-4-16,-1 0-7 16,-5 1-1-16,-1 0 0 15,-3 0 0-15,0 0 0 16,-21 0-60-16,-2 0-177 16,-8 2-629-16</inkml:trace>
  <inkml:trace contextRef="#ctx0" brushRef="#br0" timeOffset="5383.3986">3821 3615 1094 0,'0'0'226'15,"0"0"2"-15,0 0-104 16,0 0-63-16,0 0-7 16,0 0 21-16,37 0 24 15,-19 0-10-15,4-1-6 16,2-2-9-16,4-1-15 15,2-2-16-15,3-1-20 16,2 0-15-16,0-1-8 16,-1 1 0-16,-3-1 0 15,-5 3 0-15,-6 0-22 0,-7 3-14 16,-13 2-78-16,0 0-173 16,-11 2-336-16</inkml:trace>
  <inkml:trace contextRef="#ctx0" brushRef="#br0" timeOffset="5580.5073">3947 3681 1152 0,'0'0'219'0,"0"0"16"16,0 0 13-16,0 0-91 0,0 0-62 16,0 0-16-1,44-3 6-15,-18-7-26 16,12-4-29-16,12-5 0 0,9 0-13 15,-5 3-8-15,-11 8-9 16,-19 7-49-16,-17 1-582 0</inkml:trace>
  <inkml:trace contextRef="#ctx0" brushRef="#br0" timeOffset="15648.6519">14243 2316 1107 0,'0'0'174'0,"0"0"-122"0,0 0-18 16,0 0 9-16,0 0 1 16,48-18-5-16,-33 19 2 15,0 7-2-15,-1 5-9 16,-2 4 5-16,-3 4 13 16,-7 4 11-16,-2 3 2 15,-3 0 1-15,-9 1-10 16,-2 1-17-16,0-1-8 15,0 0-7-15,5-2-11 16,4-1 0-16,4-4-8 16,1-2-1-16,6-2 0 15,5-3-1-15,3-4 1 16,3-1-6-16,0-5 6 0,1-3 2 16,-3-2-1-1,1-2-1-15,-5-7-1 0,-1-2 1 16,-3-1 9-16,-2 0-2 15,-2 2 0-15,-2 4 21 16,-1 3 35-16,0 3-27 16,0 7-21-16,0 8-4 15,0 11 13-15,-1 13 43 16,1 7-10-16,0-2 13 16,5-9-6-16,0-10-9 15,0-7-2-15,2 2 13 16,1 1-19-16,0 1-17 15,1-5-3-15,-3-3-4 0,-1-3-6 16,-1-4-8 0,-3-2-8-16,-1-2 0 0,0-2 14 15,-6 0 1-15,-20 3 7 16,-28 5-23-16,-32 7-3 16,-20 3-138-16,17-2-195 15,14-2-586-15</inkml:trace>
  <inkml:trace contextRef="#ctx0" brushRef="#br0" timeOffset="17335.82">14324 3314 677 0,'0'0'119'0,"0"0"-41"16,0 0 8-16,0 0 10 15,0 0 8-15,0 0-27 16,0 0-24-16,27-32-12 16,-20 32-8-16,0 10 18 15,0 4-19-15,-1 3 11 16,-3 5 16-16,-1 2 6 15,-2 1 20-15,0-2-4 16,0-2-30-16,0-3-34 16,2-3-3-16,1-4-5 15,2-3-8-15,0-5 5 16,1 0-6-16,1-3 14 0,2-1 1 16,-1-5 0-16,1-3-6 15,-1 1-1-15,-3 0-2 16,-1 3 18-16,-2 4 17 15,-2 1 7-15,2 1-17 16,1 10-21-16,2 5 6 16,0 5 48-16,3 5-1 15,-1 1 8-15,1 1-6 16,-2-1 5-16,0 0-2 16,-2-1 2-16,-2-2-19 15,-2-5 7-15,0 0-31 16,-8-4-2-16,-7-2-7 15,-17 1-2-15,-28 0-8 0,-39 0-8 16,-35-1-142-16,18-4-370 16,6-3-999-16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28T04:40:26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1061 1211 1204 0,'0'0'537'15,"0"0"-341"-15,0 0 13 16,0 0-11-16,0 0-23 0,0 0-38 16,33-33-57-16,-11 17-31 15,12-9-22-15,15-6-13 16,11-5-13-16,-3 1 5 15,-13 8-6-15,-15 10-15 16,-12 7-98-16,3 2-109 16,-6 1-277-16,-2 3-455 0</inkml:trace>
  <inkml:trace contextRef="#ctx0" brushRef="#br0" timeOffset="222.2565">1110 1341 1743 0,'0'0'253'0,"0"0"-109"15,0 0 36-15,0 0 26 16,46-16 6-16,-4-7-47 16,18-13-69-16,6-3-54 15,1-1-26-15,-6 6-8 16,-11 9-8-16,-4 8-71 15,-6 5-180-15,-12 6-348 16,-10 2-1231-16</inkml:trace>
  <inkml:trace contextRef="#ctx0" brushRef="#br0" timeOffset="1266.9527">605 1516 954 0,'0'0'256'15,"0"0"37"-15,0 0-25 16,0 0 17-16,0 0-111 16,-53 1-85-16,31 16-6 15,-3 6 31-15,3 4 12 0,6 0-6 16,6-4-28-16,9-6-47 15,1-4 0-15,14-5-23 16,5-2-2-16,6-2 4 16,6-2 6-16,2 0-4 15,1-1-11-15,-2 3-6 16,-4 1-1-16,-5 3-7 16,-7 3 8-16,-5 2 6 15,-7 1 15-15,-4 3 24 16,-8 1 27-16,-15 8-6 15,-14 6-14-15,-16 4-32 16,3-6-20-16,9-9-2 16,16-11-7-16,12-8-45 15,3-3-87-15,3-6-154 16,4-4-721-16</inkml:trace>
  <inkml:trace contextRef="#ctx0" brushRef="#br0" timeOffset="1768.1277">865 1529 1818 0,'0'0'388'16,"0"0"-55"-16,0 0-87 16,0 0-100-16,0 0-71 15,0 0-45-15,0 0 21 16,75 31 36-16,-22-18-36 15,-2-2-24-15,-11-5-14 16,-14-3-5-16,-10-1-7 16,-3-2 0-16,-2 2 0 0,-1-1 0 15,-8 1 0-15,-2 3 10 16,-3 3-1-16,-10 5 27 16,-11 12 23-16,-2 2 11 15,-4 5-13-15,-2 2-23 16,6-5-8-16,-2 3-12 15,5-5-5-15,5-4-4 16,7-6-6-16,5-6 0 16,4-4-30-16,2-5-101 15,16-6-74-15,5-7-145 16,2-3-433-16</inkml:trace>
  <inkml:trace contextRef="#ctx0" brushRef="#br0" timeOffset="2010.268">1317 1445 2436 0,'0'0'511'0,"0"0"-301"16,0 0-108-16,0 0-47 15,0 0-19-15,3 38 24 16,11-12 30-16,3 3-15 15,6 2-9-15,3 1-6 16,1-1-11-16,2 1-14 16,3 5-19-16,1 14-16 15,-9-7-82-15,-8-3-381 0</inkml:trace>
  <inkml:trace contextRef="#ctx0" brushRef="#br0" timeOffset="3371.2735">4060 1137 1213 0,'0'0'250'0,"0"0"61"16,-43 0 44-16,35 0-31 16,5 0-10-16,3 0-112 15,4-2-104-15,18-4-56 0,26-5-16 16,33-9-4 0,15-4 19-16,10-3-7 0,-7 3-10 15,-16 5-9-15,-8 1-6 16,-8 5-8-16,-12 1-1 15,-14 3-5-15,-15 4-20 16,-14 1-38-16,-12 4-190 16,0 0-265-16,-10 0 135 0</inkml:trace>
  <inkml:trace contextRef="#ctx0" brushRef="#br0" timeOffset="3604.2848">4106 1262 1770 0,'0'0'221'0,"0"0"-39"0,41 6 34 16,14-11 88-16,32-17-35 15,18-8-77-15,4-6-86 16,-8 2-30-16,-13 5-37 16,-8 2-7-16,-6 2-1 15,-10 3-29-15,-13 5 6 16,-16 5-8-16,-13 4-20 15,-7 3-83-15,-12 3-89 16,-2 2-373-16,-5 0-793 0</inkml:trace>
  <inkml:trace contextRef="#ctx0" brushRef="#br0" timeOffset="4467.5754">3011 1861 1348 0,'0'0'343'15,"0"0"-55"-15,0 0-86 16,0 0-21-16,50-56 41 16,-12 5-67-16,3-11-67 15,-4-3-33-15,-12 5 2 16,-15 8-11-16,-10 10-19 15,0 11-3-15,-10 11-3 16,-4 7-21-16,-6 0-2 16,-3 4-33-16,-5 2-36 15,2 6 49-15,4 1-4 0,7 5 7 16,8 4 1-16,7 1-9 16,8-1-4-16,13 1 17 15,6 0 14-15,3-1 13 16,2-1 7-16,-1 1 22 15,-2 2 10-15,-3 2 3 16,-3 3-5-16,-2 4-1 16,-2 2-7-16,-2 2 3 15,-1 3-14-15,-2 0 26 16,1 0 5-16,1-3-27 16,1-2-6-16,1-4-8 15,2-2-14-15,3-7-7 16,-1-2 0-16,1-6-48 0,9-6-78 15,-7-7-230 1,-4-6-808-16</inkml:trace>
  <inkml:trace contextRef="#ctx0" brushRef="#br0" timeOffset="5151.1245">3457 1372 1322 0,'0'0'356'15,"0"0"117"-15,0 0-250 16,0 0 16-16,0 0-45 16,0 0-90-16,0 0-79 15,-21 5-24-15,37 5 13 16,11 1 16-16,14 2 5 15,12-5-25-15,-3-1 5 16,-12-4-14-16,-13-3 0 16,-12 0 9-16,-3 0-10 0,-2 0 2 15,-2 1-2 1,-6 3 0-16,0 2 6 0,-6 5 3 16,-7 5 21-16,-4 4 28 15,-3 3 5-15,-1 1-6 16,0 0 0-16,3-1-15 15,2-4-18-15,4-3-12 16,5-4-11-16,2-2 0 16,3-5-1-16,2 0-18 15,0-4-82-15,0-1-105 16,0-6-289-16,3-3-246 0</inkml:trace>
  <inkml:trace contextRef="#ctx0" brushRef="#br0" timeOffset="5565.2413">3721 1191 1340 0,'0'0'576'0,"0"0"-214"15,0 0-19-15,0 0-103 16,0 0-149-16,0 0-41 15,0 0-14-15,-14-6-17 16,16 22-7-16,12 15 4 16,11 17 19-16,7 4 56 15,4 0 10-15,2-6-4 16,-3-9-13-16,0 2-15 16,0 2-21-16,-3 4-23 15,-6 2-25-15,-9-12-201 16,-11-7-905-16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06-14T09:55:30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16431 3529 1287 0,'0'0'290'0,"0"0"-67"16,0 0-56-16,0 0-19 15,0 0-74-15,40-15-45 16,-10 4-14-16,15-3-4 15,12-4-3-15,7 1 0 16,-4 4 1-16,-14 2-9 0,-9 6 0 16,-11 0-195-1,-10 3-438-15</inkml:trace>
  <inkml:trace contextRef="#ctx0" brushRef="#br0" timeOffset="267.2027">16608 3344 1500 0,'0'0'195'0,"0"0"-195"15,0 0 1-15,0 0 16 16,0 0 4-16,0 0-10 16,-42 29 42-16,20 13 76 15,-5 15 35-15,-2 5-21 16,7-4-19-16,10-14-14 0,11-15-3 15,2-7-22 1,22-3-54-16,27 5-10 0,36-3-20 16,26-2-1-16,14-8-51 15,-6-6-195-15,-38 0-319 16,-20-3-420-16</inkml:trace>
  <inkml:trace contextRef="#ctx0" brushRef="#br0" timeOffset="770.3322">16296 4642 1793 0,'0'0'235'15,"0"0"-139"-15,0 0 13 16,0 0 57-16,0 0-25 15,0 0-38-15,67 0-39 16,-25-8-18-16,-2-2-22 16,-2 1-18-16,-6-1-6 15,-7 3-103-15,9-5-165 16,-5 2-351-16,-9 2-436 0</inkml:trace>
  <inkml:trace contextRef="#ctx0" brushRef="#br0" timeOffset="1026.7349">16358 4526 1750 0,'0'0'552'16,"0"0"-482"-16,-52 0-51 16,30 9 82-16,-1 6 28 15,-3 10-41-15,-4 11 5 16,-2 11 16-16,4 2-37 15,8-7-24-15,10-10-19 16,10-13-14-16,4-1-4 16,23 3-10-16,30-2-1 0,44-7-6 15,30-10-157-15,18-9-125 16,-30-8-356-16,-28 0-855 0</inkml:trace>
  <inkml:trace contextRef="#ctx0" brushRef="#br0" timeOffset="1680.0073">17422 5302 2029 0,'0'0'277'16,"0"0"-106"-16,0 0 65 15,0 0 33-15,0 0-113 16,0 0-50-16,55 19 36 16,23-15-23-16,19-2-28 0,8-2-22 15,0-3-6 1,-8-4-10-16,-1 1-20 0,1 1-11 15,-4 0-8-15,-8 0-7 16,-10 1-7-16,-20-1 0 16,-19 2 2-16,-17 1-1 15,-11-1-1-15,-5 0-28 16,-3-2-47-16,-16-1-49 16,-25 2-83-16,-33 0-317 15,4 1-130-15,0 2-824 0</inkml:trace>
  <inkml:trace contextRef="#ctx0" brushRef="#br0" timeOffset="2302.1021">17682 5209 1332 0,'0'0'162'16,"0"0"-125"-16,0 0-23 16,0 0 18-16,0 0-3 15,0 0-1-15,0 0 17 16,-34-10-7-16,24 10 50 15,-2 0 48-15,-4 3-21 16,0 0 3-16,-1 1-8 0,2-1 1 16,2-1-10-16,5 0-9 15,2-1-13-15,3 0-6 16,2-1-12-16,1 0-22 16,0 0-6-16,0 0 8 15,0 0-15-15,0 0-4 16,0 0 1-16,0 0-2 15,0 0 1-15,0 2-4 16,0 0-6-16,0 5-11 16,0 4 19-16,-2 4 16 15,-1 6 3-15,-3 2 13 16,-1 3-8-16,-2-1-2 0,-2 1-14 16,3-4-7-16,0-2-6 15,3-3-14-15,4-5 6 16,1-6 7-16,9-2 22 15,14-4 31-15,17-4 19 16,14-9-26-16,7-1-18 16,1 0-9-16,-6 4-15 15,-8 2-8-15,-2 2-8 16,-10 3-1-16,-8 0-1 16,-11 3-5-16,-6 6-82 15,-5 3-169-15,-6 2-686 0</inkml:trace>
  <inkml:trace contextRef="#ctx0" brushRef="#br0" timeOffset="4150.9224">15926 6330 1642 0,'0'0'238'0,"0"0"-97"16,0 0-2-16,0 0 67 16,0 0 35-16,0 0 9 15,43 0-6-15,-1-3-70 16,14-5-62-16,6-2-43 0,-3 0-21 15,-8 1-18-15,-12 4-14 16,-11 1-10-16,-8 2-4 16,-7 1-2-16,-3 0-50 15,-3 1-118-15,-9 0-334 16,-9 0-45-16,-7 1-228 0</inkml:trace>
  <inkml:trace contextRef="#ctx0" brushRef="#br0" timeOffset="4518.0005">16050 6191 1996 0,'0'0'260'0,"0"0"-122"0,0 0 61 15,0 0-32-15,0 0-9 16,0 0-57-16,0 0-18 15,-38 22 43-15,13 0-37 16,-3 3-10-16,1 1-13 16,5-1-15-16,5-1-6 15,7-4-6-15,7-2-9 16,3-2 3-16,9-2 6 16,14-1 6-16,18-3 12 15,17-4-5-15,10-6-13 16,3-1-4-16,-2-10-14 0,-8-1-8 15,-4 1-2 1,-11 1-2-16,-14 3-9 0,-13 4-12 16,-10 3-4-16,-5 0-37 15,-8 7-160-15,-8 4-129 16,-10 2-451-16</inkml:trace>
  <inkml:trace contextRef="#ctx0" brushRef="#br0" timeOffset="5906.7081">15791 7572 1252 0,'0'0'675'15,"0"0"-491"-15,0 0-66 16,0 0 27-16,0 0 51 16,0 0-35-16,0 0-49 15,41-3 17-15,-17 3-43 16,4 0-23-16,2 0-12 0,2 0-10 15,-1 0-7-15,0 0-14 16,-2 0-10-16,-3 0-8 16,-4 0-1-16,-4 0-1 15,-6 0-30-15,-3-5-139 16,-9-3-118-16,0 0-197 16,-3-1-231-16</inkml:trace>
  <inkml:trace contextRef="#ctx0" brushRef="#br0" timeOffset="6199.7725">15782 7469 2090 0,'0'0'248'0,"0"0"-169"0,0 0-57 15,0 0 79-15,0 0 45 16,0 0-1-16,-25 50 19 15,25-15-41-15,-1 10-17 16,1-2-55-16,0-7-7 16,0-12-9-16,0-8-6 15,9 0-10-15,3-1-4 16,8-3-7-16,13-8 2 16,21-10-9-16,23-22 8 15,12-9-9-15,5-2-26 0,-3 5-168 16,-30 14-443-1,-11 10-765-15</inkml:trace>
  <inkml:trace contextRef="#ctx0" brushRef="#br0" timeOffset="7836.0798">17451 8300 1046 0,'0'0'656'15,"0"0"-383"-15,0 0 47 16,0 0-45-16,0 0 25 15,0 0-79-15,0 0-80 16,20-1-38-16,2-4-28 16,6 0-20-16,10-3-20 0,9-1-17 15,8-1 4-15,-6 1-16 16,-9 1 0-16,-13 2-5 16,-9 3 10-16,0-2-11 15,-1 2-26-15,-4 1-75 16,-7 1-111-16,-8 0-161 15,-7 0-139-15,-6 0-254 0</inkml:trace>
  <inkml:trace contextRef="#ctx0" brushRef="#br0" timeOffset="8189.7746">17492 8137 1883 0,'0'0'283'16,"0"0"-110"-16,0 0 93 16,0 0-59-16,0 0-59 15,0 0-69-15,0 0-21 16,-33 36 70-16,17-9-25 16,-1 2-34-16,1 0-14 15,3-2-10-15,4-3-12 16,5-1 6-16,4-4-18 0,2-1 0 15,12-4 5 1,12-4 11-16,19-4 17 0,20-6-9 16,14-14-1-1,5-8-20-15,1-4-3 0,-7 2-18 16,-1 2-3-16,-11 6-1 16,-18 8-26-16,-19 6-91 15,-24 4-115-15,-5 6-442 16,-14 0-478-16</inkml:trace>
  <inkml:trace contextRef="#ctx0" brushRef="#br0" timeOffset="10665.3148">12970 8482 1073 0,'0'0'156'0,"0"0"-107"16,0 0-23-16,0 0 109 15,0 0-10-15,-53-29-67 16,24 25-30-16,-13-1 45 0,-13 1 13 16,-8-1-3-16,-1 2 4 15,-3 1-1-15,2 2-14 16,-7 0-20-16,-7 0-14 16,-3 4-2-16,-7 3-11 15,-6 0-3-15,-5 3-6 16,-2 0-7-16,0 2-3 15,0 0 3-15,3 1 31 16,2 1-40-16,4 0-16 16,4 2-43-16,1 1-42 15,0 4-39-15,4 0 1 16,8 1 23-16,8 0 8 16,8-2-14-16,5 3 39 15,5 0 36-15,9 0-85 0,11-4 57 16,8-3-18-16,5-1 11 15,-2 3 17-15,-3 4 33 16,-3 3 32-16,2 2 0 16,2 1 17-16,0 6 3 15,2 10 44-15,4 11-5 16,5 6-2-16,4-1 58 16,6-5-17-16,0-7-11 15,4-3-4-15,4-8 4 16,2-8 14-16,-1-8 13 15,5-2-13-15,6 0 4 16,13 4-12-16,20 0 8 16,22-6 5-16,15-6 0 0,9-7-14 15,7-4 11-15,0 0-10 16,7-6-24-16,4 1-14 16,2 0-5-16,3-3-4 15,-2-3 0-15,-1-2 5 16,-4-2-7-16,-3-4-10 15,-1-3-10-15,-4-2-4 16,-2-2-8-16,-4-3 4 16,-7-1 2-16,-6 0-17 15,-6 1 8-15,-10-2 3 16,-7 1 2-16,-10 0-1 16,-14 4 6-16,-12 4-5 15,-11 3-2-15,-5 0-3 0,0-4 10 16,-1-3 14-1,0-3-7-15,-5 0 4 0,-2 1-12 16,-3 1-12-16,-2 0-5 16,0-1-1-16,-5-1-9 15,-7-5-6-15,-7-6-5 16,-7-7-5-16,0 3-32 16,2 8 5-16,5 11 1 15,1 6-87-15,-2-3 0 16,-4-1 25-16,-1-1 12 15,0 5 3-15,3 4-9 16,2 4 13-16,2 3 5 16,0 5 25-16,1 2-1 15,2 1 2-15,0 0 10 0,3 2-36 16,0 6-4-16,-7 6-36 16,3-1 40-1,1-3-938-15</inkml:trace>
  <inkml:trace contextRef="#ctx0" brushRef="#br0" timeOffset="10833.7692">12847 8443 2016 0,'0'0'204'0,"0"0"-195"16,0 0 59-16,0 0 60 15,0 0-44-15,-45-27-46 0,32 27-13 16,-16 7-25-16,3 4-255 15,-5 0-1261-15</inkml:trace>
  <inkml:trace contextRef="#ctx0" brushRef="#br0" timeOffset="12485.3712">11442 7495 1098 0,'0'0'236'0,"0"0"-133"16,0 0 9-16,0 0 87 0,14 36-1 16,-10-35-27-16,1-1 6 15,0-5 9-15,3-15-14 16,2-15-23-16,3-18 10 15,0-13-28-15,1-10-30 16,-2-8-28-16,-4-4-10 16,-2-10-21-16,-5-8-9 15,-1-9-9-15,-5-1-9 16,-5 6-8-16,-2 8 7 16,-3 15-14-16,2 17-42 15,2 22-63-15,3 18-39 16,2 14-16-16,1 6 75 15,2 2 53-15,-1 2 18 16,1 1 12-16,2 3 1 16,-1 2-15-16,-1 3-23 0,0 7-21 15,-4 8 27-15,-2 6 26 16,-1 4 2-16,-2 2 5 16,-1 0 24-16,0-1 9 15,0-4 2-15,3-5-2 16,2-5-3-16,2-5-9 15,3-4-6-15,2-5-6 16,1-1 3-16,0-6 27 16,0-7 7-16,1-8-46 15,5-3-22-15,1 0-49 16,3 3-14-16,-1 5 30 16,2 4 13-16,-2 6 21 0,3 1-10 15,-1 5 4-15,3 0 6 16,2 4 9-16,1 5 11 15,0 2 0-15,-2 4-1 16,-2 15 2-16,-2-3-15 16,-7-2-676-16</inkml:trace>
  <inkml:trace contextRef="#ctx0" brushRef="#br0" timeOffset="12652.6787">11720 6353 2029 0,'0'0'246'16,"0"0"-1"-16,0 0-52 16,0 0-60-16,0 0-57 0,8-34-32 15,-8 34-25-15,-4 8-19 16,-5 5-377-16,-8 2-911 0</inkml:trace>
  <inkml:trace contextRef="#ctx0" brushRef="#br0" timeOffset="14790.7096">8557 3539 1681 0,'0'0'223'16,"0"0"22"-16,0 0 103 16,0 0-150-16,0 0-112 15,69-25 68-15,18 6-15 16,21-4-55-16,16-1-27 16,-3 0 29-16,-9 3-40 15,1 1-13-15,-9 2 9 16,-2 2-18-16,-9 3 16 15,-12 4-29-15,-14 2-2 16,-19 2 0-16,-17 2-9 16,-12 2 6-16,-9 1-6 0,-4 0 0 15,-2 0-8-15,-3 0 1 16,-4 0-40-16,-38 13-158 16,2 1-307-16,-11 1-309 0</inkml:trace>
  <inkml:trace contextRef="#ctx0" brushRef="#br0" timeOffset="15159.569">8505 3731 2008 0,'0'0'260'0,"0"0"-103"15,0 0 14-15,0 0-31 0,41-11 84 16,17-6 11-16,34-9-90 16,23-7-71-16,13-3-26 15,-1 0 4-15,-3 3-25 16,1 1-12-16,-5 3 11 16,-6 2 1-16,-11 3 4 15,-14 3-30-15,-13 1 7 16,-21 4 2-16,-17 4 2 0,-15 3-4 15,-9 4 1 1,-3-1 0-16,-2 0-8 0,-1 2 0 16,-6 1-1-16,-2 0 0 15,-5 3 0-15,-18 0-30 16,-36 17-149-16,3 1-492 16,-4 3-875-16</inkml:trace>
  <inkml:trace contextRef="#ctx0" brushRef="#br0" timeOffset="18278.4021">12567 1822 1687 0,'0'0'234'16,"0"0"-109"-16,0 0-40 0,0 0-32 15,0 0 0-15,53-39-31 16,-33 30-8-16,3-1-13 16,3 1 8-16,-1 2-9 15,-2 2-1-15,-3 5-10 16,-6 0-287-16,-9 0-628 0</inkml:trace>
  <inkml:trace contextRef="#ctx0" brushRef="#br0" timeOffset="18440.6414">12582 1924 1585 0,'0'0'225'15,"0"0"-72"-15,0 0-31 0,0 0-13 16,58-19-53-16,3-6-10 16,11-6-18-16,-2 2-16 15,-12 2-12-15,-24 10-222 16,-14 3-569-16</inkml:trace>
  <inkml:trace contextRef="#ctx0" brushRef="#br0" timeOffset="18650.0389">12715 1613 1733 0,'0'0'162'0,"0"0"-162"0,0 0 13 16,0 0-11-1,0 0 27-15,74 15 12 0,-30 4 4 16,5 14 11-16,-15 19 9 16,-29 16 11-16,-19 21-6 15,-50 13-1-15,-42 9-20 16,10-21-49-16,-9-12-366 0</inkml:trace>
  <inkml:trace contextRef="#ctx0" brushRef="#br0" timeOffset="23420.4394">8153 3394 415 0,'0'0'369'15,"0"0"-122"-15,0 0-57 16,0 0-8-16,0 0-22 15,0 0-62-15,-25 0-20 16,33 0 66-16,2 0-5 16,2 0-38-16,3 0-26 15,0 0-30-15,2-2-25 16,1-2-2-16,-1-1-18 0,3-1-99 16,-4 1-211-16,-3 0-300 15</inkml:trace>
  <inkml:trace contextRef="#ctx0" brushRef="#br0" timeOffset="23616.0771">8097 3517 1355 0,'0'0'177'0,"0"0"-120"15,0 0 35-15,0 0-24 16,0 0 10-16,0 0 21 15,0 0-36-15,62-22-36 16,-29 4-27-16,11-10-103 0,-13 7-166 16,-4 1-320-16</inkml:trace>
  <inkml:trace contextRef="#ctx0" brushRef="#br0" timeOffset="23838.0235">8231 3283 1305 0,'0'0'160'15,"0"0"-114"-15,0 0 24 16,23 41 60-16,-15-20 39 0,-1 3-20 16,-7 7-59-1,-2 11-41-15,-19 8-27 0,-6 3-12 16,-7-5-10-16,-2-6-35 15,11-17-247-15,2-7-594 0</inkml:trace>
  <inkml:trace contextRef="#ctx0" brushRef="#br0" timeOffset="49589.5945">12698 2925 1295 0,'0'0'151'0,"0"0"-94"16,0 0-21-16,0 0-23 15,0 0-7-15,0 0 8 16,-2 50 40-16,14-10 15 16,5 9-5-16,2 4 2 0,0 1-9 15,-3-6-7 1,-1-3 13-16,-2 0-15 0,0-2-12 15,-1-1-8-15,-4 0-4 16,-5 2-8-16,-2-1 0 16,-1-1-14-16,-1-2 8 15,-5-1 5-15,0-1 4 16,-2 3 2-16,-3 0-12 16,-1 0-2-16,-1-1 8 15,-1-1-9-15,-1-2-5 16,-1 1-1-16,0-2 0 15,1 1 1-15,1-5 0 16,1-4 0-16,0 2 1 16,-2 5-1-16,-2 6-1 15,-2 5 6-15,3-4-5 0,1-3 0 16,1 0-1-16,-4 0 9 16,1 1-9-16,-1 0 0 15,-1 1-1-15,-2-2 1 16,1 1-1-16,-1-2 1 15,0-1 0-15,-1-1 0 16,-2 1 1-16,-1 1 0 16,0 0 0-16,-2 1 5 15,-2 0-5-15,-2 1 0 16,0 0 0-16,0 4-1 16,-1-1-2-16,0 2 1 15,-1-2 0-15,1 0 0 16,0-2 1-16,-3 1-1 15,1 0 1-15,-2 1 1 0,1-1-1 16,2 1 9-16,1-1-8 16,2 1 0-16,1 0-1 15,0 1 0-15,1-2 1 16,0 0-1-16,0-3-1 16,2 1 0-16,-2 0 0 15,2 0 1-15,1-1 0 16,0 1 0-16,2-1 1 15,-1 2-1-15,0 0 0 16,0 3 0-16,-1-3-1 16,-1 0 1-16,0 0-1 15,1-2 1-15,-1 0 0 16,1 0 0-16,-2 0 8 0,1-1-8 16,1-1 0-16,1-1 1 15,-2-1-1-15,5-4 0 16,0-6 1-16,-2 5-1 15,2-5-1-15,0 1 0 16,-5 4 0-16,3-5 0 16,-4 3 1-16,-5 5 0 15,0-2-1-15,-8 4 1 16,-6 2 6-16,-6 2-5 16,4-6 0-16,9-8-1 15,12-6 0-15,4-6 1 0,-6 4-1 16,-2 1 1-1,-6 4-1-15,1-1-2 0,1 0 1 16,2 0 0-16,0-1 0 16,3-1 1-16,0-1 0 15,1-1 0-15,2-1 5 16,1-2-5-16,1 1 0 16,1-1 0-16,2 2 1 15,1 1-1-15,1 0 2 16,1 1 4-16,0-1-5 15,0 1-1-15,0 0 1 16,-1-1-1-16,1 1 0 16,-1 0 1-16,0 0 0 15,0-2 0-15,-1 1-1 16,0-1 0-16,0 0-1 0,0 1 0 16,0-3 0-16,0 2 1 15,1 0-1-15,1-1 0 16,0-1 1-16,1-1 0 15,-1-2-1-15,2 0 1 16,-2-1 1-16,0-2-1 16,1 1 0-16,-2 0 6 15,1 1-6-15,2-1 0 16,0 0 1-16,0 1 0 16,0 1 0-16,-2-1 0 15,1 1-1-15,-1 0 0 16,-2 1 0-16,1-1 1 15,0-2-1-15,-1 2 1 16,-1-1-1-16,0 1 0 0,0-1 0 16,-2 0 0-16,0 0 0 15,1 2 1-15,-1-2-1 16,-2 1 1-16,1 0-1 16,1 0 0-16,0 0-1 15,-1 0 1-15,1 2 1 16,-1-1-1-16,0 3 0 15,0 0 0-15,2 2 0 16,0 1 1-16,-1 2-1 16,3 0 0-16,-1 2 0 15,3 0 1-15,2-1-1 16,3 1 0-16,0 0 0 16,4-2 0-16,1 1 0 0,2-1 0 15,1-1-1-15,2 0 1 16,1 0 0-16,0 0 0 15,2 1 0-15,-1 1 0 16,1-1 0-16,1 2 0 16,0-1 0-16,0 1 0 15,0-1 1-15,0 1-1 16,3 0 0-16,-1 0 0 16,4 0 0-16,0 1 0 15,0-1 1-15,1-1 0 16,1 0-1-16,1 0-1 15,1-1 1-15,1-1 0 16,2-1 0-16,0 0 0 0,3-1 0 16,3 0 1-16,0 0-1 15,3-1 0-15,2 0 1 16,2 0-1-16,1-1 1 16,2 0-1-16,0 0 0 15,1-2 0-15,2 1-1 16,-1-2 1-16,8 2 1 15,-3-3 0-15,0 1 1 16,0-1-1-16,-3-2 1 16,2 0-1-16,2 0-1 15,-2 0 0-15,6 0 0 16,6 1 0-16,-6-1 0 16,-4 0 0-16,-5-1 0 0,-6-1 0 15,5 1 0 1,5 0 1-16,5 0-1 0,7-1 0 15,6-1 1-15,5 0 1 16,-5-3 0-16,-1 2-1 16,-4-3 5-16,2 1-5 15,1 0-1-15,0 0 0 16,2-1 1-16,0 1 0 16,3-1 0-16,2-1 0 15,1 1 0-15,2 0 5 16,1 0-5-16,0-1-1 15,-1 0-1-15,0 1 1 16,-2 0 0-16,0 0 0 16,1-1 1-16,0 0 1 0,0-1-1 15,1 0 6-15,0 0-7 16,1 0 0-16,-2 0 0 16,0-1 0-16,-3 1 0 15,1 0 0-15,1 0 0 16,1 1 1-16,-1-1 0 15,3 1 4-15,-2 0-5 16,-1-1-1-16,-2 0 1 16,0 0-1-16,-2 0 1 15,1 0 1-15,-1 2-1 16,1 1 1-16,0-2 0 16,1-1 9-16,1 0-10 15,-1 0-1-15,-1-1 1 0,-1-5 0 16,2 0 0-16,0 1 1 15,3-2 1-15,1 0-1 16,1-1 7-16,1-1-1 16,1-2-7-16,0 0 0 15,-1 0 0-15,1-1 0 16,1 1 1-16,0-1 0 16,1 2 0-16,-1 1 0 15,0 2 0-15,-2 0 1 16,-2 2-2-16,0 2 0 15,-3 1 0-15,-1-2 0 16,2 1 0-16,-2 1 1 16,1-2 0-16,-1 1 0 0,2 0-1 15,-3 1 0 1,0-1-2-16,0 2 2 0,-1-2 1 16,1 1-1-16,0 0 0 15,2 1 1-15,1-1 0 16,1 0 0-16,-1 2-1 15,0 0-1-15,0-1 1 16,-1 1 0-16,1-1 0 16,0-1 0-16,2 0 0 15,0-1 1-15,2-1 0 16,0 1-1-16,1-1-1 16,-2-1 0-16,0 0 1 0,-2 0 0 15,1 1 0-15,-1 2 1 16,1-2 0-16,-2 0 0 15,0 0 0-15,0 2-1 16,-2-2 0-16,0 1-1 16,-1-1 0-16,-1-1 0 15,2 1 1-15,-1-1 0 16,2-2 6-16,-2 3-5 16,2-1-1-16,0-1-1 15,-1 1 0-15,-1 0 0 16,0 0 0-16,1-2 1 15,-1-1 6-15,2 0-5 16,-2-2 0-16,1 0 0 16,0-3 0-16,0 1 5 15,-2-1-6-15,0-1 6 0,-3-1-5 16,0 0 0-16,-1-1 0 16,-1 0 7-16,1-1-7 15,-1 0 5-15,0-1 0 16,-2-1-5-16,0 0-1 15,-1 0 1-15,-2 0 5 16,-2-2-5-16,-2-1 0 16,-2 0 6-16,-6-1-1 15,-5 4-5-15,3-8-1 16,4-10 1-16,4-5 0 16,2-12 1-16,-5-1-2 15,-5 2-1-15,-1-3 1 16,-2 1 0-16,-2 1 1 0,-5 1 8 15,-1-1-3 1,-3-2 0-16,-3-2-5 0,-2-5 0 16,0-4 5-16,0-4-5 15,-1-3 0-15,1 0 5 16,1 1 6-16,0 2-12 16,0 2-6-16,-1 0 6 15,-3 2 1-15,-3-2-1 16,-1 1 1-16,-3 1 8 15,-1-1-7-15,0-5-1 16,1-1-1-16,-1-2 0 16,1-1 0-16,1 0 1 15,-1 4 5-15,1 1-6 0,0 0 1 16,-1 1-1 0,-1 1 0-16,-1 0 1 0,2 1-1 15,-2 3 6-15,2 2-5 16,-1 0-1-16,0-1 0 15,2-1-1-15,0-1 1 16,0 1 0-16,0 1 1 16,-3 2-1-16,0 0 9 15,-1 1-9-15,0-3 0 16,0 3-1-16,-3-2 1 16,-2 1 0-16,-2 3 0 15,0 2 8-15,-5 1-2 0,-1 0-6 16,-3 2 0-1,-3-2 0-15,-3-1 0 0,-3-1 0 16,-1 0 0-16,-3 2 2 16,-3 2-1-16,-1 0 8 15,-3 1-2-15,-2 3-7 16,-2 2-1-16,-2 0 1 16,-1 0 1-16,-2 2-1 15,-2 3 1-15,0 3 5 16,-1 4-5-16,-1 1-1 15,-1 3 1-15,-1 1 7 16,-2 2-8-16,-2 3-6 16,-1 2 5-16,-2 3 1 15,0 4 0-15,-1 1 0 16,0 3 1-16,2 4-1 0,-1 0 0 16,1 3 0-16,1 1 0 15,2 3 0-15,1 1 0 16,1 2 0-16,-1 0 0 15,-1 0 0-15,-3 2 1 16,-1 2-1-16,-3 2 0 16,-2 2 0-16,-1 0 0 15,-2 1-1-15,-2 0 0 16,0 1 1-16,-1-1 0 16,-2 1 1-16,1 0 1 15,-2-2-2-15,1-2-1 16,-1 1 1-16,0-3-1 15,0 1 1-15,-1-2 1 16,2 1 5-16,-2-3-6 16,1 0-1-16,0 0 0 0,0-1 0 15,0 0 0-15,-1 0 1 16,3-2 0-16,0-3 0 16,1 2 0-16,1-4 0 15,0 1-1-15,3 0 1 16,-2-2 0-16,2 1 0 15,-1-2 0-15,1 1 0 16,0 1 1-16,2-1-1 16,1 2-1-16,1-1 1 15,0 0 0-15,0 0 0 16,3 0 0-16,0-1 0 16,2 0 0-16,0-2 1 0,2 0 0 15,1-1-1-15,3 1 0 16,0 0 0-16,1 1-1 15,1 1 1-15,0 1 0 16,3 0 0-16,2-1 0 16,2 1 1-16,1-1-1 15,6 2 1-15,6 0 1 16,5 2-2-16,2-2-1 16,-3 0 1-16,-3-1-1 15,-4-2 1-15,2 1-1 16,1-2 2-16,0 1-1 15,2 0 0-15,-2 1 0 16,2-1 0-16,-1-1 0 16,1 0 6-16,-1 0-6 0,-1-2 0 15,0 0 0-15,-2-1 1 16,0 1 0-16,0-1-1 16,1 3-1-16,0-2 1 15,2 2-1-15,1 1 1 16,0-1 0-16,1-1-1 15,1 0 0-15,1 0 0 16,1 1 0-16,3 1-1 16,1 1-8-16,3 1-14 15,3 1-12-15,2 1 23 16,3 2 0-16,2 0-7 16,3 2 5-16,2 1-10 0,-1 0 1 15,1 0-10 1,0 0-4-16,0 0-13 0,3 0-18 15,5 6-27-15,-2-4-572 0</inkml:trace>
  <inkml:trace contextRef="#ctx0" brushRef="#br0" timeOffset="49733.9153">12615 3139 1602 0,'0'0'779'16,"0"0"-739"-16,0 0-40 15,0 0 0-15,0 0 0 16,0 0-119-16,0 0-178 16,-5 24-396-16</inkml:trace>
  <inkml:trace contextRef="#ctx0" brushRef="#br0" timeOffset="51894.6856">13325 2402 727 0,'0'0'172'0,"0"0"13"0,0 0-20 16,0 0-41 0,-41 8-29-16,23 3-30 0,-5 3 2 15,-4 4 4-15,-2 4-21 16,-1 2 0-16,-1 3 4 16,1 1-18-16,-2 5 10 15,0 8-4-15,2 7 15 16,4 4-13-16,7-3-6 15,5-3-4-15,5-4-4 16,1 2-10-16,4 2-1 16,0 0-4-16,1 0-7 15,1 0-8-15,1-1 1 0,-1-1 6 16,1 1-6 0,-1 0 1-16,0 0 10 0,0 0-11 15,-1 1 5-15,-1 3-5 16,-1 3 0-16,-3 0 17 15,-1 0-3-15,-3 0 5 16,-4 1 0-16,0 1 5 16,-2 2 3-16,0 3-4 15,-2 3-2-15,0 1-12 16,0 3-1-16,-1 1 3 16,0 1 0-16,0 0 1 15,0 1-2-15,0 2-1 16,1 4 5-16,-1-2-15 15,-1 2 1-15,0-1 5 16,1-3-5-16,-1 2 5 0,1 2 0 16,-1 3 7-16,0-2-6 15,-1 1-6-15,1 0 0 16,-3-2 7-16,0 0 3 16,0 0 1-16,0 1-2 15,-2-1-2-15,1-1 2 16,-2-2-9-16,2-4 0 15,-1 0 6-15,0 0 2 16,0 1 3-16,-2-2-12 16,1 0 1-16,0-3-1 15,-2-2 1-15,0-2 11 0,-1-2-6 16,-1-1 2 0,0-2 4-16,0 0-12 0,1-1 1 15,-1 0 5-15,0-3-4 16,0-2-1-16,0-1 9 15,1-2-2-15,0-2-8 16,2-1 1-16,1-2 4 16,1-1-5-16,-1-1-1 15,1 1-1-15,0-2 2 16,3-5-1-16,3-7 0 16,1-5 1-16,2-1 0 15,-5 3 0-15,-2 4 1 16,-3 4 0-16,0-2 9 15,0 1-9-15,2-1 0 16,-1-2 1-16,0-1-1 0,2-3-1 16,-2-1 1-1,1-1-1-15,0-2-6 0,0-2 6 16,1-2-1-16,-1-2 1 16,1-1 0-16,-2-1 0 15,1 1 0-15,-4 0 0 16,-6 2 1-16,-10 3 0 15,-8 1 0-15,-1 1 0 16,2-2 7-16,6-2-7 16,2 0-1-16,-1-1 1 15,-1 1-1-15,1 0 0 16,2-1-1-16,-1 0 1 0,1 1 0 16,-1-1 0-16,2-2 0 15,6 0 8-15,7-3-8 16,7-3 0-16,3-1 0 15,-2 0 1-15,1-1 0 16,-1 0 5-16,8-2-5 16,2-2 0-16,5 0 17 15,4 0 4-15,1-2-8 16,1-1-4-16,0 1-2 16,1 1-2-16,0 1-5 15,0-2 0-15,0 2-1 16,0 0 1-16,0 0-1 15,0 0-6-15,0 0 5 16,0 0 1-16,0 0-1 16,0 0 1-16,0 0-2 0,0 0-5 15,0 0 5-15,0 0-5 16,0 0 1-16,0 0-15 16,0 0-9-16,0 0 9 15,0 0 9-15,0 0 12 16,0-2 0-16,0 0 2 15,0 1-1-15,0 0 11 16,0 0-11-16,0 1 5 16,0 0 2-16,0 1-7 15,0 7 5-15,0 2 0 16,0 5 12-16,2 0-5 16,0 0-7-16,-1 0 0 15,1-4-6-15,-1-1 0 0,-1-5 0 16,1-2 0-16,-1-3 1 15,0 0 7-15,0-4 7 16,-1-10-3-16,-4-10-11 16,-1-4 7-16,-1-3-8 15,4-1-1-15,2 6 1 16,1 0 0-16,0 7 1 16,0 5 17-16,4 6-4 15,1 4-7-15,2 3-6 16,1 1-1-16,3 3 2 15,3 5 2-15,1 3-4 16,0 0 0-16,-1 0-1 0,0 0 0 16,1-1-1-16,-1-1-108 15,0-4-151-15,-1-2-436 16,-5-3-372-16</inkml:trace>
  <inkml:trace contextRef="#ctx0" brushRef="#br0" timeOffset="52405.6415">9984 7885 833 0,'0'0'241'0,"0"0"-48"16,0 0 2 0,0 0-26-16,0 0 19 0,0 0-50 15,0 0-27-15,7 4 37 16,-1 4-45-16,1 4-24 15,2-1-39-15,0 1-6 16,1 0-3-16,0-1-15 16,3-1-14-16,-1-2 9 15,0-3-11-15,-1-2-43 16,1-3-132-16,-3 0-202 16,-3-1-409-16</inkml:trace>
  <inkml:trace contextRef="#ctx0" brushRef="#br0" timeOffset="91524.8967">15750 1826 1827 0,'0'0'340'16,"0"0"-202"-16,0 0-23 16,0 0-29-16,0 0 11 15,0 0-33-15,10 0-12 16,-1 0-22-16,6 0-10 15,8 0-14-15,10-2-5 16,11-2 9-16,9-4-8 16,-5 0-1-16,-11 1-1 15,-14 3-39-15,-12 0-76 0,-5 0-128 16,-3 1-294-16,-3-1-176 16</inkml:trace>
  <inkml:trace contextRef="#ctx0" brushRef="#br0" timeOffset="91910.3633">15777 1697 1964 0,'0'0'238'0,"0"0"-167"15,0 0 34-15,0 0 45 16,0 0-80-16,0 0-39 16,0 0-18-16,-17-8-4 15,1 24-7-15,-4 6 4 16,0 2 6-16,2 1-5 16,3 0 18-16,5-2-11 15,4-1 1-15,3-3 6 16,3-2-5-16,0-1 5 15,7-4-15-15,2-1 6 16,2-2-5-16,4-2 2 16,1-2-7-16,1-3-1 0,2-1 5 15,0-1-6-15,-3 0-10 16,1-5-142-16,-5 0-181 16,-3-2-475-16</inkml:trace>
  <inkml:trace contextRef="#ctx0" brushRef="#br0" timeOffset="92077.1341">15955 1977 1896 0,'0'0'267'16,"0"0"-149"-16,0 0 32 16,0 0 31-16,0 0-69 15,0 0-72-15,0 0-40 0,1 0-36 16,2-7-309-1,2-4-1224-15</inkml:trace>
  <inkml:trace contextRef="#ctx0" brushRef="#br0" timeOffset="93361.5282">16506 1701 1508 0,'0'0'588'0,"0"0"-521"15,0 0-42-15,0 0 9 16,0 0 0-16,0 0-16 16,-7 14-10-16,3 7 8 15,-3 7 67-15,0 10-28 16,-1 5 10-16,-1 10 5 15,1-7-15-15,2-11-22 16,5-9-33-16,1-16-232 16,0-3-599-16</inkml:trace>
  <inkml:trace contextRef="#ctx0" brushRef="#br0" timeOffset="93689.3399">16638 1711 1898 0,'0'0'249'16,"0"0"-132"-16,0 0-65 16,0 0-20-16,0 0-5 15,-30 44 0-15,17-19 30 16,2 3 1-16,2-1 11 16,3-3-25-16,5-3-12 15,1-6 9-15,0-5-20 16,3-5-10-16,2-5-10 15,2 0 8-15,1-10-7 0,2-7-1 16,1-6 5 0,-1-4-5-16,-2-2 1 0,-3 1-2 15,-4 2-34-15,-1 6-39 16,-1 5-5-16,-9 9 20 16,-1 3-10-16,-1 3-92 15,1 6-161-15,4 3-211 16,4-1-667-16</inkml:trace>
  <inkml:trace contextRef="#ctx0" brushRef="#br0" timeOffset="94040.7264">16785 1694 1724 0,'0'0'261'0,"0"0"-44"0,0 0-128 15,0 0-64-15,0 0 0 16,-2 36 6-16,-7-16 26 16,-4 2-8-16,-5 2 1 15,-2 1-8-15,-1-3-32 16,3-2-9-16,4-7 5 16,5-4-5-16,6-8 7 15,3-1 27-15,0-8 21 16,6-4-19-16,2-1-19 15,2 0-9-15,2 2-8 16,-2 4 0-16,1 2 5 16,1 4-6-16,0 1 0 15,-1 0 0-15,1 5 1 0,-1 2-1 16,-1 0-9-16,-1 4-114 16,-2-3-450-16,-2-4-744 0</inkml:trace>
  <inkml:trace contextRef="#ctx0" brushRef="#br0" timeOffset="94431.7858">16920 1670 1687 0,'0'0'535'0,"0"0"-426"15,0 0-51-15,0 0-27 16,0 0-18-16,0 0-13 0,0 0 0 15,-9 22 13-15,6-5 22 16,0 4 10-16,1 1 1 16,2 0 3-16,0-1-21 15,1-4-13-15,4-5-15 16,0-5-4-16,-1-5 4 16,1-2 0-16,2-5 7 15,1-8-5-15,2-4-1 16,1-2 7-16,0-2 11 15,0 3-7-15,-4 4-12 16,0 5 0-16,-4 3 0 16,-3 6 0-16,0 0 0 15,0 4-2-15,0 9-8 16,0 4 10-16,0 4 6 16,0 2-4-16,0 2-2 0,0 10 0 15,0-9-206-15,0-5-1084 16</inkml:trace>
  <inkml:trace contextRef="#ctx0" brushRef="#br0" timeOffset="94643.7119">17287 1641 1805 0,'0'0'309'0,"0"0"-188"15,0 0-48-15,0 0-26 0,0 0-37 16,0 0-9-16,0 0 23 15,-12 47 35-15,7-22 9 16,-3 5 10-16,0-1-2 16,-3 0-33-16,0-1-42 15,-2-4-1-15,1-9-272 16,2-7-712-16</inkml:trace>
  <inkml:trace contextRef="#ctx0" brushRef="#br0" timeOffset="94846.1421">17156 1662 1083 0,'0'0'915'15,"0"0"-706"-15,0 0-112 16,0 0-49-16,0 0-22 0,0 0 23 16,0 0 18-16,35 50-12 15,-21-27-4-15,1 0-13 16,1-1-18-16,0 1-11 15,3-3-9-15,-4-8-123 16,-3-7-660-16</inkml:trace>
  <inkml:trace contextRef="#ctx0" brushRef="#br0" timeOffset="95056.9441">17434 1647 1962 0,'0'0'273'16,"0"0"-159"-16,0 0-66 16,0 0-13-16,0 0 20 0,0 50 6 15,2-29 3-15,0 3-13 16,0-2-11-16,1 2-18 16,0-4-22-16,5-5-9 15,-2-6-229-15,2-7-463 0</inkml:trace>
  <inkml:trace contextRef="#ctx0" brushRef="#br0" timeOffset="95347.4512">17563 1644 1279 0,'0'0'491'0,"0"0"23"0,0 0-409 16,0 0-51-16,0 0-38 15,0 0 0-15,0 0 12 16,-39 48 14-16,31-25 1 15,5 0 15-15,3-3 0 16,0-4-13-16,5-4-16 16,4-5-10-16,0-4 0 15,1-3 10-15,1 0-7 16,-2-8-4-16,-2-2-8 16,-1-4-9-16,-2-2-1 15,-3-2-28-15,-1 1-41 16,-3 1-4-16,-6 2 14 0,-4 3-22 15,0 4-11 1,2 3-101-16,5 2-569 0</inkml:trace>
  <inkml:trace contextRef="#ctx0" brushRef="#br0" timeOffset="95731.0664">17761 1646 1913 0,'0'0'241'0,"0"0"-156"16,0 0-21-16,0 0-21 15,0 0-15-15,0 0-12 16,0 0-14-16,-25 13 21 16,17 5 35-16,-2 3-1 0,-3 2-17 15,-2 1-3-15,-2 1-6 16,-1-1-1-16,3-4 0 15,3-4-11-15,4-7-10 16,4-7-1-16,4-2 19 16,0-6-1-16,8-6-25 15,3-2 5-15,2 0-4 16,0 2-2-16,-1 3 0 16,-1 5 0-16,-1 2 0 15,2 2 0-15,0 0 0 16,3 3 0-16,2 5 0 15,-2-2 0-15,-1 1-8 0,1-2-65 16,-4-1-493-16,-3-4-1157 16</inkml:trace>
  <inkml:trace contextRef="#ctx0" brushRef="#br0" timeOffset="96113.9041">17928 1529 1440 0,'0'0'193'16,"0"0"-115"-16,0 0-10 16,0 0-15-16,0 0-31 15,0 0-5-15,-3 38 58 16,3-12 8-16,0 3 23 0,4 1 38 16,3 1-24-16,3-3-31 15,1-4-27-15,-1-7-26 16,-1-6-20-16,0-6-2 15,-1-5 5-15,1 0 2 16,0-11-9-16,2-4-5 16,2-6-1-16,0 0-6 15,0-2-21-15,-2 5-14 16,-4 6 10-16,-3 5 7 16,-2 6 12-16,-2 1 5 15,1 7-40-15,0 8 16 16,2 5 25-16,1 7 18 15,0 2 19-15,-2 2-7 16,-2 1-30-16,-19 8-39 16,-2-8-596-16,-5-8-935 0</inkml:trace>
  <inkml:trace contextRef="#ctx0" brushRef="#br0" timeOffset="96369.0586">17159 2091 2371 0,'0'0'272'15,"0"0"-145"-15,0 0-11 16,0 0 43-16,86-8-62 16,-8-2-42-16,13-2-22 15,0-1-12-15,-10 1-12 16,-16 2-7-16,-8-1-1 15,-13 3-1-15,-13 1-6 0,-13 1-18 16,-9 3-45-16,-9-1-198 16,0 1-259-16,-11-1-727 0</inkml:trace>
  <inkml:trace contextRef="#ctx0" brushRef="#br0" timeOffset="96557.9798">17199 2157 2136 0,'0'0'281'0,"0"0"-145"16,0 0 112-16,72 17 81 15,-2-17-185-15,14 0-90 0,6 0-2 16,-6-4-25-16,-15 0-14 16,-10 0-13-16,-16 0-33 15,-16 0-444-15,-19 1-1781 0</inkml:trace>
  <inkml:trace contextRef="#ctx0" brushRef="#br0" timeOffset="103488.9897">8114 7999 1603 0,'0'0'221'0,"0"0"-142"0,0 0-19 15,0 0 54-15,0 0 8 16,-15-25-58-16,21 14-36 16,5-2-13-16,3-2-2 15,3 0-12-15,0-1 6 16,2 0-6-16,-2 1 0 0,-1 2-1 15,-2-1-48 1,-4 2-101-16,-5-1-118 0,-2 3-84 16,-3 2-444-16</inkml:trace>
  <inkml:trace contextRef="#ctx0" brushRef="#br0" timeOffset="103711.6027">8138 7799 605 0,'0'0'795'0,"0"0"-616"16,0 0-42-16,0 0-60 16,0 0-29-16,0 0 12 15,45-13 28-15,-16 8-15 0,3 2-24 16,-1 2-36-16,-4 1-4 16,-4 5-8-16,-6 7 0 15,-8 3 0-15,-4 6-1 16,-5 3-41-16,-8 13-116 15,-5-6-122-15,-1-5-352 0</inkml:trace>
  <inkml:trace contextRef="#ctx0" brushRef="#br0" timeOffset="107955.1777">16225 2122 1114 0,'0'0'167'16,"0"0"-51"-16,0 0 52 16,0 0 7-16,0 0-4 15,0 0-48-15,0 0-32 16,9 0-7-16,5-1-28 16,6 0-26-16,11 1-5 0,11-1-3 15,13-1-8 1,6 1-4-16,0 1-9 0,-4 0 0 15,-5 0 7-15,-5 1-8 16,-3 1 1-16,-7 0 0 16,-9 0 5-16,-6 0 3 15,-1-1-8-15,5 0 1 16,2 0-1-16,5 1 6 16,0-2-6-16,2 1 0 15,-1-1 1-15,5 0 5 16,7 0-5-16,-5 0 4 15,-5-1-5-15,-4-1 0 16,-6-1 5-16,3 0-5 16,5 0-1-16,0-1 2 15,-2-1-2-15,0 2 1 16,-2-2 1-16,-1 2-1 0,-1-1 0 16,-1 1 0-16,-1-1-1 15,2 1 0-15,1-2 1 16,2 2-1-16,1-2 0 15,2 0 0-15,0 1 0 16,2-1 0-16,-4 0 0 16,0 0-1-16,0-1 0 15,-1 0-11-15,1 0 6 16,1-2 5-16,0-1-8 16,0-2-3-16,-1 0 0 15,-1-1 0-15,-1-2-13 16,0-1 9-16,0 0 15 0,-1 0 0 15,0-1-37 1,-2 2-29-16,-1-1-1 0,0 2 2 16,-1 0 29-16,-3-1-8 15,1 1-16-15,-1-1 3 16,-1 0 28-16,-3 0 24 16,0 0 6-16,-2-1 1 15,-2-2-1-15,-2 0 0 16,-1-2-40-16,-2 0 14 15,-3-1 10-15,-4 1 4 16,-1-1 11-16,-1 1 1 16,0 0 0-16,-3 1 1 15,-4 0-1-15,-5 0-194 0,-2-1-115 16,-5 0-179 0,-6-3 281-16,-3 0 70 0,-3-1 0 15,-3 1 120-15,0 0 15 16,-1 2-21-16,1 3-79 15</inkml:trace>
  <inkml:trace contextRef="#ctx0" brushRef="#br0" timeOffset="108624.0504">17554 1206 22 0,'-48'-1'14'0,"-2"0"8"0,-1 1-15 16,0 0 250-16,-1 0-257 16,-1 0-71-16,0 2 2 15,0 2 69-15,2-1 58 16,3 3-44-16,0 0 5 16,4 1 20-16,8 1-9 15,8 0 5-15,6-2 8 16,1 2-10-16,-4 3-5 15,-3 0-8-15,-4 5 43 16,1 0 77-16,0 1-131 16,1 2-2-16,2-1 2 0,3 1 38 15,1 0 0 1,2 0 13-16,2 1 8 0,0-1-9 16,0 1 11-16,1-1 18 15,0 0-4-15,0 2 0 16,0-2-11-16,1 2-11 15,2-1-7-15,1 1 19 16,2 1 55-16,0 1-59 16,3 1-37-16,2 1 23 15,2 2 42-15,2 2 14 16,2 0-31-16,2-1 31 16,0-1-48-16,0-1 1 15,4-2-22-15,2-2 1 16,1-1 0-16,-1-3-6 15,1-2-12-15,1-4-9 0,0-3 4 16,-1-1 9 0,2-3 0-16,1-1-8 0,2 0-7 15,2-3 5-15,3 1-14 16,1-1 8-16,3 0-6 16,0-1-7-16,0 0 5 15,-2 0-5-15,-1 0 0 16,-3 0 0-16,-3 0-1 15,-4 0-1-15,-2 0-32 16,-2 0-7-16,-3 0-3 16,-5 0-11-16,-4 2-257 15,-6 0-618-15</inkml:trace>
  <inkml:trace contextRef="#ctx0" brushRef="#br0" timeOffset="108798.697">16398 2166 2004 0,'0'0'289'16,"0"0"-212"-16,0 0-52 15,0 0 46-15,0 0 24 16,0 0-60-16,0 0-32 16,-18 13-3-16,0-3-229 15,-5-2-602-15</inkml:trace>
  <inkml:trace contextRef="#ctx0" brushRef="#br0" timeOffset="140873.5381">17864 3318 970 0,'0'0'0'0,"0"0"-135"0,-1-40 135 16,-1 32 118-16,0 8 14 16,-2 11-61-16,-3 25-32 15,-2 19 110-15,-1 13 88 16,0 1 28-16,4-4-56 15,3-10-32-15,3-11-4 16,0-12-42-16,6-14-85 0,12-8-46 16,-2-4-302-16,0-6-493 15</inkml:trace>
  <inkml:trace contextRef="#ctx0" brushRef="#br0" timeOffset="141207.0993">18120 3275 848 0,'0'0'399'0,"0"0"-221"0,0 0-113 16,0 0-41-16,-59 50 18 15,35-25 20-15,0 3 54 16,-1 1-24-16,4-2 17 16,4-1-9-16,4-6-13 15,6-5-31-15,4-5-18 0,3-8-11 16,1-2-1-16,9-10 16 15,4-7-14-15,5-5-12 16,1 0-6-16,0 2-10 16,-1 4-13-16,-3 7 6 15,-4 6-2-15,-2 3-9 16,1 7 8-16,-2 6 9 16,0 4 1-16,0 2 0 15,0 1 1-15,-2 0 6 16,-1 0-7-16,0-3-46 15,-1-4-493-15,-2-7-574 0</inkml:trace>
  <inkml:trace contextRef="#ctx0" brushRef="#br0" timeOffset="141627.0116">18205 3323 935 0,'0'0'227'0,"0"0"41"16,0 0-183-16,0 0-5 15,0 0-22-15,0 0-16 16,0 39-10-16,4-31-4 16,3-1-13-16,0-5 5 15,2-2 31-15,-2 0 84 16,1-6-40-16,0-4-33 16,-1-3-25-16,0-1-21 15,-1 2-10-15,-1 2-6 0,-3 4-13 16,-1 5 13-1,0 1-17-15,-1 13-42 0,2 15 59 16,0 18 40-16,-2 19 64 16,0 8-35-16,0-2 47 15,-11-8 16-15,-1-16-34 16,-1-9-17-16,2-12-4 16,2-10-9-16,1-5-27 15,-1-3-17-15,-2-3-4 16,-1-5-7-16,1-2 13 15,0-20 17-15,4-14-43 16,7-13-24-16,1-5-96 0,15 3-81 16,5 6-76-16,-5 17-263 15,-1 7-321-15</inkml:trace>
  <inkml:trace contextRef="#ctx0" brushRef="#br0" timeOffset="142115.4723">18424 3393 1084 0,'0'0'252'0,"0"0"-92"15,0 0-76-15,0 0-27 16,0 0-19-16,0 0-19 16,0 0-9-16,-7 32-1 15,10-30 2-15,3-2 2 16,2 0-2-16,3-7 8 0,0-3 26 15,0-3 27-15,-1-1-37 16,-3 3-25-16,-1 1-9 16,-4 4 0-16,-2 4 17 15,0 2-5-15,-6 2-12 16,-6 9-1-16,-3 5 8 16,-3 5 50-16,1 3 11 15,3 4 5-15,4-1 23 16,6-1-21-16,4-3-39 15,0-4-14-15,7-5 20 16,3-7-8-16,6-5-6 16,3-2-6-16,3-8-1 15,4-3-12-15,-1-2-1 0,-3 1-8 16,-4 3-1-16,-6 2-1 16,-4 4-8-16,-4 3 8 15,0 0-10-15,-1 3-3 16,0 5 13-16,1 4 1 15,1 0 0-15,-1 2 1 16,-1 0-1-16,-2-3-24 16,-1-2-353-16,0-4-480 0</inkml:trace>
  <inkml:trace contextRef="#ctx0" brushRef="#br0" timeOffset="142262.2343">18672 3464 1631 0,'0'0'226'0,"0"0"-32"16,52-21-108-16,-22 14-51 16,3 2-25-16,12 0-10 15,-12 1-219-15,-5 0-702 0</inkml:trace>
  <inkml:trace contextRef="#ctx0" brushRef="#br0" timeOffset="142456.7415">18954 3190 1177 0,'0'0'89'0,"0"0"-26"16,0 0 7-16,0 0 8 0,0 0-40 15,-41 23 45-15,33 17 67 16,4 15 141-16,4 10-67 16,3 6-136-16,5 2-10 15,-1-3 56-15,-4 4-45 16,-3-2-40-16,0-18-49 15,-7-11-966-15</inkml:trace>
  <inkml:trace contextRef="#ctx0" brushRef="#br0" timeOffset="143011.0371">16808 6868 1832 0,'0'0'287'0,"0"0"-7"16,0-44 21-16,0 34 6 16,0 2-80-16,0 6-92 15,0 2-66-15,0 12-51 16,4 19-11-16,4 15 5 15,2 4 23-15,-1 0-14 16,0-13-8-16,-1-11-11 0,-2-7-2 16,1-4-12-16,5-4-116 15,-1-3-381-15,0-7-438 16</inkml:trace>
  <inkml:trace contextRef="#ctx0" brushRef="#br0" timeOffset="143339.5606">17005 6782 1949 0,'0'0'292'0,"0"0"-24"16,0 0-71-16,0 0-103 15,0 0-55-15,-34 34 3 0,21-9 43 16,1 3-24 0,1 0-27-16,4-3-13 0,2-1-12 15,4-7-1-15,1-7-8 16,1-6 0-16,8-4 0 15,2-9 7-15,4-6-1 16,2-2-6-16,-1-1 1 16,-2 2-1-16,0 5 0 15,-3 3 0-15,-1 5 0 16,0 3 6-16,0 0-6 16,1 5 1-16,0 6 0 15,1 2-1-15,-2-1 1 16,1 1-2-16,0-3-113 15,1-7-192-15,-3-3-409 16,-3 0-729-16</inkml:trace>
  <inkml:trace contextRef="#ctx0" brushRef="#br0" timeOffset="143754.9239">17143 6714 1618 0,'0'0'278'15,"0"0"-85"-15,0 0 85 16,0 0-98-16,0 0-87 15,0 0-66-15,0 0-16 16,-5-5-10-16,13 12 1 16,2 0 4-16,-2-2-5 15,0-1 0-15,-3-2 1 16,0-2 0-16,-2 0 16 16,-2-2 32-16,2-3 3 15,-2 1 55-15,0 2 10 0,0 2-52 16,0 0-33-16,1 11-20 15,2 13-1-15,4 16 36 16,5 17 14-16,-1 7-4 16,-1 0 5-16,-6-5-24 15,-5-7-11-15,-7-3-11 16,-5-11-10-16,2-11-1 16,0-11-5-16,0-9 1 15,0-4-1-15,-2-3 0 16,0-18 8-16,1-21-9 15,6-16-14-15,4-6-35 0,3 6-22 16,8 14-29-16,3 14-84 16,9 0-103-16,-4 10-211 15,0 1-224-15</inkml:trace>
  <inkml:trace contextRef="#ctx0" brushRef="#br0" timeOffset="144273.4639">17423 6746 1410 0,'0'0'230'0,"0"0"61"16,0 0-76-16,0 0-92 15,0 0-80-15,0 0-32 16,0 0-9-16,0-5-2 0,2 4 1 16,1-1 5-1,1-1 6-15,3-4-10 0,0-2 4 16,2-4-5-1,-1-2 5-15,0 0-3 0,-3 1 6 16,-1 3 64-16,-4 4 53 16,0 4 14-16,0 3-3 15,-6 1-53-15,-5 12-56 16,-5 6-13-16,0 3 12 16,-1 5 8-16,4 0 0 15,5 0-3-15,4 0-7 16,4-4-10-16,1-3-9 15,8-5-4-15,3-6 7 16,1-5-9-16,3-4 2 16,0-10-1-16,0-4 8 0,-2-4-8 15,-1 0 5-15,-3 1-5 16,-2 4 0-16,-2 2 0 16,-3 6 1-16,-1 3 4 15,-1 2-6-15,1 2 1 16,0 6 1-16,3 6 4 15,0 2 9-15,2 1-5 16,-1 1 1-16,1-1-10 16,-1-3 0-16,1-1-1 15,2-4-116-15,4-9-201 16,-2 0-379-16,0-3-736 0</inkml:trace>
  <inkml:trace contextRef="#ctx0" brushRef="#br0" timeOffset="144407.8452">17664 6771 1967 0,'0'0'275'16,"0"0"-168"-16,0 0-55 15,0 0-52-15,0 0-26 16,54-22-98-16,-32 18-248 16,-3-1-623-16</inkml:trace>
  <inkml:trace contextRef="#ctx0" brushRef="#br0" timeOffset="144699.0063">17832 6652 1854 0,'0'0'280'0,"0"0"-144"0,0 0 9 16,44-19 5-16,-28 18-47 15,-3 1-8-15,-3 6 26 16,-4 6-31-16,-5 6 14 15,-1 5 16-15,-6 1-16 16,-5 2-27-16,-2-2-21 16,2-1-16-16,3-6-17 15,5-4-11-15,3-7-11 16,9-5 0-16,19-4 10 16,20-21-2-16,20-19-9 15,11-14 0-15,4-13-76 0,-3-10-116 16,-24 19-381-16,-9 3-222 15</inkml:trace>
  <inkml:trace contextRef="#ctx0" brushRef="#br0" timeOffset="145448.7587">18051 4012 1570 0,'0'0'211'0,"0"0"-69"16,0 0 61-16,0 0-84 0,0 0-57 15,0 0 17 1,79 15 62-16,5-4-12 0,20-1-18 16,14-5 5-1,2-5-17-15,-5-4-22 0,2-7-24 16,0-5-25-16,-3-7-22 15,-5-7 0-15,-11-8 6 16,-13-7-1-16,-16-10-2 16,-16-10-9-16,-9-11 0 15,-5-12-24-15,-6-8-60 16,-6-3-83-16,-6 4-67 16,-11 11-89-16,-10 13-170 15,-4 9 108-15,-13 6-125 16,-6 5 210-16,3 14-32 15,1 8 7-15</inkml:trace>
  <inkml:trace contextRef="#ctx0" brushRef="#br0" timeOffset="145781.3412">17732 3147 517 0,'-63'82'234'0,"26"-3"62"16,17 2-1-16,13 4 13 15,7 0-39-15,15 1 4 0,8-3-58 16,7-9-19 0,5-9 20-16,6-10-63 0,4-7-5 15,3-10-63-15,2-8-14 16,1-8-12-16,-3-11-12 15,-1-9-14-15,-2-3-12 16,-2-12-6-16,-7-2-5 16,-6-2-9-16,-7 2-1 15,-4 0-18-15,1-2-37 16,3-10-167-16,-5 5-310 16,-6 2-264-16</inkml:trace>
  <inkml:trace contextRef="#ctx0" brushRef="#br0" timeOffset="145910.3803">18308 3940 948 0,'0'0'1054'15,"0"0"-933"-15,0 0-85 16,0 0-36-16,0 0-73 16,0 0-473-16</inkml:trace>
  <inkml:trace contextRef="#ctx0" brushRef="#br0" timeOffset="146847.414">17788 3137 967 0,'0'0'232'0,"0"0"-66"15,0 0 18-15,0 0 51 16,0 0-52-16,0 0-9 16,4-46-57-16,14 27-22 15,11-7-3-15,16-8-8 16,16-4-9-16,9 0-16 16,2 8-2-16,-2 6-3 15,-2 6-7-15,4 1-24 16,5 2-10-16,5 1-1 15,5 2-4-15,2 3-1 0,0 2-5 16,-2 3-2 0,-6 3 1-16,-8 1-1 0,-10 3 1 15,-8 3-1-15,-14 2 2 16,-9-1 8-16,-9 0 5 16,-4 1 2-16,3 2-5 15,3 3 6-15,1 4 4 16,-1 4 4-16,0 10-5 15,-1 11 5-15,-3 11 1 16,-9 6 5-16,-7-3-10 16,-5-6-2-16,-12-9-4 15,-2-7 1-15,-1-9-8 16,3-7 6-16,-1-3-3 16,-1 0 1-16,-3 1-1 15,-1 0-5-15,-1-3-6 0,2-5-1 16,0-2 0-1,-2-3-60-15,-8-4-171 0,4-7-313 16,3-3-397-16</inkml:trace>
  <inkml:trace contextRef="#ctx0" brushRef="#br0" timeOffset="167466.0194">18335 3943 1768 0,'0'0'249'0,"0"0"-142"16,0 0 13-16,0 0 19 16,0 0-28-16,0 0-38 15,-7-6-15-15,16 6-10 16,6 0-16-16,6 0 4 16,4 0 12-16,6 0-20 15,1 0-14-15,0 0-14 16,-2 0-15-16,-2 0-91 0,-4-1-122 15,-7-1-310-15,-9-1-185 16</inkml:trace>
  <inkml:trace contextRef="#ctx0" brushRef="#br0" timeOffset="167657.2716">18341 4051 1664 0,'0'0'207'15,"0"0"-174"-15,0 0 109 16,0 0 48-16,45 15-19 16,-3-12-71-16,15-3-47 15,5 0-26-15,-11 0-27 0,-7-5-46 16,-18 2-208-16,-8-1-395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2A50D-B12A-468F-8B2B-9E56E5B14782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F35EE-9D0D-47F4-B7C6-5E1A41D2A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06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F6FF1F-14BB-4594-8A1C-736B3C253A39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367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F6FF1F-14BB-4594-8A1C-736B3C253A39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596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F6FF1F-14BB-4594-8A1C-736B3C253A39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237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 smtClean="0">
                <a:solidFill>
                  <a:srgbClr val="1B1371"/>
                </a:solidFill>
                <a:latin typeface="Arial MT"/>
                <a:cs typeface="Arial MT"/>
              </a:rPr>
              <a:t>Overfitting</a:t>
            </a:r>
            <a:r>
              <a:rPr lang="en-IN" sz="1200" spc="-25" dirty="0" smtClean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lang="en-IN" sz="1200" dirty="0" smtClean="0">
                <a:solidFill>
                  <a:srgbClr val="1B1371"/>
                </a:solidFill>
                <a:latin typeface="Arial MT"/>
                <a:cs typeface="Arial MT"/>
              </a:rPr>
              <a:t>Reduction: </a:t>
            </a:r>
            <a:r>
              <a:rPr lang="en-US" dirty="0" smtClean="0"/>
              <a:t>By generalizing the data, the model is less likely to "memorize" specific pixel patterns that don't matter.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35EE-9D0D-47F4-B7C6-5E1A41D2AD3F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788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94" y="98552"/>
            <a:ext cx="3385185" cy="285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5747" y="189403"/>
            <a:ext cx="1702513" cy="271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2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116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7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 lIns="0" tIns="0" rIns="0" bIns="0"/>
          <a:lstStyle>
            <a:lvl1pPr>
              <a:defRPr sz="52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6006" algn="l" rtl="0"/>
            <a:r>
              <a:rPr lang="en-IN" b="1" smtClean="0">
                <a:latin typeface="Arial"/>
                <a:ea typeface="+mn-ea"/>
                <a:cs typeface="Arial"/>
              </a:rPr>
              <a:t>BITS</a:t>
            </a:r>
            <a:r>
              <a:rPr lang="en-IN" b="1" spc="-26" smtClean="0">
                <a:latin typeface="Arial"/>
                <a:ea typeface="+mn-ea"/>
                <a:cs typeface="Arial"/>
              </a:rPr>
              <a:t> </a:t>
            </a:r>
            <a:r>
              <a:rPr lang="en-IN" smtClean="0">
                <a:ea typeface="+mn-ea"/>
              </a:rPr>
              <a:t>Pilani,</a:t>
            </a:r>
            <a:r>
              <a:rPr lang="en-IN" spc="-17" smtClean="0">
                <a:ea typeface="+mn-ea"/>
              </a:rPr>
              <a:t> </a:t>
            </a:r>
            <a:r>
              <a:rPr lang="en-IN" smtClean="0">
                <a:ea typeface="+mn-ea"/>
              </a:rPr>
              <a:t>Pilani</a:t>
            </a:r>
            <a:r>
              <a:rPr lang="en-IN" spc="-14" smtClean="0">
                <a:ea typeface="+mn-ea"/>
              </a:rPr>
              <a:t> </a:t>
            </a:r>
            <a:r>
              <a:rPr lang="en-IN" spc="-5" smtClean="0">
                <a:ea typeface="+mn-ea"/>
              </a:rPr>
              <a:t>Campus</a:t>
            </a:r>
            <a:endParaRPr lang="en-IN" spc="-5" dirty="0"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rtl="0"/>
              <a:t>2/28/2026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3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rtl="0"/>
              <a:t>‹#›</a:t>
            </a:fld>
            <a:endParaRPr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17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 lIns="0" tIns="0" rIns="0" bIns="0"/>
          <a:lstStyle>
            <a:lvl1pPr>
              <a:defRPr sz="52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6006" algn="l" rtl="0"/>
            <a:r>
              <a:rPr lang="en-IN" b="1" smtClean="0">
                <a:latin typeface="Arial"/>
                <a:ea typeface="+mn-ea"/>
                <a:cs typeface="Arial"/>
              </a:rPr>
              <a:t>BITS</a:t>
            </a:r>
            <a:r>
              <a:rPr lang="en-IN" b="1" spc="-26" smtClean="0">
                <a:latin typeface="Arial"/>
                <a:ea typeface="+mn-ea"/>
                <a:cs typeface="Arial"/>
              </a:rPr>
              <a:t> </a:t>
            </a:r>
            <a:r>
              <a:rPr lang="en-IN" smtClean="0">
                <a:ea typeface="+mn-ea"/>
              </a:rPr>
              <a:t>Pilani,</a:t>
            </a:r>
            <a:r>
              <a:rPr lang="en-IN" spc="-17" smtClean="0">
                <a:ea typeface="+mn-ea"/>
              </a:rPr>
              <a:t> </a:t>
            </a:r>
            <a:r>
              <a:rPr lang="en-IN" smtClean="0">
                <a:ea typeface="+mn-ea"/>
              </a:rPr>
              <a:t>Pilani</a:t>
            </a:r>
            <a:r>
              <a:rPr lang="en-IN" spc="-14" smtClean="0">
                <a:ea typeface="+mn-ea"/>
              </a:rPr>
              <a:t> </a:t>
            </a:r>
            <a:r>
              <a:rPr lang="en-IN" spc="-5" smtClean="0">
                <a:ea typeface="+mn-ea"/>
              </a:rPr>
              <a:t>Campus</a:t>
            </a:r>
            <a:endParaRPr lang="en-IN" spc="-5" dirty="0">
              <a:ea typeface="+mn-ea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144145" y="731120"/>
            <a:ext cx="5429462" cy="21414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44146" y="0"/>
            <a:ext cx="5145905" cy="576862"/>
          </a:xfrm>
          <a:prstGeom prst="rect">
            <a:avLst/>
          </a:prstGeom>
        </p:spPr>
        <p:txBody>
          <a:bodyPr anchor="ctr"/>
          <a:lstStyle>
            <a:lvl1pPr algn="l">
              <a:defRPr sz="1702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84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747" y="170956"/>
            <a:ext cx="3103122" cy="290053"/>
          </a:xfrm>
          <a:prstGeom prst="rect">
            <a:avLst/>
          </a:prstGeom>
        </p:spPr>
        <p:txBody>
          <a:bodyPr lIns="0" tIns="0" rIns="0" bIns="0"/>
          <a:lstStyle>
            <a:lvl1pPr>
              <a:defRPr sz="1702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174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174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 lIns="0" tIns="0" rIns="0" bIns="0"/>
          <a:lstStyle>
            <a:lvl1pPr>
              <a:defRPr sz="52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6006" algn="l" rtl="0"/>
            <a:r>
              <a:rPr lang="en-IN" b="1" smtClean="0">
                <a:latin typeface="Arial"/>
                <a:ea typeface="+mn-ea"/>
                <a:cs typeface="Arial"/>
              </a:rPr>
              <a:t>BITS</a:t>
            </a:r>
            <a:r>
              <a:rPr lang="en-IN" b="1" spc="-26" smtClean="0">
                <a:latin typeface="Arial"/>
                <a:ea typeface="+mn-ea"/>
                <a:cs typeface="Arial"/>
              </a:rPr>
              <a:t> </a:t>
            </a:r>
            <a:r>
              <a:rPr lang="en-IN" smtClean="0">
                <a:ea typeface="+mn-ea"/>
              </a:rPr>
              <a:t>Pilani,</a:t>
            </a:r>
            <a:r>
              <a:rPr lang="en-IN" spc="-17" smtClean="0">
                <a:ea typeface="+mn-ea"/>
              </a:rPr>
              <a:t> </a:t>
            </a:r>
            <a:r>
              <a:rPr lang="en-IN" smtClean="0">
                <a:ea typeface="+mn-ea"/>
              </a:rPr>
              <a:t>Pilani</a:t>
            </a:r>
            <a:r>
              <a:rPr lang="en-IN" spc="-14" smtClean="0">
                <a:ea typeface="+mn-ea"/>
              </a:rPr>
              <a:t> </a:t>
            </a:r>
            <a:r>
              <a:rPr lang="en-IN" spc="-5" smtClean="0">
                <a:ea typeface="+mn-ea"/>
              </a:rPr>
              <a:t>Campus</a:t>
            </a:r>
            <a:endParaRPr lang="en-IN" spc="-5" dirty="0"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rtl="0"/>
              <a:t>2/28/2026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3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rtl="0"/>
              <a:t>‹#›</a:t>
            </a:fld>
            <a:endParaRPr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12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0205" y="0"/>
            <a:ext cx="1382831" cy="3280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834852" y="3100635"/>
            <a:ext cx="1468677" cy="21632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345354" y="3100635"/>
            <a:ext cx="1489498" cy="21632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4297443" y="3100635"/>
            <a:ext cx="1468677" cy="21632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1489499" y="612916"/>
            <a:ext cx="1468677" cy="21632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612916"/>
            <a:ext cx="1489498" cy="21632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2952090" y="612916"/>
            <a:ext cx="1468677" cy="21632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747" y="170956"/>
            <a:ext cx="3103122" cy="290053"/>
          </a:xfrm>
          <a:prstGeom prst="rect">
            <a:avLst/>
          </a:prstGeom>
        </p:spPr>
        <p:txBody>
          <a:bodyPr lIns="0" tIns="0" rIns="0" bIns="0"/>
          <a:lstStyle>
            <a:lvl1pPr>
              <a:defRPr sz="1702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 lIns="0" tIns="0" rIns="0" bIns="0"/>
          <a:lstStyle>
            <a:lvl1pPr>
              <a:defRPr sz="52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6006" algn="l" rtl="0"/>
            <a:r>
              <a:rPr lang="en-IN" b="1" smtClean="0">
                <a:latin typeface="Arial"/>
                <a:ea typeface="+mn-ea"/>
                <a:cs typeface="Arial"/>
              </a:rPr>
              <a:t>BITS</a:t>
            </a:r>
            <a:r>
              <a:rPr lang="en-IN" b="1" spc="-26" smtClean="0">
                <a:latin typeface="Arial"/>
                <a:ea typeface="+mn-ea"/>
                <a:cs typeface="Arial"/>
              </a:rPr>
              <a:t> </a:t>
            </a:r>
            <a:r>
              <a:rPr lang="en-IN" smtClean="0">
                <a:ea typeface="+mn-ea"/>
              </a:rPr>
              <a:t>Pilani,</a:t>
            </a:r>
            <a:r>
              <a:rPr lang="en-IN" spc="-17" smtClean="0">
                <a:ea typeface="+mn-ea"/>
              </a:rPr>
              <a:t> </a:t>
            </a:r>
            <a:r>
              <a:rPr lang="en-IN" smtClean="0">
                <a:ea typeface="+mn-ea"/>
              </a:rPr>
              <a:t>Pilani</a:t>
            </a:r>
            <a:r>
              <a:rPr lang="en-IN" spc="-14" smtClean="0">
                <a:ea typeface="+mn-ea"/>
              </a:rPr>
              <a:t> </a:t>
            </a:r>
            <a:r>
              <a:rPr lang="en-IN" spc="-5" smtClean="0">
                <a:ea typeface="+mn-ea"/>
              </a:rPr>
              <a:t>Campus</a:t>
            </a:r>
            <a:endParaRPr lang="en-IN" spc="-5" dirty="0"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rtl="0"/>
              <a:t>2/28/2026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3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rtl="0"/>
              <a:t>‹#›</a:t>
            </a:fld>
            <a:endParaRPr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77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65800" cy="32448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825837" y="2884311"/>
            <a:ext cx="1825837" cy="36054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0" y="2884311"/>
            <a:ext cx="1825837" cy="36054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3651673" y="2884311"/>
            <a:ext cx="1825837" cy="36054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48" y="1586371"/>
            <a:ext cx="1297305" cy="9366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 lIns="0" tIns="0" rIns="0" bIns="0"/>
          <a:lstStyle>
            <a:lvl1pPr>
              <a:defRPr sz="52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6006" algn="l" rtl="0"/>
            <a:r>
              <a:rPr lang="en-IN" b="1" smtClean="0">
                <a:latin typeface="Arial"/>
                <a:ea typeface="+mn-ea"/>
                <a:cs typeface="Arial"/>
              </a:rPr>
              <a:t>BITS</a:t>
            </a:r>
            <a:r>
              <a:rPr lang="en-IN" b="1" spc="-26" smtClean="0">
                <a:latin typeface="Arial"/>
                <a:ea typeface="+mn-ea"/>
                <a:cs typeface="Arial"/>
              </a:rPr>
              <a:t> </a:t>
            </a:r>
            <a:r>
              <a:rPr lang="en-IN" smtClean="0">
                <a:ea typeface="+mn-ea"/>
              </a:rPr>
              <a:t>Pilani,</a:t>
            </a:r>
            <a:r>
              <a:rPr lang="en-IN" spc="-17" smtClean="0">
                <a:ea typeface="+mn-ea"/>
              </a:rPr>
              <a:t> </a:t>
            </a:r>
            <a:r>
              <a:rPr lang="en-IN" smtClean="0">
                <a:ea typeface="+mn-ea"/>
              </a:rPr>
              <a:t>Pilani</a:t>
            </a:r>
            <a:r>
              <a:rPr lang="en-IN" spc="-14" smtClean="0">
                <a:ea typeface="+mn-ea"/>
              </a:rPr>
              <a:t> </a:t>
            </a:r>
            <a:r>
              <a:rPr lang="en-IN" spc="-5" smtClean="0">
                <a:ea typeface="+mn-ea"/>
              </a:rPr>
              <a:t>Campus</a:t>
            </a:r>
            <a:endParaRPr lang="en-IN" spc="-5" dirty="0">
              <a:ea typeface="+mn-ea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rtl="0"/>
              <a:t>2/28/2026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3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rtl="0"/>
              <a:t>‹#›</a:t>
            </a:fld>
            <a:endParaRPr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3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>
              <a:defRPr/>
            </a:pPr>
            <a:r>
              <a:rPr lang="en-US" altLang="en-US" sz="520" b="1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18497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0093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5988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8075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072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18057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2652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33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111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1592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0843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0038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690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67067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51629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6362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9227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008" cy="6009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4315" rtl="0">
              <a:defRPr/>
            </a:pPr>
            <a:endParaRPr lang="en-US" sz="479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2193" y="706809"/>
            <a:ext cx="5189220" cy="2141451"/>
          </a:xfrm>
          <a:prstGeom prst="rect">
            <a:avLst/>
          </a:prstGeom>
        </p:spPr>
        <p:txBody>
          <a:bodyPr/>
          <a:lstStyle>
            <a:lvl1pPr marL="91213" marR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638">
                <a:latin typeface="Arial" pitchFamily="34" charset="0"/>
                <a:cs typeface="Arial" pitchFamily="34" charset="0"/>
              </a:defRPr>
            </a:lvl1pPr>
            <a:lvl2pPr marL="197630" marR="0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426">
                <a:latin typeface="Arial" pitchFamily="34" charset="0"/>
                <a:cs typeface="Arial" pitchFamily="34" charset="0"/>
              </a:defRPr>
            </a:lvl2pPr>
          </a:lstStyle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638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66078" y="3121072"/>
            <a:ext cx="3699722" cy="13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324315" rtl="0">
              <a:defRPr/>
            </a:pPr>
            <a:r>
              <a:rPr lang="en-US" sz="293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293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314007" y="3099440"/>
            <a:ext cx="4451793" cy="23026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4180207" y="0"/>
            <a:ext cx="1382930" cy="327748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345353" y="3102961"/>
            <a:ext cx="4420447" cy="21632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12919"/>
            <a:ext cx="4420447" cy="21632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958"/>
              </a:lnSpc>
              <a:spcBef>
                <a:spcPts val="0"/>
              </a:spcBef>
              <a:buNone/>
              <a:defRPr sz="958" b="1" spc="-4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834852" y="3010992"/>
            <a:ext cx="576580" cy="4326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88290" y="3017710"/>
            <a:ext cx="1326134" cy="162243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420447" y="2886940"/>
            <a:ext cx="1345353" cy="172758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567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567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153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008" cy="6009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4315" rtl="0">
              <a:defRPr/>
            </a:pPr>
            <a:endParaRPr lang="en-US" sz="479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2193" y="706809"/>
            <a:ext cx="5189220" cy="2141451"/>
          </a:xfrm>
          <a:prstGeom prst="rect">
            <a:avLst/>
          </a:prstGeom>
        </p:spPr>
        <p:txBody>
          <a:bodyPr/>
          <a:lstStyle>
            <a:lvl1pPr marL="91213" marR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638">
                <a:latin typeface="Arial" pitchFamily="34" charset="0"/>
                <a:cs typeface="Arial" pitchFamily="34" charset="0"/>
              </a:defRPr>
            </a:lvl1pPr>
            <a:lvl2pPr marL="197630" marR="0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426">
                <a:latin typeface="Arial" pitchFamily="34" charset="0"/>
                <a:cs typeface="Arial" pitchFamily="34" charset="0"/>
              </a:defRPr>
            </a:lvl2pPr>
          </a:lstStyle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638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66078" y="3121072"/>
            <a:ext cx="3699722" cy="13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324315" rtl="0">
              <a:defRPr/>
            </a:pPr>
            <a:r>
              <a:rPr lang="en-US" sz="293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293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314007" y="3099440"/>
            <a:ext cx="4451793" cy="23026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4180207" y="0"/>
            <a:ext cx="1382930" cy="327748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345353" y="3102961"/>
            <a:ext cx="4420447" cy="21632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12919"/>
            <a:ext cx="4420447" cy="21632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958"/>
              </a:lnSpc>
              <a:spcBef>
                <a:spcPts val="0"/>
              </a:spcBef>
              <a:buNone/>
              <a:defRPr sz="958" b="1" spc="-4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834852" y="3010992"/>
            <a:ext cx="576580" cy="4326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88290" y="3017710"/>
            <a:ext cx="1326134" cy="162243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420447" y="2886940"/>
            <a:ext cx="1345353" cy="172758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567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567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761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008" cy="6009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4315" rtl="0">
              <a:defRPr/>
            </a:pPr>
            <a:endParaRPr lang="en-US" sz="479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2193" y="706809"/>
            <a:ext cx="5189220" cy="2141451"/>
          </a:xfrm>
          <a:prstGeom prst="rect">
            <a:avLst/>
          </a:prstGeom>
        </p:spPr>
        <p:txBody>
          <a:bodyPr/>
          <a:lstStyle>
            <a:lvl1pPr marL="91213" marR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638">
                <a:latin typeface="Arial" pitchFamily="34" charset="0"/>
                <a:cs typeface="Arial" pitchFamily="34" charset="0"/>
              </a:defRPr>
            </a:lvl1pPr>
            <a:lvl2pPr marL="197630" marR="0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426">
                <a:latin typeface="Arial" pitchFamily="34" charset="0"/>
                <a:cs typeface="Arial" pitchFamily="34" charset="0"/>
              </a:defRPr>
            </a:lvl2pPr>
          </a:lstStyle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638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66078" y="3121072"/>
            <a:ext cx="3699722" cy="13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324315" rtl="0">
              <a:defRPr/>
            </a:pPr>
            <a:r>
              <a:rPr lang="en-US" sz="293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293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314007" y="3099440"/>
            <a:ext cx="4451793" cy="23026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4180207" y="0"/>
            <a:ext cx="1382930" cy="327748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345353" y="3102961"/>
            <a:ext cx="4420447" cy="21632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12919"/>
            <a:ext cx="4420447" cy="21632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958"/>
              </a:lnSpc>
              <a:spcBef>
                <a:spcPts val="0"/>
              </a:spcBef>
              <a:buNone/>
              <a:defRPr sz="958" b="1" spc="-4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834852" y="3010992"/>
            <a:ext cx="576580" cy="4326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88290" y="3017710"/>
            <a:ext cx="1326134" cy="162243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420447" y="2886940"/>
            <a:ext cx="1345353" cy="172758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567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567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691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008" cy="6009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4315" rtl="0">
              <a:defRPr/>
            </a:pPr>
            <a:endParaRPr lang="en-US" sz="479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2193" y="706809"/>
            <a:ext cx="5189220" cy="2141451"/>
          </a:xfrm>
          <a:prstGeom prst="rect">
            <a:avLst/>
          </a:prstGeom>
        </p:spPr>
        <p:txBody>
          <a:bodyPr/>
          <a:lstStyle>
            <a:lvl1pPr marL="91213" marR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638">
                <a:latin typeface="Arial" pitchFamily="34" charset="0"/>
                <a:cs typeface="Arial" pitchFamily="34" charset="0"/>
              </a:defRPr>
            </a:lvl1pPr>
            <a:lvl2pPr marL="197630" marR="0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426">
                <a:latin typeface="Arial" pitchFamily="34" charset="0"/>
                <a:cs typeface="Arial" pitchFamily="34" charset="0"/>
              </a:defRPr>
            </a:lvl2pPr>
          </a:lstStyle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638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66078" y="3121072"/>
            <a:ext cx="3699722" cy="13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324315" rtl="0">
              <a:defRPr/>
            </a:pPr>
            <a:r>
              <a:rPr lang="en-US" sz="293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293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314007" y="3099440"/>
            <a:ext cx="4451793" cy="23026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4180207" y="0"/>
            <a:ext cx="1382930" cy="327748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345353" y="3102961"/>
            <a:ext cx="4420447" cy="21632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12919"/>
            <a:ext cx="4420447" cy="21632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958"/>
              </a:lnSpc>
              <a:spcBef>
                <a:spcPts val="0"/>
              </a:spcBef>
              <a:buNone/>
              <a:defRPr sz="958" b="1" spc="-4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834852" y="3010992"/>
            <a:ext cx="576580" cy="4326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88290" y="3017710"/>
            <a:ext cx="1326134" cy="162243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420447" y="2886940"/>
            <a:ext cx="1345353" cy="172758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567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567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05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008" cy="6009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4315" rtl="0">
              <a:defRPr/>
            </a:pPr>
            <a:endParaRPr lang="en-US" sz="479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2193" y="706809"/>
            <a:ext cx="5189220" cy="2141451"/>
          </a:xfrm>
          <a:prstGeom prst="rect">
            <a:avLst/>
          </a:prstGeom>
        </p:spPr>
        <p:txBody>
          <a:bodyPr/>
          <a:lstStyle>
            <a:lvl1pPr marL="91213" marR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638">
                <a:latin typeface="Arial" pitchFamily="34" charset="0"/>
                <a:cs typeface="Arial" pitchFamily="34" charset="0"/>
              </a:defRPr>
            </a:lvl1pPr>
            <a:lvl2pPr marL="197630" marR="0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426">
                <a:latin typeface="Arial" pitchFamily="34" charset="0"/>
                <a:cs typeface="Arial" pitchFamily="34" charset="0"/>
              </a:defRPr>
            </a:lvl2pPr>
          </a:lstStyle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197630" marR="0" lvl="1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638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91213" marR="0" lvl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63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63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63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66078" y="3121072"/>
            <a:ext cx="3699722" cy="13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324315" rtl="0">
              <a:defRPr/>
            </a:pPr>
            <a:r>
              <a:rPr lang="en-US" sz="293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293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314007" y="3099440"/>
            <a:ext cx="4451793" cy="23026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4180207" y="0"/>
            <a:ext cx="1382930" cy="327748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345353" y="3102961"/>
            <a:ext cx="4420447" cy="21632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12919"/>
            <a:ext cx="4420447" cy="21632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4315" rtl="0">
                <a:defRPr/>
              </a:pPr>
              <a:endParaRPr lang="en-US" sz="479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958"/>
              </a:lnSpc>
              <a:spcBef>
                <a:spcPts val="0"/>
              </a:spcBef>
              <a:buNone/>
              <a:defRPr sz="958" b="1" spc="-4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834852" y="3010992"/>
            <a:ext cx="576580" cy="4326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88290" y="3017710"/>
            <a:ext cx="1326134" cy="162243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640028" y="3141579"/>
            <a:ext cx="1075882" cy="86229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56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420447" y="2886940"/>
            <a:ext cx="1345353" cy="172758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567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567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8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kern="1200" dirty="0">
                <a:solidFill>
                  <a:srgbClr val="101141"/>
                </a:solidFill>
                <a:ea typeface="+mn-ea"/>
                <a:cs typeface="Arial" panose="020B0604020202020204" pitchFamily="34" charset="0"/>
              </a:rPr>
              <a:t>BITS </a:t>
            </a:r>
            <a:r>
              <a:rPr lang="en-US" sz="520" kern="1200" dirty="0" err="1">
                <a:solidFill>
                  <a:srgbClr val="101141"/>
                </a:solidFill>
                <a:ea typeface="+mn-ea"/>
                <a:cs typeface="Arial" panose="020B0604020202020204" pitchFamily="34" charset="0"/>
              </a:rPr>
              <a:t>Pilani</a:t>
            </a:r>
            <a:endParaRPr lang="en-US" sz="520" kern="1200" dirty="0">
              <a:solidFill>
                <a:srgbClr val="101141"/>
              </a:solidFill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57132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946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46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946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946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946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288290" y="3007496"/>
            <a:ext cx="1345353" cy="172758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757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>
          <a:xfrm>
            <a:off x="1969982" y="3007496"/>
            <a:ext cx="1825837" cy="172758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757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>
          <a:xfrm>
            <a:off x="1945958" y="3039794"/>
            <a:ext cx="1345353" cy="1727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DB1C2494-8932-4549-9EEA-B787E7A0F253}" type="slidenum">
              <a:rPr lang="en-US" sz="757" kern="1200" smtClean="0"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757" kern="1200" dirty="0"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256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8541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786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3712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76870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72632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58026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98328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6890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2141451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757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1" spc="-71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2423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066078" y="3120916"/>
            <a:ext cx="3699722" cy="17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520" b="1" kern="1200" smtClean="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520" kern="1200" smtClean="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75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6"/>
            <a:ext cx="5189220" cy="908693"/>
          </a:xfrm>
          <a:prstGeom prst="rect">
            <a:avLst/>
          </a:prstGeo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2703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523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90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390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4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567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567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567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567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567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567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567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567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567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8"/>
            <a:ext cx="5189220" cy="2141451"/>
          </a:xfrm>
        </p:spPr>
        <p:txBody>
          <a:bodyPr/>
          <a:lstStyle>
            <a:lvl1pPr marL="121618" marR="0" indent="-121618" algn="l" defTabSz="32431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851">
                <a:latin typeface="Arial" pitchFamily="34" charset="0"/>
                <a:cs typeface="Arial" pitchFamily="34" charset="0"/>
              </a:defRPr>
            </a:lvl1pPr>
            <a:lvl2pPr marL="263506" marR="0" indent="-101349" algn="l" defTabSz="32431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56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277"/>
              </a:lnSpc>
              <a:spcBef>
                <a:spcPts val="0"/>
              </a:spcBef>
              <a:buNone/>
              <a:defRPr sz="1277" b="1" spc="-5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24764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4100685" y="2944780"/>
            <a:ext cx="345986" cy="248308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algn="l" rtl="0"/>
            <a:fld id="{00000000-1234-1234-1234-123412341234}" type="slidenum">
              <a:rPr lang="en" sz="946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pPr algn="l" rtl="0"/>
              <a:t>‹#›</a:t>
            </a:fld>
            <a:endParaRPr lang="en" sz="946" kern="1200">
              <a:solidFill>
                <a:srgbClr val="FFFFFF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01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44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34" Type="http://schemas.openxmlformats.org/officeDocument/2006/relationships/slideLayout" Target="../slideLayouts/slideLayout39.xml"/><Relationship Id="rId42" Type="http://schemas.openxmlformats.org/officeDocument/2006/relationships/image" Target="../media/image2.jpg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43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29" Type="http://schemas.openxmlformats.org/officeDocument/2006/relationships/slideLayout" Target="../slideLayouts/slideLayout34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5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3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" y="80237"/>
            <a:ext cx="5759830" cy="31597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894" y="98552"/>
            <a:ext cx="3867150" cy="2866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4263" y="532972"/>
            <a:ext cx="4978400" cy="2303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608321" y="3145485"/>
            <a:ext cx="34543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920378" y="3099193"/>
            <a:ext cx="1468677" cy="2313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1" y="0"/>
                </a:moveTo>
                <a:lnTo>
                  <a:pt x="0" y="0"/>
                </a:lnTo>
                <a:lnTo>
                  <a:pt x="0" y="48768"/>
                </a:lnTo>
                <a:lnTo>
                  <a:pt x="2328671" y="48768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4356062" y="3099192"/>
            <a:ext cx="1409818" cy="21632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314603" y="3099193"/>
            <a:ext cx="1627237" cy="23135"/>
          </a:xfrm>
          <a:custGeom>
            <a:avLst/>
            <a:gdLst/>
            <a:ahLst/>
            <a:cxnLst/>
            <a:rect l="l" t="t" r="r" b="b"/>
            <a:pathLst>
              <a:path w="2580640" h="48895">
                <a:moveTo>
                  <a:pt x="2580132" y="0"/>
                </a:moveTo>
                <a:lnTo>
                  <a:pt x="0" y="0"/>
                </a:lnTo>
                <a:lnTo>
                  <a:pt x="0" y="48768"/>
                </a:lnTo>
                <a:lnTo>
                  <a:pt x="2580132" y="48768"/>
                </a:lnTo>
                <a:lnTo>
                  <a:pt x="25801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2834852" y="3100635"/>
            <a:ext cx="1468677" cy="21632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1345354" y="3100635"/>
            <a:ext cx="1489498" cy="21632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4297443" y="3100635"/>
            <a:ext cx="1468677" cy="21632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pic>
        <p:nvPicPr>
          <p:cNvPr id="22" name="bg object 2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180205" y="0"/>
            <a:ext cx="1383792" cy="32736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489499" y="612916"/>
            <a:ext cx="1468677" cy="21632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0" y="612916"/>
            <a:ext cx="1489498" cy="21632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25" name="bg object 25"/>
          <p:cNvSpPr/>
          <p:nvPr/>
        </p:nvSpPr>
        <p:spPr>
          <a:xfrm>
            <a:off x="2952090" y="612916"/>
            <a:ext cx="1468677" cy="21632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algn="l" rtl="0"/>
            <a:endParaRPr>
              <a:latin typeface="Calibri"/>
              <a:ea typeface="+mn-ea"/>
              <a:cs typeface="+mn-cs"/>
            </a:endParaRPr>
          </a:p>
        </p:txBody>
      </p:sp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109710" y="15218"/>
            <a:ext cx="4973003" cy="627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2193" y="793185"/>
            <a:ext cx="4973003" cy="2058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23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  <p:sldLayoutId id="2147483699" r:id="rId33"/>
    <p:sldLayoutId id="2147483700" r:id="rId34"/>
    <p:sldLayoutId id="2147483701" r:id="rId35"/>
    <p:sldLayoutId id="2147483702" r:id="rId36"/>
    <p:sldLayoutId id="2147483703" r:id="rId37"/>
    <p:sldLayoutId id="2147483704" r:id="rId38"/>
    <p:sldLayoutId id="2147483705" r:id="rId39"/>
    <p:sldLayoutId id="2147483706" r:id="rId40"/>
  </p:sldLayoutIdLst>
  <p:txStyles>
    <p:titleStyle>
      <a:lvl1pPr>
        <a:defRPr sz="1702"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0">
        <a:defRPr sz="1135"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216210">
        <a:defRPr sz="1135"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432420">
        <a:defRPr sz="1135"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648630">
        <a:defRPr sz="1135"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864840">
        <a:defRPr sz="1135"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1081049">
        <a:defRPr>
          <a:latin typeface="+mn-lt"/>
          <a:ea typeface="+mn-ea"/>
          <a:cs typeface="+mn-cs"/>
        </a:defRPr>
      </a:lvl6pPr>
      <a:lvl7pPr marL="1297259">
        <a:defRPr>
          <a:latin typeface="+mn-lt"/>
          <a:ea typeface="+mn-ea"/>
          <a:cs typeface="+mn-cs"/>
        </a:defRPr>
      </a:lvl7pPr>
      <a:lvl8pPr marL="1513469">
        <a:defRPr>
          <a:latin typeface="+mn-lt"/>
          <a:ea typeface="+mn-ea"/>
          <a:cs typeface="+mn-cs"/>
        </a:defRPr>
      </a:lvl8pPr>
      <a:lvl9pPr marL="172967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16210">
        <a:defRPr>
          <a:latin typeface="+mn-lt"/>
          <a:ea typeface="+mn-ea"/>
          <a:cs typeface="+mn-cs"/>
        </a:defRPr>
      </a:lvl2pPr>
      <a:lvl3pPr marL="432420">
        <a:defRPr>
          <a:latin typeface="+mn-lt"/>
          <a:ea typeface="+mn-ea"/>
          <a:cs typeface="+mn-cs"/>
        </a:defRPr>
      </a:lvl3pPr>
      <a:lvl4pPr marL="648630">
        <a:defRPr>
          <a:latin typeface="+mn-lt"/>
          <a:ea typeface="+mn-ea"/>
          <a:cs typeface="+mn-cs"/>
        </a:defRPr>
      </a:lvl4pPr>
      <a:lvl5pPr marL="864840">
        <a:defRPr>
          <a:latin typeface="+mn-lt"/>
          <a:ea typeface="+mn-ea"/>
          <a:cs typeface="+mn-cs"/>
        </a:defRPr>
      </a:lvl5pPr>
      <a:lvl6pPr marL="1081049">
        <a:defRPr>
          <a:latin typeface="+mn-lt"/>
          <a:ea typeface="+mn-ea"/>
          <a:cs typeface="+mn-cs"/>
        </a:defRPr>
      </a:lvl6pPr>
      <a:lvl7pPr marL="1297259">
        <a:defRPr>
          <a:latin typeface="+mn-lt"/>
          <a:ea typeface="+mn-ea"/>
          <a:cs typeface="+mn-cs"/>
        </a:defRPr>
      </a:lvl7pPr>
      <a:lvl8pPr marL="1513469">
        <a:defRPr>
          <a:latin typeface="+mn-lt"/>
          <a:ea typeface="+mn-ea"/>
          <a:cs typeface="+mn-cs"/>
        </a:defRPr>
      </a:lvl8pPr>
      <a:lvl9pPr marL="172967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8.png"/><Relationship Id="rId21" Type="http://schemas.openxmlformats.org/officeDocument/2006/relationships/slide" Target="slide161.xml"/><Relationship Id="rId7" Type="http://schemas.openxmlformats.org/officeDocument/2006/relationships/image" Target="../media/image12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7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slide" Target="slide36.xml"/><Relationship Id="rId10" Type="http://schemas.openxmlformats.org/officeDocument/2006/relationships/image" Target="../media/image15.png"/><Relationship Id="rId19" Type="http://schemas.openxmlformats.org/officeDocument/2006/relationships/slide" Target="slide153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emf"/><Relationship Id="rId5" Type="http://schemas.openxmlformats.org/officeDocument/2006/relationships/customXml" Target="../ink/ink1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emf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emf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emf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8.png"/><Relationship Id="rId21" Type="http://schemas.openxmlformats.org/officeDocument/2006/relationships/slide" Target="slide161.xml"/><Relationship Id="rId7" Type="http://schemas.openxmlformats.org/officeDocument/2006/relationships/image" Target="../media/image12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22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slide" Target="slide36.xml"/><Relationship Id="rId10" Type="http://schemas.openxmlformats.org/officeDocument/2006/relationships/image" Target="../media/image23.png"/><Relationship Id="rId19" Type="http://schemas.openxmlformats.org/officeDocument/2006/relationships/slide" Target="slide153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ozanunal.com/2019/11/img2sh/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5" Type="http://schemas.openxmlformats.org/officeDocument/2006/relationships/customXml" Target="../ink/ink5.xml"/><Relationship Id="rId4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matlab/creating_plots/image-types.html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emf"/><Relationship Id="rId5" Type="http://schemas.openxmlformats.org/officeDocument/2006/relationships/customXml" Target="../ink/ink6.xml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emf"/><Relationship Id="rId4" Type="http://schemas.openxmlformats.org/officeDocument/2006/relationships/customXml" Target="../ink/ink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emf"/><Relationship Id="rId4" Type="http://schemas.openxmlformats.org/officeDocument/2006/relationships/customXml" Target="../ink/ink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29.jpg"/><Relationship Id="rId7" Type="http://schemas.openxmlformats.org/officeDocument/2006/relationships/customXml" Target="../ink/ink9.xm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emf"/><Relationship Id="rId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slide" Target="slide1.xml"/><Relationship Id="rId7" Type="http://schemas.openxmlformats.org/officeDocument/2006/relationships/customXml" Target="../ink/ink12.xm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10.png"/><Relationship Id="rId5" Type="http://schemas.openxmlformats.org/officeDocument/2006/relationships/image" Target="../media/image30.emf"/><Relationship Id="rId4" Type="http://schemas.openxmlformats.org/officeDocument/2006/relationships/customXml" Target="../ink/ink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image" Target="../media/image43.emf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4.xml"/><Relationship Id="rId5" Type="http://schemas.openxmlformats.org/officeDocument/2006/relationships/image" Target="../media/image42.emf"/><Relationship Id="rId4" Type="http://schemas.openxmlformats.org/officeDocument/2006/relationships/customXml" Target="../ink/ink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35.png"/><Relationship Id="rId21" Type="http://schemas.openxmlformats.org/officeDocument/2006/relationships/slide" Target="slide161.xml"/><Relationship Id="rId7" Type="http://schemas.openxmlformats.org/officeDocument/2006/relationships/image" Target="../media/image12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7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slide" Target="slide36.xml"/><Relationship Id="rId10" Type="http://schemas.openxmlformats.org/officeDocument/2006/relationships/image" Target="../media/image23.png"/><Relationship Id="rId19" Type="http://schemas.openxmlformats.org/officeDocument/2006/relationships/slide" Target="slide153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37.png"/><Relationship Id="rId7" Type="http://schemas.openxmlformats.org/officeDocument/2006/relationships/customXml" Target="../ink/ink15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57.emf"/><Relationship Id="rId5" Type="http://schemas.openxmlformats.org/officeDocument/2006/relationships/image" Target="../media/image43.png"/><Relationship Id="rId10" Type="http://schemas.openxmlformats.org/officeDocument/2006/relationships/customXml" Target="../ink/ink16.xml"/><Relationship Id="rId4" Type="http://schemas.openxmlformats.org/officeDocument/2006/relationships/image" Target="../media/image42.png"/><Relationship Id="rId9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image" Target="../media/image50.png"/><Relationship Id="rId7" Type="http://schemas.openxmlformats.org/officeDocument/2006/relationships/customXml" Target="../ink/ink17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48.jp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emf"/><Relationship Id="rId5" Type="http://schemas.openxmlformats.org/officeDocument/2006/relationships/customXml" Target="../ink/ink18.xml"/><Relationship Id="rId4" Type="http://schemas.openxmlformats.org/officeDocument/2006/relationships/slide" Target="slide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image" Target="../media/image55.jpg"/><Relationship Id="rId7" Type="http://schemas.openxmlformats.org/officeDocument/2006/relationships/customXml" Target="../ink/ink19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7.png"/><Relationship Id="rId10" Type="http://schemas.openxmlformats.org/officeDocument/2006/relationships/image" Target="../media/image72.emf"/><Relationship Id="rId4" Type="http://schemas.openxmlformats.org/officeDocument/2006/relationships/image" Target="../media/image56.png"/><Relationship Id="rId9" Type="http://schemas.openxmlformats.org/officeDocument/2006/relationships/customXml" Target="../ink/ink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image" Target="../media/image75.emf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2.xml"/><Relationship Id="rId5" Type="http://schemas.openxmlformats.org/officeDocument/2006/relationships/image" Target="../media/image74.emf"/><Relationship Id="rId4" Type="http://schemas.openxmlformats.org/officeDocument/2006/relationships/customXml" Target="../ink/ink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0.emf"/><Relationship Id="rId4" Type="http://schemas.openxmlformats.org/officeDocument/2006/relationships/customXml" Target="../ink/ink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2.emf"/><Relationship Id="rId4" Type="http://schemas.openxmlformats.org/officeDocument/2006/relationships/customXml" Target="../ink/ink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4.emf"/><Relationship Id="rId4" Type="http://schemas.openxmlformats.org/officeDocument/2006/relationships/customXml" Target="../ink/ink2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66.png"/><Relationship Id="rId7" Type="http://schemas.openxmlformats.org/officeDocument/2006/relationships/slide" Target="slide1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0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../media/image72.png"/><Relationship Id="rId7" Type="http://schemas.openxmlformats.org/officeDocument/2006/relationships/slide" Target="slide1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0.emf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8.xml"/><Relationship Id="rId5" Type="http://schemas.openxmlformats.org/officeDocument/2006/relationships/slide" Target="slide1.xml"/><Relationship Id="rId4" Type="http://schemas.openxmlformats.org/officeDocument/2006/relationships/image" Target="../media/image7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emf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5" Type="http://schemas.openxmlformats.org/officeDocument/2006/relationships/slide" Target="slide1.xml"/><Relationship Id="rId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emf"/><Relationship Id="rId5" Type="http://schemas.openxmlformats.org/officeDocument/2006/relationships/customXml" Target="../ink/ink30.xml"/><Relationship Id="rId4" Type="http://schemas.openxmlformats.org/officeDocument/2006/relationships/slide" Target="slide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slide" Target="slide1.xml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slide" Target="slide1.xml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1.emf"/><Relationship Id="rId5" Type="http://schemas.openxmlformats.org/officeDocument/2006/relationships/image" Target="../media/image107.png"/><Relationship Id="rId10" Type="http://schemas.openxmlformats.org/officeDocument/2006/relationships/customXml" Target="../ink/ink31.xml"/><Relationship Id="rId4" Type="http://schemas.openxmlformats.org/officeDocument/2006/relationships/image" Target="../media/image106.png"/><Relationship Id="rId9" Type="http://schemas.openxmlformats.org/officeDocument/2006/relationships/slide" Target="slide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8.png"/><Relationship Id="rId21" Type="http://schemas.openxmlformats.org/officeDocument/2006/relationships/slide" Target="slide161.xml"/><Relationship Id="rId7" Type="http://schemas.openxmlformats.org/officeDocument/2006/relationships/image" Target="../media/image12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7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slide" Target="slide36.xml"/><Relationship Id="rId10" Type="http://schemas.openxmlformats.org/officeDocument/2006/relationships/image" Target="../media/image23.png"/><Relationship Id="rId19" Type="http://schemas.openxmlformats.org/officeDocument/2006/relationships/slide" Target="slide153.xml"/><Relationship Id="rId4" Type="http://schemas.openxmlformats.org/officeDocument/2006/relationships/image" Target="../media/image112.png"/><Relationship Id="rId9" Type="http://schemas.openxmlformats.org/officeDocument/2006/relationships/image" Target="../media/image1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4.emf"/><Relationship Id="rId4" Type="http://schemas.openxmlformats.org/officeDocument/2006/relationships/customXml" Target="../ink/ink3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emf"/><Relationship Id="rId5" Type="http://schemas.openxmlformats.org/officeDocument/2006/relationships/customXml" Target="../ink/ink33.xml"/><Relationship Id="rId4" Type="http://schemas.openxmlformats.org/officeDocument/2006/relationships/slide" Target="slide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emf"/><Relationship Id="rId3" Type="http://schemas.openxmlformats.org/officeDocument/2006/relationships/image" Target="../media/image119.png"/><Relationship Id="rId7" Type="http://schemas.openxmlformats.org/officeDocument/2006/relationships/customXml" Target="../ink/ink35.xml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emf"/><Relationship Id="rId5" Type="http://schemas.openxmlformats.org/officeDocument/2006/relationships/customXml" Target="../ink/ink34.xml"/><Relationship Id="rId4" Type="http://schemas.openxmlformats.org/officeDocument/2006/relationships/slide" Target="slide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3" Type="http://schemas.openxmlformats.org/officeDocument/2006/relationships/image" Target="../media/image123.png"/><Relationship Id="rId7" Type="http://schemas.openxmlformats.org/officeDocument/2006/relationships/customXml" Target="../ink/ink37.xml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emf"/><Relationship Id="rId5" Type="http://schemas.openxmlformats.org/officeDocument/2006/relationships/customXml" Target="../ink/ink36.xml"/><Relationship Id="rId4" Type="http://schemas.openxmlformats.org/officeDocument/2006/relationships/slide" Target="slide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emf"/><Relationship Id="rId5" Type="http://schemas.openxmlformats.org/officeDocument/2006/relationships/customXml" Target="../ink/ink38.xml"/><Relationship Id="rId4" Type="http://schemas.openxmlformats.org/officeDocument/2006/relationships/slide" Target="slide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emf"/><Relationship Id="rId5" Type="http://schemas.openxmlformats.org/officeDocument/2006/relationships/customXml" Target="../ink/ink39.xml"/><Relationship Id="rId4" Type="http://schemas.openxmlformats.org/officeDocument/2006/relationships/slide" Target="slide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emf"/><Relationship Id="rId5" Type="http://schemas.openxmlformats.org/officeDocument/2006/relationships/customXml" Target="../ink/ink40.xml"/><Relationship Id="rId4" Type="http://schemas.openxmlformats.org/officeDocument/2006/relationships/slide" Target="slide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emf"/><Relationship Id="rId4" Type="http://schemas.openxmlformats.org/officeDocument/2006/relationships/customXml" Target="../ink/ink4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.xml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Relationship Id="rId9" Type="http://schemas.openxmlformats.org/officeDocument/2006/relationships/image" Target="../media/image139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1.emf"/><Relationship Id="rId4" Type="http://schemas.openxmlformats.org/officeDocument/2006/relationships/customXml" Target="../ink/ink4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3.emf"/><Relationship Id="rId4" Type="http://schemas.openxmlformats.org/officeDocument/2006/relationships/customXml" Target="../ink/ink4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5.emf"/><Relationship Id="rId4" Type="http://schemas.openxmlformats.org/officeDocument/2006/relationships/customXml" Target="../ink/ink4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emf"/><Relationship Id="rId5" Type="http://schemas.openxmlformats.org/officeDocument/2006/relationships/customXml" Target="../ink/ink46.xml"/><Relationship Id="rId4" Type="http://schemas.openxmlformats.org/officeDocument/2006/relationships/image" Target="../media/image1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emf"/><Relationship Id="rId5" Type="http://schemas.openxmlformats.org/officeDocument/2006/relationships/customXml" Target="../ink/ink47.xml"/><Relationship Id="rId4" Type="http://schemas.openxmlformats.org/officeDocument/2006/relationships/image" Target="../media/image15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10" Type="http://schemas.openxmlformats.org/officeDocument/2006/relationships/image" Target="../media/image158.emf"/><Relationship Id="rId4" Type="http://schemas.openxmlformats.org/officeDocument/2006/relationships/image" Target="../media/image154.png"/><Relationship Id="rId9" Type="http://schemas.openxmlformats.org/officeDocument/2006/relationships/customXml" Target="../ink/ink4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0.emf"/><Relationship Id="rId4" Type="http://schemas.openxmlformats.org/officeDocument/2006/relationships/customXml" Target="../ink/ink4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2.emf"/><Relationship Id="rId4" Type="http://schemas.openxmlformats.org/officeDocument/2006/relationships/customXml" Target="../ink/ink5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1.xml"/><Relationship Id="rId2" Type="http://schemas.openxmlformats.org/officeDocument/2006/relationships/image" Target="../media/image16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2.xml"/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6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7" Type="http://schemas.openxmlformats.org/officeDocument/2006/relationships/image" Target="../media/image170.emf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3.xml"/><Relationship Id="rId5" Type="http://schemas.openxmlformats.org/officeDocument/2006/relationships/slide" Target="slide1.xml"/><Relationship Id="rId4" Type="http://schemas.openxmlformats.org/officeDocument/2006/relationships/image" Target="../media/image16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image" Target="../media/image17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2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emf"/><Relationship Id="rId3" Type="http://schemas.openxmlformats.org/officeDocument/2006/relationships/image" Target="../media/image174.png"/><Relationship Id="rId7" Type="http://schemas.openxmlformats.org/officeDocument/2006/relationships/customXml" Target="../ink/ink55.xml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75.png"/><Relationship Id="rId4" Type="http://schemas.openxmlformats.org/officeDocument/2006/relationships/image" Target="../media/image16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11" Type="http://schemas.openxmlformats.org/officeDocument/2006/relationships/image" Target="../media/image184.emf"/><Relationship Id="rId5" Type="http://schemas.openxmlformats.org/officeDocument/2006/relationships/image" Target="../media/image180.png"/><Relationship Id="rId10" Type="http://schemas.openxmlformats.org/officeDocument/2006/relationships/customXml" Target="../ink/ink56.xml"/><Relationship Id="rId4" Type="http://schemas.openxmlformats.org/officeDocument/2006/relationships/image" Target="../media/image179.png"/><Relationship Id="rId9" Type="http://schemas.openxmlformats.org/officeDocument/2006/relationships/slide" Target="slide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85.png"/><Relationship Id="rId7" Type="http://schemas.openxmlformats.org/officeDocument/2006/relationships/image" Target="../media/image189.png"/><Relationship Id="rId12" Type="http://schemas.openxmlformats.org/officeDocument/2006/relationships/image" Target="../media/image192.emf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11" Type="http://schemas.openxmlformats.org/officeDocument/2006/relationships/customXml" Target="../ink/ink57.xml"/><Relationship Id="rId5" Type="http://schemas.openxmlformats.org/officeDocument/2006/relationships/image" Target="../media/image187.png"/><Relationship Id="rId10" Type="http://schemas.openxmlformats.org/officeDocument/2006/relationships/slide" Target="slide1.xml"/><Relationship Id="rId4" Type="http://schemas.openxmlformats.org/officeDocument/2006/relationships/image" Target="../media/image186.png"/><Relationship Id="rId9" Type="http://schemas.openxmlformats.org/officeDocument/2006/relationships/image" Target="../media/image19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3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5.emf"/><Relationship Id="rId4" Type="http://schemas.openxmlformats.org/officeDocument/2006/relationships/customXml" Target="../ink/ink5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6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8.emf"/><Relationship Id="rId4" Type="http://schemas.openxmlformats.org/officeDocument/2006/relationships/customXml" Target="../ink/ink6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2.xml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emf"/><Relationship Id="rId5" Type="http://schemas.openxmlformats.org/officeDocument/2006/relationships/customXml" Target="../ink/ink63.xml"/><Relationship Id="rId4" Type="http://schemas.openxmlformats.org/officeDocument/2006/relationships/image" Target="../media/image20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.emf"/><Relationship Id="rId5" Type="http://schemas.openxmlformats.org/officeDocument/2006/relationships/customXml" Target="../ink/ink64.xml"/><Relationship Id="rId4" Type="http://schemas.openxmlformats.org/officeDocument/2006/relationships/image" Target="../media/image20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7" Type="http://schemas.openxmlformats.org/officeDocument/2006/relationships/image" Target="../media/image209.emf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5.xml"/><Relationship Id="rId5" Type="http://schemas.openxmlformats.org/officeDocument/2006/relationships/slide" Target="slide1.xml"/><Relationship Id="rId4" Type="http://schemas.openxmlformats.org/officeDocument/2006/relationships/image" Target="../media/image20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7" Type="http://schemas.openxmlformats.org/officeDocument/2006/relationships/image" Target="../media/image213.emf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.xml"/><Relationship Id="rId5" Type="http://schemas.openxmlformats.org/officeDocument/2006/relationships/slide" Target="slide1.xml"/><Relationship Id="rId4" Type="http://schemas.openxmlformats.org/officeDocument/2006/relationships/image" Target="../media/image21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7.xml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4.e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16.png"/><Relationship Id="rId7" Type="http://schemas.openxmlformats.org/officeDocument/2006/relationships/image" Target="../media/image220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10" Type="http://schemas.openxmlformats.org/officeDocument/2006/relationships/image" Target="../media/image221.emf"/><Relationship Id="rId4" Type="http://schemas.openxmlformats.org/officeDocument/2006/relationships/image" Target="../media/image217.png"/><Relationship Id="rId9" Type="http://schemas.openxmlformats.org/officeDocument/2006/relationships/customXml" Target="../ink/ink6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3.emf"/><Relationship Id="rId4" Type="http://schemas.openxmlformats.org/officeDocument/2006/relationships/customXml" Target="../ink/ink69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225.png"/><Relationship Id="rId7" Type="http://schemas.openxmlformats.org/officeDocument/2006/relationships/image" Target="../media/image228.png"/><Relationship Id="rId12" Type="http://schemas.openxmlformats.org/officeDocument/2006/relationships/image" Target="../media/image230.emf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11" Type="http://schemas.openxmlformats.org/officeDocument/2006/relationships/customXml" Target="../ink/ink70.xml"/><Relationship Id="rId5" Type="http://schemas.openxmlformats.org/officeDocument/2006/relationships/image" Target="../media/image226.png"/><Relationship Id="rId10" Type="http://schemas.openxmlformats.org/officeDocument/2006/relationships/slide" Target="slide1.xml"/><Relationship Id="rId4" Type="http://schemas.openxmlformats.org/officeDocument/2006/relationships/image" Target="../media/image185.png"/><Relationship Id="rId9" Type="http://schemas.openxmlformats.org/officeDocument/2006/relationships/image" Target="../media/image3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1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11" Type="http://schemas.openxmlformats.org/officeDocument/2006/relationships/image" Target="../media/image239.emf"/><Relationship Id="rId5" Type="http://schemas.openxmlformats.org/officeDocument/2006/relationships/image" Target="../media/image235.png"/><Relationship Id="rId10" Type="http://schemas.openxmlformats.org/officeDocument/2006/relationships/customXml" Target="../ink/ink72.xml"/><Relationship Id="rId4" Type="http://schemas.openxmlformats.org/officeDocument/2006/relationships/image" Target="../media/image234.png"/><Relationship Id="rId9" Type="http://schemas.openxmlformats.org/officeDocument/2006/relationships/slide" Target="slide1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image" Target="../media/image251.png"/><Relationship Id="rId18" Type="http://schemas.openxmlformats.org/officeDocument/2006/relationships/image" Target="../media/image256.png"/><Relationship Id="rId26" Type="http://schemas.openxmlformats.org/officeDocument/2006/relationships/image" Target="../media/image264.png"/><Relationship Id="rId39" Type="http://schemas.openxmlformats.org/officeDocument/2006/relationships/image" Target="../media/image277.jpg"/><Relationship Id="rId3" Type="http://schemas.openxmlformats.org/officeDocument/2006/relationships/image" Target="../media/image241.png"/><Relationship Id="rId21" Type="http://schemas.openxmlformats.org/officeDocument/2006/relationships/image" Target="../media/image259.png"/><Relationship Id="rId34" Type="http://schemas.openxmlformats.org/officeDocument/2006/relationships/image" Target="../media/image272.png"/><Relationship Id="rId42" Type="http://schemas.openxmlformats.org/officeDocument/2006/relationships/customXml" Target="../ink/ink73.xml"/><Relationship Id="rId7" Type="http://schemas.openxmlformats.org/officeDocument/2006/relationships/image" Target="../media/image245.png"/><Relationship Id="rId12" Type="http://schemas.openxmlformats.org/officeDocument/2006/relationships/image" Target="../media/image250.png"/><Relationship Id="rId17" Type="http://schemas.openxmlformats.org/officeDocument/2006/relationships/image" Target="../media/image255.png"/><Relationship Id="rId25" Type="http://schemas.openxmlformats.org/officeDocument/2006/relationships/image" Target="../media/image263.png"/><Relationship Id="rId33" Type="http://schemas.openxmlformats.org/officeDocument/2006/relationships/image" Target="../media/image271.png"/><Relationship Id="rId38" Type="http://schemas.openxmlformats.org/officeDocument/2006/relationships/image" Target="../media/image276.png"/><Relationship Id="rId2" Type="http://schemas.openxmlformats.org/officeDocument/2006/relationships/image" Target="../media/image240.png"/><Relationship Id="rId16" Type="http://schemas.openxmlformats.org/officeDocument/2006/relationships/image" Target="../media/image254.png"/><Relationship Id="rId20" Type="http://schemas.openxmlformats.org/officeDocument/2006/relationships/image" Target="../media/image258.png"/><Relationship Id="rId29" Type="http://schemas.openxmlformats.org/officeDocument/2006/relationships/image" Target="../media/image267.png"/><Relationship Id="rId41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11" Type="http://schemas.openxmlformats.org/officeDocument/2006/relationships/image" Target="../media/image249.png"/><Relationship Id="rId24" Type="http://schemas.openxmlformats.org/officeDocument/2006/relationships/image" Target="../media/image262.png"/><Relationship Id="rId32" Type="http://schemas.openxmlformats.org/officeDocument/2006/relationships/image" Target="../media/image270.png"/><Relationship Id="rId37" Type="http://schemas.openxmlformats.org/officeDocument/2006/relationships/image" Target="../media/image275.png"/><Relationship Id="rId40" Type="http://schemas.openxmlformats.org/officeDocument/2006/relationships/image" Target="../media/image278.png"/><Relationship Id="rId5" Type="http://schemas.openxmlformats.org/officeDocument/2006/relationships/image" Target="../media/image243.png"/><Relationship Id="rId15" Type="http://schemas.openxmlformats.org/officeDocument/2006/relationships/image" Target="../media/image253.png"/><Relationship Id="rId23" Type="http://schemas.openxmlformats.org/officeDocument/2006/relationships/image" Target="../media/image261.png"/><Relationship Id="rId28" Type="http://schemas.openxmlformats.org/officeDocument/2006/relationships/image" Target="../media/image266.png"/><Relationship Id="rId36" Type="http://schemas.openxmlformats.org/officeDocument/2006/relationships/image" Target="../media/image274.png"/><Relationship Id="rId10" Type="http://schemas.openxmlformats.org/officeDocument/2006/relationships/image" Target="../media/image248.png"/><Relationship Id="rId19" Type="http://schemas.openxmlformats.org/officeDocument/2006/relationships/image" Target="../media/image257.png"/><Relationship Id="rId31" Type="http://schemas.openxmlformats.org/officeDocument/2006/relationships/image" Target="../media/image269.png"/><Relationship Id="rId4" Type="http://schemas.openxmlformats.org/officeDocument/2006/relationships/image" Target="../media/image242.png"/><Relationship Id="rId9" Type="http://schemas.openxmlformats.org/officeDocument/2006/relationships/image" Target="../media/image247.png"/><Relationship Id="rId14" Type="http://schemas.openxmlformats.org/officeDocument/2006/relationships/image" Target="../media/image252.png"/><Relationship Id="rId22" Type="http://schemas.openxmlformats.org/officeDocument/2006/relationships/image" Target="../media/image260.png"/><Relationship Id="rId27" Type="http://schemas.openxmlformats.org/officeDocument/2006/relationships/image" Target="../media/image265.png"/><Relationship Id="rId30" Type="http://schemas.openxmlformats.org/officeDocument/2006/relationships/image" Target="../media/image268.png"/><Relationship Id="rId35" Type="http://schemas.openxmlformats.org/officeDocument/2006/relationships/image" Target="../media/image273.png"/><Relationship Id="rId43" Type="http://schemas.openxmlformats.org/officeDocument/2006/relationships/image" Target="../media/image280.e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13" Type="http://schemas.openxmlformats.org/officeDocument/2006/relationships/image" Target="../media/image292.png"/><Relationship Id="rId3" Type="http://schemas.openxmlformats.org/officeDocument/2006/relationships/image" Target="../media/image282.png"/><Relationship Id="rId7" Type="http://schemas.openxmlformats.org/officeDocument/2006/relationships/image" Target="../media/image286.png"/><Relationship Id="rId12" Type="http://schemas.openxmlformats.org/officeDocument/2006/relationships/image" Target="../media/image291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5.png"/><Relationship Id="rId11" Type="http://schemas.openxmlformats.org/officeDocument/2006/relationships/image" Target="../media/image290.png"/><Relationship Id="rId5" Type="http://schemas.openxmlformats.org/officeDocument/2006/relationships/image" Target="../media/image284.png"/><Relationship Id="rId10" Type="http://schemas.openxmlformats.org/officeDocument/2006/relationships/image" Target="../media/image289.png"/><Relationship Id="rId4" Type="http://schemas.openxmlformats.org/officeDocument/2006/relationships/image" Target="../media/image283.png"/><Relationship Id="rId9" Type="http://schemas.openxmlformats.org/officeDocument/2006/relationships/image" Target="../media/image288.png"/><Relationship Id="rId14" Type="http://schemas.openxmlformats.org/officeDocument/2006/relationships/slide" Target="slide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9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4.emf"/><Relationship Id="rId4" Type="http://schemas.openxmlformats.org/officeDocument/2006/relationships/customXml" Target="../ink/ink74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png"/><Relationship Id="rId3" Type="http://schemas.openxmlformats.org/officeDocument/2006/relationships/image" Target="../media/image296.png"/><Relationship Id="rId7" Type="http://schemas.openxmlformats.org/officeDocument/2006/relationships/image" Target="../media/image300.png"/><Relationship Id="rId12" Type="http://schemas.openxmlformats.org/officeDocument/2006/relationships/slide" Target="slide1.xml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9.png"/><Relationship Id="rId11" Type="http://schemas.openxmlformats.org/officeDocument/2006/relationships/image" Target="../media/image225.png"/><Relationship Id="rId5" Type="http://schemas.openxmlformats.org/officeDocument/2006/relationships/image" Target="../media/image298.png"/><Relationship Id="rId10" Type="http://schemas.openxmlformats.org/officeDocument/2006/relationships/image" Target="../media/image303.png"/><Relationship Id="rId4" Type="http://schemas.openxmlformats.org/officeDocument/2006/relationships/image" Target="../media/image297.png"/><Relationship Id="rId9" Type="http://schemas.openxmlformats.org/officeDocument/2006/relationships/image" Target="../media/image30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6.emf"/><Relationship Id="rId5" Type="http://schemas.openxmlformats.org/officeDocument/2006/relationships/customXml" Target="../ink/ink75.xml"/><Relationship Id="rId4" Type="http://schemas.openxmlformats.org/officeDocument/2006/relationships/slide" Target="slide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07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08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emf"/><Relationship Id="rId3" Type="http://schemas.openxmlformats.org/officeDocument/2006/relationships/image" Target="../media/image310.png"/><Relationship Id="rId7" Type="http://schemas.openxmlformats.org/officeDocument/2006/relationships/customXml" Target="../ink/ink76.xml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12.png"/><Relationship Id="rId4" Type="http://schemas.openxmlformats.org/officeDocument/2006/relationships/image" Target="../media/image31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7.xml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5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16.jp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1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8.emf"/><Relationship Id="rId4" Type="http://schemas.openxmlformats.org/officeDocument/2006/relationships/customXml" Target="../ink/ink7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20.png"/><Relationship Id="rId7" Type="http://schemas.openxmlformats.org/officeDocument/2006/relationships/image" Target="../media/image323.png"/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5" Type="http://schemas.openxmlformats.org/officeDocument/2006/relationships/image" Target="../media/image321.png"/><Relationship Id="rId10" Type="http://schemas.openxmlformats.org/officeDocument/2006/relationships/image" Target="../media/image324.emf"/><Relationship Id="rId4" Type="http://schemas.openxmlformats.org/officeDocument/2006/relationships/image" Target="../media/image152.png"/><Relationship Id="rId9" Type="http://schemas.openxmlformats.org/officeDocument/2006/relationships/customXml" Target="../ink/ink79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5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6.emf"/><Relationship Id="rId4" Type="http://schemas.openxmlformats.org/officeDocument/2006/relationships/customXml" Target="../ink/ink8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7.jp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9.emf"/><Relationship Id="rId4" Type="http://schemas.openxmlformats.org/officeDocument/2006/relationships/customXml" Target="../ink/ink81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2.xml"/><Relationship Id="rId3" Type="http://schemas.openxmlformats.org/officeDocument/2006/relationships/image" Target="../media/image331.png"/><Relationship Id="rId7" Type="http://schemas.openxmlformats.org/officeDocument/2006/relationships/slide" Target="slide1.xml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3.png"/><Relationship Id="rId5" Type="http://schemas.openxmlformats.org/officeDocument/2006/relationships/image" Target="../media/image332.png"/><Relationship Id="rId4" Type="http://schemas.openxmlformats.org/officeDocument/2006/relationships/image" Target="../media/image97.png"/><Relationship Id="rId9" Type="http://schemas.openxmlformats.org/officeDocument/2006/relationships/image" Target="../media/image334.e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36.png"/><Relationship Id="rId7" Type="http://schemas.openxmlformats.org/officeDocument/2006/relationships/image" Target="../media/image340.png"/><Relationship Id="rId12" Type="http://schemas.openxmlformats.org/officeDocument/2006/relationships/image" Target="../media/image342.emf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9.png"/><Relationship Id="rId11" Type="http://schemas.openxmlformats.org/officeDocument/2006/relationships/customXml" Target="../ink/ink84.xml"/><Relationship Id="rId5" Type="http://schemas.openxmlformats.org/officeDocument/2006/relationships/image" Target="../media/image338.png"/><Relationship Id="rId10" Type="http://schemas.openxmlformats.org/officeDocument/2006/relationships/image" Target="../media/image341.emf"/><Relationship Id="rId4" Type="http://schemas.openxmlformats.org/officeDocument/2006/relationships/image" Target="../media/image337.png"/><Relationship Id="rId9" Type="http://schemas.openxmlformats.org/officeDocument/2006/relationships/customXml" Target="../ink/ink83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png"/><Relationship Id="rId3" Type="http://schemas.openxmlformats.org/officeDocument/2006/relationships/image" Target="../media/image344.png"/><Relationship Id="rId7" Type="http://schemas.openxmlformats.org/officeDocument/2006/relationships/image" Target="../media/image348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7.png"/><Relationship Id="rId11" Type="http://schemas.openxmlformats.org/officeDocument/2006/relationships/image" Target="../media/image350.emf"/><Relationship Id="rId5" Type="http://schemas.openxmlformats.org/officeDocument/2006/relationships/image" Target="../media/image346.png"/><Relationship Id="rId10" Type="http://schemas.openxmlformats.org/officeDocument/2006/relationships/customXml" Target="../ink/ink85.xml"/><Relationship Id="rId4" Type="http://schemas.openxmlformats.org/officeDocument/2006/relationships/image" Target="../media/image345.png"/><Relationship Id="rId9" Type="http://schemas.openxmlformats.org/officeDocument/2006/relationships/slide" Target="slide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352.emf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6.xml"/><Relationship Id="rId5" Type="http://schemas.openxmlformats.org/officeDocument/2006/relationships/slide" Target="slide1.xml"/><Relationship Id="rId4" Type="http://schemas.openxmlformats.org/officeDocument/2006/relationships/image" Target="../media/image351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png"/><Relationship Id="rId3" Type="http://schemas.openxmlformats.org/officeDocument/2006/relationships/image" Target="../media/image354.png"/><Relationship Id="rId7" Type="http://schemas.openxmlformats.org/officeDocument/2006/relationships/image" Target="../media/image207.png"/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6.png"/><Relationship Id="rId5" Type="http://schemas.openxmlformats.org/officeDocument/2006/relationships/image" Target="../media/image355.png"/><Relationship Id="rId10" Type="http://schemas.openxmlformats.org/officeDocument/2006/relationships/slide" Target="slide1.xml"/><Relationship Id="rId4" Type="http://schemas.openxmlformats.org/officeDocument/2006/relationships/image" Target="../media/image189.png"/><Relationship Id="rId9" Type="http://schemas.openxmlformats.org/officeDocument/2006/relationships/image" Target="../media/image3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61.jp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62.jp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63.jp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8.png"/><Relationship Id="rId21" Type="http://schemas.openxmlformats.org/officeDocument/2006/relationships/slide" Target="slide161.xml"/><Relationship Id="rId7" Type="http://schemas.openxmlformats.org/officeDocument/2006/relationships/image" Target="../media/image12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7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364.png"/><Relationship Id="rId15" Type="http://schemas.openxmlformats.org/officeDocument/2006/relationships/slide" Target="slide36.xml"/><Relationship Id="rId10" Type="http://schemas.openxmlformats.org/officeDocument/2006/relationships/image" Target="../media/image23.png"/><Relationship Id="rId19" Type="http://schemas.openxmlformats.org/officeDocument/2006/relationships/slide" Target="slide153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13" Type="http://schemas.openxmlformats.org/officeDocument/2006/relationships/image" Target="../media/image376.png"/><Relationship Id="rId18" Type="http://schemas.openxmlformats.org/officeDocument/2006/relationships/image" Target="../media/image381.png"/><Relationship Id="rId3" Type="http://schemas.openxmlformats.org/officeDocument/2006/relationships/image" Target="../media/image366.png"/><Relationship Id="rId21" Type="http://schemas.openxmlformats.org/officeDocument/2006/relationships/image" Target="../media/image384.png"/><Relationship Id="rId7" Type="http://schemas.openxmlformats.org/officeDocument/2006/relationships/image" Target="../media/image370.png"/><Relationship Id="rId12" Type="http://schemas.openxmlformats.org/officeDocument/2006/relationships/image" Target="../media/image375.png"/><Relationship Id="rId17" Type="http://schemas.openxmlformats.org/officeDocument/2006/relationships/image" Target="../media/image380.png"/><Relationship Id="rId2" Type="http://schemas.openxmlformats.org/officeDocument/2006/relationships/image" Target="../media/image365.jpg"/><Relationship Id="rId16" Type="http://schemas.openxmlformats.org/officeDocument/2006/relationships/image" Target="../media/image379.png"/><Relationship Id="rId20" Type="http://schemas.openxmlformats.org/officeDocument/2006/relationships/image" Target="../media/image3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9.jpg"/><Relationship Id="rId11" Type="http://schemas.openxmlformats.org/officeDocument/2006/relationships/image" Target="../media/image374.png"/><Relationship Id="rId24" Type="http://schemas.openxmlformats.org/officeDocument/2006/relationships/image" Target="../media/image322.emf"/><Relationship Id="rId5" Type="http://schemas.openxmlformats.org/officeDocument/2006/relationships/image" Target="../media/image368.png"/><Relationship Id="rId15" Type="http://schemas.openxmlformats.org/officeDocument/2006/relationships/image" Target="../media/image378.png"/><Relationship Id="rId23" Type="http://schemas.openxmlformats.org/officeDocument/2006/relationships/customXml" Target="../ink/ink87.xml"/><Relationship Id="rId10" Type="http://schemas.openxmlformats.org/officeDocument/2006/relationships/image" Target="../media/image373.png"/><Relationship Id="rId19" Type="http://schemas.openxmlformats.org/officeDocument/2006/relationships/image" Target="../media/image382.png"/><Relationship Id="rId4" Type="http://schemas.openxmlformats.org/officeDocument/2006/relationships/image" Target="../media/image367.png"/><Relationship Id="rId9" Type="http://schemas.openxmlformats.org/officeDocument/2006/relationships/image" Target="../media/image372.png"/><Relationship Id="rId14" Type="http://schemas.openxmlformats.org/officeDocument/2006/relationships/image" Target="../media/image377.png"/><Relationship Id="rId22" Type="http://schemas.openxmlformats.org/officeDocument/2006/relationships/image" Target="../media/image38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88.png"/><Relationship Id="rId4" Type="http://schemas.openxmlformats.org/officeDocument/2006/relationships/image" Target="../media/image387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90.png"/><Relationship Id="rId7" Type="http://schemas.openxmlformats.org/officeDocument/2006/relationships/image" Target="../media/image394.png"/><Relationship Id="rId2" Type="http://schemas.openxmlformats.org/officeDocument/2006/relationships/image" Target="../media/image3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3.png"/><Relationship Id="rId5" Type="http://schemas.openxmlformats.org/officeDocument/2006/relationships/image" Target="../media/image392.png"/><Relationship Id="rId10" Type="http://schemas.openxmlformats.org/officeDocument/2006/relationships/slide" Target="slide1.xml"/><Relationship Id="rId4" Type="http://schemas.openxmlformats.org/officeDocument/2006/relationships/image" Target="../media/image391.png"/><Relationship Id="rId9" Type="http://schemas.openxmlformats.org/officeDocument/2006/relationships/image" Target="../media/image395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7.png"/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99.png"/><Relationship Id="rId4" Type="http://schemas.openxmlformats.org/officeDocument/2006/relationships/image" Target="../media/image39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03.png"/><Relationship Id="rId4" Type="http://schemas.openxmlformats.org/officeDocument/2006/relationships/image" Target="../media/image402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405.png"/><Relationship Id="rId7" Type="http://schemas.openxmlformats.org/officeDocument/2006/relationships/image" Target="../media/image409.png"/><Relationship Id="rId2" Type="http://schemas.openxmlformats.org/officeDocument/2006/relationships/image" Target="../media/image4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8.png"/><Relationship Id="rId5" Type="http://schemas.openxmlformats.org/officeDocument/2006/relationships/image" Target="../media/image407.png"/><Relationship Id="rId10" Type="http://schemas.openxmlformats.org/officeDocument/2006/relationships/slide" Target="slide1.xml"/><Relationship Id="rId4" Type="http://schemas.openxmlformats.org/officeDocument/2006/relationships/image" Target="../media/image406.png"/><Relationship Id="rId9" Type="http://schemas.openxmlformats.org/officeDocument/2006/relationships/image" Target="../media/image411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3" Type="http://schemas.openxmlformats.org/officeDocument/2006/relationships/image" Target="../media/image413.png"/><Relationship Id="rId7" Type="http://schemas.openxmlformats.org/officeDocument/2006/relationships/image" Target="../media/image417.png"/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6.png"/><Relationship Id="rId11" Type="http://schemas.openxmlformats.org/officeDocument/2006/relationships/slide" Target="slide1.xml"/><Relationship Id="rId5" Type="http://schemas.openxmlformats.org/officeDocument/2006/relationships/image" Target="../media/image415.png"/><Relationship Id="rId10" Type="http://schemas.openxmlformats.org/officeDocument/2006/relationships/image" Target="../media/image418.png"/><Relationship Id="rId4" Type="http://schemas.openxmlformats.org/officeDocument/2006/relationships/image" Target="../media/image414.png"/><Relationship Id="rId9" Type="http://schemas.openxmlformats.org/officeDocument/2006/relationships/image" Target="../media/image224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19.jp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421.png"/><Relationship Id="rId7" Type="http://schemas.openxmlformats.org/officeDocument/2006/relationships/image" Target="../media/image424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3.png"/><Relationship Id="rId5" Type="http://schemas.openxmlformats.org/officeDocument/2006/relationships/image" Target="../media/image422.png"/><Relationship Id="rId4" Type="http://schemas.openxmlformats.org/officeDocument/2006/relationships/image" Target="../media/image218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5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2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8.png"/><Relationship Id="rId2" Type="http://schemas.openxmlformats.org/officeDocument/2006/relationships/image" Target="../media/image42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29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54.png"/><Relationship Id="rId4" Type="http://schemas.openxmlformats.org/officeDocument/2006/relationships/image" Target="../media/image38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2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4.png"/><Relationship Id="rId2" Type="http://schemas.openxmlformats.org/officeDocument/2006/relationships/image" Target="../media/image43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35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7.png"/><Relationship Id="rId2" Type="http://schemas.openxmlformats.org/officeDocument/2006/relationships/image" Target="../media/image43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39.png"/><Relationship Id="rId4" Type="http://schemas.openxmlformats.org/officeDocument/2006/relationships/image" Target="../media/image438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8.png"/><Relationship Id="rId21" Type="http://schemas.openxmlformats.org/officeDocument/2006/relationships/slide" Target="slide161.xml"/><Relationship Id="rId7" Type="http://schemas.openxmlformats.org/officeDocument/2006/relationships/image" Target="../media/image12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7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slide" Target="slide36.xml"/><Relationship Id="rId10" Type="http://schemas.openxmlformats.org/officeDocument/2006/relationships/image" Target="../media/image23.png"/><Relationship Id="rId19" Type="http://schemas.openxmlformats.org/officeDocument/2006/relationships/slide" Target="slide153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41.jpg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42.jpg"/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9.png"/><Relationship Id="rId13" Type="http://schemas.openxmlformats.org/officeDocument/2006/relationships/image" Target="../media/image454.png"/><Relationship Id="rId3" Type="http://schemas.openxmlformats.org/officeDocument/2006/relationships/image" Target="../media/image444.png"/><Relationship Id="rId7" Type="http://schemas.openxmlformats.org/officeDocument/2006/relationships/image" Target="../media/image448.png"/><Relationship Id="rId12" Type="http://schemas.openxmlformats.org/officeDocument/2006/relationships/image" Target="../media/image453.png"/><Relationship Id="rId2" Type="http://schemas.openxmlformats.org/officeDocument/2006/relationships/image" Target="../media/image4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7.png"/><Relationship Id="rId11" Type="http://schemas.openxmlformats.org/officeDocument/2006/relationships/image" Target="../media/image452.png"/><Relationship Id="rId5" Type="http://schemas.openxmlformats.org/officeDocument/2006/relationships/image" Target="../media/image446.png"/><Relationship Id="rId10" Type="http://schemas.openxmlformats.org/officeDocument/2006/relationships/image" Target="../media/image451.png"/><Relationship Id="rId4" Type="http://schemas.openxmlformats.org/officeDocument/2006/relationships/image" Target="../media/image445.png"/><Relationship Id="rId9" Type="http://schemas.openxmlformats.org/officeDocument/2006/relationships/image" Target="../media/image450.png"/><Relationship Id="rId14" Type="http://schemas.openxmlformats.org/officeDocument/2006/relationships/slide" Target="slide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55.jpg"/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2.png"/><Relationship Id="rId13" Type="http://schemas.openxmlformats.org/officeDocument/2006/relationships/image" Target="../media/image467.png"/><Relationship Id="rId3" Type="http://schemas.openxmlformats.org/officeDocument/2006/relationships/image" Target="../media/image457.png"/><Relationship Id="rId7" Type="http://schemas.openxmlformats.org/officeDocument/2006/relationships/image" Target="../media/image461.png"/><Relationship Id="rId12" Type="http://schemas.openxmlformats.org/officeDocument/2006/relationships/image" Target="../media/image466.png"/><Relationship Id="rId2" Type="http://schemas.openxmlformats.org/officeDocument/2006/relationships/image" Target="../media/image4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465.png"/><Relationship Id="rId5" Type="http://schemas.openxmlformats.org/officeDocument/2006/relationships/image" Target="../media/image459.png"/><Relationship Id="rId10" Type="http://schemas.openxmlformats.org/officeDocument/2006/relationships/image" Target="../media/image464.png"/><Relationship Id="rId4" Type="http://schemas.openxmlformats.org/officeDocument/2006/relationships/image" Target="../media/image458.png"/><Relationship Id="rId9" Type="http://schemas.openxmlformats.org/officeDocument/2006/relationships/image" Target="../media/image463.png"/><Relationship Id="rId14" Type="http://schemas.openxmlformats.org/officeDocument/2006/relationships/slide" Target="slide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68.jpg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470.png"/><Relationship Id="rId7" Type="http://schemas.openxmlformats.org/officeDocument/2006/relationships/image" Target="../media/image474.png"/><Relationship Id="rId2" Type="http://schemas.openxmlformats.org/officeDocument/2006/relationships/image" Target="../media/image4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3.png"/><Relationship Id="rId11" Type="http://schemas.openxmlformats.org/officeDocument/2006/relationships/slide" Target="slide1.xml"/><Relationship Id="rId5" Type="http://schemas.openxmlformats.org/officeDocument/2006/relationships/image" Target="../media/image472.png"/><Relationship Id="rId10" Type="http://schemas.openxmlformats.org/officeDocument/2006/relationships/image" Target="../media/image476.png"/><Relationship Id="rId4" Type="http://schemas.openxmlformats.org/officeDocument/2006/relationships/image" Target="../media/image471.png"/><Relationship Id="rId9" Type="http://schemas.openxmlformats.org/officeDocument/2006/relationships/image" Target="../media/image475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77.jpg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78.jpg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79.jpg"/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6.png"/><Relationship Id="rId3" Type="http://schemas.openxmlformats.org/officeDocument/2006/relationships/image" Target="../media/image481.png"/><Relationship Id="rId7" Type="http://schemas.openxmlformats.org/officeDocument/2006/relationships/image" Target="../media/image485.png"/><Relationship Id="rId12" Type="http://schemas.openxmlformats.org/officeDocument/2006/relationships/slide" Target="slide1.xml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4.png"/><Relationship Id="rId11" Type="http://schemas.openxmlformats.org/officeDocument/2006/relationships/image" Target="../media/image488.png"/><Relationship Id="rId5" Type="http://schemas.openxmlformats.org/officeDocument/2006/relationships/image" Target="../media/image483.png"/><Relationship Id="rId10" Type="http://schemas.openxmlformats.org/officeDocument/2006/relationships/image" Target="../media/image487.png"/><Relationship Id="rId4" Type="http://schemas.openxmlformats.org/officeDocument/2006/relationships/image" Target="../media/image482.png"/><Relationship Id="rId9" Type="http://schemas.openxmlformats.org/officeDocument/2006/relationships/image" Target="../media/image486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489.png"/><Relationship Id="rId7" Type="http://schemas.openxmlformats.org/officeDocument/2006/relationships/image" Target="../media/image492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1.png"/><Relationship Id="rId11" Type="http://schemas.openxmlformats.org/officeDocument/2006/relationships/slide" Target="slide1.xml"/><Relationship Id="rId5" Type="http://schemas.openxmlformats.org/officeDocument/2006/relationships/image" Target="../media/image403.png"/><Relationship Id="rId10" Type="http://schemas.openxmlformats.org/officeDocument/2006/relationships/image" Target="../media/image435.png"/><Relationship Id="rId4" Type="http://schemas.openxmlformats.org/officeDocument/2006/relationships/image" Target="../media/image490.png"/><Relationship Id="rId9" Type="http://schemas.openxmlformats.org/officeDocument/2006/relationships/image" Target="../media/image493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5.png"/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97.png"/><Relationship Id="rId4" Type="http://schemas.openxmlformats.org/officeDocument/2006/relationships/image" Target="../media/image49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9.png"/><Relationship Id="rId2" Type="http://schemas.openxmlformats.org/officeDocument/2006/relationships/image" Target="../media/image498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502.pn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3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05.png"/><Relationship Id="rId4" Type="http://schemas.openxmlformats.org/officeDocument/2006/relationships/image" Target="../media/image504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7.png"/><Relationship Id="rId2" Type="http://schemas.openxmlformats.org/officeDocument/2006/relationships/image" Target="../media/image50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9.png"/><Relationship Id="rId2" Type="http://schemas.openxmlformats.org/officeDocument/2006/relationships/image" Target="../media/image508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512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png"/><Relationship Id="rId2" Type="http://schemas.openxmlformats.org/officeDocument/2006/relationships/image" Target="../media/image51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16.png"/><Relationship Id="rId4" Type="http://schemas.openxmlformats.org/officeDocument/2006/relationships/image" Target="../media/image515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png"/><Relationship Id="rId7" Type="http://schemas.openxmlformats.org/officeDocument/2006/relationships/slide" Target="slide1.xml"/><Relationship Id="rId2" Type="http://schemas.openxmlformats.org/officeDocument/2006/relationships/image" Target="../media/image5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9.png"/><Relationship Id="rId5" Type="http://schemas.openxmlformats.org/officeDocument/2006/relationships/image" Target="../media/image518.png"/><Relationship Id="rId4" Type="http://schemas.openxmlformats.org/officeDocument/2006/relationships/image" Target="../media/image517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1.png"/><Relationship Id="rId7" Type="http://schemas.openxmlformats.org/officeDocument/2006/relationships/slide" Target="slide1.xml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4.png"/><Relationship Id="rId5" Type="http://schemas.openxmlformats.org/officeDocument/2006/relationships/image" Target="../media/image523.png"/><Relationship Id="rId4" Type="http://schemas.openxmlformats.org/officeDocument/2006/relationships/image" Target="../media/image522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25.jpg"/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26.jpg"/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png"/><Relationship Id="rId3" Type="http://schemas.openxmlformats.org/officeDocument/2006/relationships/image" Target="../media/image528.png"/><Relationship Id="rId7" Type="http://schemas.openxmlformats.org/officeDocument/2006/relationships/image" Target="../media/image99.png"/><Relationship Id="rId2" Type="http://schemas.openxmlformats.org/officeDocument/2006/relationships/image" Target="../media/image5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1.png"/><Relationship Id="rId5" Type="http://schemas.openxmlformats.org/officeDocument/2006/relationships/image" Target="../media/image530.png"/><Relationship Id="rId10" Type="http://schemas.openxmlformats.org/officeDocument/2006/relationships/slide" Target="slide1.xml"/><Relationship Id="rId4" Type="http://schemas.openxmlformats.org/officeDocument/2006/relationships/image" Target="../media/image529.png"/><Relationship Id="rId9" Type="http://schemas.openxmlformats.org/officeDocument/2006/relationships/image" Target="../media/image532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8.png"/><Relationship Id="rId21" Type="http://schemas.openxmlformats.org/officeDocument/2006/relationships/slide" Target="slide161.xml"/><Relationship Id="rId7" Type="http://schemas.openxmlformats.org/officeDocument/2006/relationships/image" Target="../media/image533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7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slide" Target="slide36.xml"/><Relationship Id="rId10" Type="http://schemas.openxmlformats.org/officeDocument/2006/relationships/image" Target="../media/image23.png"/><Relationship Id="rId19" Type="http://schemas.openxmlformats.org/officeDocument/2006/relationships/slide" Target="slide153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7.png"/><Relationship Id="rId3" Type="http://schemas.openxmlformats.org/officeDocument/2006/relationships/image" Target="../media/image535.png"/><Relationship Id="rId7" Type="http://schemas.openxmlformats.org/officeDocument/2006/relationships/image" Target="../media/image95.png"/><Relationship Id="rId2" Type="http://schemas.openxmlformats.org/officeDocument/2006/relationships/image" Target="../media/image5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6.png"/><Relationship Id="rId11" Type="http://schemas.openxmlformats.org/officeDocument/2006/relationships/slide" Target="slide1.xml"/><Relationship Id="rId5" Type="http://schemas.openxmlformats.org/officeDocument/2006/relationships/image" Target="../media/image93.png"/><Relationship Id="rId10" Type="http://schemas.openxmlformats.org/officeDocument/2006/relationships/image" Target="../media/image538.png"/><Relationship Id="rId4" Type="http://schemas.openxmlformats.org/officeDocument/2006/relationships/image" Target="../media/image92.png"/><Relationship Id="rId9" Type="http://schemas.openxmlformats.org/officeDocument/2006/relationships/image" Target="../media/image312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39.jpg"/><Relationship Id="rId1" Type="http://schemas.openxmlformats.org/officeDocument/2006/relationships/slideLayout" Target="../slideLayouts/slideLayout5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40.jpg"/><Relationship Id="rId1" Type="http://schemas.openxmlformats.org/officeDocument/2006/relationships/slideLayout" Target="../slideLayouts/slideLayout5.xml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5.png"/><Relationship Id="rId3" Type="http://schemas.openxmlformats.org/officeDocument/2006/relationships/image" Target="../media/image542.png"/><Relationship Id="rId7" Type="http://schemas.openxmlformats.org/officeDocument/2006/relationships/image" Target="../media/image344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slide" Target="slide1.xml"/><Relationship Id="rId5" Type="http://schemas.openxmlformats.org/officeDocument/2006/relationships/image" Target="../media/image544.png"/><Relationship Id="rId10" Type="http://schemas.openxmlformats.org/officeDocument/2006/relationships/image" Target="../media/image547.png"/><Relationship Id="rId4" Type="http://schemas.openxmlformats.org/officeDocument/2006/relationships/image" Target="../media/image543.png"/><Relationship Id="rId9" Type="http://schemas.openxmlformats.org/officeDocument/2006/relationships/image" Target="../media/image546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8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8.png"/><Relationship Id="rId21" Type="http://schemas.openxmlformats.org/officeDocument/2006/relationships/slide" Target="slide161.xml"/><Relationship Id="rId7" Type="http://schemas.openxmlformats.org/officeDocument/2006/relationships/image" Target="../media/image12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7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slide" Target="slide36.xml"/><Relationship Id="rId10" Type="http://schemas.openxmlformats.org/officeDocument/2006/relationships/image" Target="../media/image23.png"/><Relationship Id="rId19" Type="http://schemas.openxmlformats.org/officeDocument/2006/relationships/slide" Target="slide153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49.jpg"/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1.png"/><Relationship Id="rId7" Type="http://schemas.openxmlformats.org/officeDocument/2006/relationships/slide" Target="slide1.xml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4.png"/><Relationship Id="rId5" Type="http://schemas.openxmlformats.org/officeDocument/2006/relationships/image" Target="../media/image553.png"/><Relationship Id="rId4" Type="http://schemas.openxmlformats.org/officeDocument/2006/relationships/image" Target="../media/image552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6.png"/><Relationship Id="rId7" Type="http://schemas.openxmlformats.org/officeDocument/2006/relationships/slide" Target="slide1.xml"/><Relationship Id="rId2" Type="http://schemas.openxmlformats.org/officeDocument/2006/relationships/image" Target="../media/image5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8.png"/><Relationship Id="rId5" Type="http://schemas.openxmlformats.org/officeDocument/2006/relationships/image" Target="../media/image418.png"/><Relationship Id="rId4" Type="http://schemas.openxmlformats.org/officeDocument/2006/relationships/image" Target="../media/image557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3.png"/><Relationship Id="rId3" Type="http://schemas.openxmlformats.org/officeDocument/2006/relationships/image" Target="../media/image173.png"/><Relationship Id="rId7" Type="http://schemas.openxmlformats.org/officeDocument/2006/relationships/image" Target="../media/image562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1.png"/><Relationship Id="rId5" Type="http://schemas.openxmlformats.org/officeDocument/2006/relationships/image" Target="../media/image560.png"/><Relationship Id="rId10" Type="http://schemas.openxmlformats.org/officeDocument/2006/relationships/slide" Target="slide1.xml"/><Relationship Id="rId4" Type="http://schemas.openxmlformats.org/officeDocument/2006/relationships/image" Target="../media/image559.png"/><Relationship Id="rId9" Type="http://schemas.openxmlformats.org/officeDocument/2006/relationships/image" Target="../media/image351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8.png"/><Relationship Id="rId21" Type="http://schemas.openxmlformats.org/officeDocument/2006/relationships/slide" Target="slide161.xml"/><Relationship Id="rId7" Type="http://schemas.openxmlformats.org/officeDocument/2006/relationships/image" Target="../media/image12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7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slide" Target="slide36.xml"/><Relationship Id="rId10" Type="http://schemas.openxmlformats.org/officeDocument/2006/relationships/image" Target="../media/image23.png"/><Relationship Id="rId19" Type="http://schemas.openxmlformats.org/officeDocument/2006/relationships/slide" Target="slide153.xml"/><Relationship Id="rId4" Type="http://schemas.openxmlformats.org/officeDocument/2006/relationships/image" Target="../media/image9.png"/><Relationship Id="rId9" Type="http://schemas.openxmlformats.org/officeDocument/2006/relationships/image" Target="../media/image56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6.png"/><Relationship Id="rId2" Type="http://schemas.openxmlformats.org/officeDocument/2006/relationships/image" Target="../media/image56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82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8.png"/><Relationship Id="rId2" Type="http://schemas.openxmlformats.org/officeDocument/2006/relationships/image" Target="../media/image56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69.png"/><Relationship Id="rId4" Type="http://schemas.openxmlformats.org/officeDocument/2006/relationships/image" Target="../media/image207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8.xml"/><Relationship Id="rId18" Type="http://schemas.openxmlformats.org/officeDocument/2006/relationships/slide" Target="slide147.xml"/><Relationship Id="rId3" Type="http://schemas.openxmlformats.org/officeDocument/2006/relationships/image" Target="../media/image8.png"/><Relationship Id="rId21" Type="http://schemas.openxmlformats.org/officeDocument/2006/relationships/slide" Target="slide161.xml"/><Relationship Id="rId7" Type="http://schemas.openxmlformats.org/officeDocument/2006/relationships/image" Target="../media/image12.png"/><Relationship Id="rId12" Type="http://schemas.openxmlformats.org/officeDocument/2006/relationships/slide" Target="slide3.xml"/><Relationship Id="rId17" Type="http://schemas.openxmlformats.org/officeDocument/2006/relationships/slide" Target="slide120.xml"/><Relationship Id="rId2" Type="http://schemas.openxmlformats.org/officeDocument/2006/relationships/image" Target="../media/image7.png"/><Relationship Id="rId16" Type="http://schemas.openxmlformats.org/officeDocument/2006/relationships/slide" Target="slide102.xml"/><Relationship Id="rId20" Type="http://schemas.openxmlformats.org/officeDocument/2006/relationships/slide" Target="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570.png"/><Relationship Id="rId5" Type="http://schemas.openxmlformats.org/officeDocument/2006/relationships/image" Target="../media/image10.png"/><Relationship Id="rId15" Type="http://schemas.openxmlformats.org/officeDocument/2006/relationships/slide" Target="slide36.xml"/><Relationship Id="rId10" Type="http://schemas.openxmlformats.org/officeDocument/2006/relationships/image" Target="../media/image23.png"/><Relationship Id="rId19" Type="http://schemas.openxmlformats.org/officeDocument/2006/relationships/slide" Target="slide153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slide" Target="slide17.xml"/><Relationship Id="rId22" Type="http://schemas.openxmlformats.org/officeDocument/2006/relationships/slide" Target="slide1.xml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451.png"/><Relationship Id="rId7" Type="http://schemas.openxmlformats.org/officeDocument/2006/relationships/image" Target="../media/image575.png"/><Relationship Id="rId2" Type="http://schemas.openxmlformats.org/officeDocument/2006/relationships/image" Target="../media/image5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4.png"/><Relationship Id="rId5" Type="http://schemas.openxmlformats.org/officeDocument/2006/relationships/image" Target="../media/image573.png"/><Relationship Id="rId4" Type="http://schemas.openxmlformats.org/officeDocument/2006/relationships/image" Target="../media/image572.png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9.png"/><Relationship Id="rId3" Type="http://schemas.openxmlformats.org/officeDocument/2006/relationships/image" Target="../media/image402.png"/><Relationship Id="rId7" Type="http://schemas.openxmlformats.org/officeDocument/2006/relationships/image" Target="../media/image578.png"/><Relationship Id="rId2" Type="http://schemas.openxmlformats.org/officeDocument/2006/relationships/image" Target="../media/image5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7.png"/><Relationship Id="rId5" Type="http://schemas.openxmlformats.org/officeDocument/2006/relationships/image" Target="../media/image532.png"/><Relationship Id="rId10" Type="http://schemas.openxmlformats.org/officeDocument/2006/relationships/slide" Target="slide1.xml"/><Relationship Id="rId4" Type="http://schemas.openxmlformats.org/officeDocument/2006/relationships/image" Target="../media/image403.png"/><Relationship Id="rId9" Type="http://schemas.openxmlformats.org/officeDocument/2006/relationships/image" Target="../media/image580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png"/><Relationship Id="rId3" Type="http://schemas.openxmlformats.org/officeDocument/2006/relationships/image" Target="../media/image582.png"/><Relationship Id="rId7" Type="http://schemas.openxmlformats.org/officeDocument/2006/relationships/image" Target="../media/image210.png"/><Relationship Id="rId2" Type="http://schemas.openxmlformats.org/officeDocument/2006/relationships/image" Target="../media/image58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583.png"/><Relationship Id="rId10" Type="http://schemas.openxmlformats.org/officeDocument/2006/relationships/slide" Target="slide1.xml"/><Relationship Id="rId4" Type="http://schemas.openxmlformats.org/officeDocument/2006/relationships/image" Target="../media/image225.png"/><Relationship Id="rId9" Type="http://schemas.openxmlformats.org/officeDocument/2006/relationships/image" Target="../media/image5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"/>
            <a:ext cx="5759830" cy="32398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82470" y="1376044"/>
            <a:ext cx="3325495" cy="515620"/>
          </a:xfrm>
          <a:prstGeom prst="rect">
            <a:avLst/>
          </a:prstGeom>
          <a:solidFill>
            <a:srgbClr val="FFFFFF">
              <a:alpha val="79606"/>
            </a:srgbClr>
          </a:solidFill>
          <a:ln w="12649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83285" marR="937260" indent="-184785">
              <a:lnSpc>
                <a:spcPct val="102899"/>
              </a:lnSpc>
              <a:spcBef>
                <a:spcPts val="600"/>
              </a:spcBef>
            </a:pPr>
            <a:r>
              <a:rPr sz="1400" cap="small" dirty="0">
                <a:latin typeface="Cambria"/>
                <a:cs typeface="Cambria"/>
              </a:rPr>
              <a:t>Deep</a:t>
            </a:r>
            <a:r>
              <a:rPr sz="1400" cap="small" spc="95" dirty="0">
                <a:latin typeface="Cambria"/>
                <a:cs typeface="Cambria"/>
              </a:rPr>
              <a:t> </a:t>
            </a:r>
            <a:r>
              <a:rPr sz="1400" cap="small" dirty="0">
                <a:latin typeface="Cambria"/>
                <a:cs typeface="Cambria"/>
              </a:rPr>
              <a:t>Neural</a:t>
            </a:r>
            <a:r>
              <a:rPr sz="1400" cap="small" spc="90" dirty="0">
                <a:latin typeface="Cambria"/>
                <a:cs typeface="Cambria"/>
              </a:rPr>
              <a:t> </a:t>
            </a:r>
            <a:r>
              <a:rPr sz="1400" cap="small" spc="-45" dirty="0">
                <a:latin typeface="Cambria"/>
                <a:cs typeface="Cambria"/>
              </a:rPr>
              <a:t>Network</a:t>
            </a:r>
            <a:r>
              <a:rPr sz="1400" cap="small" dirty="0">
                <a:latin typeface="Cambria"/>
                <a:cs typeface="Cambria"/>
              </a:rPr>
              <a:t> Module</a:t>
            </a:r>
            <a:r>
              <a:rPr sz="1400" cap="small" spc="80" dirty="0">
                <a:latin typeface="Cambria"/>
                <a:cs typeface="Cambria"/>
              </a:rPr>
              <a:t> </a:t>
            </a:r>
            <a:r>
              <a:rPr sz="1400" cap="small" dirty="0">
                <a:latin typeface="Cambria"/>
                <a:cs typeface="Cambria"/>
              </a:rPr>
              <a:t># 6:</a:t>
            </a:r>
            <a:r>
              <a:rPr sz="1400" cap="small" spc="10" dirty="0">
                <a:latin typeface="Cambria"/>
                <a:cs typeface="Cambria"/>
              </a:rPr>
              <a:t> </a:t>
            </a:r>
            <a:r>
              <a:rPr sz="1400" cap="small" spc="-25" dirty="0">
                <a:latin typeface="Cambria"/>
                <a:cs typeface="Cambria"/>
              </a:rPr>
              <a:t>CNN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9844" y="2243525"/>
            <a:ext cx="954405" cy="3911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DNN</a:t>
            </a:r>
            <a:r>
              <a:rPr sz="9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Team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BITS</a:t>
            </a:r>
            <a:r>
              <a:rPr sz="9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Pilani</a:t>
            </a:r>
            <a:r>
              <a:rPr sz="9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WILP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2019" y="950493"/>
            <a:ext cx="2916555" cy="777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3365" marR="200660" algn="ctr">
              <a:lnSpc>
                <a:spcPct val="114799"/>
              </a:lnSpc>
              <a:spcBef>
                <a:spcPts val="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The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instructor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is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gratefully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acknowledging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the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authors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who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made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their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course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materials</a:t>
            </a:r>
            <a:r>
              <a:rPr sz="1050" spc="-6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freely</a:t>
            </a:r>
            <a:r>
              <a:rPr sz="1050" spc="-6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available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online.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This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deck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is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prepared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by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Seetha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Parameswaran.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723389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14768"/>
            <a:ext cx="5760085" cy="2519045"/>
            <a:chOff x="0" y="714768"/>
            <a:chExt cx="5760085" cy="2519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053858"/>
              <a:ext cx="1840230" cy="16306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4070" y="714768"/>
              <a:ext cx="2045970" cy="19697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358200" y="434160"/>
              <a:ext cx="4762080" cy="135720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3800" y="421560"/>
                <a:ext cx="4788720" cy="138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2769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Face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878" y="520458"/>
            <a:ext cx="3124200" cy="22783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9457" y="2821635"/>
            <a:ext cx="2278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Fei-</a:t>
            </a:r>
            <a:r>
              <a:rPr sz="900" dirty="0">
                <a:latin typeface="Arial MT"/>
                <a:cs typeface="Arial MT"/>
              </a:rPr>
              <a:t>Fei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 &amp;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Justin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Johnson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&amp;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Serena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Yeung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6" name="object 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2343240" y="545400"/>
              <a:ext cx="86760" cy="910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2080" y="533160"/>
                <a:ext cx="106560" cy="11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6490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Recognition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766" y="806919"/>
            <a:ext cx="2900299" cy="15858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03654" y="2415336"/>
            <a:ext cx="21634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Derin-Renme-Nedir-Akademik-Biliim-</a:t>
            </a:r>
            <a:r>
              <a:rPr sz="900" spc="-20" dirty="0">
                <a:latin typeface="Arial MT"/>
                <a:cs typeface="Arial MT"/>
              </a:rPr>
              <a:t>2016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6" name="object 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1479960" y="936360"/>
              <a:ext cx="847800" cy="61632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9520" y="926280"/>
                <a:ext cx="868320" cy="63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4878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Captioning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41820"/>
            <a:ext cx="5760085" cy="2691765"/>
            <a:chOff x="0" y="541820"/>
            <a:chExt cx="5760085" cy="2691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6934" y="541820"/>
              <a:ext cx="3306064" cy="24022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279720" y="414360"/>
              <a:ext cx="4271760" cy="9468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000" y="401760"/>
                <a:ext cx="4293720" cy="96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Digital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Grayscale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65" dirty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4582" y="586231"/>
            <a:ext cx="1532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Pixel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intensities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050" i="1" dirty="0">
                <a:latin typeface="Arial"/>
                <a:cs typeface="Arial"/>
              </a:rPr>
              <a:t>y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319" y="809205"/>
            <a:ext cx="4465320" cy="18859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38426" y="2700629"/>
            <a:ext cx="2197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https://mozanunal.com/2019/11/img2sh/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96120" y="329040"/>
              <a:ext cx="5169600" cy="14270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240" y="316440"/>
                <a:ext cx="5187600" cy="144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Digital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Color</a:t>
            </a:r>
            <a:r>
              <a:rPr cap="small" spc="45" dirty="0">
                <a:solidFill>
                  <a:srgbClr val="FFFFFF"/>
                </a:solidFill>
              </a:rPr>
              <a:t> </a:t>
            </a:r>
            <a:r>
              <a:rPr cap="small" spc="-55" dirty="0">
                <a:solidFill>
                  <a:srgbClr val="FFFFFF"/>
                </a:solidFill>
              </a:rPr>
              <a:t>Image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81812"/>
            <a:ext cx="5760085" cy="2651760"/>
            <a:chOff x="0" y="581812"/>
            <a:chExt cx="5760085" cy="2651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219" y="581812"/>
              <a:ext cx="2255520" cy="2133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72564" y="2785973"/>
            <a:ext cx="240411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https://www.mathworks.com/help/matlab/creating_plots/image-types.html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10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1870560" y="506880"/>
              <a:ext cx="2794680" cy="12837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7600" y="495360"/>
                <a:ext cx="2820240" cy="130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8282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Challenges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22909"/>
            <a:ext cx="5760085" cy="2710815"/>
            <a:chOff x="0" y="522909"/>
            <a:chExt cx="5760085" cy="27108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323" y="522909"/>
              <a:ext cx="4439411" cy="22722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59457" y="2818282"/>
            <a:ext cx="1911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Fei-</a:t>
            </a:r>
            <a:r>
              <a:rPr sz="900" dirty="0">
                <a:latin typeface="Arial MT"/>
                <a:cs typeface="Arial MT"/>
              </a:rPr>
              <a:t>Fei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 &amp;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Justin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Johnson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&amp;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Serena Yeung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670"/>
              </a:lnSpc>
            </a:pPr>
            <a:fld id="{81D60167-4931-47E6-BA6A-407CBD079E47}" type="slidenum">
              <a:rPr dirty="0"/>
              <a:t>11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629640" y="1274400"/>
              <a:ext cx="4251240" cy="3142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0640" y="1262880"/>
                <a:ext cx="4270680" cy="33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8282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Challenges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22909"/>
            <a:ext cx="5760085" cy="2710815"/>
            <a:chOff x="0" y="522909"/>
            <a:chExt cx="5760085" cy="27108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327" y="522909"/>
              <a:ext cx="4375404" cy="22722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59457" y="2818282"/>
            <a:ext cx="2278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Fei-</a:t>
            </a:r>
            <a:r>
              <a:rPr sz="900" dirty="0">
                <a:latin typeface="Arial MT"/>
                <a:cs typeface="Arial MT"/>
              </a:rPr>
              <a:t>Fei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 &amp;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Justin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Johnson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&amp;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Serena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Yeung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3534" y="3145485"/>
            <a:ext cx="2819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12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1657080" y="913320"/>
              <a:ext cx="3422520" cy="102240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8440" y="900720"/>
                <a:ext cx="3444480" cy="104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Image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Classification</a:t>
            </a:r>
            <a:r>
              <a:rPr cap="small" spc="9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</a:t>
            </a:r>
            <a:r>
              <a:rPr cap="small" spc="-1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Challenges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005" y="674255"/>
            <a:ext cx="1273175" cy="18446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35426" y="483869"/>
            <a:ext cx="10464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textcolorBitsRedr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5383" y="483869"/>
            <a:ext cx="10521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Pixelated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Images Images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3702" y="677430"/>
            <a:ext cx="4140200" cy="2209800"/>
            <a:chOff x="513702" y="677430"/>
            <a:chExt cx="4140200" cy="22098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9662" y="677430"/>
              <a:ext cx="1254125" cy="18383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596438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817863"/>
              <a:ext cx="69291" cy="6929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4448" y="2455712"/>
            <a:ext cx="3877945" cy="4730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50x50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requires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2500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dimensions.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1920x1080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about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million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inputs.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(2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Mega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Pixels)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/>
              <p14:cNvContentPartPr/>
              <p14:nvPr/>
            </p14:nvContentPartPr>
            <p14:xfrm>
              <a:off x="72720" y="64440"/>
              <a:ext cx="5638680" cy="294696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680" y="51120"/>
                <a:ext cx="5661720" cy="297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557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Invariance</a:t>
            </a:r>
            <a:r>
              <a:rPr sz="17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Challenges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555625"/>
            <a:ext cx="4345178" cy="5110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Object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appear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anywhere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 smtClean="0">
                <a:latin typeface="Arial MT"/>
                <a:cs typeface="Arial MT"/>
              </a:rPr>
              <a:t>image</a:t>
            </a:r>
            <a:r>
              <a:rPr lang="en-US" sz="1050" spc="-10" dirty="0" smtClean="0">
                <a:latin typeface="Arial MT"/>
                <a:cs typeface="Arial MT"/>
              </a:rPr>
              <a:t> </a:t>
            </a:r>
            <a:r>
              <a:rPr lang="en-US" sz="1050" dirty="0" smtClean="0"/>
              <a:t>Max pooling ensures </a:t>
            </a:r>
            <a:r>
              <a:rPr lang="en-US" sz="1050" b="1" dirty="0" smtClean="0"/>
              <a:t>Translation Invariance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 smtClean="0">
                <a:latin typeface="Arial MT"/>
                <a:cs typeface="Arial MT"/>
              </a:rPr>
              <a:t>.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89917" y="994585"/>
            <a:ext cx="5760085" cy="2444115"/>
            <a:chOff x="0" y="789749"/>
            <a:chExt cx="5760085" cy="24441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649" y="789749"/>
              <a:ext cx="4048759" cy="21031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1359360" y="504360"/>
              <a:ext cx="3028320" cy="18680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6040" y="490320"/>
                <a:ext cx="3056400" cy="189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Image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Equivariance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</a:t>
            </a:r>
            <a:r>
              <a:rPr cap="small" spc="-1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824" y="602360"/>
            <a:ext cx="44602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Changes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predictably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(equivalently)</a:t>
            </a:r>
            <a:r>
              <a:rPr sz="1050" dirty="0">
                <a:latin typeface="Arial MT"/>
                <a:cs typeface="Arial MT"/>
              </a:rPr>
              <a:t> should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affect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output.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500" y="828432"/>
            <a:ext cx="5760085" cy="2440305"/>
            <a:chOff x="0" y="793343"/>
            <a:chExt cx="5760085" cy="2440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4669" y="793343"/>
              <a:ext cx="4536440" cy="20878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943" y="970597"/>
            <a:ext cx="1566451" cy="341656"/>
          </a:xfrm>
          <a:prstGeom prst="rect">
            <a:avLst/>
          </a:prstGeom>
        </p:spPr>
        <p:txBody>
          <a:bodyPr vert="horz" wrap="square" lIns="0" tIns="33552" rIns="0" bIns="0" rtlCol="0">
            <a:spAutoFit/>
          </a:bodyPr>
          <a:lstStyle/>
          <a:p>
            <a:pPr marL="26841">
              <a:spcBef>
                <a:spcPts val="264"/>
              </a:spcBef>
            </a:pPr>
            <a:r>
              <a:rPr lang="en-US" sz="1000" spc="21" dirty="0"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 convolution operation is translation equivariant</a:t>
            </a:r>
            <a:endParaRPr lang="en-IN" sz="1000" spc="21" dirty="0">
              <a:latin typeface="Cambria" panose="02040503050406030204" pitchFamily="18" charset="0"/>
              <a:ea typeface="Cambria" panose="02040503050406030204" pitchFamily="18" charset="0"/>
              <a:cs typeface="Microsoft Sans Serif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6733" y="1409444"/>
            <a:ext cx="1585661" cy="495545"/>
          </a:xfrm>
          <a:prstGeom prst="rect">
            <a:avLst/>
          </a:prstGeom>
        </p:spPr>
        <p:txBody>
          <a:bodyPr vert="horz" wrap="square" lIns="0" tIns="33552" rIns="0" bIns="0" rtlCol="0">
            <a:spAutoFit/>
          </a:bodyPr>
          <a:lstStyle/>
          <a:p>
            <a:pPr marL="26841">
              <a:spcBef>
                <a:spcPts val="264"/>
              </a:spcBef>
            </a:pPr>
            <a:r>
              <a:rPr lang="en-US" altLang="en-US" sz="1000" spc="21" dirty="0"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A </a:t>
            </a:r>
            <a:r>
              <a:rPr lang="en-US" altLang="en-US" sz="1000" spc="21" dirty="0" smtClean="0"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function is </a:t>
            </a:r>
            <a:r>
              <a:rPr lang="en-US" altLang="en-US" sz="1000" spc="21" dirty="0"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said equivariant to a </a:t>
            </a:r>
            <a:r>
              <a:rPr lang="en-US" altLang="en-US" sz="1000" spc="21" dirty="0" smtClean="0"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function if </a:t>
            </a:r>
            <a:r>
              <a:rPr lang="en-US" altLang="en-US" sz="1000" spc="21" dirty="0"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and only </a:t>
            </a:r>
            <a:r>
              <a:rPr lang="en-US" altLang="en-US" sz="1000" spc="21" dirty="0" smtClean="0"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if</a:t>
            </a:r>
            <a:endParaRPr lang="en-US" altLang="en-US" sz="1000" spc="21" dirty="0">
              <a:latin typeface="Cambria" panose="02040503050406030204" pitchFamily="18" charset="0"/>
              <a:ea typeface="Cambria" panose="02040503050406030204" pitchFamily="18" charset="0"/>
              <a:cs typeface="Microsoft Sans Serif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/>
              <p14:cNvContentPartPr/>
              <p14:nvPr/>
            </p14:nvContentPartPr>
            <p14:xfrm>
              <a:off x="1018440" y="901080"/>
              <a:ext cx="8175240" cy="486288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6200" y="887400"/>
                <a:ext cx="8201520" cy="48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9622" y="1984141"/>
                <a:ext cx="118583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1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22" y="1984141"/>
                <a:ext cx="1185837" cy="153888"/>
              </a:xfrm>
              <a:prstGeom prst="rect">
                <a:avLst/>
              </a:prstGeom>
              <a:blipFill rotWithShape="0">
                <a:blip r:embed="rId6"/>
                <a:stretch>
                  <a:fillRect l="-5128" b="-384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/>
              <p14:cNvContentPartPr/>
              <p14:nvPr/>
            </p14:nvContentPartPr>
            <p14:xfrm>
              <a:off x="247680" y="934200"/>
              <a:ext cx="4650120" cy="14457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6160" y="923760"/>
                <a:ext cx="4673160" cy="146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6441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94613"/>
            <a:ext cx="5760085" cy="2339340"/>
            <a:chOff x="0" y="894613"/>
            <a:chExt cx="5760085" cy="23393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357" y="894613"/>
              <a:ext cx="4865370" cy="15201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1039320" y="482400"/>
              <a:ext cx="2935800" cy="17632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9600" y="476280"/>
                <a:ext cx="2960280" cy="17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/>
              <p14:cNvContentPartPr/>
              <p14:nvPr/>
            </p14:nvContentPartPr>
            <p14:xfrm>
              <a:off x="1929960" y="2305440"/>
              <a:ext cx="3841560" cy="7318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16280" y="2291760"/>
                <a:ext cx="3870720" cy="75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What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is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Convolutional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Neural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Network?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903985"/>
            <a:ext cx="5193030" cy="1630045"/>
            <a:chOff x="309194" y="903985"/>
            <a:chExt cx="5193030" cy="1630045"/>
          </a:xfrm>
        </p:grpSpPr>
        <p:sp>
          <p:nvSpPr>
            <p:cNvPr id="4" name="object 4"/>
            <p:cNvSpPr/>
            <p:nvPr/>
          </p:nvSpPr>
          <p:spPr>
            <a:xfrm>
              <a:off x="309194" y="903985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3937"/>
                  </a:lnTo>
                  <a:lnTo>
                    <a:pt x="14922" y="14859"/>
                  </a:lnTo>
                  <a:lnTo>
                    <a:pt x="4000" y="30987"/>
                  </a:lnTo>
                  <a:lnTo>
                    <a:pt x="0" y="50800"/>
                  </a:lnTo>
                  <a:lnTo>
                    <a:pt x="0" y="206883"/>
                  </a:lnTo>
                  <a:lnTo>
                    <a:pt x="5141645" y="206883"/>
                  </a:lnTo>
                  <a:lnTo>
                    <a:pt x="5141645" y="50800"/>
                  </a:lnTo>
                  <a:lnTo>
                    <a:pt x="5137708" y="30987"/>
                  </a:lnTo>
                  <a:lnTo>
                    <a:pt x="5126786" y="14859"/>
                  </a:lnTo>
                  <a:lnTo>
                    <a:pt x="5110530" y="3937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657476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948143"/>
              <a:ext cx="5192522" cy="8109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1142491"/>
              <a:ext cx="5142230" cy="565785"/>
            </a:xfrm>
            <a:custGeom>
              <a:avLst/>
              <a:gdLst/>
              <a:ahLst/>
              <a:cxnLst/>
              <a:rect l="l" t="t" r="r" b="b"/>
              <a:pathLst>
                <a:path w="5142230" h="565785">
                  <a:moveTo>
                    <a:pt x="5141645" y="0"/>
                  </a:moveTo>
                  <a:lnTo>
                    <a:pt x="0" y="0"/>
                  </a:lnTo>
                  <a:lnTo>
                    <a:pt x="0" y="514985"/>
                  </a:lnTo>
                  <a:lnTo>
                    <a:pt x="4000" y="534797"/>
                  </a:lnTo>
                  <a:lnTo>
                    <a:pt x="14922" y="550926"/>
                  </a:lnTo>
                  <a:lnTo>
                    <a:pt x="31076" y="561848"/>
                  </a:lnTo>
                  <a:lnTo>
                    <a:pt x="50800" y="565785"/>
                  </a:lnTo>
                  <a:lnTo>
                    <a:pt x="5090845" y="565785"/>
                  </a:lnTo>
                  <a:lnTo>
                    <a:pt x="5110530" y="561848"/>
                  </a:lnTo>
                  <a:lnTo>
                    <a:pt x="5126786" y="550926"/>
                  </a:lnTo>
                  <a:lnTo>
                    <a:pt x="5137708" y="534797"/>
                  </a:lnTo>
                  <a:lnTo>
                    <a:pt x="5141645" y="514985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986281"/>
              <a:ext cx="0" cy="690245"/>
            </a:xfrm>
            <a:custGeom>
              <a:avLst/>
              <a:gdLst/>
              <a:ahLst/>
              <a:cxnLst/>
              <a:rect l="l" t="t" r="r" b="b"/>
              <a:pathLst>
                <a:path h="690244">
                  <a:moveTo>
                    <a:pt x="0" y="690244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97358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96088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94818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929131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9194" y="1860295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>
                  <a:moveTo>
                    <a:pt x="5090845" y="0"/>
                  </a:moveTo>
                  <a:lnTo>
                    <a:pt x="50800" y="0"/>
                  </a:lnTo>
                  <a:lnTo>
                    <a:pt x="31076" y="3937"/>
                  </a:lnTo>
                  <a:lnTo>
                    <a:pt x="14922" y="14859"/>
                  </a:lnTo>
                  <a:lnTo>
                    <a:pt x="4000" y="30987"/>
                  </a:lnTo>
                  <a:lnTo>
                    <a:pt x="0" y="50800"/>
                  </a:lnTo>
                  <a:lnTo>
                    <a:pt x="0" y="206844"/>
                  </a:lnTo>
                  <a:lnTo>
                    <a:pt x="5141645" y="206844"/>
                  </a:lnTo>
                  <a:lnTo>
                    <a:pt x="5141645" y="50800"/>
                  </a:lnTo>
                  <a:lnTo>
                    <a:pt x="5137708" y="30987"/>
                  </a:lnTo>
                  <a:lnTo>
                    <a:pt x="5126786" y="14859"/>
                  </a:lnTo>
                  <a:lnTo>
                    <a:pt x="5110530" y="3937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2432278"/>
              <a:ext cx="101600" cy="101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194" y="1904491"/>
              <a:ext cx="5192522" cy="6293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9194" y="2098763"/>
              <a:ext cx="5142230" cy="384810"/>
            </a:xfrm>
            <a:custGeom>
              <a:avLst/>
              <a:gdLst/>
              <a:ahLst/>
              <a:cxnLst/>
              <a:rect l="l" t="t" r="r" b="b"/>
              <a:pathLst>
                <a:path w="5142230" h="384810">
                  <a:moveTo>
                    <a:pt x="5141645" y="0"/>
                  </a:moveTo>
                  <a:lnTo>
                    <a:pt x="0" y="0"/>
                  </a:lnTo>
                  <a:lnTo>
                    <a:pt x="0" y="333514"/>
                  </a:lnTo>
                  <a:lnTo>
                    <a:pt x="4000" y="353237"/>
                  </a:lnTo>
                  <a:lnTo>
                    <a:pt x="14922" y="369392"/>
                  </a:lnTo>
                  <a:lnTo>
                    <a:pt x="31076" y="380301"/>
                  </a:lnTo>
                  <a:lnTo>
                    <a:pt x="50800" y="384314"/>
                  </a:lnTo>
                  <a:lnTo>
                    <a:pt x="5090845" y="384314"/>
                  </a:lnTo>
                  <a:lnTo>
                    <a:pt x="5110530" y="380301"/>
                  </a:lnTo>
                  <a:lnTo>
                    <a:pt x="5126786" y="369392"/>
                  </a:lnTo>
                  <a:lnTo>
                    <a:pt x="5137708" y="353237"/>
                  </a:lnTo>
                  <a:lnTo>
                    <a:pt x="5141645" y="333514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FF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50840" y="1942591"/>
              <a:ext cx="0" cy="509270"/>
            </a:xfrm>
            <a:custGeom>
              <a:avLst/>
              <a:gdLst/>
              <a:ahLst/>
              <a:cxnLst/>
              <a:rect l="l" t="t" r="r" b="b"/>
              <a:pathLst>
                <a:path h="509269">
                  <a:moveTo>
                    <a:pt x="0" y="508736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46077" y="192989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699"/>
                  </a:moveTo>
                  <a:lnTo>
                    <a:pt x="9525" y="12699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46077" y="191719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699"/>
                  </a:moveTo>
                  <a:lnTo>
                    <a:pt x="9525" y="12699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46077" y="190449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699"/>
                  </a:moveTo>
                  <a:lnTo>
                    <a:pt x="9525" y="12699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46077" y="1885441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49"/>
                  </a:moveTo>
                  <a:lnTo>
                    <a:pt x="9525" y="19049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3832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cap="small" spc="-10" dirty="0"/>
              <a:t>Definition</a:t>
            </a:r>
          </a:p>
          <a:p>
            <a:pPr marL="25400" marR="5080">
              <a:lnSpc>
                <a:spcPct val="114799"/>
              </a:lnSpc>
              <a:spcBef>
                <a:spcPts val="45"/>
              </a:spcBef>
            </a:pP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Convolutional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Neural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Network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(CNN)</a:t>
            </a:r>
            <a:r>
              <a:rPr sz="105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specialized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type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deep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neural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network designed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process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data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with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grid-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like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topology,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such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as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images,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where</a:t>
            </a:r>
            <a:r>
              <a:rPr sz="10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spatial relationships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between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data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points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are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important.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endParaRPr sz="10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cap="small" dirty="0">
                <a:solidFill>
                  <a:srgbClr val="FF0000"/>
                </a:solidFill>
              </a:rPr>
              <a:t>Core</a:t>
            </a:r>
            <a:r>
              <a:rPr cap="small" spc="75" dirty="0">
                <a:solidFill>
                  <a:srgbClr val="FF0000"/>
                </a:solidFill>
              </a:rPr>
              <a:t> </a:t>
            </a:r>
            <a:r>
              <a:rPr cap="small" spc="-10" dirty="0">
                <a:solidFill>
                  <a:srgbClr val="FF0000"/>
                </a:solidFill>
              </a:rPr>
              <a:t>Insight</a:t>
            </a:r>
          </a:p>
          <a:p>
            <a:pPr marL="25400" marR="22225">
              <a:lnSpc>
                <a:spcPct val="115199"/>
              </a:lnSpc>
              <a:spcBef>
                <a:spcPts val="35"/>
              </a:spcBef>
            </a:pP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CNNs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mimic</a:t>
            </a:r>
            <a:r>
              <a:rPr sz="105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visual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cortex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by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detecting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simple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patterns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(edges,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corners)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early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layers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combining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them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into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complex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objects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(faces,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cars)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deeper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layers.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4" name="object 2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Ink 28"/>
              <p14:cNvContentPartPr/>
              <p14:nvPr/>
            </p14:nvContentPartPr>
            <p14:xfrm>
              <a:off x="643680" y="420120"/>
              <a:ext cx="4436640" cy="126576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3240" y="408600"/>
                <a:ext cx="4462560" cy="128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Why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Convolutional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Networks?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1004823"/>
            <a:ext cx="5193030" cy="1377950"/>
            <a:chOff x="309194" y="1004823"/>
            <a:chExt cx="5193030" cy="1377950"/>
          </a:xfrm>
        </p:grpSpPr>
        <p:sp>
          <p:nvSpPr>
            <p:cNvPr id="4" name="object 4"/>
            <p:cNvSpPr/>
            <p:nvPr/>
          </p:nvSpPr>
          <p:spPr>
            <a:xfrm>
              <a:off x="309194" y="1004823"/>
              <a:ext cx="5142230" cy="208915"/>
            </a:xfrm>
            <a:custGeom>
              <a:avLst/>
              <a:gdLst/>
              <a:ahLst/>
              <a:cxnLst/>
              <a:rect l="l" t="t" r="r" b="b"/>
              <a:pathLst>
                <a:path w="5142230" h="208915">
                  <a:moveTo>
                    <a:pt x="5090845" y="0"/>
                  </a:moveTo>
                  <a:lnTo>
                    <a:pt x="50800" y="0"/>
                  </a:lnTo>
                  <a:lnTo>
                    <a:pt x="31076" y="3937"/>
                  </a:lnTo>
                  <a:lnTo>
                    <a:pt x="14922" y="14859"/>
                  </a:lnTo>
                  <a:lnTo>
                    <a:pt x="4000" y="30988"/>
                  </a:lnTo>
                  <a:lnTo>
                    <a:pt x="0" y="50800"/>
                  </a:lnTo>
                  <a:lnTo>
                    <a:pt x="0" y="208915"/>
                  </a:lnTo>
                  <a:lnTo>
                    <a:pt x="5141645" y="208915"/>
                  </a:lnTo>
                  <a:lnTo>
                    <a:pt x="5141645" y="50800"/>
                  </a:lnTo>
                  <a:lnTo>
                    <a:pt x="5137708" y="30988"/>
                  </a:lnTo>
                  <a:lnTo>
                    <a:pt x="5126786" y="14859"/>
                  </a:lnTo>
                  <a:lnTo>
                    <a:pt x="5110530" y="3937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2281046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1049019"/>
              <a:ext cx="5192522" cy="13336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1245361"/>
              <a:ext cx="5142230" cy="1086485"/>
            </a:xfrm>
            <a:custGeom>
              <a:avLst/>
              <a:gdLst/>
              <a:ahLst/>
              <a:cxnLst/>
              <a:rect l="l" t="t" r="r" b="b"/>
              <a:pathLst>
                <a:path w="5142230" h="1086485">
                  <a:moveTo>
                    <a:pt x="5141645" y="0"/>
                  </a:moveTo>
                  <a:lnTo>
                    <a:pt x="0" y="0"/>
                  </a:lnTo>
                  <a:lnTo>
                    <a:pt x="0" y="1035684"/>
                  </a:lnTo>
                  <a:lnTo>
                    <a:pt x="4000" y="1055408"/>
                  </a:lnTo>
                  <a:lnTo>
                    <a:pt x="14922" y="1071562"/>
                  </a:lnTo>
                  <a:lnTo>
                    <a:pt x="31076" y="1082471"/>
                  </a:lnTo>
                  <a:lnTo>
                    <a:pt x="50800" y="1086484"/>
                  </a:lnTo>
                  <a:lnTo>
                    <a:pt x="5090845" y="1086484"/>
                  </a:lnTo>
                  <a:lnTo>
                    <a:pt x="5110530" y="1082471"/>
                  </a:lnTo>
                  <a:lnTo>
                    <a:pt x="5126786" y="1071562"/>
                  </a:lnTo>
                  <a:lnTo>
                    <a:pt x="5137708" y="1055408"/>
                  </a:lnTo>
                  <a:lnTo>
                    <a:pt x="5141645" y="1035684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1087119"/>
              <a:ext cx="0" cy="1213485"/>
            </a:xfrm>
            <a:custGeom>
              <a:avLst/>
              <a:gdLst/>
              <a:ahLst/>
              <a:cxnLst/>
              <a:rect l="l" t="t" r="r" b="b"/>
              <a:pathLst>
                <a:path h="1213485">
                  <a:moveTo>
                    <a:pt x="0" y="1212977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1074419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1061719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1049019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1029969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299514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520875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742363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1963775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185200"/>
              <a:ext cx="69291" cy="6929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6963" y="938595"/>
            <a:ext cx="4607560" cy="13652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Why</a:t>
            </a:r>
            <a:r>
              <a:rPr sz="1400" cap="small" spc="8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CNNs</a:t>
            </a:r>
            <a:r>
              <a:rPr sz="1400" cap="small" spc="6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for</a:t>
            </a:r>
            <a:r>
              <a:rPr sz="1400" cap="small" spc="7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Images?</a:t>
            </a:r>
            <a:endParaRPr sz="1400">
              <a:latin typeface="Calibri"/>
              <a:cs typeface="Calibri"/>
            </a:endParaRPr>
          </a:p>
          <a:p>
            <a:pPr marL="309880">
              <a:lnSpc>
                <a:spcPct val="100000"/>
              </a:lnSpc>
              <a:spcBef>
                <a:spcPts val="365"/>
              </a:spcBef>
            </a:pPr>
            <a:r>
              <a:rPr sz="1050" b="1" dirty="0">
                <a:latin typeface="Arial"/>
                <a:cs typeface="Arial"/>
              </a:rPr>
              <a:t>Translation</a:t>
            </a:r>
            <a:r>
              <a:rPr sz="1050" b="1" spc="-4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Invariance: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Object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recognition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regardless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position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85"/>
              </a:spcBef>
            </a:pPr>
            <a:r>
              <a:rPr sz="1050" b="1" dirty="0">
                <a:latin typeface="Arial"/>
                <a:cs typeface="Arial"/>
              </a:rPr>
              <a:t>Local</a:t>
            </a:r>
            <a:r>
              <a:rPr sz="1050" b="1" spc="-4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Patterns: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Detect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edges,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textures,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shapes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locally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37700"/>
              </a:lnSpc>
              <a:spcBef>
                <a:spcPts val="5"/>
              </a:spcBef>
            </a:pPr>
            <a:r>
              <a:rPr sz="1050" b="1" spc="-10" dirty="0">
                <a:latin typeface="Arial"/>
                <a:cs typeface="Arial"/>
              </a:rPr>
              <a:t>Hierarchical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Features: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Low-</a:t>
            </a:r>
            <a:r>
              <a:rPr sz="1050" dirty="0">
                <a:latin typeface="Arial MT"/>
                <a:cs typeface="Arial MT"/>
              </a:rPr>
              <a:t>level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→ </a:t>
            </a:r>
            <a:r>
              <a:rPr sz="1050" spc="-10" dirty="0">
                <a:latin typeface="Arial MT"/>
                <a:cs typeface="Arial MT"/>
              </a:rPr>
              <a:t>Mid-level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→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Arial MT"/>
                <a:cs typeface="Arial MT"/>
              </a:rPr>
              <a:t>High-</a:t>
            </a:r>
            <a:r>
              <a:rPr sz="1050" dirty="0">
                <a:latin typeface="Arial MT"/>
                <a:cs typeface="Arial MT"/>
              </a:rPr>
              <a:t>level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features </a:t>
            </a:r>
            <a:r>
              <a:rPr sz="1050" b="1" spc="-10" dirty="0">
                <a:latin typeface="Arial"/>
                <a:cs typeface="Arial"/>
              </a:rPr>
              <a:t>Parameter</a:t>
            </a:r>
            <a:r>
              <a:rPr sz="1050" b="1" spc="-3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Efficiency: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Fewer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fully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networks </a:t>
            </a:r>
            <a:r>
              <a:rPr sz="1050" b="1" spc="-10" dirty="0">
                <a:latin typeface="Arial"/>
                <a:cs typeface="Arial"/>
              </a:rPr>
              <a:t>Computational</a:t>
            </a:r>
            <a:r>
              <a:rPr sz="1050" b="1" spc="-6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Efficiency: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Parallel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processing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convolutions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0" name="object 2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/>
              <p14:cNvContentPartPr/>
              <p14:nvPr/>
            </p14:nvContentPartPr>
            <p14:xfrm>
              <a:off x="426240" y="1215720"/>
              <a:ext cx="5115600" cy="110916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0840" y="1206000"/>
                <a:ext cx="5135040" cy="113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Why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for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Images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</a:t>
            </a:r>
            <a:r>
              <a:rPr cap="small" spc="-10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Locality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68578"/>
            <a:ext cx="5760085" cy="2565400"/>
            <a:chOff x="0" y="668578"/>
            <a:chExt cx="5760085" cy="256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66857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6924" y="1667916"/>
              <a:ext cx="3366135" cy="9886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4448" y="589914"/>
            <a:ext cx="33020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Some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patterns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much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whole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6963" y="2806090"/>
            <a:ext cx="1283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Courtesy: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Akka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Zemmari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Why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for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Images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</a:t>
            </a:r>
            <a:r>
              <a:rPr cap="small" spc="-10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Locality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84885"/>
            <a:ext cx="5193030" cy="803910"/>
            <a:chOff x="309194" y="584885"/>
            <a:chExt cx="519303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84885"/>
              <a:ext cx="69291" cy="692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9194" y="1094358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859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5141645" y="82423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859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28689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1144968"/>
              <a:ext cx="5090922" cy="24352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4" y="1138808"/>
              <a:ext cx="5142230" cy="199390"/>
            </a:xfrm>
            <a:custGeom>
              <a:avLst/>
              <a:gdLst/>
              <a:ahLst/>
              <a:cxnLst/>
              <a:rect l="l" t="t" r="r" b="b"/>
              <a:pathLst>
                <a:path w="5142230" h="199390">
                  <a:moveTo>
                    <a:pt x="5141645" y="0"/>
                  </a:moveTo>
                  <a:lnTo>
                    <a:pt x="0" y="0"/>
                  </a:lnTo>
                  <a:lnTo>
                    <a:pt x="0" y="148081"/>
                  </a:lnTo>
                  <a:lnTo>
                    <a:pt x="4000" y="167767"/>
                  </a:lnTo>
                  <a:lnTo>
                    <a:pt x="14922" y="183895"/>
                  </a:lnTo>
                  <a:lnTo>
                    <a:pt x="31076" y="194818"/>
                  </a:lnTo>
                  <a:lnTo>
                    <a:pt x="50800" y="198881"/>
                  </a:lnTo>
                  <a:lnTo>
                    <a:pt x="5090845" y="198881"/>
                  </a:lnTo>
                  <a:lnTo>
                    <a:pt x="5110530" y="194818"/>
                  </a:lnTo>
                  <a:lnTo>
                    <a:pt x="5126786" y="183895"/>
                  </a:lnTo>
                  <a:lnTo>
                    <a:pt x="5137708" y="167767"/>
                  </a:lnTo>
                  <a:lnTo>
                    <a:pt x="5141645" y="148081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50840" y="1183004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h="123190">
                  <a:moveTo>
                    <a:pt x="0" y="122936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117030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115760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114490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46077" y="1125854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4448" y="506348"/>
            <a:ext cx="33020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Some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patterns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much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whole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6963" y="1112647"/>
            <a:ext cx="42506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neuron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have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whole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discover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pattern.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1794395"/>
            <a:ext cx="5760085" cy="1439545"/>
            <a:chOff x="0" y="1794395"/>
            <a:chExt cx="5760085" cy="143954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6924" y="1794395"/>
              <a:ext cx="3366135" cy="98869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6963" y="2940971"/>
            <a:ext cx="12839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Courtesy: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Akka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Zemmari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/>
              <p14:cNvContentPartPr/>
              <p14:nvPr/>
            </p14:nvContentPartPr>
            <p14:xfrm>
              <a:off x="793080" y="1055880"/>
              <a:ext cx="2388600" cy="43704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4080" y="1043640"/>
                <a:ext cx="2409480" cy="45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702" y="617397"/>
            <a:ext cx="69291" cy="6929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894" y="98552"/>
            <a:ext cx="3928110" cy="63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EB1F27"/>
                </a:solidFill>
                <a:latin typeface="Calibri"/>
                <a:cs typeface="Calibri"/>
              </a:rPr>
              <a:t>Why</a:t>
            </a:r>
            <a:r>
              <a:rPr sz="1700" cap="small" spc="65" dirty="0">
                <a:solidFill>
                  <a:srgbClr val="EB1F27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EB1F27"/>
                </a:solidFill>
                <a:latin typeface="Calibri"/>
                <a:cs typeface="Calibri"/>
              </a:rPr>
              <a:t>CNN</a:t>
            </a:r>
            <a:r>
              <a:rPr sz="1700" cap="small" spc="-20" dirty="0">
                <a:solidFill>
                  <a:srgbClr val="EB1F27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EB1F27"/>
                </a:solidFill>
                <a:latin typeface="Calibri"/>
                <a:cs typeface="Calibri"/>
              </a:rPr>
              <a:t>for</a:t>
            </a:r>
            <a:r>
              <a:rPr sz="1700" cap="small" spc="60" dirty="0">
                <a:solidFill>
                  <a:srgbClr val="EB1F27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EB1F27"/>
                </a:solidFill>
                <a:latin typeface="Calibri"/>
                <a:cs typeface="Calibri"/>
              </a:rPr>
              <a:t>Images</a:t>
            </a:r>
            <a:r>
              <a:rPr sz="1700" cap="small" spc="70" dirty="0">
                <a:solidFill>
                  <a:srgbClr val="EB1F27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EB1F27"/>
                </a:solidFill>
                <a:latin typeface="Calibri"/>
                <a:cs typeface="Calibri"/>
              </a:rPr>
              <a:t>-</a:t>
            </a:r>
            <a:r>
              <a:rPr sz="1700" cap="small" spc="-15" dirty="0">
                <a:solidFill>
                  <a:srgbClr val="EB1F27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EB1F27"/>
                </a:solidFill>
                <a:latin typeface="Calibri"/>
                <a:cs typeface="Calibri"/>
              </a:rPr>
              <a:t>Translation</a:t>
            </a:r>
            <a:r>
              <a:rPr sz="1700" cap="small" spc="80" dirty="0">
                <a:solidFill>
                  <a:srgbClr val="EB1F27"/>
                </a:solidFill>
                <a:latin typeface="Calibri"/>
                <a:cs typeface="Calibri"/>
              </a:rPr>
              <a:t> </a:t>
            </a:r>
            <a:r>
              <a:rPr sz="1700" cap="small" spc="-10" dirty="0">
                <a:solidFill>
                  <a:srgbClr val="EB1F27"/>
                </a:solidFill>
                <a:latin typeface="Calibri"/>
                <a:cs typeface="Calibri"/>
              </a:rPr>
              <a:t>Invariance</a:t>
            </a:r>
            <a:endParaRPr sz="1700">
              <a:latin typeface="Calibri"/>
              <a:cs typeface="Calibri"/>
            </a:endParaRPr>
          </a:p>
          <a:p>
            <a:pPr marR="75565" algn="ctr">
              <a:lnSpc>
                <a:spcPct val="100000"/>
              </a:lnSpc>
              <a:spcBef>
                <a:spcPts val="1480"/>
              </a:spcBef>
            </a:pP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pattern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appear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regions.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58824"/>
            <a:ext cx="5760085" cy="2374900"/>
            <a:chOff x="0" y="858824"/>
            <a:chExt cx="5760085" cy="23749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2639" y="858824"/>
              <a:ext cx="3354704" cy="18745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6963" y="2940971"/>
            <a:ext cx="12839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Courtesy: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Akka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Zemmari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1398600" y="1005840"/>
              <a:ext cx="331200" cy="12693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92480" y="1001160"/>
                <a:ext cx="340920" cy="127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Why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for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Images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Scale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10" dirty="0">
                <a:solidFill>
                  <a:srgbClr val="FFFFFF"/>
                </a:solidFill>
              </a:rPr>
              <a:t>Invariance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46556"/>
            <a:ext cx="4241165" cy="1879600"/>
            <a:chOff x="513702" y="746556"/>
            <a:chExt cx="4241165" cy="1879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4655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2766" y="899426"/>
              <a:ext cx="3451860" cy="12858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334894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556319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44448" y="667588"/>
            <a:ext cx="30213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Sub-</a:t>
            </a:r>
            <a:r>
              <a:rPr sz="1050" dirty="0">
                <a:latin typeface="Arial MT"/>
                <a:cs typeface="Arial MT"/>
              </a:rPr>
              <a:t>sampling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pixels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will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object.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963" y="2237333"/>
            <a:ext cx="355282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" marR="5080">
              <a:lnSpc>
                <a:spcPct val="1381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We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10" dirty="0">
                <a:latin typeface="Arial MT"/>
                <a:cs typeface="Arial MT"/>
              </a:rPr>
              <a:t> sub-</a:t>
            </a:r>
            <a:r>
              <a:rPr sz="1050" dirty="0">
                <a:latin typeface="Arial MT"/>
                <a:cs typeface="Arial MT"/>
              </a:rPr>
              <a:t>sample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make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smaller.</a:t>
            </a:r>
            <a:r>
              <a:rPr sz="1050" spc="5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Less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process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900" dirty="0">
                <a:latin typeface="Arial MT"/>
                <a:cs typeface="Arial MT"/>
              </a:rPr>
              <a:t>Courtesy: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Akka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Zemmari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1" name="object 11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/>
              <p14:cNvContentPartPr/>
              <p14:nvPr/>
            </p14:nvContentPartPr>
            <p14:xfrm>
              <a:off x="992520" y="1191240"/>
              <a:ext cx="3910320" cy="109872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1360" y="1181520"/>
                <a:ext cx="3930480" cy="11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/>
              <p14:cNvContentPartPr/>
              <p14:nvPr/>
            </p14:nvContentPartPr>
            <p14:xfrm>
              <a:off x="3123720" y="395640"/>
              <a:ext cx="1982880" cy="171540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10040" y="382680"/>
                <a:ext cx="2009880" cy="174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3887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Whole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70" dirty="0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63676"/>
            <a:ext cx="5760085" cy="2769870"/>
            <a:chOff x="0" y="463676"/>
            <a:chExt cx="5760085" cy="2769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8353" y="463676"/>
              <a:ext cx="3143250" cy="24098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6963" y="2968707"/>
            <a:ext cx="12839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Courtesy: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Akka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Zemmari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705240" y="462240"/>
              <a:ext cx="4821840" cy="25718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5160" y="447840"/>
                <a:ext cx="4845960" cy="25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/>
              <p14:cNvContentPartPr/>
              <p14:nvPr/>
            </p14:nvContentPartPr>
            <p14:xfrm>
              <a:off x="2546280" y="596160"/>
              <a:ext cx="1815120" cy="164052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33320" y="585000"/>
                <a:ext cx="1841400" cy="1664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3887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Whole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70" dirty="0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63676"/>
            <a:ext cx="5760085" cy="2769870"/>
            <a:chOff x="0" y="463676"/>
            <a:chExt cx="5760085" cy="2769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452" y="463676"/>
              <a:ext cx="3337052" cy="24098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6963" y="2968707"/>
            <a:ext cx="12839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Courtesy: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Akka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Zemmari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1534320" y="450720"/>
              <a:ext cx="3804120" cy="143172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5680" y="438480"/>
                <a:ext cx="3825360" cy="145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3887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Whole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70" dirty="0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63676"/>
            <a:ext cx="5760085" cy="2769870"/>
            <a:chOff x="0" y="463676"/>
            <a:chExt cx="5760085" cy="2769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452" y="463676"/>
              <a:ext cx="3337052" cy="24098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6963" y="2968707"/>
            <a:ext cx="12839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Courtesy: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Akka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Zemmari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1333800" y="2172240"/>
              <a:ext cx="167040" cy="16884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3360" y="2157840"/>
                <a:ext cx="191880" cy="19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3887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Whole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70" dirty="0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63740"/>
            <a:ext cx="5760085" cy="2769870"/>
            <a:chOff x="0" y="463740"/>
            <a:chExt cx="5760085" cy="2769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3591" y="463740"/>
              <a:ext cx="3352800" cy="24202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6963" y="2968707"/>
            <a:ext cx="12839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 MT"/>
                <a:cs typeface="Arial MT"/>
              </a:rPr>
              <a:t>Courtesy: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Akka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Zemmari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689400" y="502560"/>
              <a:ext cx="4409280" cy="202896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440" y="492120"/>
                <a:ext cx="4433760" cy="204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Key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Principles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80" dirty="0">
                <a:solidFill>
                  <a:srgbClr val="FFFFFF"/>
                </a:solidFill>
              </a:rPr>
              <a:t>CNNs</a:t>
            </a:r>
          </a:p>
        </p:txBody>
      </p:sp>
      <p:sp>
        <p:nvSpPr>
          <p:cNvPr id="3" name="object 3"/>
          <p:cNvSpPr/>
          <p:nvPr/>
        </p:nvSpPr>
        <p:spPr>
          <a:xfrm>
            <a:off x="309194" y="747394"/>
            <a:ext cx="5142230" cy="207010"/>
          </a:xfrm>
          <a:custGeom>
            <a:avLst/>
            <a:gdLst/>
            <a:ahLst/>
            <a:cxnLst/>
            <a:rect l="l" t="t" r="r" b="b"/>
            <a:pathLst>
              <a:path w="5142230" h="207009">
                <a:moveTo>
                  <a:pt x="5090845" y="0"/>
                </a:moveTo>
                <a:lnTo>
                  <a:pt x="50800" y="0"/>
                </a:lnTo>
                <a:lnTo>
                  <a:pt x="31076" y="4063"/>
                </a:lnTo>
                <a:lnTo>
                  <a:pt x="14922" y="14858"/>
                </a:lnTo>
                <a:lnTo>
                  <a:pt x="4000" y="31114"/>
                </a:lnTo>
                <a:lnTo>
                  <a:pt x="0" y="50800"/>
                </a:lnTo>
                <a:lnTo>
                  <a:pt x="0" y="206882"/>
                </a:lnTo>
                <a:lnTo>
                  <a:pt x="5141645" y="206882"/>
                </a:lnTo>
                <a:lnTo>
                  <a:pt x="5141645" y="50800"/>
                </a:lnTo>
                <a:lnTo>
                  <a:pt x="5137708" y="31114"/>
                </a:lnTo>
                <a:lnTo>
                  <a:pt x="5126786" y="14858"/>
                </a:lnTo>
                <a:lnTo>
                  <a:pt x="5110530" y="4063"/>
                </a:lnTo>
                <a:lnTo>
                  <a:pt x="5090845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6963" y="707897"/>
            <a:ext cx="14020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Three</a:t>
            </a:r>
            <a:r>
              <a:rPr sz="1400" cap="small" spc="85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Key</a:t>
            </a:r>
            <a:r>
              <a:rPr sz="1400" cap="small" spc="8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25" dirty="0">
                <a:solidFill>
                  <a:srgbClr val="3333B1"/>
                </a:solidFill>
                <a:latin typeface="Calibri"/>
                <a:cs typeface="Calibri"/>
              </a:rPr>
              <a:t>Principles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9194" y="772540"/>
            <a:ext cx="5193030" cy="1996439"/>
            <a:chOff x="309194" y="772540"/>
            <a:chExt cx="5193030" cy="199643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2667126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791590"/>
              <a:ext cx="5192522" cy="19771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4" y="985900"/>
              <a:ext cx="5142230" cy="1732280"/>
            </a:xfrm>
            <a:custGeom>
              <a:avLst/>
              <a:gdLst/>
              <a:ahLst/>
              <a:cxnLst/>
              <a:rect l="l" t="t" r="r" b="b"/>
              <a:pathLst>
                <a:path w="5142230" h="1732280">
                  <a:moveTo>
                    <a:pt x="5141645" y="0"/>
                  </a:moveTo>
                  <a:lnTo>
                    <a:pt x="0" y="0"/>
                  </a:lnTo>
                  <a:lnTo>
                    <a:pt x="0" y="1681226"/>
                  </a:lnTo>
                  <a:lnTo>
                    <a:pt x="4000" y="1700949"/>
                  </a:lnTo>
                  <a:lnTo>
                    <a:pt x="14922" y="1717103"/>
                  </a:lnTo>
                  <a:lnTo>
                    <a:pt x="31076" y="1728012"/>
                  </a:lnTo>
                  <a:lnTo>
                    <a:pt x="50800" y="1732026"/>
                  </a:lnTo>
                  <a:lnTo>
                    <a:pt x="5090845" y="1732026"/>
                  </a:lnTo>
                  <a:lnTo>
                    <a:pt x="5110530" y="1728012"/>
                  </a:lnTo>
                  <a:lnTo>
                    <a:pt x="5126786" y="1717103"/>
                  </a:lnTo>
                  <a:lnTo>
                    <a:pt x="5137708" y="1700949"/>
                  </a:lnTo>
                  <a:lnTo>
                    <a:pt x="5141645" y="1681226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50840" y="829690"/>
              <a:ext cx="0" cy="1856739"/>
            </a:xfrm>
            <a:custGeom>
              <a:avLst/>
              <a:gdLst/>
              <a:ahLst/>
              <a:cxnLst/>
              <a:rect l="l" t="t" r="r" b="b"/>
              <a:pathLst>
                <a:path h="1856739">
                  <a:moveTo>
                    <a:pt x="0" y="1856486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81699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80429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79159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46077" y="772540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996" y="1015899"/>
              <a:ext cx="121259" cy="12125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83514" y="1001394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6996" y="1595400"/>
            <a:ext cx="121285" cy="701040"/>
            <a:chOff x="456996" y="1595400"/>
            <a:chExt cx="121285" cy="70104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996" y="1595400"/>
              <a:ext cx="121259" cy="12125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996" y="2174926"/>
              <a:ext cx="121259" cy="12125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83514" y="2160828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753" y="968755"/>
            <a:ext cx="23888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Local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Connectivity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(Sparse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Interactions)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3514" y="1180591"/>
            <a:ext cx="3564254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3090" indent="-290195">
              <a:lnSpc>
                <a:spcPct val="100000"/>
              </a:lnSpc>
              <a:spcBef>
                <a:spcPts val="95"/>
              </a:spcBef>
              <a:buSzPct val="105263"/>
              <a:buChar char="●"/>
              <a:tabLst>
                <a:tab pos="593090" algn="l"/>
              </a:tabLst>
            </a:pPr>
            <a:r>
              <a:rPr sz="950" dirty="0">
                <a:latin typeface="Arial MT"/>
                <a:cs typeface="Arial MT"/>
              </a:rPr>
              <a:t>Each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neuron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connects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only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local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region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of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the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input</a:t>
            </a:r>
            <a:endParaRPr sz="950">
              <a:latin typeface="Arial MT"/>
              <a:cs typeface="Arial MT"/>
            </a:endParaRPr>
          </a:p>
          <a:p>
            <a:pPr marL="593090" indent="-290195">
              <a:lnSpc>
                <a:spcPct val="100000"/>
              </a:lnSpc>
              <a:buSzPct val="105263"/>
              <a:buChar char="●"/>
              <a:tabLst>
                <a:tab pos="593090" algn="l"/>
              </a:tabLst>
            </a:pPr>
            <a:r>
              <a:rPr sz="950" dirty="0">
                <a:latin typeface="Arial MT"/>
                <a:cs typeface="Arial MT"/>
              </a:rPr>
              <a:t>Receptive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field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concept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600" spc="3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Sharing</a:t>
            </a:r>
            <a:endParaRPr sz="1050">
              <a:latin typeface="Arial MT"/>
              <a:cs typeface="Arial MT"/>
            </a:endParaRPr>
          </a:p>
          <a:p>
            <a:pPr marL="593090" indent="-290195">
              <a:lnSpc>
                <a:spcPct val="100000"/>
              </a:lnSpc>
              <a:spcBef>
                <a:spcPts val="380"/>
              </a:spcBef>
              <a:buSzPct val="105263"/>
              <a:buChar char="●"/>
              <a:tabLst>
                <a:tab pos="593090" algn="l"/>
              </a:tabLst>
            </a:pPr>
            <a:r>
              <a:rPr sz="950" dirty="0">
                <a:latin typeface="Arial MT"/>
                <a:cs typeface="Arial MT"/>
              </a:rPr>
              <a:t>Same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filter/kernel</a:t>
            </a:r>
            <a:r>
              <a:rPr sz="950" spc="-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used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across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entire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input</a:t>
            </a:r>
            <a:endParaRPr sz="950">
              <a:latin typeface="Arial MT"/>
              <a:cs typeface="Arial MT"/>
            </a:endParaRPr>
          </a:p>
          <a:p>
            <a:pPr marL="593090" indent="-290195">
              <a:lnSpc>
                <a:spcPct val="100000"/>
              </a:lnSpc>
              <a:spcBef>
                <a:spcPts val="5"/>
              </a:spcBef>
              <a:buSzPct val="105263"/>
              <a:buChar char="●"/>
              <a:tabLst>
                <a:tab pos="593090" algn="l"/>
              </a:tabLst>
            </a:pPr>
            <a:r>
              <a:rPr sz="950" dirty="0">
                <a:latin typeface="Arial MT"/>
                <a:cs typeface="Arial MT"/>
              </a:rPr>
              <a:t>Dramatically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reduces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parameters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753" y="2070912"/>
            <a:ext cx="17094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Equivariant</a:t>
            </a:r>
            <a:r>
              <a:rPr sz="1050" spc="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Representations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4293" y="2283967"/>
            <a:ext cx="2588895" cy="31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100"/>
              </a:spcBef>
              <a:buSzPct val="105263"/>
              <a:buChar char="●"/>
              <a:tabLst>
                <a:tab pos="302260" algn="l"/>
              </a:tabLst>
            </a:pPr>
            <a:r>
              <a:rPr sz="950" dirty="0">
                <a:latin typeface="Arial MT"/>
                <a:cs typeface="Arial MT"/>
              </a:rPr>
              <a:t>If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shifts,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output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shifts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correspondingly</a:t>
            </a:r>
            <a:endParaRPr sz="95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buSzPct val="105263"/>
              <a:buChar char="●"/>
              <a:tabLst>
                <a:tab pos="302260" algn="l"/>
              </a:tabLst>
            </a:pPr>
            <a:r>
              <a:rPr sz="950" spc="-10" dirty="0">
                <a:latin typeface="Arial MT"/>
                <a:cs typeface="Arial MT"/>
              </a:rPr>
              <a:t>Built-</a:t>
            </a:r>
            <a:r>
              <a:rPr sz="950" dirty="0">
                <a:latin typeface="Arial MT"/>
                <a:cs typeface="Arial MT"/>
              </a:rPr>
              <a:t>in translation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equivariance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5" name="object 2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0" name="Ink 29"/>
              <p14:cNvContentPartPr/>
              <p14:nvPr/>
            </p14:nvContentPartPr>
            <p14:xfrm>
              <a:off x="559800" y="1008360"/>
              <a:ext cx="3380040" cy="1456200"/>
            </p14:xfrm>
          </p:contentPart>
        </mc:Choice>
        <mc:Fallback>
          <p:pic>
            <p:nvPicPr>
              <p:cNvPr id="30" name="Ink 2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9720" y="996840"/>
                <a:ext cx="3405960" cy="148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Key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Characteristics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174546"/>
            <a:ext cx="5760085" cy="2059305"/>
            <a:chOff x="0" y="1174546"/>
            <a:chExt cx="5760085" cy="20593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17454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95907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617395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838756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060206"/>
              <a:ext cx="69291" cy="692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6143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38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Convolutional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Layers:</a:t>
            </a:r>
            <a:r>
              <a:rPr sz="1050" spc="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Apply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learnable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filters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10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detect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local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features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Pooling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Layers: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Reduce</a:t>
            </a:r>
            <a:r>
              <a:rPr sz="105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spatial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dimensions</a:t>
            </a:r>
            <a:r>
              <a:rPr sz="105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provide</a:t>
            </a:r>
            <a:r>
              <a:rPr sz="105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translation</a:t>
            </a:r>
            <a:r>
              <a:rPr sz="105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invariance</a:t>
            </a:r>
            <a:endParaRPr sz="1050">
              <a:latin typeface="Arial MT"/>
              <a:cs typeface="Arial MT"/>
            </a:endParaRPr>
          </a:p>
          <a:p>
            <a:pPr marL="322580" marR="854710">
              <a:lnSpc>
                <a:spcPct val="137600"/>
              </a:lnSpc>
              <a:spcBef>
                <a:spcPts val="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Hierarchical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Learning: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Build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complex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features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from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simple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ones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Sharing: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Same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filter</a:t>
            </a:r>
            <a:r>
              <a:rPr sz="105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applied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across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entire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input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Sparse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Connectivity: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Each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neuron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connects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local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region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only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29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/>
              <p14:cNvContentPartPr/>
              <p14:nvPr/>
            </p14:nvContentPartPr>
            <p14:xfrm>
              <a:off x="820800" y="1055520"/>
              <a:ext cx="4377960" cy="119808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1440" y="1041840"/>
                <a:ext cx="4401720" cy="122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How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2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Achieves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Image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20" dirty="0">
                <a:solidFill>
                  <a:srgbClr val="FFFFFF"/>
                </a:solidFill>
              </a:rPr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41527"/>
            <a:ext cx="5193030" cy="829310"/>
            <a:chOff x="309194" y="541527"/>
            <a:chExt cx="5193030" cy="829310"/>
          </a:xfrm>
        </p:grpSpPr>
        <p:sp>
          <p:nvSpPr>
            <p:cNvPr id="4" name="object 4"/>
            <p:cNvSpPr/>
            <p:nvPr/>
          </p:nvSpPr>
          <p:spPr>
            <a:xfrm>
              <a:off x="309194" y="54152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6"/>
                  </a:lnTo>
                  <a:lnTo>
                    <a:pt x="4000" y="31115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5"/>
                  </a:lnTo>
                  <a:lnTo>
                    <a:pt x="5126786" y="14986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268856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85762"/>
              <a:ext cx="5192522" cy="78469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80033"/>
              <a:ext cx="5142230" cy="539750"/>
            </a:xfrm>
            <a:custGeom>
              <a:avLst/>
              <a:gdLst/>
              <a:ahLst/>
              <a:cxnLst/>
              <a:rect l="l" t="t" r="r" b="b"/>
              <a:pathLst>
                <a:path w="5142230" h="539750">
                  <a:moveTo>
                    <a:pt x="5141645" y="0"/>
                  </a:moveTo>
                  <a:lnTo>
                    <a:pt x="0" y="0"/>
                  </a:lnTo>
                  <a:lnTo>
                    <a:pt x="0" y="488823"/>
                  </a:lnTo>
                  <a:lnTo>
                    <a:pt x="4000" y="508507"/>
                  </a:lnTo>
                  <a:lnTo>
                    <a:pt x="14922" y="524763"/>
                  </a:lnTo>
                  <a:lnTo>
                    <a:pt x="31076" y="535686"/>
                  </a:lnTo>
                  <a:lnTo>
                    <a:pt x="50800" y="539623"/>
                  </a:lnTo>
                  <a:lnTo>
                    <a:pt x="5090845" y="539623"/>
                  </a:lnTo>
                  <a:lnTo>
                    <a:pt x="5110530" y="535686"/>
                  </a:lnTo>
                  <a:lnTo>
                    <a:pt x="5126786" y="524763"/>
                  </a:lnTo>
                  <a:lnTo>
                    <a:pt x="5137708" y="508507"/>
                  </a:lnTo>
                  <a:lnTo>
                    <a:pt x="5141645" y="488823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23823"/>
              <a:ext cx="0" cy="664210"/>
            </a:xfrm>
            <a:custGeom>
              <a:avLst/>
              <a:gdLst/>
              <a:ahLst/>
              <a:cxnLst/>
              <a:rect l="l" t="t" r="r" b="b"/>
              <a:pathLst>
                <a:path h="664210">
                  <a:moveTo>
                    <a:pt x="0" y="66408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61112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9842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8572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66673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6963" y="463835"/>
            <a:ext cx="5012690" cy="65087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Hierarchical</a:t>
            </a:r>
            <a:r>
              <a:rPr sz="1400" cap="small" spc="14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Feature</a:t>
            </a:r>
            <a:r>
              <a:rPr sz="1400" cap="small" spc="95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Learning</a:t>
            </a:r>
            <a:r>
              <a:rPr sz="1400" cap="small" spc="15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Process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15199"/>
              </a:lnSpc>
              <a:spcBef>
                <a:spcPts val="40"/>
              </a:spcBef>
            </a:pPr>
            <a:r>
              <a:rPr sz="1050" dirty="0">
                <a:latin typeface="Arial MT"/>
                <a:cs typeface="Arial MT"/>
              </a:rPr>
              <a:t>CNNs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achieve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classification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through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hierarchical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extraction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process, </a:t>
            </a:r>
            <a:r>
              <a:rPr sz="1050" dirty="0">
                <a:latin typeface="Arial MT"/>
                <a:cs typeface="Arial MT"/>
              </a:rPr>
              <a:t>where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builds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increasingly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complex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representations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ones.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1471536"/>
            <a:ext cx="5760085" cy="1762125"/>
            <a:chOff x="0" y="1471536"/>
            <a:chExt cx="5760085" cy="176212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63" y="1471536"/>
              <a:ext cx="4597908" cy="147929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30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Ink 20"/>
              <p14:cNvContentPartPr/>
              <p14:nvPr/>
            </p14:nvContentPartPr>
            <p14:xfrm>
              <a:off x="367560" y="1882800"/>
              <a:ext cx="4053240" cy="1086120"/>
            </p14:xfrm>
          </p:contentPart>
        </mc:Choice>
        <mc:Fallback>
          <p:pic>
            <p:nvPicPr>
              <p:cNvPr id="21" name="Ink 2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7840" y="1871280"/>
                <a:ext cx="4069080" cy="110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Hierarchical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Feature</a:t>
            </a:r>
            <a:r>
              <a:rPr cap="small" spc="4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469518"/>
            <a:ext cx="30905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Deep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networks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learn</a:t>
            </a:r>
            <a:r>
              <a:rPr sz="1050" spc="-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increasingly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complex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features: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7063" y="1785873"/>
            <a:ext cx="53403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 marR="5080" indent="-35560">
              <a:lnSpc>
                <a:spcPct val="126499"/>
              </a:lnSpc>
              <a:spcBef>
                <a:spcPts val="100"/>
              </a:spcBef>
            </a:pPr>
            <a:r>
              <a:rPr sz="950" spc="-10" dirty="0">
                <a:latin typeface="Arial MT"/>
                <a:cs typeface="Arial MT"/>
              </a:rPr>
              <a:t>Low-level features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2676" y="804824"/>
            <a:ext cx="338455" cy="388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7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Edges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Corners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Colors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4298" y="1785873"/>
            <a:ext cx="50673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 marR="5080" indent="-22860">
              <a:lnSpc>
                <a:spcPct val="126499"/>
              </a:lnSpc>
              <a:spcBef>
                <a:spcPts val="100"/>
              </a:spcBef>
            </a:pPr>
            <a:r>
              <a:rPr sz="950" spc="-10" dirty="0">
                <a:latin typeface="Arial MT"/>
                <a:cs typeface="Arial MT"/>
              </a:rPr>
              <a:t>Mid-level features</a:t>
            </a:r>
            <a:endParaRPr sz="95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51509" y="1254061"/>
          <a:ext cx="3168648" cy="53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504190"/>
                <a:gridCol w="720090"/>
                <a:gridCol w="504189"/>
                <a:gridCol w="720089"/>
              </a:tblGrid>
              <a:tr h="2698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Layer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35890">
                        <a:lnSpc>
                          <a:spcPct val="100000"/>
                        </a:lnSpc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Layer</a:t>
                      </a:r>
                      <a:r>
                        <a:rPr sz="10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5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Textures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Layer</a:t>
                      </a:r>
                      <a:r>
                        <a:rPr sz="10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E4CC"/>
                    </a:solidFill>
                  </a:tcPr>
                </a:tc>
              </a:tr>
              <a:tr h="2698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495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Patterns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12255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Parts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E4CC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580891" y="1785873"/>
            <a:ext cx="56134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 marR="5080" indent="-50800">
              <a:lnSpc>
                <a:spcPct val="126499"/>
              </a:lnSpc>
              <a:spcBef>
                <a:spcPts val="100"/>
              </a:spcBef>
            </a:pPr>
            <a:r>
              <a:rPr sz="950" spc="-10" dirty="0">
                <a:latin typeface="Arial MT"/>
                <a:cs typeface="Arial MT"/>
              </a:rPr>
              <a:t>High-level features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7430" y="1277874"/>
            <a:ext cx="3244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Objects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37430" y="1619503"/>
            <a:ext cx="3200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Faces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00" spc="-10" dirty="0">
                <a:latin typeface="Arial MT"/>
                <a:cs typeface="Arial MT"/>
              </a:rPr>
              <a:t>Scenes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3702" y="2669196"/>
            <a:ext cx="69850" cy="436245"/>
            <a:chOff x="513702" y="2669196"/>
            <a:chExt cx="69850" cy="4362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669196"/>
              <a:ext cx="69291" cy="692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852649"/>
              <a:ext cx="69291" cy="692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3036112"/>
              <a:ext cx="69291" cy="6929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46963" y="2376932"/>
            <a:ext cx="4192270" cy="7499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Example: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Face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Detection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1: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Detects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edges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various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orientations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2: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Combines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edges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into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facial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(eyes,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nose,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mouth)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</a:t>
            </a:r>
            <a:r>
              <a:rPr sz="1050" spc="-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3: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Combines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into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face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31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/>
              <p14:cNvContentPartPr/>
              <p14:nvPr/>
            </p14:nvContentPartPr>
            <p14:xfrm>
              <a:off x="936000" y="792360"/>
              <a:ext cx="3492000" cy="2152440"/>
            </p14:xfrm>
          </p:contentPart>
        </mc:Choice>
        <mc:Fallback>
          <p:pic>
            <p:nvPicPr>
              <p:cNvPr id="22" name="Ink 2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5560" y="780120"/>
                <a:ext cx="3510000" cy="217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762507"/>
            <a:ext cx="5193030" cy="477520"/>
            <a:chOff x="309194" y="762507"/>
            <a:chExt cx="5193030" cy="477520"/>
          </a:xfrm>
        </p:grpSpPr>
        <p:sp>
          <p:nvSpPr>
            <p:cNvPr id="4" name="object 4"/>
            <p:cNvSpPr/>
            <p:nvPr/>
          </p:nvSpPr>
          <p:spPr>
            <a:xfrm>
              <a:off x="309194" y="76250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3937"/>
                  </a:lnTo>
                  <a:lnTo>
                    <a:pt x="14922" y="14858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858"/>
                  </a:lnTo>
                  <a:lnTo>
                    <a:pt x="5110530" y="3937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138046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806742"/>
              <a:ext cx="5192522" cy="4329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100101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141645" y="0"/>
                  </a:moveTo>
                  <a:lnTo>
                    <a:pt x="0" y="0"/>
                  </a:lnTo>
                  <a:lnTo>
                    <a:pt x="0" y="137032"/>
                  </a:lnTo>
                  <a:lnTo>
                    <a:pt x="4000" y="156718"/>
                  </a:lnTo>
                  <a:lnTo>
                    <a:pt x="14922" y="172846"/>
                  </a:lnTo>
                  <a:lnTo>
                    <a:pt x="31076" y="183769"/>
                  </a:lnTo>
                  <a:lnTo>
                    <a:pt x="50800" y="187832"/>
                  </a:lnTo>
                  <a:lnTo>
                    <a:pt x="5090845" y="187832"/>
                  </a:lnTo>
                  <a:lnTo>
                    <a:pt x="5110530" y="183769"/>
                  </a:lnTo>
                  <a:lnTo>
                    <a:pt x="5126786" y="172846"/>
                  </a:lnTo>
                  <a:lnTo>
                    <a:pt x="5137708" y="156718"/>
                  </a:lnTo>
                  <a:lnTo>
                    <a:pt x="5141645" y="137032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FF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844803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19">
                  <a:moveTo>
                    <a:pt x="0" y="31229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83210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81940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80670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787653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6963" y="695318"/>
            <a:ext cx="4303395" cy="4902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400" cap="small" dirty="0">
                <a:solidFill>
                  <a:srgbClr val="FF0000"/>
                </a:solidFill>
                <a:latin typeface="Calibri"/>
                <a:cs typeface="Calibri"/>
              </a:rPr>
              <a:t>Architecture</a:t>
            </a:r>
            <a:r>
              <a:rPr sz="1400" cap="small" spc="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FF0000"/>
                </a:solidFill>
                <a:latin typeface="Calibri"/>
                <a:cs typeface="Calibri"/>
              </a:rPr>
              <a:t>Pattern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latin typeface="Tahoma"/>
                <a:cs typeface="Tahoma"/>
              </a:rPr>
              <a:t>INPUT</a:t>
            </a:r>
            <a:r>
              <a:rPr sz="1300" dirty="0">
                <a:latin typeface="Times New Roman"/>
                <a:cs typeface="Times New Roman"/>
              </a:rPr>
              <a:t>→</a:t>
            </a:r>
            <a:r>
              <a:rPr sz="1300" spc="-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ahoma"/>
                <a:cs typeface="Tahoma"/>
              </a:rPr>
              <a:t>[CONV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→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ahoma"/>
                <a:cs typeface="Tahoma"/>
              </a:rPr>
              <a:t>ACTIVATION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→</a:t>
            </a:r>
            <a:r>
              <a:rPr sz="1200" dirty="0">
                <a:latin typeface="Tahoma"/>
                <a:cs typeface="Tahoma"/>
              </a:rPr>
              <a:t>POOL]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300" dirty="0">
                <a:latin typeface="Times New Roman"/>
                <a:cs typeface="Times New Roman"/>
              </a:rPr>
              <a:t>→</a:t>
            </a:r>
            <a:r>
              <a:rPr sz="1300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ahoma"/>
                <a:cs typeface="Tahoma"/>
              </a:rPr>
              <a:t>FC</a:t>
            </a:r>
            <a:r>
              <a:rPr sz="1200" spc="40" dirty="0">
                <a:latin typeface="Tahoma"/>
                <a:cs typeface="Tahoma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→ </a:t>
            </a:r>
            <a:r>
              <a:rPr sz="1200" spc="-10" dirty="0">
                <a:latin typeface="Tahoma"/>
                <a:cs typeface="Tahoma"/>
              </a:rPr>
              <a:t>OUTPUT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13066" y="1784489"/>
            <a:ext cx="297815" cy="586105"/>
            <a:chOff x="1013066" y="1784489"/>
            <a:chExt cx="297815" cy="586105"/>
          </a:xfrm>
        </p:grpSpPr>
        <p:sp>
          <p:nvSpPr>
            <p:cNvPr id="15" name="object 15"/>
            <p:cNvSpPr/>
            <p:nvPr/>
          </p:nvSpPr>
          <p:spPr>
            <a:xfrm>
              <a:off x="1017828" y="1789252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>
                  <a:moveTo>
                    <a:pt x="287997" y="0"/>
                  </a:moveTo>
                  <a:lnTo>
                    <a:pt x="0" y="0"/>
                  </a:lnTo>
                  <a:lnTo>
                    <a:pt x="0" y="576008"/>
                  </a:lnTo>
                  <a:lnTo>
                    <a:pt x="287997" y="576008"/>
                  </a:lnTo>
                  <a:lnTo>
                    <a:pt x="28799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828" y="1789252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>
                  <a:moveTo>
                    <a:pt x="0" y="576008"/>
                  </a:moveTo>
                  <a:lnTo>
                    <a:pt x="287997" y="576008"/>
                  </a:lnTo>
                  <a:lnTo>
                    <a:pt x="287997" y="0"/>
                  </a:lnTo>
                  <a:lnTo>
                    <a:pt x="0" y="0"/>
                  </a:lnTo>
                  <a:lnTo>
                    <a:pt x="0" y="57600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96797" y="2394305"/>
            <a:ext cx="32448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3950" y="1554860"/>
            <a:ext cx="4800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32×32×3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1842096"/>
            <a:ext cx="5760085" cy="1391920"/>
            <a:chOff x="0" y="1842096"/>
            <a:chExt cx="5760085" cy="1391920"/>
          </a:xfrm>
        </p:grpSpPr>
        <p:sp>
          <p:nvSpPr>
            <p:cNvPr id="20" name="object 20"/>
            <p:cNvSpPr/>
            <p:nvPr/>
          </p:nvSpPr>
          <p:spPr>
            <a:xfrm>
              <a:off x="1593850" y="1846859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10">
                  <a:moveTo>
                    <a:pt x="288010" y="0"/>
                  </a:moveTo>
                  <a:lnTo>
                    <a:pt x="0" y="0"/>
                  </a:lnTo>
                  <a:lnTo>
                    <a:pt x="0" y="460806"/>
                  </a:lnTo>
                  <a:lnTo>
                    <a:pt x="288010" y="460806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93850" y="1846859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10">
                  <a:moveTo>
                    <a:pt x="0" y="460806"/>
                  </a:moveTo>
                  <a:lnTo>
                    <a:pt x="288010" y="460806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46080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69795" y="1904453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>
                  <a:moveTo>
                    <a:pt x="288010" y="0"/>
                  </a:moveTo>
                  <a:lnTo>
                    <a:pt x="0" y="0"/>
                  </a:lnTo>
                  <a:lnTo>
                    <a:pt x="0" y="345605"/>
                  </a:lnTo>
                  <a:lnTo>
                    <a:pt x="288010" y="345605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69795" y="1904453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>
                  <a:moveTo>
                    <a:pt x="0" y="345605"/>
                  </a:moveTo>
                  <a:lnTo>
                    <a:pt x="288010" y="345605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3456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5867" y="193325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10" y="0"/>
                  </a:moveTo>
                  <a:lnTo>
                    <a:pt x="0" y="0"/>
                  </a:lnTo>
                  <a:lnTo>
                    <a:pt x="0" y="288010"/>
                  </a:lnTo>
                  <a:lnTo>
                    <a:pt x="288010" y="288010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5867" y="193325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10"/>
                  </a:moveTo>
                  <a:lnTo>
                    <a:pt x="288010" y="288010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28801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21811" y="1962061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>
                  <a:moveTo>
                    <a:pt x="288010" y="0"/>
                  </a:moveTo>
                  <a:lnTo>
                    <a:pt x="0" y="0"/>
                  </a:lnTo>
                  <a:lnTo>
                    <a:pt x="0" y="230403"/>
                  </a:lnTo>
                  <a:lnTo>
                    <a:pt x="288010" y="230403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21811" y="1962061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>
                  <a:moveTo>
                    <a:pt x="0" y="230403"/>
                  </a:moveTo>
                  <a:lnTo>
                    <a:pt x="288010" y="230403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2304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97884" y="1990851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>
                  <a:moveTo>
                    <a:pt x="288010" y="0"/>
                  </a:moveTo>
                  <a:lnTo>
                    <a:pt x="0" y="0"/>
                  </a:lnTo>
                  <a:lnTo>
                    <a:pt x="0" y="172808"/>
                  </a:lnTo>
                  <a:lnTo>
                    <a:pt x="288010" y="172808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FFF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97884" y="1990851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>
                  <a:moveTo>
                    <a:pt x="0" y="172808"/>
                  </a:moveTo>
                  <a:lnTo>
                    <a:pt x="288010" y="172808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17280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73828" y="2019656"/>
              <a:ext cx="288290" cy="115570"/>
            </a:xfrm>
            <a:custGeom>
              <a:avLst/>
              <a:gdLst/>
              <a:ahLst/>
              <a:cxnLst/>
              <a:rect l="l" t="t" r="r" b="b"/>
              <a:pathLst>
                <a:path w="288289" h="115569">
                  <a:moveTo>
                    <a:pt x="288010" y="0"/>
                  </a:moveTo>
                  <a:lnTo>
                    <a:pt x="0" y="0"/>
                  </a:lnTo>
                  <a:lnTo>
                    <a:pt x="0" y="115200"/>
                  </a:lnTo>
                  <a:lnTo>
                    <a:pt x="288010" y="115200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F1C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05813" y="2019656"/>
              <a:ext cx="3456304" cy="115570"/>
            </a:xfrm>
            <a:custGeom>
              <a:avLst/>
              <a:gdLst/>
              <a:ahLst/>
              <a:cxnLst/>
              <a:rect l="l" t="t" r="r" b="b"/>
              <a:pathLst>
                <a:path w="3456304" h="115569">
                  <a:moveTo>
                    <a:pt x="3168015" y="115200"/>
                  </a:moveTo>
                  <a:lnTo>
                    <a:pt x="3456025" y="115200"/>
                  </a:lnTo>
                  <a:lnTo>
                    <a:pt x="3456025" y="0"/>
                  </a:lnTo>
                  <a:lnTo>
                    <a:pt x="3168015" y="0"/>
                  </a:lnTo>
                  <a:lnTo>
                    <a:pt x="3168015" y="115200"/>
                  </a:lnTo>
                  <a:close/>
                </a:path>
                <a:path w="3456304" h="115569">
                  <a:moveTo>
                    <a:pt x="0" y="57605"/>
                  </a:moveTo>
                  <a:lnTo>
                    <a:pt x="225425" y="57605"/>
                  </a:lnTo>
                </a:path>
                <a:path w="3456304" h="115569">
                  <a:moveTo>
                    <a:pt x="201549" y="27240"/>
                  </a:moveTo>
                  <a:lnTo>
                    <a:pt x="206248" y="39165"/>
                  </a:lnTo>
                  <a:lnTo>
                    <a:pt x="212471" y="47928"/>
                  </a:lnTo>
                  <a:lnTo>
                    <a:pt x="219964" y="53922"/>
                  </a:lnTo>
                  <a:lnTo>
                    <a:pt x="227838" y="57605"/>
                  </a:lnTo>
                  <a:lnTo>
                    <a:pt x="219964" y="61276"/>
                  </a:lnTo>
                  <a:lnTo>
                    <a:pt x="212471" y="67283"/>
                  </a:lnTo>
                  <a:lnTo>
                    <a:pt x="206248" y="76033"/>
                  </a:lnTo>
                  <a:lnTo>
                    <a:pt x="201549" y="87971"/>
                  </a:lnTo>
                </a:path>
                <a:path w="3456304" h="115569">
                  <a:moveTo>
                    <a:pt x="576072" y="57605"/>
                  </a:moveTo>
                  <a:lnTo>
                    <a:pt x="801369" y="57605"/>
                  </a:lnTo>
                </a:path>
                <a:path w="3456304" h="115569">
                  <a:moveTo>
                    <a:pt x="777621" y="27240"/>
                  </a:moveTo>
                  <a:lnTo>
                    <a:pt x="782193" y="39165"/>
                  </a:lnTo>
                  <a:lnTo>
                    <a:pt x="788543" y="47928"/>
                  </a:lnTo>
                  <a:lnTo>
                    <a:pt x="795909" y="53922"/>
                  </a:lnTo>
                  <a:lnTo>
                    <a:pt x="803910" y="57605"/>
                  </a:lnTo>
                  <a:lnTo>
                    <a:pt x="795909" y="61276"/>
                  </a:lnTo>
                  <a:lnTo>
                    <a:pt x="788543" y="67283"/>
                  </a:lnTo>
                  <a:lnTo>
                    <a:pt x="782193" y="76033"/>
                  </a:lnTo>
                  <a:lnTo>
                    <a:pt x="777621" y="87971"/>
                  </a:lnTo>
                </a:path>
                <a:path w="3456304" h="115569">
                  <a:moveTo>
                    <a:pt x="1152017" y="57605"/>
                  </a:moveTo>
                  <a:lnTo>
                    <a:pt x="1377442" y="57605"/>
                  </a:lnTo>
                </a:path>
                <a:path w="3456304" h="115569">
                  <a:moveTo>
                    <a:pt x="1353566" y="27240"/>
                  </a:moveTo>
                  <a:lnTo>
                    <a:pt x="1358265" y="39165"/>
                  </a:lnTo>
                  <a:lnTo>
                    <a:pt x="1364488" y="47928"/>
                  </a:lnTo>
                  <a:lnTo>
                    <a:pt x="1371981" y="53922"/>
                  </a:lnTo>
                  <a:lnTo>
                    <a:pt x="1379855" y="57605"/>
                  </a:lnTo>
                  <a:lnTo>
                    <a:pt x="1371981" y="61276"/>
                  </a:lnTo>
                  <a:lnTo>
                    <a:pt x="1364488" y="67283"/>
                  </a:lnTo>
                  <a:lnTo>
                    <a:pt x="1358265" y="76033"/>
                  </a:lnTo>
                  <a:lnTo>
                    <a:pt x="1353566" y="87971"/>
                  </a:lnTo>
                </a:path>
                <a:path w="3456304" h="115569">
                  <a:moveTo>
                    <a:pt x="1728089" y="57605"/>
                  </a:moveTo>
                  <a:lnTo>
                    <a:pt x="1953387" y="57605"/>
                  </a:lnTo>
                </a:path>
                <a:path w="3456304" h="115569">
                  <a:moveTo>
                    <a:pt x="1929638" y="27240"/>
                  </a:moveTo>
                  <a:lnTo>
                    <a:pt x="1934210" y="39165"/>
                  </a:lnTo>
                  <a:lnTo>
                    <a:pt x="1940560" y="47928"/>
                  </a:lnTo>
                  <a:lnTo>
                    <a:pt x="1947926" y="53922"/>
                  </a:lnTo>
                  <a:lnTo>
                    <a:pt x="1955927" y="57605"/>
                  </a:lnTo>
                  <a:lnTo>
                    <a:pt x="1947926" y="61276"/>
                  </a:lnTo>
                  <a:lnTo>
                    <a:pt x="1940560" y="67283"/>
                  </a:lnTo>
                  <a:lnTo>
                    <a:pt x="1934210" y="76033"/>
                  </a:lnTo>
                  <a:lnTo>
                    <a:pt x="1929638" y="87971"/>
                  </a:lnTo>
                </a:path>
                <a:path w="3456304" h="115569">
                  <a:moveTo>
                    <a:pt x="2304034" y="57605"/>
                  </a:moveTo>
                  <a:lnTo>
                    <a:pt x="2529459" y="57605"/>
                  </a:lnTo>
                </a:path>
                <a:path w="3456304" h="115569">
                  <a:moveTo>
                    <a:pt x="2505583" y="27240"/>
                  </a:moveTo>
                  <a:lnTo>
                    <a:pt x="2510282" y="39165"/>
                  </a:lnTo>
                  <a:lnTo>
                    <a:pt x="2516505" y="47928"/>
                  </a:lnTo>
                  <a:lnTo>
                    <a:pt x="2523998" y="53922"/>
                  </a:lnTo>
                  <a:lnTo>
                    <a:pt x="2531872" y="57605"/>
                  </a:lnTo>
                  <a:lnTo>
                    <a:pt x="2523998" y="61276"/>
                  </a:lnTo>
                  <a:lnTo>
                    <a:pt x="2516505" y="67283"/>
                  </a:lnTo>
                  <a:lnTo>
                    <a:pt x="2510282" y="76033"/>
                  </a:lnTo>
                  <a:lnTo>
                    <a:pt x="2505583" y="87971"/>
                  </a:lnTo>
                </a:path>
                <a:path w="3456304" h="115569">
                  <a:moveTo>
                    <a:pt x="2880106" y="57605"/>
                  </a:moveTo>
                  <a:lnTo>
                    <a:pt x="3105404" y="57605"/>
                  </a:lnTo>
                </a:path>
                <a:path w="3456304" h="115569">
                  <a:moveTo>
                    <a:pt x="3081655" y="27240"/>
                  </a:moveTo>
                  <a:lnTo>
                    <a:pt x="3086227" y="39165"/>
                  </a:lnTo>
                  <a:lnTo>
                    <a:pt x="3092577" y="47928"/>
                  </a:lnTo>
                  <a:lnTo>
                    <a:pt x="3099943" y="53922"/>
                  </a:lnTo>
                  <a:lnTo>
                    <a:pt x="3107944" y="57605"/>
                  </a:lnTo>
                  <a:lnTo>
                    <a:pt x="3099943" y="61276"/>
                  </a:lnTo>
                  <a:lnTo>
                    <a:pt x="3092577" y="67283"/>
                  </a:lnTo>
                  <a:lnTo>
                    <a:pt x="3086227" y="76033"/>
                  </a:lnTo>
                  <a:lnTo>
                    <a:pt x="3081655" y="8797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528952" y="2408935"/>
            <a:ext cx="4127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Conv1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32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500377" y="1554860"/>
            <a:ext cx="479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28×28×6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30044" y="2407411"/>
            <a:ext cx="37020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Pool1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76450" y="1554860"/>
            <a:ext cx="479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14×14×6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81097" y="2408935"/>
            <a:ext cx="4127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Conv2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20772" y="1554860"/>
            <a:ext cx="5441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10×10×16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82188" y="2407411"/>
            <a:ext cx="37020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Pool2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60216" y="1554860"/>
            <a:ext cx="4159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5×5×16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38778" y="2408935"/>
            <a:ext cx="205104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Arial MT"/>
                <a:cs typeface="Arial MT"/>
              </a:rPr>
              <a:t>FC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34714" y="1554860"/>
            <a:ext cx="21780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120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00803" y="2395829"/>
            <a:ext cx="4273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Output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42535" y="155486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9" name="Ink 48"/>
              <p14:cNvContentPartPr/>
              <p14:nvPr/>
            </p14:nvContentPartPr>
            <p14:xfrm>
              <a:off x="126720" y="837000"/>
              <a:ext cx="5632920" cy="2119680"/>
            </p14:xfrm>
          </p:contentPart>
        </mc:Choice>
        <mc:Fallback>
          <p:pic>
            <p:nvPicPr>
              <p:cNvPr id="49" name="Ink 4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280" y="825120"/>
                <a:ext cx="5654880" cy="214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 </a:t>
            </a:r>
            <a:r>
              <a:rPr cap="small" spc="-10" dirty="0">
                <a:solidFill>
                  <a:srgbClr val="FFFFFF"/>
                </a:solidFill>
              </a:rPr>
              <a:t>Layer-</a:t>
            </a:r>
            <a:r>
              <a:rPr cap="small" spc="-20" dirty="0">
                <a:solidFill>
                  <a:srgbClr val="FFFFFF"/>
                </a:solidFill>
              </a:rPr>
              <a:t>by-</a:t>
            </a:r>
            <a:r>
              <a:rPr cap="small" dirty="0">
                <a:solidFill>
                  <a:srgbClr val="FFFFFF"/>
                </a:solidFill>
              </a:rPr>
              <a:t>Layer</a:t>
            </a:r>
            <a:r>
              <a:rPr cap="small" spc="110" dirty="0">
                <a:solidFill>
                  <a:srgbClr val="FFFFFF"/>
                </a:solidFill>
              </a:rPr>
              <a:t> </a:t>
            </a:r>
            <a:r>
              <a:rPr cap="small" spc="-20" dirty="0">
                <a:solidFill>
                  <a:srgbClr val="FFFFFF"/>
                </a:solidFill>
              </a:rPr>
              <a:t>Breakdown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858316"/>
            <a:ext cx="69850" cy="2021205"/>
            <a:chOff x="513702" y="858316"/>
            <a:chExt cx="69850" cy="20212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85831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079804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301165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522526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145423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366848"/>
              <a:ext cx="69291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588273"/>
              <a:ext cx="69291" cy="692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809684"/>
              <a:ext cx="69291" cy="6929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46963" y="521669"/>
            <a:ext cx="2813685" cy="237744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Early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Layers</a:t>
            </a:r>
            <a:r>
              <a:rPr sz="1050" spc="-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(1-</a:t>
            </a:r>
            <a:r>
              <a:rPr sz="1050" spc="-25" dirty="0">
                <a:solidFill>
                  <a:srgbClr val="EB1F27"/>
                </a:solidFill>
                <a:latin typeface="Arial MT"/>
                <a:cs typeface="Arial MT"/>
              </a:rPr>
              <a:t>2)</a:t>
            </a:r>
            <a:endParaRPr sz="1050" dirty="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Purpose: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Detect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low-</a:t>
            </a:r>
            <a:r>
              <a:rPr sz="1050" dirty="0">
                <a:latin typeface="Arial MT"/>
                <a:cs typeface="Arial MT"/>
              </a:rPr>
              <a:t>level </a:t>
            </a:r>
            <a:r>
              <a:rPr sz="1050" spc="-10" dirty="0">
                <a:latin typeface="Arial MT"/>
                <a:cs typeface="Arial MT"/>
              </a:rPr>
              <a:t>features</a:t>
            </a:r>
            <a:endParaRPr sz="1050" dirty="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Features: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Edges,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corners,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lines</a:t>
            </a:r>
            <a:endParaRPr sz="1050" dirty="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Filters: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(3×3,</a:t>
            </a:r>
            <a:r>
              <a:rPr sz="1050" spc="-20" dirty="0">
                <a:latin typeface="Arial MT"/>
                <a:cs typeface="Arial MT"/>
              </a:rPr>
              <a:t> 5×5)</a:t>
            </a:r>
            <a:endParaRPr sz="1050" dirty="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7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Receptive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Field: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regions</a:t>
            </a:r>
            <a:endParaRPr sz="10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0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Middle</a:t>
            </a:r>
            <a:r>
              <a:rPr sz="1050" spc="-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Layers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(3-</a:t>
            </a:r>
            <a:r>
              <a:rPr sz="1050" spc="-25" dirty="0">
                <a:solidFill>
                  <a:srgbClr val="EB1F27"/>
                </a:solidFill>
                <a:latin typeface="Arial MT"/>
                <a:cs typeface="Arial MT"/>
              </a:rPr>
              <a:t>4)</a:t>
            </a:r>
            <a:endParaRPr sz="1050" dirty="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Purpose: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Combine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low-</a:t>
            </a:r>
            <a:r>
              <a:rPr sz="1050" dirty="0">
                <a:latin typeface="Arial MT"/>
                <a:cs typeface="Arial MT"/>
              </a:rPr>
              <a:t>level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features</a:t>
            </a:r>
            <a:endParaRPr sz="1050" dirty="0">
              <a:latin typeface="Arial MT"/>
              <a:cs typeface="Arial MT"/>
            </a:endParaRPr>
          </a:p>
          <a:p>
            <a:pPr marL="309880" marR="5080">
              <a:lnSpc>
                <a:spcPct val="13810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Features: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Shapes,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textures,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patterns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Complexity: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Medium-</a:t>
            </a:r>
            <a:r>
              <a:rPr sz="1050" dirty="0">
                <a:latin typeface="Arial MT"/>
                <a:cs typeface="Arial MT"/>
              </a:rPr>
              <a:t>level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abstractions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Receptive</a:t>
            </a:r>
            <a:r>
              <a:rPr sz="1050" spc="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Field:</a:t>
            </a:r>
            <a:r>
              <a:rPr sz="1050" spc="-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textcolorBitsRedr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regions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4" name="object 1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33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 </a:t>
            </a:r>
            <a:r>
              <a:rPr cap="small" spc="-10" dirty="0">
                <a:solidFill>
                  <a:srgbClr val="FFFFFF"/>
                </a:solidFill>
              </a:rPr>
              <a:t>Layer-</a:t>
            </a:r>
            <a:r>
              <a:rPr cap="small" spc="-20" dirty="0">
                <a:solidFill>
                  <a:srgbClr val="FFFFFF"/>
                </a:solidFill>
              </a:rPr>
              <a:t>by-</a:t>
            </a:r>
            <a:r>
              <a:rPr cap="small" dirty="0">
                <a:solidFill>
                  <a:srgbClr val="FFFFFF"/>
                </a:solidFill>
              </a:rPr>
              <a:t>Layer</a:t>
            </a:r>
            <a:r>
              <a:rPr cap="small" spc="110" dirty="0">
                <a:solidFill>
                  <a:srgbClr val="FFFFFF"/>
                </a:solidFill>
              </a:rPr>
              <a:t> </a:t>
            </a:r>
            <a:r>
              <a:rPr cap="small" spc="-20" dirty="0">
                <a:solidFill>
                  <a:srgbClr val="FFFFFF"/>
                </a:solidFill>
              </a:rPr>
              <a:t>Breakdown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869619"/>
            <a:ext cx="69850" cy="1799589"/>
            <a:chOff x="513702" y="869619"/>
            <a:chExt cx="69850" cy="17995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869619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090980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312468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533829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156688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378113"/>
              <a:ext cx="69291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599526"/>
              <a:ext cx="69291" cy="6928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46963" y="532972"/>
            <a:ext cx="3169285" cy="21564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Deep</a:t>
            </a:r>
            <a:r>
              <a:rPr sz="1050" spc="-5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Layers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(5+)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Purpose: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Detect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object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parts</a:t>
            </a:r>
            <a:endParaRPr sz="1050">
              <a:latin typeface="Arial MT"/>
              <a:cs typeface="Arial MT"/>
            </a:endParaRPr>
          </a:p>
          <a:p>
            <a:pPr marL="309880" marR="722630">
              <a:lnSpc>
                <a:spcPct val="13810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Features: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Wheels,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faces,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eyes,</a:t>
            </a:r>
            <a:r>
              <a:rPr sz="1050" spc="-20" dirty="0">
                <a:latin typeface="Arial MT"/>
                <a:cs typeface="Arial MT"/>
              </a:rPr>
              <a:t> ears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Complexity: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High-</a:t>
            </a:r>
            <a:r>
              <a:rPr sz="1050" dirty="0">
                <a:latin typeface="Arial MT"/>
                <a:cs typeface="Arial MT"/>
              </a:rPr>
              <a:t>level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semantics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7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Receptive</a:t>
            </a:r>
            <a:r>
              <a:rPr sz="1050" spc="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Field: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textcolorBitsRed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regions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Fully</a:t>
            </a:r>
            <a:r>
              <a:rPr sz="1050" spc="-2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Connected</a:t>
            </a:r>
            <a:r>
              <a:rPr sz="1050" spc="-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Layers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Purpose: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classification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decision</a:t>
            </a:r>
            <a:endParaRPr sz="1050">
              <a:latin typeface="Arial MT"/>
              <a:cs typeface="Arial MT"/>
            </a:endParaRPr>
          </a:p>
          <a:p>
            <a:pPr marL="309880" marR="604520">
              <a:lnSpc>
                <a:spcPct val="13810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Input: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vector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10" dirty="0">
                <a:latin typeface="Arial MT"/>
                <a:cs typeface="Arial MT"/>
              </a:rPr>
              <a:t> layers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Output: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</a:t>
            </a:r>
            <a:r>
              <a:rPr sz="1050" spc="-10" dirty="0">
                <a:latin typeface="Arial MT"/>
                <a:cs typeface="Arial MT"/>
              </a:rPr>
              <a:t> probability scores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2820949"/>
            <a:ext cx="5760085" cy="412750"/>
            <a:chOff x="0" y="2820949"/>
            <a:chExt cx="5760085" cy="41275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820949"/>
              <a:ext cx="69291" cy="6929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4448" y="2756005"/>
            <a:ext cx="2324735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Function: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Combine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features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34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94" y="98552"/>
            <a:ext cx="22307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The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Classification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spc="-60" dirty="0">
                <a:solidFill>
                  <a:srgbClr val="FFFFFF"/>
                </a:solidFill>
              </a:rPr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464338"/>
            <a:ext cx="121259" cy="1212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3514" y="449706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6996" y="847243"/>
            <a:ext cx="121285" cy="1270000"/>
            <a:chOff x="456996" y="847243"/>
            <a:chExt cx="121285" cy="1270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996" y="847243"/>
              <a:ext cx="121259" cy="12125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996" y="1230148"/>
              <a:ext cx="121259" cy="1212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996" y="1612926"/>
              <a:ext cx="121259" cy="1212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996" y="1995869"/>
              <a:ext cx="121259" cy="12125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3514" y="1981606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2714" y="380390"/>
            <a:ext cx="4846955" cy="1748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 marR="306705">
              <a:lnSpc>
                <a:spcPct val="114500"/>
              </a:lnSpc>
              <a:spcBef>
                <a:spcPts val="1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Extraction: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Convolutional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progressively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extract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of </a:t>
            </a:r>
            <a:r>
              <a:rPr sz="1050" dirty="0">
                <a:latin typeface="Arial MT"/>
                <a:cs typeface="Arial MT"/>
              </a:rPr>
              <a:t>increasing</a:t>
            </a:r>
            <a:r>
              <a:rPr sz="1050" spc="-7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complexity</a:t>
            </a:r>
            <a:endParaRPr sz="1050" dirty="0">
              <a:latin typeface="Arial MT"/>
              <a:cs typeface="Arial MT"/>
            </a:endParaRPr>
          </a:p>
          <a:p>
            <a:pPr marL="224154" marR="55880" indent="-161290">
              <a:lnSpc>
                <a:spcPct val="115199"/>
              </a:lnSpc>
              <a:spcBef>
                <a:spcPts val="95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900" spc="472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Spatial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Reduction: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reduce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while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preserving </a:t>
            </a:r>
            <a:r>
              <a:rPr sz="1050" dirty="0">
                <a:latin typeface="Arial MT"/>
                <a:cs typeface="Arial MT"/>
              </a:rPr>
              <a:t>important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information</a:t>
            </a:r>
            <a:endParaRPr sz="1050" dirty="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285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900" spc="494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Combination: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combine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recognize</a:t>
            </a:r>
            <a:endParaRPr sz="1050" dirty="0">
              <a:latin typeface="Arial MT"/>
              <a:cs typeface="Arial MT"/>
            </a:endParaRPr>
          </a:p>
          <a:p>
            <a:pPr marL="224154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latin typeface="Arial MT"/>
                <a:cs typeface="Arial MT"/>
              </a:rPr>
              <a:t>complex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patterns</a:t>
            </a:r>
            <a:endParaRPr sz="1050" dirty="0">
              <a:latin typeface="Arial MT"/>
              <a:cs typeface="Arial MT"/>
            </a:endParaRPr>
          </a:p>
          <a:p>
            <a:pPr marL="224154" marR="76200" indent="-161290">
              <a:lnSpc>
                <a:spcPct val="115199"/>
              </a:lnSpc>
              <a:spcBef>
                <a:spcPts val="100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900" spc="487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Decision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Making: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Fully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extracted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make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final classification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decision</a:t>
            </a:r>
            <a:endParaRPr sz="1050" dirty="0">
              <a:latin typeface="Arial MT"/>
              <a:cs typeface="Arial MT"/>
            </a:endParaRPr>
          </a:p>
          <a:p>
            <a:pPr marL="224154">
              <a:lnSpc>
                <a:spcPct val="100000"/>
              </a:lnSpc>
              <a:spcBef>
                <a:spcPts val="42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Output: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Softmax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produces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probability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distribution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over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classes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9194" y="2234438"/>
            <a:ext cx="5193030" cy="856615"/>
            <a:chOff x="309194" y="2234438"/>
            <a:chExt cx="5193030" cy="856615"/>
          </a:xfrm>
        </p:grpSpPr>
        <p:sp>
          <p:nvSpPr>
            <p:cNvPr id="13" name="object 13"/>
            <p:cNvSpPr/>
            <p:nvPr/>
          </p:nvSpPr>
          <p:spPr>
            <a:xfrm>
              <a:off x="309194" y="223443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>
                  <a:moveTo>
                    <a:pt x="5090845" y="0"/>
                  </a:moveTo>
                  <a:lnTo>
                    <a:pt x="50800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00" y="31076"/>
                  </a:lnTo>
                  <a:lnTo>
                    <a:pt x="0" y="50800"/>
                  </a:lnTo>
                  <a:lnTo>
                    <a:pt x="0" y="206883"/>
                  </a:lnTo>
                  <a:lnTo>
                    <a:pt x="5141645" y="206883"/>
                  </a:lnTo>
                  <a:lnTo>
                    <a:pt x="5141645" y="50800"/>
                  </a:lnTo>
                  <a:lnTo>
                    <a:pt x="5137708" y="31076"/>
                  </a:lnTo>
                  <a:lnTo>
                    <a:pt x="5126786" y="14922"/>
                  </a:lnTo>
                  <a:lnTo>
                    <a:pt x="5110530" y="401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2989033"/>
              <a:ext cx="101600" cy="1015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4" y="2278684"/>
              <a:ext cx="5192522" cy="81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9194" y="2472944"/>
              <a:ext cx="5142230" cy="567055"/>
            </a:xfrm>
            <a:custGeom>
              <a:avLst/>
              <a:gdLst/>
              <a:ahLst/>
              <a:cxnLst/>
              <a:rect l="l" t="t" r="r" b="b"/>
              <a:pathLst>
                <a:path w="5142230" h="567055">
                  <a:moveTo>
                    <a:pt x="5141645" y="0"/>
                  </a:moveTo>
                  <a:lnTo>
                    <a:pt x="0" y="0"/>
                  </a:lnTo>
                  <a:lnTo>
                    <a:pt x="0" y="516089"/>
                  </a:lnTo>
                  <a:lnTo>
                    <a:pt x="4000" y="535812"/>
                  </a:lnTo>
                  <a:lnTo>
                    <a:pt x="14922" y="551967"/>
                  </a:lnTo>
                  <a:lnTo>
                    <a:pt x="31076" y="562876"/>
                  </a:lnTo>
                  <a:lnTo>
                    <a:pt x="50800" y="566889"/>
                  </a:lnTo>
                  <a:lnTo>
                    <a:pt x="5090845" y="566889"/>
                  </a:lnTo>
                  <a:lnTo>
                    <a:pt x="5110530" y="562876"/>
                  </a:lnTo>
                  <a:lnTo>
                    <a:pt x="5126786" y="551967"/>
                  </a:lnTo>
                  <a:lnTo>
                    <a:pt x="5137708" y="535812"/>
                  </a:lnTo>
                  <a:lnTo>
                    <a:pt x="5141645" y="516089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FF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50840" y="2316772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h="691514">
                  <a:moveTo>
                    <a:pt x="0" y="691311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46077" y="230407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46077" y="229137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46077" y="227867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46077" y="2259622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6963" y="2157768"/>
            <a:ext cx="4709160" cy="8337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400" cap="small" dirty="0">
                <a:solidFill>
                  <a:srgbClr val="FF0000"/>
                </a:solidFill>
                <a:latin typeface="Calibri"/>
                <a:cs typeface="Calibri"/>
              </a:rPr>
              <a:t>Key</a:t>
            </a:r>
            <a:r>
              <a:rPr sz="1400" cap="small" spc="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FF0000"/>
                </a:solidFill>
                <a:latin typeface="Calibri"/>
                <a:cs typeface="Calibri"/>
              </a:rPr>
              <a:t>Insight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14900"/>
              </a:lnSpc>
              <a:spcBef>
                <a:spcPts val="45"/>
              </a:spcBef>
            </a:pP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detector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becomes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increasingly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sophisticated. </a:t>
            </a:r>
            <a:r>
              <a:rPr sz="1050" dirty="0">
                <a:latin typeface="Arial MT"/>
                <a:cs typeface="Arial MT"/>
              </a:rPr>
              <a:t>Early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detect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patterns,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while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detect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complex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objects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by </a:t>
            </a:r>
            <a:r>
              <a:rPr sz="1050" dirty="0">
                <a:latin typeface="Arial MT"/>
                <a:cs typeface="Arial MT"/>
              </a:rPr>
              <a:t>combining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simpler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patterns.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4" name="object 2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54041" y="3145485"/>
            <a:ext cx="2819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35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9" name="Ink 28"/>
              <p14:cNvContentPartPr/>
              <p14:nvPr/>
            </p14:nvContentPartPr>
            <p14:xfrm>
              <a:off x="201600" y="545400"/>
              <a:ext cx="2210760" cy="1628280"/>
            </p14:xfrm>
          </p:contentPart>
        </mc:Choice>
        <mc:Fallback>
          <p:pic>
            <p:nvPicPr>
              <p:cNvPr id="29" name="Ink 2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7920" y="536760"/>
                <a:ext cx="2238120" cy="164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36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3183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2D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Convolution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Operation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52"/>
            <a:ext cx="5760085" cy="2683510"/>
            <a:chOff x="0" y="550252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52"/>
              <a:ext cx="5461000" cy="235724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37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412560" y="349920"/>
              <a:ext cx="4919400" cy="229788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3200" y="339120"/>
                <a:ext cx="4942440" cy="232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2D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Convolution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Operation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88098" y="555180"/>
          <a:ext cx="1398268" cy="167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/>
                <a:gridCol w="233045"/>
                <a:gridCol w="233045"/>
                <a:gridCol w="233045"/>
                <a:gridCol w="233044"/>
                <a:gridCol w="233044"/>
              </a:tblGrid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64979" y="1213421"/>
          <a:ext cx="948689" cy="563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</a:tblGrid>
              <a:tr h="187960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081654" y="495424"/>
            <a:ext cx="2301240" cy="10972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14900"/>
              </a:lnSpc>
              <a:spcBef>
                <a:spcPts val="85"/>
              </a:spcBef>
            </a:pP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These</a:t>
            </a:r>
            <a:r>
              <a:rPr sz="1050" spc="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values</a:t>
            </a:r>
            <a:r>
              <a:rPr sz="1050" spc="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inside</a:t>
            </a:r>
            <a:r>
              <a:rPr sz="1050" spc="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050" spc="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matrix</a:t>
            </a:r>
            <a:r>
              <a:rPr sz="1050" spc="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1050" spc="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FF0000"/>
                </a:solidFill>
                <a:latin typeface="Arial MT"/>
                <a:cs typeface="Arial MT"/>
              </a:rPr>
              <a:t>to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sz="1050" spc="1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learned</a:t>
            </a:r>
            <a:r>
              <a:rPr sz="1050" spc="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by</a:t>
            </a:r>
            <a:r>
              <a:rPr sz="1050" spc="1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050" spc="1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network.</a:t>
            </a:r>
            <a:r>
              <a:rPr sz="1050" spc="175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We</a:t>
            </a:r>
            <a:r>
              <a:rPr sz="1050" spc="1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FF0000"/>
                </a:solidFill>
                <a:latin typeface="Arial MT"/>
                <a:cs typeface="Arial MT"/>
              </a:rPr>
              <a:t>call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these</a:t>
            </a:r>
            <a:r>
              <a:rPr sz="105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as</a:t>
            </a:r>
            <a:r>
              <a:rPr sz="10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parameters</a:t>
            </a:r>
            <a:r>
              <a:rPr sz="10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r>
              <a:rPr sz="10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FF0000"/>
                </a:solidFill>
                <a:latin typeface="Arial MT"/>
                <a:cs typeface="Arial MT"/>
              </a:rPr>
              <a:t>weights.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50">
              <a:latin typeface="Arial MT"/>
              <a:cs typeface="Arial MT"/>
            </a:endParaRPr>
          </a:p>
          <a:p>
            <a:pPr marL="1181735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/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287712" y="1923224"/>
          <a:ext cx="902969" cy="563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270510"/>
                <a:gridCol w="316229"/>
              </a:tblGrid>
              <a:tr h="18796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227067" y="2101087"/>
            <a:ext cx="93027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/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2622981"/>
            <a:ext cx="5760085" cy="610870"/>
            <a:chOff x="0" y="2622981"/>
            <a:chExt cx="5760085" cy="610870"/>
          </a:xfrm>
        </p:grpSpPr>
        <p:sp>
          <p:nvSpPr>
            <p:cNvPr id="9" name="object 9"/>
            <p:cNvSpPr/>
            <p:nvPr/>
          </p:nvSpPr>
          <p:spPr>
            <a:xfrm>
              <a:off x="309194" y="2622981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>
                  <a:moveTo>
                    <a:pt x="5090845" y="0"/>
                  </a:moveTo>
                  <a:lnTo>
                    <a:pt x="50800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00" y="31076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141645" y="82384"/>
                  </a:lnTo>
                  <a:lnTo>
                    <a:pt x="5141645" y="50800"/>
                  </a:lnTo>
                  <a:lnTo>
                    <a:pt x="5137708" y="31076"/>
                  </a:lnTo>
                  <a:lnTo>
                    <a:pt x="5126786" y="14922"/>
                  </a:lnTo>
                  <a:lnTo>
                    <a:pt x="5110530" y="401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2815399"/>
              <a:ext cx="101600" cy="101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794" y="2673540"/>
              <a:ext cx="5090922" cy="2434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9194" y="2667406"/>
              <a:ext cx="5142230" cy="199390"/>
            </a:xfrm>
            <a:custGeom>
              <a:avLst/>
              <a:gdLst/>
              <a:ahLst/>
              <a:cxnLst/>
              <a:rect l="l" t="t" r="r" b="b"/>
              <a:pathLst>
                <a:path w="5142230" h="199389">
                  <a:moveTo>
                    <a:pt x="5141645" y="0"/>
                  </a:moveTo>
                  <a:lnTo>
                    <a:pt x="0" y="0"/>
                  </a:lnTo>
                  <a:lnTo>
                    <a:pt x="0" y="147993"/>
                  </a:lnTo>
                  <a:lnTo>
                    <a:pt x="4000" y="167716"/>
                  </a:lnTo>
                  <a:lnTo>
                    <a:pt x="14922" y="183870"/>
                  </a:lnTo>
                  <a:lnTo>
                    <a:pt x="31076" y="194779"/>
                  </a:lnTo>
                  <a:lnTo>
                    <a:pt x="50800" y="198793"/>
                  </a:lnTo>
                  <a:lnTo>
                    <a:pt x="5090845" y="198793"/>
                  </a:lnTo>
                  <a:lnTo>
                    <a:pt x="5110530" y="194779"/>
                  </a:lnTo>
                  <a:lnTo>
                    <a:pt x="5126786" y="183870"/>
                  </a:lnTo>
                  <a:lnTo>
                    <a:pt x="5137708" y="167716"/>
                  </a:lnTo>
                  <a:lnTo>
                    <a:pt x="5141645" y="147993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50840" y="2711640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h="123189">
                  <a:moveTo>
                    <a:pt x="0" y="12280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46077" y="269894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46077" y="268624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46077" y="267354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46077" y="2654490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6963" y="2272080"/>
            <a:ext cx="3145155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Property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1: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detects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pattern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(3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25" dirty="0">
                <a:latin typeface="Arial MT"/>
                <a:cs typeface="Arial MT"/>
              </a:rPr>
              <a:t>3)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38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4" name="Ink 23"/>
              <p14:cNvContentPartPr/>
              <p14:nvPr/>
            </p14:nvContentPartPr>
            <p14:xfrm>
              <a:off x="60120" y="327240"/>
              <a:ext cx="5056560" cy="2255400"/>
            </p14:xfrm>
          </p:contentPart>
        </mc:Choice>
        <mc:Fallback>
          <p:pic>
            <p:nvPicPr>
              <p:cNvPr id="24" name="Ink 2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120" y="316440"/>
                <a:ext cx="5079600" cy="227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Convolution</a:t>
            </a:r>
            <a:r>
              <a:rPr cap="small" spc="4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Operation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5244" y="720788"/>
          <a:ext cx="1512567" cy="167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271145"/>
                <a:gridCol w="271145"/>
                <a:gridCol w="233044"/>
                <a:gridCol w="233044"/>
                <a:gridCol w="233044"/>
              </a:tblGrid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56361" y="2437282"/>
            <a:ext cx="10972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×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79154" y="1317307"/>
          <a:ext cx="948689" cy="562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</a:tblGrid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639695" y="1926132"/>
            <a:ext cx="4337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99204" y="977264"/>
            <a:ext cx="1664970" cy="818515"/>
            <a:chOff x="3799204" y="977264"/>
            <a:chExt cx="1664970" cy="818515"/>
          </a:xfrm>
        </p:grpSpPr>
        <p:sp>
          <p:nvSpPr>
            <p:cNvPr id="8" name="object 8"/>
            <p:cNvSpPr/>
            <p:nvPr/>
          </p:nvSpPr>
          <p:spPr>
            <a:xfrm>
              <a:off x="3799204" y="977264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>
                  <a:moveTo>
                    <a:pt x="1562862" y="0"/>
                  </a:moveTo>
                  <a:lnTo>
                    <a:pt x="50800" y="0"/>
                  </a:lnTo>
                  <a:lnTo>
                    <a:pt x="31115" y="4063"/>
                  </a:lnTo>
                  <a:lnTo>
                    <a:pt x="14859" y="14986"/>
                  </a:lnTo>
                  <a:lnTo>
                    <a:pt x="3937" y="31114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1613662" y="82423"/>
                  </a:lnTo>
                  <a:lnTo>
                    <a:pt x="1613662" y="50800"/>
                  </a:lnTo>
                  <a:lnTo>
                    <a:pt x="1609598" y="31114"/>
                  </a:lnTo>
                  <a:lnTo>
                    <a:pt x="1598676" y="14986"/>
                  </a:lnTo>
                  <a:lnTo>
                    <a:pt x="1582547" y="4063"/>
                  </a:lnTo>
                  <a:lnTo>
                    <a:pt x="15628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0004" y="1693925"/>
              <a:ext cx="101600" cy="101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0804" y="1027785"/>
              <a:ext cx="1562862" cy="7677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99204" y="1021714"/>
              <a:ext cx="1614170" cy="723265"/>
            </a:xfrm>
            <a:custGeom>
              <a:avLst/>
              <a:gdLst/>
              <a:ahLst/>
              <a:cxnLst/>
              <a:rect l="l" t="t" r="r" b="b"/>
              <a:pathLst>
                <a:path w="1614170" h="723264">
                  <a:moveTo>
                    <a:pt x="1613662" y="0"/>
                  </a:moveTo>
                  <a:lnTo>
                    <a:pt x="0" y="0"/>
                  </a:lnTo>
                  <a:lnTo>
                    <a:pt x="0" y="672211"/>
                  </a:lnTo>
                  <a:lnTo>
                    <a:pt x="3937" y="692022"/>
                  </a:lnTo>
                  <a:lnTo>
                    <a:pt x="14859" y="708152"/>
                  </a:lnTo>
                  <a:lnTo>
                    <a:pt x="31115" y="719074"/>
                  </a:lnTo>
                  <a:lnTo>
                    <a:pt x="50800" y="723011"/>
                  </a:lnTo>
                  <a:lnTo>
                    <a:pt x="1562862" y="723011"/>
                  </a:lnTo>
                  <a:lnTo>
                    <a:pt x="1582547" y="719074"/>
                  </a:lnTo>
                  <a:lnTo>
                    <a:pt x="1598676" y="708152"/>
                  </a:lnTo>
                  <a:lnTo>
                    <a:pt x="1609598" y="692022"/>
                  </a:lnTo>
                  <a:lnTo>
                    <a:pt x="1613662" y="672211"/>
                  </a:lnTo>
                  <a:lnTo>
                    <a:pt x="16136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12866" y="1065910"/>
              <a:ext cx="0" cy="647065"/>
            </a:xfrm>
            <a:custGeom>
              <a:avLst/>
              <a:gdLst/>
              <a:ahLst/>
              <a:cxnLst/>
              <a:rect l="l" t="t" r="r" b="b"/>
              <a:pathLst>
                <a:path h="647064">
                  <a:moveTo>
                    <a:pt x="0" y="64706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08104" y="105321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08104" y="104051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08104" y="102781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8104" y="1008760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7813" y="961415"/>
            <a:ext cx="1386205" cy="760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0"/>
              </a:spcBef>
            </a:pPr>
            <a:r>
              <a:rPr sz="1050" dirty="0">
                <a:latin typeface="Arial MT"/>
                <a:cs typeface="Arial MT"/>
              </a:rPr>
              <a:t>Start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top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left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corner. </a:t>
            </a:r>
            <a:r>
              <a:rPr sz="1050" dirty="0">
                <a:latin typeface="Arial MT"/>
                <a:cs typeface="Arial MT"/>
              </a:rPr>
              <a:t>Perform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element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wise </a:t>
            </a:r>
            <a:r>
              <a:rPr sz="1050" dirty="0">
                <a:latin typeface="Arial MT"/>
                <a:cs typeface="Arial MT"/>
              </a:rPr>
              <a:t>product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spc="-10" dirty="0">
                <a:latin typeface="Arial MT"/>
                <a:cs typeface="Arial MT"/>
              </a:rPr>
              <a:t>values.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57255" y="2216327"/>
            <a:ext cx="297815" cy="297815"/>
            <a:chOff x="4457255" y="2216327"/>
            <a:chExt cx="297815" cy="297815"/>
          </a:xfrm>
        </p:grpSpPr>
        <p:sp>
          <p:nvSpPr>
            <p:cNvPr id="19" name="object 19"/>
            <p:cNvSpPr/>
            <p:nvPr/>
          </p:nvSpPr>
          <p:spPr>
            <a:xfrm>
              <a:off x="4462017" y="222109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425" y="7340"/>
                  </a:lnTo>
                  <a:lnTo>
                    <a:pt x="58928" y="27787"/>
                  </a:lnTo>
                  <a:lnTo>
                    <a:pt x="27812" y="58953"/>
                  </a:lnTo>
                  <a:lnTo>
                    <a:pt x="7366" y="98488"/>
                  </a:lnTo>
                  <a:lnTo>
                    <a:pt x="0" y="144005"/>
                  </a:lnTo>
                  <a:lnTo>
                    <a:pt x="7366" y="189522"/>
                  </a:lnTo>
                  <a:lnTo>
                    <a:pt x="27812" y="229057"/>
                  </a:lnTo>
                  <a:lnTo>
                    <a:pt x="58928" y="260223"/>
                  </a:lnTo>
                  <a:lnTo>
                    <a:pt x="98425" y="280670"/>
                  </a:lnTo>
                  <a:lnTo>
                    <a:pt x="144018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62017" y="222109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lnTo>
                    <a:pt x="98425" y="7340"/>
                  </a:lnTo>
                  <a:lnTo>
                    <a:pt x="58928" y="27787"/>
                  </a:lnTo>
                  <a:lnTo>
                    <a:pt x="27812" y="58953"/>
                  </a:lnTo>
                  <a:lnTo>
                    <a:pt x="7366" y="98488"/>
                  </a:lnTo>
                  <a:lnTo>
                    <a:pt x="0" y="144005"/>
                  </a:lnTo>
                  <a:lnTo>
                    <a:pt x="7366" y="189522"/>
                  </a:lnTo>
                  <a:lnTo>
                    <a:pt x="27812" y="229057"/>
                  </a:lnTo>
                  <a:lnTo>
                    <a:pt x="58928" y="260223"/>
                  </a:lnTo>
                  <a:lnTo>
                    <a:pt x="98425" y="280670"/>
                  </a:lnTo>
                  <a:lnTo>
                    <a:pt x="144018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93819" y="1991664"/>
            <a:ext cx="42735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Output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39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27"/>
              <p14:cNvContentPartPr/>
              <p14:nvPr/>
            </p14:nvContentPartPr>
            <p14:xfrm>
              <a:off x="154080" y="430200"/>
              <a:ext cx="5445720" cy="1388160"/>
            </p14:xfrm>
          </p:contentPart>
        </mc:Choice>
        <mc:Fallback>
          <p:pic>
            <p:nvPicPr>
              <p:cNvPr id="28" name="Ink 2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720" y="417600"/>
                <a:ext cx="5468040" cy="14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9" name="Ink 28"/>
              <p14:cNvContentPartPr/>
              <p14:nvPr/>
            </p14:nvContentPartPr>
            <p14:xfrm>
              <a:off x="215640" y="577080"/>
              <a:ext cx="4485240" cy="2502000"/>
            </p14:xfrm>
          </p:contentPart>
        </mc:Choice>
        <mc:Fallback>
          <p:pic>
            <p:nvPicPr>
              <p:cNvPr id="29" name="Ink 2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6640" y="568080"/>
                <a:ext cx="4508280" cy="2519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Convolution</a:t>
            </a:r>
            <a:r>
              <a:rPr cap="small" spc="4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Operation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5244" y="720788"/>
          <a:ext cx="1512568" cy="167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/>
                <a:gridCol w="271145"/>
                <a:gridCol w="271145"/>
                <a:gridCol w="271145"/>
                <a:gridCol w="233044"/>
                <a:gridCol w="233044"/>
              </a:tblGrid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56361" y="2437282"/>
            <a:ext cx="10972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×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79154" y="1317307"/>
          <a:ext cx="948689" cy="562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</a:tblGrid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799204" y="867536"/>
            <a:ext cx="1664970" cy="1756410"/>
            <a:chOff x="3799204" y="867536"/>
            <a:chExt cx="1664970" cy="1756410"/>
          </a:xfrm>
        </p:grpSpPr>
        <p:sp>
          <p:nvSpPr>
            <p:cNvPr id="7" name="object 7"/>
            <p:cNvSpPr/>
            <p:nvPr/>
          </p:nvSpPr>
          <p:spPr>
            <a:xfrm>
              <a:off x="3799204" y="867536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>
                  <a:moveTo>
                    <a:pt x="1562862" y="0"/>
                  </a:moveTo>
                  <a:lnTo>
                    <a:pt x="50800" y="0"/>
                  </a:lnTo>
                  <a:lnTo>
                    <a:pt x="31115" y="4063"/>
                  </a:lnTo>
                  <a:lnTo>
                    <a:pt x="14859" y="14858"/>
                  </a:lnTo>
                  <a:lnTo>
                    <a:pt x="3937" y="31114"/>
                  </a:lnTo>
                  <a:lnTo>
                    <a:pt x="0" y="50800"/>
                  </a:lnTo>
                  <a:lnTo>
                    <a:pt x="0" y="82422"/>
                  </a:lnTo>
                  <a:lnTo>
                    <a:pt x="1613662" y="82422"/>
                  </a:lnTo>
                  <a:lnTo>
                    <a:pt x="1613662" y="50800"/>
                  </a:lnTo>
                  <a:lnTo>
                    <a:pt x="1609598" y="31114"/>
                  </a:lnTo>
                  <a:lnTo>
                    <a:pt x="1598676" y="14858"/>
                  </a:lnTo>
                  <a:lnTo>
                    <a:pt x="1582547" y="4063"/>
                  </a:lnTo>
                  <a:lnTo>
                    <a:pt x="15628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0004" y="1767712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0804" y="918108"/>
              <a:ext cx="1562862" cy="9512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99204" y="911986"/>
              <a:ext cx="1614170" cy="906780"/>
            </a:xfrm>
            <a:custGeom>
              <a:avLst/>
              <a:gdLst/>
              <a:ahLst/>
              <a:cxnLst/>
              <a:rect l="l" t="t" r="r" b="b"/>
              <a:pathLst>
                <a:path w="1614170" h="906780">
                  <a:moveTo>
                    <a:pt x="1613662" y="0"/>
                  </a:moveTo>
                  <a:lnTo>
                    <a:pt x="0" y="0"/>
                  </a:lnTo>
                  <a:lnTo>
                    <a:pt x="0" y="855725"/>
                  </a:lnTo>
                  <a:lnTo>
                    <a:pt x="3937" y="875410"/>
                  </a:lnTo>
                  <a:lnTo>
                    <a:pt x="14859" y="891539"/>
                  </a:lnTo>
                  <a:lnTo>
                    <a:pt x="31115" y="902461"/>
                  </a:lnTo>
                  <a:lnTo>
                    <a:pt x="50800" y="906525"/>
                  </a:lnTo>
                  <a:lnTo>
                    <a:pt x="1562862" y="906525"/>
                  </a:lnTo>
                  <a:lnTo>
                    <a:pt x="1582547" y="902461"/>
                  </a:lnTo>
                  <a:lnTo>
                    <a:pt x="1598676" y="891539"/>
                  </a:lnTo>
                  <a:lnTo>
                    <a:pt x="1609598" y="875410"/>
                  </a:lnTo>
                  <a:lnTo>
                    <a:pt x="1613662" y="855725"/>
                  </a:lnTo>
                  <a:lnTo>
                    <a:pt x="16136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12866" y="956182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h="830580">
                  <a:moveTo>
                    <a:pt x="0" y="83057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8104" y="94348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08104" y="93078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08104" y="91808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08104" y="899032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82058" y="23308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890" y="0"/>
                  </a:moveTo>
                  <a:lnTo>
                    <a:pt x="98425" y="7340"/>
                  </a:lnTo>
                  <a:lnTo>
                    <a:pt x="58927" y="27787"/>
                  </a:lnTo>
                  <a:lnTo>
                    <a:pt x="27686" y="58953"/>
                  </a:lnTo>
                  <a:lnTo>
                    <a:pt x="7238" y="98488"/>
                  </a:lnTo>
                  <a:lnTo>
                    <a:pt x="0" y="144005"/>
                  </a:lnTo>
                  <a:lnTo>
                    <a:pt x="7238" y="189522"/>
                  </a:lnTo>
                  <a:lnTo>
                    <a:pt x="27686" y="229044"/>
                  </a:lnTo>
                  <a:lnTo>
                    <a:pt x="58927" y="260222"/>
                  </a:lnTo>
                  <a:lnTo>
                    <a:pt x="98425" y="280669"/>
                  </a:lnTo>
                  <a:lnTo>
                    <a:pt x="143890" y="288010"/>
                  </a:lnTo>
                  <a:lnTo>
                    <a:pt x="189483" y="280669"/>
                  </a:lnTo>
                  <a:lnTo>
                    <a:pt x="228980" y="260222"/>
                  </a:lnTo>
                  <a:lnTo>
                    <a:pt x="260223" y="229044"/>
                  </a:lnTo>
                  <a:lnTo>
                    <a:pt x="280542" y="189522"/>
                  </a:lnTo>
                  <a:lnTo>
                    <a:pt x="287908" y="144005"/>
                  </a:lnTo>
                  <a:lnTo>
                    <a:pt x="280542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82058" y="23308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7908" y="144005"/>
                  </a:moveTo>
                  <a:lnTo>
                    <a:pt x="280542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3890" y="0"/>
                  </a:lnTo>
                  <a:lnTo>
                    <a:pt x="98425" y="7340"/>
                  </a:lnTo>
                  <a:lnTo>
                    <a:pt x="58927" y="27787"/>
                  </a:lnTo>
                  <a:lnTo>
                    <a:pt x="27686" y="58953"/>
                  </a:lnTo>
                  <a:lnTo>
                    <a:pt x="7238" y="98488"/>
                  </a:lnTo>
                  <a:lnTo>
                    <a:pt x="0" y="144005"/>
                  </a:lnTo>
                  <a:lnTo>
                    <a:pt x="7238" y="189522"/>
                  </a:lnTo>
                  <a:lnTo>
                    <a:pt x="27686" y="229044"/>
                  </a:lnTo>
                  <a:lnTo>
                    <a:pt x="58927" y="260222"/>
                  </a:lnTo>
                  <a:lnTo>
                    <a:pt x="98425" y="280669"/>
                  </a:lnTo>
                  <a:lnTo>
                    <a:pt x="143890" y="288010"/>
                  </a:lnTo>
                  <a:lnTo>
                    <a:pt x="189483" y="280669"/>
                  </a:lnTo>
                  <a:lnTo>
                    <a:pt x="228980" y="260222"/>
                  </a:lnTo>
                  <a:lnTo>
                    <a:pt x="260223" y="229044"/>
                  </a:lnTo>
                  <a:lnTo>
                    <a:pt x="280542" y="189522"/>
                  </a:lnTo>
                  <a:lnTo>
                    <a:pt x="287908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41976" y="23308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551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44"/>
                  </a:lnTo>
                  <a:lnTo>
                    <a:pt x="58927" y="260222"/>
                  </a:lnTo>
                  <a:lnTo>
                    <a:pt x="98551" y="280669"/>
                  </a:lnTo>
                  <a:lnTo>
                    <a:pt x="144018" y="288010"/>
                  </a:lnTo>
                  <a:lnTo>
                    <a:pt x="189484" y="280669"/>
                  </a:lnTo>
                  <a:lnTo>
                    <a:pt x="229108" y="260222"/>
                  </a:lnTo>
                  <a:lnTo>
                    <a:pt x="260223" y="229044"/>
                  </a:lnTo>
                  <a:lnTo>
                    <a:pt x="280670" y="189522"/>
                  </a:lnTo>
                  <a:lnTo>
                    <a:pt x="288036" y="144005"/>
                  </a:lnTo>
                  <a:lnTo>
                    <a:pt x="280670" y="98488"/>
                  </a:lnTo>
                  <a:lnTo>
                    <a:pt x="260223" y="58953"/>
                  </a:lnTo>
                  <a:lnTo>
                    <a:pt x="229108" y="27787"/>
                  </a:lnTo>
                  <a:lnTo>
                    <a:pt x="189484" y="7340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41976" y="23308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70" y="98488"/>
                  </a:lnTo>
                  <a:lnTo>
                    <a:pt x="260223" y="58953"/>
                  </a:lnTo>
                  <a:lnTo>
                    <a:pt x="229108" y="27787"/>
                  </a:lnTo>
                  <a:lnTo>
                    <a:pt x="189484" y="7340"/>
                  </a:lnTo>
                  <a:lnTo>
                    <a:pt x="144018" y="0"/>
                  </a:lnTo>
                  <a:lnTo>
                    <a:pt x="98551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44"/>
                  </a:lnTo>
                  <a:lnTo>
                    <a:pt x="58927" y="260222"/>
                  </a:lnTo>
                  <a:lnTo>
                    <a:pt x="98551" y="280669"/>
                  </a:lnTo>
                  <a:lnTo>
                    <a:pt x="144018" y="288010"/>
                  </a:lnTo>
                  <a:lnTo>
                    <a:pt x="189484" y="280669"/>
                  </a:lnTo>
                  <a:lnTo>
                    <a:pt x="229108" y="260222"/>
                  </a:lnTo>
                  <a:lnTo>
                    <a:pt x="260223" y="229044"/>
                  </a:lnTo>
                  <a:lnTo>
                    <a:pt x="280670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39695" y="851687"/>
            <a:ext cx="2584450" cy="140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0310" marR="316865">
              <a:lnSpc>
                <a:spcPct val="1143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Slide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pixel </a:t>
            </a:r>
            <a:r>
              <a:rPr sz="1050" dirty="0">
                <a:latin typeface="Arial MT"/>
                <a:cs typeface="Arial MT"/>
              </a:rPr>
              <a:t>towards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right.</a:t>
            </a:r>
            <a:endParaRPr sz="1050">
              <a:latin typeface="Arial MT"/>
              <a:cs typeface="Arial MT"/>
            </a:endParaRPr>
          </a:p>
          <a:p>
            <a:pPr marL="1210310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latin typeface="Arial MT"/>
                <a:cs typeface="Arial MT"/>
              </a:rPr>
              <a:t>Perform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element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wise</a:t>
            </a:r>
            <a:endParaRPr sz="1050">
              <a:latin typeface="Arial MT"/>
              <a:cs typeface="Arial MT"/>
            </a:endParaRPr>
          </a:p>
          <a:p>
            <a:pPr marL="121031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latin typeface="Arial MT"/>
                <a:cs typeface="Arial MT"/>
              </a:rPr>
              <a:t>product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</a:t>
            </a:r>
            <a:endParaRPr sz="1050">
              <a:latin typeface="Arial MT"/>
              <a:cs typeface="Arial MT"/>
            </a:endParaRPr>
          </a:p>
          <a:p>
            <a:pPr marL="1210310">
              <a:lnSpc>
                <a:spcPct val="100000"/>
              </a:lnSpc>
              <a:spcBef>
                <a:spcPts val="195"/>
              </a:spcBef>
            </a:pPr>
            <a:r>
              <a:rPr sz="1050" spc="-10" dirty="0">
                <a:latin typeface="Arial MT"/>
                <a:cs typeface="Arial MT"/>
              </a:rPr>
              <a:t>values.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ts val="1180"/>
              </a:lnSpc>
            </a:pP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  <a:p>
            <a:pPr marL="1713230">
              <a:lnSpc>
                <a:spcPts val="1180"/>
              </a:lnSpc>
            </a:pPr>
            <a:r>
              <a:rPr sz="1050" spc="-10" dirty="0">
                <a:latin typeface="Arial MT"/>
                <a:cs typeface="Arial MT"/>
              </a:rPr>
              <a:t>Output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27016" y="2377846"/>
            <a:ext cx="1003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97678" y="2396177"/>
            <a:ext cx="1447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60" dirty="0">
                <a:latin typeface="Arial MT"/>
                <a:cs typeface="Arial MT"/>
              </a:rPr>
              <a:t>1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4" name="object 2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40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/>
              <p14:cNvContentPartPr/>
              <p14:nvPr/>
            </p14:nvContentPartPr>
            <p14:xfrm>
              <a:off x="579600" y="702000"/>
              <a:ext cx="856440" cy="886320"/>
            </p14:xfrm>
          </p:contentPart>
        </mc:Choice>
        <mc:Fallback>
          <p:pic>
            <p:nvPicPr>
              <p:cNvPr id="29" name="Ink 2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4840" y="687960"/>
                <a:ext cx="886320" cy="9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0" name="Ink 29"/>
              <p14:cNvContentPartPr/>
              <p14:nvPr/>
            </p14:nvContentPartPr>
            <p14:xfrm>
              <a:off x="633600" y="932400"/>
              <a:ext cx="4384800" cy="1704240"/>
            </p14:xfrm>
          </p:contentPart>
        </mc:Choice>
        <mc:Fallback>
          <p:pic>
            <p:nvPicPr>
              <p:cNvPr id="30" name="Ink 2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2080" y="920160"/>
                <a:ext cx="4410360" cy="172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Convolution</a:t>
            </a:r>
            <a:r>
              <a:rPr cap="small" spc="4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813" y="641730"/>
            <a:ext cx="725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3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5244" y="885888"/>
          <a:ext cx="1512568" cy="167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/>
                <a:gridCol w="233045"/>
                <a:gridCol w="271145"/>
                <a:gridCol w="271145"/>
                <a:gridCol w="271144"/>
                <a:gridCol w="233044"/>
              </a:tblGrid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79154" y="1344739"/>
          <a:ext cx="948689" cy="563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</a:tblGrid>
              <a:tr h="187960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799204" y="821308"/>
            <a:ext cx="1664970" cy="1903730"/>
            <a:chOff x="3799204" y="821308"/>
            <a:chExt cx="1664970" cy="1903730"/>
          </a:xfrm>
        </p:grpSpPr>
        <p:sp>
          <p:nvSpPr>
            <p:cNvPr id="7" name="object 7"/>
            <p:cNvSpPr/>
            <p:nvPr/>
          </p:nvSpPr>
          <p:spPr>
            <a:xfrm>
              <a:off x="3799204" y="821308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>
                  <a:moveTo>
                    <a:pt x="1562862" y="0"/>
                  </a:moveTo>
                  <a:lnTo>
                    <a:pt x="50800" y="0"/>
                  </a:lnTo>
                  <a:lnTo>
                    <a:pt x="31115" y="4063"/>
                  </a:lnTo>
                  <a:lnTo>
                    <a:pt x="14859" y="14986"/>
                  </a:lnTo>
                  <a:lnTo>
                    <a:pt x="3937" y="31114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1613662" y="82423"/>
                  </a:lnTo>
                  <a:lnTo>
                    <a:pt x="1613662" y="50800"/>
                  </a:lnTo>
                  <a:lnTo>
                    <a:pt x="1609598" y="31114"/>
                  </a:lnTo>
                  <a:lnTo>
                    <a:pt x="1598676" y="14986"/>
                  </a:lnTo>
                  <a:lnTo>
                    <a:pt x="1582547" y="4063"/>
                  </a:lnTo>
                  <a:lnTo>
                    <a:pt x="15628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0004" y="1721484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0804" y="871880"/>
              <a:ext cx="1562862" cy="9512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99204" y="865758"/>
              <a:ext cx="1614170" cy="906780"/>
            </a:xfrm>
            <a:custGeom>
              <a:avLst/>
              <a:gdLst/>
              <a:ahLst/>
              <a:cxnLst/>
              <a:rect l="l" t="t" r="r" b="b"/>
              <a:pathLst>
                <a:path w="1614170" h="906780">
                  <a:moveTo>
                    <a:pt x="1613662" y="0"/>
                  </a:moveTo>
                  <a:lnTo>
                    <a:pt x="0" y="0"/>
                  </a:lnTo>
                  <a:lnTo>
                    <a:pt x="0" y="855726"/>
                  </a:lnTo>
                  <a:lnTo>
                    <a:pt x="3937" y="875411"/>
                  </a:lnTo>
                  <a:lnTo>
                    <a:pt x="14859" y="891667"/>
                  </a:lnTo>
                  <a:lnTo>
                    <a:pt x="31115" y="902589"/>
                  </a:lnTo>
                  <a:lnTo>
                    <a:pt x="50800" y="906526"/>
                  </a:lnTo>
                  <a:lnTo>
                    <a:pt x="1562862" y="906526"/>
                  </a:lnTo>
                  <a:lnTo>
                    <a:pt x="1582547" y="902589"/>
                  </a:lnTo>
                  <a:lnTo>
                    <a:pt x="1598676" y="891667"/>
                  </a:lnTo>
                  <a:lnTo>
                    <a:pt x="1609598" y="875411"/>
                  </a:lnTo>
                  <a:lnTo>
                    <a:pt x="1613662" y="855726"/>
                  </a:lnTo>
                  <a:lnTo>
                    <a:pt x="16136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12866" y="909954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h="830580">
                  <a:moveTo>
                    <a:pt x="0" y="83058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8104" y="89725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08104" y="88455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08104" y="87185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08104" y="852804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1972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51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551" y="280670"/>
                  </a:lnTo>
                  <a:lnTo>
                    <a:pt x="144017" y="288010"/>
                  </a:lnTo>
                  <a:lnTo>
                    <a:pt x="189484" y="280670"/>
                  </a:lnTo>
                  <a:lnTo>
                    <a:pt x="229107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8036" y="144005"/>
                  </a:lnTo>
                  <a:lnTo>
                    <a:pt x="280669" y="98488"/>
                  </a:lnTo>
                  <a:lnTo>
                    <a:pt x="260223" y="58953"/>
                  </a:lnTo>
                  <a:lnTo>
                    <a:pt x="229107" y="27787"/>
                  </a:lnTo>
                  <a:lnTo>
                    <a:pt x="189484" y="7340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01972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69" y="98488"/>
                  </a:lnTo>
                  <a:lnTo>
                    <a:pt x="260223" y="58953"/>
                  </a:lnTo>
                  <a:lnTo>
                    <a:pt x="229107" y="27787"/>
                  </a:lnTo>
                  <a:lnTo>
                    <a:pt x="189484" y="7340"/>
                  </a:lnTo>
                  <a:lnTo>
                    <a:pt x="144017" y="0"/>
                  </a:lnTo>
                  <a:lnTo>
                    <a:pt x="98551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551" y="280670"/>
                  </a:lnTo>
                  <a:lnTo>
                    <a:pt x="144017" y="288010"/>
                  </a:lnTo>
                  <a:lnTo>
                    <a:pt x="189484" y="280670"/>
                  </a:lnTo>
                  <a:lnTo>
                    <a:pt x="229107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2017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425" y="7340"/>
                  </a:lnTo>
                  <a:lnTo>
                    <a:pt x="58928" y="27787"/>
                  </a:lnTo>
                  <a:lnTo>
                    <a:pt x="27812" y="58953"/>
                  </a:lnTo>
                  <a:lnTo>
                    <a:pt x="7366" y="98488"/>
                  </a:lnTo>
                  <a:lnTo>
                    <a:pt x="0" y="144005"/>
                  </a:lnTo>
                  <a:lnTo>
                    <a:pt x="7366" y="189522"/>
                  </a:lnTo>
                  <a:lnTo>
                    <a:pt x="27812" y="229057"/>
                  </a:lnTo>
                  <a:lnTo>
                    <a:pt x="58928" y="260223"/>
                  </a:lnTo>
                  <a:lnTo>
                    <a:pt x="98425" y="280670"/>
                  </a:lnTo>
                  <a:lnTo>
                    <a:pt x="144018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62017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lnTo>
                    <a:pt x="98425" y="7340"/>
                  </a:lnTo>
                  <a:lnTo>
                    <a:pt x="58928" y="27787"/>
                  </a:lnTo>
                  <a:lnTo>
                    <a:pt x="27812" y="58953"/>
                  </a:lnTo>
                  <a:lnTo>
                    <a:pt x="7366" y="98488"/>
                  </a:lnTo>
                  <a:lnTo>
                    <a:pt x="0" y="144005"/>
                  </a:lnTo>
                  <a:lnTo>
                    <a:pt x="7366" y="189522"/>
                  </a:lnTo>
                  <a:lnTo>
                    <a:pt x="27812" y="229057"/>
                  </a:lnTo>
                  <a:lnTo>
                    <a:pt x="58928" y="260223"/>
                  </a:lnTo>
                  <a:lnTo>
                    <a:pt x="98425" y="280670"/>
                  </a:lnTo>
                  <a:lnTo>
                    <a:pt x="144018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22062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890" y="0"/>
                  </a:moveTo>
                  <a:lnTo>
                    <a:pt x="98425" y="7340"/>
                  </a:lnTo>
                  <a:lnTo>
                    <a:pt x="58927" y="27787"/>
                  </a:lnTo>
                  <a:lnTo>
                    <a:pt x="27686" y="58953"/>
                  </a:lnTo>
                  <a:lnTo>
                    <a:pt x="7238" y="98488"/>
                  </a:lnTo>
                  <a:lnTo>
                    <a:pt x="0" y="144005"/>
                  </a:lnTo>
                  <a:lnTo>
                    <a:pt x="7238" y="189522"/>
                  </a:lnTo>
                  <a:lnTo>
                    <a:pt x="27686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3890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7909" y="144005"/>
                  </a:ln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22062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7909" y="144005"/>
                  </a:move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3890" y="0"/>
                  </a:lnTo>
                  <a:lnTo>
                    <a:pt x="98425" y="7340"/>
                  </a:lnTo>
                  <a:lnTo>
                    <a:pt x="58927" y="27787"/>
                  </a:lnTo>
                  <a:lnTo>
                    <a:pt x="27686" y="58953"/>
                  </a:lnTo>
                  <a:lnTo>
                    <a:pt x="7238" y="98488"/>
                  </a:lnTo>
                  <a:lnTo>
                    <a:pt x="0" y="144005"/>
                  </a:lnTo>
                  <a:lnTo>
                    <a:pt x="7238" y="189522"/>
                  </a:lnTo>
                  <a:lnTo>
                    <a:pt x="27686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3890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7909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639695" y="805332"/>
            <a:ext cx="2584450" cy="186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0310" marR="316865">
              <a:lnSpc>
                <a:spcPct val="1143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Slide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pixel </a:t>
            </a:r>
            <a:r>
              <a:rPr sz="1050" dirty="0">
                <a:latin typeface="Arial MT"/>
                <a:cs typeface="Arial MT"/>
              </a:rPr>
              <a:t>towards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right.</a:t>
            </a:r>
            <a:endParaRPr sz="1050">
              <a:latin typeface="Arial MT"/>
              <a:cs typeface="Arial MT"/>
            </a:endParaRPr>
          </a:p>
          <a:p>
            <a:pPr marL="1210310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latin typeface="Arial MT"/>
                <a:cs typeface="Arial MT"/>
              </a:rPr>
              <a:t>Perform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element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wise</a:t>
            </a:r>
            <a:endParaRPr sz="1050">
              <a:latin typeface="Arial MT"/>
              <a:cs typeface="Arial MT"/>
            </a:endParaRPr>
          </a:p>
          <a:p>
            <a:pPr marL="1210310" marR="5080">
              <a:lnSpc>
                <a:spcPct val="115199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product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spc="-10" dirty="0">
                <a:latin typeface="Arial MT"/>
                <a:cs typeface="Arial MT"/>
              </a:rPr>
              <a:t>values.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  <a:p>
            <a:pPr marL="1760855">
              <a:lnSpc>
                <a:spcPct val="100000"/>
              </a:lnSpc>
              <a:spcBef>
                <a:spcPts val="395"/>
              </a:spcBef>
            </a:pPr>
            <a:r>
              <a:rPr sz="1050" spc="-10" dirty="0">
                <a:latin typeface="Arial MT"/>
                <a:cs typeface="Arial MT"/>
              </a:rPr>
              <a:t>Output</a:t>
            </a:r>
            <a:endParaRPr sz="1050">
              <a:latin typeface="Arial MT"/>
              <a:cs typeface="Arial MT"/>
            </a:endParaRPr>
          </a:p>
          <a:p>
            <a:pPr marL="1568450">
              <a:lnSpc>
                <a:spcPct val="100000"/>
              </a:lnSpc>
              <a:spcBef>
                <a:spcPts val="1200"/>
              </a:spcBef>
              <a:tabLst>
                <a:tab pos="1829435" algn="l"/>
              </a:tabLst>
            </a:pPr>
            <a:r>
              <a:rPr sz="1050" spc="-50" dirty="0">
                <a:latin typeface="Arial MT"/>
                <a:cs typeface="Arial MT"/>
              </a:rPr>
              <a:t>3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4" name="object 2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56361" y="2607848"/>
            <a:ext cx="1097280" cy="20510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58383" y="2500020"/>
            <a:ext cx="144780" cy="1758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60" dirty="0">
                <a:latin typeface="Arial MT"/>
                <a:cs typeface="Arial MT"/>
              </a:rPr>
              <a:t>3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41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1" name="Ink 30"/>
              <p14:cNvContentPartPr/>
              <p14:nvPr/>
            </p14:nvContentPartPr>
            <p14:xfrm>
              <a:off x="819360" y="813240"/>
              <a:ext cx="4272480" cy="1779840"/>
            </p14:xfrm>
          </p:contentPart>
        </mc:Choice>
        <mc:Fallback>
          <p:pic>
            <p:nvPicPr>
              <p:cNvPr id="31" name="Ink 3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9640" y="798840"/>
                <a:ext cx="4295520" cy="1801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Convolution</a:t>
            </a:r>
            <a:r>
              <a:rPr cap="small" spc="4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813" y="641730"/>
            <a:ext cx="725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3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5244" y="885888"/>
          <a:ext cx="1512568" cy="167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/>
                <a:gridCol w="233045"/>
                <a:gridCol w="233045"/>
                <a:gridCol w="271145"/>
                <a:gridCol w="271144"/>
                <a:gridCol w="271144"/>
              </a:tblGrid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79154" y="1344739"/>
          <a:ext cx="948689" cy="563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</a:tblGrid>
              <a:tr h="187960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799204" y="821308"/>
            <a:ext cx="1664970" cy="1903730"/>
            <a:chOff x="3799204" y="821308"/>
            <a:chExt cx="1664970" cy="1903730"/>
          </a:xfrm>
        </p:grpSpPr>
        <p:sp>
          <p:nvSpPr>
            <p:cNvPr id="7" name="object 7"/>
            <p:cNvSpPr/>
            <p:nvPr/>
          </p:nvSpPr>
          <p:spPr>
            <a:xfrm>
              <a:off x="3799204" y="821308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>
                  <a:moveTo>
                    <a:pt x="1562862" y="0"/>
                  </a:moveTo>
                  <a:lnTo>
                    <a:pt x="50800" y="0"/>
                  </a:lnTo>
                  <a:lnTo>
                    <a:pt x="31115" y="4063"/>
                  </a:lnTo>
                  <a:lnTo>
                    <a:pt x="14859" y="14986"/>
                  </a:lnTo>
                  <a:lnTo>
                    <a:pt x="3937" y="31114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1613662" y="82423"/>
                  </a:lnTo>
                  <a:lnTo>
                    <a:pt x="1613662" y="50800"/>
                  </a:lnTo>
                  <a:lnTo>
                    <a:pt x="1609598" y="31114"/>
                  </a:lnTo>
                  <a:lnTo>
                    <a:pt x="1598676" y="14986"/>
                  </a:lnTo>
                  <a:lnTo>
                    <a:pt x="1582547" y="4063"/>
                  </a:lnTo>
                  <a:lnTo>
                    <a:pt x="15628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0004" y="1721484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0804" y="871880"/>
              <a:ext cx="1562862" cy="9512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99204" y="865758"/>
              <a:ext cx="1614170" cy="906780"/>
            </a:xfrm>
            <a:custGeom>
              <a:avLst/>
              <a:gdLst/>
              <a:ahLst/>
              <a:cxnLst/>
              <a:rect l="l" t="t" r="r" b="b"/>
              <a:pathLst>
                <a:path w="1614170" h="906780">
                  <a:moveTo>
                    <a:pt x="1613662" y="0"/>
                  </a:moveTo>
                  <a:lnTo>
                    <a:pt x="0" y="0"/>
                  </a:lnTo>
                  <a:lnTo>
                    <a:pt x="0" y="855726"/>
                  </a:lnTo>
                  <a:lnTo>
                    <a:pt x="3937" y="875411"/>
                  </a:lnTo>
                  <a:lnTo>
                    <a:pt x="14859" y="891667"/>
                  </a:lnTo>
                  <a:lnTo>
                    <a:pt x="31115" y="902589"/>
                  </a:lnTo>
                  <a:lnTo>
                    <a:pt x="50800" y="906526"/>
                  </a:lnTo>
                  <a:lnTo>
                    <a:pt x="1562862" y="906526"/>
                  </a:lnTo>
                  <a:lnTo>
                    <a:pt x="1582547" y="902589"/>
                  </a:lnTo>
                  <a:lnTo>
                    <a:pt x="1598676" y="891667"/>
                  </a:lnTo>
                  <a:lnTo>
                    <a:pt x="1609598" y="875411"/>
                  </a:lnTo>
                  <a:lnTo>
                    <a:pt x="1613662" y="855726"/>
                  </a:lnTo>
                  <a:lnTo>
                    <a:pt x="16136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12866" y="909954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h="830580">
                  <a:moveTo>
                    <a:pt x="0" y="83058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8104" y="89725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08104" y="88455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08104" y="871854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08104" y="852804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22013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4018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22013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4018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82058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890" y="0"/>
                  </a:moveTo>
                  <a:lnTo>
                    <a:pt x="98425" y="7340"/>
                  </a:lnTo>
                  <a:lnTo>
                    <a:pt x="58927" y="27787"/>
                  </a:lnTo>
                  <a:lnTo>
                    <a:pt x="27686" y="58953"/>
                  </a:lnTo>
                  <a:lnTo>
                    <a:pt x="7238" y="98488"/>
                  </a:lnTo>
                  <a:lnTo>
                    <a:pt x="0" y="144005"/>
                  </a:lnTo>
                  <a:lnTo>
                    <a:pt x="7238" y="189522"/>
                  </a:lnTo>
                  <a:lnTo>
                    <a:pt x="27686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3890" y="288010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7908" y="144005"/>
                  </a:lnTo>
                  <a:lnTo>
                    <a:pt x="280669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82058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7908" y="144005"/>
                  </a:moveTo>
                  <a:lnTo>
                    <a:pt x="280669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3890" y="0"/>
                  </a:lnTo>
                  <a:lnTo>
                    <a:pt x="98425" y="7340"/>
                  </a:lnTo>
                  <a:lnTo>
                    <a:pt x="58927" y="27787"/>
                  </a:lnTo>
                  <a:lnTo>
                    <a:pt x="27686" y="58953"/>
                  </a:lnTo>
                  <a:lnTo>
                    <a:pt x="7238" y="98488"/>
                  </a:lnTo>
                  <a:lnTo>
                    <a:pt x="0" y="144005"/>
                  </a:lnTo>
                  <a:lnTo>
                    <a:pt x="7238" y="189522"/>
                  </a:lnTo>
                  <a:lnTo>
                    <a:pt x="27686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3890" y="288010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7908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41976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551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551" y="280670"/>
                  </a:lnTo>
                  <a:lnTo>
                    <a:pt x="144018" y="288010"/>
                  </a:lnTo>
                  <a:lnTo>
                    <a:pt x="189611" y="280670"/>
                  </a:lnTo>
                  <a:lnTo>
                    <a:pt x="229108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lnTo>
                    <a:pt x="280670" y="98488"/>
                  </a:lnTo>
                  <a:lnTo>
                    <a:pt x="260223" y="58953"/>
                  </a:lnTo>
                  <a:lnTo>
                    <a:pt x="229108" y="27787"/>
                  </a:lnTo>
                  <a:lnTo>
                    <a:pt x="189611" y="7340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41976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70" y="98488"/>
                  </a:lnTo>
                  <a:lnTo>
                    <a:pt x="260223" y="58953"/>
                  </a:lnTo>
                  <a:lnTo>
                    <a:pt x="229108" y="27787"/>
                  </a:lnTo>
                  <a:lnTo>
                    <a:pt x="189611" y="7340"/>
                  </a:lnTo>
                  <a:lnTo>
                    <a:pt x="144018" y="0"/>
                  </a:lnTo>
                  <a:lnTo>
                    <a:pt x="98551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551" y="280670"/>
                  </a:lnTo>
                  <a:lnTo>
                    <a:pt x="144018" y="288010"/>
                  </a:lnTo>
                  <a:lnTo>
                    <a:pt x="189611" y="280670"/>
                  </a:lnTo>
                  <a:lnTo>
                    <a:pt x="229108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02021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4017" y="288010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8036" y="144005"/>
                  </a:lnTo>
                  <a:lnTo>
                    <a:pt x="280669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02021" y="243207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69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4017" y="0"/>
                  </a:ln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4017" y="288010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39695" y="805332"/>
            <a:ext cx="2584450" cy="186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0310" marR="316865">
              <a:lnSpc>
                <a:spcPct val="1143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Slide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pixel </a:t>
            </a:r>
            <a:r>
              <a:rPr sz="1050" dirty="0">
                <a:latin typeface="Arial MT"/>
                <a:cs typeface="Arial MT"/>
              </a:rPr>
              <a:t>towards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right.</a:t>
            </a:r>
            <a:endParaRPr sz="1050">
              <a:latin typeface="Arial MT"/>
              <a:cs typeface="Arial MT"/>
            </a:endParaRPr>
          </a:p>
          <a:p>
            <a:pPr marL="1210310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latin typeface="Arial MT"/>
                <a:cs typeface="Arial MT"/>
              </a:rPr>
              <a:t>Perform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element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wise</a:t>
            </a:r>
            <a:endParaRPr sz="1050">
              <a:latin typeface="Arial MT"/>
              <a:cs typeface="Arial MT"/>
            </a:endParaRPr>
          </a:p>
          <a:p>
            <a:pPr marL="1210310" marR="5080">
              <a:lnSpc>
                <a:spcPct val="115199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product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spc="-10" dirty="0">
                <a:latin typeface="Arial MT"/>
                <a:cs typeface="Arial MT"/>
              </a:rPr>
              <a:t>values.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  <a:p>
            <a:pPr marL="1760855">
              <a:lnSpc>
                <a:spcPct val="100000"/>
              </a:lnSpc>
              <a:spcBef>
                <a:spcPts val="395"/>
              </a:spcBef>
            </a:pPr>
            <a:r>
              <a:rPr sz="1050" spc="-10" dirty="0">
                <a:latin typeface="Arial MT"/>
                <a:cs typeface="Arial MT"/>
              </a:rPr>
              <a:t>Output</a:t>
            </a:r>
            <a:endParaRPr sz="1050">
              <a:latin typeface="Arial MT"/>
              <a:cs typeface="Arial MT"/>
            </a:endParaRPr>
          </a:p>
          <a:p>
            <a:pPr marL="1388745">
              <a:lnSpc>
                <a:spcPct val="100000"/>
              </a:lnSpc>
              <a:spcBef>
                <a:spcPts val="1200"/>
              </a:spcBef>
              <a:tabLst>
                <a:tab pos="1719580" algn="l"/>
                <a:tab pos="2058035" algn="l"/>
                <a:tab pos="2431415" algn="l"/>
              </a:tabLst>
            </a:pPr>
            <a:r>
              <a:rPr sz="1050" spc="-50" dirty="0">
                <a:latin typeface="Arial MT"/>
                <a:cs typeface="Arial MT"/>
              </a:rPr>
              <a:t>3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50" dirty="0">
                <a:latin typeface="Arial MT"/>
                <a:cs typeface="Arial MT"/>
              </a:rPr>
              <a:t>1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50" dirty="0">
                <a:latin typeface="Arial MT"/>
                <a:cs typeface="Arial MT"/>
              </a:rPr>
              <a:t>3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6" name="object 2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56361" y="2607848"/>
            <a:ext cx="1097280" cy="20510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42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2" name="Ink 31"/>
              <p14:cNvContentPartPr/>
              <p14:nvPr/>
            </p14:nvContentPartPr>
            <p14:xfrm>
              <a:off x="1335600" y="2800800"/>
              <a:ext cx="320760" cy="69840"/>
            </p14:xfrm>
          </p:contentPart>
        </mc:Choice>
        <mc:Fallback>
          <p:pic>
            <p:nvPicPr>
              <p:cNvPr id="32" name="Ink 3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6600" y="2787840"/>
                <a:ext cx="343080" cy="9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Convolution</a:t>
            </a:r>
            <a:r>
              <a:rPr cap="small" spc="4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813" y="647522"/>
            <a:ext cx="7258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5244" y="892111"/>
          <a:ext cx="1512567" cy="167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271145"/>
                <a:gridCol w="271145"/>
                <a:gridCol w="233044"/>
                <a:gridCol w="233044"/>
                <a:gridCol w="233044"/>
              </a:tblGrid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56361" y="2608579"/>
            <a:ext cx="10972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×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79154" y="1350962"/>
          <a:ext cx="948689" cy="561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</a:tblGrid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639695" y="1959965"/>
            <a:ext cx="4337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9204" y="666876"/>
            <a:ext cx="1664970" cy="1184910"/>
            <a:chOff x="3799204" y="666876"/>
            <a:chExt cx="1664970" cy="1184910"/>
          </a:xfrm>
        </p:grpSpPr>
        <p:sp>
          <p:nvSpPr>
            <p:cNvPr id="9" name="object 9"/>
            <p:cNvSpPr/>
            <p:nvPr/>
          </p:nvSpPr>
          <p:spPr>
            <a:xfrm>
              <a:off x="3799204" y="666876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>
                  <a:moveTo>
                    <a:pt x="1562862" y="0"/>
                  </a:moveTo>
                  <a:lnTo>
                    <a:pt x="50800" y="0"/>
                  </a:lnTo>
                  <a:lnTo>
                    <a:pt x="31115" y="4063"/>
                  </a:lnTo>
                  <a:lnTo>
                    <a:pt x="14859" y="14986"/>
                  </a:lnTo>
                  <a:lnTo>
                    <a:pt x="3937" y="31114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1613662" y="82423"/>
                  </a:lnTo>
                  <a:lnTo>
                    <a:pt x="1613662" y="50800"/>
                  </a:lnTo>
                  <a:lnTo>
                    <a:pt x="1609598" y="31114"/>
                  </a:lnTo>
                  <a:lnTo>
                    <a:pt x="1598676" y="14986"/>
                  </a:lnTo>
                  <a:lnTo>
                    <a:pt x="1582547" y="4063"/>
                  </a:lnTo>
                  <a:lnTo>
                    <a:pt x="15628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0004" y="1749678"/>
              <a:ext cx="101600" cy="101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0804" y="717499"/>
              <a:ext cx="1562862" cy="11337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99204" y="711326"/>
              <a:ext cx="1614170" cy="1089660"/>
            </a:xfrm>
            <a:custGeom>
              <a:avLst/>
              <a:gdLst/>
              <a:ahLst/>
              <a:cxnLst/>
              <a:rect l="l" t="t" r="r" b="b"/>
              <a:pathLst>
                <a:path w="1614170" h="1089660">
                  <a:moveTo>
                    <a:pt x="1613662" y="0"/>
                  </a:moveTo>
                  <a:lnTo>
                    <a:pt x="0" y="0"/>
                  </a:lnTo>
                  <a:lnTo>
                    <a:pt x="0" y="1038352"/>
                  </a:lnTo>
                  <a:lnTo>
                    <a:pt x="3937" y="1058037"/>
                  </a:lnTo>
                  <a:lnTo>
                    <a:pt x="14859" y="1074166"/>
                  </a:lnTo>
                  <a:lnTo>
                    <a:pt x="31115" y="1085088"/>
                  </a:lnTo>
                  <a:lnTo>
                    <a:pt x="50800" y="1089152"/>
                  </a:lnTo>
                  <a:lnTo>
                    <a:pt x="1562862" y="1089152"/>
                  </a:lnTo>
                  <a:lnTo>
                    <a:pt x="1582547" y="1085088"/>
                  </a:lnTo>
                  <a:lnTo>
                    <a:pt x="1598676" y="1074166"/>
                  </a:lnTo>
                  <a:lnTo>
                    <a:pt x="1609598" y="1058037"/>
                  </a:lnTo>
                  <a:lnTo>
                    <a:pt x="1613662" y="1038352"/>
                  </a:lnTo>
                  <a:lnTo>
                    <a:pt x="1613662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12866" y="755522"/>
              <a:ext cx="0" cy="1013460"/>
            </a:xfrm>
            <a:custGeom>
              <a:avLst/>
              <a:gdLst/>
              <a:ahLst/>
              <a:cxnLst/>
              <a:rect l="l" t="t" r="r" b="b"/>
              <a:pathLst>
                <a:path h="1013460">
                  <a:moveTo>
                    <a:pt x="0" y="1013206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08104" y="74282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08104" y="73012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8104" y="71742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8104" y="698372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37813" y="649884"/>
            <a:ext cx="1471295" cy="1146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0340">
              <a:lnSpc>
                <a:spcPct val="1143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Jump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next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row,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left </a:t>
            </a:r>
            <a:r>
              <a:rPr sz="1050" dirty="0">
                <a:latin typeface="Arial MT"/>
                <a:cs typeface="Arial MT"/>
              </a:rPr>
              <a:t>most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pixel.</a:t>
            </a:r>
            <a:endParaRPr sz="1050">
              <a:latin typeface="Arial MT"/>
              <a:cs typeface="Arial MT"/>
            </a:endParaRPr>
          </a:p>
          <a:p>
            <a:pPr marL="12700" marR="5080">
              <a:lnSpc>
                <a:spcPct val="115199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</a:t>
            </a:r>
            <a:r>
              <a:rPr sz="1050" dirty="0">
                <a:latin typeface="Arial MT"/>
                <a:cs typeface="Arial MT"/>
              </a:rPr>
              <a:t>completely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superimpose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pixels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input.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PARTIALLY.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17251" y="2234031"/>
            <a:ext cx="1377950" cy="297815"/>
            <a:chOff x="3917251" y="2234031"/>
            <a:chExt cx="1377950" cy="297815"/>
          </a:xfrm>
        </p:grpSpPr>
        <p:sp>
          <p:nvSpPr>
            <p:cNvPr id="20" name="object 20"/>
            <p:cNvSpPr/>
            <p:nvPr/>
          </p:nvSpPr>
          <p:spPr>
            <a:xfrm>
              <a:off x="3922014" y="22387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4018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22014" y="22387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4018" y="288010"/>
                  </a:lnTo>
                  <a:lnTo>
                    <a:pt x="189484" y="280670"/>
                  </a:lnTo>
                  <a:lnTo>
                    <a:pt x="228981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82059" y="22387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890" y="0"/>
                  </a:moveTo>
                  <a:lnTo>
                    <a:pt x="98425" y="7340"/>
                  </a:lnTo>
                  <a:lnTo>
                    <a:pt x="58927" y="27787"/>
                  </a:lnTo>
                  <a:lnTo>
                    <a:pt x="27686" y="58953"/>
                  </a:lnTo>
                  <a:lnTo>
                    <a:pt x="7238" y="98488"/>
                  </a:lnTo>
                  <a:lnTo>
                    <a:pt x="0" y="144005"/>
                  </a:lnTo>
                  <a:lnTo>
                    <a:pt x="7238" y="189522"/>
                  </a:lnTo>
                  <a:lnTo>
                    <a:pt x="27686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3890" y="288010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7908" y="144005"/>
                  </a:lnTo>
                  <a:lnTo>
                    <a:pt x="280669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82059" y="22387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7908" y="144005"/>
                  </a:moveTo>
                  <a:lnTo>
                    <a:pt x="280669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3890" y="0"/>
                  </a:lnTo>
                  <a:lnTo>
                    <a:pt x="98425" y="7340"/>
                  </a:lnTo>
                  <a:lnTo>
                    <a:pt x="58927" y="27787"/>
                  </a:lnTo>
                  <a:lnTo>
                    <a:pt x="27686" y="58953"/>
                  </a:lnTo>
                  <a:lnTo>
                    <a:pt x="7238" y="98488"/>
                  </a:lnTo>
                  <a:lnTo>
                    <a:pt x="0" y="144005"/>
                  </a:lnTo>
                  <a:lnTo>
                    <a:pt x="7238" y="189522"/>
                  </a:lnTo>
                  <a:lnTo>
                    <a:pt x="27686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3890" y="288010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7908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41977" y="22387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551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551" y="280670"/>
                  </a:lnTo>
                  <a:lnTo>
                    <a:pt x="144018" y="288010"/>
                  </a:lnTo>
                  <a:lnTo>
                    <a:pt x="189611" y="280670"/>
                  </a:lnTo>
                  <a:lnTo>
                    <a:pt x="229108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lnTo>
                    <a:pt x="280670" y="98488"/>
                  </a:lnTo>
                  <a:lnTo>
                    <a:pt x="260223" y="58953"/>
                  </a:lnTo>
                  <a:lnTo>
                    <a:pt x="229108" y="27787"/>
                  </a:lnTo>
                  <a:lnTo>
                    <a:pt x="189611" y="7340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1977" y="22387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70" y="98488"/>
                  </a:lnTo>
                  <a:lnTo>
                    <a:pt x="260223" y="58953"/>
                  </a:lnTo>
                  <a:lnTo>
                    <a:pt x="229108" y="27787"/>
                  </a:lnTo>
                  <a:lnTo>
                    <a:pt x="189611" y="7340"/>
                  </a:lnTo>
                  <a:lnTo>
                    <a:pt x="144018" y="0"/>
                  </a:lnTo>
                  <a:lnTo>
                    <a:pt x="98551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551" y="280670"/>
                  </a:lnTo>
                  <a:lnTo>
                    <a:pt x="144018" y="288010"/>
                  </a:lnTo>
                  <a:lnTo>
                    <a:pt x="189611" y="280670"/>
                  </a:lnTo>
                  <a:lnTo>
                    <a:pt x="229108" y="260223"/>
                  </a:lnTo>
                  <a:lnTo>
                    <a:pt x="260223" y="229057"/>
                  </a:lnTo>
                  <a:lnTo>
                    <a:pt x="280670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02022" y="22387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4017" y="288010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8036" y="144005"/>
                  </a:lnTo>
                  <a:lnTo>
                    <a:pt x="280669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02022" y="22387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69" y="98488"/>
                  </a:lnTo>
                  <a:lnTo>
                    <a:pt x="260223" y="58953"/>
                  </a:lnTo>
                  <a:lnTo>
                    <a:pt x="228980" y="27787"/>
                  </a:lnTo>
                  <a:lnTo>
                    <a:pt x="189483" y="7340"/>
                  </a:lnTo>
                  <a:lnTo>
                    <a:pt x="144017" y="0"/>
                  </a:ln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57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4017" y="288010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057"/>
                  </a:lnTo>
                  <a:lnTo>
                    <a:pt x="280669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15866" y="1973376"/>
            <a:ext cx="1156970" cy="4991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Output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342900" algn="l"/>
                <a:tab pos="681355" algn="l"/>
                <a:tab pos="1024255" algn="l"/>
              </a:tabLst>
            </a:pPr>
            <a:r>
              <a:rPr sz="1050" spc="-50" dirty="0">
                <a:latin typeface="Arial MT"/>
                <a:cs typeface="Arial MT"/>
              </a:rPr>
              <a:t>3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50" dirty="0">
                <a:latin typeface="Arial MT"/>
                <a:cs typeface="Arial MT"/>
              </a:rPr>
              <a:t>1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50" dirty="0">
                <a:latin typeface="Arial MT"/>
                <a:cs typeface="Arial MT"/>
              </a:rPr>
              <a:t>3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917251" y="2594038"/>
            <a:ext cx="297815" cy="297815"/>
            <a:chOff x="3917251" y="2594038"/>
            <a:chExt cx="297815" cy="297815"/>
          </a:xfrm>
        </p:grpSpPr>
        <p:sp>
          <p:nvSpPr>
            <p:cNvPr id="30" name="object 30"/>
            <p:cNvSpPr/>
            <p:nvPr/>
          </p:nvSpPr>
          <p:spPr>
            <a:xfrm>
              <a:off x="3922014" y="259880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44"/>
                  </a:lnTo>
                  <a:lnTo>
                    <a:pt x="58927" y="260222"/>
                  </a:lnTo>
                  <a:lnTo>
                    <a:pt x="98425" y="280669"/>
                  </a:lnTo>
                  <a:lnTo>
                    <a:pt x="144018" y="288010"/>
                  </a:lnTo>
                  <a:lnTo>
                    <a:pt x="189484" y="280669"/>
                  </a:lnTo>
                  <a:lnTo>
                    <a:pt x="228981" y="260222"/>
                  </a:lnTo>
                  <a:lnTo>
                    <a:pt x="260223" y="229044"/>
                  </a:lnTo>
                  <a:lnTo>
                    <a:pt x="280670" y="189522"/>
                  </a:lnTo>
                  <a:lnTo>
                    <a:pt x="288036" y="144005"/>
                  </a:ln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F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22014" y="259880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05"/>
                  </a:moveTo>
                  <a:lnTo>
                    <a:pt x="280670" y="98488"/>
                  </a:lnTo>
                  <a:lnTo>
                    <a:pt x="260223" y="58953"/>
                  </a:lnTo>
                  <a:lnTo>
                    <a:pt x="228981" y="27787"/>
                  </a:lnTo>
                  <a:lnTo>
                    <a:pt x="189484" y="7340"/>
                  </a:lnTo>
                  <a:lnTo>
                    <a:pt x="144018" y="0"/>
                  </a:lnTo>
                  <a:lnTo>
                    <a:pt x="98425" y="7340"/>
                  </a:lnTo>
                  <a:lnTo>
                    <a:pt x="58927" y="27787"/>
                  </a:lnTo>
                  <a:lnTo>
                    <a:pt x="27812" y="58953"/>
                  </a:lnTo>
                  <a:lnTo>
                    <a:pt x="7365" y="98488"/>
                  </a:lnTo>
                  <a:lnTo>
                    <a:pt x="0" y="144005"/>
                  </a:lnTo>
                  <a:lnTo>
                    <a:pt x="7365" y="189522"/>
                  </a:lnTo>
                  <a:lnTo>
                    <a:pt x="27812" y="229044"/>
                  </a:lnTo>
                  <a:lnTo>
                    <a:pt x="58927" y="260222"/>
                  </a:lnTo>
                  <a:lnTo>
                    <a:pt x="98425" y="280669"/>
                  </a:lnTo>
                  <a:lnTo>
                    <a:pt x="144018" y="288010"/>
                  </a:lnTo>
                  <a:lnTo>
                    <a:pt x="189484" y="280669"/>
                  </a:lnTo>
                  <a:lnTo>
                    <a:pt x="228981" y="260222"/>
                  </a:lnTo>
                  <a:lnTo>
                    <a:pt x="260223" y="229044"/>
                  </a:lnTo>
                  <a:lnTo>
                    <a:pt x="280670" y="189522"/>
                  </a:lnTo>
                  <a:lnTo>
                    <a:pt x="288036" y="14400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993007" y="2640279"/>
            <a:ext cx="1447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6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34" name="object 3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923923" y="3141935"/>
            <a:ext cx="1912620" cy="92075"/>
          </a:xfrm>
          <a:prstGeom prst="rect">
            <a:avLst/>
          </a:prstGeom>
          <a:solidFill>
            <a:srgbClr val="76C3E7"/>
          </a:solidFill>
        </p:spPr>
        <p:txBody>
          <a:bodyPr vert="horz" wrap="square" lIns="0" tIns="0" rIns="0" bIns="0" rtlCol="0">
            <a:spAutoFit/>
          </a:bodyPr>
          <a:lstStyle/>
          <a:p>
            <a:pPr marL="537210">
              <a:lnSpc>
                <a:spcPts val="70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53534" y="3126435"/>
            <a:ext cx="2819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Calibri"/>
                <a:cs typeface="Calibri"/>
              </a:rPr>
              <a:t>43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8" name="Ink 37"/>
              <p14:cNvContentPartPr/>
              <p14:nvPr/>
            </p14:nvContentPartPr>
            <p14:xfrm>
              <a:off x="313200" y="1170360"/>
              <a:ext cx="3466440" cy="1617480"/>
            </p14:xfrm>
          </p:contentPart>
        </mc:Choice>
        <mc:Fallback>
          <p:pic>
            <p:nvPicPr>
              <p:cNvPr id="38" name="Ink 3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4920" y="1160280"/>
                <a:ext cx="3488040" cy="163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Convolution</a:t>
            </a:r>
            <a:r>
              <a:rPr cap="small" spc="4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813" y="649350"/>
            <a:ext cx="725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3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5244" y="893508"/>
          <a:ext cx="1512568" cy="167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/>
                <a:gridCol w="233045"/>
                <a:gridCol w="233045"/>
                <a:gridCol w="271145"/>
                <a:gridCol w="271144"/>
                <a:gridCol w="271144"/>
              </a:tblGrid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56361" y="2610408"/>
            <a:ext cx="1097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79154" y="1352359"/>
          <a:ext cx="948689" cy="562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</a:tblGrid>
              <a:tr h="187960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639695" y="1961184"/>
            <a:ext cx="4337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10266" y="568092"/>
            <a:ext cx="14357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sliding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through</a:t>
            </a:r>
            <a:r>
              <a:rPr sz="1050" spc="-25" dirty="0">
                <a:latin typeface="Arial MT"/>
                <a:cs typeface="Arial MT"/>
              </a:rPr>
              <a:t> the </a:t>
            </a:r>
            <a:r>
              <a:rPr sz="1050" dirty="0">
                <a:latin typeface="Arial MT"/>
                <a:cs typeface="Arial MT"/>
              </a:rPr>
              <a:t>entire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93260" y="2349500"/>
            <a:ext cx="1447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6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40402" y="2349500"/>
            <a:ext cx="43116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6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43535" algn="l"/>
              </a:tabLst>
            </a:pPr>
            <a:r>
              <a:rPr sz="1050" spc="-50" dirty="0">
                <a:latin typeface="Arial MT"/>
                <a:cs typeface="Arial MT"/>
              </a:rPr>
              <a:t>0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60" name="object 6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923923" y="3141935"/>
            <a:ext cx="1912620" cy="92075"/>
          </a:xfrm>
          <a:prstGeom prst="rect">
            <a:avLst/>
          </a:prstGeom>
          <a:solidFill>
            <a:srgbClr val="76C3E7"/>
          </a:solidFill>
        </p:spPr>
        <p:txBody>
          <a:bodyPr vert="horz" wrap="square" lIns="0" tIns="0" rIns="0" bIns="0" rtlCol="0">
            <a:spAutoFit/>
          </a:bodyPr>
          <a:lstStyle/>
          <a:p>
            <a:pPr marL="537210">
              <a:lnSpc>
                <a:spcPts val="70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105" y="1332299"/>
            <a:ext cx="1678055" cy="14819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323640" y="750600"/>
              <a:ext cx="4973760" cy="212544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5360" y="740160"/>
                <a:ext cx="4997520" cy="214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94" y="98552"/>
            <a:ext cx="3867150" cy="261610"/>
          </a:xfrm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CNN- spatial invariance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/>
          </p:nvPr>
        </p:nvGraphicFramePr>
        <p:xfrm>
          <a:off x="283611" y="1248050"/>
          <a:ext cx="1511829" cy="1680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931"/>
                <a:gridCol w="232931"/>
                <a:gridCol w="232931"/>
                <a:gridCol w="271012"/>
                <a:gridCol w="271012"/>
                <a:gridCol w="271012"/>
              </a:tblGrid>
              <a:tr h="2801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1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1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1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  <a:tr h="2801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  <a:tr h="2801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0000F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0</a:t>
                      </a:r>
                    </a:p>
                  </a:txBody>
                  <a:tcPr marL="0" marR="0" marT="615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78460" y="2927777"/>
            <a:ext cx="1122131" cy="196714"/>
          </a:xfrm>
          <a:prstGeom prst="rect">
            <a:avLst/>
          </a:prstGeom>
        </p:spPr>
        <p:txBody>
          <a:bodyPr vert="horz" wrap="square" lIns="0" tIns="12059" rIns="0" bIns="0" rtlCol="0">
            <a:spAutoFit/>
          </a:bodyPr>
          <a:lstStyle/>
          <a:p>
            <a:pPr marL="12693">
              <a:spcBef>
                <a:spcPts val="95"/>
              </a:spcBef>
            </a:pPr>
            <a:r>
              <a:rPr sz="1049" spc="10" dirty="0">
                <a:latin typeface="Microsoft Sans Serif"/>
                <a:cs typeface="Microsoft Sans Serif"/>
              </a:rPr>
              <a:t>Input</a:t>
            </a:r>
            <a:r>
              <a:rPr sz="1049" spc="20" dirty="0">
                <a:latin typeface="Microsoft Sans Serif"/>
                <a:cs typeface="Microsoft Sans Serif"/>
              </a:rPr>
              <a:t> </a:t>
            </a:r>
            <a:r>
              <a:rPr sz="1049" spc="10" dirty="0">
                <a:latin typeface="Microsoft Sans Serif"/>
                <a:cs typeface="Microsoft Sans Serif"/>
              </a:rPr>
              <a:t>Image</a:t>
            </a:r>
            <a:r>
              <a:rPr sz="1049" spc="20" dirty="0">
                <a:latin typeface="Microsoft Sans Serif"/>
                <a:cs typeface="Microsoft Sans Serif"/>
              </a:rPr>
              <a:t> </a:t>
            </a:r>
            <a:r>
              <a:rPr sz="1049" spc="10" dirty="0">
                <a:latin typeface="Microsoft Sans Serif"/>
                <a:cs typeface="Microsoft Sans Serif"/>
              </a:rPr>
              <a:t>6</a:t>
            </a:r>
            <a:r>
              <a:rPr sz="1049" spc="-15" dirty="0">
                <a:latin typeface="Microsoft Sans Serif"/>
                <a:cs typeface="Microsoft Sans Serif"/>
              </a:rPr>
              <a:t> </a:t>
            </a:r>
            <a:r>
              <a:rPr sz="1199" spc="-25" dirty="0">
                <a:latin typeface="Lucida Sans Unicode"/>
                <a:cs typeface="Lucida Sans Unicode"/>
              </a:rPr>
              <a:t>×</a:t>
            </a:r>
            <a:r>
              <a:rPr sz="1199" spc="-114" dirty="0">
                <a:latin typeface="Lucida Sans Unicode"/>
                <a:cs typeface="Lucida Sans Unicode"/>
              </a:rPr>
              <a:t> </a:t>
            </a:r>
            <a:r>
              <a:rPr sz="1049" spc="10" dirty="0">
                <a:latin typeface="Microsoft Sans Serif"/>
                <a:cs typeface="Microsoft Sans Serif"/>
              </a:rPr>
              <a:t>6</a:t>
            </a:r>
            <a:endParaRPr sz="1049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0051" y="671056"/>
            <a:ext cx="443013" cy="177476"/>
          </a:xfrm>
          <a:prstGeom prst="rect">
            <a:avLst/>
          </a:prstGeom>
        </p:spPr>
        <p:txBody>
          <a:bodyPr vert="horz" wrap="square" lIns="0" tIns="15867" rIns="0" bIns="0" rtlCol="0">
            <a:spAutoFit/>
          </a:bodyPr>
          <a:lstStyle/>
          <a:p>
            <a:pPr marL="12693">
              <a:spcBef>
                <a:spcPts val="125"/>
              </a:spcBef>
            </a:pPr>
            <a:r>
              <a:rPr sz="1049" spc="5" dirty="0">
                <a:latin typeface="Microsoft Sans Serif"/>
                <a:cs typeface="Microsoft Sans Serif"/>
              </a:rPr>
              <a:t>Filter</a:t>
            </a:r>
            <a:r>
              <a:rPr sz="1049" spc="-40" dirty="0">
                <a:latin typeface="Microsoft Sans Serif"/>
                <a:cs typeface="Microsoft Sans Serif"/>
              </a:rPr>
              <a:t> </a:t>
            </a:r>
            <a:r>
              <a:rPr sz="1049" spc="10" dirty="0">
                <a:latin typeface="Microsoft Sans Serif"/>
                <a:cs typeface="Microsoft Sans Serif"/>
              </a:rPr>
              <a:t>1</a:t>
            </a:r>
            <a:endParaRPr sz="1049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46364" y="1349450"/>
            <a:ext cx="2419436" cy="295131"/>
            <a:chOff x="3043224" y="1370520"/>
            <a:chExt cx="2420620" cy="295275"/>
          </a:xfrm>
        </p:grpSpPr>
        <p:sp>
          <p:nvSpPr>
            <p:cNvPr id="9" name="object 9"/>
            <p:cNvSpPr/>
            <p:nvPr/>
          </p:nvSpPr>
          <p:spPr>
            <a:xfrm>
              <a:off x="3043224" y="1370520"/>
              <a:ext cx="2369820" cy="82550"/>
            </a:xfrm>
            <a:custGeom>
              <a:avLst/>
              <a:gdLst/>
              <a:ahLst/>
              <a:cxnLst/>
              <a:rect l="l" t="t" r="r" b="b"/>
              <a:pathLst>
                <a:path w="2369820" h="82550">
                  <a:moveTo>
                    <a:pt x="231881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2369615" y="82384"/>
                  </a:lnTo>
                  <a:lnTo>
                    <a:pt x="2369615" y="50800"/>
                  </a:lnTo>
                  <a:lnTo>
                    <a:pt x="2365606" y="31075"/>
                  </a:lnTo>
                  <a:lnTo>
                    <a:pt x="2354692" y="14922"/>
                  </a:lnTo>
                  <a:lnTo>
                    <a:pt x="2338539" y="4008"/>
                  </a:lnTo>
                  <a:lnTo>
                    <a:pt x="231881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4024" y="1564093"/>
              <a:ext cx="101600" cy="101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4825" y="1551393"/>
              <a:ext cx="2318790" cy="114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2839" y="1421079"/>
              <a:ext cx="50776" cy="14301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43224" y="1414937"/>
              <a:ext cx="2369820" cy="200025"/>
            </a:xfrm>
            <a:custGeom>
              <a:avLst/>
              <a:gdLst/>
              <a:ahLst/>
              <a:cxnLst/>
              <a:rect l="l" t="t" r="r" b="b"/>
              <a:pathLst>
                <a:path w="2369820" h="200025">
                  <a:moveTo>
                    <a:pt x="2369615" y="0"/>
                  </a:moveTo>
                  <a:lnTo>
                    <a:pt x="0" y="0"/>
                  </a:lnTo>
                  <a:lnTo>
                    <a:pt x="0" y="149156"/>
                  </a:lnTo>
                  <a:lnTo>
                    <a:pt x="4008" y="168880"/>
                  </a:lnTo>
                  <a:lnTo>
                    <a:pt x="14922" y="185033"/>
                  </a:lnTo>
                  <a:lnTo>
                    <a:pt x="31075" y="195947"/>
                  </a:lnTo>
                  <a:lnTo>
                    <a:pt x="50800" y="199956"/>
                  </a:lnTo>
                  <a:lnTo>
                    <a:pt x="2318814" y="199956"/>
                  </a:lnTo>
                  <a:lnTo>
                    <a:pt x="2338539" y="195947"/>
                  </a:lnTo>
                  <a:lnTo>
                    <a:pt x="2354692" y="185033"/>
                  </a:lnTo>
                  <a:lnTo>
                    <a:pt x="2365606" y="168880"/>
                  </a:lnTo>
                  <a:lnTo>
                    <a:pt x="2369615" y="149156"/>
                  </a:lnTo>
                  <a:lnTo>
                    <a:pt x="236961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4" name="object 14"/>
            <p:cNvSpPr/>
            <p:nvPr/>
          </p:nvSpPr>
          <p:spPr>
            <a:xfrm>
              <a:off x="5412839" y="1459175"/>
              <a:ext cx="0" cy="124460"/>
            </a:xfrm>
            <a:custGeom>
              <a:avLst/>
              <a:gdLst/>
              <a:ahLst/>
              <a:cxnLst/>
              <a:rect l="l" t="t" r="r" b="b"/>
              <a:pathLst>
                <a:path h="124459">
                  <a:moveTo>
                    <a:pt x="0" y="1239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5" name="object 15"/>
            <p:cNvSpPr/>
            <p:nvPr/>
          </p:nvSpPr>
          <p:spPr>
            <a:xfrm>
              <a:off x="5412839" y="14464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6" name="object 16"/>
            <p:cNvSpPr/>
            <p:nvPr/>
          </p:nvSpPr>
          <p:spPr>
            <a:xfrm>
              <a:off x="5412839" y="14337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7" name="object 17"/>
            <p:cNvSpPr/>
            <p:nvPr/>
          </p:nvSpPr>
          <p:spPr>
            <a:xfrm>
              <a:off x="5412839" y="14210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8" name="object 18"/>
            <p:cNvSpPr/>
            <p:nvPr/>
          </p:nvSpPr>
          <p:spPr>
            <a:xfrm>
              <a:off x="5412839" y="140202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422118" y="1390229"/>
            <a:ext cx="2292498" cy="177476"/>
          </a:xfrm>
          <a:prstGeom prst="rect">
            <a:avLst/>
          </a:prstGeom>
        </p:spPr>
        <p:txBody>
          <a:bodyPr vert="horz" wrap="square" lIns="0" tIns="15867" rIns="0" bIns="0" rtlCol="0">
            <a:spAutoFit/>
          </a:bodyPr>
          <a:lstStyle/>
          <a:p>
            <a:pPr marL="12693">
              <a:spcBef>
                <a:spcPts val="125"/>
              </a:spcBef>
            </a:pPr>
            <a:r>
              <a:rPr sz="1049" spc="10" dirty="0">
                <a:latin typeface="Microsoft Sans Serif"/>
                <a:cs typeface="Microsoft Sans Serif"/>
              </a:rPr>
              <a:t>After </a:t>
            </a:r>
            <a:r>
              <a:rPr sz="1049" spc="5" dirty="0">
                <a:latin typeface="Microsoft Sans Serif"/>
                <a:cs typeface="Microsoft Sans Serif"/>
              </a:rPr>
              <a:t>sliding</a:t>
            </a:r>
            <a:r>
              <a:rPr sz="1049" spc="15" dirty="0">
                <a:latin typeface="Microsoft Sans Serif"/>
                <a:cs typeface="Microsoft Sans Serif"/>
              </a:rPr>
              <a:t> </a:t>
            </a:r>
            <a:r>
              <a:rPr sz="1049" spc="10" dirty="0">
                <a:latin typeface="Microsoft Sans Serif"/>
                <a:cs typeface="Microsoft Sans Serif"/>
              </a:rPr>
              <a:t>through</a:t>
            </a:r>
            <a:r>
              <a:rPr sz="1049" spc="15" dirty="0">
                <a:latin typeface="Microsoft Sans Serif"/>
                <a:cs typeface="Microsoft Sans Serif"/>
              </a:rPr>
              <a:t> </a:t>
            </a:r>
            <a:r>
              <a:rPr sz="1049" spc="10" dirty="0">
                <a:latin typeface="Microsoft Sans Serif"/>
                <a:cs typeface="Microsoft Sans Serif"/>
              </a:rPr>
              <a:t>the</a:t>
            </a:r>
            <a:r>
              <a:rPr sz="1049" spc="15" dirty="0">
                <a:latin typeface="Microsoft Sans Serif"/>
                <a:cs typeface="Microsoft Sans Serif"/>
              </a:rPr>
              <a:t> </a:t>
            </a:r>
            <a:r>
              <a:rPr sz="1049" spc="5" dirty="0">
                <a:latin typeface="Microsoft Sans Serif"/>
                <a:cs typeface="Microsoft Sans Serif"/>
              </a:rPr>
              <a:t>entire</a:t>
            </a:r>
            <a:r>
              <a:rPr sz="1049" spc="15" dirty="0">
                <a:latin typeface="Microsoft Sans Serif"/>
                <a:cs typeface="Microsoft Sans Serif"/>
              </a:rPr>
              <a:t> </a:t>
            </a:r>
            <a:r>
              <a:rPr sz="1049" spc="5" dirty="0">
                <a:latin typeface="Microsoft Sans Serif"/>
                <a:cs typeface="Microsoft Sans Serif"/>
              </a:rPr>
              <a:t>image.</a:t>
            </a:r>
            <a:endParaRPr sz="1049" dirty="0">
              <a:latin typeface="Microsoft Sans Serif"/>
              <a:cs typeface="Microsoft Sans Serif"/>
            </a:endParaRP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8177" y="1673223"/>
            <a:ext cx="1657668" cy="1463973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006" y="546382"/>
            <a:ext cx="797302" cy="698202"/>
          </a:xfrm>
          <a:prstGeom prst="rect">
            <a:avLst/>
          </a:prstGeom>
        </p:spPr>
      </p:pic>
      <p:cxnSp>
        <p:nvCxnSpPr>
          <p:cNvPr id="63" name="Straight Connector 62"/>
          <p:cNvCxnSpPr/>
          <p:nvPr/>
        </p:nvCxnSpPr>
        <p:spPr>
          <a:xfrm>
            <a:off x="269164" y="1241000"/>
            <a:ext cx="688270" cy="8393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269164" y="2088401"/>
            <a:ext cx="688270" cy="8393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2579" y="627608"/>
            <a:ext cx="4256684" cy="528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5009" indent="-162157">
              <a:spcBef>
                <a:spcPts val="47"/>
              </a:spcBef>
              <a:buFont typeface="Arial" panose="020B0604020202020204" pitchFamily="34" charset="0"/>
              <a:buChar char="•"/>
              <a:tabLst>
                <a:tab pos="188883" algn="l"/>
              </a:tabLst>
            </a:pPr>
            <a:r>
              <a:rPr lang="en-US" sz="946" b="1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946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b="1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same</a:t>
            </a:r>
            <a:r>
              <a:rPr lang="en-US" sz="946" b="1" spc="-1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b="1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patterns</a:t>
            </a:r>
            <a:r>
              <a:rPr lang="en-US" sz="946" b="1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appear</a:t>
            </a:r>
            <a:r>
              <a:rPr lang="en-US" sz="946" b="1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 </a:t>
            </a:r>
            <a:r>
              <a:rPr lang="en-US" sz="946" b="1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different</a:t>
            </a:r>
            <a:r>
              <a:rPr lang="en-US" sz="946" b="1" spc="-1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b="1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region</a:t>
            </a:r>
          </a:p>
          <a:p>
            <a:pPr marL="215009" indent="-162157">
              <a:spcBef>
                <a:spcPts val="47"/>
              </a:spcBef>
              <a:buFont typeface="Arial" panose="020B0604020202020204" pitchFamily="34" charset="0"/>
              <a:buChar char="•"/>
              <a:tabLst>
                <a:tab pos="188883" algn="l"/>
              </a:tabLst>
            </a:pP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</a:rPr>
              <a:t>CNN perform the same exact computation on different parts of the image, i.e. it computes the same features of an image, across all spatial areas</a:t>
            </a:r>
            <a:endParaRPr lang="en-IN" sz="946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object 60"/>
          <p:cNvSpPr txBox="1"/>
          <p:nvPr/>
        </p:nvSpPr>
        <p:spPr>
          <a:xfrm>
            <a:off x="2241154" y="2182432"/>
            <a:ext cx="13430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Property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satisfied.</a:t>
            </a:r>
            <a:endParaRPr sz="1050" dirty="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426600" y="959040"/>
              <a:ext cx="3472920" cy="20602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7960" y="944640"/>
                <a:ext cx="3496680" cy="208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596962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0256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Convolution</a:t>
            </a:r>
            <a:r>
              <a:rPr sz="1700" cap="small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5" dirty="0">
                <a:solidFill>
                  <a:srgbClr val="FFFFFF"/>
                </a:solidFill>
                <a:latin typeface="Calibri"/>
                <a:cs typeface="Calibri"/>
              </a:rPr>
              <a:t>Operation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9936" y="651128"/>
            <a:ext cx="725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3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88098" y="895286"/>
          <a:ext cx="1398268" cy="167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/>
                <a:gridCol w="233045"/>
                <a:gridCol w="233045"/>
                <a:gridCol w="233045"/>
                <a:gridCol w="233044"/>
                <a:gridCol w="233044"/>
              </a:tblGrid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32484" y="2612237"/>
            <a:ext cx="1097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3647" y="518286"/>
            <a:ext cx="4337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3165" y="518286"/>
            <a:ext cx="4337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272853" y="718883"/>
          <a:ext cx="1894837" cy="563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37820"/>
                <a:gridCol w="337819"/>
                <a:gridCol w="270509"/>
                <a:gridCol w="316229"/>
              </a:tblGrid>
              <a:tr h="187960"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3973" y="1446085"/>
            <a:ext cx="1500377" cy="1500378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144042" y="1516891"/>
          <a:ext cx="2379344" cy="1399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010"/>
                <a:gridCol w="360680"/>
                <a:gridCol w="360045"/>
                <a:gridCol w="604519"/>
                <a:gridCol w="720090"/>
              </a:tblGrid>
              <a:tr h="351790">
                <a:tc>
                  <a:txBody>
                    <a:bodyPr/>
                    <a:lstStyle/>
                    <a:p>
                      <a:pPr marL="52705">
                        <a:lnSpc>
                          <a:spcPts val="1165"/>
                        </a:lnSpc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581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165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65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165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47345">
                <a:tc>
                  <a:txBody>
                    <a:bodyPr/>
                    <a:lstStyle/>
                    <a:p>
                      <a:pPr marL="31750">
                        <a:lnSpc>
                          <a:spcPts val="1225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581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225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25"/>
                        </a:lnSpc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225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2700">
                      <a:solidFill>
                        <a:srgbClr val="00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Feature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FF00"/>
                      </a:solidFill>
                      <a:prstDash val="solid"/>
                    </a:lnL>
                    <a:lnR w="12700">
                      <a:solidFill>
                        <a:srgbClr val="00FF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581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35306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R="9715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R w="12700">
                      <a:solidFill>
                        <a:srgbClr val="00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050" spc="-20" dirty="0">
                          <a:latin typeface="Arial MT"/>
                          <a:cs typeface="Arial MT"/>
                        </a:rPr>
                        <a:t>Maps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00FF00"/>
                      </a:solidFill>
                      <a:prstDash val="solid"/>
                    </a:lnL>
                    <a:lnR w="12700">
                      <a:solidFill>
                        <a:srgbClr val="00FF00"/>
                      </a:solidFill>
                      <a:prstDash val="solid"/>
                    </a:lnR>
                    <a:lnB w="12700">
                      <a:solidFill>
                        <a:srgbClr val="00FF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52705">
                        <a:lnSpc>
                          <a:spcPts val="1165"/>
                        </a:lnSpc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58115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165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207645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65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84150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4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1790" algn="ctr">
                        <a:lnSpc>
                          <a:spcPts val="1165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R="97155" algn="ctr">
                        <a:lnSpc>
                          <a:spcPts val="1175"/>
                        </a:lnSpc>
                        <a:spcBef>
                          <a:spcPts val="8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FF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46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/>
              <p14:cNvContentPartPr/>
              <p14:nvPr/>
            </p14:nvContentPartPr>
            <p14:xfrm>
              <a:off x="3648600" y="432360"/>
              <a:ext cx="1481400" cy="1244160"/>
            </p14:xfrm>
          </p:contentPart>
        </mc:Choice>
        <mc:Fallback>
          <p:pic>
            <p:nvPicPr>
              <p:cNvPr id="17" name="Ink 1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8520" y="423000"/>
                <a:ext cx="1506600" cy="126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0574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85" dirty="0">
                <a:solidFill>
                  <a:srgbClr val="FFFFFF"/>
                </a:solidFill>
                <a:latin typeface="Calibri"/>
                <a:cs typeface="Calibri"/>
              </a:rPr>
              <a:t>Map?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138928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47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214920" y="919080"/>
              <a:ext cx="4774680" cy="184824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480" y="905400"/>
                <a:ext cx="4799880" cy="187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5546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Maps: Visual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325236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48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547920" y="717480"/>
              <a:ext cx="3640320" cy="160632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1800" y="708120"/>
                <a:ext cx="3661200" cy="162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44146" y="1204870"/>
            <a:ext cx="3345521" cy="168084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894" y="98552"/>
            <a:ext cx="3867150" cy="26161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Edge detection using convolution operation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1145" y="765636"/>
            <a:ext cx="2962671" cy="266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5" dirty="0">
                <a:latin typeface="Cambria" panose="02040503050406030204" pitchFamily="18" charset="0"/>
                <a:ea typeface="Cambria" panose="02040503050406030204" pitchFamily="18" charset="0"/>
              </a:rPr>
              <a:t>Vertical edge transitioning from light to dark</a:t>
            </a:r>
            <a:endParaRPr lang="en-IN" sz="113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491" y="1364478"/>
            <a:ext cx="561864" cy="484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7830" y="1095705"/>
            <a:ext cx="861133" cy="266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z="1135" dirty="0"/>
              <a:t>Sobel filter</a:t>
            </a:r>
            <a:endParaRPr lang="en-IN" sz="1135" dirty="0"/>
          </a:p>
        </p:txBody>
      </p:sp>
      <p:sp>
        <p:nvSpPr>
          <p:cNvPr id="13" name="TextBox 12"/>
          <p:cNvSpPr txBox="1"/>
          <p:nvPr/>
        </p:nvSpPr>
        <p:spPr>
          <a:xfrm>
            <a:off x="92133" y="2966780"/>
            <a:ext cx="12923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Credits: Andrew Ng</a:t>
            </a:r>
            <a:endParaRPr lang="en-IN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460440" y="1004040"/>
              <a:ext cx="5026680" cy="20462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8560" y="993600"/>
                <a:ext cx="5051520" cy="206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710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44146" y="995611"/>
            <a:ext cx="4081105" cy="121622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77215" y="611244"/>
            <a:ext cx="2962671" cy="266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5" dirty="0">
                <a:latin typeface="Cambria" panose="02040503050406030204" pitchFamily="18" charset="0"/>
                <a:ea typeface="Cambria" panose="02040503050406030204" pitchFamily="18" charset="0"/>
              </a:rPr>
              <a:t>Vertical edge transitioning from dark to light</a:t>
            </a:r>
            <a:endParaRPr lang="en-IN" sz="113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771" y="2351524"/>
            <a:ext cx="886960" cy="5635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258" y="2632406"/>
            <a:ext cx="2668042" cy="26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35" dirty="0">
                <a:latin typeface="Cambria" panose="02040503050406030204" pitchFamily="18" charset="0"/>
                <a:ea typeface="Cambria" panose="02040503050406030204" pitchFamily="18" charset="0"/>
              </a:rPr>
              <a:t>Filter values as parameters  to be learnt</a:t>
            </a:r>
            <a:endParaRPr lang="en-IN" sz="113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894" y="2944817"/>
            <a:ext cx="11849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/>
              <a:t>Credits: Andrew Ng</a:t>
            </a:r>
            <a:endParaRPr lang="en-IN" sz="900" dirty="0"/>
          </a:p>
        </p:txBody>
      </p:sp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94894" y="98552"/>
            <a:ext cx="3867150" cy="26161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Edge detection using convolution operation</a:t>
            </a: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450360" y="1400040"/>
              <a:ext cx="5211000" cy="15274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0280" y="1389960"/>
                <a:ext cx="5234040" cy="155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044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Multiple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Channels:</a:t>
            </a:r>
            <a:r>
              <a:rPr cap="small" spc="285" dirty="0">
                <a:solidFill>
                  <a:srgbClr val="FFFFFF"/>
                </a:solidFill>
              </a:rPr>
              <a:t> </a:t>
            </a:r>
            <a:r>
              <a:rPr cap="small" spc="-20" dirty="0">
                <a:solidFill>
                  <a:srgbClr val="FFFFFF"/>
                </a:solidFill>
              </a:rPr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6996" y="1189151"/>
            <a:ext cx="126364" cy="1490980"/>
            <a:chOff x="456996" y="1189151"/>
            <a:chExt cx="126364" cy="1490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189151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10639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632000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996" y="2115592"/>
              <a:ext cx="121259" cy="1212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996" y="2337004"/>
              <a:ext cx="121259" cy="1212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6996" y="2558428"/>
              <a:ext cx="121259" cy="12125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3514" y="2544572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963" y="680999"/>
            <a:ext cx="4081145" cy="1771014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Reality</a:t>
            </a:r>
            <a:r>
              <a:rPr sz="1050" spc="-5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Check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latin typeface="Arial MT"/>
                <a:cs typeface="Arial MT"/>
              </a:rPr>
              <a:t>Real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have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multiple</a:t>
            </a:r>
            <a:r>
              <a:rPr sz="1050" spc="-5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channels</a:t>
            </a:r>
            <a:r>
              <a:rPr sz="1050" spc="-10" dirty="0"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75"/>
              </a:spcBef>
            </a:pPr>
            <a:r>
              <a:rPr sz="1050" dirty="0">
                <a:latin typeface="Arial MT"/>
                <a:cs typeface="Arial MT"/>
              </a:rPr>
              <a:t>RGB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images: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(Red,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Green,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Blue)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latin typeface="Arial MT"/>
                <a:cs typeface="Arial MT"/>
              </a:rPr>
              <a:t>Grayscale: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channel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95"/>
              </a:spcBef>
            </a:pP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maps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CNNs: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Typically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64,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128,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256,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512</a:t>
            </a:r>
            <a:r>
              <a:rPr sz="1050" spc="-10" dirty="0">
                <a:latin typeface="Arial MT"/>
                <a:cs typeface="Arial MT"/>
              </a:rPr>
              <a:t> channels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Questions:</a:t>
            </a:r>
            <a:endParaRPr sz="10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210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600" spc="3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work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10" dirty="0">
                <a:latin typeface="Arial MT"/>
                <a:cs typeface="Arial MT"/>
              </a:rPr>
              <a:t> multi-</a:t>
            </a:r>
            <a:r>
              <a:rPr sz="1050" dirty="0">
                <a:latin typeface="Arial MT"/>
                <a:cs typeface="Arial MT"/>
              </a:rPr>
              <a:t>channel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inputs?</a:t>
            </a:r>
            <a:endParaRPr sz="10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484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600" spc="3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get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multi-</a:t>
            </a:r>
            <a:r>
              <a:rPr sz="1050" dirty="0">
                <a:latin typeface="Arial MT"/>
                <a:cs typeface="Arial MT"/>
              </a:rPr>
              <a:t>channel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outputs?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448" y="2513787"/>
            <a:ext cx="21742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many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need?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4" name="object 1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51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/>
              <p14:cNvContentPartPr/>
              <p14:nvPr/>
            </p14:nvContentPartPr>
            <p14:xfrm>
              <a:off x="1432800" y="1099080"/>
              <a:ext cx="2925000" cy="67068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23080" y="1087560"/>
                <a:ext cx="2945520" cy="69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965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9413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sz="1700" cap="small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Input: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Filter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176"/>
            <a:ext cx="4914646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52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1132200" y="489240"/>
              <a:ext cx="4315320" cy="252792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9600" y="476280"/>
                <a:ext cx="4338720" cy="255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6447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7807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Convolution:</a:t>
            </a:r>
            <a:r>
              <a:rPr sz="1700" cap="small" spc="2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Mathematical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952746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53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582840" y="330480"/>
              <a:ext cx="5104440" cy="269100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480" y="319320"/>
                <a:ext cx="5126040" cy="271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860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876" y="47400"/>
            <a:ext cx="3676223" cy="5232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CNN</a:t>
            </a:r>
            <a:r>
              <a:rPr lang="en-IN" spc="-12"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–</a:t>
            </a:r>
            <a:r>
              <a:rPr lang="en-IN" spc="-9" dirty="0">
                <a:solidFill>
                  <a:schemeClr val="bg1"/>
                </a:solidFill>
              </a:rPr>
              <a:t> </a:t>
            </a:r>
            <a:r>
              <a:rPr lang="en-IN" spc="-2" dirty="0">
                <a:solidFill>
                  <a:schemeClr val="bg1"/>
                </a:solidFill>
              </a:rPr>
              <a:t>Colourful</a:t>
            </a:r>
            <a:r>
              <a:rPr lang="en-IN" spc="-9" dirty="0">
                <a:solidFill>
                  <a:schemeClr val="bg1"/>
                </a:solidFill>
              </a:rPr>
              <a:t> </a:t>
            </a:r>
            <a:r>
              <a:rPr lang="en-IN" spc="-2" dirty="0">
                <a:solidFill>
                  <a:schemeClr val="bg1"/>
                </a:solidFill>
              </a:rPr>
              <a:t>image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052" name="Picture 4" descr="Convolution operation on a MxNx3 image matrix with a 3x3x3 Kernel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2913"/>
            <a:ext cx="4064196" cy="228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180205" y="724824"/>
            <a:ext cx="1467267" cy="2421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3810" marR="2703" indent="-108105" algn="just">
              <a:buFont typeface="Arial MT"/>
              <a:buChar char="•"/>
              <a:tabLst>
                <a:tab pos="114111" algn="l"/>
              </a:tabLst>
            </a:pP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Filter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cube is sided 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over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image 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top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left </a:t>
            </a:r>
            <a:r>
              <a:rPr lang="en-US" sz="946" spc="-1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corner. T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he 27 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values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(3x3x3) 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the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filter 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are correspondingly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multiplied 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with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corresponding 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27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image 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channel</a:t>
            </a:r>
            <a:r>
              <a:rPr lang="en-US" sz="946" spc="-1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pixel</a:t>
            </a:r>
            <a:r>
              <a:rPr lang="en-US" sz="946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values t</a:t>
            </a:r>
            <a:r>
              <a:rPr lang="en-US" sz="946" spc="-1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 p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roduce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</a:t>
            </a:r>
            <a:r>
              <a:rPr lang="en-US" sz="946" spc="-1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single</a:t>
            </a:r>
            <a:r>
              <a:rPr lang="en-US" sz="946" spc="-1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value</a:t>
            </a:r>
          </a:p>
          <a:p>
            <a:pPr marL="113810" marR="2703" indent="-108105" algn="just">
              <a:buFont typeface="Arial MT"/>
              <a:buChar char="•"/>
              <a:tabLst>
                <a:tab pos="114111" algn="l"/>
              </a:tabLst>
            </a:pPr>
            <a:endParaRPr lang="en-US" sz="946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13810" marR="2402" indent="-108105" algn="just">
              <a:buFont typeface="Arial MT"/>
              <a:buChar char="•"/>
              <a:tabLst>
                <a:tab pos="114111" algn="l"/>
              </a:tabLst>
            </a:pP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Repeating 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procedure </a:t>
            </a:r>
            <a:r>
              <a:rPr lang="en-US" sz="946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entire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image yields 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 2D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output </a:t>
            </a:r>
            <a:endParaRPr lang="en-IN" sz="94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128855"/>
            <a:ext cx="2882900" cy="23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473" dirty="0"/>
              <a:t>Credits: https://saturncloud.io/blog/a-comprehensive-guide-to-convolutional-neural-networks-the-eli5-way/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080" y="55800"/>
              <a:ext cx="5516280" cy="30420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240" y="42840"/>
                <a:ext cx="5541840" cy="306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358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8270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sz="1700" cap="small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7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5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176"/>
            <a:ext cx="4436872" cy="24350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55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1336680" y="1495080"/>
              <a:ext cx="2810160" cy="152640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4800" y="1483200"/>
                <a:ext cx="2835360" cy="155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146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Multiple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Feature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Maps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in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spc="-80" dirty="0">
                <a:solidFill>
                  <a:srgbClr val="FFFFFF"/>
                </a:solidFill>
              </a:rPr>
              <a:t>CNNs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28813" y="1020203"/>
            <a:ext cx="657860" cy="657860"/>
            <a:chOff x="1428813" y="1020203"/>
            <a:chExt cx="657860" cy="657860"/>
          </a:xfrm>
        </p:grpSpPr>
        <p:sp>
          <p:nvSpPr>
            <p:cNvPr id="4" name="object 4"/>
            <p:cNvSpPr/>
            <p:nvPr/>
          </p:nvSpPr>
          <p:spPr>
            <a:xfrm>
              <a:off x="1433575" y="1024966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>
                  <a:moveTo>
                    <a:pt x="648004" y="0"/>
                  </a:moveTo>
                  <a:lnTo>
                    <a:pt x="0" y="0"/>
                  </a:lnTo>
                  <a:lnTo>
                    <a:pt x="0" y="648004"/>
                  </a:lnTo>
                  <a:lnTo>
                    <a:pt x="648004" y="648004"/>
                  </a:lnTo>
                  <a:lnTo>
                    <a:pt x="648004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3575" y="1024966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>
                  <a:moveTo>
                    <a:pt x="0" y="648004"/>
                  </a:moveTo>
                  <a:lnTo>
                    <a:pt x="648004" y="648004"/>
                  </a:lnTo>
                  <a:lnTo>
                    <a:pt x="648004" y="0"/>
                  </a:lnTo>
                  <a:lnTo>
                    <a:pt x="0" y="0"/>
                  </a:lnTo>
                  <a:lnTo>
                    <a:pt x="0" y="6480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76933" y="1683257"/>
            <a:ext cx="76073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050" dirty="0">
                <a:latin typeface="Arial MT"/>
                <a:cs typeface="Arial MT"/>
              </a:rPr>
              <a:t>32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32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00744" y="1052639"/>
            <a:ext cx="463550" cy="463550"/>
            <a:chOff x="2400744" y="1052639"/>
            <a:chExt cx="463550" cy="463550"/>
          </a:xfrm>
        </p:grpSpPr>
        <p:sp>
          <p:nvSpPr>
            <p:cNvPr id="8" name="object 8"/>
            <p:cNvSpPr/>
            <p:nvPr/>
          </p:nvSpPr>
          <p:spPr>
            <a:xfrm>
              <a:off x="2405507" y="1251838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>
                  <a:moveTo>
                    <a:pt x="259206" y="0"/>
                  </a:moveTo>
                  <a:lnTo>
                    <a:pt x="0" y="0"/>
                  </a:lnTo>
                  <a:lnTo>
                    <a:pt x="0" y="259206"/>
                  </a:lnTo>
                  <a:lnTo>
                    <a:pt x="259206" y="259206"/>
                  </a:lnTo>
                  <a:lnTo>
                    <a:pt x="259206" y="0"/>
                  </a:lnTo>
                  <a:close/>
                </a:path>
              </a:pathLst>
            </a:custGeom>
            <a:solidFill>
              <a:srgbClr val="FFB1B1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05507" y="1251838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>
                  <a:moveTo>
                    <a:pt x="0" y="259206"/>
                  </a:moveTo>
                  <a:lnTo>
                    <a:pt x="259206" y="259206"/>
                  </a:lnTo>
                  <a:lnTo>
                    <a:pt x="259206" y="0"/>
                  </a:lnTo>
                  <a:lnTo>
                    <a:pt x="0" y="0"/>
                  </a:lnTo>
                  <a:lnTo>
                    <a:pt x="0" y="25920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02789" y="1154556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>
                  <a:moveTo>
                    <a:pt x="259206" y="0"/>
                  </a:moveTo>
                  <a:lnTo>
                    <a:pt x="0" y="0"/>
                  </a:lnTo>
                  <a:lnTo>
                    <a:pt x="0" y="259206"/>
                  </a:lnTo>
                  <a:lnTo>
                    <a:pt x="259206" y="259206"/>
                  </a:lnTo>
                  <a:lnTo>
                    <a:pt x="259206" y="0"/>
                  </a:lnTo>
                  <a:close/>
                </a:path>
              </a:pathLst>
            </a:custGeom>
            <a:solidFill>
              <a:srgbClr val="FFB1B1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2789" y="1154556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>
                  <a:moveTo>
                    <a:pt x="0" y="259206"/>
                  </a:moveTo>
                  <a:lnTo>
                    <a:pt x="259206" y="259206"/>
                  </a:lnTo>
                  <a:lnTo>
                    <a:pt x="259206" y="0"/>
                  </a:lnTo>
                  <a:lnTo>
                    <a:pt x="0" y="0"/>
                  </a:lnTo>
                  <a:lnTo>
                    <a:pt x="0" y="25920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99944" y="105740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>
                  <a:moveTo>
                    <a:pt x="259206" y="0"/>
                  </a:moveTo>
                  <a:lnTo>
                    <a:pt x="0" y="0"/>
                  </a:lnTo>
                  <a:lnTo>
                    <a:pt x="0" y="259206"/>
                  </a:lnTo>
                  <a:lnTo>
                    <a:pt x="259206" y="259206"/>
                  </a:lnTo>
                  <a:lnTo>
                    <a:pt x="259206" y="0"/>
                  </a:lnTo>
                  <a:close/>
                </a:path>
              </a:pathLst>
            </a:custGeom>
            <a:solidFill>
              <a:srgbClr val="FFB1B1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99944" y="105740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>
                  <a:moveTo>
                    <a:pt x="0" y="259206"/>
                  </a:moveTo>
                  <a:lnTo>
                    <a:pt x="259206" y="259206"/>
                  </a:lnTo>
                  <a:lnTo>
                    <a:pt x="259206" y="0"/>
                  </a:lnTo>
                  <a:lnTo>
                    <a:pt x="0" y="0"/>
                  </a:lnTo>
                  <a:lnTo>
                    <a:pt x="0" y="25920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6963" y="469518"/>
            <a:ext cx="28308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Single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Convolutional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with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Multiple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Filters: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3845" y="756030"/>
            <a:ext cx="5772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64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Filters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18714" y="866647"/>
            <a:ext cx="356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3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372802" y="1036408"/>
            <a:ext cx="641350" cy="641350"/>
            <a:chOff x="3372802" y="1036408"/>
            <a:chExt cx="641350" cy="641350"/>
          </a:xfrm>
        </p:grpSpPr>
        <p:sp>
          <p:nvSpPr>
            <p:cNvPr id="18" name="object 18"/>
            <p:cNvSpPr/>
            <p:nvPr/>
          </p:nvSpPr>
          <p:spPr>
            <a:xfrm>
              <a:off x="3377565" y="1186967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>
                  <a:moveTo>
                    <a:pt x="486003" y="0"/>
                  </a:moveTo>
                  <a:lnTo>
                    <a:pt x="0" y="0"/>
                  </a:lnTo>
                  <a:lnTo>
                    <a:pt x="0" y="486003"/>
                  </a:lnTo>
                  <a:lnTo>
                    <a:pt x="486003" y="486003"/>
                  </a:lnTo>
                  <a:lnTo>
                    <a:pt x="486003" y="0"/>
                  </a:lnTo>
                  <a:close/>
                </a:path>
              </a:pathLst>
            </a:custGeom>
            <a:solidFill>
              <a:srgbClr val="CCFFCC">
                <a:alpha val="7960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77565" y="1186967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>
                  <a:moveTo>
                    <a:pt x="0" y="486003"/>
                  </a:moveTo>
                  <a:lnTo>
                    <a:pt x="486003" y="486003"/>
                  </a:lnTo>
                  <a:lnTo>
                    <a:pt x="486003" y="0"/>
                  </a:lnTo>
                  <a:lnTo>
                    <a:pt x="0" y="0"/>
                  </a:lnTo>
                  <a:lnTo>
                    <a:pt x="0" y="4860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26206" y="1138453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>
                  <a:moveTo>
                    <a:pt x="486003" y="0"/>
                  </a:moveTo>
                  <a:lnTo>
                    <a:pt x="0" y="0"/>
                  </a:lnTo>
                  <a:lnTo>
                    <a:pt x="0" y="486003"/>
                  </a:lnTo>
                  <a:lnTo>
                    <a:pt x="486003" y="486003"/>
                  </a:lnTo>
                  <a:lnTo>
                    <a:pt x="486003" y="0"/>
                  </a:lnTo>
                  <a:close/>
                </a:path>
              </a:pathLst>
            </a:custGeom>
            <a:solidFill>
              <a:srgbClr val="CCFFCC">
                <a:alpha val="7960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26206" y="1138453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>
                  <a:moveTo>
                    <a:pt x="0" y="486003"/>
                  </a:moveTo>
                  <a:lnTo>
                    <a:pt x="486003" y="486003"/>
                  </a:lnTo>
                  <a:lnTo>
                    <a:pt x="486003" y="0"/>
                  </a:lnTo>
                  <a:lnTo>
                    <a:pt x="0" y="0"/>
                  </a:lnTo>
                  <a:lnTo>
                    <a:pt x="0" y="4860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74720" y="1089812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>
                  <a:moveTo>
                    <a:pt x="486003" y="0"/>
                  </a:moveTo>
                  <a:lnTo>
                    <a:pt x="0" y="0"/>
                  </a:lnTo>
                  <a:lnTo>
                    <a:pt x="0" y="486003"/>
                  </a:lnTo>
                  <a:lnTo>
                    <a:pt x="486003" y="486003"/>
                  </a:lnTo>
                  <a:lnTo>
                    <a:pt x="486003" y="0"/>
                  </a:lnTo>
                  <a:close/>
                </a:path>
              </a:pathLst>
            </a:custGeom>
            <a:solidFill>
              <a:srgbClr val="CCFFCC">
                <a:alpha val="7960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74720" y="1089812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>
                  <a:moveTo>
                    <a:pt x="0" y="486003"/>
                  </a:moveTo>
                  <a:lnTo>
                    <a:pt x="486003" y="486003"/>
                  </a:lnTo>
                  <a:lnTo>
                    <a:pt x="486003" y="0"/>
                  </a:lnTo>
                  <a:lnTo>
                    <a:pt x="0" y="0"/>
                  </a:lnTo>
                  <a:lnTo>
                    <a:pt x="0" y="4860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23361" y="1041171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>
                  <a:moveTo>
                    <a:pt x="486003" y="0"/>
                  </a:moveTo>
                  <a:lnTo>
                    <a:pt x="0" y="0"/>
                  </a:lnTo>
                  <a:lnTo>
                    <a:pt x="0" y="486003"/>
                  </a:lnTo>
                  <a:lnTo>
                    <a:pt x="486003" y="486003"/>
                  </a:lnTo>
                  <a:lnTo>
                    <a:pt x="486003" y="0"/>
                  </a:lnTo>
                  <a:close/>
                </a:path>
              </a:pathLst>
            </a:custGeom>
            <a:solidFill>
              <a:srgbClr val="CCFFCC">
                <a:alpha val="7960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23361" y="1041171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>
                  <a:moveTo>
                    <a:pt x="0" y="486003"/>
                  </a:moveTo>
                  <a:lnTo>
                    <a:pt x="486003" y="486003"/>
                  </a:lnTo>
                  <a:lnTo>
                    <a:pt x="486003" y="0"/>
                  </a:lnTo>
                  <a:lnTo>
                    <a:pt x="0" y="0"/>
                  </a:lnTo>
                  <a:lnTo>
                    <a:pt x="0" y="4860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346196" y="1683257"/>
            <a:ext cx="103568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64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Maps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050" dirty="0">
                <a:latin typeface="Arial MT"/>
                <a:cs typeface="Arial MT"/>
              </a:rPr>
              <a:t>30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30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spc="-35" dirty="0">
                <a:latin typeface="Arial MT"/>
                <a:cs typeface="Arial MT"/>
              </a:rPr>
              <a:t>64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13702" y="1292732"/>
            <a:ext cx="2670175" cy="1729105"/>
            <a:chOff x="513702" y="1292732"/>
            <a:chExt cx="2670175" cy="1729105"/>
          </a:xfrm>
        </p:grpSpPr>
        <p:sp>
          <p:nvSpPr>
            <p:cNvPr id="28" name="object 28"/>
            <p:cNvSpPr/>
            <p:nvPr/>
          </p:nvSpPr>
          <p:spPr>
            <a:xfrm>
              <a:off x="2113915" y="1300352"/>
              <a:ext cx="1061720" cy="97790"/>
            </a:xfrm>
            <a:custGeom>
              <a:avLst/>
              <a:gdLst/>
              <a:ahLst/>
              <a:cxnLst/>
              <a:rect l="l" t="t" r="r" b="b"/>
              <a:pathLst>
                <a:path w="1061720" h="97790">
                  <a:moveTo>
                    <a:pt x="0" y="48641"/>
                  </a:moveTo>
                  <a:lnTo>
                    <a:pt x="244094" y="48641"/>
                  </a:lnTo>
                </a:path>
                <a:path w="1061720" h="97790">
                  <a:moveTo>
                    <a:pt x="213233" y="0"/>
                  </a:moveTo>
                  <a:lnTo>
                    <a:pt x="219964" y="19176"/>
                  </a:lnTo>
                  <a:lnTo>
                    <a:pt x="229108" y="33147"/>
                  </a:lnTo>
                  <a:lnTo>
                    <a:pt x="240030" y="42799"/>
                  </a:lnTo>
                  <a:lnTo>
                    <a:pt x="251714" y="48641"/>
                  </a:lnTo>
                  <a:lnTo>
                    <a:pt x="240030" y="54482"/>
                  </a:lnTo>
                  <a:lnTo>
                    <a:pt x="229108" y="64135"/>
                  </a:lnTo>
                  <a:lnTo>
                    <a:pt x="219964" y="78231"/>
                  </a:lnTo>
                  <a:lnTo>
                    <a:pt x="213233" y="97281"/>
                  </a:lnTo>
                </a:path>
                <a:path w="1061720" h="97790">
                  <a:moveTo>
                    <a:pt x="777621" y="48641"/>
                  </a:moveTo>
                  <a:lnTo>
                    <a:pt x="1054100" y="48641"/>
                  </a:lnTo>
                </a:path>
                <a:path w="1061720" h="97790">
                  <a:moveTo>
                    <a:pt x="1023239" y="0"/>
                  </a:moveTo>
                  <a:lnTo>
                    <a:pt x="1029970" y="19176"/>
                  </a:lnTo>
                  <a:lnTo>
                    <a:pt x="1039114" y="33147"/>
                  </a:lnTo>
                  <a:lnTo>
                    <a:pt x="1050036" y="42799"/>
                  </a:lnTo>
                  <a:lnTo>
                    <a:pt x="1061720" y="48641"/>
                  </a:lnTo>
                  <a:lnTo>
                    <a:pt x="1050036" y="54482"/>
                  </a:lnTo>
                  <a:lnTo>
                    <a:pt x="1039114" y="64135"/>
                  </a:lnTo>
                  <a:lnTo>
                    <a:pt x="1029970" y="78231"/>
                  </a:lnTo>
                  <a:lnTo>
                    <a:pt x="1023239" y="97281"/>
                  </a:lnTo>
                </a:path>
              </a:pathLst>
            </a:custGeom>
            <a:ln w="15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531974"/>
              <a:ext cx="69291" cy="6928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742159"/>
              <a:ext cx="69291" cy="6928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952343"/>
              <a:ext cx="69291" cy="6929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46963" y="2192832"/>
            <a:ext cx="4054475" cy="84455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Important: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95"/>
              </a:spcBef>
            </a:pP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20" dirty="0">
                <a:latin typeface="Arial MT"/>
                <a:cs typeface="Arial MT"/>
              </a:rPr>
              <a:t> maps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25"/>
              </a:spcBef>
            </a:pP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filter’s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response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across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entire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90"/>
              </a:spcBef>
            </a:pPr>
            <a:r>
              <a:rPr sz="1050" dirty="0">
                <a:latin typeface="Arial MT"/>
                <a:cs typeface="Arial MT"/>
              </a:rPr>
              <a:t>Stack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maps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volume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(height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×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width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×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channels)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34" name="object 3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56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9" name="Ink 38"/>
              <p14:cNvContentPartPr/>
              <p14:nvPr/>
            </p14:nvContentPartPr>
            <p14:xfrm>
              <a:off x="1350000" y="357120"/>
              <a:ext cx="4105080" cy="2743200"/>
            </p14:xfrm>
          </p:contentPart>
        </mc:Choice>
        <mc:Fallback>
          <p:pic>
            <p:nvPicPr>
              <p:cNvPr id="39" name="Ink 3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8840" y="345960"/>
                <a:ext cx="4129560" cy="276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53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0156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sz="1700" cap="small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Example:</a:t>
            </a:r>
            <a:r>
              <a:rPr sz="1700" cap="small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176"/>
            <a:ext cx="5238496" cy="24350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57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601200" y="901080"/>
              <a:ext cx="4994280" cy="218916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1480" y="889200"/>
                <a:ext cx="5013720" cy="220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409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Channel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Evolution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in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Deep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75" dirty="0">
                <a:solidFill>
                  <a:srgbClr val="FFFFFF"/>
                </a:solidFill>
              </a:rPr>
              <a:t>CNNs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469518"/>
            <a:ext cx="42360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Typical</a:t>
            </a:r>
            <a:r>
              <a:rPr sz="1050" spc="-6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pattern: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Increase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channels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while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decreasing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spatial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dimensions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5664" y="855979"/>
            <a:ext cx="648335" cy="648335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35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dirty="0">
                <a:latin typeface="Arial MT"/>
                <a:cs typeface="Arial MT"/>
              </a:rPr>
              <a:t>224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1000" spc="-114" dirty="0">
                <a:latin typeface="Microsoft YaHei UI"/>
                <a:cs typeface="Microsoft YaHei UI"/>
              </a:rPr>
              <a:t>×</a:t>
            </a:r>
            <a:r>
              <a:rPr sz="1000" spc="20" dirty="0">
                <a:latin typeface="Microsoft YaHei UI"/>
                <a:cs typeface="Microsoft YaHei UI"/>
              </a:rPr>
              <a:t> </a:t>
            </a:r>
            <a:r>
              <a:rPr sz="900" spc="-25" dirty="0">
                <a:latin typeface="Arial MT"/>
                <a:cs typeface="Arial MT"/>
              </a:rPr>
              <a:t>224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000" spc="-25" dirty="0">
                <a:latin typeface="Microsoft YaHei UI"/>
                <a:cs typeface="Microsoft YaHei UI"/>
              </a:rPr>
              <a:t>×</a:t>
            </a:r>
            <a:r>
              <a:rPr sz="900" spc="-25" dirty="0"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4846" y="1550619"/>
            <a:ext cx="32385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42858" y="916000"/>
            <a:ext cx="560705" cy="528320"/>
            <a:chOff x="2042858" y="916000"/>
            <a:chExt cx="560705" cy="528320"/>
          </a:xfrm>
        </p:grpSpPr>
        <p:sp>
          <p:nvSpPr>
            <p:cNvPr id="7" name="object 7"/>
            <p:cNvSpPr/>
            <p:nvPr/>
          </p:nvSpPr>
          <p:spPr>
            <a:xfrm>
              <a:off x="2047620" y="920762"/>
              <a:ext cx="551180" cy="518795"/>
            </a:xfrm>
            <a:custGeom>
              <a:avLst/>
              <a:gdLst/>
              <a:ahLst/>
              <a:cxnLst/>
              <a:rect l="l" t="t" r="r" b="b"/>
              <a:pathLst>
                <a:path w="551180" h="518794">
                  <a:moveTo>
                    <a:pt x="550799" y="0"/>
                  </a:moveTo>
                  <a:lnTo>
                    <a:pt x="0" y="0"/>
                  </a:lnTo>
                  <a:lnTo>
                    <a:pt x="0" y="518401"/>
                  </a:lnTo>
                  <a:lnTo>
                    <a:pt x="550799" y="518401"/>
                  </a:lnTo>
                  <a:lnTo>
                    <a:pt x="550799" y="0"/>
                  </a:lnTo>
                  <a:close/>
                </a:path>
              </a:pathLst>
            </a:custGeom>
            <a:solidFill>
              <a:srgbClr val="B1B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47620" y="920762"/>
              <a:ext cx="551180" cy="518795"/>
            </a:xfrm>
            <a:custGeom>
              <a:avLst/>
              <a:gdLst/>
              <a:ahLst/>
              <a:cxnLst/>
              <a:rect l="l" t="t" r="r" b="b"/>
              <a:pathLst>
                <a:path w="551180" h="518794">
                  <a:moveTo>
                    <a:pt x="0" y="518401"/>
                  </a:moveTo>
                  <a:lnTo>
                    <a:pt x="550799" y="518401"/>
                  </a:lnTo>
                  <a:lnTo>
                    <a:pt x="550799" y="0"/>
                  </a:lnTo>
                  <a:lnTo>
                    <a:pt x="0" y="0"/>
                  </a:lnTo>
                  <a:lnTo>
                    <a:pt x="0" y="5184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56510" y="1072387"/>
            <a:ext cx="548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112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1000" spc="-114" dirty="0">
                <a:latin typeface="Microsoft YaHei UI"/>
                <a:cs typeface="Microsoft YaHei UI"/>
              </a:rPr>
              <a:t>×</a:t>
            </a:r>
            <a:r>
              <a:rPr sz="1000" spc="20" dirty="0">
                <a:latin typeface="Microsoft YaHei UI"/>
                <a:cs typeface="Microsoft YaHei UI"/>
              </a:rPr>
              <a:t> </a:t>
            </a:r>
            <a:r>
              <a:rPr sz="900" spc="-25" dirty="0">
                <a:latin typeface="Arial MT"/>
                <a:cs typeface="Arial MT"/>
              </a:rPr>
              <a:t>112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1070" y="1169669"/>
            <a:ext cx="2203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Microsoft YaHei UI"/>
                <a:cs typeface="Microsoft YaHei UI"/>
              </a:rPr>
              <a:t>×</a:t>
            </a:r>
            <a:r>
              <a:rPr sz="900" spc="-25" dirty="0">
                <a:latin typeface="Arial MT"/>
                <a:cs typeface="Arial MT"/>
              </a:rPr>
              <a:t>64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17761" y="980820"/>
            <a:ext cx="463550" cy="398780"/>
            <a:chOff x="2917761" y="980820"/>
            <a:chExt cx="463550" cy="398780"/>
          </a:xfrm>
        </p:grpSpPr>
        <p:sp>
          <p:nvSpPr>
            <p:cNvPr id="12" name="object 12"/>
            <p:cNvSpPr/>
            <p:nvPr/>
          </p:nvSpPr>
          <p:spPr>
            <a:xfrm>
              <a:off x="2922523" y="985583"/>
              <a:ext cx="454025" cy="389255"/>
            </a:xfrm>
            <a:custGeom>
              <a:avLst/>
              <a:gdLst/>
              <a:ahLst/>
              <a:cxnLst/>
              <a:rect l="l" t="t" r="r" b="b"/>
              <a:pathLst>
                <a:path w="454025" h="389255">
                  <a:moveTo>
                    <a:pt x="453605" y="0"/>
                  </a:moveTo>
                  <a:lnTo>
                    <a:pt x="0" y="0"/>
                  </a:lnTo>
                  <a:lnTo>
                    <a:pt x="0" y="388810"/>
                  </a:lnTo>
                  <a:lnTo>
                    <a:pt x="453605" y="388810"/>
                  </a:lnTo>
                  <a:lnTo>
                    <a:pt x="453605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22523" y="985583"/>
              <a:ext cx="454025" cy="389255"/>
            </a:xfrm>
            <a:custGeom>
              <a:avLst/>
              <a:gdLst/>
              <a:ahLst/>
              <a:cxnLst/>
              <a:rect l="l" t="t" r="r" b="b"/>
              <a:pathLst>
                <a:path w="454025" h="389255">
                  <a:moveTo>
                    <a:pt x="0" y="388810"/>
                  </a:moveTo>
                  <a:lnTo>
                    <a:pt x="453605" y="388810"/>
                  </a:lnTo>
                  <a:lnTo>
                    <a:pt x="453605" y="0"/>
                  </a:lnTo>
                  <a:lnTo>
                    <a:pt x="0" y="0"/>
                  </a:lnTo>
                  <a:lnTo>
                    <a:pt x="0" y="38881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20745" y="1072387"/>
            <a:ext cx="47053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900" spc="-40" dirty="0">
                <a:latin typeface="Arial MT"/>
                <a:cs typeface="Arial MT"/>
              </a:rPr>
              <a:t>5</a:t>
            </a:r>
            <a:r>
              <a:rPr sz="1500" spc="-1080" baseline="-36111" dirty="0">
                <a:latin typeface="Microsoft YaHei UI"/>
                <a:cs typeface="Microsoft YaHei UI"/>
              </a:rPr>
              <a:t>×</a:t>
            </a:r>
            <a:r>
              <a:rPr sz="900" spc="-10" dirty="0">
                <a:latin typeface="Arial MT"/>
                <a:cs typeface="Arial MT"/>
              </a:rPr>
              <a:t>6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1000" spc="-114" dirty="0">
                <a:latin typeface="Microsoft YaHei UI"/>
                <a:cs typeface="Microsoft YaHei UI"/>
              </a:rPr>
              <a:t>×</a:t>
            </a:r>
            <a:r>
              <a:rPr sz="1000" spc="40" dirty="0">
                <a:latin typeface="Microsoft YaHei UI"/>
                <a:cs typeface="Microsoft YaHei UI"/>
              </a:rPr>
              <a:t> </a:t>
            </a:r>
            <a:r>
              <a:rPr sz="900" spc="-25" dirty="0">
                <a:latin typeface="Arial MT"/>
                <a:cs typeface="Arial MT"/>
              </a:rPr>
              <a:t>56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85210" y="1165605"/>
            <a:ext cx="20510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128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62870" y="1045540"/>
            <a:ext cx="366395" cy="269240"/>
            <a:chOff x="3662870" y="1045540"/>
            <a:chExt cx="366395" cy="269240"/>
          </a:xfrm>
        </p:grpSpPr>
        <p:sp>
          <p:nvSpPr>
            <p:cNvPr id="17" name="object 17"/>
            <p:cNvSpPr/>
            <p:nvPr/>
          </p:nvSpPr>
          <p:spPr>
            <a:xfrm>
              <a:off x="3667633" y="1050302"/>
              <a:ext cx="356870" cy="259715"/>
            </a:xfrm>
            <a:custGeom>
              <a:avLst/>
              <a:gdLst/>
              <a:ahLst/>
              <a:cxnLst/>
              <a:rect l="l" t="t" r="r" b="b"/>
              <a:pathLst>
                <a:path w="356870" h="259715">
                  <a:moveTo>
                    <a:pt x="356400" y="0"/>
                  </a:moveTo>
                  <a:lnTo>
                    <a:pt x="0" y="0"/>
                  </a:lnTo>
                  <a:lnTo>
                    <a:pt x="0" y="259194"/>
                  </a:lnTo>
                  <a:lnTo>
                    <a:pt x="356400" y="259194"/>
                  </a:lnTo>
                  <a:lnTo>
                    <a:pt x="356400" y="0"/>
                  </a:lnTo>
                  <a:close/>
                </a:path>
              </a:pathLst>
            </a:custGeom>
            <a:solidFill>
              <a:srgbClr val="7E7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67633" y="1050302"/>
              <a:ext cx="356870" cy="259715"/>
            </a:xfrm>
            <a:custGeom>
              <a:avLst/>
              <a:gdLst/>
              <a:ahLst/>
              <a:cxnLst/>
              <a:rect l="l" t="t" r="r" b="b"/>
              <a:pathLst>
                <a:path w="356870" h="259715">
                  <a:moveTo>
                    <a:pt x="0" y="259194"/>
                  </a:moveTo>
                  <a:lnTo>
                    <a:pt x="356400" y="259194"/>
                  </a:lnTo>
                  <a:lnTo>
                    <a:pt x="356400" y="0"/>
                  </a:lnTo>
                  <a:lnTo>
                    <a:pt x="0" y="0"/>
                  </a:lnTo>
                  <a:lnTo>
                    <a:pt x="0" y="25919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67633" y="1050291"/>
            <a:ext cx="356870" cy="130175"/>
          </a:xfrm>
          <a:prstGeom prst="rect">
            <a:avLst/>
          </a:prstGeom>
          <a:solidFill>
            <a:srgbClr val="7E7EFF"/>
          </a:solidFill>
        </p:spPr>
        <p:txBody>
          <a:bodyPr vert="horz" wrap="square" lIns="0" tIns="13335" rIns="0" bIns="0" rtlCol="0">
            <a:spAutoFit/>
          </a:bodyPr>
          <a:lstStyle/>
          <a:p>
            <a:pPr marL="11430">
              <a:lnSpc>
                <a:spcPts val="915"/>
              </a:lnSpc>
              <a:spcBef>
                <a:spcPts val="105"/>
              </a:spcBef>
            </a:pPr>
            <a:r>
              <a:rPr sz="700" dirty="0">
                <a:latin typeface="Arial MT"/>
                <a:cs typeface="Arial MT"/>
              </a:rPr>
              <a:t>28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800" i="1" dirty="0">
                <a:latin typeface="Verdana"/>
                <a:cs typeface="Verdana"/>
              </a:rPr>
              <a:t>×</a:t>
            </a:r>
            <a:r>
              <a:rPr sz="800" i="1" spc="-10" dirty="0">
                <a:latin typeface="Verdana"/>
                <a:cs typeface="Verdana"/>
              </a:rPr>
              <a:t> </a:t>
            </a:r>
            <a:r>
              <a:rPr sz="700" spc="-25" dirty="0">
                <a:latin typeface="Arial MT"/>
                <a:cs typeface="Arial MT"/>
              </a:rPr>
              <a:t>28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67633" y="1179956"/>
            <a:ext cx="356870" cy="130175"/>
          </a:xfrm>
          <a:prstGeom prst="rect">
            <a:avLst/>
          </a:prstGeom>
          <a:solidFill>
            <a:srgbClr val="7E7EFF"/>
          </a:solidFill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915"/>
              </a:lnSpc>
            </a:pPr>
            <a:r>
              <a:rPr sz="800" i="1" spc="-20" dirty="0">
                <a:latin typeface="Verdana"/>
                <a:cs typeface="Verdana"/>
              </a:rPr>
              <a:t>×</a:t>
            </a:r>
            <a:r>
              <a:rPr sz="700" spc="-20" dirty="0">
                <a:latin typeface="Arial MT"/>
                <a:cs typeface="Arial MT"/>
              </a:rPr>
              <a:t>256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5714" y="1115123"/>
            <a:ext cx="259715" cy="130175"/>
          </a:xfrm>
          <a:prstGeom prst="rect">
            <a:avLst/>
          </a:prstGeom>
          <a:solidFill>
            <a:srgbClr val="6666FF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00"/>
              </a:lnSpc>
            </a:pPr>
            <a:r>
              <a:rPr sz="500" dirty="0">
                <a:latin typeface="Arial MT"/>
                <a:cs typeface="Arial MT"/>
              </a:rPr>
              <a:t>14</a:t>
            </a:r>
            <a:r>
              <a:rPr sz="500" spc="-15" dirty="0">
                <a:latin typeface="Arial MT"/>
                <a:cs typeface="Arial MT"/>
              </a:rPr>
              <a:t> </a:t>
            </a:r>
            <a:r>
              <a:rPr sz="600" i="1" dirty="0">
                <a:latin typeface="Verdana"/>
                <a:cs typeface="Verdana"/>
              </a:rPr>
              <a:t>×</a:t>
            </a:r>
            <a:r>
              <a:rPr sz="600" i="1" spc="5" dirty="0">
                <a:latin typeface="Verdana"/>
                <a:cs typeface="Verdana"/>
              </a:rPr>
              <a:t> </a:t>
            </a:r>
            <a:r>
              <a:rPr sz="500" spc="-25" dirty="0">
                <a:latin typeface="Arial MT"/>
                <a:cs typeface="Arial MT"/>
              </a:rPr>
              <a:t>14</a:t>
            </a:r>
            <a:endParaRPr sz="500">
              <a:latin typeface="Arial MT"/>
              <a:cs typeface="Arial MT"/>
            </a:endParaRPr>
          </a:p>
          <a:p>
            <a:pPr marL="36195">
              <a:lnSpc>
                <a:spcPts val="575"/>
              </a:lnSpc>
              <a:spcBef>
                <a:spcPts val="45"/>
              </a:spcBef>
            </a:pPr>
            <a:r>
              <a:rPr sz="600" i="1" spc="-20" dirty="0">
                <a:latin typeface="Verdana"/>
                <a:cs typeface="Verdana"/>
              </a:rPr>
              <a:t>×</a:t>
            </a:r>
            <a:r>
              <a:rPr sz="500" spc="-20" dirty="0">
                <a:latin typeface="Arial MT"/>
                <a:cs typeface="Arial MT"/>
              </a:rPr>
              <a:t>512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14169" y="1565275"/>
            <a:ext cx="23761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317625" algn="l"/>
                <a:tab pos="1976120" algn="l"/>
              </a:tabLst>
            </a:pPr>
            <a:r>
              <a:rPr sz="1050" spc="-10" dirty="0">
                <a:latin typeface="Arial MT"/>
                <a:cs typeface="Arial MT"/>
              </a:rPr>
              <a:t>Conv1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Conv2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20" dirty="0">
                <a:latin typeface="Arial MT"/>
                <a:cs typeface="Arial MT"/>
              </a:rPr>
              <a:t>Conv3 </a:t>
            </a:r>
            <a:r>
              <a:rPr sz="1050" spc="-10" dirty="0">
                <a:latin typeface="Arial MT"/>
                <a:cs typeface="Arial MT"/>
              </a:rPr>
              <a:t>Conv4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3702" y="1135379"/>
            <a:ext cx="3769995" cy="1881505"/>
            <a:chOff x="513702" y="1135379"/>
            <a:chExt cx="3769995" cy="1881505"/>
          </a:xfrm>
        </p:grpSpPr>
        <p:sp>
          <p:nvSpPr>
            <p:cNvPr id="24" name="object 24"/>
            <p:cNvSpPr/>
            <p:nvPr/>
          </p:nvSpPr>
          <p:spPr>
            <a:xfrm>
              <a:off x="1756029" y="1140459"/>
              <a:ext cx="2522220" cy="79375"/>
            </a:xfrm>
            <a:custGeom>
              <a:avLst/>
              <a:gdLst/>
              <a:ahLst/>
              <a:cxnLst/>
              <a:rect l="l" t="t" r="r" b="b"/>
              <a:pathLst>
                <a:path w="2522220" h="79375">
                  <a:moveTo>
                    <a:pt x="0" y="39497"/>
                  </a:moveTo>
                  <a:lnTo>
                    <a:pt x="249173" y="39497"/>
                  </a:lnTo>
                </a:path>
                <a:path w="2522220" h="79375">
                  <a:moveTo>
                    <a:pt x="221741" y="0"/>
                  </a:moveTo>
                  <a:lnTo>
                    <a:pt x="227456" y="15493"/>
                  </a:lnTo>
                  <a:lnTo>
                    <a:pt x="235203" y="26924"/>
                  </a:lnTo>
                  <a:lnTo>
                    <a:pt x="244347" y="34671"/>
                  </a:lnTo>
                  <a:lnTo>
                    <a:pt x="254126" y="39497"/>
                  </a:lnTo>
                  <a:lnTo>
                    <a:pt x="244347" y="44196"/>
                  </a:lnTo>
                  <a:lnTo>
                    <a:pt x="235203" y="52069"/>
                  </a:lnTo>
                  <a:lnTo>
                    <a:pt x="227456" y="63500"/>
                  </a:lnTo>
                  <a:lnTo>
                    <a:pt x="221741" y="78993"/>
                  </a:lnTo>
                </a:path>
                <a:path w="2522220" h="79375">
                  <a:moveTo>
                    <a:pt x="874902" y="39497"/>
                  </a:moveTo>
                  <a:lnTo>
                    <a:pt x="1123950" y="39497"/>
                  </a:lnTo>
                </a:path>
                <a:path w="2522220" h="79375">
                  <a:moveTo>
                    <a:pt x="1096645" y="0"/>
                  </a:moveTo>
                  <a:lnTo>
                    <a:pt x="1102233" y="15493"/>
                  </a:lnTo>
                  <a:lnTo>
                    <a:pt x="1109979" y="26924"/>
                  </a:lnTo>
                  <a:lnTo>
                    <a:pt x="1119123" y="34671"/>
                  </a:lnTo>
                  <a:lnTo>
                    <a:pt x="1129029" y="39497"/>
                  </a:lnTo>
                  <a:lnTo>
                    <a:pt x="1119123" y="44196"/>
                  </a:lnTo>
                  <a:lnTo>
                    <a:pt x="1109979" y="52069"/>
                  </a:lnTo>
                  <a:lnTo>
                    <a:pt x="1102233" y="63500"/>
                  </a:lnTo>
                  <a:lnTo>
                    <a:pt x="1096645" y="78993"/>
                  </a:lnTo>
                </a:path>
                <a:path w="2522220" h="79375">
                  <a:moveTo>
                    <a:pt x="1652396" y="39497"/>
                  </a:moveTo>
                  <a:lnTo>
                    <a:pt x="1869185" y="39497"/>
                  </a:lnTo>
                </a:path>
                <a:path w="2522220" h="79375">
                  <a:moveTo>
                    <a:pt x="1841754" y="0"/>
                  </a:moveTo>
                  <a:lnTo>
                    <a:pt x="1847469" y="15493"/>
                  </a:lnTo>
                  <a:lnTo>
                    <a:pt x="1855216" y="26924"/>
                  </a:lnTo>
                  <a:lnTo>
                    <a:pt x="1864359" y="34671"/>
                  </a:lnTo>
                  <a:lnTo>
                    <a:pt x="1874138" y="39497"/>
                  </a:lnTo>
                  <a:lnTo>
                    <a:pt x="1864359" y="44196"/>
                  </a:lnTo>
                  <a:lnTo>
                    <a:pt x="1855216" y="52069"/>
                  </a:lnTo>
                  <a:lnTo>
                    <a:pt x="1847469" y="63500"/>
                  </a:lnTo>
                  <a:lnTo>
                    <a:pt x="1841754" y="78993"/>
                  </a:lnTo>
                </a:path>
                <a:path w="2522220" h="79375">
                  <a:moveTo>
                    <a:pt x="2300478" y="39497"/>
                  </a:moveTo>
                  <a:lnTo>
                    <a:pt x="2517140" y="39497"/>
                  </a:lnTo>
                </a:path>
                <a:path w="2522220" h="79375">
                  <a:moveTo>
                    <a:pt x="2489835" y="0"/>
                  </a:moveTo>
                  <a:lnTo>
                    <a:pt x="2495549" y="15493"/>
                  </a:lnTo>
                  <a:lnTo>
                    <a:pt x="2503170" y="26924"/>
                  </a:lnTo>
                  <a:lnTo>
                    <a:pt x="2512313" y="34671"/>
                  </a:lnTo>
                  <a:lnTo>
                    <a:pt x="2522220" y="39497"/>
                  </a:lnTo>
                  <a:lnTo>
                    <a:pt x="2512313" y="44196"/>
                  </a:lnTo>
                  <a:lnTo>
                    <a:pt x="2503170" y="52069"/>
                  </a:lnTo>
                  <a:lnTo>
                    <a:pt x="2495549" y="63500"/>
                  </a:lnTo>
                  <a:lnTo>
                    <a:pt x="2489835" y="78993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295283"/>
              <a:ext cx="69291" cy="6929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512683"/>
              <a:ext cx="69291" cy="6928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730094"/>
              <a:ext cx="69291" cy="6928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947492"/>
              <a:ext cx="69291" cy="6929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46963" y="1935193"/>
            <a:ext cx="4128770" cy="113093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Why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this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pattern?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509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Early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layers: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High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resolution,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few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(local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patterns)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Deep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layers: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resolution,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many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(semantic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features)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59"/>
              </a:spcBef>
            </a:pPr>
            <a:r>
              <a:rPr sz="1050" dirty="0">
                <a:latin typeface="Arial MT"/>
                <a:cs typeface="Arial MT"/>
              </a:rPr>
              <a:t>Maintains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roughly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constant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computational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cost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latin typeface="Arial MT"/>
                <a:cs typeface="Arial MT"/>
              </a:rPr>
              <a:t>Total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information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capacity: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spc="-3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approximately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constant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31" name="object 31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58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6" name="Ink 35"/>
              <p14:cNvContentPartPr/>
              <p14:nvPr/>
            </p14:nvContentPartPr>
            <p14:xfrm>
              <a:off x="1149120" y="786960"/>
              <a:ext cx="2808720" cy="607680"/>
            </p14:xfrm>
          </p:contentPart>
        </mc:Choice>
        <mc:Fallback>
          <p:pic>
            <p:nvPicPr>
              <p:cNvPr id="36" name="Ink 3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40120" y="777240"/>
                <a:ext cx="2827800" cy="63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920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10" dirty="0">
                <a:solidFill>
                  <a:srgbClr val="FFFFFF"/>
                </a:solidFill>
              </a:rPr>
              <a:t>Multi-</a:t>
            </a:r>
            <a:r>
              <a:rPr cap="small" dirty="0">
                <a:solidFill>
                  <a:srgbClr val="FFFFFF"/>
                </a:solidFill>
              </a:rPr>
              <a:t>Channel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Convolution: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Key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Takeaway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535331"/>
            <a:ext cx="121259" cy="1212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733578"/>
            <a:ext cx="121259" cy="1212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996" y="931824"/>
            <a:ext cx="121259" cy="1212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996" y="1130072"/>
            <a:ext cx="121259" cy="12125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2234" y="552703"/>
          <a:ext cx="130810" cy="668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810"/>
              </a:tblGrid>
              <a:tr h="141605">
                <a:tc>
                  <a:txBody>
                    <a:bodyPr/>
                    <a:lstStyle/>
                    <a:p>
                      <a:pPr marL="635" algn="ctr">
                        <a:lnSpc>
                          <a:spcPts val="570"/>
                        </a:lnSpc>
                      </a:pPr>
                      <a:r>
                        <a:rPr sz="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697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T w="76974">
                      <a:solidFill>
                        <a:srgbClr val="FFFFFF"/>
                      </a:solidFill>
                      <a:prstDash val="solid"/>
                    </a:lnT>
                    <a:lnB w="769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T w="76950">
                      <a:solidFill>
                        <a:srgbClr val="FFFFFF"/>
                      </a:solidFill>
                      <a:prstDash val="solid"/>
                    </a:lnT>
                    <a:lnB w="7697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marL="635" algn="ctr">
                        <a:lnSpc>
                          <a:spcPts val="650"/>
                        </a:lnSpc>
                        <a:spcBef>
                          <a:spcPts val="290"/>
                        </a:spcBef>
                      </a:pPr>
                      <a:r>
                        <a:rPr sz="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T w="7697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513702" y="1601647"/>
            <a:ext cx="69850" cy="649605"/>
            <a:chOff x="513702" y="1601647"/>
            <a:chExt cx="69850" cy="64960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601647"/>
              <a:ext cx="69291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1799894"/>
              <a:ext cx="69291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181567"/>
              <a:ext cx="69291" cy="6929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35178" y="458495"/>
            <a:ext cx="4821555" cy="25431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33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Input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channels: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depth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depth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(must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match)</a:t>
            </a:r>
            <a:endParaRPr sz="1050">
              <a:latin typeface="Arial MT"/>
              <a:cs typeface="Arial MT"/>
            </a:endParaRPr>
          </a:p>
          <a:p>
            <a:pPr marL="322580" marR="709295">
              <a:lnSpc>
                <a:spcPct val="112100"/>
              </a:lnSpc>
              <a:spcBef>
                <a:spcPts val="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Output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channels: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10" dirty="0">
                <a:latin typeface="Arial MT"/>
                <a:cs typeface="Arial MT"/>
              </a:rPr>
              <a:t> channels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Parameters: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050" i="1" baseline="-19841" dirty="0">
                <a:latin typeface="Arial"/>
                <a:cs typeface="Arial"/>
              </a:rPr>
              <a:t>in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i="1" spc="-20" dirty="0">
                <a:latin typeface="Arial"/>
                <a:cs typeface="Arial"/>
              </a:rPr>
              <a:t>C</a:t>
            </a:r>
            <a:r>
              <a:rPr sz="1050" i="1" spc="-30" baseline="-19841" dirty="0">
                <a:latin typeface="Arial"/>
                <a:cs typeface="Arial"/>
              </a:rPr>
              <a:t>out</a:t>
            </a:r>
            <a:endParaRPr sz="1050" baseline="-19841">
              <a:latin typeface="Arial"/>
              <a:cs typeface="Arial"/>
            </a:endParaRPr>
          </a:p>
          <a:p>
            <a:pPr marL="25400" marR="325755" indent="297180">
              <a:lnSpc>
                <a:spcPts val="186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Computation: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operates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simultaneously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Important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Relationships: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140"/>
              </a:spcBef>
            </a:pP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125" dirty="0">
                <a:latin typeface="Arial MT"/>
                <a:cs typeface="Arial MT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→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(feature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map)</a:t>
            </a:r>
            <a:endParaRPr sz="1050">
              <a:latin typeface="Arial MT"/>
              <a:cs typeface="Arial MT"/>
            </a:endParaRPr>
          </a:p>
          <a:p>
            <a:pPr marL="322580" marR="371475">
              <a:lnSpc>
                <a:spcPts val="1440"/>
              </a:lnSpc>
              <a:spcBef>
                <a:spcPts val="65"/>
              </a:spcBef>
            </a:pP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filters</a:t>
            </a:r>
            <a:r>
              <a:rPr sz="1050" spc="-85" dirty="0">
                <a:latin typeface="Arial MT"/>
                <a:cs typeface="Arial MT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→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3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diverse features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355"/>
              </a:spcBef>
            </a:pPr>
            <a:r>
              <a:rPr sz="1050" dirty="0">
                <a:latin typeface="Arial MT"/>
                <a:cs typeface="Arial MT"/>
              </a:rPr>
              <a:t>Typical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progression: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increase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depth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(3</a:t>
            </a:r>
            <a:r>
              <a:rPr sz="1050" spc="3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64</a:t>
            </a:r>
            <a:r>
              <a:rPr sz="1050" spc="3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128</a:t>
            </a:r>
            <a:r>
              <a:rPr sz="1050" spc="3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256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190"/>
              </a:spcBef>
            </a:pPr>
            <a:r>
              <a:rPr sz="1050" spc="-20" dirty="0">
                <a:latin typeface="Arial MT"/>
                <a:cs typeface="Arial MT"/>
              </a:rPr>
              <a:t>512)</a:t>
            </a:r>
            <a:endParaRPr sz="10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6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Memory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consideration: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trade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resolution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depth.</a:t>
            </a:r>
            <a:endParaRPr sz="1050">
              <a:latin typeface="Arial MT"/>
              <a:cs typeface="Arial MT"/>
            </a:endParaRPr>
          </a:p>
          <a:p>
            <a:pPr marL="260350" algn="ctr">
              <a:lnSpc>
                <a:spcPct val="100000"/>
              </a:lnSpc>
              <a:spcBef>
                <a:spcPts val="795"/>
              </a:spcBef>
            </a:pPr>
            <a:r>
              <a:rPr sz="1050" dirty="0">
                <a:latin typeface="Arial MT"/>
                <a:cs typeface="Arial MT"/>
              </a:rPr>
              <a:t>Memory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200" dirty="0">
                <a:latin typeface="Cambria Math"/>
                <a:cs typeface="Cambria Math"/>
              </a:rPr>
              <a:t>∝</a:t>
            </a:r>
            <a:r>
              <a:rPr sz="1200" spc="100" dirty="0">
                <a:latin typeface="Cambria Math"/>
                <a:cs typeface="Cambria Math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spc="-50" dirty="0">
                <a:latin typeface="Arial"/>
                <a:cs typeface="Arial"/>
              </a:rPr>
              <a:t>C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4" name="object 1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59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/>
              <p14:cNvContentPartPr/>
              <p14:nvPr/>
            </p14:nvContentPartPr>
            <p14:xfrm>
              <a:off x="112320" y="717120"/>
              <a:ext cx="198360" cy="174528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240" y="708840"/>
                <a:ext cx="219600" cy="176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341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20" dirty="0">
                <a:solidFill>
                  <a:srgbClr val="FFFFFF"/>
                </a:solidFill>
              </a:rPr>
              <a:t>Padding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819454"/>
            <a:ext cx="5193030" cy="2189480"/>
            <a:chOff x="309194" y="819454"/>
            <a:chExt cx="5193030" cy="2189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819454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04081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262303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813102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034565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255977"/>
              <a:ext cx="69291" cy="692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194" y="2497429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>
                  <a:moveTo>
                    <a:pt x="5090845" y="0"/>
                  </a:moveTo>
                  <a:lnTo>
                    <a:pt x="50800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00" y="31076"/>
                  </a:lnTo>
                  <a:lnTo>
                    <a:pt x="0" y="50799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799"/>
                  </a:lnTo>
                  <a:lnTo>
                    <a:pt x="5137708" y="31076"/>
                  </a:lnTo>
                  <a:lnTo>
                    <a:pt x="5126786" y="14922"/>
                  </a:lnTo>
                  <a:lnTo>
                    <a:pt x="5110530" y="401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2906712"/>
              <a:ext cx="101600" cy="101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9194" y="2541663"/>
              <a:ext cx="5192522" cy="4666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9194" y="2735948"/>
              <a:ext cx="5142230" cy="221615"/>
            </a:xfrm>
            <a:custGeom>
              <a:avLst/>
              <a:gdLst/>
              <a:ahLst/>
              <a:cxnLst/>
              <a:rect l="l" t="t" r="r" b="b"/>
              <a:pathLst>
                <a:path w="5142230" h="221614">
                  <a:moveTo>
                    <a:pt x="5141645" y="0"/>
                  </a:moveTo>
                  <a:lnTo>
                    <a:pt x="0" y="0"/>
                  </a:lnTo>
                  <a:lnTo>
                    <a:pt x="0" y="170764"/>
                  </a:lnTo>
                  <a:lnTo>
                    <a:pt x="4000" y="190487"/>
                  </a:lnTo>
                  <a:lnTo>
                    <a:pt x="14922" y="206641"/>
                  </a:lnTo>
                  <a:lnTo>
                    <a:pt x="31076" y="217550"/>
                  </a:lnTo>
                  <a:lnTo>
                    <a:pt x="50800" y="221564"/>
                  </a:lnTo>
                  <a:lnTo>
                    <a:pt x="5090845" y="221564"/>
                  </a:lnTo>
                  <a:lnTo>
                    <a:pt x="5110530" y="217550"/>
                  </a:lnTo>
                  <a:lnTo>
                    <a:pt x="5126786" y="206641"/>
                  </a:lnTo>
                  <a:lnTo>
                    <a:pt x="5137708" y="190487"/>
                  </a:lnTo>
                  <a:lnTo>
                    <a:pt x="5141645" y="170764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50840" y="2579763"/>
              <a:ext cx="0" cy="346075"/>
            </a:xfrm>
            <a:custGeom>
              <a:avLst/>
              <a:gdLst/>
              <a:ahLst/>
              <a:cxnLst/>
              <a:rect l="l" t="t" r="r" b="b"/>
              <a:pathLst>
                <a:path h="346075">
                  <a:moveTo>
                    <a:pt x="0" y="345998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46077" y="256706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699"/>
                  </a:moveTo>
                  <a:lnTo>
                    <a:pt x="9525" y="12699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46077" y="255436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699"/>
                  </a:moveTo>
                  <a:lnTo>
                    <a:pt x="9525" y="12699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46077" y="254166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699"/>
                  </a:moveTo>
                  <a:lnTo>
                    <a:pt x="9525" y="12699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46077" y="2522613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49"/>
                  </a:moveTo>
                  <a:lnTo>
                    <a:pt x="9525" y="19049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46963" y="483514"/>
            <a:ext cx="3764279" cy="24276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Why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Padding?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latin typeface="Arial MT"/>
                <a:cs typeface="Arial MT"/>
              </a:rPr>
              <a:t>Without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padding: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-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latin typeface="Arial MT"/>
                <a:cs typeface="Arial MT"/>
              </a:rPr>
              <a:t>Information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borders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gets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less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attention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95"/>
              </a:spcBef>
            </a:pP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would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shrink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maps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rapidly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Types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of</a:t>
            </a:r>
            <a:r>
              <a:rPr sz="1050" spc="-1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Padding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Valid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Padding: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padding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(output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input)</a:t>
            </a:r>
            <a:endParaRPr sz="1050">
              <a:latin typeface="Arial MT"/>
              <a:cs typeface="Arial MT"/>
            </a:endParaRPr>
          </a:p>
          <a:p>
            <a:pPr marL="309880" marR="384810">
              <a:lnSpc>
                <a:spcPts val="1739"/>
              </a:lnSpc>
              <a:spcBef>
                <a:spcPts val="12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Same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Padding: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keep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size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Full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Padding: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Maximum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padding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Same</a:t>
            </a:r>
            <a:r>
              <a:rPr sz="1400" cap="small" spc="7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Padding</a:t>
            </a:r>
            <a:r>
              <a:rPr sz="1400" cap="small" spc="12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Calculation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1: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Padding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spc="-110" dirty="0">
                <a:latin typeface="Microsoft YaHei UI"/>
                <a:cs typeface="Microsoft YaHei UI"/>
              </a:rPr>
              <a:t>—</a:t>
            </a:r>
            <a:r>
              <a:rPr sz="1200" spc="15" dirty="0">
                <a:latin typeface="Microsoft YaHei UI"/>
                <a:cs typeface="Microsoft YaHei UI"/>
              </a:rPr>
              <a:t> </a:t>
            </a:r>
            <a:r>
              <a:rPr sz="1050" spc="-20" dirty="0">
                <a:latin typeface="Arial MT"/>
                <a:cs typeface="Arial MT"/>
              </a:rPr>
              <a:t>1</a:t>
            </a:r>
            <a:r>
              <a:rPr sz="1200" spc="-20" dirty="0">
                <a:latin typeface="Tahoma"/>
                <a:cs typeface="Tahoma"/>
              </a:rPr>
              <a:t>)</a:t>
            </a:r>
            <a:r>
              <a:rPr sz="1200" spc="-20" dirty="0">
                <a:latin typeface="Calibri"/>
                <a:cs typeface="Calibri"/>
              </a:rPr>
              <a:t>/</a:t>
            </a:r>
            <a:r>
              <a:rPr sz="1050" spc="-2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1" name="object 21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60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0189" y="939137"/>
            <a:ext cx="1407141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IN" sz="900" dirty="0">
                <a:latin typeface="Cambria" panose="02040503050406030204" pitchFamily="18" charset="0"/>
                <a:ea typeface="Cambria" panose="02040503050406030204" pitchFamily="18" charset="0"/>
              </a:rPr>
              <a:t>How much to pad?</a:t>
            </a:r>
            <a:endParaRPr lang="da-DK" sz="9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da-DK" sz="900" dirty="0" smtClean="0">
                <a:latin typeface="Cambria" panose="02040503050406030204" pitchFamily="18" charset="0"/>
                <a:ea typeface="Cambria" panose="02040503050406030204" pitchFamily="18" charset="0"/>
              </a:rPr>
              <a:t>Kernel 3 x 3 : p = 1</a:t>
            </a:r>
          </a:p>
          <a:p>
            <a:r>
              <a:rPr lang="da-DK" sz="900" dirty="0" smtClean="0">
                <a:latin typeface="Cambria" panose="02040503050406030204" pitchFamily="18" charset="0"/>
                <a:ea typeface="Cambria" panose="02040503050406030204" pitchFamily="18" charset="0"/>
              </a:rPr>
              <a:t>Kernel 5 x 5 : p = 2</a:t>
            </a:r>
          </a:p>
          <a:p>
            <a:r>
              <a:rPr lang="da-DK" sz="900" dirty="0" smtClean="0">
                <a:latin typeface="Cambria" panose="02040503050406030204" pitchFamily="18" charset="0"/>
                <a:ea typeface="Cambria" panose="02040503050406030204" pitchFamily="18" charset="0"/>
              </a:rPr>
              <a:t>Kernel 7 x 7 : p = 3</a:t>
            </a:r>
            <a:endParaRPr lang="en-US" sz="900" dirty="0" smtClean="0">
              <a:latin typeface="Cambria" panose="02040503050406030204" pitchFamily="18" charset="0"/>
              <a:ea typeface="Cambria" panose="02040503050406030204" pitchFamily="18" charset="0"/>
              <a:cs typeface="Microsoft Sans Serif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7" name="Ink 26"/>
              <p14:cNvContentPartPr/>
              <p14:nvPr/>
            </p14:nvContentPartPr>
            <p14:xfrm>
              <a:off x="736560" y="902520"/>
              <a:ext cx="4703040" cy="1728720"/>
            </p14:xfrm>
          </p:contentPart>
        </mc:Choice>
        <mc:Fallback>
          <p:pic>
            <p:nvPicPr>
              <p:cNvPr id="27" name="Ink 2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9000" y="889200"/>
                <a:ext cx="4722120" cy="174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128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2891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Convolution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Padding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9516" y="644398"/>
            <a:ext cx="1694814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latin typeface="Arial MT"/>
                <a:cs typeface="Arial MT"/>
              </a:rPr>
              <a:t>Input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Image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padding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8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1050" spc="-114" dirty="0">
                <a:latin typeface="Microsoft YaHei UI"/>
                <a:cs typeface="Microsoft YaHei UI"/>
              </a:rPr>
              <a:t>×</a:t>
            </a:r>
            <a:r>
              <a:rPr sz="1050" spc="15" dirty="0">
                <a:latin typeface="Microsoft YaHei UI"/>
                <a:cs typeface="Microsoft YaHei UI"/>
              </a:rPr>
              <a:t> </a:t>
            </a:r>
            <a:r>
              <a:rPr sz="950" spc="-50" dirty="0">
                <a:latin typeface="Arial MT"/>
                <a:cs typeface="Arial MT"/>
              </a:rPr>
              <a:t>8</a:t>
            </a:r>
            <a:endParaRPr sz="9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56296" y="862901"/>
          <a:ext cx="1950718" cy="2014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/>
                <a:gridCol w="243840"/>
                <a:gridCol w="243839"/>
                <a:gridCol w="243840"/>
                <a:gridCol w="243840"/>
                <a:gridCol w="243840"/>
                <a:gridCol w="243840"/>
                <a:gridCol w="243839"/>
              </a:tblGrid>
              <a:tr h="251460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50" spc="-50" dirty="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375405" y="1233297"/>
            <a:ext cx="777240" cy="594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Filter1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50" dirty="0">
                <a:latin typeface="Arial MT"/>
                <a:cs typeface="Arial MT"/>
              </a:rPr>
              <a:t>*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474275" y="1461071"/>
          <a:ext cx="948689" cy="838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</a:tblGrid>
              <a:tr h="279400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8" name="object 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61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/>
              <p14:cNvContentPartPr/>
              <p14:nvPr/>
            </p14:nvContentPartPr>
            <p14:xfrm>
              <a:off x="1548000" y="1117800"/>
              <a:ext cx="1539000" cy="153036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5400" y="1104480"/>
                <a:ext cx="1566360" cy="155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2000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5346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spc="-20" dirty="0">
                <a:solidFill>
                  <a:srgbClr val="FFFFFF"/>
                </a:solidFill>
                <a:latin typeface="Calibri"/>
                <a:cs typeface="Calibri"/>
              </a:rPr>
              <a:t>Stride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410327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62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836280" y="1066320"/>
              <a:ext cx="3190320" cy="148824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760" y="1052640"/>
                <a:ext cx="3214800" cy="151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93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0245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Convolution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Operation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700" cap="small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Stride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811" y="641730"/>
            <a:ext cx="725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3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5244" y="885888"/>
          <a:ext cx="1626867" cy="167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271145"/>
                <a:gridCol w="271145"/>
                <a:gridCol w="271144"/>
                <a:gridCol w="271144"/>
                <a:gridCol w="271144"/>
              </a:tblGrid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13359" y="2602788"/>
            <a:ext cx="1097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79154" y="1345882"/>
          <a:ext cx="948689" cy="562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</a:tblGrid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658617" y="1899919"/>
            <a:ext cx="3987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Filter1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77296" y="1256982"/>
            <a:ext cx="657860" cy="297815"/>
            <a:chOff x="4277296" y="1256982"/>
            <a:chExt cx="657860" cy="297815"/>
          </a:xfrm>
        </p:grpSpPr>
        <p:sp>
          <p:nvSpPr>
            <p:cNvPr id="9" name="object 9"/>
            <p:cNvSpPr/>
            <p:nvPr/>
          </p:nvSpPr>
          <p:spPr>
            <a:xfrm>
              <a:off x="4282059" y="126174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143890" y="0"/>
                  </a:moveTo>
                  <a:lnTo>
                    <a:pt x="98425" y="7238"/>
                  </a:lnTo>
                  <a:lnTo>
                    <a:pt x="58927" y="27686"/>
                  </a:lnTo>
                  <a:lnTo>
                    <a:pt x="27686" y="58927"/>
                  </a:lnTo>
                  <a:lnTo>
                    <a:pt x="7238" y="98425"/>
                  </a:lnTo>
                  <a:lnTo>
                    <a:pt x="0" y="143890"/>
                  </a:lnTo>
                  <a:lnTo>
                    <a:pt x="7238" y="189483"/>
                  </a:lnTo>
                  <a:lnTo>
                    <a:pt x="27686" y="228981"/>
                  </a:lnTo>
                  <a:lnTo>
                    <a:pt x="58927" y="260095"/>
                  </a:lnTo>
                  <a:lnTo>
                    <a:pt x="98425" y="280543"/>
                  </a:lnTo>
                  <a:lnTo>
                    <a:pt x="143890" y="287908"/>
                  </a:lnTo>
                  <a:lnTo>
                    <a:pt x="189483" y="280543"/>
                  </a:lnTo>
                  <a:lnTo>
                    <a:pt x="228980" y="260095"/>
                  </a:lnTo>
                  <a:lnTo>
                    <a:pt x="260223" y="228981"/>
                  </a:lnTo>
                  <a:lnTo>
                    <a:pt x="280542" y="189483"/>
                  </a:lnTo>
                  <a:lnTo>
                    <a:pt x="287908" y="143890"/>
                  </a:lnTo>
                  <a:lnTo>
                    <a:pt x="280542" y="98425"/>
                  </a:lnTo>
                  <a:lnTo>
                    <a:pt x="260223" y="58927"/>
                  </a:lnTo>
                  <a:lnTo>
                    <a:pt x="228980" y="27686"/>
                  </a:lnTo>
                  <a:lnTo>
                    <a:pt x="189483" y="7238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82059" y="126174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287908" y="143890"/>
                  </a:moveTo>
                  <a:lnTo>
                    <a:pt x="280542" y="98425"/>
                  </a:lnTo>
                  <a:lnTo>
                    <a:pt x="260223" y="58927"/>
                  </a:lnTo>
                  <a:lnTo>
                    <a:pt x="228980" y="27686"/>
                  </a:lnTo>
                  <a:lnTo>
                    <a:pt x="189483" y="7238"/>
                  </a:lnTo>
                  <a:lnTo>
                    <a:pt x="143890" y="0"/>
                  </a:lnTo>
                  <a:lnTo>
                    <a:pt x="98425" y="7238"/>
                  </a:lnTo>
                  <a:lnTo>
                    <a:pt x="58927" y="27686"/>
                  </a:lnTo>
                  <a:lnTo>
                    <a:pt x="27686" y="58927"/>
                  </a:lnTo>
                  <a:lnTo>
                    <a:pt x="7238" y="98425"/>
                  </a:lnTo>
                  <a:lnTo>
                    <a:pt x="0" y="143890"/>
                  </a:lnTo>
                  <a:lnTo>
                    <a:pt x="7238" y="189483"/>
                  </a:lnTo>
                  <a:lnTo>
                    <a:pt x="27686" y="228981"/>
                  </a:lnTo>
                  <a:lnTo>
                    <a:pt x="58927" y="260095"/>
                  </a:lnTo>
                  <a:lnTo>
                    <a:pt x="98425" y="280543"/>
                  </a:lnTo>
                  <a:lnTo>
                    <a:pt x="143890" y="287908"/>
                  </a:lnTo>
                  <a:lnTo>
                    <a:pt x="189483" y="280543"/>
                  </a:lnTo>
                  <a:lnTo>
                    <a:pt x="228980" y="260095"/>
                  </a:lnTo>
                  <a:lnTo>
                    <a:pt x="260223" y="228981"/>
                  </a:lnTo>
                  <a:lnTo>
                    <a:pt x="280542" y="189483"/>
                  </a:lnTo>
                  <a:lnTo>
                    <a:pt x="287908" y="143890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41977" y="126174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144018" y="0"/>
                  </a:moveTo>
                  <a:lnTo>
                    <a:pt x="98551" y="7238"/>
                  </a:lnTo>
                  <a:lnTo>
                    <a:pt x="58927" y="27686"/>
                  </a:lnTo>
                  <a:lnTo>
                    <a:pt x="27812" y="58927"/>
                  </a:lnTo>
                  <a:lnTo>
                    <a:pt x="7365" y="98425"/>
                  </a:lnTo>
                  <a:lnTo>
                    <a:pt x="0" y="143890"/>
                  </a:lnTo>
                  <a:lnTo>
                    <a:pt x="7365" y="189483"/>
                  </a:lnTo>
                  <a:lnTo>
                    <a:pt x="27812" y="228981"/>
                  </a:lnTo>
                  <a:lnTo>
                    <a:pt x="58927" y="260095"/>
                  </a:lnTo>
                  <a:lnTo>
                    <a:pt x="98551" y="280543"/>
                  </a:lnTo>
                  <a:lnTo>
                    <a:pt x="144018" y="287908"/>
                  </a:lnTo>
                  <a:lnTo>
                    <a:pt x="189484" y="280543"/>
                  </a:lnTo>
                  <a:lnTo>
                    <a:pt x="229108" y="260095"/>
                  </a:lnTo>
                  <a:lnTo>
                    <a:pt x="260223" y="228981"/>
                  </a:lnTo>
                  <a:lnTo>
                    <a:pt x="280670" y="189483"/>
                  </a:lnTo>
                  <a:lnTo>
                    <a:pt x="288036" y="143890"/>
                  </a:lnTo>
                  <a:lnTo>
                    <a:pt x="280670" y="98425"/>
                  </a:lnTo>
                  <a:lnTo>
                    <a:pt x="260223" y="58927"/>
                  </a:lnTo>
                  <a:lnTo>
                    <a:pt x="229108" y="27686"/>
                  </a:lnTo>
                  <a:lnTo>
                    <a:pt x="189484" y="7238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41977" y="126174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288036" y="143890"/>
                  </a:moveTo>
                  <a:lnTo>
                    <a:pt x="280670" y="98425"/>
                  </a:lnTo>
                  <a:lnTo>
                    <a:pt x="260223" y="58927"/>
                  </a:lnTo>
                  <a:lnTo>
                    <a:pt x="229108" y="27686"/>
                  </a:lnTo>
                  <a:lnTo>
                    <a:pt x="189484" y="7238"/>
                  </a:lnTo>
                  <a:lnTo>
                    <a:pt x="144018" y="0"/>
                  </a:lnTo>
                  <a:lnTo>
                    <a:pt x="98551" y="7238"/>
                  </a:lnTo>
                  <a:lnTo>
                    <a:pt x="58927" y="27686"/>
                  </a:lnTo>
                  <a:lnTo>
                    <a:pt x="27812" y="58927"/>
                  </a:lnTo>
                  <a:lnTo>
                    <a:pt x="7365" y="98425"/>
                  </a:lnTo>
                  <a:lnTo>
                    <a:pt x="0" y="143890"/>
                  </a:lnTo>
                  <a:lnTo>
                    <a:pt x="7365" y="189483"/>
                  </a:lnTo>
                  <a:lnTo>
                    <a:pt x="27812" y="228981"/>
                  </a:lnTo>
                  <a:lnTo>
                    <a:pt x="58927" y="260095"/>
                  </a:lnTo>
                  <a:lnTo>
                    <a:pt x="98551" y="280543"/>
                  </a:lnTo>
                  <a:lnTo>
                    <a:pt x="144018" y="287908"/>
                  </a:lnTo>
                  <a:lnTo>
                    <a:pt x="189484" y="280543"/>
                  </a:lnTo>
                  <a:lnTo>
                    <a:pt x="229108" y="260095"/>
                  </a:lnTo>
                  <a:lnTo>
                    <a:pt x="260223" y="228981"/>
                  </a:lnTo>
                  <a:lnTo>
                    <a:pt x="280670" y="189483"/>
                  </a:lnTo>
                  <a:lnTo>
                    <a:pt x="288036" y="143890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75784" y="1303782"/>
            <a:ext cx="4756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43535" algn="l"/>
              </a:tabLst>
            </a:pPr>
            <a:r>
              <a:rPr sz="1050" spc="-50" dirty="0">
                <a:latin typeface="Arial MT"/>
                <a:cs typeface="Arial MT"/>
              </a:rPr>
              <a:t>3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77296" y="1616900"/>
            <a:ext cx="657860" cy="297815"/>
            <a:chOff x="4277296" y="1616900"/>
            <a:chExt cx="657860" cy="297815"/>
          </a:xfrm>
        </p:grpSpPr>
        <p:sp>
          <p:nvSpPr>
            <p:cNvPr id="15" name="object 15"/>
            <p:cNvSpPr/>
            <p:nvPr/>
          </p:nvSpPr>
          <p:spPr>
            <a:xfrm>
              <a:off x="4282059" y="162166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890" y="0"/>
                  </a:moveTo>
                  <a:lnTo>
                    <a:pt x="98425" y="7366"/>
                  </a:lnTo>
                  <a:lnTo>
                    <a:pt x="58927" y="27813"/>
                  </a:lnTo>
                  <a:lnTo>
                    <a:pt x="27686" y="58928"/>
                  </a:lnTo>
                  <a:lnTo>
                    <a:pt x="7238" y="98552"/>
                  </a:lnTo>
                  <a:lnTo>
                    <a:pt x="0" y="144018"/>
                  </a:lnTo>
                  <a:lnTo>
                    <a:pt x="7238" y="189484"/>
                  </a:lnTo>
                  <a:lnTo>
                    <a:pt x="27686" y="229108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3890" y="288036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108"/>
                  </a:lnTo>
                  <a:lnTo>
                    <a:pt x="280542" y="189484"/>
                  </a:lnTo>
                  <a:lnTo>
                    <a:pt x="287908" y="144018"/>
                  </a:lnTo>
                  <a:lnTo>
                    <a:pt x="280542" y="98552"/>
                  </a:lnTo>
                  <a:lnTo>
                    <a:pt x="260223" y="58928"/>
                  </a:lnTo>
                  <a:lnTo>
                    <a:pt x="228980" y="27813"/>
                  </a:lnTo>
                  <a:lnTo>
                    <a:pt x="189483" y="7366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82059" y="162166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7908" y="144018"/>
                  </a:moveTo>
                  <a:lnTo>
                    <a:pt x="280542" y="98552"/>
                  </a:lnTo>
                  <a:lnTo>
                    <a:pt x="260223" y="58928"/>
                  </a:lnTo>
                  <a:lnTo>
                    <a:pt x="228980" y="27813"/>
                  </a:lnTo>
                  <a:lnTo>
                    <a:pt x="189483" y="7366"/>
                  </a:lnTo>
                  <a:lnTo>
                    <a:pt x="143890" y="0"/>
                  </a:lnTo>
                  <a:lnTo>
                    <a:pt x="98425" y="7366"/>
                  </a:lnTo>
                  <a:lnTo>
                    <a:pt x="58927" y="27813"/>
                  </a:lnTo>
                  <a:lnTo>
                    <a:pt x="27686" y="58928"/>
                  </a:lnTo>
                  <a:lnTo>
                    <a:pt x="7238" y="98552"/>
                  </a:lnTo>
                  <a:lnTo>
                    <a:pt x="0" y="144018"/>
                  </a:lnTo>
                  <a:lnTo>
                    <a:pt x="7238" y="189484"/>
                  </a:lnTo>
                  <a:lnTo>
                    <a:pt x="27686" y="229108"/>
                  </a:lnTo>
                  <a:lnTo>
                    <a:pt x="58927" y="260223"/>
                  </a:lnTo>
                  <a:lnTo>
                    <a:pt x="98425" y="280670"/>
                  </a:lnTo>
                  <a:lnTo>
                    <a:pt x="143890" y="288036"/>
                  </a:lnTo>
                  <a:lnTo>
                    <a:pt x="189483" y="280670"/>
                  </a:lnTo>
                  <a:lnTo>
                    <a:pt x="228980" y="260223"/>
                  </a:lnTo>
                  <a:lnTo>
                    <a:pt x="260223" y="229108"/>
                  </a:lnTo>
                  <a:lnTo>
                    <a:pt x="280542" y="189484"/>
                  </a:lnTo>
                  <a:lnTo>
                    <a:pt x="287908" y="144018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41977" y="162166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551" y="7366"/>
                  </a:lnTo>
                  <a:lnTo>
                    <a:pt x="58927" y="27813"/>
                  </a:lnTo>
                  <a:lnTo>
                    <a:pt x="27812" y="58928"/>
                  </a:lnTo>
                  <a:lnTo>
                    <a:pt x="7365" y="98552"/>
                  </a:lnTo>
                  <a:lnTo>
                    <a:pt x="0" y="144018"/>
                  </a:lnTo>
                  <a:lnTo>
                    <a:pt x="7365" y="189484"/>
                  </a:lnTo>
                  <a:lnTo>
                    <a:pt x="27812" y="229108"/>
                  </a:lnTo>
                  <a:lnTo>
                    <a:pt x="58927" y="260223"/>
                  </a:lnTo>
                  <a:lnTo>
                    <a:pt x="98551" y="280670"/>
                  </a:lnTo>
                  <a:lnTo>
                    <a:pt x="144018" y="288036"/>
                  </a:lnTo>
                  <a:lnTo>
                    <a:pt x="189484" y="280670"/>
                  </a:lnTo>
                  <a:lnTo>
                    <a:pt x="229108" y="260223"/>
                  </a:lnTo>
                  <a:lnTo>
                    <a:pt x="260223" y="229108"/>
                  </a:lnTo>
                  <a:lnTo>
                    <a:pt x="280670" y="189484"/>
                  </a:lnTo>
                  <a:lnTo>
                    <a:pt x="288036" y="144018"/>
                  </a:lnTo>
                  <a:lnTo>
                    <a:pt x="280670" y="98552"/>
                  </a:lnTo>
                  <a:lnTo>
                    <a:pt x="260223" y="58928"/>
                  </a:lnTo>
                  <a:lnTo>
                    <a:pt x="229108" y="27813"/>
                  </a:lnTo>
                  <a:lnTo>
                    <a:pt x="189484" y="7366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99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41977" y="162166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144018"/>
                  </a:moveTo>
                  <a:lnTo>
                    <a:pt x="280670" y="98552"/>
                  </a:lnTo>
                  <a:lnTo>
                    <a:pt x="260223" y="58928"/>
                  </a:lnTo>
                  <a:lnTo>
                    <a:pt x="229108" y="27813"/>
                  </a:lnTo>
                  <a:lnTo>
                    <a:pt x="189484" y="7366"/>
                  </a:lnTo>
                  <a:lnTo>
                    <a:pt x="144018" y="0"/>
                  </a:lnTo>
                  <a:lnTo>
                    <a:pt x="98551" y="7366"/>
                  </a:lnTo>
                  <a:lnTo>
                    <a:pt x="58927" y="27813"/>
                  </a:lnTo>
                  <a:lnTo>
                    <a:pt x="27812" y="58928"/>
                  </a:lnTo>
                  <a:lnTo>
                    <a:pt x="7365" y="98552"/>
                  </a:lnTo>
                  <a:lnTo>
                    <a:pt x="0" y="144018"/>
                  </a:lnTo>
                  <a:lnTo>
                    <a:pt x="7365" y="189484"/>
                  </a:lnTo>
                  <a:lnTo>
                    <a:pt x="27812" y="229108"/>
                  </a:lnTo>
                  <a:lnTo>
                    <a:pt x="58927" y="260223"/>
                  </a:lnTo>
                  <a:lnTo>
                    <a:pt x="98551" y="280670"/>
                  </a:lnTo>
                  <a:lnTo>
                    <a:pt x="144018" y="288036"/>
                  </a:lnTo>
                  <a:lnTo>
                    <a:pt x="189484" y="280670"/>
                  </a:lnTo>
                  <a:lnTo>
                    <a:pt x="229108" y="260223"/>
                  </a:lnTo>
                  <a:lnTo>
                    <a:pt x="260223" y="229108"/>
                  </a:lnTo>
                  <a:lnTo>
                    <a:pt x="280670" y="189484"/>
                  </a:lnTo>
                  <a:lnTo>
                    <a:pt x="288036" y="144018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53814" y="1691814"/>
            <a:ext cx="662686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 smtClean="0">
                <a:latin typeface="Arial MT"/>
                <a:cs typeface="Arial MT"/>
              </a:rPr>
              <a:t>3</a:t>
            </a:r>
            <a:r>
              <a:rPr lang="en-US" sz="1050" spc="-50" dirty="0" smtClean="0">
                <a:latin typeface="Arial MT"/>
                <a:cs typeface="Arial MT"/>
              </a:rPr>
              <a:t>         </a:t>
            </a:r>
            <a:r>
              <a:rPr sz="1050" spc="-10" dirty="0" smtClean="0">
                <a:latin typeface="Arial MT"/>
                <a:cs typeface="Arial MT"/>
              </a:rPr>
              <a:t>-</a:t>
            </a:r>
            <a:r>
              <a:rPr sz="1050" spc="-60" dirty="0" smtClean="0">
                <a:latin typeface="Arial MT"/>
                <a:cs typeface="Arial MT"/>
              </a:rPr>
              <a:t>1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79494" y="2182164"/>
            <a:ext cx="10356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Map</a:t>
            </a:r>
            <a:r>
              <a:rPr sz="1050" spc="-25" dirty="0">
                <a:latin typeface="Arial MT"/>
                <a:cs typeface="Arial MT"/>
              </a:rPr>
              <a:t> 2x2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2" name="object 2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63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/>
              <p14:cNvContentPartPr/>
              <p14:nvPr/>
            </p14:nvContentPartPr>
            <p14:xfrm>
              <a:off x="274680" y="493920"/>
              <a:ext cx="4805640" cy="2399040"/>
            </p14:xfrm>
          </p:contentPart>
        </mc:Choice>
        <mc:Fallback>
          <p:pic>
            <p:nvPicPr>
              <p:cNvPr id="27" name="Ink 2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160" y="479880"/>
                <a:ext cx="4830840" cy="242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128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7818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Strided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Convolution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121402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64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446760" y="363240"/>
              <a:ext cx="3160800" cy="249048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520" y="351720"/>
                <a:ext cx="3186360" cy="251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889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4294967295"/>
              </p:nvPr>
            </p:nvSpPr>
            <p:spPr>
              <a:xfrm>
                <a:off x="34531" y="555625"/>
                <a:ext cx="5667769" cy="2485092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O </a:t>
                </a:r>
                <a:r>
                  <a:rPr lang="en-US" dirty="0"/>
                  <a:t>= Size (width) of output </a:t>
                </a:r>
                <a:r>
                  <a:rPr lang="en-US" dirty="0" smtClean="0"/>
                  <a:t>image</a:t>
                </a:r>
              </a:p>
              <a:p>
                <a:r>
                  <a:rPr lang="en-US" dirty="0" smtClean="0"/>
                  <a:t>I = Size (width) of input image</a:t>
                </a:r>
              </a:p>
              <a:p>
                <a:r>
                  <a:rPr lang="en-US" dirty="0" smtClean="0"/>
                  <a:t>K </a:t>
                </a:r>
                <a:r>
                  <a:rPr lang="en-US" dirty="0"/>
                  <a:t>= Size (width) of kernels used in the Conv </a:t>
                </a:r>
                <a:r>
                  <a:rPr lang="en-US" dirty="0" smtClean="0"/>
                  <a:t>Layer</a:t>
                </a:r>
              </a:p>
              <a:p>
                <a:r>
                  <a:rPr lang="en-US" dirty="0" smtClean="0"/>
                  <a:t>N = Number of kernels</a:t>
                </a:r>
              </a:p>
              <a:p>
                <a:r>
                  <a:rPr lang="en-US" dirty="0" smtClean="0"/>
                  <a:t>S </a:t>
                </a:r>
                <a:r>
                  <a:rPr lang="en-US" dirty="0"/>
                  <a:t>= Stride of the convolution </a:t>
                </a:r>
                <a:r>
                  <a:rPr lang="en-US" dirty="0" smtClean="0"/>
                  <a:t>operation</a:t>
                </a:r>
              </a:p>
              <a:p>
                <a:r>
                  <a:rPr lang="en-US" dirty="0" smtClean="0"/>
                  <a:t>P = Padding</a:t>
                </a:r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size (O) of the output image is given </a:t>
                </a:r>
                <a:r>
                  <a:rPr lang="en-US" dirty="0" smtClean="0"/>
                  <a:t>by </a:t>
                </a:r>
                <a:r>
                  <a:rPr lang="en-IN" dirty="0" smtClean="0"/>
                  <a:t>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IN" dirty="0" smtClean="0"/>
              </a:p>
              <a:p>
                <a:endParaRPr lang="en-IN" dirty="0" smtClean="0"/>
              </a:p>
              <a:p>
                <a:r>
                  <a:rPr lang="en-US" dirty="0" smtClean="0"/>
                  <a:t>Example: </a:t>
                </a:r>
                <a:r>
                  <a:rPr lang="en-IN" dirty="0"/>
                  <a:t>Example: In </a:t>
                </a:r>
                <a:r>
                  <a:rPr lang="en-IN" dirty="0" err="1"/>
                  <a:t>AlexNet</a:t>
                </a:r>
                <a:r>
                  <a:rPr lang="en-IN" dirty="0"/>
                  <a:t>, the input image is of size </a:t>
                </a:r>
                <a:r>
                  <a:rPr lang="en-IN" dirty="0" smtClean="0"/>
                  <a:t>227x227x3. The </a:t>
                </a:r>
                <a:r>
                  <a:rPr lang="en-IN" dirty="0"/>
                  <a:t>first convolutional layer has 96 kernels of size </a:t>
                </a:r>
                <a:r>
                  <a:rPr lang="en-IN" dirty="0" smtClean="0"/>
                  <a:t>11x11x3 and S =4 , P=0</a:t>
                </a:r>
                <a:r>
                  <a:rPr lang="en-IN" dirty="0"/>
                  <a:t>. </a:t>
                </a:r>
                <a:endParaRPr lang="en-IN" dirty="0" smtClean="0"/>
              </a:p>
              <a:p>
                <a:endParaRPr lang="en-IN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227−11+2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=55</m:t>
                      </m:r>
                    </m:oMath>
                  </m:oMathPara>
                </a14:m>
                <a:endParaRPr lang="en-IN" dirty="0" smtClean="0"/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O</a:t>
                </a:r>
                <a:r>
                  <a:rPr lang="en-US" dirty="0" smtClean="0">
                    <a:solidFill>
                      <a:srgbClr val="7030A0"/>
                    </a:solidFill>
                  </a:rPr>
                  <a:t>utput </a:t>
                </a:r>
                <a:r>
                  <a:rPr lang="en-US" dirty="0">
                    <a:solidFill>
                      <a:srgbClr val="7030A0"/>
                    </a:solidFill>
                  </a:rPr>
                  <a:t>image is of size </a:t>
                </a:r>
                <a:r>
                  <a:rPr lang="en-US" b="1" dirty="0" smtClean="0">
                    <a:solidFill>
                      <a:srgbClr val="7030A0"/>
                    </a:solidFill>
                  </a:rPr>
                  <a:t>55 x 55 x 96</a:t>
                </a:r>
                <a:endParaRPr lang="en-IN" dirty="0" smtClean="0">
                  <a:solidFill>
                    <a:srgbClr val="7030A0"/>
                  </a:solidFill>
                </a:endParaRPr>
              </a:p>
              <a:p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4531" y="555625"/>
                <a:ext cx="5667769" cy="2485092"/>
              </a:xfrm>
              <a:prstGeom prst="rect">
                <a:avLst/>
              </a:prstGeom>
              <a:blipFill rotWithShape="0">
                <a:blip r:embed="rId2"/>
                <a:stretch>
                  <a:fillRect l="-1615" t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894" y="116587"/>
            <a:ext cx="3867150" cy="286638"/>
          </a:xfrm>
        </p:spPr>
        <p:txBody>
          <a:bodyPr vert="horz" wrap="square" lIns="43244" tIns="21622" rIns="43244" bIns="21622" rtlCol="0" anchor="ctr">
            <a:normAutofit fontScale="90000"/>
          </a:bodyPr>
          <a:lstStyle/>
          <a:p>
            <a:r>
              <a:rPr lang="en-US" spc="-51" dirty="0">
                <a:solidFill>
                  <a:schemeClr val="bg1"/>
                </a:solidFill>
              </a:rPr>
              <a:t>Output  Size  in  Convolution  Layer</a:t>
            </a:r>
            <a:endParaRPr lang="en-IN" spc="-5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315360" y="1130040"/>
              <a:ext cx="5143320" cy="19609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040" y="1117800"/>
                <a:ext cx="5159880" cy="198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643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Strided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Convolution: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596899"/>
            <a:ext cx="11976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Stride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=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2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Example: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15046" y="955166"/>
          <a:ext cx="907415" cy="901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055"/>
                <a:gridCol w="121920"/>
                <a:gridCol w="196215"/>
                <a:gridCol w="114300"/>
                <a:gridCol w="174625"/>
                <a:gridCol w="114300"/>
              </a:tblGrid>
              <a:tr h="1854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31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32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33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34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35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36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25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26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27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28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29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30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19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21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22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23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24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</a:tr>
              <a:tr h="1225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13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14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15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16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17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18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7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8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9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10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11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25" dirty="0">
                          <a:latin typeface="Arial MT"/>
                          <a:cs typeface="Arial MT"/>
                        </a:rPr>
                        <a:t>12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1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2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3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4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5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500" spc="-50" dirty="0">
                          <a:latin typeface="Arial MT"/>
                          <a:cs typeface="Arial MT"/>
                        </a:rPr>
                        <a:t>6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554146" y="986888"/>
            <a:ext cx="740410" cy="452755"/>
            <a:chOff x="1554146" y="986888"/>
            <a:chExt cx="740410" cy="452755"/>
          </a:xfrm>
        </p:grpSpPr>
        <p:sp>
          <p:nvSpPr>
            <p:cNvPr id="6" name="object 6"/>
            <p:cNvSpPr/>
            <p:nvPr/>
          </p:nvSpPr>
          <p:spPr>
            <a:xfrm>
              <a:off x="1564258" y="99700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0" y="432003"/>
                  </a:moveTo>
                  <a:lnTo>
                    <a:pt x="432003" y="432003"/>
                  </a:lnTo>
                  <a:lnTo>
                    <a:pt x="432003" y="0"/>
                  </a:lnTo>
                  <a:lnTo>
                    <a:pt x="0" y="0"/>
                  </a:lnTo>
                  <a:lnTo>
                    <a:pt x="0" y="432003"/>
                  </a:lnTo>
                  <a:close/>
                </a:path>
              </a:pathLst>
            </a:custGeom>
            <a:ln w="202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52294" y="99700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0" y="432003"/>
                  </a:moveTo>
                  <a:lnTo>
                    <a:pt x="432003" y="432003"/>
                  </a:lnTo>
                  <a:lnTo>
                    <a:pt x="432003" y="0"/>
                  </a:lnTo>
                  <a:lnTo>
                    <a:pt x="0" y="0"/>
                  </a:lnTo>
                  <a:lnTo>
                    <a:pt x="0" y="432003"/>
                  </a:lnTo>
                  <a:close/>
                </a:path>
              </a:pathLst>
            </a:custGeom>
            <a:ln w="202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0" y="1227073"/>
            <a:ext cx="5760085" cy="2006600"/>
            <a:chOff x="0" y="1227073"/>
            <a:chExt cx="5760085" cy="2006600"/>
          </a:xfrm>
        </p:grpSpPr>
        <p:sp>
          <p:nvSpPr>
            <p:cNvPr id="9" name="object 9"/>
            <p:cNvSpPr/>
            <p:nvPr/>
          </p:nvSpPr>
          <p:spPr>
            <a:xfrm>
              <a:off x="2716276" y="1227073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0" y="288290"/>
                  </a:moveTo>
                  <a:lnTo>
                    <a:pt x="345821" y="288290"/>
                  </a:lnTo>
                </a:path>
                <a:path w="346075" h="346075">
                  <a:moveTo>
                    <a:pt x="0" y="173101"/>
                  </a:moveTo>
                  <a:lnTo>
                    <a:pt x="345821" y="173101"/>
                  </a:lnTo>
                </a:path>
                <a:path w="346075" h="346075">
                  <a:moveTo>
                    <a:pt x="0" y="57912"/>
                  </a:moveTo>
                  <a:lnTo>
                    <a:pt x="345821" y="57912"/>
                  </a:lnTo>
                </a:path>
                <a:path w="346075" h="346075">
                  <a:moveTo>
                    <a:pt x="115188" y="345948"/>
                  </a:moveTo>
                  <a:lnTo>
                    <a:pt x="115188" y="0"/>
                  </a:lnTo>
                </a:path>
                <a:path w="346075" h="346075">
                  <a:moveTo>
                    <a:pt x="230378" y="345948"/>
                  </a:moveTo>
                  <a:lnTo>
                    <a:pt x="230378" y="0"/>
                  </a:lnTo>
                </a:path>
                <a:path w="346075" h="346075">
                  <a:moveTo>
                    <a:pt x="345567" y="345948"/>
                  </a:moveTo>
                  <a:lnTo>
                    <a:pt x="345567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67635" y="1350390"/>
              <a:ext cx="43815" cy="74295"/>
            </a:xfrm>
            <a:custGeom>
              <a:avLst/>
              <a:gdLst/>
              <a:ahLst/>
              <a:cxnLst/>
              <a:rect l="l" t="t" r="r" b="b"/>
              <a:pathLst>
                <a:path w="43814" h="74294">
                  <a:moveTo>
                    <a:pt x="26796" y="0"/>
                  </a:moveTo>
                  <a:lnTo>
                    <a:pt x="26796" y="16510"/>
                  </a:lnTo>
                  <a:lnTo>
                    <a:pt x="30225" y="29844"/>
                  </a:lnTo>
                  <a:lnTo>
                    <a:pt x="36194" y="40259"/>
                  </a:lnTo>
                  <a:lnTo>
                    <a:pt x="43814" y="48132"/>
                  </a:lnTo>
                  <a:lnTo>
                    <a:pt x="33019" y="49275"/>
                  </a:lnTo>
                  <a:lnTo>
                    <a:pt x="21716" y="53467"/>
                  </a:lnTo>
                  <a:lnTo>
                    <a:pt x="10667" y="61594"/>
                  </a:lnTo>
                  <a:lnTo>
                    <a:pt x="0" y="74294"/>
                  </a:lnTo>
                </a:path>
              </a:pathLst>
            </a:custGeom>
            <a:ln w="10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97377" y="1349755"/>
              <a:ext cx="45085" cy="73660"/>
            </a:xfrm>
            <a:custGeom>
              <a:avLst/>
              <a:gdLst/>
              <a:ahLst/>
              <a:cxnLst/>
              <a:rect l="l" t="t" r="r" b="b"/>
              <a:pathLst>
                <a:path w="45085" h="73659">
                  <a:moveTo>
                    <a:pt x="28829" y="0"/>
                  </a:moveTo>
                  <a:lnTo>
                    <a:pt x="28448" y="16509"/>
                  </a:lnTo>
                  <a:lnTo>
                    <a:pt x="31496" y="29971"/>
                  </a:lnTo>
                  <a:lnTo>
                    <a:pt x="37211" y="40512"/>
                  </a:lnTo>
                  <a:lnTo>
                    <a:pt x="44577" y="48640"/>
                  </a:lnTo>
                  <a:lnTo>
                    <a:pt x="33655" y="49529"/>
                  </a:lnTo>
                  <a:lnTo>
                    <a:pt x="22352" y="53466"/>
                  </a:lnTo>
                  <a:lnTo>
                    <a:pt x="10922" y="61213"/>
                  </a:lnTo>
                  <a:lnTo>
                    <a:pt x="0" y="73532"/>
                  </a:lnTo>
                </a:path>
              </a:pathLst>
            </a:custGeom>
            <a:ln w="101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35173" y="1889556"/>
            <a:ext cx="6877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latin typeface="Arial MT"/>
                <a:cs typeface="Arial MT"/>
              </a:rPr>
              <a:t>3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5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3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kernel</a:t>
            </a:r>
            <a:endParaRPr sz="950">
              <a:latin typeface="Arial MT"/>
              <a:cs typeface="Arial MT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568255" y="1047305"/>
          <a:ext cx="407034" cy="377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"/>
                <a:gridCol w="201294"/>
              </a:tblGrid>
              <a:tr h="20066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700" spc="-5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70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65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700" spc="-50" dirty="0">
                          <a:latin typeface="Arial MT"/>
                          <a:cs typeface="Arial MT"/>
                        </a:rPr>
                        <a:t>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700" spc="-50" dirty="0">
                          <a:latin typeface="Arial MT"/>
                          <a:cs typeface="Arial MT"/>
                        </a:rPr>
                        <a:t>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1991136" y="1135917"/>
            <a:ext cx="951230" cy="266065"/>
            <a:chOff x="1991136" y="1135917"/>
            <a:chExt cx="951230" cy="266065"/>
          </a:xfrm>
        </p:grpSpPr>
        <p:sp>
          <p:nvSpPr>
            <p:cNvPr id="18" name="object 18"/>
            <p:cNvSpPr/>
            <p:nvPr/>
          </p:nvSpPr>
          <p:spPr>
            <a:xfrm>
              <a:off x="1996186" y="1140967"/>
              <a:ext cx="710565" cy="255904"/>
            </a:xfrm>
            <a:custGeom>
              <a:avLst/>
              <a:gdLst/>
              <a:ahLst/>
              <a:cxnLst/>
              <a:rect l="l" t="t" r="r" b="b"/>
              <a:pathLst>
                <a:path w="710564" h="255905">
                  <a:moveTo>
                    <a:pt x="0" y="0"/>
                  </a:moveTo>
                  <a:lnTo>
                    <a:pt x="710564" y="255777"/>
                  </a:lnTo>
                </a:path>
              </a:pathLst>
            </a:custGeom>
            <a:ln w="10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4222" y="1140967"/>
              <a:ext cx="653415" cy="255904"/>
            </a:xfrm>
            <a:custGeom>
              <a:avLst/>
              <a:gdLst/>
              <a:ahLst/>
              <a:cxnLst/>
              <a:rect l="l" t="t" r="r" b="b"/>
              <a:pathLst>
                <a:path w="653414" h="255905">
                  <a:moveTo>
                    <a:pt x="0" y="0"/>
                  </a:moveTo>
                  <a:lnTo>
                    <a:pt x="653033" y="255523"/>
                  </a:lnTo>
                </a:path>
              </a:pathLst>
            </a:custGeom>
            <a:ln w="101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52142" y="1881936"/>
            <a:ext cx="65976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latin typeface="Arial MT"/>
                <a:cs typeface="Arial MT"/>
              </a:rPr>
              <a:t>Input: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6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spc="-120" dirty="0">
                <a:latin typeface="Microsoft YaHei UI"/>
                <a:cs typeface="Microsoft YaHei UI"/>
              </a:rPr>
              <a:t>×</a:t>
            </a:r>
            <a:r>
              <a:rPr sz="1100" spc="35" dirty="0">
                <a:latin typeface="Microsoft YaHei UI"/>
                <a:cs typeface="Microsoft YaHei UI"/>
              </a:rPr>
              <a:t> </a:t>
            </a:r>
            <a:r>
              <a:rPr sz="950" spc="-50" dirty="0">
                <a:latin typeface="Arial MT"/>
                <a:cs typeface="Arial MT"/>
              </a:rPr>
              <a:t>6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66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389503" y="1881327"/>
            <a:ext cx="753110" cy="306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190"/>
              </a:lnSpc>
              <a:spcBef>
                <a:spcPts val="105"/>
              </a:spcBef>
            </a:pPr>
            <a:r>
              <a:rPr sz="950" dirty="0">
                <a:latin typeface="Arial MT"/>
                <a:cs typeface="Arial MT"/>
              </a:rPr>
              <a:t>Output: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 </a:t>
            </a:r>
            <a:r>
              <a:rPr sz="1100" spc="-114" dirty="0">
                <a:latin typeface="Microsoft YaHei UI"/>
                <a:cs typeface="Microsoft YaHei UI"/>
              </a:rPr>
              <a:t>×</a:t>
            </a:r>
            <a:r>
              <a:rPr sz="1100" spc="15" dirty="0">
                <a:latin typeface="Microsoft YaHei UI"/>
                <a:cs typeface="Microsoft YaHei UI"/>
              </a:rPr>
              <a:t> </a:t>
            </a:r>
            <a:r>
              <a:rPr sz="950" spc="-50" dirty="0">
                <a:latin typeface="Arial MT"/>
                <a:cs typeface="Arial MT"/>
              </a:rPr>
              <a:t>2</a:t>
            </a:r>
            <a:endParaRPr sz="950">
              <a:latin typeface="Arial MT"/>
              <a:cs typeface="Arial MT"/>
            </a:endParaRPr>
          </a:p>
          <a:p>
            <a:pPr marL="14604" algn="ctr">
              <a:lnSpc>
                <a:spcPts val="1010"/>
              </a:lnSpc>
            </a:pPr>
            <a:r>
              <a:rPr sz="950" spc="-10" dirty="0">
                <a:latin typeface="Arial MT"/>
                <a:cs typeface="Arial MT"/>
              </a:rPr>
              <a:t>(stride=2)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1868" y="2440635"/>
            <a:ext cx="2541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2: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u="sng" baseline="23809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6</a:t>
            </a:r>
            <a:r>
              <a:rPr sz="1200" i="1" u="sng" baseline="2430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−</a:t>
            </a:r>
            <a:r>
              <a:rPr sz="1050" u="sng" baseline="23809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3</a:t>
            </a:r>
            <a:r>
              <a:rPr sz="1050" spc="-22" baseline="23809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6963" y="2524718"/>
            <a:ext cx="3951604" cy="37274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R="76835" algn="ctr">
              <a:lnSpc>
                <a:spcPct val="100000"/>
              </a:lnSpc>
              <a:spcBef>
                <a:spcPts val="345"/>
              </a:spcBef>
            </a:pP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Trade-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off:</a:t>
            </a:r>
            <a:r>
              <a:rPr sz="1050" spc="-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Lose</a:t>
            </a:r>
            <a:r>
              <a:rPr sz="1050" spc="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spatial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resolution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 but</a:t>
            </a:r>
            <a:r>
              <a:rPr sz="1050" spc="1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gain</a:t>
            </a:r>
            <a:r>
              <a:rPr sz="1050" spc="1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computational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efficiency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613" y="215034"/>
            <a:ext cx="1214648" cy="34031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351" y="682331"/>
            <a:ext cx="2617025" cy="1586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27"/>
              <p14:cNvContentPartPr/>
              <p14:nvPr/>
            </p14:nvContentPartPr>
            <p14:xfrm>
              <a:off x="712800" y="797040"/>
              <a:ext cx="194760" cy="81720"/>
            </p14:xfrm>
          </p:contentPart>
        </mc:Choice>
        <mc:Fallback>
          <p:pic>
            <p:nvPicPr>
              <p:cNvPr id="28" name="Ink 2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720" y="788400"/>
                <a:ext cx="211320" cy="1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297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Pooling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5535" y="498642"/>
            <a:ext cx="3996565" cy="24012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What</a:t>
            </a:r>
            <a:r>
              <a:rPr sz="900" spc="-6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Pooling</a:t>
            </a:r>
            <a:r>
              <a:rPr sz="90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Layers</a:t>
            </a:r>
            <a:r>
              <a:rPr sz="900" spc="-25" dirty="0">
                <a:solidFill>
                  <a:srgbClr val="1B1371"/>
                </a:solidFill>
                <a:latin typeface="Arial MT"/>
                <a:cs typeface="Arial MT"/>
              </a:rPr>
              <a:t> Do</a:t>
            </a:r>
            <a:endParaRPr sz="900" dirty="0">
              <a:latin typeface="Arial MT"/>
              <a:cs typeface="Arial MT"/>
            </a:endParaRPr>
          </a:p>
          <a:p>
            <a:pPr marL="309880" marR="166370">
              <a:lnSpc>
                <a:spcPct val="114399"/>
              </a:lnSpc>
              <a:spcBef>
                <a:spcPts val="190"/>
              </a:spcBef>
            </a:pP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Spatial</a:t>
            </a:r>
            <a:r>
              <a:rPr sz="90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Downsampling:</a:t>
            </a:r>
            <a:r>
              <a:rPr sz="90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Reduce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height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width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dimensions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but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preserve </a:t>
            </a: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channel</a:t>
            </a:r>
            <a:r>
              <a:rPr sz="90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B1371"/>
                </a:solidFill>
                <a:latin typeface="Arial MT"/>
                <a:cs typeface="Arial MT"/>
              </a:rPr>
              <a:t>depth</a:t>
            </a:r>
            <a:r>
              <a:rPr sz="900" spc="-10" dirty="0">
                <a:latin typeface="Arial MT"/>
                <a:cs typeface="Arial MT"/>
              </a:rPr>
              <a:t>.</a:t>
            </a:r>
            <a:endParaRPr sz="900" dirty="0">
              <a:latin typeface="Arial MT"/>
              <a:cs typeface="Arial MT"/>
            </a:endParaRPr>
          </a:p>
          <a:p>
            <a:pPr marL="309880" marR="182245">
              <a:lnSpc>
                <a:spcPct val="122400"/>
              </a:lnSpc>
              <a:spcBef>
                <a:spcPts val="340"/>
              </a:spcBef>
            </a:pPr>
            <a:r>
              <a:rPr sz="900" spc="-10" dirty="0">
                <a:solidFill>
                  <a:srgbClr val="1B1371"/>
                </a:solidFill>
                <a:latin typeface="Arial MT"/>
                <a:cs typeface="Arial MT"/>
              </a:rPr>
              <a:t>Translation</a:t>
            </a:r>
            <a:r>
              <a:rPr sz="90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Invariance:</a:t>
            </a:r>
            <a:r>
              <a:rPr sz="90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Make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features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less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sensitive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small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shifts. </a:t>
            </a: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Computational</a:t>
            </a:r>
            <a:r>
              <a:rPr sz="90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Efficiency:</a:t>
            </a:r>
            <a:r>
              <a:rPr sz="90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Reduce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number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computations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subsequent layers.</a:t>
            </a:r>
            <a:endParaRPr sz="900" dirty="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15"/>
              </a:spcBef>
            </a:pP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Overfitting</a:t>
            </a:r>
            <a:r>
              <a:rPr sz="90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Reduction:</a:t>
            </a:r>
            <a:r>
              <a:rPr sz="90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Act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form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regularization.</a:t>
            </a:r>
            <a:endParaRPr sz="900" dirty="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900" dirty="0">
                <a:latin typeface="Arial MT"/>
                <a:cs typeface="Arial MT"/>
              </a:rPr>
              <a:t>Pooling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layers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1B1371"/>
                </a:solidFill>
                <a:latin typeface="Arial MT"/>
                <a:cs typeface="Arial MT"/>
              </a:rPr>
              <a:t>parameter-</a:t>
            </a:r>
            <a:r>
              <a:rPr sz="900" dirty="0">
                <a:solidFill>
                  <a:srgbClr val="1B1371"/>
                </a:solidFill>
                <a:latin typeface="Arial MT"/>
                <a:cs typeface="Arial MT"/>
              </a:rPr>
              <a:t>free</a:t>
            </a:r>
            <a:r>
              <a:rPr sz="90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but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still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important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network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performance</a:t>
            </a:r>
            <a:endParaRPr sz="900" dirty="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latin typeface="Arial MT"/>
                <a:cs typeface="Arial MT"/>
              </a:rPr>
              <a:t>Global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Average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Pooling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(GAP)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used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replace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fully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connected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layers.</a:t>
            </a:r>
            <a:endParaRPr sz="900" dirty="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900"/>
              </a:spcBef>
            </a:pPr>
            <a:r>
              <a:rPr sz="900" dirty="0">
                <a:latin typeface="Arial MT"/>
                <a:cs typeface="Arial MT"/>
              </a:rPr>
              <a:t>Two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types</a:t>
            </a:r>
            <a:endParaRPr sz="900" dirty="0">
              <a:latin typeface="Arial MT"/>
              <a:cs typeface="Arial MT"/>
            </a:endParaRPr>
          </a:p>
          <a:p>
            <a:pPr marL="452120">
              <a:lnSpc>
                <a:spcPct val="100000"/>
              </a:lnSpc>
              <a:spcBef>
                <a:spcPts val="220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900" spc="480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900" dirty="0">
                <a:latin typeface="Arial MT"/>
                <a:cs typeface="Arial MT"/>
              </a:rPr>
              <a:t>Max </a:t>
            </a:r>
            <a:r>
              <a:rPr sz="900" spc="-10" dirty="0">
                <a:latin typeface="Arial MT"/>
                <a:cs typeface="Arial MT"/>
              </a:rPr>
              <a:t>pooling</a:t>
            </a:r>
            <a:endParaRPr sz="900" dirty="0">
              <a:latin typeface="Arial MT"/>
              <a:cs typeface="Arial MT"/>
            </a:endParaRPr>
          </a:p>
          <a:p>
            <a:pPr marL="452120">
              <a:lnSpc>
                <a:spcPct val="100000"/>
              </a:lnSpc>
              <a:spcBef>
                <a:spcPts val="220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900" spc="465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900" dirty="0">
                <a:latin typeface="Arial MT"/>
                <a:cs typeface="Arial MT"/>
              </a:rPr>
              <a:t>Average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pooling</a:t>
            </a:r>
            <a:endParaRPr sz="900" dirty="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5" name="object 1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67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847" y="1658802"/>
            <a:ext cx="1532385" cy="12259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236520" y="869760"/>
              <a:ext cx="5265720" cy="20343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6080" y="856800"/>
                <a:ext cx="5288040" cy="20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996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Max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Pooling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08507"/>
            <a:ext cx="5760085" cy="2625090"/>
            <a:chOff x="0" y="608507"/>
            <a:chExt cx="5760085" cy="26250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608507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829868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051356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4448" y="445160"/>
            <a:ext cx="3216275" cy="93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82344">
              <a:lnSpc>
                <a:spcPct val="1382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Takes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maximum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region </a:t>
            </a:r>
            <a:r>
              <a:rPr sz="1050" dirty="0">
                <a:latin typeface="Arial MT"/>
                <a:cs typeface="Arial MT"/>
              </a:rPr>
              <a:t>Most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common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operation </a:t>
            </a:r>
            <a:r>
              <a:rPr sz="1050" dirty="0">
                <a:latin typeface="Arial MT"/>
                <a:cs typeface="Arial MT"/>
              </a:rPr>
              <a:t>Preserves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strongest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activations</a:t>
            </a:r>
            <a:endParaRPr sz="1050">
              <a:latin typeface="Arial MT"/>
              <a:cs typeface="Arial MT"/>
            </a:endParaRPr>
          </a:p>
          <a:p>
            <a:pPr marL="1253490">
              <a:lnSpc>
                <a:spcPct val="100000"/>
              </a:lnSpc>
              <a:spcBef>
                <a:spcPts val="509"/>
              </a:spcBef>
            </a:pPr>
            <a:r>
              <a:rPr sz="1050" i="1" dirty="0">
                <a:latin typeface="Arial"/>
                <a:cs typeface="Arial"/>
              </a:rPr>
              <a:t>output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max(</a:t>
            </a:r>
            <a:r>
              <a:rPr sz="1050" dirty="0">
                <a:latin typeface="Arial MT"/>
                <a:cs typeface="Arial MT"/>
              </a:rPr>
              <a:t>inputs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window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68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36572" y="1546986"/>
            <a:ext cx="688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4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4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339913" y="1792160"/>
          <a:ext cx="1084579" cy="1118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271145"/>
                <a:gridCol w="271145"/>
                <a:gridCol w="271144"/>
              </a:tblGrid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4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7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4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9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8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4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8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7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2458592" y="2091639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→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68854" y="1925827"/>
            <a:ext cx="749300" cy="554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Max</a:t>
            </a:r>
            <a:r>
              <a:rPr sz="1050" spc="-10" dirty="0">
                <a:latin typeface="Arial MT"/>
                <a:cs typeface="Arial MT"/>
              </a:rPr>
              <a:t> pooling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13150" y="2091639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→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7060" y="1581500"/>
            <a:ext cx="427355" cy="5657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8895" marR="5080" indent="-36830">
              <a:lnSpc>
                <a:spcPct val="165400"/>
              </a:lnSpc>
              <a:spcBef>
                <a:spcPts val="5"/>
              </a:spcBef>
            </a:pPr>
            <a:r>
              <a:rPr sz="1050" spc="-10" dirty="0">
                <a:latin typeface="Arial MT"/>
                <a:cs typeface="Arial MT"/>
              </a:rPr>
              <a:t>Output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848544" y="2209965"/>
          <a:ext cx="557530" cy="55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286385"/>
              </a:tblGrid>
              <a:tr h="279400"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9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7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8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/>
              <p14:cNvContentPartPr/>
              <p14:nvPr/>
            </p14:nvContentPartPr>
            <p14:xfrm>
              <a:off x="772200" y="1068480"/>
              <a:ext cx="3624480" cy="1874880"/>
            </p14:xfrm>
          </p:contentPart>
        </mc:Choice>
        <mc:Fallback>
          <p:pic>
            <p:nvPicPr>
              <p:cNvPr id="20" name="Ink 1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0680" y="1058400"/>
                <a:ext cx="3646800" cy="189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055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Average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Pooling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78662"/>
            <a:ext cx="5760085" cy="2654935"/>
            <a:chOff x="0" y="578662"/>
            <a:chExt cx="5760085" cy="2654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78662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791260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003858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4448" y="427545"/>
            <a:ext cx="2031364" cy="6838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050" dirty="0">
                <a:latin typeface="Arial MT"/>
                <a:cs typeface="Arial MT"/>
              </a:rPr>
              <a:t>Takes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average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region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050" dirty="0">
                <a:latin typeface="Arial MT"/>
                <a:cs typeface="Arial MT"/>
              </a:rPr>
              <a:t>Smoother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downsampling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sometimes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69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11298" y="1257426"/>
            <a:ext cx="229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75" i="1" baseline="-21164" dirty="0">
                <a:latin typeface="Arial"/>
                <a:cs typeface="Arial"/>
              </a:rPr>
              <a:t>k</a:t>
            </a:r>
            <a:r>
              <a:rPr sz="1575" i="1" spc="-7" baseline="-21164" dirty="0">
                <a:latin typeface="Arial"/>
                <a:cs typeface="Arial"/>
              </a:rPr>
              <a:t> </a:t>
            </a: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3729" y="1181226"/>
            <a:ext cx="81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latin typeface="Arial"/>
                <a:cs typeface="Arial"/>
              </a:rPr>
              <a:t>output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305" dirty="0">
                <a:latin typeface="Tahoma"/>
                <a:cs typeface="Tahoma"/>
              </a:rPr>
              <a:t> </a:t>
            </a:r>
            <a:r>
              <a:rPr sz="1575" u="sng" spc="187" baseline="23809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575" u="sng" spc="-75" baseline="23809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endParaRPr sz="1575" baseline="23809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84677" y="1181226"/>
            <a:ext cx="1125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inputs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window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8674" y="1598167"/>
            <a:ext cx="688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4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4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32370" y="1843341"/>
          <a:ext cx="1084579" cy="1118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271145"/>
                <a:gridCol w="271145"/>
                <a:gridCol w="271144"/>
              </a:tblGrid>
              <a:tr h="28003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4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7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4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9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8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4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8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7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2251075" y="214284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→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58288" y="1977034"/>
            <a:ext cx="994410" cy="554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Average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pooling</a:t>
            </a:r>
            <a:endParaRPr sz="1050">
              <a:latin typeface="Arial MT"/>
              <a:cs typeface="Arial MT"/>
            </a:endParaRPr>
          </a:p>
          <a:p>
            <a:pPr marL="1905" algn="ctr">
              <a:lnSpc>
                <a:spcPct val="100000"/>
              </a:lnSpc>
              <a:spcBef>
                <a:spcPts val="15"/>
              </a:spcBef>
            </a:pP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46170" y="214284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→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37203" y="1633136"/>
            <a:ext cx="427355" cy="5657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8895" marR="5080" indent="-36830">
              <a:lnSpc>
                <a:spcPct val="165300"/>
              </a:lnSpc>
              <a:spcBef>
                <a:spcPts val="5"/>
              </a:spcBef>
            </a:pPr>
            <a:r>
              <a:rPr sz="1050" spc="-10" dirty="0">
                <a:latin typeface="Arial MT"/>
                <a:cs typeface="Arial MT"/>
              </a:rPr>
              <a:t>Output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3881437" y="2261247"/>
          <a:ext cx="732154" cy="55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/>
                <a:gridCol w="271145"/>
              </a:tblGrid>
              <a:tr h="279400"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4.5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7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20" dirty="0">
                          <a:latin typeface="Arial MT"/>
                          <a:cs typeface="Arial MT"/>
                        </a:rPr>
                        <a:t>4.75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E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90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FFBE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/>
              <p14:cNvContentPartPr/>
              <p14:nvPr/>
            </p14:nvContentPartPr>
            <p14:xfrm>
              <a:off x="1079280" y="1833840"/>
              <a:ext cx="3175200" cy="691560"/>
            </p14:xfrm>
          </p:contentPart>
        </mc:Choice>
        <mc:Fallback>
          <p:pic>
            <p:nvPicPr>
              <p:cNvPr id="23" name="Ink 2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2440" y="1819440"/>
                <a:ext cx="3196080" cy="71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423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670650"/>
                <a:ext cx="5865280" cy="248509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sz="946" dirty="0"/>
                  <a:t>O = Size (width) of output image</a:t>
                </a:r>
              </a:p>
              <a:p>
                <a:r>
                  <a:rPr lang="en-US" sz="946" dirty="0"/>
                  <a:t>I = Size (width) of input image</a:t>
                </a:r>
              </a:p>
              <a:p>
                <a:r>
                  <a:rPr lang="en-US" sz="946" dirty="0"/>
                  <a:t>S = Stride of the convolution operation</a:t>
                </a:r>
              </a:p>
              <a:p>
                <a:r>
                  <a:rPr lang="en-US" sz="946" dirty="0"/>
                  <a:t>P = Padding </a:t>
                </a:r>
              </a:p>
              <a:p>
                <a:endParaRPr lang="en-US" sz="946" dirty="0"/>
              </a:p>
              <a:p>
                <a:r>
                  <a:rPr lang="en-US" sz="946" dirty="0"/>
                  <a:t>The size – (O) of the output image is given by </a:t>
                </a:r>
                <a:r>
                  <a:rPr lang="en-IN" sz="946" dirty="0"/>
                  <a:t>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IN" sz="946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946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sz="946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IN" sz="946" dirty="0"/>
              </a:p>
              <a:p>
                <a:endParaRPr lang="en-IN" sz="946" dirty="0"/>
              </a:p>
              <a:p>
                <a:r>
                  <a:rPr lang="en-US" sz="946" dirty="0"/>
                  <a:t>Example: </a:t>
                </a:r>
                <a:r>
                  <a:rPr lang="en-IN" sz="946" dirty="0"/>
                  <a:t>Example: </a:t>
                </a:r>
                <a:r>
                  <a:rPr lang="en-US" sz="946" dirty="0"/>
                  <a:t>In </a:t>
                </a:r>
                <a:r>
                  <a:rPr lang="en-US" sz="946" dirty="0" err="1"/>
                  <a:t>AlexNet</a:t>
                </a:r>
                <a:r>
                  <a:rPr lang="en-US" sz="946" dirty="0"/>
                  <a:t>, the </a:t>
                </a:r>
                <a:r>
                  <a:rPr lang="en-US" sz="946" dirty="0" err="1"/>
                  <a:t>MaxPool</a:t>
                </a:r>
                <a:r>
                  <a:rPr lang="en-US" sz="946" dirty="0"/>
                  <a:t> layer after the bank of convolution filters has a pool size(kernel size) of 3 and stride of 2. We know from the previous section, the image at this stage is of size 55x55x96</a:t>
                </a:r>
              </a:p>
              <a:p>
                <a14:m>
                  <m:oMath xmlns:m="http://schemas.openxmlformats.org/officeDocument/2006/math">
                    <m:r>
                      <a:rPr lang="en-US" sz="946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946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946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46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IN" sz="946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55−3+2</m:t>
                            </m:r>
                            <m:r>
                              <a:rPr lang="en-US" sz="946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×0</m:t>
                            </m:r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sz="946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946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946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946" dirty="0"/>
                  <a:t>27</a:t>
                </a:r>
              </a:p>
              <a:p>
                <a:endParaRPr lang="en-IN" sz="946" dirty="0"/>
              </a:p>
              <a:p>
                <a:r>
                  <a:rPr lang="en-IN" sz="946" i="1" dirty="0"/>
                  <a:t>The output size = O</a:t>
                </a:r>
                <a:r>
                  <a:rPr lang="en-IN" sz="946" dirty="0"/>
                  <a:t>×</a:t>
                </a:r>
                <a:r>
                  <a:rPr lang="en-IN" sz="946" i="1" dirty="0"/>
                  <a:t>O</a:t>
                </a:r>
                <a:r>
                  <a:rPr lang="en-IN" sz="946" dirty="0"/>
                  <a:t>×</a:t>
                </a:r>
                <a:r>
                  <a:rPr lang="en-IN" sz="946" i="1" dirty="0"/>
                  <a:t>C = 27</a:t>
                </a:r>
                <a:r>
                  <a:rPr lang="en-IN" sz="946" dirty="0"/>
                  <a:t>×</a:t>
                </a:r>
                <a:r>
                  <a:rPr lang="en-IN" sz="946" i="1" dirty="0"/>
                  <a:t>27</a:t>
                </a:r>
                <a:r>
                  <a:rPr lang="en-IN" sz="946" dirty="0"/>
                  <a:t>×</a:t>
                </a:r>
                <a:r>
                  <a:rPr lang="en-IN" sz="946" i="1" dirty="0"/>
                  <a:t>96</a:t>
                </a:r>
              </a:p>
              <a:p>
                <a:endParaRPr lang="en-IN" sz="946" i="1" dirty="0"/>
              </a:p>
              <a:p>
                <a:r>
                  <a:rPr lang="en-US" sz="946" b="1" dirty="0">
                    <a:solidFill>
                      <a:srgbClr val="C00000"/>
                    </a:solidFill>
                  </a:rPr>
                  <a:t>There are no parameters associated with a </a:t>
                </a:r>
                <a:r>
                  <a:rPr lang="en-US" sz="946" b="1" dirty="0" err="1">
                    <a:solidFill>
                      <a:srgbClr val="C00000"/>
                    </a:solidFill>
                  </a:rPr>
                  <a:t>MaxPool</a:t>
                </a:r>
                <a:r>
                  <a:rPr lang="en-US" sz="946" b="1" dirty="0">
                    <a:solidFill>
                      <a:srgbClr val="C00000"/>
                    </a:solidFill>
                  </a:rPr>
                  <a:t> layer. The pool size, stride, and padding are </a:t>
                </a:r>
                <a:r>
                  <a:rPr lang="en-US" sz="946" b="1" dirty="0" err="1">
                    <a:solidFill>
                      <a:srgbClr val="C00000"/>
                    </a:solidFill>
                  </a:rPr>
                  <a:t>hyperparameters</a:t>
                </a:r>
                <a:endParaRPr lang="en-IN" sz="946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-1" y="1416435"/>
                <a:ext cx="12402355" cy="5254821"/>
              </a:xfrm>
              <a:blipFill rotWithShape="0">
                <a:blip r:embed="rId2"/>
                <a:stretch>
                  <a:fillRect l="-491" t="-580" r="-4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wrap="square" lIns="43244" tIns="21622" rIns="43244" bIns="21622" rtlCol="0" anchor="ctr">
            <a:normAutofit fontScale="90000"/>
          </a:bodyPr>
          <a:lstStyle/>
          <a:p>
            <a:r>
              <a:rPr lang="en-US" spc="-51" dirty="0">
                <a:solidFill>
                  <a:schemeClr val="bg1"/>
                </a:solidFill>
              </a:rPr>
              <a:t>Output  Size  in  Pooling  Layer</a:t>
            </a:r>
            <a:endParaRPr lang="en-IN" spc="-5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657360" y="414000"/>
              <a:ext cx="5100120" cy="22449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5840" y="403200"/>
                <a:ext cx="5123160" cy="226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9265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ReLU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Activation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Function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20826"/>
            <a:ext cx="5193030" cy="1705610"/>
            <a:chOff x="309194" y="520826"/>
            <a:chExt cx="5193030" cy="1705610"/>
          </a:xfrm>
        </p:grpSpPr>
        <p:sp>
          <p:nvSpPr>
            <p:cNvPr id="4" name="object 4"/>
            <p:cNvSpPr/>
            <p:nvPr/>
          </p:nvSpPr>
          <p:spPr>
            <a:xfrm>
              <a:off x="309194" y="52082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6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986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090802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65073"/>
              <a:ext cx="5192522" cy="6273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59332"/>
              <a:ext cx="5142230" cy="382270"/>
            </a:xfrm>
            <a:custGeom>
              <a:avLst/>
              <a:gdLst/>
              <a:ahLst/>
              <a:cxnLst/>
              <a:rect l="l" t="t" r="r" b="b"/>
              <a:pathLst>
                <a:path w="5142230" h="382269">
                  <a:moveTo>
                    <a:pt x="5141645" y="0"/>
                  </a:moveTo>
                  <a:lnTo>
                    <a:pt x="0" y="0"/>
                  </a:lnTo>
                  <a:lnTo>
                    <a:pt x="0" y="331469"/>
                  </a:lnTo>
                  <a:lnTo>
                    <a:pt x="4000" y="351281"/>
                  </a:lnTo>
                  <a:lnTo>
                    <a:pt x="14922" y="367411"/>
                  </a:lnTo>
                  <a:lnTo>
                    <a:pt x="31076" y="378332"/>
                  </a:lnTo>
                  <a:lnTo>
                    <a:pt x="50800" y="382269"/>
                  </a:lnTo>
                  <a:lnTo>
                    <a:pt x="5090845" y="382269"/>
                  </a:lnTo>
                  <a:lnTo>
                    <a:pt x="5110530" y="378332"/>
                  </a:lnTo>
                  <a:lnTo>
                    <a:pt x="5126786" y="367411"/>
                  </a:lnTo>
                  <a:lnTo>
                    <a:pt x="5137708" y="351281"/>
                  </a:lnTo>
                  <a:lnTo>
                    <a:pt x="5141645" y="331469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03249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30">
                  <a:moveTo>
                    <a:pt x="0" y="506602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590549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77849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65149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46099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567992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764207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960435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156650"/>
              <a:ext cx="69291" cy="6929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46963" y="443133"/>
            <a:ext cx="4839970" cy="25787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Definition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ReLU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(Rectified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Linear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Unit)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powerful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activation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function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that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latin typeface="Arial MT"/>
                <a:cs typeface="Arial MT"/>
              </a:rPr>
              <a:t>outputs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directly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positive,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otherwise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zero.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Key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Properties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3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Non-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linear: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Enables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learning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complex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patterns</a:t>
            </a:r>
            <a:endParaRPr sz="1050">
              <a:latin typeface="Arial MT"/>
              <a:cs typeface="Arial MT"/>
            </a:endParaRPr>
          </a:p>
          <a:p>
            <a:pPr marL="309880" marR="1511300">
              <a:lnSpc>
                <a:spcPct val="123000"/>
              </a:lnSpc>
              <a:spcBef>
                <a:spcPts val="1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Sparse: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Many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exactly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zero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Computationally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efficient: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max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operation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Non-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saturating: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upper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bound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positive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values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Usage</a:t>
            </a:r>
            <a:r>
              <a:rPr sz="1050" spc="-3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in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CNNs</a:t>
            </a:r>
            <a:r>
              <a:rPr sz="1050" spc="-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ReLU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default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choice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activation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functions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CNNs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is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latin typeface="Arial MT"/>
                <a:cs typeface="Arial MT"/>
              </a:rPr>
              <a:t>typically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applied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layer:</a:t>
            </a:r>
            <a:endParaRPr sz="1050">
              <a:latin typeface="Arial MT"/>
              <a:cs typeface="Arial MT"/>
            </a:endParaRPr>
          </a:p>
          <a:p>
            <a:pPr marL="224790" algn="ctr">
              <a:lnSpc>
                <a:spcPct val="100000"/>
              </a:lnSpc>
              <a:spcBef>
                <a:spcPts val="915"/>
              </a:spcBef>
            </a:pP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ReLU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Next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9" name="object 19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71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Ink 23"/>
              <p14:cNvContentPartPr/>
              <p14:nvPr/>
            </p14:nvContentPartPr>
            <p14:xfrm>
              <a:off x="819000" y="1016280"/>
              <a:ext cx="4732560" cy="1298160"/>
            </p14:xfrm>
          </p:contentPart>
        </mc:Choice>
        <mc:Fallback>
          <p:pic>
            <p:nvPicPr>
              <p:cNvPr id="24" name="Ink 2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8200" y="1003680"/>
                <a:ext cx="4758120" cy="13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598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2142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ReLU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5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329174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72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469800" y="465840"/>
              <a:ext cx="3058560" cy="254736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160" y="455400"/>
                <a:ext cx="3077280" cy="256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780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ReLU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Activation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Function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63193"/>
            <a:ext cx="69850" cy="2257425"/>
            <a:chOff x="513702" y="763193"/>
            <a:chExt cx="69850" cy="2257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63193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160449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374190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588058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801926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340103"/>
              <a:ext cx="69291" cy="692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737396"/>
              <a:ext cx="69291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951213"/>
              <a:ext cx="69291" cy="6929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46963" y="422808"/>
            <a:ext cx="4950460" cy="26523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Advantages</a:t>
            </a:r>
            <a:r>
              <a:rPr sz="1050" spc="-2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of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ReLU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14300"/>
              </a:lnSpc>
              <a:spcBef>
                <a:spcPts val="1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Solves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Vanishing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Gradient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Problem: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Gradient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either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0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(no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saturation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for </a:t>
            </a:r>
            <a:r>
              <a:rPr sz="1050" dirty="0">
                <a:latin typeface="Arial MT"/>
                <a:cs typeface="Arial MT"/>
              </a:rPr>
              <a:t>positive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values)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7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Computational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Efficiency: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expensive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operations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(exp,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log,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etc.)</a:t>
            </a:r>
            <a:endParaRPr sz="1050">
              <a:latin typeface="Arial MT"/>
              <a:cs typeface="Arial MT"/>
            </a:endParaRPr>
          </a:p>
          <a:p>
            <a:pPr marL="309880" marR="1063625">
              <a:lnSpc>
                <a:spcPct val="133300"/>
              </a:lnSpc>
              <a:spcBef>
                <a:spcPts val="1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Sparse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Representation: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Naturally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produces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sparse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networks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Biological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Plausibility: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Similar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neuron firing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patterns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5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Scale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Invariant: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ReLU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200" dirty="0">
                <a:latin typeface="Calibri"/>
                <a:cs typeface="Calibri"/>
              </a:rPr>
              <a:t>α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 </a:t>
            </a:r>
            <a:r>
              <a:rPr sz="1200" dirty="0">
                <a:latin typeface="Calibri"/>
                <a:cs typeface="Calibri"/>
              </a:rPr>
              <a:t>α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·</a:t>
            </a:r>
            <a:r>
              <a:rPr sz="1200" spc="85" dirty="0">
                <a:latin typeface="Calibri"/>
                <a:cs typeface="Calibri"/>
              </a:rPr>
              <a:t> </a:t>
            </a:r>
            <a:r>
              <a:rPr sz="1050" dirty="0">
                <a:latin typeface="Arial MT"/>
                <a:cs typeface="Arial MT"/>
              </a:rPr>
              <a:t>ReLU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dirty="0">
                <a:latin typeface="Calibri"/>
                <a:cs typeface="Calibri"/>
              </a:rPr>
              <a:t>α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&gt;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050" spc="-50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Disadvantages</a:t>
            </a:r>
            <a:r>
              <a:rPr sz="1050" spc="-3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of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ReLU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Dying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ReLU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Problem: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Neurons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become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permanently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inactive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(output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latin typeface="Arial MT"/>
                <a:cs typeface="Arial MT"/>
              </a:rPr>
              <a:t>always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0)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53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Not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Zero-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Centered: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always </a:t>
            </a:r>
            <a:r>
              <a:rPr sz="1050" spc="-10" dirty="0">
                <a:latin typeface="Arial MT"/>
                <a:cs typeface="Arial MT"/>
              </a:rPr>
              <a:t>non-negative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9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Non-Differentiable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at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Zero: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 cause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issues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some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optimization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scenarios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4" name="object 1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73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Ink 18"/>
              <p14:cNvContentPartPr/>
              <p14:nvPr/>
            </p14:nvContentPartPr>
            <p14:xfrm>
              <a:off x="403200" y="727200"/>
              <a:ext cx="303120" cy="176112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2760" y="712800"/>
                <a:ext cx="327960" cy="178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127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Convolution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+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ReLu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+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Max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20" dirty="0">
                <a:solidFill>
                  <a:srgbClr val="FFFFFF"/>
                </a:solidFill>
              </a:rPr>
              <a:t>Pooling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297" y="585038"/>
            <a:ext cx="10972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×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2101" y="803592"/>
          <a:ext cx="1398268" cy="1125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/>
                <a:gridCol w="233045"/>
                <a:gridCol w="233045"/>
                <a:gridCol w="233045"/>
                <a:gridCol w="233044"/>
                <a:gridCol w="233044"/>
              </a:tblGrid>
              <a:tr h="187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03147" y="2043785"/>
            <a:ext cx="3251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Filter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08913" y="2243950"/>
          <a:ext cx="902969" cy="561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270510"/>
                <a:gridCol w="316229"/>
              </a:tblGrid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534917" y="697229"/>
            <a:ext cx="87756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Convolve,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s=1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35972" y="897953"/>
          <a:ext cx="1264919" cy="75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230"/>
                <a:gridCol w="316230"/>
                <a:gridCol w="316229"/>
                <a:gridCol w="316230"/>
              </a:tblGrid>
              <a:tr h="18796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4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133089" y="1760981"/>
            <a:ext cx="7404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Apply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ReLU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961068" y="1961197"/>
          <a:ext cx="1084579" cy="74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271145"/>
                <a:gridCol w="271145"/>
                <a:gridCol w="271144"/>
              </a:tblGrid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1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374007" y="1820987"/>
            <a:ext cx="537845" cy="3924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280"/>
              </a:spcBef>
            </a:pPr>
            <a:r>
              <a:rPr sz="1050" spc="-10" dirty="0">
                <a:latin typeface="Arial MT"/>
                <a:cs typeface="Arial MT"/>
              </a:rPr>
              <a:t>Maxpool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50" dirty="0">
                <a:latin typeface="Arial MT"/>
                <a:cs typeface="Arial MT"/>
              </a:rPr>
              <a:t>k=2,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s=2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305490" y="2241422"/>
          <a:ext cx="671830" cy="37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400685"/>
              </a:tblGrid>
              <a:tr h="187325"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FF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4" name="object 1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74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Ink 18"/>
              <p14:cNvContentPartPr/>
              <p14:nvPr/>
            </p14:nvContentPartPr>
            <p14:xfrm>
              <a:off x="103680" y="31320"/>
              <a:ext cx="5534280" cy="302004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440" y="17280"/>
                <a:ext cx="5558040" cy="304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804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Fully</a:t>
            </a:r>
            <a:r>
              <a:rPr cap="small" spc="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Connected</a:t>
            </a:r>
            <a:r>
              <a:rPr cap="small" spc="4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(Dense)</a:t>
            </a:r>
            <a:r>
              <a:rPr cap="small" spc="-40" dirty="0">
                <a:solidFill>
                  <a:srgbClr val="FFFFFF"/>
                </a:solidFill>
              </a:rPr>
              <a:t> Layer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13968"/>
            <a:ext cx="5193030" cy="2216150"/>
            <a:chOff x="309194" y="513968"/>
            <a:chExt cx="5193030" cy="2216150"/>
          </a:xfrm>
        </p:grpSpPr>
        <p:sp>
          <p:nvSpPr>
            <p:cNvPr id="4" name="object 4"/>
            <p:cNvSpPr/>
            <p:nvPr/>
          </p:nvSpPr>
          <p:spPr>
            <a:xfrm>
              <a:off x="309194" y="51396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5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985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268348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58266"/>
              <a:ext cx="5192522" cy="81168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52474"/>
              <a:ext cx="5142230" cy="567055"/>
            </a:xfrm>
            <a:custGeom>
              <a:avLst/>
              <a:gdLst/>
              <a:ahLst/>
              <a:cxnLst/>
              <a:rect l="l" t="t" r="r" b="b"/>
              <a:pathLst>
                <a:path w="5142230" h="567055">
                  <a:moveTo>
                    <a:pt x="5141645" y="0"/>
                  </a:moveTo>
                  <a:lnTo>
                    <a:pt x="0" y="0"/>
                  </a:lnTo>
                  <a:lnTo>
                    <a:pt x="0" y="515873"/>
                  </a:lnTo>
                  <a:lnTo>
                    <a:pt x="4000" y="535558"/>
                  </a:lnTo>
                  <a:lnTo>
                    <a:pt x="14922" y="551688"/>
                  </a:lnTo>
                  <a:lnTo>
                    <a:pt x="31076" y="562609"/>
                  </a:lnTo>
                  <a:lnTo>
                    <a:pt x="50800" y="566673"/>
                  </a:lnTo>
                  <a:lnTo>
                    <a:pt x="5090845" y="566673"/>
                  </a:lnTo>
                  <a:lnTo>
                    <a:pt x="5110530" y="562609"/>
                  </a:lnTo>
                  <a:lnTo>
                    <a:pt x="5126786" y="551688"/>
                  </a:lnTo>
                  <a:lnTo>
                    <a:pt x="5137708" y="535558"/>
                  </a:lnTo>
                  <a:lnTo>
                    <a:pt x="5141645" y="515873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596391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h="691515">
                  <a:moveTo>
                    <a:pt x="0" y="691007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58369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7099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5829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39241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733473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102827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288755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474683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660611"/>
              <a:ext cx="69291" cy="6929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6963" y="435226"/>
            <a:ext cx="5413248" cy="2533001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Definition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ct val="114799"/>
              </a:lnSpc>
              <a:spcBef>
                <a:spcPts val="45"/>
              </a:spcBef>
            </a:pP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Fully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Connected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(FC)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</a:t>
            </a:r>
            <a:r>
              <a:rPr sz="1050" spc="-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Dense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where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every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neuron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is </a:t>
            </a:r>
            <a:r>
              <a:rPr sz="1050" dirty="0">
                <a:latin typeface="Arial MT"/>
                <a:cs typeface="Arial MT"/>
              </a:rPr>
              <a:t>connected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every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previous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performing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linear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transformation </a:t>
            </a:r>
            <a:r>
              <a:rPr sz="1050" dirty="0">
                <a:latin typeface="Arial MT"/>
                <a:cs typeface="Arial MT"/>
              </a:rPr>
              <a:t>followed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activation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function.</a:t>
            </a:r>
            <a:endParaRPr sz="10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0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Role</a:t>
            </a:r>
            <a:r>
              <a:rPr sz="1050" spc="-3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in</a:t>
            </a:r>
            <a:r>
              <a:rPr sz="1050" spc="-1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CNN</a:t>
            </a:r>
            <a:r>
              <a:rPr sz="1050" spc="-3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Architecture</a:t>
            </a:r>
            <a:endParaRPr sz="1050" dirty="0">
              <a:latin typeface="Arial MT"/>
              <a:cs typeface="Arial MT"/>
            </a:endParaRPr>
          </a:p>
          <a:p>
            <a:pPr marL="309880">
              <a:lnSpc>
                <a:spcPts val="1245"/>
              </a:lnSpc>
              <a:spcBef>
                <a:spcPts val="3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Flattening: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Convert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vector:</a:t>
            </a:r>
            <a:endParaRPr sz="1050" dirty="0">
              <a:latin typeface="Arial MT"/>
              <a:cs typeface="Arial MT"/>
            </a:endParaRPr>
          </a:p>
          <a:p>
            <a:pPr marL="309880">
              <a:lnSpc>
                <a:spcPts val="1425"/>
              </a:lnSpc>
            </a:pP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H </a:t>
            </a:r>
            <a:r>
              <a:rPr sz="1200" dirty="0">
                <a:latin typeface="Calibri"/>
                <a:cs typeface="Calibri"/>
              </a:rPr>
              <a:t>·</a:t>
            </a:r>
            <a:r>
              <a:rPr sz="1200" spc="105" dirty="0">
                <a:latin typeface="Calibri"/>
                <a:cs typeface="Calibri"/>
              </a:rPr>
              <a:t> 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Calibri"/>
                <a:cs typeface="Calibri"/>
              </a:rPr>
              <a:t>·</a:t>
            </a:r>
            <a:r>
              <a:rPr sz="1200" spc="90" dirty="0">
                <a:latin typeface="Calibri"/>
                <a:cs typeface="Calibri"/>
              </a:rPr>
              <a:t> </a:t>
            </a:r>
            <a:r>
              <a:rPr sz="1050" i="1" spc="-25" dirty="0">
                <a:latin typeface="Arial"/>
                <a:cs typeface="Arial"/>
              </a:rPr>
              <a:t>C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 dirty="0">
              <a:latin typeface="Tahoma"/>
              <a:cs typeface="Tahoma"/>
            </a:endParaRPr>
          </a:p>
          <a:p>
            <a:pPr marL="309880" marR="1686560">
              <a:lnSpc>
                <a:spcPts val="1750"/>
              </a:lnSpc>
              <a:spcBef>
                <a:spcPts val="8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Classification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Head: </a:t>
            </a:r>
            <a:r>
              <a:rPr sz="1050" dirty="0">
                <a:latin typeface="Arial MT"/>
                <a:cs typeface="Arial MT"/>
              </a:rPr>
              <a:t>Map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</a:t>
            </a:r>
            <a:r>
              <a:rPr sz="1050" spc="-10" dirty="0">
                <a:latin typeface="Arial MT"/>
                <a:cs typeface="Arial MT"/>
              </a:rPr>
              <a:t> scores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Dimensionality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Control: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Adjust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vector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size</a:t>
            </a:r>
            <a:endParaRPr sz="1050" dirty="0">
              <a:latin typeface="Arial MT"/>
              <a:cs typeface="Arial MT"/>
            </a:endParaRPr>
          </a:p>
          <a:p>
            <a:pPr marL="309880" marR="1254760">
              <a:lnSpc>
                <a:spcPts val="1750"/>
              </a:lnSpc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Non-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linear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Mapping: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complex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decision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boundaries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Typical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CNN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20" dirty="0" err="1" smtClean="0">
                <a:solidFill>
                  <a:srgbClr val="1B1371"/>
                </a:solidFill>
                <a:latin typeface="Arial MT"/>
                <a:cs typeface="Arial MT"/>
              </a:rPr>
              <a:t>Flow:</a:t>
            </a:r>
            <a:r>
              <a:rPr sz="1050" dirty="0" err="1" smtClean="0">
                <a:latin typeface="Arial MT"/>
                <a:cs typeface="Arial MT"/>
              </a:rPr>
              <a:t>Conv</a:t>
            </a:r>
            <a:r>
              <a:rPr sz="1050" spc="-25" dirty="0" smtClean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Flatten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FC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lang="en-US" sz="1050" spc="-35" dirty="0" smtClean="0">
                <a:latin typeface="Arial MT"/>
                <a:cs typeface="Arial MT"/>
              </a:rPr>
              <a:t>l</a:t>
            </a:r>
            <a:r>
              <a:rPr sz="1050" dirty="0" smtClean="0">
                <a:latin typeface="Arial MT"/>
                <a:cs typeface="Arial MT"/>
              </a:rPr>
              <a:t>ayer(s</a:t>
            </a:r>
            <a:r>
              <a:rPr sz="1050" dirty="0">
                <a:latin typeface="Arial MT"/>
                <a:cs typeface="Arial MT"/>
              </a:rPr>
              <a:t>)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Output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0" name="object 2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75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" name="Ink 24"/>
              <p14:cNvContentPartPr/>
              <p14:nvPr/>
            </p14:nvContentPartPr>
            <p14:xfrm>
              <a:off x="138600" y="143640"/>
              <a:ext cx="5343480" cy="2815920"/>
            </p14:xfrm>
          </p:contentPart>
        </mc:Choice>
        <mc:Fallback>
          <p:pic>
            <p:nvPicPr>
              <p:cNvPr id="25" name="Ink 2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160" y="130320"/>
                <a:ext cx="5366520" cy="284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405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39" y="103340"/>
            <a:ext cx="2228423" cy="326583"/>
          </a:xfrm>
          <a:prstGeom prst="rect">
            <a:avLst/>
          </a:prstGeom>
        </p:spPr>
        <p:txBody>
          <a:bodyPr vert="horz" wrap="square" lIns="0" tIns="6306" rIns="0" bIns="0" rtlCol="0" anchor="ctr">
            <a:spAutoFit/>
          </a:bodyPr>
          <a:lstStyle/>
          <a:p>
            <a:pPr marL="6006">
              <a:spcBef>
                <a:spcPts val="50"/>
              </a:spcBef>
            </a:pPr>
            <a:r>
              <a:rPr sz="2081" spc="-12" dirty="0">
                <a:solidFill>
                  <a:schemeClr val="bg1"/>
                </a:solidFill>
              </a:rPr>
              <a:t>Flatten</a:t>
            </a:r>
            <a:endParaRPr sz="2081" dirty="0">
              <a:solidFill>
                <a:schemeClr val="bg1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3036" y="1156058"/>
            <a:ext cx="845651" cy="393095"/>
            <a:chOff x="216341" y="2442847"/>
            <a:chExt cx="1788160" cy="8312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341" y="2442847"/>
              <a:ext cx="817008" cy="8140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848" y="2519171"/>
              <a:ext cx="633996" cy="7543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700" y="2473451"/>
              <a:ext cx="720852" cy="7193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8637" y="2442847"/>
              <a:ext cx="815518" cy="8140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8636" y="2519171"/>
              <a:ext cx="633996" cy="7543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9012" y="2473451"/>
              <a:ext cx="719327" cy="71932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34302" y="1239360"/>
            <a:ext cx="85286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3036" y="1265654"/>
            <a:ext cx="845651" cy="807512"/>
            <a:chOff x="216341" y="2674594"/>
            <a:chExt cx="1788160" cy="1707514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8637" y="3550824"/>
              <a:ext cx="815518" cy="8155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8636" y="3627120"/>
              <a:ext cx="633996" cy="7543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9012" y="3581400"/>
              <a:ext cx="719327" cy="72085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6341" y="3550824"/>
              <a:ext cx="817008" cy="8155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7848" y="3627120"/>
              <a:ext cx="633996" cy="7543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6700" y="3581400"/>
              <a:ext cx="720852" cy="72085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5572" y="2674594"/>
              <a:ext cx="835164" cy="83212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0436" y="2758440"/>
              <a:ext cx="726948" cy="7543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008" y="2714244"/>
              <a:ext cx="720852" cy="71932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74756" y="1239360"/>
            <a:ext cx="191593" cy="288193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lnSpc>
                <a:spcPts val="1128"/>
              </a:lnSpc>
              <a:spcBef>
                <a:spcPts val="47"/>
              </a:spcBef>
            </a:pP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35">
              <a:latin typeface="Calibri"/>
              <a:cs typeface="Calibri"/>
            </a:endParaRPr>
          </a:p>
          <a:p>
            <a:pPr marL="68466">
              <a:lnSpc>
                <a:spcPts val="1128"/>
              </a:lnSpc>
            </a:pPr>
            <a:r>
              <a:rPr sz="1135" spc="-2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97486" y="1265655"/>
            <a:ext cx="394297" cy="396699"/>
            <a:chOff x="1431036" y="2674594"/>
            <a:chExt cx="833755" cy="838835"/>
          </a:xfrm>
        </p:grpSpPr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31036" y="2674594"/>
              <a:ext cx="833640" cy="83212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30096" y="2758440"/>
              <a:ext cx="633996" cy="75437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90472" y="2714244"/>
              <a:ext cx="719328" cy="71932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553222" y="1352934"/>
            <a:ext cx="85286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15321" y="1751423"/>
            <a:ext cx="876581" cy="426129"/>
            <a:chOff x="411480" y="3701770"/>
            <a:chExt cx="1853564" cy="901065"/>
          </a:xfrm>
        </p:grpSpPr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31036" y="3762743"/>
              <a:ext cx="833640" cy="83364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30096" y="3848099"/>
              <a:ext cx="633996" cy="7543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90472" y="3802379"/>
              <a:ext cx="719328" cy="7208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1480" y="3701770"/>
              <a:ext cx="835164" cy="83212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2064" y="3787139"/>
              <a:ext cx="633996" cy="75438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0916" y="3741419"/>
              <a:ext cx="720852" cy="71932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56738" y="1763423"/>
            <a:ext cx="693698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24023">
              <a:spcBef>
                <a:spcPts val="47"/>
              </a:spcBef>
              <a:tabLst>
                <a:tab pos="483469" algn="l"/>
              </a:tabLst>
            </a:pP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135" spc="-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2" baseline="-28935" dirty="0">
                <a:solidFill>
                  <a:srgbClr val="FFFFFF"/>
                </a:solidFill>
                <a:latin typeface="Calibri"/>
                <a:cs typeface="Calibri"/>
              </a:rPr>
              <a:t>0	</a:t>
            </a: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135" spc="6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2" baseline="-40509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702" baseline="-40509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86499" y="1851796"/>
            <a:ext cx="487390" cy="209535"/>
          </a:xfrm>
          <a:prstGeom prst="rect">
            <a:avLst/>
          </a:prstGeom>
        </p:spPr>
        <p:txBody>
          <a:bodyPr vert="horz" wrap="square" lIns="0" tIns="5706" rIns="0" bIns="0" rtlCol="0">
            <a:spAutoFit/>
          </a:bodyPr>
          <a:lstStyle/>
          <a:p>
            <a:pPr marL="6006">
              <a:spcBef>
                <a:spcPts val="45"/>
              </a:spcBef>
            </a:pPr>
            <a:r>
              <a:rPr sz="1324" spc="-9" dirty="0">
                <a:latin typeface="Calibri"/>
                <a:cs typeface="Calibri"/>
              </a:rPr>
              <a:t>Flatten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688987" y="78574"/>
            <a:ext cx="385888" cy="393095"/>
            <a:chOff x="4161961" y="164467"/>
            <a:chExt cx="815975" cy="831215"/>
          </a:xfrm>
        </p:grpSpPr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1961" y="164467"/>
              <a:ext cx="815518" cy="8140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51960" y="240791"/>
              <a:ext cx="633996" cy="75437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12336" y="195071"/>
              <a:ext cx="719327" cy="71932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840737" y="161395"/>
            <a:ext cx="85286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688987" y="499476"/>
            <a:ext cx="385888" cy="789494"/>
            <a:chOff x="4161961" y="1054483"/>
            <a:chExt cx="815975" cy="1669414"/>
          </a:xfrm>
        </p:grpSpPr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1961" y="1054483"/>
              <a:ext cx="815518" cy="81403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51960" y="1129284"/>
              <a:ext cx="633996" cy="75437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12336" y="1085088"/>
              <a:ext cx="719327" cy="71932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1961" y="1892683"/>
              <a:ext cx="815518" cy="81403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51960" y="1969008"/>
              <a:ext cx="633996" cy="75437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12336" y="1923288"/>
              <a:ext cx="719327" cy="719327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2840737" y="582178"/>
            <a:ext cx="85286" cy="577311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135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42">
              <a:latin typeface="Calibri"/>
              <a:cs typeface="Calibri"/>
            </a:endParaRPr>
          </a:p>
          <a:p>
            <a:pPr marL="6006"/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688987" y="1300203"/>
            <a:ext cx="385888" cy="393095"/>
            <a:chOff x="4161961" y="2747647"/>
            <a:chExt cx="815975" cy="831215"/>
          </a:xfrm>
        </p:grpSpPr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1961" y="2747647"/>
              <a:ext cx="815518" cy="81403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251960" y="2823971"/>
              <a:ext cx="633996" cy="75437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12336" y="2778251"/>
              <a:ext cx="719327" cy="719327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2840737" y="1383505"/>
            <a:ext cx="85286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684701" y="1691609"/>
            <a:ext cx="394297" cy="397300"/>
            <a:chOff x="4152900" y="3575291"/>
            <a:chExt cx="833755" cy="840105"/>
          </a:xfrm>
        </p:grpSpPr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52900" y="3575291"/>
              <a:ext cx="833640" cy="83364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206239" y="3660648"/>
              <a:ext cx="726948" cy="75438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212335" y="3614928"/>
              <a:ext cx="719327" cy="720852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2819116" y="1779302"/>
            <a:ext cx="129130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spc="-2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684701" y="2064218"/>
            <a:ext cx="394297" cy="397300"/>
            <a:chOff x="4152900" y="4363186"/>
            <a:chExt cx="833755" cy="840105"/>
          </a:xfrm>
        </p:grpSpPr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52900" y="4363186"/>
              <a:ext cx="833640" cy="83212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51960" y="4448556"/>
              <a:ext cx="633996" cy="75438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212335" y="4402836"/>
              <a:ext cx="719327" cy="719327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2840737" y="2151918"/>
            <a:ext cx="85286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2684701" y="2443331"/>
            <a:ext cx="394297" cy="787092"/>
            <a:chOff x="4152900" y="5164835"/>
            <a:chExt cx="833755" cy="1664335"/>
          </a:xfrm>
        </p:grpSpPr>
        <p:pic>
          <p:nvPicPr>
            <p:cNvPr id="65" name="object 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52900" y="5164835"/>
              <a:ext cx="833640" cy="83364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251960" y="5250179"/>
              <a:ext cx="633996" cy="75437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212335" y="5204459"/>
              <a:ext cx="719327" cy="72085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52900" y="5989322"/>
              <a:ext cx="833640" cy="83364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251960" y="6074663"/>
              <a:ext cx="633996" cy="75438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212335" y="6028943"/>
              <a:ext cx="719327" cy="720852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2840737" y="2531164"/>
            <a:ext cx="85286" cy="570065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135">
              <a:latin typeface="Calibri"/>
              <a:cs typeface="Calibri"/>
            </a:endParaRPr>
          </a:p>
          <a:p>
            <a:pPr>
              <a:spcBef>
                <a:spcPts val="5"/>
              </a:spcBef>
            </a:pPr>
            <a:endParaRPr sz="1395">
              <a:latin typeface="Calibri"/>
              <a:cs typeface="Calibri"/>
            </a:endParaRPr>
          </a:p>
          <a:p>
            <a:pPr marL="6006"/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076656" y="1289450"/>
            <a:ext cx="1807217" cy="1339347"/>
            <a:chOff x="4981702" y="2724911"/>
            <a:chExt cx="3821429" cy="2832100"/>
          </a:xfrm>
        </p:grpSpPr>
        <p:sp>
          <p:nvSpPr>
            <p:cNvPr id="73" name="object 73"/>
            <p:cNvSpPr/>
            <p:nvPr/>
          </p:nvSpPr>
          <p:spPr>
            <a:xfrm>
              <a:off x="4988052" y="3191255"/>
              <a:ext cx="558165" cy="728980"/>
            </a:xfrm>
            <a:custGeom>
              <a:avLst/>
              <a:gdLst/>
              <a:ahLst/>
              <a:cxnLst/>
              <a:rect l="l" t="t" r="r" b="b"/>
              <a:pathLst>
                <a:path w="558164" h="728979">
                  <a:moveTo>
                    <a:pt x="278892" y="0"/>
                  </a:moveTo>
                  <a:lnTo>
                    <a:pt x="278892" y="182118"/>
                  </a:lnTo>
                  <a:lnTo>
                    <a:pt x="0" y="182118"/>
                  </a:lnTo>
                  <a:lnTo>
                    <a:pt x="0" y="546354"/>
                  </a:lnTo>
                  <a:lnTo>
                    <a:pt x="278892" y="546354"/>
                  </a:lnTo>
                  <a:lnTo>
                    <a:pt x="278892" y="728472"/>
                  </a:lnTo>
                  <a:lnTo>
                    <a:pt x="557784" y="364236"/>
                  </a:lnTo>
                  <a:lnTo>
                    <a:pt x="278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988052" y="3191255"/>
              <a:ext cx="558165" cy="728980"/>
            </a:xfrm>
            <a:custGeom>
              <a:avLst/>
              <a:gdLst/>
              <a:ahLst/>
              <a:cxnLst/>
              <a:rect l="l" t="t" r="r" b="b"/>
              <a:pathLst>
                <a:path w="558164" h="728979">
                  <a:moveTo>
                    <a:pt x="0" y="182118"/>
                  </a:moveTo>
                  <a:lnTo>
                    <a:pt x="278892" y="182118"/>
                  </a:lnTo>
                  <a:lnTo>
                    <a:pt x="278892" y="0"/>
                  </a:lnTo>
                  <a:lnTo>
                    <a:pt x="557784" y="364236"/>
                  </a:lnTo>
                  <a:lnTo>
                    <a:pt x="278892" y="728472"/>
                  </a:lnTo>
                  <a:lnTo>
                    <a:pt x="278892" y="546354"/>
                  </a:lnTo>
                  <a:lnTo>
                    <a:pt x="0" y="546354"/>
                  </a:lnTo>
                  <a:lnTo>
                    <a:pt x="0" y="18211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551913" y="4492666"/>
              <a:ext cx="3002316" cy="934297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473696" y="3418331"/>
              <a:ext cx="558165" cy="730250"/>
            </a:xfrm>
            <a:custGeom>
              <a:avLst/>
              <a:gdLst/>
              <a:ahLst/>
              <a:cxnLst/>
              <a:rect l="l" t="t" r="r" b="b"/>
              <a:pathLst>
                <a:path w="558165" h="730250">
                  <a:moveTo>
                    <a:pt x="278892" y="0"/>
                  </a:moveTo>
                  <a:lnTo>
                    <a:pt x="278892" y="182498"/>
                  </a:lnTo>
                  <a:lnTo>
                    <a:pt x="0" y="182498"/>
                  </a:lnTo>
                  <a:lnTo>
                    <a:pt x="0" y="547496"/>
                  </a:lnTo>
                  <a:lnTo>
                    <a:pt x="278892" y="547496"/>
                  </a:lnTo>
                  <a:lnTo>
                    <a:pt x="278892" y="729995"/>
                  </a:lnTo>
                  <a:lnTo>
                    <a:pt x="557783" y="364997"/>
                  </a:lnTo>
                  <a:lnTo>
                    <a:pt x="278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473696" y="3418331"/>
              <a:ext cx="558165" cy="730250"/>
            </a:xfrm>
            <a:custGeom>
              <a:avLst/>
              <a:gdLst/>
              <a:ahLst/>
              <a:cxnLst/>
              <a:rect l="l" t="t" r="r" b="b"/>
              <a:pathLst>
                <a:path w="558165" h="730250">
                  <a:moveTo>
                    <a:pt x="0" y="182498"/>
                  </a:moveTo>
                  <a:lnTo>
                    <a:pt x="278892" y="182498"/>
                  </a:lnTo>
                  <a:lnTo>
                    <a:pt x="278892" y="0"/>
                  </a:lnTo>
                  <a:lnTo>
                    <a:pt x="557783" y="364997"/>
                  </a:lnTo>
                  <a:lnTo>
                    <a:pt x="278892" y="729995"/>
                  </a:lnTo>
                  <a:lnTo>
                    <a:pt x="278892" y="547496"/>
                  </a:lnTo>
                  <a:lnTo>
                    <a:pt x="0" y="547496"/>
                  </a:lnTo>
                  <a:lnTo>
                    <a:pt x="0" y="18249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602224" y="2724911"/>
              <a:ext cx="3200400" cy="170078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471160" y="4436363"/>
              <a:ext cx="3160776" cy="112014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602224" y="4523232"/>
              <a:ext cx="2906268" cy="830580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3370110" y="2139906"/>
            <a:ext cx="1374483" cy="362063"/>
          </a:xfrm>
          <a:prstGeom prst="rect">
            <a:avLst/>
          </a:prstGeom>
        </p:spPr>
        <p:txBody>
          <a:bodyPr vert="horz" wrap="square" lIns="0" tIns="12613" rIns="0" bIns="0" rtlCol="0">
            <a:spAutoFit/>
          </a:bodyPr>
          <a:lstStyle/>
          <a:p>
            <a:pPr marL="52851" marR="50749" indent="164860">
              <a:spcBef>
                <a:spcPts val="99"/>
              </a:spcBef>
            </a:pPr>
            <a:r>
              <a:rPr sz="1135" spc="-2" dirty="0">
                <a:solidFill>
                  <a:srgbClr val="FFFFFF"/>
                </a:solidFill>
                <a:latin typeface="Calibri"/>
                <a:cs typeface="Calibri"/>
              </a:rPr>
              <a:t>Fully Connected </a:t>
            </a: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35" spc="-7" dirty="0">
                <a:solidFill>
                  <a:srgbClr val="FFFFFF"/>
                </a:solidFill>
                <a:latin typeface="Calibri"/>
                <a:cs typeface="Calibri"/>
              </a:rPr>
              <a:t>Feedforward</a:t>
            </a:r>
            <a:r>
              <a:rPr sz="1135" spc="-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35" spc="-5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817669" y="1512154"/>
            <a:ext cx="872978" cy="350453"/>
            <a:chOff x="2319527" y="3195827"/>
            <a:chExt cx="1845945" cy="741045"/>
          </a:xfrm>
        </p:grpSpPr>
        <p:sp>
          <p:nvSpPr>
            <p:cNvPr id="83" name="object 83"/>
            <p:cNvSpPr/>
            <p:nvPr/>
          </p:nvSpPr>
          <p:spPr>
            <a:xfrm>
              <a:off x="2325623" y="3201923"/>
              <a:ext cx="1833880" cy="728980"/>
            </a:xfrm>
            <a:custGeom>
              <a:avLst/>
              <a:gdLst/>
              <a:ahLst/>
              <a:cxnLst/>
              <a:rect l="l" t="t" r="r" b="b"/>
              <a:pathLst>
                <a:path w="1833879" h="728979">
                  <a:moveTo>
                    <a:pt x="1469136" y="0"/>
                  </a:moveTo>
                  <a:lnTo>
                    <a:pt x="1469136" y="182117"/>
                  </a:lnTo>
                  <a:lnTo>
                    <a:pt x="0" y="182117"/>
                  </a:lnTo>
                  <a:lnTo>
                    <a:pt x="0" y="546353"/>
                  </a:lnTo>
                  <a:lnTo>
                    <a:pt x="1469136" y="546353"/>
                  </a:lnTo>
                  <a:lnTo>
                    <a:pt x="1469136" y="728471"/>
                  </a:lnTo>
                  <a:lnTo>
                    <a:pt x="1833372" y="364236"/>
                  </a:lnTo>
                  <a:lnTo>
                    <a:pt x="1469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325623" y="3201923"/>
              <a:ext cx="1833880" cy="728980"/>
            </a:xfrm>
            <a:custGeom>
              <a:avLst/>
              <a:gdLst/>
              <a:ahLst/>
              <a:cxnLst/>
              <a:rect l="l" t="t" r="r" b="b"/>
              <a:pathLst>
                <a:path w="1833879" h="728979">
                  <a:moveTo>
                    <a:pt x="0" y="182117"/>
                  </a:moveTo>
                  <a:lnTo>
                    <a:pt x="1469136" y="182117"/>
                  </a:lnTo>
                  <a:lnTo>
                    <a:pt x="1469136" y="0"/>
                  </a:lnTo>
                  <a:lnTo>
                    <a:pt x="1833372" y="364236"/>
                  </a:lnTo>
                  <a:lnTo>
                    <a:pt x="1469136" y="728471"/>
                  </a:lnTo>
                  <a:lnTo>
                    <a:pt x="1469136" y="546353"/>
                  </a:lnTo>
                  <a:lnTo>
                    <a:pt x="0" y="546353"/>
                  </a:lnTo>
                  <a:lnTo>
                    <a:pt x="0" y="18211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5" name="Ink 84"/>
              <p14:cNvContentPartPr/>
              <p14:nvPr/>
            </p14:nvContentPartPr>
            <p14:xfrm>
              <a:off x="781560" y="349560"/>
              <a:ext cx="4955040" cy="1147680"/>
            </p14:xfrm>
          </p:contentPart>
        </mc:Choice>
        <mc:Fallback>
          <p:pic>
            <p:nvPicPr>
              <p:cNvPr id="85" name="Ink 84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9320" y="337320"/>
                <a:ext cx="4978800" cy="117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849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Fully</a:t>
            </a:r>
            <a:r>
              <a:rPr cap="small" spc="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Connected</a:t>
            </a:r>
            <a:r>
              <a:rPr cap="small" spc="4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(Dense)</a:t>
            </a:r>
            <a:r>
              <a:rPr cap="small" spc="-40" dirty="0">
                <a:solidFill>
                  <a:srgbClr val="FFFFFF"/>
                </a:solidFill>
              </a:rPr>
              <a:t> 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6972" y="527380"/>
            <a:ext cx="963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latin typeface="Arial"/>
                <a:cs typeface="Arial"/>
              </a:rPr>
              <a:t>y</a:t>
            </a:r>
            <a:r>
              <a:rPr sz="1050" b="1" spc="-1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f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Wx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b="1" spc="-25" dirty="0">
                <a:latin typeface="Arial"/>
                <a:cs typeface="Arial"/>
              </a:rPr>
              <a:t>b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3700" y="1109522"/>
            <a:ext cx="69850" cy="1840864"/>
            <a:chOff x="393700" y="1109522"/>
            <a:chExt cx="69850" cy="184086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700" y="110952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700" y="1330883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700" y="1552371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3700" y="1773732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700" y="1995182"/>
              <a:ext cx="69291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3700" y="2438019"/>
              <a:ext cx="69291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700" y="2659444"/>
              <a:ext cx="69291" cy="692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3700" y="2880869"/>
              <a:ext cx="69291" cy="6928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99262" y="1012316"/>
            <a:ext cx="1308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latin typeface="Arial"/>
                <a:cs typeface="Arial"/>
              </a:rPr>
              <a:t>x</a:t>
            </a:r>
            <a:r>
              <a:rPr sz="1050" b="1" spc="-10" dirty="0">
                <a:latin typeface="Arial"/>
                <a:cs typeface="Arial"/>
              </a:rPr>
              <a:t> </a:t>
            </a:r>
            <a:r>
              <a:rPr sz="1200" dirty="0">
                <a:latin typeface="Cambria Math"/>
                <a:cs typeface="Cambria Math"/>
              </a:rPr>
              <a:t>∈</a:t>
            </a:r>
            <a:r>
              <a:rPr sz="1200" spc="110" dirty="0">
                <a:latin typeface="Cambria Math"/>
                <a:cs typeface="Cambria Math"/>
              </a:rPr>
              <a:t> </a:t>
            </a:r>
            <a:r>
              <a:rPr sz="1200" dirty="0">
                <a:latin typeface="Arial MT"/>
                <a:cs typeface="Arial MT"/>
              </a:rPr>
              <a:t>R</a:t>
            </a:r>
            <a:r>
              <a:rPr sz="1050" i="1" baseline="23809" dirty="0">
                <a:latin typeface="Arial"/>
                <a:cs typeface="Arial"/>
              </a:rPr>
              <a:t>n</a:t>
            </a:r>
            <a:r>
              <a:rPr sz="1050" i="1" spc="-22" baseline="23809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Vector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2082" y="1215009"/>
            <a:ext cx="2185035" cy="183515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35280" marR="302895">
              <a:lnSpc>
                <a:spcPct val="115500"/>
              </a:lnSpc>
              <a:spcBef>
                <a:spcPts val="20"/>
              </a:spcBef>
            </a:pPr>
            <a:r>
              <a:rPr sz="1050" b="1" dirty="0">
                <a:latin typeface="Arial"/>
                <a:cs typeface="Arial"/>
              </a:rPr>
              <a:t>W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200" dirty="0">
                <a:latin typeface="Cambria Math"/>
                <a:cs typeface="Cambria Math"/>
              </a:rPr>
              <a:t>∈</a:t>
            </a:r>
            <a:r>
              <a:rPr sz="1200" spc="110" dirty="0">
                <a:latin typeface="Cambria Math"/>
                <a:cs typeface="Cambria Math"/>
              </a:rPr>
              <a:t> </a:t>
            </a:r>
            <a:r>
              <a:rPr sz="1200" dirty="0">
                <a:latin typeface="Arial MT"/>
                <a:cs typeface="Arial MT"/>
              </a:rPr>
              <a:t>R</a:t>
            </a:r>
            <a:r>
              <a:rPr sz="1050" i="1" baseline="23809" dirty="0">
                <a:latin typeface="Arial"/>
                <a:cs typeface="Arial"/>
              </a:rPr>
              <a:t>m</a:t>
            </a:r>
            <a:r>
              <a:rPr sz="1200" i="1" baseline="24305" dirty="0">
                <a:latin typeface="Verdana"/>
                <a:cs typeface="Verdana"/>
              </a:rPr>
              <a:t>×</a:t>
            </a:r>
            <a:r>
              <a:rPr sz="1050" i="1" baseline="23809" dirty="0">
                <a:latin typeface="Arial"/>
                <a:cs typeface="Arial"/>
              </a:rPr>
              <a:t>n</a:t>
            </a:r>
            <a:r>
              <a:rPr sz="1050" i="1" spc="15" baseline="23809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matrix </a:t>
            </a:r>
            <a:r>
              <a:rPr sz="1050" b="1" dirty="0">
                <a:latin typeface="Arial"/>
                <a:cs typeface="Arial"/>
              </a:rPr>
              <a:t>b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200" dirty="0">
                <a:latin typeface="Cambria Math"/>
                <a:cs typeface="Cambria Math"/>
              </a:rPr>
              <a:t>∈</a:t>
            </a:r>
            <a:r>
              <a:rPr sz="1200" spc="110" dirty="0">
                <a:latin typeface="Cambria Math"/>
                <a:cs typeface="Cambria Math"/>
              </a:rPr>
              <a:t> </a:t>
            </a:r>
            <a:r>
              <a:rPr sz="1200" dirty="0">
                <a:latin typeface="Arial MT"/>
                <a:cs typeface="Arial MT"/>
              </a:rPr>
              <a:t>R</a:t>
            </a:r>
            <a:r>
              <a:rPr sz="1050" i="1" baseline="23809" dirty="0">
                <a:latin typeface="Arial"/>
                <a:cs typeface="Arial"/>
              </a:rPr>
              <a:t>m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Bias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vector</a:t>
            </a:r>
            <a:r>
              <a:rPr sz="1050" spc="265" dirty="0">
                <a:latin typeface="Arial MT"/>
                <a:cs typeface="Arial MT"/>
              </a:rPr>
              <a:t> </a:t>
            </a:r>
            <a:r>
              <a:rPr sz="1050" i="1" spc="-50" dirty="0">
                <a:latin typeface="Arial"/>
                <a:cs typeface="Arial"/>
              </a:rPr>
              <a:t>f</a:t>
            </a:r>
            <a:r>
              <a:rPr sz="1050" i="1" spc="50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200" dirty="0">
                <a:latin typeface="Calibri"/>
                <a:cs typeface="Calibri"/>
              </a:rPr>
              <a:t>·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Activation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function</a:t>
            </a:r>
            <a:endParaRPr sz="10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300"/>
              </a:spcBef>
            </a:pPr>
            <a:r>
              <a:rPr sz="1050" b="1" dirty="0">
                <a:latin typeface="Arial"/>
                <a:cs typeface="Arial"/>
              </a:rPr>
              <a:t>y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200" dirty="0">
                <a:latin typeface="Cambria Math"/>
                <a:cs typeface="Cambria Math"/>
              </a:rPr>
              <a:t>∈</a:t>
            </a:r>
            <a:r>
              <a:rPr sz="1200" spc="110" dirty="0">
                <a:latin typeface="Cambria Math"/>
                <a:cs typeface="Cambria Math"/>
              </a:rPr>
              <a:t> </a:t>
            </a:r>
            <a:r>
              <a:rPr sz="1200" dirty="0">
                <a:latin typeface="Arial MT"/>
                <a:cs typeface="Arial MT"/>
              </a:rPr>
              <a:t>R</a:t>
            </a:r>
            <a:r>
              <a:rPr sz="1050" i="1" baseline="23809" dirty="0">
                <a:latin typeface="Arial"/>
                <a:cs typeface="Arial"/>
              </a:rPr>
              <a:t>m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vector</a:t>
            </a:r>
            <a:endParaRPr sz="10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66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Count</a:t>
            </a:r>
            <a:endParaRPr sz="1050">
              <a:latin typeface="Arial MT"/>
              <a:cs typeface="Arial MT"/>
            </a:endParaRPr>
          </a:p>
          <a:p>
            <a:pPr marL="335280" marR="203835">
              <a:lnSpc>
                <a:spcPts val="1900"/>
              </a:lnSpc>
              <a:spcBef>
                <a:spcPts val="1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Weights: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30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m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parameters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Biases: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m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parameters</a:t>
            </a:r>
            <a:endParaRPr sz="10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25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Total: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m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m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m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i="1" spc="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spc="-25" dirty="0">
                <a:latin typeface="Arial MT"/>
                <a:cs typeface="Arial MT"/>
              </a:rPr>
              <a:t>1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11753" y="1419969"/>
            <a:ext cx="92075" cy="782955"/>
            <a:chOff x="3611753" y="1419969"/>
            <a:chExt cx="92075" cy="782955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1753" y="2111217"/>
              <a:ext cx="91457" cy="914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1753" y="1880852"/>
              <a:ext cx="91457" cy="914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1753" y="1650347"/>
              <a:ext cx="91457" cy="914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1753" y="1419969"/>
              <a:ext cx="91457" cy="9145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359784" y="1298899"/>
            <a:ext cx="194310" cy="8909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4</a:t>
            </a:r>
            <a:endParaRPr sz="1050" baseline="-15873">
              <a:latin typeface="Arial MT"/>
              <a:cs typeface="Arial MT"/>
            </a:endParaRPr>
          </a:p>
          <a:p>
            <a:pPr marL="38735">
              <a:lnSpc>
                <a:spcPct val="100000"/>
              </a:lnSpc>
              <a:spcBef>
                <a:spcPts val="32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9841" dirty="0">
                <a:latin typeface="Arial MT"/>
                <a:cs typeface="Arial MT"/>
              </a:rPr>
              <a:t>3</a:t>
            </a:r>
            <a:endParaRPr sz="1050" baseline="-19841">
              <a:latin typeface="Arial MT"/>
              <a:cs typeface="Arial MT"/>
            </a:endParaRPr>
          </a:p>
          <a:p>
            <a:pPr marL="38735" marR="31115">
              <a:lnSpc>
                <a:spcPct val="143800"/>
              </a:lnSpc>
              <a:spcBef>
                <a:spcPts val="1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9841" dirty="0">
                <a:latin typeface="Arial MT"/>
                <a:cs typeface="Arial MT"/>
              </a:rPr>
              <a:t>2</a:t>
            </a:r>
            <a:r>
              <a:rPr sz="1050" spc="750" baseline="-19841" dirty="0">
                <a:latin typeface="Arial MT"/>
                <a:cs typeface="Arial MT"/>
              </a:rPr>
              <a:t> 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9841" dirty="0">
                <a:latin typeface="Arial MT"/>
                <a:cs typeface="Arial MT"/>
              </a:rPr>
              <a:t>1</a:t>
            </a:r>
            <a:endParaRPr sz="1050" baseline="-19841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06571" y="2214778"/>
            <a:ext cx="6940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10203" y="2317191"/>
            <a:ext cx="487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 </a:t>
            </a:r>
            <a:r>
              <a:rPr sz="1050" spc="-25" dirty="0">
                <a:latin typeface="Arial MT"/>
                <a:cs typeface="Arial MT"/>
              </a:rPr>
              <a:t>4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95890" y="1460944"/>
            <a:ext cx="1159510" cy="701040"/>
            <a:chOff x="3695890" y="1460944"/>
            <a:chExt cx="1159510" cy="701040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63770" y="2053610"/>
              <a:ext cx="91457" cy="9145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63770" y="1765663"/>
              <a:ext cx="91457" cy="914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63770" y="1477627"/>
              <a:ext cx="91457" cy="9145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700653" y="1465706"/>
              <a:ext cx="1065530" cy="691515"/>
            </a:xfrm>
            <a:custGeom>
              <a:avLst/>
              <a:gdLst/>
              <a:ahLst/>
              <a:cxnLst/>
              <a:rect l="l" t="t" r="r" b="b"/>
              <a:pathLst>
                <a:path w="1065529" h="691514">
                  <a:moveTo>
                    <a:pt x="0" y="691235"/>
                  </a:moveTo>
                  <a:lnTo>
                    <a:pt x="1065530" y="633628"/>
                  </a:lnTo>
                </a:path>
                <a:path w="1065529" h="691514">
                  <a:moveTo>
                    <a:pt x="0" y="691235"/>
                  </a:moveTo>
                  <a:lnTo>
                    <a:pt x="1065530" y="345566"/>
                  </a:lnTo>
                </a:path>
                <a:path w="1065529" h="691514">
                  <a:moveTo>
                    <a:pt x="0" y="691235"/>
                  </a:moveTo>
                  <a:lnTo>
                    <a:pt x="1065530" y="57657"/>
                  </a:lnTo>
                </a:path>
                <a:path w="1065529" h="691514">
                  <a:moveTo>
                    <a:pt x="0" y="460882"/>
                  </a:moveTo>
                  <a:lnTo>
                    <a:pt x="1065530" y="633628"/>
                  </a:lnTo>
                </a:path>
                <a:path w="1065529" h="691514">
                  <a:moveTo>
                    <a:pt x="0" y="460882"/>
                  </a:moveTo>
                  <a:lnTo>
                    <a:pt x="1065530" y="345566"/>
                  </a:lnTo>
                </a:path>
                <a:path w="1065529" h="691514">
                  <a:moveTo>
                    <a:pt x="0" y="460882"/>
                  </a:moveTo>
                  <a:lnTo>
                    <a:pt x="1065530" y="57657"/>
                  </a:lnTo>
                </a:path>
                <a:path w="1065529" h="691514">
                  <a:moveTo>
                    <a:pt x="0" y="230377"/>
                  </a:moveTo>
                  <a:lnTo>
                    <a:pt x="1065530" y="633628"/>
                  </a:lnTo>
                </a:path>
                <a:path w="1065529" h="691514">
                  <a:moveTo>
                    <a:pt x="0" y="230377"/>
                  </a:moveTo>
                  <a:lnTo>
                    <a:pt x="1065530" y="345566"/>
                  </a:lnTo>
                </a:path>
                <a:path w="1065529" h="691514">
                  <a:moveTo>
                    <a:pt x="0" y="230377"/>
                  </a:moveTo>
                  <a:lnTo>
                    <a:pt x="1065530" y="57657"/>
                  </a:lnTo>
                </a:path>
                <a:path w="1065529" h="691514">
                  <a:moveTo>
                    <a:pt x="0" y="0"/>
                  </a:moveTo>
                  <a:lnTo>
                    <a:pt x="1065530" y="633628"/>
                  </a:lnTo>
                </a:path>
                <a:path w="1065529" h="691514">
                  <a:moveTo>
                    <a:pt x="0" y="0"/>
                  </a:moveTo>
                  <a:lnTo>
                    <a:pt x="1065530" y="345566"/>
                  </a:lnTo>
                </a:path>
                <a:path w="1065529" h="691514">
                  <a:moveTo>
                    <a:pt x="0" y="0"/>
                  </a:moveTo>
                  <a:lnTo>
                    <a:pt x="1065530" y="57657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932045" y="1970023"/>
            <a:ext cx="9271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00371" y="2040127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07026" y="1394205"/>
            <a:ext cx="1930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Arial"/>
                <a:cs typeface="Arial"/>
              </a:rPr>
              <a:t>y</a:t>
            </a:r>
            <a:r>
              <a:rPr sz="1050" spc="-37" baseline="-19841" dirty="0">
                <a:latin typeface="Arial MT"/>
                <a:cs typeface="Arial MT"/>
              </a:rPr>
              <a:t>3</a:t>
            </a:r>
            <a:endParaRPr sz="1050" baseline="-19841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32426" y="1686813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99482" y="1764537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43425" y="2317191"/>
            <a:ext cx="524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m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 </a:t>
            </a:r>
            <a:r>
              <a:rPr sz="1050" spc="-25" dirty="0">
                <a:latin typeface="Arial MT"/>
                <a:cs typeface="Arial MT"/>
              </a:rPr>
              <a:t>3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18228" y="2116937"/>
            <a:ext cx="1225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-50" dirty="0">
                <a:latin typeface="Arial"/>
                <a:cs typeface="Arial"/>
              </a:rPr>
              <a:t>w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91253" y="2215692"/>
            <a:ext cx="9963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baseline="23809" dirty="0">
                <a:latin typeface="Arial MT"/>
                <a:cs typeface="Arial MT"/>
              </a:rPr>
              <a:t>31</a:t>
            </a:r>
            <a:r>
              <a:rPr sz="1050" spc="300" baseline="23809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665471" y="2099335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>
                <a:moveTo>
                  <a:pt x="0" y="0"/>
                </a:moveTo>
                <a:lnTo>
                  <a:pt x="100711" y="0"/>
                </a:lnTo>
              </a:path>
            </a:pathLst>
          </a:custGeom>
          <a:ln w="9525">
            <a:solidFill>
              <a:srgbClr val="00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500498" y="1987092"/>
            <a:ext cx="1003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-50" dirty="0">
                <a:solidFill>
                  <a:srgbClr val="00FF00"/>
                </a:solidFill>
                <a:latin typeface="Arial"/>
                <a:cs typeface="Arial"/>
              </a:rPr>
              <a:t>b</a:t>
            </a:r>
            <a:endParaRPr sz="1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76317" y="2057196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FF00"/>
                </a:solidFill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665471" y="1811273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>
                <a:moveTo>
                  <a:pt x="0" y="0"/>
                </a:moveTo>
                <a:lnTo>
                  <a:pt x="100711" y="0"/>
                </a:lnTo>
              </a:path>
            </a:pathLst>
          </a:custGeom>
          <a:ln w="9525">
            <a:solidFill>
              <a:srgbClr val="00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868673" y="1710308"/>
            <a:ext cx="152400" cy="447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0" dirty="0">
                <a:latin typeface="Arial"/>
                <a:cs typeface="Arial"/>
              </a:rPr>
              <a:t>W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50" i="1" spc="-50" dirty="0">
                <a:solidFill>
                  <a:srgbClr val="00FF00"/>
                </a:solidFill>
                <a:latin typeface="Arial"/>
                <a:cs typeface="Arial"/>
              </a:rPr>
              <a:t>b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76317" y="1769490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FF00"/>
                </a:solidFill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665471" y="1523364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>
                <a:moveTo>
                  <a:pt x="0" y="0"/>
                </a:moveTo>
                <a:lnTo>
                  <a:pt x="100711" y="0"/>
                </a:lnTo>
              </a:path>
            </a:pathLst>
          </a:custGeom>
          <a:ln w="9525">
            <a:solidFill>
              <a:srgbClr val="00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597909" y="1094613"/>
            <a:ext cx="13252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FC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Architecture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23690" y="1179957"/>
            <a:ext cx="220979" cy="236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40"/>
              </a:lnSpc>
              <a:spcBef>
                <a:spcPts val="105"/>
              </a:spcBef>
            </a:pPr>
            <a:r>
              <a:rPr sz="1050" i="1" spc="-50" dirty="0">
                <a:latin typeface="Arial"/>
                <a:cs typeface="Arial"/>
              </a:rPr>
              <a:t>w</a:t>
            </a:r>
            <a:endParaRPr sz="1050">
              <a:latin typeface="Arial"/>
              <a:cs typeface="Arial"/>
            </a:endParaRPr>
          </a:p>
          <a:p>
            <a:pPr marL="109855">
              <a:lnSpc>
                <a:spcPts val="620"/>
              </a:lnSpc>
            </a:pPr>
            <a:r>
              <a:rPr sz="700" spc="-25" dirty="0">
                <a:latin typeface="Arial MT"/>
                <a:cs typeface="Arial MT"/>
              </a:rPr>
              <a:t>11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85766" y="1400936"/>
            <a:ext cx="2006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solidFill>
                  <a:srgbClr val="00FF00"/>
                </a:solidFill>
                <a:latin typeface="Arial"/>
                <a:cs typeface="Arial"/>
              </a:rPr>
              <a:t>b</a:t>
            </a:r>
            <a:r>
              <a:rPr sz="1050" spc="-37" baseline="-19841" dirty="0">
                <a:solidFill>
                  <a:srgbClr val="00FF00"/>
                </a:solidFill>
                <a:latin typeface="Arial MT"/>
                <a:cs typeface="Arial MT"/>
              </a:rPr>
              <a:t>3</a:t>
            </a:r>
            <a:endParaRPr sz="1050" baseline="-19841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47" name="object 4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77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157354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5285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FC</a:t>
            </a:r>
            <a:r>
              <a:rPr sz="1700" cap="small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17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118354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78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159480" y="715320"/>
              <a:ext cx="3412080" cy="202932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4440" y="703440"/>
                <a:ext cx="3425760" cy="205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595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FC</a:t>
            </a:r>
            <a:r>
              <a:rPr cap="small" spc="-1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 Advantages</a:t>
            </a:r>
            <a:r>
              <a:rPr cap="small" spc="10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and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spc="-20" dirty="0">
                <a:solidFill>
                  <a:srgbClr val="FFFFFF"/>
                </a:solidFill>
              </a:rPr>
              <a:t>Disadvantages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3700" y="774496"/>
            <a:ext cx="2829560" cy="1283970"/>
            <a:chOff x="393700" y="774496"/>
            <a:chExt cx="2829560" cy="12839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700" y="77449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700" y="117937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700" y="1584248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3700" y="1989137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53664" y="774496"/>
              <a:ext cx="69289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53664" y="1179372"/>
              <a:ext cx="69289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53664" y="1584248"/>
              <a:ext cx="69289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53664" y="1989137"/>
              <a:ext cx="69289" cy="6929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987420" y="410743"/>
            <a:ext cx="2479040" cy="186308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Disadvantages: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5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Heavy:</a:t>
            </a:r>
            <a:r>
              <a:rPr sz="1050" spc="-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Many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parameters</a:t>
            </a:r>
            <a:endParaRPr sz="1050">
              <a:latin typeface="Arial MT"/>
              <a:cs typeface="Arial MT"/>
            </a:endParaRPr>
          </a:p>
          <a:p>
            <a:pPr marL="366395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latin typeface="Times New Roman"/>
                <a:cs typeface="Times New Roman"/>
              </a:rPr>
              <a:t>→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Arial MT"/>
                <a:cs typeface="Arial MT"/>
              </a:rPr>
              <a:t>overfitting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risk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7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Spatial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Information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Loss: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spatial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latin typeface="Arial MT"/>
                <a:cs typeface="Arial MT"/>
              </a:rPr>
              <a:t>structure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preservation</a:t>
            </a:r>
            <a:endParaRPr sz="1050">
              <a:latin typeface="Arial MT"/>
              <a:cs typeface="Arial MT"/>
            </a:endParaRPr>
          </a:p>
          <a:p>
            <a:pPr marL="309880" marR="514984">
              <a:lnSpc>
                <a:spcPct val="115199"/>
              </a:lnSpc>
              <a:spcBef>
                <a:spcPts val="2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Fixed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Input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Size: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Requires </a:t>
            </a:r>
            <a:r>
              <a:rPr sz="1050" dirty="0">
                <a:latin typeface="Arial MT"/>
                <a:cs typeface="Arial MT"/>
              </a:rPr>
              <a:t>consistent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dimensions</a:t>
            </a:r>
            <a:endParaRPr sz="1050">
              <a:latin typeface="Arial MT"/>
              <a:cs typeface="Arial MT"/>
            </a:endParaRPr>
          </a:p>
          <a:p>
            <a:pPr marL="309880" marR="547370">
              <a:lnSpc>
                <a:spcPct val="115399"/>
              </a:lnSpc>
              <a:spcBef>
                <a:spcPts val="3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Computational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Cost: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Matrix multiplication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overhead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872" y="427507"/>
            <a:ext cx="2427605" cy="20720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Advantages: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14300"/>
              </a:lnSpc>
              <a:spcBef>
                <a:spcPts val="1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Universal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Approximation:</a:t>
            </a:r>
            <a:r>
              <a:rPr sz="1050" spc="-6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learn </a:t>
            </a:r>
            <a:r>
              <a:rPr sz="1050" dirty="0">
                <a:latin typeface="Arial MT"/>
                <a:cs typeface="Arial MT"/>
              </a:rPr>
              <a:t>any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function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2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Flexible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Output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Size: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latin typeface="Arial MT"/>
                <a:cs typeface="Arial MT"/>
              </a:rPr>
              <a:t>any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dimension</a:t>
            </a:r>
            <a:endParaRPr sz="1050">
              <a:latin typeface="Arial MT"/>
              <a:cs typeface="Arial MT"/>
            </a:endParaRPr>
          </a:p>
          <a:p>
            <a:pPr marL="309880" marR="443230">
              <a:lnSpc>
                <a:spcPct val="115199"/>
              </a:lnSpc>
              <a:spcBef>
                <a:spcPts val="17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Non-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linear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Transformations: </a:t>
            </a:r>
            <a:r>
              <a:rPr sz="1050" dirty="0">
                <a:latin typeface="Arial MT"/>
                <a:cs typeface="Arial MT"/>
              </a:rPr>
              <a:t>Complex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mappings</a:t>
            </a:r>
            <a:endParaRPr sz="1050">
              <a:latin typeface="Arial MT"/>
              <a:cs typeface="Arial MT"/>
            </a:endParaRPr>
          </a:p>
          <a:p>
            <a:pPr marL="309880" marR="133985">
              <a:lnSpc>
                <a:spcPct val="115399"/>
              </a:lnSpc>
              <a:spcBef>
                <a:spcPts val="2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Integration: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Combines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all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information</a:t>
            </a:r>
            <a:endParaRPr sz="1050">
              <a:latin typeface="Arial MT"/>
              <a:cs typeface="Arial MT"/>
            </a:endParaRPr>
          </a:p>
          <a:p>
            <a:pPr marL="132715">
              <a:lnSpc>
                <a:spcPct val="100000"/>
              </a:lnSpc>
              <a:spcBef>
                <a:spcPts val="52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Modern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Alternatives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2605887"/>
            <a:ext cx="5760085" cy="628015"/>
            <a:chOff x="0" y="2605887"/>
            <a:chExt cx="5760085" cy="628015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702" y="2605887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702" y="2827313"/>
              <a:ext cx="69291" cy="6928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4448" y="2443818"/>
            <a:ext cx="4100195" cy="46735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Global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Average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Pooling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(GAP):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Replace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FC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average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pooling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1×1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Convolutions: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Maintain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structure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reducing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channels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79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287769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Softmax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Activation</a:t>
            </a:r>
            <a:r>
              <a:rPr cap="small" spc="95" dirty="0">
                <a:solidFill>
                  <a:srgbClr val="FFFFFF"/>
                </a:solidFill>
              </a:rPr>
              <a:t> </a:t>
            </a:r>
            <a:r>
              <a:rPr cap="small" spc="-55" dirty="0">
                <a:solidFill>
                  <a:srgbClr val="FFFFFF"/>
                </a:solidFill>
              </a:rPr>
              <a:t>Function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916431"/>
            <a:ext cx="5193030" cy="829310"/>
            <a:chOff x="309194" y="916431"/>
            <a:chExt cx="5193030" cy="829310"/>
          </a:xfrm>
        </p:grpSpPr>
        <p:sp>
          <p:nvSpPr>
            <p:cNvPr id="4" name="object 4"/>
            <p:cNvSpPr/>
            <p:nvPr/>
          </p:nvSpPr>
          <p:spPr>
            <a:xfrm>
              <a:off x="309194" y="916431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3937"/>
                  </a:lnTo>
                  <a:lnTo>
                    <a:pt x="14922" y="14858"/>
                  </a:lnTo>
                  <a:lnTo>
                    <a:pt x="4000" y="30987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0987"/>
                  </a:lnTo>
                  <a:lnTo>
                    <a:pt x="5126786" y="14858"/>
                  </a:lnTo>
                  <a:lnTo>
                    <a:pt x="5110530" y="3937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643760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960666"/>
              <a:ext cx="5192522" cy="78469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1154937"/>
              <a:ext cx="5142230" cy="539750"/>
            </a:xfrm>
            <a:custGeom>
              <a:avLst/>
              <a:gdLst/>
              <a:ahLst/>
              <a:cxnLst/>
              <a:rect l="l" t="t" r="r" b="b"/>
              <a:pathLst>
                <a:path w="5142230" h="539750">
                  <a:moveTo>
                    <a:pt x="5141645" y="0"/>
                  </a:moveTo>
                  <a:lnTo>
                    <a:pt x="0" y="0"/>
                  </a:lnTo>
                  <a:lnTo>
                    <a:pt x="0" y="488822"/>
                  </a:lnTo>
                  <a:lnTo>
                    <a:pt x="4000" y="508507"/>
                  </a:lnTo>
                  <a:lnTo>
                    <a:pt x="14922" y="524636"/>
                  </a:lnTo>
                  <a:lnTo>
                    <a:pt x="31076" y="535558"/>
                  </a:lnTo>
                  <a:lnTo>
                    <a:pt x="50800" y="539622"/>
                  </a:lnTo>
                  <a:lnTo>
                    <a:pt x="5090845" y="539622"/>
                  </a:lnTo>
                  <a:lnTo>
                    <a:pt x="5110530" y="535558"/>
                  </a:lnTo>
                  <a:lnTo>
                    <a:pt x="5126786" y="524636"/>
                  </a:lnTo>
                  <a:lnTo>
                    <a:pt x="5137708" y="508507"/>
                  </a:lnTo>
                  <a:lnTo>
                    <a:pt x="5141645" y="488822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998727"/>
              <a:ext cx="0" cy="664210"/>
            </a:xfrm>
            <a:custGeom>
              <a:avLst/>
              <a:gdLst/>
              <a:ahLst/>
              <a:cxnLst/>
              <a:rect l="l" t="t" r="r" b="b"/>
              <a:pathLst>
                <a:path h="664210">
                  <a:moveTo>
                    <a:pt x="0" y="66408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98602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97332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96062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941577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6963" y="839229"/>
            <a:ext cx="4910455" cy="16116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Definition</a:t>
            </a:r>
            <a:endParaRPr sz="1400">
              <a:latin typeface="Calibri"/>
              <a:cs typeface="Calibri"/>
            </a:endParaRPr>
          </a:p>
          <a:p>
            <a:pPr marL="12700" marR="334010">
              <a:lnSpc>
                <a:spcPct val="114799"/>
              </a:lnSpc>
              <a:spcBef>
                <a:spcPts val="4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Softmax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activation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function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converts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vector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a </a:t>
            </a:r>
            <a:r>
              <a:rPr sz="1050" spc="-10" dirty="0">
                <a:latin typeface="Arial MT"/>
                <a:cs typeface="Arial MT"/>
              </a:rPr>
              <a:t>probability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distribution,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commonly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multi-</a:t>
            </a:r>
            <a:r>
              <a:rPr sz="1050" spc="-10" dirty="0">
                <a:latin typeface="Arial MT"/>
                <a:cs typeface="Arial MT"/>
              </a:rPr>
              <a:t>class classification.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50">
              <a:latin typeface="Arial MT"/>
              <a:cs typeface="Arial MT"/>
            </a:endParaRPr>
          </a:p>
          <a:p>
            <a:pPr marL="12700" marR="5080">
              <a:lnSpc>
                <a:spcPct val="11430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Usage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CNNs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Softmax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typically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final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multi-</a:t>
            </a:r>
            <a:r>
              <a:rPr sz="1050" dirty="0">
                <a:latin typeface="Arial MT"/>
                <a:cs typeface="Arial MT"/>
              </a:rPr>
              <a:t>class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classifica- tion:</a:t>
            </a:r>
            <a:endParaRPr sz="1050">
              <a:latin typeface="Arial MT"/>
              <a:cs typeface="Arial MT"/>
            </a:endParaRPr>
          </a:p>
          <a:p>
            <a:pPr marL="862965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Arial MT"/>
                <a:cs typeface="Arial MT"/>
              </a:rPr>
              <a:t>Final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Conv/FC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Softmax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Probabilities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5" name="object 1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80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Ink 19"/>
              <p14:cNvContentPartPr/>
              <p14:nvPr/>
            </p14:nvContentPartPr>
            <p14:xfrm>
              <a:off x="3397680" y="2486160"/>
              <a:ext cx="253800" cy="58320"/>
            </p14:xfrm>
          </p:contentPart>
        </mc:Choice>
        <mc:Fallback>
          <p:pic>
            <p:nvPicPr>
              <p:cNvPr id="20" name="Ink 1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88680" y="2473920"/>
                <a:ext cx="272520" cy="8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741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4974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Softmax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5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901565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81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328566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5253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Softmax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- Numerical</a:t>
            </a:r>
            <a:r>
              <a:rPr sz="1700" cap="small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2071"/>
            <a:ext cx="5196966" cy="26656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82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362633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Receptive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Field: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Definition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602487"/>
            <a:ext cx="5193030" cy="1776095"/>
            <a:chOff x="309194" y="602487"/>
            <a:chExt cx="5193030" cy="1776095"/>
          </a:xfrm>
        </p:grpSpPr>
        <p:sp>
          <p:nvSpPr>
            <p:cNvPr id="4" name="object 4"/>
            <p:cNvSpPr/>
            <p:nvPr/>
          </p:nvSpPr>
          <p:spPr>
            <a:xfrm>
              <a:off x="309194" y="60248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3937"/>
                  </a:lnTo>
                  <a:lnTo>
                    <a:pt x="14922" y="14858"/>
                  </a:lnTo>
                  <a:lnTo>
                    <a:pt x="4000" y="30987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0987"/>
                  </a:lnTo>
                  <a:lnTo>
                    <a:pt x="5126786" y="14858"/>
                  </a:lnTo>
                  <a:lnTo>
                    <a:pt x="5110530" y="3937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145412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646671"/>
              <a:ext cx="5192522" cy="6003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840993"/>
              <a:ext cx="5142230" cy="355600"/>
            </a:xfrm>
            <a:custGeom>
              <a:avLst/>
              <a:gdLst/>
              <a:ahLst/>
              <a:cxnLst/>
              <a:rect l="l" t="t" r="r" b="b"/>
              <a:pathLst>
                <a:path w="5142230" h="355600">
                  <a:moveTo>
                    <a:pt x="5141645" y="0"/>
                  </a:moveTo>
                  <a:lnTo>
                    <a:pt x="0" y="0"/>
                  </a:lnTo>
                  <a:lnTo>
                    <a:pt x="0" y="304419"/>
                  </a:lnTo>
                  <a:lnTo>
                    <a:pt x="4000" y="324103"/>
                  </a:lnTo>
                  <a:lnTo>
                    <a:pt x="14922" y="340232"/>
                  </a:lnTo>
                  <a:lnTo>
                    <a:pt x="31076" y="351154"/>
                  </a:lnTo>
                  <a:lnTo>
                    <a:pt x="50800" y="355219"/>
                  </a:lnTo>
                  <a:lnTo>
                    <a:pt x="5090845" y="355219"/>
                  </a:lnTo>
                  <a:lnTo>
                    <a:pt x="5110530" y="351154"/>
                  </a:lnTo>
                  <a:lnTo>
                    <a:pt x="5126786" y="340232"/>
                  </a:lnTo>
                  <a:lnTo>
                    <a:pt x="5137708" y="324103"/>
                  </a:lnTo>
                  <a:lnTo>
                    <a:pt x="5141645" y="304419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84783"/>
              <a:ext cx="0" cy="480059"/>
            </a:xfrm>
            <a:custGeom>
              <a:avLst/>
              <a:gdLst/>
              <a:ahLst/>
              <a:cxnLst/>
              <a:rect l="l" t="t" r="r" b="b"/>
              <a:pathLst>
                <a:path h="480059">
                  <a:moveTo>
                    <a:pt x="0" y="47967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67208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65938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64668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627633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385112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308721"/>
              <a:ext cx="69291" cy="6928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35178" y="523618"/>
            <a:ext cx="4659630" cy="243332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Definition</a:t>
            </a:r>
            <a:endParaRPr sz="14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235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receptive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field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neuron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affects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that</a:t>
            </a:r>
            <a:endParaRPr sz="10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latin typeface="Arial MT"/>
                <a:cs typeface="Arial MT"/>
              </a:rPr>
              <a:t>neuron’s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activation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value.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Concepts:</a:t>
            </a:r>
            <a:endParaRPr sz="1050">
              <a:latin typeface="Arial MT"/>
              <a:cs typeface="Arial MT"/>
            </a:endParaRPr>
          </a:p>
          <a:p>
            <a:pPr marL="47625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Receptive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field</a:t>
            </a:r>
            <a:r>
              <a:rPr sz="950" spc="-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grows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network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depth</a:t>
            </a:r>
            <a:endParaRPr sz="950">
              <a:latin typeface="Arial MT"/>
              <a:cs typeface="Arial MT"/>
            </a:endParaRPr>
          </a:p>
          <a:p>
            <a:pPr marL="47625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1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Early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layers: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small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receptive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fields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(local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patterns)</a:t>
            </a:r>
            <a:endParaRPr sz="950">
              <a:latin typeface="Arial MT"/>
              <a:cs typeface="Arial MT"/>
            </a:endParaRPr>
          </a:p>
          <a:p>
            <a:pPr marL="47625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Deep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layers: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large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receptive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fields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(global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context)</a:t>
            </a:r>
            <a:endParaRPr sz="950">
              <a:latin typeface="Arial MT"/>
              <a:cs typeface="Arial MT"/>
            </a:endParaRPr>
          </a:p>
          <a:p>
            <a:pPr marL="47625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Determined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by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kernel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size,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stride,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and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pooling</a:t>
            </a:r>
            <a:endParaRPr sz="9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40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Importance:</a:t>
            </a:r>
            <a:endParaRPr sz="1050">
              <a:latin typeface="Arial MT"/>
              <a:cs typeface="Arial MT"/>
            </a:endParaRPr>
          </a:p>
          <a:p>
            <a:pPr marL="47625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Small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receptive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field: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Cannot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capture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large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objects</a:t>
            </a:r>
            <a:endParaRPr sz="950">
              <a:latin typeface="Arial MT"/>
              <a:cs typeface="Arial MT"/>
            </a:endParaRPr>
          </a:p>
          <a:p>
            <a:pPr marL="47625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Large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receptive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field: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Better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context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understanding</a:t>
            </a:r>
            <a:endParaRPr sz="950">
              <a:latin typeface="Arial MT"/>
              <a:cs typeface="Arial MT"/>
            </a:endParaRPr>
          </a:p>
          <a:p>
            <a:pPr marL="47625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7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Trade-</a:t>
            </a:r>
            <a:r>
              <a:rPr sz="950" dirty="0">
                <a:latin typeface="Arial MT"/>
                <a:cs typeface="Arial MT"/>
              </a:rPr>
              <a:t>off: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Computational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cost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vs.</a:t>
            </a:r>
            <a:r>
              <a:rPr sz="950" spc="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context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83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2" name="Ink 21"/>
              <p14:cNvContentPartPr/>
              <p14:nvPr/>
            </p14:nvContentPartPr>
            <p14:xfrm>
              <a:off x="749520" y="977760"/>
              <a:ext cx="4076280" cy="1845000"/>
            </p14:xfrm>
          </p:contentPart>
        </mc:Choice>
        <mc:Fallback>
          <p:pic>
            <p:nvPicPr>
              <p:cNvPr id="22" name="Ink 2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9080" y="964800"/>
                <a:ext cx="4099680" cy="187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876" y="47400"/>
            <a:ext cx="3219023" cy="355825"/>
          </a:xfrm>
        </p:spPr>
        <p:txBody>
          <a:bodyPr/>
          <a:lstStyle/>
          <a:p>
            <a:r>
              <a:rPr lang="en-IN" spc="-51" dirty="0">
                <a:solidFill>
                  <a:schemeClr val="bg1"/>
                </a:solidFill>
              </a:rPr>
              <a:t>Re</a:t>
            </a:r>
            <a:r>
              <a:rPr lang="en-IN" spc="-38" dirty="0">
                <a:solidFill>
                  <a:schemeClr val="bg1"/>
                </a:solidFill>
              </a:rPr>
              <a:t>c</a:t>
            </a:r>
            <a:r>
              <a:rPr lang="en-IN" spc="-25" dirty="0">
                <a:solidFill>
                  <a:schemeClr val="bg1"/>
                </a:solidFill>
              </a:rPr>
              <a:t>e</a:t>
            </a:r>
            <a:r>
              <a:rPr lang="en-IN" spc="-19" dirty="0">
                <a:solidFill>
                  <a:schemeClr val="bg1"/>
                </a:solidFill>
              </a:rPr>
              <a:t>p</a:t>
            </a:r>
            <a:r>
              <a:rPr lang="en-IN" spc="3" dirty="0">
                <a:solidFill>
                  <a:schemeClr val="bg1"/>
                </a:solidFill>
              </a:rPr>
              <a:t>t</a:t>
            </a:r>
            <a:r>
              <a:rPr lang="en-IN" spc="-13" dirty="0">
                <a:solidFill>
                  <a:schemeClr val="bg1"/>
                </a:solidFill>
              </a:rPr>
              <a:t>i</a:t>
            </a:r>
            <a:r>
              <a:rPr lang="en-IN" spc="-16" dirty="0">
                <a:solidFill>
                  <a:schemeClr val="bg1"/>
                </a:solidFill>
              </a:rPr>
              <a:t>v</a:t>
            </a:r>
            <a:r>
              <a:rPr lang="en-IN" spc="-47" dirty="0">
                <a:solidFill>
                  <a:schemeClr val="bg1"/>
                </a:solidFill>
              </a:rPr>
              <a:t>e</a:t>
            </a:r>
            <a:r>
              <a:rPr lang="en-IN" spc="-176" dirty="0">
                <a:solidFill>
                  <a:schemeClr val="bg1"/>
                </a:solidFill>
              </a:rPr>
              <a:t> </a:t>
            </a:r>
            <a:r>
              <a:rPr lang="en-IN" spc="-44" dirty="0">
                <a:solidFill>
                  <a:schemeClr val="bg1"/>
                </a:solidFill>
              </a:rPr>
              <a:t>F</a:t>
            </a:r>
            <a:r>
              <a:rPr lang="en-IN" spc="3" dirty="0">
                <a:solidFill>
                  <a:schemeClr val="bg1"/>
                </a:solidFill>
              </a:rPr>
              <a:t>iel</a:t>
            </a:r>
            <a:r>
              <a:rPr lang="en-IN" spc="6" dirty="0">
                <a:solidFill>
                  <a:schemeClr val="bg1"/>
                </a:solidFill>
              </a:rPr>
              <a:t>d</a:t>
            </a:r>
            <a:r>
              <a:rPr lang="en-IN" spc="-44" dirty="0">
                <a:solidFill>
                  <a:schemeClr val="bg1"/>
                </a:solidFill>
              </a:rPr>
              <a:t>s – deeper layers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26" name="Picture 2" descr="https://miro.medium.com/v2/resize:fit:700/1*v72G1Y7yiPYMAK14BgSNYw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0" y="631825"/>
            <a:ext cx="3598044" cy="181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3092117"/>
            <a:ext cx="2882900" cy="165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473" dirty="0"/>
              <a:t>https://stanford.edu/~shervine/teaching/cs-230/cheatsheet-convolutional-neural-networks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73500" y="860425"/>
            <a:ext cx="1752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dirty="0" smtClean="0"/>
              <a:t>Small RF: Sees local details (edges, textures)</a:t>
            </a:r>
          </a:p>
          <a:p>
            <a:r>
              <a:rPr lang="en-IN" sz="900" dirty="0" smtClean="0"/>
              <a:t>Large RF: Sees global context (entire objects, scenes)</a:t>
            </a:r>
          </a:p>
          <a:p>
            <a:r>
              <a:rPr lang="en-IN" sz="900" dirty="0" smtClean="0"/>
              <a:t>Classification needs large RF for context</a:t>
            </a:r>
          </a:p>
          <a:p>
            <a:r>
              <a:rPr lang="en-IN" sz="900" dirty="0" smtClean="0"/>
              <a:t>Detection needs multi-scale RF for different object sizes</a:t>
            </a:r>
            <a:endParaRPr lang="en-IN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51840" y="410040"/>
              <a:ext cx="5334120" cy="21729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40" y="399600"/>
                <a:ext cx="5358960" cy="219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072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6289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Receptive</a:t>
            </a:r>
            <a:r>
              <a:rPr sz="17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Field: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Visual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49844"/>
            <a:ext cx="5760211" cy="2691723"/>
            <a:chOff x="0" y="542287"/>
            <a:chExt cx="5760211" cy="2691723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" y="542287"/>
              <a:ext cx="5174488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85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3768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Receptive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Field: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Calculation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207253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86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644760" y="428400"/>
              <a:ext cx="4926960" cy="187308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960" y="416520"/>
                <a:ext cx="4949280" cy="189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42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Learning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Kernel: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31621"/>
            <a:ext cx="5193030" cy="1788795"/>
            <a:chOff x="309194" y="531621"/>
            <a:chExt cx="5193030" cy="1788795"/>
          </a:xfrm>
        </p:grpSpPr>
        <p:sp>
          <p:nvSpPr>
            <p:cNvPr id="4" name="object 4"/>
            <p:cNvSpPr/>
            <p:nvPr/>
          </p:nvSpPr>
          <p:spPr>
            <a:xfrm>
              <a:off x="309194" y="531621"/>
              <a:ext cx="5142230" cy="223520"/>
            </a:xfrm>
            <a:custGeom>
              <a:avLst/>
              <a:gdLst/>
              <a:ahLst/>
              <a:cxnLst/>
              <a:rect l="l" t="t" r="r" b="b"/>
              <a:pathLst>
                <a:path w="5142230" h="223520">
                  <a:moveTo>
                    <a:pt x="5090845" y="0"/>
                  </a:moveTo>
                  <a:lnTo>
                    <a:pt x="50800" y="0"/>
                  </a:lnTo>
                  <a:lnTo>
                    <a:pt x="31076" y="3937"/>
                  </a:lnTo>
                  <a:lnTo>
                    <a:pt x="14922" y="14859"/>
                  </a:lnTo>
                  <a:lnTo>
                    <a:pt x="4000" y="30987"/>
                  </a:lnTo>
                  <a:lnTo>
                    <a:pt x="0" y="50800"/>
                  </a:lnTo>
                  <a:lnTo>
                    <a:pt x="0" y="223266"/>
                  </a:lnTo>
                  <a:lnTo>
                    <a:pt x="5141645" y="223266"/>
                  </a:lnTo>
                  <a:lnTo>
                    <a:pt x="5141645" y="50800"/>
                  </a:lnTo>
                  <a:lnTo>
                    <a:pt x="5137708" y="30987"/>
                  </a:lnTo>
                  <a:lnTo>
                    <a:pt x="5126786" y="14859"/>
                  </a:lnTo>
                  <a:lnTo>
                    <a:pt x="5110530" y="3937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934719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75856"/>
              <a:ext cx="5192522" cy="46046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86510"/>
              <a:ext cx="5142230" cy="199390"/>
            </a:xfrm>
            <a:custGeom>
              <a:avLst/>
              <a:gdLst/>
              <a:ahLst/>
              <a:cxnLst/>
              <a:rect l="l" t="t" r="r" b="b"/>
              <a:pathLst>
                <a:path w="5142230" h="199390">
                  <a:moveTo>
                    <a:pt x="5141645" y="0"/>
                  </a:moveTo>
                  <a:lnTo>
                    <a:pt x="0" y="0"/>
                  </a:lnTo>
                  <a:lnTo>
                    <a:pt x="0" y="148209"/>
                  </a:lnTo>
                  <a:lnTo>
                    <a:pt x="4000" y="167894"/>
                  </a:lnTo>
                  <a:lnTo>
                    <a:pt x="14922" y="184023"/>
                  </a:lnTo>
                  <a:lnTo>
                    <a:pt x="31076" y="194945"/>
                  </a:lnTo>
                  <a:lnTo>
                    <a:pt x="50800" y="199009"/>
                  </a:lnTo>
                  <a:lnTo>
                    <a:pt x="5090845" y="199009"/>
                  </a:lnTo>
                  <a:lnTo>
                    <a:pt x="5110530" y="194945"/>
                  </a:lnTo>
                  <a:lnTo>
                    <a:pt x="5126786" y="184023"/>
                  </a:lnTo>
                  <a:lnTo>
                    <a:pt x="5137708" y="167894"/>
                  </a:lnTo>
                  <a:lnTo>
                    <a:pt x="5141645" y="148209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13917"/>
              <a:ext cx="0" cy="340360"/>
            </a:xfrm>
            <a:custGeom>
              <a:avLst/>
              <a:gdLst/>
              <a:ahLst/>
              <a:cxnLst/>
              <a:rect l="l" t="t" r="r" b="b"/>
              <a:pathLst>
                <a:path h="340359">
                  <a:moveTo>
                    <a:pt x="0" y="339851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60121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8851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7581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56767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430451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826183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038489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250757"/>
              <a:ext cx="69291" cy="6929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4263" y="416134"/>
            <a:ext cx="4905375" cy="25469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00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Key</a:t>
            </a:r>
            <a:r>
              <a:rPr sz="1400" cap="small" spc="75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Question</a:t>
            </a:r>
            <a:endParaRPr sz="14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455"/>
              </a:spcBef>
            </a:pP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convolutional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kernels/filters?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0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Answer: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Through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Gradient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Descent!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265"/>
              </a:spcBef>
            </a:pP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learnable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parameters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(like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fully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connected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latin typeface="Arial MT"/>
                <a:cs typeface="Arial MT"/>
              </a:rPr>
              <a:t>layers)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365"/>
              </a:spcBef>
            </a:pPr>
            <a:r>
              <a:rPr sz="1050" dirty="0">
                <a:latin typeface="Arial MT"/>
                <a:cs typeface="Arial MT"/>
              </a:rPr>
              <a:t>Initialized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randomly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specific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strategies)</a:t>
            </a:r>
            <a:endParaRPr sz="1050">
              <a:latin typeface="Arial MT"/>
              <a:cs typeface="Arial MT"/>
            </a:endParaRPr>
          </a:p>
          <a:p>
            <a:pPr marL="322580" marR="1388110">
              <a:lnSpc>
                <a:spcPct val="132400"/>
              </a:lnSpc>
              <a:spcBef>
                <a:spcPts val="10"/>
              </a:spcBef>
            </a:pPr>
            <a:r>
              <a:rPr sz="1050" dirty="0">
                <a:latin typeface="Arial MT"/>
                <a:cs typeface="Arial MT"/>
              </a:rPr>
              <a:t>Updated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backpropagation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gradient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descent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minimize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loss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function</a:t>
            </a:r>
            <a:endParaRPr sz="10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19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Process:</a:t>
            </a:r>
            <a:endParaRPr sz="10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995"/>
              </a:spcBef>
            </a:pPr>
            <a:r>
              <a:rPr sz="1050" dirty="0">
                <a:latin typeface="Arial MT"/>
                <a:cs typeface="Arial MT"/>
              </a:rPr>
              <a:t>Random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kernels </a:t>
            </a:r>
            <a:r>
              <a:rPr sz="1050" spc="-359" baseline="23809" dirty="0">
                <a:latin typeface="Arial MT"/>
                <a:cs typeface="Arial MT"/>
              </a:rPr>
              <a:t>T</a:t>
            </a:r>
            <a:r>
              <a:rPr sz="1200" spc="-1065" dirty="0">
                <a:latin typeface="Microsoft YaHei UI"/>
                <a:cs typeface="Microsoft YaHei UI"/>
              </a:rPr>
              <a:t>—</a:t>
            </a:r>
            <a:r>
              <a:rPr sz="1050" spc="-22" baseline="23809" dirty="0">
                <a:latin typeface="Arial MT"/>
                <a:cs typeface="Arial MT"/>
              </a:rPr>
              <a:t>ra</a:t>
            </a:r>
            <a:r>
              <a:rPr sz="1050" spc="-15" baseline="23809" dirty="0">
                <a:latin typeface="Arial MT"/>
                <a:cs typeface="Arial MT"/>
              </a:rPr>
              <a:t>i</a:t>
            </a:r>
            <a:r>
              <a:rPr sz="1050" spc="-300" baseline="23809" dirty="0">
                <a:latin typeface="Arial MT"/>
                <a:cs typeface="Arial MT"/>
              </a:rPr>
              <a:t>n</a:t>
            </a:r>
            <a:r>
              <a:rPr sz="1200" spc="-1110" dirty="0">
                <a:latin typeface="Microsoft YaHei UI"/>
                <a:cs typeface="Microsoft YaHei UI"/>
              </a:rPr>
              <a:t>—</a:t>
            </a:r>
            <a:r>
              <a:rPr sz="1050" spc="-15" baseline="23809" dirty="0">
                <a:latin typeface="Arial MT"/>
                <a:cs typeface="Arial MT"/>
              </a:rPr>
              <a:t>ing</a:t>
            </a:r>
            <a:r>
              <a:rPr sz="1050" spc="-157" baseline="2380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→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Meaningful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edge/texture/pattern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detectors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9" name="object 19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88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Ink 23"/>
              <p14:cNvContentPartPr/>
              <p14:nvPr/>
            </p14:nvContentPartPr>
            <p14:xfrm>
              <a:off x="1159560" y="1535040"/>
              <a:ext cx="1067040" cy="661320"/>
            </p14:xfrm>
          </p:contentPart>
        </mc:Choice>
        <mc:Fallback>
          <p:pic>
            <p:nvPicPr>
              <p:cNvPr id="24" name="Ink 2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46240" y="1522080"/>
                <a:ext cx="1093320" cy="68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9157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Kernels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Parameters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075557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89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1202400" y="768600"/>
              <a:ext cx="4159800" cy="174852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1240" y="758160"/>
                <a:ext cx="4184640" cy="176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1305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Learned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Kernels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Look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5" dirty="0">
                <a:solidFill>
                  <a:srgbClr val="FFFFFF"/>
                </a:solidFill>
                <a:latin typeface="Calibri"/>
                <a:cs typeface="Calibri"/>
              </a:rPr>
              <a:t>Like?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100574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90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8068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700" cap="small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Kernels: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Backpropagation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176"/>
            <a:ext cx="4712716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91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508320" y="496800"/>
              <a:ext cx="4469760" cy="209448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8240" y="483120"/>
                <a:ext cx="4493880" cy="212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Dilated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(Atrous)</a:t>
            </a:r>
            <a:r>
              <a:rPr cap="small" spc="-30" dirty="0">
                <a:solidFill>
                  <a:srgbClr val="FFFFFF"/>
                </a:solidFill>
              </a:rPr>
              <a:t> Convolution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37463"/>
            <a:ext cx="5193030" cy="1589405"/>
            <a:chOff x="309194" y="537463"/>
            <a:chExt cx="5193030" cy="1589405"/>
          </a:xfrm>
        </p:grpSpPr>
        <p:sp>
          <p:nvSpPr>
            <p:cNvPr id="4" name="object 4"/>
            <p:cNvSpPr/>
            <p:nvPr/>
          </p:nvSpPr>
          <p:spPr>
            <a:xfrm>
              <a:off x="309194" y="537463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6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986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108582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81685"/>
              <a:ext cx="5192522" cy="6284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75969"/>
              <a:ext cx="5142230" cy="383540"/>
            </a:xfrm>
            <a:custGeom>
              <a:avLst/>
              <a:gdLst/>
              <a:ahLst/>
              <a:cxnLst/>
              <a:rect l="l" t="t" r="r" b="b"/>
              <a:pathLst>
                <a:path w="5142230" h="383540">
                  <a:moveTo>
                    <a:pt x="5141645" y="0"/>
                  </a:moveTo>
                  <a:lnTo>
                    <a:pt x="0" y="0"/>
                  </a:lnTo>
                  <a:lnTo>
                    <a:pt x="0" y="332613"/>
                  </a:lnTo>
                  <a:lnTo>
                    <a:pt x="4000" y="352425"/>
                  </a:lnTo>
                  <a:lnTo>
                    <a:pt x="14922" y="368553"/>
                  </a:lnTo>
                  <a:lnTo>
                    <a:pt x="31076" y="379475"/>
                  </a:lnTo>
                  <a:lnTo>
                    <a:pt x="50800" y="383413"/>
                  </a:lnTo>
                  <a:lnTo>
                    <a:pt x="5090845" y="383413"/>
                  </a:lnTo>
                  <a:lnTo>
                    <a:pt x="5110530" y="379475"/>
                  </a:lnTo>
                  <a:lnTo>
                    <a:pt x="5126786" y="368553"/>
                  </a:lnTo>
                  <a:lnTo>
                    <a:pt x="5137708" y="352425"/>
                  </a:lnTo>
                  <a:lnTo>
                    <a:pt x="5141645" y="332613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19886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h="508000">
                  <a:moveTo>
                    <a:pt x="0" y="50774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607186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94486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81786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62736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614855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836089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057247"/>
              <a:ext cx="69291" cy="6929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08863" y="458721"/>
            <a:ext cx="4968240" cy="26301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05"/>
              </a:spcBef>
            </a:pP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Definition</a:t>
            </a:r>
            <a:endParaRPr sz="1400">
              <a:latin typeface="Calibri"/>
              <a:cs typeface="Calibri"/>
            </a:endParaRPr>
          </a:p>
          <a:p>
            <a:pPr marL="50800" marR="17780">
              <a:lnSpc>
                <a:spcPct val="115199"/>
              </a:lnSpc>
              <a:spcBef>
                <a:spcPts val="4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Dilated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convolution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(also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called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atrous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convolution)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inserts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spaces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(holes)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between </a:t>
            </a: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elements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increase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receptive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field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without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increasing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parameters.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Dilation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rate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solidFill>
                  <a:srgbClr val="1B1371"/>
                </a:solidFill>
                <a:latin typeface="Arial"/>
                <a:cs typeface="Arial"/>
              </a:rPr>
              <a:t>r</a:t>
            </a:r>
            <a:r>
              <a:rPr sz="1050" i="1" spc="-25" dirty="0">
                <a:solidFill>
                  <a:srgbClr val="1B1371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: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pixels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elements</a:t>
            </a:r>
            <a:endParaRPr sz="10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20"/>
              </a:spcBef>
            </a:pP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1: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Standard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(no</a:t>
            </a:r>
            <a:r>
              <a:rPr sz="1050" spc="-10" dirty="0">
                <a:latin typeface="Arial MT"/>
                <a:cs typeface="Arial MT"/>
              </a:rPr>
              <a:t> dilation)</a:t>
            </a:r>
            <a:endParaRPr sz="10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00"/>
              </a:spcBef>
            </a:pP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-3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2: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pixel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gap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elements</a:t>
            </a:r>
            <a:endParaRPr sz="10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00"/>
              </a:spcBef>
            </a:pP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3: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pixel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gaps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elements</a:t>
            </a:r>
            <a:endParaRPr sz="1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9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Effective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receptive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field:</a:t>
            </a:r>
            <a:endParaRPr sz="1050">
              <a:latin typeface="Arial MT"/>
              <a:cs typeface="Arial MT"/>
            </a:endParaRPr>
          </a:p>
          <a:p>
            <a:pPr marL="174625" algn="ctr">
              <a:lnSpc>
                <a:spcPct val="100000"/>
              </a:lnSpc>
              <a:spcBef>
                <a:spcPts val="5"/>
              </a:spcBef>
            </a:pPr>
            <a:r>
              <a:rPr sz="1050" i="1" dirty="0">
                <a:latin typeface="Arial"/>
                <a:cs typeface="Arial"/>
              </a:rPr>
              <a:t>k</a:t>
            </a:r>
            <a:r>
              <a:rPr sz="1050" i="1" baseline="-19841" dirty="0">
                <a:latin typeface="Arial"/>
                <a:cs typeface="Arial"/>
              </a:rPr>
              <a:t>eff</a:t>
            </a:r>
            <a:r>
              <a:rPr sz="1050" i="1" spc="-37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Microsoft YaHei UI"/>
                <a:cs typeface="Microsoft YaHei UI"/>
              </a:rPr>
              <a:t>—</a:t>
            </a:r>
            <a:r>
              <a:rPr sz="1200" spc="-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200" dirty="0">
                <a:latin typeface="Tahoma"/>
                <a:cs typeface="Tahoma"/>
              </a:rPr>
              <a:t>)(</a:t>
            </a: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spc="-110" dirty="0">
                <a:latin typeface="Microsoft YaHei UI"/>
                <a:cs typeface="Microsoft YaHei UI"/>
              </a:rPr>
              <a:t>—</a:t>
            </a:r>
            <a:r>
              <a:rPr sz="1200" spc="15" dirty="0">
                <a:latin typeface="Microsoft YaHei UI"/>
                <a:cs typeface="Microsoft YaHei UI"/>
              </a:rPr>
              <a:t> </a:t>
            </a:r>
            <a:r>
              <a:rPr sz="1050" spc="-35" dirty="0">
                <a:latin typeface="Arial MT"/>
                <a:cs typeface="Arial MT"/>
              </a:rPr>
              <a:t>1</a:t>
            </a:r>
            <a:r>
              <a:rPr sz="1200" spc="-3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800"/>
              </a:spcBef>
            </a:pPr>
            <a:r>
              <a:rPr sz="1050" dirty="0">
                <a:latin typeface="Arial MT"/>
                <a:cs typeface="Arial MT"/>
              </a:rPr>
              <a:t>where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3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dilation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rate</a:t>
            </a:r>
            <a:endParaRPr sz="1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Example: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3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spc="3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effective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5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receptive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field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8" name="object 1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92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Ink 22"/>
              <p14:cNvContentPartPr/>
              <p14:nvPr/>
            </p14:nvContentPartPr>
            <p14:xfrm>
              <a:off x="513000" y="1354680"/>
              <a:ext cx="4395600" cy="1768680"/>
            </p14:xfrm>
          </p:contentPart>
        </mc:Choice>
        <mc:Fallback>
          <p:pic>
            <p:nvPicPr>
              <p:cNvPr id="23" name="Ink 2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880" y="1345320"/>
                <a:ext cx="4425120" cy="178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Dilated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Convolution: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Visual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1852" y="776477"/>
            <a:ext cx="19735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Standard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vs.</a:t>
            </a:r>
            <a:r>
              <a:rPr sz="1050" spc="-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Dilated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Convolution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4195" y="1011364"/>
            <a:ext cx="1046480" cy="1046480"/>
            <a:chOff x="1564195" y="1011364"/>
            <a:chExt cx="1046480" cy="1046480"/>
          </a:xfrm>
        </p:grpSpPr>
        <p:sp>
          <p:nvSpPr>
            <p:cNvPr id="5" name="object 5"/>
            <p:cNvSpPr/>
            <p:nvPr/>
          </p:nvSpPr>
          <p:spPr>
            <a:xfrm>
              <a:off x="1568958" y="1016126"/>
              <a:ext cx="1036955" cy="1036955"/>
            </a:xfrm>
            <a:custGeom>
              <a:avLst/>
              <a:gdLst/>
              <a:ahLst/>
              <a:cxnLst/>
              <a:rect l="l" t="t" r="r" b="b"/>
              <a:pathLst>
                <a:path w="1036955" h="1036955">
                  <a:moveTo>
                    <a:pt x="0" y="1036751"/>
                  </a:moveTo>
                  <a:lnTo>
                    <a:pt x="1036828" y="1036751"/>
                  </a:lnTo>
                </a:path>
                <a:path w="1036955" h="1036955">
                  <a:moveTo>
                    <a:pt x="0" y="907160"/>
                  </a:moveTo>
                  <a:lnTo>
                    <a:pt x="1036828" y="907160"/>
                  </a:lnTo>
                </a:path>
                <a:path w="1036955" h="1036955">
                  <a:moveTo>
                    <a:pt x="0" y="777494"/>
                  </a:moveTo>
                  <a:lnTo>
                    <a:pt x="1036828" y="777494"/>
                  </a:lnTo>
                </a:path>
                <a:path w="1036955" h="1036955">
                  <a:moveTo>
                    <a:pt x="0" y="647954"/>
                  </a:moveTo>
                  <a:lnTo>
                    <a:pt x="1036828" y="647954"/>
                  </a:lnTo>
                </a:path>
                <a:path w="1036955" h="1036955">
                  <a:moveTo>
                    <a:pt x="0" y="518413"/>
                  </a:moveTo>
                  <a:lnTo>
                    <a:pt x="1036828" y="518413"/>
                  </a:lnTo>
                </a:path>
                <a:path w="1036955" h="1036955">
                  <a:moveTo>
                    <a:pt x="0" y="388746"/>
                  </a:moveTo>
                  <a:lnTo>
                    <a:pt x="1036828" y="388746"/>
                  </a:lnTo>
                </a:path>
                <a:path w="1036955" h="1036955">
                  <a:moveTo>
                    <a:pt x="0" y="259206"/>
                  </a:moveTo>
                  <a:lnTo>
                    <a:pt x="1036828" y="259206"/>
                  </a:lnTo>
                </a:path>
                <a:path w="1036955" h="1036955">
                  <a:moveTo>
                    <a:pt x="0" y="129539"/>
                  </a:moveTo>
                  <a:lnTo>
                    <a:pt x="1036828" y="129539"/>
                  </a:lnTo>
                </a:path>
                <a:path w="1036955" h="1036955">
                  <a:moveTo>
                    <a:pt x="0" y="0"/>
                  </a:moveTo>
                  <a:lnTo>
                    <a:pt x="1036828" y="0"/>
                  </a:lnTo>
                </a:path>
                <a:path w="1036955" h="1036955">
                  <a:moveTo>
                    <a:pt x="0" y="1036751"/>
                  </a:moveTo>
                  <a:lnTo>
                    <a:pt x="0" y="0"/>
                  </a:lnTo>
                </a:path>
                <a:path w="1036955" h="1036955">
                  <a:moveTo>
                    <a:pt x="129666" y="1036751"/>
                  </a:moveTo>
                  <a:lnTo>
                    <a:pt x="129666" y="0"/>
                  </a:lnTo>
                </a:path>
                <a:path w="1036955" h="1036955">
                  <a:moveTo>
                    <a:pt x="259206" y="1036751"/>
                  </a:moveTo>
                  <a:lnTo>
                    <a:pt x="259206" y="0"/>
                  </a:lnTo>
                </a:path>
                <a:path w="1036955" h="1036955">
                  <a:moveTo>
                    <a:pt x="388873" y="1036751"/>
                  </a:moveTo>
                  <a:lnTo>
                    <a:pt x="388873" y="0"/>
                  </a:lnTo>
                </a:path>
                <a:path w="1036955" h="1036955">
                  <a:moveTo>
                    <a:pt x="518414" y="1036751"/>
                  </a:moveTo>
                  <a:lnTo>
                    <a:pt x="518414" y="0"/>
                  </a:lnTo>
                </a:path>
                <a:path w="1036955" h="1036955">
                  <a:moveTo>
                    <a:pt x="648080" y="1036751"/>
                  </a:moveTo>
                  <a:lnTo>
                    <a:pt x="648080" y="0"/>
                  </a:lnTo>
                </a:path>
                <a:path w="1036955" h="1036955">
                  <a:moveTo>
                    <a:pt x="777621" y="1036751"/>
                  </a:moveTo>
                  <a:lnTo>
                    <a:pt x="777621" y="0"/>
                  </a:lnTo>
                </a:path>
                <a:path w="1036955" h="1036955">
                  <a:moveTo>
                    <a:pt x="907287" y="1036751"/>
                  </a:moveTo>
                  <a:lnTo>
                    <a:pt x="907287" y="0"/>
                  </a:lnTo>
                </a:path>
                <a:path w="1036955" h="1036955">
                  <a:moveTo>
                    <a:pt x="1036828" y="1036751"/>
                  </a:moveTo>
                  <a:lnTo>
                    <a:pt x="1036828" y="0"/>
                  </a:lnTo>
                </a:path>
              </a:pathLst>
            </a:custGeom>
            <a:ln w="9525">
              <a:solidFill>
                <a:srgbClr val="D7D7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8625" y="1145616"/>
              <a:ext cx="389255" cy="389255"/>
            </a:xfrm>
            <a:custGeom>
              <a:avLst/>
              <a:gdLst/>
              <a:ahLst/>
              <a:cxnLst/>
              <a:rect l="l" t="t" r="r" b="b"/>
              <a:pathLst>
                <a:path w="389255" h="389255">
                  <a:moveTo>
                    <a:pt x="0" y="388797"/>
                  </a:moveTo>
                  <a:lnTo>
                    <a:pt x="388810" y="388797"/>
                  </a:lnTo>
                  <a:lnTo>
                    <a:pt x="388810" y="0"/>
                  </a:lnTo>
                  <a:lnTo>
                    <a:pt x="0" y="0"/>
                  </a:lnTo>
                  <a:lnTo>
                    <a:pt x="0" y="388797"/>
                  </a:lnTo>
                  <a:close/>
                </a:path>
              </a:pathLst>
            </a:custGeom>
            <a:ln w="202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240" y="1372455"/>
              <a:ext cx="64803" cy="648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240" y="1242915"/>
              <a:ext cx="64803" cy="648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6240" y="1113248"/>
              <a:ext cx="64803" cy="64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5780" y="1372455"/>
              <a:ext cx="64803" cy="648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5780" y="1242915"/>
              <a:ext cx="64803" cy="648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5780" y="1113248"/>
              <a:ext cx="64803" cy="648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5447" y="1372455"/>
              <a:ext cx="64803" cy="648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5447" y="1242915"/>
              <a:ext cx="64803" cy="648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25447" y="1113248"/>
              <a:ext cx="64803" cy="6480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64386" y="2085238"/>
            <a:ext cx="1009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 MT"/>
                <a:cs typeface="Arial MT"/>
              </a:rPr>
              <a:t>Standard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</a:t>
            </a: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050" spc="-25" dirty="0">
                <a:latin typeface="Arial MT"/>
                <a:cs typeface="Arial MT"/>
              </a:rPr>
              <a:t>1)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32330" y="2220874"/>
            <a:ext cx="9010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latin typeface="Arial MT"/>
                <a:cs typeface="Arial MT"/>
              </a:rPr>
              <a:t>Receptive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field: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3 </a:t>
            </a:r>
            <a:r>
              <a:rPr sz="800" i="1" dirty="0">
                <a:latin typeface="Verdana"/>
                <a:cs typeface="Verdana"/>
              </a:rPr>
              <a:t>×</a:t>
            </a:r>
            <a:r>
              <a:rPr sz="800" i="1" spc="-5" dirty="0">
                <a:latin typeface="Verdana"/>
                <a:cs typeface="Verdana"/>
              </a:rPr>
              <a:t> </a:t>
            </a:r>
            <a:r>
              <a:rPr sz="700" spc="-5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84207" y="1011364"/>
            <a:ext cx="1046480" cy="1046480"/>
            <a:chOff x="3184207" y="1011364"/>
            <a:chExt cx="1046480" cy="1046480"/>
          </a:xfrm>
        </p:grpSpPr>
        <p:sp>
          <p:nvSpPr>
            <p:cNvPr id="19" name="object 19"/>
            <p:cNvSpPr/>
            <p:nvPr/>
          </p:nvSpPr>
          <p:spPr>
            <a:xfrm>
              <a:off x="3188970" y="1016126"/>
              <a:ext cx="1036955" cy="1036955"/>
            </a:xfrm>
            <a:custGeom>
              <a:avLst/>
              <a:gdLst/>
              <a:ahLst/>
              <a:cxnLst/>
              <a:rect l="l" t="t" r="r" b="b"/>
              <a:pathLst>
                <a:path w="1036954" h="1036955">
                  <a:moveTo>
                    <a:pt x="0" y="1036751"/>
                  </a:moveTo>
                  <a:lnTo>
                    <a:pt x="1036828" y="1036751"/>
                  </a:lnTo>
                </a:path>
                <a:path w="1036954" h="1036955">
                  <a:moveTo>
                    <a:pt x="0" y="907160"/>
                  </a:moveTo>
                  <a:lnTo>
                    <a:pt x="1036828" y="907160"/>
                  </a:lnTo>
                </a:path>
                <a:path w="1036954" h="1036955">
                  <a:moveTo>
                    <a:pt x="0" y="777494"/>
                  </a:moveTo>
                  <a:lnTo>
                    <a:pt x="1036828" y="777494"/>
                  </a:lnTo>
                </a:path>
                <a:path w="1036954" h="1036955">
                  <a:moveTo>
                    <a:pt x="0" y="647954"/>
                  </a:moveTo>
                  <a:lnTo>
                    <a:pt x="1036828" y="647954"/>
                  </a:lnTo>
                </a:path>
                <a:path w="1036954" h="1036955">
                  <a:moveTo>
                    <a:pt x="0" y="518413"/>
                  </a:moveTo>
                  <a:lnTo>
                    <a:pt x="1036828" y="518413"/>
                  </a:lnTo>
                </a:path>
                <a:path w="1036954" h="1036955">
                  <a:moveTo>
                    <a:pt x="0" y="388746"/>
                  </a:moveTo>
                  <a:lnTo>
                    <a:pt x="1036828" y="388746"/>
                  </a:lnTo>
                </a:path>
                <a:path w="1036954" h="1036955">
                  <a:moveTo>
                    <a:pt x="0" y="259206"/>
                  </a:moveTo>
                  <a:lnTo>
                    <a:pt x="1036828" y="259206"/>
                  </a:lnTo>
                </a:path>
                <a:path w="1036954" h="1036955">
                  <a:moveTo>
                    <a:pt x="0" y="129539"/>
                  </a:moveTo>
                  <a:lnTo>
                    <a:pt x="1036828" y="129539"/>
                  </a:lnTo>
                </a:path>
                <a:path w="1036954" h="1036955">
                  <a:moveTo>
                    <a:pt x="0" y="0"/>
                  </a:moveTo>
                  <a:lnTo>
                    <a:pt x="1036828" y="0"/>
                  </a:lnTo>
                </a:path>
                <a:path w="1036954" h="1036955">
                  <a:moveTo>
                    <a:pt x="64769" y="1036751"/>
                  </a:moveTo>
                  <a:lnTo>
                    <a:pt x="64769" y="0"/>
                  </a:lnTo>
                </a:path>
                <a:path w="1036954" h="1036955">
                  <a:moveTo>
                    <a:pt x="194437" y="1036751"/>
                  </a:moveTo>
                  <a:lnTo>
                    <a:pt x="194437" y="0"/>
                  </a:lnTo>
                </a:path>
                <a:path w="1036954" h="1036955">
                  <a:moveTo>
                    <a:pt x="323977" y="1036751"/>
                  </a:moveTo>
                  <a:lnTo>
                    <a:pt x="323977" y="0"/>
                  </a:lnTo>
                </a:path>
                <a:path w="1036954" h="1036955">
                  <a:moveTo>
                    <a:pt x="453644" y="1036751"/>
                  </a:moveTo>
                  <a:lnTo>
                    <a:pt x="453644" y="0"/>
                  </a:lnTo>
                </a:path>
                <a:path w="1036954" h="1036955">
                  <a:moveTo>
                    <a:pt x="583183" y="1036751"/>
                  </a:moveTo>
                  <a:lnTo>
                    <a:pt x="583183" y="0"/>
                  </a:lnTo>
                </a:path>
                <a:path w="1036954" h="1036955">
                  <a:moveTo>
                    <a:pt x="712851" y="1036751"/>
                  </a:moveTo>
                  <a:lnTo>
                    <a:pt x="712851" y="0"/>
                  </a:lnTo>
                </a:path>
                <a:path w="1036954" h="1036955">
                  <a:moveTo>
                    <a:pt x="842391" y="1036751"/>
                  </a:moveTo>
                  <a:lnTo>
                    <a:pt x="842391" y="0"/>
                  </a:lnTo>
                </a:path>
                <a:path w="1036954" h="1036955">
                  <a:moveTo>
                    <a:pt x="972057" y="1036751"/>
                  </a:moveTo>
                  <a:lnTo>
                    <a:pt x="972057" y="0"/>
                  </a:lnTo>
                </a:path>
              </a:pathLst>
            </a:custGeom>
            <a:ln w="9525">
              <a:solidFill>
                <a:srgbClr val="D7D7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18637" y="1080884"/>
              <a:ext cx="842644" cy="842644"/>
            </a:xfrm>
            <a:custGeom>
              <a:avLst/>
              <a:gdLst/>
              <a:ahLst/>
              <a:cxnLst/>
              <a:rect l="l" t="t" r="r" b="b"/>
              <a:pathLst>
                <a:path w="842645" h="842644">
                  <a:moveTo>
                    <a:pt x="0" y="842403"/>
                  </a:moveTo>
                  <a:lnTo>
                    <a:pt x="842403" y="842403"/>
                  </a:lnTo>
                  <a:lnTo>
                    <a:pt x="842403" y="0"/>
                  </a:lnTo>
                  <a:lnTo>
                    <a:pt x="0" y="0"/>
                  </a:lnTo>
                  <a:lnTo>
                    <a:pt x="0" y="842403"/>
                  </a:lnTo>
                  <a:close/>
                </a:path>
              </a:pathLst>
            </a:custGeom>
            <a:ln w="202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5459" y="1437225"/>
              <a:ext cx="64803" cy="6480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04666" y="1437225"/>
              <a:ext cx="64803" cy="648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3873" y="1437225"/>
              <a:ext cx="64803" cy="648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5459" y="1178018"/>
              <a:ext cx="64803" cy="648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04666" y="1178018"/>
              <a:ext cx="64803" cy="6480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3873" y="1178018"/>
              <a:ext cx="64803" cy="6480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5459" y="1696432"/>
              <a:ext cx="64803" cy="6480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04666" y="1696432"/>
              <a:ext cx="64803" cy="6480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3873" y="1696432"/>
              <a:ext cx="64803" cy="6480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249548" y="2084933"/>
            <a:ext cx="882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Dilated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</a:t>
            </a: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25" dirty="0">
                <a:latin typeface="Arial MT"/>
                <a:cs typeface="Arial MT"/>
              </a:rPr>
              <a:t>2)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52596" y="2220874"/>
            <a:ext cx="9010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 MT"/>
                <a:cs typeface="Arial MT"/>
              </a:rPr>
              <a:t>Receptive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field: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5</a:t>
            </a:r>
            <a:r>
              <a:rPr sz="700" spc="-25" dirty="0">
                <a:latin typeface="Arial MT"/>
                <a:cs typeface="Arial MT"/>
              </a:rPr>
              <a:t> </a:t>
            </a:r>
            <a:r>
              <a:rPr sz="800" i="1" dirty="0">
                <a:latin typeface="Verdana"/>
                <a:cs typeface="Verdana"/>
              </a:rPr>
              <a:t>×</a:t>
            </a:r>
            <a:r>
              <a:rPr sz="800" i="1" spc="-15" dirty="0">
                <a:latin typeface="Verdana"/>
                <a:cs typeface="Verdana"/>
              </a:rPr>
              <a:t> </a:t>
            </a:r>
            <a:r>
              <a:rPr sz="700" spc="-50" dirty="0"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6963" y="2632963"/>
            <a:ext cx="44437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Advantage: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(9),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larger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receptive </a:t>
            </a:r>
            <a:r>
              <a:rPr sz="1050" spc="-10" dirty="0">
                <a:latin typeface="Arial MT"/>
                <a:cs typeface="Arial MT"/>
              </a:rPr>
              <a:t>field!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34" name="object 3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93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9" name="Ink 38"/>
              <p14:cNvContentPartPr/>
              <p14:nvPr/>
            </p14:nvContentPartPr>
            <p14:xfrm>
              <a:off x="1329840" y="1284840"/>
              <a:ext cx="359640" cy="341280"/>
            </p14:xfrm>
          </p:contentPart>
        </mc:Choice>
        <mc:Fallback>
          <p:pic>
            <p:nvPicPr>
              <p:cNvPr id="39" name="Ink 3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20840" y="1275120"/>
                <a:ext cx="3798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0" name="Ink 39"/>
              <p14:cNvContentPartPr/>
              <p14:nvPr/>
            </p14:nvContentPartPr>
            <p14:xfrm>
              <a:off x="1442520" y="587160"/>
              <a:ext cx="4258440" cy="2281320"/>
            </p14:xfrm>
          </p:contentPart>
        </mc:Choice>
        <mc:Fallback>
          <p:pic>
            <p:nvPicPr>
              <p:cNvPr id="40" name="Ink 3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32800" y="576720"/>
                <a:ext cx="4284000" cy="230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</a:rPr>
              <a:t>Dilated</a:t>
            </a:r>
            <a:r>
              <a:rPr sz="1400" cap="small" spc="12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Convolution:</a:t>
            </a:r>
            <a:r>
              <a:rPr sz="1400" cap="small" spc="20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Applications</a:t>
            </a:r>
            <a:r>
              <a:rPr sz="1400" cap="small" spc="130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and</a:t>
            </a:r>
            <a:r>
              <a:rPr sz="1400" cap="small" spc="95" dirty="0">
                <a:solidFill>
                  <a:srgbClr val="FFFFFF"/>
                </a:solidFill>
              </a:rPr>
              <a:t> </a:t>
            </a:r>
            <a:r>
              <a:rPr sz="1400" cap="small" spc="-25" dirty="0">
                <a:solidFill>
                  <a:srgbClr val="FFFFFF"/>
                </a:solidFill>
              </a:rPr>
              <a:t>Benefits</a:t>
            </a:r>
            <a:endParaRPr sz="1400"/>
          </a:p>
        </p:txBody>
      </p:sp>
      <p:grpSp>
        <p:nvGrpSpPr>
          <p:cNvPr id="3" name="object 3"/>
          <p:cNvGrpSpPr/>
          <p:nvPr/>
        </p:nvGrpSpPr>
        <p:grpSpPr>
          <a:xfrm>
            <a:off x="513702" y="636320"/>
            <a:ext cx="367665" cy="1744980"/>
            <a:chOff x="513702" y="636320"/>
            <a:chExt cx="367665" cy="1744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636320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87906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0044" y="1557681"/>
              <a:ext cx="121258" cy="12125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044" y="1729766"/>
              <a:ext cx="121258" cy="1212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0044" y="1901851"/>
              <a:ext cx="121258" cy="1212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0044" y="2073923"/>
              <a:ext cx="121259" cy="12125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311539"/>
              <a:ext cx="69291" cy="6929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68553" y="500829"/>
            <a:ext cx="4602480" cy="245618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5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When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to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Use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Dilated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Convolutions:</a:t>
            </a:r>
            <a:endParaRPr sz="10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Semantic</a:t>
            </a:r>
            <a:r>
              <a:rPr sz="9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segmentation:</a:t>
            </a:r>
            <a:r>
              <a:rPr sz="9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Need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large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receptive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field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while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maintaining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resolution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Dense</a:t>
            </a:r>
            <a:r>
              <a:rPr sz="9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prediction</a:t>
            </a:r>
            <a:r>
              <a:rPr sz="9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tasks:</a:t>
            </a:r>
            <a:r>
              <a:rPr sz="9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Object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detection,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depth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estimation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Audio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processing:</a:t>
            </a:r>
            <a:r>
              <a:rPr sz="9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WaveNet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uses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dilated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convolutions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sequence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modeling</a:t>
            </a:r>
            <a:endParaRPr sz="95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39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Benefits:</a:t>
            </a:r>
            <a:endParaRPr sz="1050">
              <a:latin typeface="Arial MT"/>
              <a:cs typeface="Arial MT"/>
            </a:endParaRPr>
          </a:p>
          <a:p>
            <a:pPr marL="230504">
              <a:lnSpc>
                <a:spcPct val="100000"/>
              </a:lnSpc>
              <a:spcBef>
                <a:spcPts val="315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900" spc="472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Larger</a:t>
            </a:r>
            <a:r>
              <a:rPr sz="9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receptive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field</a:t>
            </a:r>
            <a:r>
              <a:rPr sz="9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without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pooling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or</a:t>
            </a:r>
            <a:r>
              <a:rPr sz="950" spc="-10" dirty="0">
                <a:latin typeface="Arial MT"/>
                <a:cs typeface="Arial MT"/>
              </a:rPr>
              <a:t> striding</a:t>
            </a:r>
            <a:endParaRPr sz="950">
              <a:latin typeface="Arial MT"/>
              <a:cs typeface="Arial MT"/>
            </a:endParaRPr>
          </a:p>
          <a:p>
            <a:pPr marL="230504">
              <a:lnSpc>
                <a:spcPct val="100000"/>
              </a:lnSpc>
              <a:spcBef>
                <a:spcPts val="215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900" spc="465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Preserve</a:t>
            </a:r>
            <a:r>
              <a:rPr sz="9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spatial</a:t>
            </a:r>
            <a:r>
              <a:rPr sz="9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resolution</a:t>
            </a:r>
            <a:r>
              <a:rPr sz="9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(no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downsampling)</a:t>
            </a:r>
            <a:endParaRPr sz="950">
              <a:latin typeface="Arial MT"/>
              <a:cs typeface="Arial MT"/>
            </a:endParaRPr>
          </a:p>
          <a:p>
            <a:pPr marL="230504">
              <a:lnSpc>
                <a:spcPct val="100000"/>
              </a:lnSpc>
              <a:spcBef>
                <a:spcPts val="220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900" spc="465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Same</a:t>
            </a:r>
            <a:r>
              <a:rPr sz="9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parameter</a:t>
            </a:r>
            <a:r>
              <a:rPr sz="9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count</a:t>
            </a:r>
            <a:r>
              <a:rPr sz="9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as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standard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convolution</a:t>
            </a:r>
            <a:endParaRPr sz="950">
              <a:latin typeface="Arial MT"/>
              <a:cs typeface="Arial MT"/>
            </a:endParaRPr>
          </a:p>
          <a:p>
            <a:pPr marL="230504">
              <a:lnSpc>
                <a:spcPct val="100000"/>
              </a:lnSpc>
              <a:spcBef>
                <a:spcPts val="215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900" spc="487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950" spc="-10" dirty="0">
                <a:solidFill>
                  <a:srgbClr val="1B1371"/>
                </a:solidFill>
                <a:latin typeface="Arial MT"/>
                <a:cs typeface="Arial MT"/>
              </a:rPr>
              <a:t>Multi-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scale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context</a:t>
            </a:r>
            <a:r>
              <a:rPr sz="9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by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using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different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dilation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rates</a:t>
            </a:r>
            <a:endParaRPr sz="95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52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Trade-offs:</a:t>
            </a:r>
            <a:endParaRPr sz="10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40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May</a:t>
            </a:r>
            <a:r>
              <a:rPr sz="950" spc="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lose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fine-</a:t>
            </a:r>
            <a:r>
              <a:rPr sz="950" spc="-10" dirty="0">
                <a:latin typeface="Arial MT"/>
                <a:cs typeface="Arial MT"/>
              </a:rPr>
              <a:t>grained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local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information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Gridding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artifacts</a:t>
            </a:r>
            <a:r>
              <a:rPr sz="950" spc="-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possible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(mitigated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varying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dilation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rates)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Slightly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more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memory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usage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during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forward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pass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3" name="object 13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94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/>
              <p14:cNvContentPartPr/>
              <p14:nvPr/>
            </p14:nvContentPartPr>
            <p14:xfrm>
              <a:off x="1136880" y="827280"/>
              <a:ext cx="4087800" cy="551160"/>
            </p14:xfrm>
          </p:contentPart>
        </mc:Choice>
        <mc:Fallback>
          <p:pic>
            <p:nvPicPr>
              <p:cNvPr id="18" name="Ink 1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7160" y="819720"/>
                <a:ext cx="4109400" cy="56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Strided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vs.</a:t>
            </a:r>
            <a:r>
              <a:rPr cap="small" spc="-1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Dilated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Convolution:</a:t>
            </a:r>
            <a:r>
              <a:rPr cap="small" spc="-20" dirty="0">
                <a:solidFill>
                  <a:srgbClr val="FFFFFF"/>
                </a:solidFill>
              </a:rPr>
              <a:t> </a:t>
            </a:r>
            <a:r>
              <a:rPr cap="small" spc="-10" dirty="0">
                <a:solidFill>
                  <a:srgbClr val="FFFFFF"/>
                </a:solidFill>
              </a:rPr>
              <a:t>Comparison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34960" y="564324"/>
          <a:ext cx="3074669" cy="1296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3310"/>
                <a:gridCol w="961390"/>
                <a:gridCol w="1029969"/>
              </a:tblGrid>
              <a:tr h="18732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Property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Strided</a:t>
                      </a:r>
                      <a:r>
                        <a:rPr sz="1050" spc="-6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Conv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Dilated</a:t>
                      </a:r>
                      <a:r>
                        <a:rPr sz="1050" spc="-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Conv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Output</a:t>
                      </a:r>
                      <a:r>
                        <a:rPr sz="10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latin typeface="Arial MT"/>
                          <a:cs typeface="Arial MT"/>
                        </a:rPr>
                        <a:t>size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Receptive</a:t>
                      </a:r>
                      <a:r>
                        <a:rPr sz="10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field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Parameters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Reduced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R="381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Increased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-20" dirty="0">
                          <a:latin typeface="Arial MT"/>
                          <a:cs typeface="Arial MT"/>
                        </a:rPr>
                        <a:t>Same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Same</a:t>
                      </a:r>
                      <a:r>
                        <a:rPr sz="10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0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input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Increased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-20" dirty="0">
                          <a:latin typeface="Arial MT"/>
                          <a:cs typeface="Arial MT"/>
                        </a:rPr>
                        <a:t>Same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Downsampling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78105" marR="88265">
                        <a:lnSpc>
                          <a:spcPct val="114300"/>
                        </a:lnSpc>
                        <a:spcBef>
                          <a:spcPts val="2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Resolution</a:t>
                      </a:r>
                      <a:r>
                        <a:rPr sz="105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latin typeface="Arial MT"/>
                          <a:cs typeface="Arial MT"/>
                        </a:rPr>
                        <a:t>loss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Typical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use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Yes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87630" marR="70485" indent="-635" algn="ctr">
                        <a:lnSpc>
                          <a:spcPct val="114300"/>
                        </a:lnSpc>
                        <a:spcBef>
                          <a:spcPts val="2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Yes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Classification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No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04775" marR="88265" indent="-1905" algn="ctr">
                        <a:lnSpc>
                          <a:spcPct val="114300"/>
                        </a:lnSpc>
                        <a:spcBef>
                          <a:spcPts val="2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No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Segmentation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13702" y="2325865"/>
            <a:ext cx="69850" cy="689610"/>
            <a:chOff x="513702" y="2325865"/>
            <a:chExt cx="69850" cy="6896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32586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544038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945676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46963" y="1966061"/>
            <a:ext cx="4815205" cy="110363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Summary: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22000"/>
              </a:lnSpc>
              <a:spcBef>
                <a:spcPts val="229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Strided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convolution: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Reduce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dimensions,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typically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classification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Dilated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convolution: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Increase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receptive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field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while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maintaining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resolution,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for </a:t>
            </a:r>
            <a:r>
              <a:rPr sz="1050" dirty="0">
                <a:latin typeface="Arial MT"/>
                <a:cs typeface="Arial MT"/>
              </a:rPr>
              <a:t>dense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predictions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20"/>
              </a:spcBef>
            </a:pPr>
            <a:r>
              <a:rPr sz="1050" dirty="0">
                <a:latin typeface="Arial MT"/>
                <a:cs typeface="Arial MT"/>
              </a:rPr>
              <a:t>Both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alternatives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purposes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95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/>
              <p14:cNvContentPartPr/>
              <p14:nvPr/>
            </p14:nvContentPartPr>
            <p14:xfrm>
              <a:off x="164160" y="339480"/>
              <a:ext cx="1649520" cy="35712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200" y="325800"/>
                <a:ext cx="1675440" cy="38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94" y="98552"/>
            <a:ext cx="386715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1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lang="en-US" cap="small" spc="-30" dirty="0" smtClean="0">
                <a:solidFill>
                  <a:srgbClr val="FFFFFF"/>
                </a:solidFill>
              </a:rPr>
              <a:t>x </a:t>
            </a:r>
            <a:r>
              <a:rPr cap="small" dirty="0" smtClean="0">
                <a:solidFill>
                  <a:srgbClr val="FFFFFF"/>
                </a:solidFill>
              </a:rPr>
              <a:t>1</a:t>
            </a:r>
            <a:r>
              <a:rPr cap="small" spc="-15" dirty="0" smtClean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Convolution: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spc="-10" dirty="0">
                <a:solidFill>
                  <a:srgbClr val="FFFFFF"/>
                </a:solidFill>
              </a:rPr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32002"/>
            <a:ext cx="5193030" cy="2488565"/>
            <a:chOff x="309194" y="532002"/>
            <a:chExt cx="5193030" cy="2488565"/>
          </a:xfrm>
        </p:grpSpPr>
        <p:sp>
          <p:nvSpPr>
            <p:cNvPr id="4" name="object 4"/>
            <p:cNvSpPr/>
            <p:nvPr/>
          </p:nvSpPr>
          <p:spPr>
            <a:xfrm>
              <a:off x="309194" y="53200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6"/>
                  </a:lnTo>
                  <a:lnTo>
                    <a:pt x="4000" y="31115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5"/>
                  </a:lnTo>
                  <a:lnTo>
                    <a:pt x="5126786" y="14986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102105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76237"/>
              <a:ext cx="5192522" cy="62746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70508"/>
              <a:ext cx="5142230" cy="382905"/>
            </a:xfrm>
            <a:custGeom>
              <a:avLst/>
              <a:gdLst/>
              <a:ahLst/>
              <a:cxnLst/>
              <a:rect l="l" t="t" r="r" b="b"/>
              <a:pathLst>
                <a:path w="5142230" h="382905">
                  <a:moveTo>
                    <a:pt x="5141645" y="0"/>
                  </a:moveTo>
                  <a:lnTo>
                    <a:pt x="0" y="0"/>
                  </a:lnTo>
                  <a:lnTo>
                    <a:pt x="0" y="331597"/>
                  </a:lnTo>
                  <a:lnTo>
                    <a:pt x="4000" y="351409"/>
                  </a:lnTo>
                  <a:lnTo>
                    <a:pt x="14922" y="367538"/>
                  </a:lnTo>
                  <a:lnTo>
                    <a:pt x="31076" y="378460"/>
                  </a:lnTo>
                  <a:lnTo>
                    <a:pt x="50800" y="382397"/>
                  </a:lnTo>
                  <a:lnTo>
                    <a:pt x="5090845" y="382397"/>
                  </a:lnTo>
                  <a:lnTo>
                    <a:pt x="5110530" y="378460"/>
                  </a:lnTo>
                  <a:lnTo>
                    <a:pt x="5126786" y="367538"/>
                  </a:lnTo>
                  <a:lnTo>
                    <a:pt x="5137708" y="351409"/>
                  </a:lnTo>
                  <a:lnTo>
                    <a:pt x="5141645" y="331597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14298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h="507365">
                  <a:moveTo>
                    <a:pt x="0" y="506857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601598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88898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76198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57148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598726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811705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312391"/>
              <a:ext cx="69291" cy="6928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525331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738272"/>
              <a:ext cx="69291" cy="692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951213"/>
              <a:ext cx="69291" cy="6929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09778" y="434087"/>
            <a:ext cx="4744085" cy="267589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55"/>
              </a:spcBef>
            </a:pP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Definition</a:t>
            </a:r>
            <a:endParaRPr sz="1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395"/>
              </a:spcBef>
            </a:pPr>
            <a:r>
              <a:rPr sz="1050" dirty="0">
                <a:latin typeface="Arial MT"/>
                <a:cs typeface="Arial MT"/>
              </a:rPr>
              <a:t>A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1×1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convolution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×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050" i="1" baseline="-19841" dirty="0">
                <a:latin typeface="Arial"/>
                <a:cs typeface="Arial"/>
              </a:rPr>
              <a:t>in</a:t>
            </a:r>
            <a:r>
              <a:rPr sz="1050" i="1" spc="-22" baseline="-19841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perform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weighted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sum</a:t>
            </a:r>
            <a:endParaRPr sz="1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270"/>
              </a:spcBef>
            </a:pPr>
            <a:r>
              <a:rPr sz="1050" dirty="0">
                <a:latin typeface="Arial MT"/>
                <a:cs typeface="Arial MT"/>
              </a:rPr>
              <a:t>across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location.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At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First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Glance:</a:t>
            </a:r>
            <a:endParaRPr sz="10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latin typeface="Arial MT"/>
                <a:cs typeface="Arial MT"/>
              </a:rPr>
              <a:t>Seems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pointless: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information,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just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single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pixel!</a:t>
            </a:r>
            <a:endParaRPr sz="10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409"/>
              </a:spcBef>
            </a:pPr>
            <a:r>
              <a:rPr sz="1050" dirty="0">
                <a:latin typeface="Arial MT"/>
                <a:cs typeface="Arial MT"/>
              </a:rPr>
              <a:t>But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actually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powerful: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”Network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Network”</a:t>
            </a:r>
            <a:endParaRPr sz="1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18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What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it</a:t>
            </a:r>
            <a:r>
              <a:rPr sz="1050" spc="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does:</a:t>
            </a:r>
            <a:endParaRPr sz="10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229"/>
              </a:spcBef>
            </a:pPr>
            <a:r>
              <a:rPr sz="1050" dirty="0">
                <a:latin typeface="Arial MT"/>
                <a:cs typeface="Arial MT"/>
              </a:rPr>
              <a:t>Combines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information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across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channels</a:t>
            </a:r>
            <a:endParaRPr sz="1050">
              <a:latin typeface="Arial MT"/>
              <a:cs typeface="Arial MT"/>
            </a:endParaRPr>
          </a:p>
          <a:p>
            <a:pPr marL="347980" marR="2209165">
              <a:lnSpc>
                <a:spcPct val="1333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Acts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learned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linear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combination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look at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neighboring pixels</a:t>
            </a:r>
            <a:endParaRPr sz="10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575"/>
              </a:spcBef>
            </a:pPr>
            <a:r>
              <a:rPr sz="1050" dirty="0">
                <a:latin typeface="Arial MT"/>
                <a:cs typeface="Arial MT"/>
              </a:rPr>
              <a:t>Applied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independently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position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1" name="object 21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96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" y="522287"/>
            <a:ext cx="5657850" cy="2200275"/>
          </a:xfrm>
          <a:prstGeom prst="rect">
            <a:avLst/>
          </a:prstGeom>
        </p:spPr>
      </p:pic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1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lang="en-US" cap="small" spc="-30" dirty="0" smtClean="0">
                <a:solidFill>
                  <a:srgbClr val="FFFFFF"/>
                </a:solidFill>
              </a:rPr>
              <a:t>x </a:t>
            </a:r>
            <a:r>
              <a:rPr cap="small" dirty="0" smtClean="0">
                <a:solidFill>
                  <a:srgbClr val="FFFFFF"/>
                </a:solidFill>
              </a:rPr>
              <a:t>1</a:t>
            </a:r>
            <a:r>
              <a:rPr cap="small" spc="-15" dirty="0" smtClean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Convolution: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spc="-10" dirty="0">
                <a:solidFill>
                  <a:srgbClr val="FFFFFF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13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44146" y="721458"/>
            <a:ext cx="3360380" cy="11937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219" y="667403"/>
            <a:ext cx="1130637" cy="130181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3035384" y="2113297"/>
            <a:ext cx="2414335" cy="972113"/>
            <a:chOff x="8122602" y="3384522"/>
            <a:chExt cx="5105200" cy="2055570"/>
          </a:xfrm>
        </p:grpSpPr>
        <p:sp>
          <p:nvSpPr>
            <p:cNvPr id="7" name="Flowchart: Connector 6"/>
            <p:cNvSpPr/>
            <p:nvPr/>
          </p:nvSpPr>
          <p:spPr>
            <a:xfrm>
              <a:off x="10578036" y="3703910"/>
              <a:ext cx="2649766" cy="106964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n-US" sz="757" kern="1200" dirty="0" err="1">
                  <a:solidFill>
                    <a:prstClr val="white"/>
                  </a:solidFill>
                </a:rPr>
                <a:t>Relu</a:t>
              </a:r>
              <a:r>
                <a:rPr lang="en-US" sz="757" kern="1200" dirty="0">
                  <a:solidFill>
                    <a:prstClr val="white"/>
                  </a:solidFill>
                </a:rPr>
                <a:t>(sum(x1.w1)</a:t>
              </a:r>
              <a:endParaRPr lang="en-IN" sz="757" kern="1200" dirty="0">
                <a:solidFill>
                  <a:prstClr val="white"/>
                </a:solidFill>
              </a:endParaRPr>
            </a:p>
          </p:txBody>
        </p:sp>
        <p:cxnSp>
          <p:nvCxnSpPr>
            <p:cNvPr id="8" name="Straight Connector 7"/>
            <p:cNvCxnSpPr>
              <a:endCxn id="7" idx="2"/>
            </p:cNvCxnSpPr>
            <p:nvPr/>
          </p:nvCxnSpPr>
          <p:spPr>
            <a:xfrm>
              <a:off x="9717206" y="3665398"/>
              <a:ext cx="860830" cy="57333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10137095" y="4090699"/>
              <a:ext cx="89715" cy="5546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IN" kern="1200">
                <a:solidFill>
                  <a:prstClr val="white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0124915" y="4467693"/>
              <a:ext cx="89715" cy="5546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IN" kern="1200">
                <a:solidFill>
                  <a:prstClr val="white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0137094" y="4718096"/>
              <a:ext cx="89715" cy="5546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IN" kern="1200">
                <a:solidFill>
                  <a:prstClr val="white"/>
                </a:solidFill>
              </a:endParaRPr>
            </a:p>
          </p:txBody>
        </p:sp>
        <p:cxnSp>
          <p:nvCxnSpPr>
            <p:cNvPr id="12" name="Straight Connector 11"/>
            <p:cNvCxnSpPr>
              <a:stCxn id="14" idx="3"/>
            </p:cNvCxnSpPr>
            <p:nvPr/>
          </p:nvCxnSpPr>
          <p:spPr>
            <a:xfrm flipV="1">
              <a:off x="10260027" y="4479489"/>
              <a:ext cx="318012" cy="70909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9415521" y="3508013"/>
              <a:ext cx="590472" cy="50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rtl="0"/>
              <a:r>
                <a:rPr lang="en-US" sz="946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x</a:t>
              </a:r>
              <a:r>
                <a:rPr lang="en-US" sz="946" kern="1200" baseline="-250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1</a:t>
              </a:r>
              <a:endParaRPr lang="en-IN" sz="946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581425" y="4937073"/>
              <a:ext cx="678601" cy="50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rtl="0"/>
              <a:r>
                <a:rPr lang="en-US" sz="946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x</a:t>
              </a:r>
              <a:r>
                <a:rPr lang="en-US" sz="946" kern="1200" baseline="-250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32</a:t>
              </a:r>
              <a:endParaRPr lang="en-IN" sz="946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23712" y="3384522"/>
              <a:ext cx="661651" cy="50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rtl="0"/>
              <a:r>
                <a:rPr lang="en-US" sz="946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w</a:t>
              </a:r>
              <a:r>
                <a:rPr lang="en-US" sz="946" kern="1200" baseline="-250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1</a:t>
              </a:r>
              <a:endParaRPr lang="en-IN" sz="946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319951" y="4748811"/>
              <a:ext cx="749781" cy="50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rtl="0"/>
              <a:r>
                <a:rPr lang="en-US" sz="946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w</a:t>
              </a:r>
              <a:r>
                <a:rPr lang="en-US" sz="946" kern="1200" baseline="-250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32</a:t>
              </a:r>
              <a:endParaRPr lang="en-IN" sz="946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8122602" y="3937117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IN" kern="1200">
                <a:solidFill>
                  <a:prstClr val="white"/>
                </a:solidFill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2334497" y="574456"/>
            <a:ext cx="95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299" algn="l" rtl="0">
              <a:spcBef>
                <a:spcPts val="42"/>
              </a:spcBef>
            </a:pPr>
            <a:r>
              <a:rPr lang="en-US" kern="1200" spc="-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Filter= 1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19" name="object 31"/>
          <p:cNvSpPr txBox="1"/>
          <p:nvPr/>
        </p:nvSpPr>
        <p:spPr>
          <a:xfrm>
            <a:off x="276603" y="2106496"/>
            <a:ext cx="2280728" cy="73311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wrap="square" lIns="0" tIns="5300" rIns="0" bIns="0" rtlCol="0">
            <a:spAutoFit/>
          </a:bodyPr>
          <a:lstStyle/>
          <a:p>
            <a:pPr marL="5299" algn="l" rtl="0">
              <a:spcBef>
                <a:spcPts val="42"/>
              </a:spcBef>
            </a:pPr>
            <a:r>
              <a:rPr lang="en-US" sz="946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</a:t>
            </a:r>
            <a:r>
              <a:rPr sz="946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1</a:t>
            </a:r>
            <a:r>
              <a:rPr sz="946" kern="1200" spc="-1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×</a:t>
            </a:r>
            <a:r>
              <a:rPr sz="946" kern="1200" spc="-9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sz="946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1</a:t>
            </a:r>
            <a:r>
              <a:rPr sz="946" kern="1200" spc="-1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×</a:t>
            </a:r>
            <a:r>
              <a:rPr sz="946" kern="1200" spc="-9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sz="946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32</a:t>
            </a:r>
            <a:r>
              <a:rPr lang="en-US" sz="946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) </a:t>
            </a:r>
            <a:r>
              <a:rPr lang="en-IN" sz="946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×</a:t>
            </a:r>
            <a:r>
              <a:rPr lang="en-IN" sz="946" kern="1200" spc="-9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6</a:t>
            </a:r>
            <a:r>
              <a:rPr lang="en-IN" sz="946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×</a:t>
            </a:r>
            <a:r>
              <a:rPr lang="en-IN" sz="946" kern="1200" spc="-9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lang="en-IN" sz="946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6</a:t>
            </a:r>
            <a:r>
              <a:rPr lang="en-US" sz="946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Wingdings" panose="05000000000000000000" pitchFamily="2" charset="2"/>
              </a:rPr>
              <a:t></a:t>
            </a:r>
          </a:p>
          <a:p>
            <a:pPr marL="5299" algn="l" rtl="0">
              <a:spcBef>
                <a:spcPts val="42"/>
              </a:spcBef>
            </a:pPr>
            <a:r>
              <a:rPr lang="en-US" sz="946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Elementwise multiplication for 32 channels and addition to get single pixel value for the output</a:t>
            </a:r>
          </a:p>
          <a:p>
            <a:pPr marL="5299" algn="l" rtl="0">
              <a:spcBef>
                <a:spcPts val="42"/>
              </a:spcBef>
            </a:pPr>
            <a:r>
              <a:rPr lang="en-US" sz="946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and this operation repeated </a:t>
            </a:r>
            <a:r>
              <a:rPr lang="en-IN" sz="946" kern="1200" spc="-9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6x6</a:t>
            </a:r>
            <a:r>
              <a:rPr lang="en-IN" sz="946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=36 times</a:t>
            </a:r>
            <a:endParaRPr sz="946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20" name="object 2"/>
          <p:cNvSpPr txBox="1">
            <a:spLocks noGrp="1"/>
          </p:cNvSpPr>
          <p:nvPr>
            <p:ph type="title"/>
          </p:nvPr>
        </p:nvSpPr>
        <p:spPr>
          <a:xfrm>
            <a:off x="68169" y="-6735"/>
            <a:ext cx="2433584" cy="287865"/>
          </a:xfrm>
          <a:prstGeom prst="rect">
            <a:avLst/>
          </a:prstGeom>
        </p:spPr>
        <p:txBody>
          <a:bodyPr vert="horz" wrap="square" lIns="0" tIns="5300" rIns="0" bIns="0" rtlCol="0" anchor="ctr">
            <a:spAutoFit/>
          </a:bodyPr>
          <a:lstStyle/>
          <a:p>
            <a:pPr marL="5299">
              <a:spcBef>
                <a:spcPts val="42"/>
              </a:spcBef>
            </a:pPr>
            <a:r>
              <a:rPr sz="1836" spc="4" dirty="0">
                <a:latin typeface="Cambria"/>
                <a:cs typeface="Cambria"/>
              </a:rPr>
              <a:t>1</a:t>
            </a:r>
            <a:r>
              <a:rPr sz="1836" spc="105" dirty="0">
                <a:latin typeface="Cambria"/>
                <a:cs typeface="Cambria"/>
              </a:rPr>
              <a:t> </a:t>
            </a:r>
            <a:r>
              <a:rPr sz="1836" dirty="0">
                <a:latin typeface="Cambria Math"/>
                <a:cs typeface="Cambria Math"/>
              </a:rPr>
              <a:t>×</a:t>
            </a:r>
            <a:r>
              <a:rPr sz="1836" spc="102" dirty="0">
                <a:latin typeface="Cambria Math"/>
                <a:cs typeface="Cambria Math"/>
              </a:rPr>
              <a:t> </a:t>
            </a:r>
            <a:r>
              <a:rPr sz="1836" spc="4" dirty="0">
                <a:latin typeface="Cambria"/>
                <a:cs typeface="Cambria"/>
              </a:rPr>
              <a:t>1</a:t>
            </a:r>
            <a:r>
              <a:rPr sz="1836" spc="106" dirty="0">
                <a:latin typeface="Cambria"/>
                <a:cs typeface="Cambria"/>
              </a:rPr>
              <a:t> </a:t>
            </a:r>
            <a:r>
              <a:rPr sz="1836" spc="37" dirty="0">
                <a:latin typeface="Cambria"/>
                <a:cs typeface="Cambria"/>
              </a:rPr>
              <a:t>convolution</a:t>
            </a:r>
            <a:endParaRPr sz="1836" dirty="0"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480189" y="337998"/>
                <a:ext cx="1362874" cy="35246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 algn="l" rtl="0"/>
                <a:r>
                  <a:rPr lang="en-US" sz="1135" kern="120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rPr>
                  <a:t> </a:t>
                </a:r>
                <a:r>
                  <a:rPr lang="en-IN" sz="1135" kern="120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35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O</m:t>
                    </m:r>
                    <m:r>
                      <a:rPr lang="en-US" sz="1135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IN" sz="1135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1135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lang="en-US" sz="1135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  <m:r>
                              <a:rPr lang="en-US" sz="1135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a:rPr lang="en-US" sz="1135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𝐾</m:t>
                            </m:r>
                            <m:r>
                              <a:rPr lang="en-US" sz="1135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+2</m:t>
                            </m:r>
                            <m:r>
                              <a:rPr lang="en-US" sz="1135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  <m:r>
                              <a:rPr lang="en-US" sz="1135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</m:num>
                          <m:den>
                            <m:r>
                              <a:rPr lang="en-US" sz="1135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den>
                        </m:f>
                        <m:r>
                          <a:rPr lang="en-US" sz="1135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e>
                    </m:d>
                  </m:oMath>
                </a14:m>
                <a:endParaRPr lang="en-IN" sz="1135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527" y="713029"/>
                <a:ext cx="2667140" cy="64235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8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0075"/>
            <a:ext cx="27476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Convolution: How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20" dirty="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378325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99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0075"/>
            <a:ext cx="30187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700" cap="small" spc="-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1750" spc="-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Convolution: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64070"/>
            <a:ext cx="5760085" cy="2769870"/>
            <a:chOff x="0" y="464070"/>
            <a:chExt cx="5760085" cy="276987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464070"/>
              <a:ext cx="5131181" cy="267360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100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0075"/>
            <a:ext cx="3735704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1550" spc="-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Convolution: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Bottleneck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38873"/>
            <a:ext cx="5760085" cy="2694940"/>
            <a:chOff x="0" y="538873"/>
            <a:chExt cx="5760085" cy="269494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38873"/>
              <a:ext cx="5124323" cy="244640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101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102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919" y="109068"/>
            <a:ext cx="1828840" cy="326583"/>
          </a:xfrm>
          <a:prstGeom prst="rect">
            <a:avLst/>
          </a:prstGeom>
        </p:spPr>
        <p:txBody>
          <a:bodyPr vert="horz" wrap="square" lIns="0" tIns="6306" rIns="0" bIns="0" rtlCol="0" anchor="ctr">
            <a:spAutoFit/>
          </a:bodyPr>
          <a:lstStyle/>
          <a:p>
            <a:pPr marL="6006">
              <a:spcBef>
                <a:spcPts val="50"/>
              </a:spcBef>
            </a:pPr>
            <a:r>
              <a:rPr sz="2081" spc="-2" dirty="0">
                <a:solidFill>
                  <a:schemeClr val="bg1"/>
                </a:solidFill>
              </a:rPr>
              <a:t>The</a:t>
            </a:r>
            <a:r>
              <a:rPr sz="2081" spc="-14" dirty="0">
                <a:solidFill>
                  <a:schemeClr val="bg1"/>
                </a:solidFill>
              </a:rPr>
              <a:t> </a:t>
            </a:r>
            <a:r>
              <a:rPr sz="2081" spc="-2" dirty="0">
                <a:solidFill>
                  <a:schemeClr val="bg1"/>
                </a:solidFill>
              </a:rPr>
              <a:t>whole</a:t>
            </a:r>
            <a:r>
              <a:rPr sz="2081" spc="-7" dirty="0">
                <a:solidFill>
                  <a:schemeClr val="bg1"/>
                </a:solidFill>
              </a:rPr>
              <a:t> </a:t>
            </a:r>
            <a:r>
              <a:rPr sz="2081" spc="-2" dirty="0">
                <a:solidFill>
                  <a:schemeClr val="bg1"/>
                </a:solidFill>
              </a:rPr>
              <a:t>CNN</a:t>
            </a:r>
            <a:endParaRPr sz="2081" dirty="0">
              <a:solidFill>
                <a:schemeClr val="bg1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3339" y="1123699"/>
            <a:ext cx="1494904" cy="1438747"/>
            <a:chOff x="618744" y="2374423"/>
            <a:chExt cx="3161030" cy="3042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2219" y="2374423"/>
              <a:ext cx="1615745" cy="3042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372" y="3678923"/>
              <a:ext cx="3020567" cy="9433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744" y="3631692"/>
              <a:ext cx="3160776" cy="11201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9808" y="3718560"/>
              <a:ext cx="2906268" cy="83058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75322" y="1759363"/>
            <a:ext cx="1374483" cy="361759"/>
          </a:xfrm>
          <a:prstGeom prst="rect">
            <a:avLst/>
          </a:prstGeom>
        </p:spPr>
        <p:txBody>
          <a:bodyPr vert="horz" wrap="square" lIns="0" tIns="12312" rIns="0" bIns="0" rtlCol="0">
            <a:spAutoFit/>
          </a:bodyPr>
          <a:lstStyle/>
          <a:p>
            <a:pPr marL="52851" marR="50749" indent="164860">
              <a:spcBef>
                <a:spcPts val="96"/>
              </a:spcBef>
            </a:pPr>
            <a:r>
              <a:rPr sz="1135" spc="-2" dirty="0">
                <a:solidFill>
                  <a:srgbClr val="FFFFFF"/>
                </a:solidFill>
                <a:latin typeface="Calibri"/>
                <a:cs typeface="Calibri"/>
              </a:rPr>
              <a:t>Fully Connected </a:t>
            </a:r>
            <a:r>
              <a:rPr sz="1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35" spc="-7" dirty="0">
                <a:solidFill>
                  <a:srgbClr val="FFFFFF"/>
                </a:solidFill>
                <a:latin typeface="Calibri"/>
                <a:cs typeface="Calibri"/>
              </a:rPr>
              <a:t>Feedforward</a:t>
            </a:r>
            <a:r>
              <a:rPr sz="1135" spc="-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35" spc="-5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endParaRPr sz="1135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87047" y="91605"/>
            <a:ext cx="837482" cy="56937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73943" y="814132"/>
            <a:ext cx="670274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spc="-7" dirty="0">
                <a:latin typeface="Calibri"/>
                <a:cs typeface="Calibri"/>
              </a:rPr>
              <a:t>cat</a:t>
            </a:r>
            <a:r>
              <a:rPr sz="1135" spc="-28" dirty="0">
                <a:latin typeface="Calibri"/>
                <a:cs typeface="Calibri"/>
              </a:rPr>
              <a:t> </a:t>
            </a:r>
            <a:r>
              <a:rPr sz="1135" spc="-2" dirty="0">
                <a:latin typeface="Calibri"/>
                <a:cs typeface="Calibri"/>
              </a:rPr>
              <a:t>dog</a:t>
            </a:r>
            <a:r>
              <a:rPr sz="1135" spc="-24" dirty="0">
                <a:latin typeface="Calibri"/>
                <a:cs typeface="Calibri"/>
              </a:rPr>
              <a:t> </a:t>
            </a:r>
            <a:r>
              <a:rPr sz="1135" spc="-2" dirty="0">
                <a:latin typeface="Calibri"/>
                <a:cs typeface="Calibri"/>
              </a:rPr>
              <a:t>……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45965" y="895934"/>
            <a:ext cx="934240" cy="356759"/>
            <a:chOff x="5128259" y="1892807"/>
            <a:chExt cx="1975485" cy="75438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9857" y="1898775"/>
              <a:ext cx="1831908" cy="6600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8259" y="1892807"/>
              <a:ext cx="1975104" cy="7543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50179" y="1929383"/>
              <a:ext cx="1735835" cy="55626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203623" y="913231"/>
            <a:ext cx="821025" cy="211051"/>
          </a:xfrm>
          <a:prstGeom prst="rect">
            <a:avLst/>
          </a:prstGeom>
        </p:spPr>
        <p:txBody>
          <a:bodyPr vert="horz" wrap="square" lIns="0" tIns="36036" rIns="0" bIns="0" rtlCol="0">
            <a:spAutoFit/>
          </a:bodyPr>
          <a:lstStyle/>
          <a:p>
            <a:pPr marL="57356">
              <a:spcBef>
                <a:spcPts val="284"/>
              </a:spcBef>
            </a:pPr>
            <a:r>
              <a:rPr sz="1135" spc="-7" dirty="0">
                <a:solidFill>
                  <a:srgbClr val="FFFFFF"/>
                </a:solidFill>
                <a:latin typeface="Calibri"/>
                <a:cs typeface="Calibri"/>
              </a:rPr>
              <a:t>Convolution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40199" y="1416297"/>
            <a:ext cx="945051" cy="356759"/>
            <a:chOff x="5116067" y="2993135"/>
            <a:chExt cx="1998345" cy="75438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9857" y="2999103"/>
              <a:ext cx="1831908" cy="6600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16067" y="2993135"/>
              <a:ext cx="1997964" cy="7543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0179" y="3029711"/>
              <a:ext cx="1735835" cy="55626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203623" y="1433595"/>
            <a:ext cx="821025" cy="190276"/>
          </a:xfrm>
          <a:prstGeom prst="rect">
            <a:avLst/>
          </a:prstGeom>
        </p:spPr>
        <p:txBody>
          <a:bodyPr vert="horz" wrap="square" lIns="0" tIns="36036" rIns="0" bIns="0" rtlCol="0">
            <a:spAutoFit/>
          </a:bodyPr>
          <a:lstStyle/>
          <a:p>
            <a:pPr marL="51650">
              <a:lnSpc>
                <a:spcPts val="1152"/>
              </a:lnSpc>
              <a:spcBef>
                <a:spcPts val="284"/>
              </a:spcBef>
            </a:pPr>
            <a:r>
              <a:rPr sz="1135" spc="-5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sz="1135" spc="-2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35" spc="-7" dirty="0">
                <a:solidFill>
                  <a:srgbClr val="FFFFFF"/>
                </a:solidFill>
                <a:latin typeface="Calibri"/>
                <a:cs typeface="Calibri"/>
              </a:rPr>
              <a:t>Pooling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45965" y="1921525"/>
            <a:ext cx="934240" cy="356759"/>
            <a:chOff x="5128259" y="4061459"/>
            <a:chExt cx="1975485" cy="75438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9857" y="4067427"/>
              <a:ext cx="1831908" cy="66002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28259" y="4061459"/>
              <a:ext cx="1975104" cy="7543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50179" y="4098035"/>
              <a:ext cx="1735835" cy="55625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255155" y="1968974"/>
            <a:ext cx="718923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135" spc="-7" dirty="0">
                <a:solidFill>
                  <a:srgbClr val="FFFFFF"/>
                </a:solidFill>
                <a:latin typeface="Calibri"/>
                <a:cs typeface="Calibri"/>
              </a:rPr>
              <a:t>Convolution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40199" y="2410177"/>
            <a:ext cx="945051" cy="356759"/>
            <a:chOff x="5116067" y="5094732"/>
            <a:chExt cx="1998345" cy="754380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9857" y="5100725"/>
              <a:ext cx="1831908" cy="66002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16067" y="5094732"/>
              <a:ext cx="1997964" cy="7543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0179" y="5131308"/>
              <a:ext cx="1735835" cy="55625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203623" y="2427475"/>
            <a:ext cx="821025" cy="211051"/>
          </a:xfrm>
          <a:prstGeom prst="rect">
            <a:avLst/>
          </a:prstGeom>
        </p:spPr>
        <p:txBody>
          <a:bodyPr vert="horz" wrap="square" lIns="0" tIns="36036" rIns="0" bIns="0" rtlCol="0">
            <a:spAutoFit/>
          </a:bodyPr>
          <a:lstStyle/>
          <a:p>
            <a:pPr marL="51650">
              <a:spcBef>
                <a:spcPts val="284"/>
              </a:spcBef>
            </a:pPr>
            <a:r>
              <a:rPr sz="1135" spc="-5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sz="1135" spc="-2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35" spc="-7" dirty="0">
                <a:solidFill>
                  <a:srgbClr val="FFFFFF"/>
                </a:solidFill>
                <a:latin typeface="Calibri"/>
                <a:cs typeface="Calibri"/>
              </a:rPr>
              <a:t>Pooling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68839" y="2823874"/>
            <a:ext cx="782287" cy="356759"/>
            <a:chOff x="3273543" y="5969508"/>
            <a:chExt cx="1654175" cy="754380"/>
          </a:xfrm>
        </p:grpSpPr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73543" y="6025847"/>
              <a:ext cx="1653556" cy="56391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28999" y="5969508"/>
              <a:ext cx="1342644" cy="75437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23843" y="6056376"/>
              <a:ext cx="1557527" cy="46024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292627" y="2864955"/>
            <a:ext cx="736641" cy="187399"/>
          </a:xfrm>
          <a:prstGeom prst="rect">
            <a:avLst/>
          </a:prstGeom>
        </p:spPr>
        <p:txBody>
          <a:bodyPr vert="horz" wrap="square" lIns="0" tIns="12613" rIns="0" bIns="0" rtlCol="0">
            <a:spAutoFit/>
          </a:bodyPr>
          <a:lstStyle/>
          <a:p>
            <a:pPr marL="164259">
              <a:spcBef>
                <a:spcPts val="99"/>
              </a:spcBef>
            </a:pPr>
            <a:r>
              <a:rPr sz="1135" spc="-7" dirty="0">
                <a:solidFill>
                  <a:srgbClr val="FFFFFF"/>
                </a:solidFill>
                <a:latin typeface="Calibri"/>
                <a:cs typeface="Calibri"/>
              </a:rPr>
              <a:t>Flatten</a:t>
            </a:r>
            <a:endParaRPr sz="1135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004570" y="684642"/>
            <a:ext cx="3727049" cy="2468183"/>
            <a:chOff x="600201" y="1446022"/>
            <a:chExt cx="7880984" cy="5219065"/>
          </a:xfrm>
        </p:grpSpPr>
        <p:sp>
          <p:nvSpPr>
            <p:cNvPr id="37" name="object 37"/>
            <p:cNvSpPr/>
            <p:nvPr/>
          </p:nvSpPr>
          <p:spPr>
            <a:xfrm>
              <a:off x="5868923" y="1452372"/>
              <a:ext cx="547370" cy="440690"/>
            </a:xfrm>
            <a:custGeom>
              <a:avLst/>
              <a:gdLst/>
              <a:ahLst/>
              <a:cxnLst/>
              <a:rect l="l" t="t" r="r" b="b"/>
              <a:pathLst>
                <a:path w="547370" h="440689">
                  <a:moveTo>
                    <a:pt x="410337" y="0"/>
                  </a:moveTo>
                  <a:lnTo>
                    <a:pt x="136778" y="0"/>
                  </a:lnTo>
                  <a:lnTo>
                    <a:pt x="136778" y="220217"/>
                  </a:lnTo>
                  <a:lnTo>
                    <a:pt x="0" y="220217"/>
                  </a:lnTo>
                  <a:lnTo>
                    <a:pt x="273558" y="440436"/>
                  </a:lnTo>
                  <a:lnTo>
                    <a:pt x="547115" y="220217"/>
                  </a:lnTo>
                  <a:lnTo>
                    <a:pt x="410337" y="220217"/>
                  </a:lnTo>
                  <a:lnTo>
                    <a:pt x="410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68923" y="1452372"/>
              <a:ext cx="547370" cy="440690"/>
            </a:xfrm>
            <a:custGeom>
              <a:avLst/>
              <a:gdLst/>
              <a:ahLst/>
              <a:cxnLst/>
              <a:rect l="l" t="t" r="r" b="b"/>
              <a:pathLst>
                <a:path w="547370" h="440689">
                  <a:moveTo>
                    <a:pt x="0" y="220217"/>
                  </a:moveTo>
                  <a:lnTo>
                    <a:pt x="136778" y="220217"/>
                  </a:lnTo>
                  <a:lnTo>
                    <a:pt x="136778" y="0"/>
                  </a:lnTo>
                  <a:lnTo>
                    <a:pt x="410337" y="0"/>
                  </a:lnTo>
                  <a:lnTo>
                    <a:pt x="410337" y="220217"/>
                  </a:lnTo>
                  <a:lnTo>
                    <a:pt x="547115" y="220217"/>
                  </a:lnTo>
                  <a:lnTo>
                    <a:pt x="273558" y="440436"/>
                  </a:lnTo>
                  <a:lnTo>
                    <a:pt x="0" y="220217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68923" y="2561844"/>
              <a:ext cx="547370" cy="441959"/>
            </a:xfrm>
            <a:custGeom>
              <a:avLst/>
              <a:gdLst/>
              <a:ahLst/>
              <a:cxnLst/>
              <a:rect l="l" t="t" r="r" b="b"/>
              <a:pathLst>
                <a:path w="547370" h="441960">
                  <a:moveTo>
                    <a:pt x="410337" y="0"/>
                  </a:moveTo>
                  <a:lnTo>
                    <a:pt x="136778" y="0"/>
                  </a:lnTo>
                  <a:lnTo>
                    <a:pt x="136778" y="220979"/>
                  </a:lnTo>
                  <a:lnTo>
                    <a:pt x="0" y="220979"/>
                  </a:lnTo>
                  <a:lnTo>
                    <a:pt x="273558" y="441959"/>
                  </a:lnTo>
                  <a:lnTo>
                    <a:pt x="547115" y="220979"/>
                  </a:lnTo>
                  <a:lnTo>
                    <a:pt x="410337" y="220979"/>
                  </a:lnTo>
                  <a:lnTo>
                    <a:pt x="410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68923" y="2561844"/>
              <a:ext cx="547370" cy="441959"/>
            </a:xfrm>
            <a:custGeom>
              <a:avLst/>
              <a:gdLst/>
              <a:ahLst/>
              <a:cxnLst/>
              <a:rect l="l" t="t" r="r" b="b"/>
              <a:pathLst>
                <a:path w="547370" h="441960">
                  <a:moveTo>
                    <a:pt x="0" y="220979"/>
                  </a:moveTo>
                  <a:lnTo>
                    <a:pt x="136778" y="220979"/>
                  </a:lnTo>
                  <a:lnTo>
                    <a:pt x="136778" y="0"/>
                  </a:lnTo>
                  <a:lnTo>
                    <a:pt x="410337" y="0"/>
                  </a:lnTo>
                  <a:lnTo>
                    <a:pt x="410337" y="220979"/>
                  </a:lnTo>
                  <a:lnTo>
                    <a:pt x="547115" y="220979"/>
                  </a:lnTo>
                  <a:lnTo>
                    <a:pt x="273558" y="441959"/>
                  </a:lnTo>
                  <a:lnTo>
                    <a:pt x="0" y="220979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68923" y="3654551"/>
              <a:ext cx="547370" cy="441959"/>
            </a:xfrm>
            <a:custGeom>
              <a:avLst/>
              <a:gdLst/>
              <a:ahLst/>
              <a:cxnLst/>
              <a:rect l="l" t="t" r="r" b="b"/>
              <a:pathLst>
                <a:path w="547370" h="441960">
                  <a:moveTo>
                    <a:pt x="410337" y="0"/>
                  </a:moveTo>
                  <a:lnTo>
                    <a:pt x="136778" y="0"/>
                  </a:lnTo>
                  <a:lnTo>
                    <a:pt x="136778" y="220980"/>
                  </a:lnTo>
                  <a:lnTo>
                    <a:pt x="0" y="220980"/>
                  </a:lnTo>
                  <a:lnTo>
                    <a:pt x="273558" y="441960"/>
                  </a:lnTo>
                  <a:lnTo>
                    <a:pt x="547115" y="220980"/>
                  </a:lnTo>
                  <a:lnTo>
                    <a:pt x="410337" y="220980"/>
                  </a:lnTo>
                  <a:lnTo>
                    <a:pt x="410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68923" y="3654551"/>
              <a:ext cx="547370" cy="441959"/>
            </a:xfrm>
            <a:custGeom>
              <a:avLst/>
              <a:gdLst/>
              <a:ahLst/>
              <a:cxnLst/>
              <a:rect l="l" t="t" r="r" b="b"/>
              <a:pathLst>
                <a:path w="547370" h="441960">
                  <a:moveTo>
                    <a:pt x="0" y="220980"/>
                  </a:moveTo>
                  <a:lnTo>
                    <a:pt x="136778" y="220980"/>
                  </a:lnTo>
                  <a:lnTo>
                    <a:pt x="136778" y="0"/>
                  </a:lnTo>
                  <a:lnTo>
                    <a:pt x="410337" y="0"/>
                  </a:lnTo>
                  <a:lnTo>
                    <a:pt x="410337" y="220980"/>
                  </a:lnTo>
                  <a:lnTo>
                    <a:pt x="547115" y="220980"/>
                  </a:lnTo>
                  <a:lnTo>
                    <a:pt x="273558" y="441960"/>
                  </a:lnTo>
                  <a:lnTo>
                    <a:pt x="0" y="22098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68923" y="4689348"/>
              <a:ext cx="547370" cy="441959"/>
            </a:xfrm>
            <a:custGeom>
              <a:avLst/>
              <a:gdLst/>
              <a:ahLst/>
              <a:cxnLst/>
              <a:rect l="l" t="t" r="r" b="b"/>
              <a:pathLst>
                <a:path w="547370" h="441960">
                  <a:moveTo>
                    <a:pt x="410337" y="0"/>
                  </a:moveTo>
                  <a:lnTo>
                    <a:pt x="136778" y="0"/>
                  </a:lnTo>
                  <a:lnTo>
                    <a:pt x="136778" y="220979"/>
                  </a:lnTo>
                  <a:lnTo>
                    <a:pt x="0" y="220979"/>
                  </a:lnTo>
                  <a:lnTo>
                    <a:pt x="273558" y="441959"/>
                  </a:lnTo>
                  <a:lnTo>
                    <a:pt x="547115" y="220979"/>
                  </a:lnTo>
                  <a:lnTo>
                    <a:pt x="410337" y="220979"/>
                  </a:lnTo>
                  <a:lnTo>
                    <a:pt x="410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868923" y="4689348"/>
              <a:ext cx="547370" cy="441959"/>
            </a:xfrm>
            <a:custGeom>
              <a:avLst/>
              <a:gdLst/>
              <a:ahLst/>
              <a:cxnLst/>
              <a:rect l="l" t="t" r="r" b="b"/>
              <a:pathLst>
                <a:path w="547370" h="441960">
                  <a:moveTo>
                    <a:pt x="0" y="220979"/>
                  </a:moveTo>
                  <a:lnTo>
                    <a:pt x="136778" y="220979"/>
                  </a:lnTo>
                  <a:lnTo>
                    <a:pt x="136778" y="0"/>
                  </a:lnTo>
                  <a:lnTo>
                    <a:pt x="410337" y="0"/>
                  </a:lnTo>
                  <a:lnTo>
                    <a:pt x="410337" y="220979"/>
                  </a:lnTo>
                  <a:lnTo>
                    <a:pt x="547115" y="220979"/>
                  </a:lnTo>
                  <a:lnTo>
                    <a:pt x="273558" y="441959"/>
                  </a:lnTo>
                  <a:lnTo>
                    <a:pt x="0" y="22097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881372" y="5753100"/>
              <a:ext cx="1379220" cy="751840"/>
            </a:xfrm>
            <a:custGeom>
              <a:avLst/>
              <a:gdLst/>
              <a:ahLst/>
              <a:cxnLst/>
              <a:rect l="l" t="t" r="r" b="b"/>
              <a:pathLst>
                <a:path w="1379220" h="751840">
                  <a:moveTo>
                    <a:pt x="1379219" y="0"/>
                  </a:moveTo>
                  <a:lnTo>
                    <a:pt x="1104391" y="0"/>
                  </a:lnTo>
                  <a:lnTo>
                    <a:pt x="1104391" y="372224"/>
                  </a:lnTo>
                  <a:lnTo>
                    <a:pt x="1100157" y="393178"/>
                  </a:lnTo>
                  <a:lnTo>
                    <a:pt x="1088612" y="410290"/>
                  </a:lnTo>
                  <a:lnTo>
                    <a:pt x="1071495" y="421828"/>
                  </a:lnTo>
                  <a:lnTo>
                    <a:pt x="1050543" y="426059"/>
                  </a:lnTo>
                  <a:lnTo>
                    <a:pt x="187832" y="426059"/>
                  </a:lnTo>
                  <a:lnTo>
                    <a:pt x="187832" y="375666"/>
                  </a:lnTo>
                  <a:lnTo>
                    <a:pt x="0" y="563499"/>
                  </a:lnTo>
                  <a:lnTo>
                    <a:pt x="187832" y="751332"/>
                  </a:lnTo>
                  <a:lnTo>
                    <a:pt x="187832" y="700938"/>
                  </a:lnTo>
                  <a:lnTo>
                    <a:pt x="1050543" y="700938"/>
                  </a:lnTo>
                  <a:lnTo>
                    <a:pt x="1099104" y="697374"/>
                  </a:lnTo>
                  <a:lnTo>
                    <a:pt x="1145455" y="687021"/>
                  </a:lnTo>
                  <a:lnTo>
                    <a:pt x="1189088" y="670387"/>
                  </a:lnTo>
                  <a:lnTo>
                    <a:pt x="1229493" y="647981"/>
                  </a:lnTo>
                  <a:lnTo>
                    <a:pt x="1266163" y="620311"/>
                  </a:lnTo>
                  <a:lnTo>
                    <a:pt x="1298587" y="587885"/>
                  </a:lnTo>
                  <a:lnTo>
                    <a:pt x="1326258" y="551213"/>
                  </a:lnTo>
                  <a:lnTo>
                    <a:pt x="1348665" y="510803"/>
                  </a:lnTo>
                  <a:lnTo>
                    <a:pt x="1365300" y="467162"/>
                  </a:lnTo>
                  <a:lnTo>
                    <a:pt x="1375655" y="420799"/>
                  </a:lnTo>
                  <a:lnTo>
                    <a:pt x="1379219" y="372224"/>
                  </a:lnTo>
                  <a:lnTo>
                    <a:pt x="13792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81372" y="5753100"/>
              <a:ext cx="1379220" cy="751840"/>
            </a:xfrm>
            <a:custGeom>
              <a:avLst/>
              <a:gdLst/>
              <a:ahLst/>
              <a:cxnLst/>
              <a:rect l="l" t="t" r="r" b="b"/>
              <a:pathLst>
                <a:path w="1379220" h="751840">
                  <a:moveTo>
                    <a:pt x="1379219" y="0"/>
                  </a:moveTo>
                  <a:lnTo>
                    <a:pt x="1379219" y="372224"/>
                  </a:lnTo>
                  <a:lnTo>
                    <a:pt x="1375655" y="420799"/>
                  </a:lnTo>
                  <a:lnTo>
                    <a:pt x="1365300" y="467162"/>
                  </a:lnTo>
                  <a:lnTo>
                    <a:pt x="1348665" y="510803"/>
                  </a:lnTo>
                  <a:lnTo>
                    <a:pt x="1326258" y="551213"/>
                  </a:lnTo>
                  <a:lnTo>
                    <a:pt x="1298587" y="587885"/>
                  </a:lnTo>
                  <a:lnTo>
                    <a:pt x="1266163" y="620311"/>
                  </a:lnTo>
                  <a:lnTo>
                    <a:pt x="1229493" y="647981"/>
                  </a:lnTo>
                  <a:lnTo>
                    <a:pt x="1189088" y="670387"/>
                  </a:lnTo>
                  <a:lnTo>
                    <a:pt x="1145455" y="687021"/>
                  </a:lnTo>
                  <a:lnTo>
                    <a:pt x="1099104" y="697374"/>
                  </a:lnTo>
                  <a:lnTo>
                    <a:pt x="1050543" y="700938"/>
                  </a:lnTo>
                  <a:lnTo>
                    <a:pt x="187832" y="700938"/>
                  </a:lnTo>
                  <a:lnTo>
                    <a:pt x="187832" y="751332"/>
                  </a:lnTo>
                  <a:lnTo>
                    <a:pt x="0" y="563499"/>
                  </a:lnTo>
                  <a:lnTo>
                    <a:pt x="187832" y="375666"/>
                  </a:lnTo>
                  <a:lnTo>
                    <a:pt x="187832" y="426059"/>
                  </a:lnTo>
                  <a:lnTo>
                    <a:pt x="1050543" y="426059"/>
                  </a:lnTo>
                  <a:lnTo>
                    <a:pt x="1071495" y="421828"/>
                  </a:lnTo>
                  <a:lnTo>
                    <a:pt x="1088612" y="410290"/>
                  </a:lnTo>
                  <a:lnTo>
                    <a:pt x="1100157" y="393178"/>
                  </a:lnTo>
                  <a:lnTo>
                    <a:pt x="1104391" y="372224"/>
                  </a:lnTo>
                  <a:lnTo>
                    <a:pt x="1104391" y="0"/>
                  </a:lnTo>
                  <a:lnTo>
                    <a:pt x="1379219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019299" y="5475731"/>
              <a:ext cx="1239520" cy="969644"/>
            </a:xfrm>
            <a:custGeom>
              <a:avLst/>
              <a:gdLst/>
              <a:ahLst/>
              <a:cxnLst/>
              <a:rect l="l" t="t" r="r" b="b"/>
              <a:pathLst>
                <a:path w="1239520" h="969645">
                  <a:moveTo>
                    <a:pt x="242316" y="0"/>
                  </a:moveTo>
                  <a:lnTo>
                    <a:pt x="0" y="242316"/>
                  </a:lnTo>
                  <a:lnTo>
                    <a:pt x="106299" y="242316"/>
                  </a:lnTo>
                  <a:lnTo>
                    <a:pt x="106299" y="545211"/>
                  </a:lnTo>
                  <a:lnTo>
                    <a:pt x="108787" y="591416"/>
                  </a:lnTo>
                  <a:lnTo>
                    <a:pt x="116080" y="636181"/>
                  </a:lnTo>
                  <a:lnTo>
                    <a:pt x="127918" y="679245"/>
                  </a:lnTo>
                  <a:lnTo>
                    <a:pt x="144043" y="720351"/>
                  </a:lnTo>
                  <a:lnTo>
                    <a:pt x="164196" y="759239"/>
                  </a:lnTo>
                  <a:lnTo>
                    <a:pt x="188119" y="795652"/>
                  </a:lnTo>
                  <a:lnTo>
                    <a:pt x="215552" y="829330"/>
                  </a:lnTo>
                  <a:lnTo>
                    <a:pt x="246237" y="860014"/>
                  </a:lnTo>
                  <a:lnTo>
                    <a:pt x="279916" y="887447"/>
                  </a:lnTo>
                  <a:lnTo>
                    <a:pt x="316328" y="911368"/>
                  </a:lnTo>
                  <a:lnTo>
                    <a:pt x="355217" y="931521"/>
                  </a:lnTo>
                  <a:lnTo>
                    <a:pt x="396322" y="947645"/>
                  </a:lnTo>
                  <a:lnTo>
                    <a:pt x="439385" y="959483"/>
                  </a:lnTo>
                  <a:lnTo>
                    <a:pt x="484148" y="966775"/>
                  </a:lnTo>
                  <a:lnTo>
                    <a:pt x="530351" y="969264"/>
                  </a:lnTo>
                  <a:lnTo>
                    <a:pt x="1239012" y="969264"/>
                  </a:lnTo>
                  <a:lnTo>
                    <a:pt x="1239012" y="697280"/>
                  </a:lnTo>
                  <a:lnTo>
                    <a:pt x="530351" y="697280"/>
                  </a:lnTo>
                  <a:lnTo>
                    <a:pt x="482306" y="689528"/>
                  </a:lnTo>
                  <a:lnTo>
                    <a:pt x="440576" y="667939"/>
                  </a:lnTo>
                  <a:lnTo>
                    <a:pt x="407666" y="635021"/>
                  </a:lnTo>
                  <a:lnTo>
                    <a:pt x="386084" y="593276"/>
                  </a:lnTo>
                  <a:lnTo>
                    <a:pt x="378332" y="545211"/>
                  </a:lnTo>
                  <a:lnTo>
                    <a:pt x="378332" y="242316"/>
                  </a:lnTo>
                  <a:lnTo>
                    <a:pt x="484631" y="242316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019299" y="5475731"/>
              <a:ext cx="1239520" cy="969644"/>
            </a:xfrm>
            <a:custGeom>
              <a:avLst/>
              <a:gdLst/>
              <a:ahLst/>
              <a:cxnLst/>
              <a:rect l="l" t="t" r="r" b="b"/>
              <a:pathLst>
                <a:path w="1239520" h="969645">
                  <a:moveTo>
                    <a:pt x="1239012" y="969264"/>
                  </a:moveTo>
                  <a:lnTo>
                    <a:pt x="530351" y="969264"/>
                  </a:lnTo>
                  <a:lnTo>
                    <a:pt x="484148" y="966775"/>
                  </a:lnTo>
                  <a:lnTo>
                    <a:pt x="439385" y="959483"/>
                  </a:lnTo>
                  <a:lnTo>
                    <a:pt x="396322" y="947645"/>
                  </a:lnTo>
                  <a:lnTo>
                    <a:pt x="355217" y="931521"/>
                  </a:lnTo>
                  <a:lnTo>
                    <a:pt x="316328" y="911368"/>
                  </a:lnTo>
                  <a:lnTo>
                    <a:pt x="279916" y="887447"/>
                  </a:lnTo>
                  <a:lnTo>
                    <a:pt x="246237" y="860014"/>
                  </a:lnTo>
                  <a:lnTo>
                    <a:pt x="215552" y="829330"/>
                  </a:lnTo>
                  <a:lnTo>
                    <a:pt x="188119" y="795652"/>
                  </a:lnTo>
                  <a:lnTo>
                    <a:pt x="164196" y="759239"/>
                  </a:lnTo>
                  <a:lnTo>
                    <a:pt x="144043" y="720351"/>
                  </a:lnTo>
                  <a:lnTo>
                    <a:pt x="127918" y="679245"/>
                  </a:lnTo>
                  <a:lnTo>
                    <a:pt x="116080" y="636181"/>
                  </a:lnTo>
                  <a:lnTo>
                    <a:pt x="108787" y="591416"/>
                  </a:lnTo>
                  <a:lnTo>
                    <a:pt x="106299" y="545211"/>
                  </a:lnTo>
                  <a:lnTo>
                    <a:pt x="106299" y="242316"/>
                  </a:lnTo>
                  <a:lnTo>
                    <a:pt x="0" y="242316"/>
                  </a:lnTo>
                  <a:lnTo>
                    <a:pt x="242316" y="0"/>
                  </a:lnTo>
                  <a:lnTo>
                    <a:pt x="484631" y="242316"/>
                  </a:lnTo>
                  <a:lnTo>
                    <a:pt x="378332" y="242316"/>
                  </a:lnTo>
                  <a:lnTo>
                    <a:pt x="378332" y="545211"/>
                  </a:lnTo>
                  <a:lnTo>
                    <a:pt x="386084" y="593276"/>
                  </a:lnTo>
                  <a:lnTo>
                    <a:pt x="407666" y="635021"/>
                  </a:lnTo>
                  <a:lnTo>
                    <a:pt x="440576" y="667939"/>
                  </a:lnTo>
                  <a:lnTo>
                    <a:pt x="482306" y="689528"/>
                  </a:lnTo>
                  <a:lnTo>
                    <a:pt x="530351" y="697280"/>
                  </a:lnTo>
                  <a:lnTo>
                    <a:pt x="1239012" y="697280"/>
                  </a:lnTo>
                  <a:lnTo>
                    <a:pt x="1239012" y="96926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9411" y="2561844"/>
              <a:ext cx="4368165" cy="4074160"/>
            </a:xfrm>
            <a:custGeom>
              <a:avLst/>
              <a:gdLst/>
              <a:ahLst/>
              <a:cxnLst/>
              <a:rect l="l" t="t" r="r" b="b"/>
              <a:pathLst>
                <a:path w="4368165" h="4074159">
                  <a:moveTo>
                    <a:pt x="0" y="4073652"/>
                  </a:moveTo>
                  <a:lnTo>
                    <a:pt x="4367784" y="4073652"/>
                  </a:lnTo>
                  <a:lnTo>
                    <a:pt x="4367784" y="0"/>
                  </a:lnTo>
                  <a:lnTo>
                    <a:pt x="0" y="0"/>
                  </a:lnTo>
                  <a:lnTo>
                    <a:pt x="0" y="4073652"/>
                  </a:lnTo>
                  <a:close/>
                </a:path>
              </a:pathLst>
            </a:custGeom>
            <a:ln w="579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01155" y="3375660"/>
              <a:ext cx="2211324" cy="63550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79236" y="3313163"/>
              <a:ext cx="2401823" cy="86107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60592" y="3415283"/>
              <a:ext cx="2097023" cy="522731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3681463" y="1696660"/>
            <a:ext cx="991898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542">
              <a:lnSpc>
                <a:spcPts val="1038"/>
              </a:lnSpc>
            </a:pPr>
            <a:r>
              <a:rPr sz="1324" spc="-2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24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24" spc="-7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1324" spc="-5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545967" y="2615584"/>
            <a:ext cx="1136043" cy="407509"/>
            <a:chOff x="5974079" y="5529071"/>
            <a:chExt cx="2402205" cy="861694"/>
          </a:xfrm>
        </p:grpSpPr>
        <p:pic>
          <p:nvPicPr>
            <p:cNvPr id="55" name="object 5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95999" y="5591555"/>
              <a:ext cx="2211324" cy="63550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974079" y="5529071"/>
              <a:ext cx="2401824" cy="86107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155435" y="5631179"/>
              <a:ext cx="2097023" cy="522731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3631733" y="2690540"/>
            <a:ext cx="99189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542">
              <a:lnSpc>
                <a:spcPts val="1466"/>
              </a:lnSpc>
            </a:pPr>
            <a:r>
              <a:rPr sz="1324" spc="-2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24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24" spc="-7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1324" spc="-5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1324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9" name="Ink 58"/>
              <p14:cNvContentPartPr/>
              <p14:nvPr/>
            </p14:nvContentPartPr>
            <p14:xfrm>
              <a:off x="1378514" y="205775"/>
              <a:ext cx="4144055" cy="2992655"/>
            </p14:xfrm>
          </p:contentPart>
        </mc:Choice>
        <mc:Fallback xmlns="">
          <p:pic>
            <p:nvPicPr>
              <p:cNvPr id="59" name="Ink 58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368794" y="202175"/>
                <a:ext cx="4164215" cy="30084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659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Typical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4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13066" y="875283"/>
            <a:ext cx="297815" cy="586105"/>
            <a:chOff x="1013066" y="875283"/>
            <a:chExt cx="297815" cy="586105"/>
          </a:xfrm>
        </p:grpSpPr>
        <p:sp>
          <p:nvSpPr>
            <p:cNvPr id="4" name="object 4"/>
            <p:cNvSpPr/>
            <p:nvPr/>
          </p:nvSpPr>
          <p:spPr>
            <a:xfrm>
              <a:off x="1017828" y="880046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>
                  <a:moveTo>
                    <a:pt x="287997" y="0"/>
                  </a:moveTo>
                  <a:lnTo>
                    <a:pt x="0" y="0"/>
                  </a:lnTo>
                  <a:lnTo>
                    <a:pt x="0" y="576008"/>
                  </a:lnTo>
                  <a:lnTo>
                    <a:pt x="287997" y="576008"/>
                  </a:lnTo>
                  <a:lnTo>
                    <a:pt x="28799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7828" y="880046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>
                  <a:moveTo>
                    <a:pt x="0" y="576008"/>
                  </a:moveTo>
                  <a:lnTo>
                    <a:pt x="287997" y="576008"/>
                  </a:lnTo>
                  <a:lnTo>
                    <a:pt x="287997" y="0"/>
                  </a:lnTo>
                  <a:lnTo>
                    <a:pt x="0" y="0"/>
                  </a:lnTo>
                  <a:lnTo>
                    <a:pt x="0" y="57600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96797" y="1485137"/>
            <a:ext cx="3238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950" y="645413"/>
            <a:ext cx="4800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32×32×3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3702" y="932827"/>
            <a:ext cx="4253230" cy="1971039"/>
            <a:chOff x="513702" y="932827"/>
            <a:chExt cx="4253230" cy="1971039"/>
          </a:xfrm>
        </p:grpSpPr>
        <p:sp>
          <p:nvSpPr>
            <p:cNvPr id="9" name="object 9"/>
            <p:cNvSpPr/>
            <p:nvPr/>
          </p:nvSpPr>
          <p:spPr>
            <a:xfrm>
              <a:off x="1593850" y="937590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>
                  <a:moveTo>
                    <a:pt x="288010" y="0"/>
                  </a:moveTo>
                  <a:lnTo>
                    <a:pt x="0" y="0"/>
                  </a:lnTo>
                  <a:lnTo>
                    <a:pt x="0" y="460806"/>
                  </a:lnTo>
                  <a:lnTo>
                    <a:pt x="288010" y="460806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3850" y="937590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>
                  <a:moveTo>
                    <a:pt x="0" y="460806"/>
                  </a:moveTo>
                  <a:lnTo>
                    <a:pt x="288010" y="460806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46080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69795" y="995260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>
                  <a:moveTo>
                    <a:pt x="288010" y="0"/>
                  </a:moveTo>
                  <a:lnTo>
                    <a:pt x="0" y="0"/>
                  </a:lnTo>
                  <a:lnTo>
                    <a:pt x="0" y="345605"/>
                  </a:lnTo>
                  <a:lnTo>
                    <a:pt x="288010" y="345605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69795" y="995260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>
                  <a:moveTo>
                    <a:pt x="0" y="345605"/>
                  </a:moveTo>
                  <a:lnTo>
                    <a:pt x="288010" y="345605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3456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5867" y="102403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288010" y="0"/>
                  </a:moveTo>
                  <a:lnTo>
                    <a:pt x="0" y="0"/>
                  </a:lnTo>
                  <a:lnTo>
                    <a:pt x="0" y="287997"/>
                  </a:lnTo>
                  <a:lnTo>
                    <a:pt x="288010" y="287997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5867" y="102403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0" y="287997"/>
                  </a:moveTo>
                  <a:lnTo>
                    <a:pt x="288010" y="287997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287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21811" y="1052804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>
                  <a:moveTo>
                    <a:pt x="288010" y="0"/>
                  </a:moveTo>
                  <a:lnTo>
                    <a:pt x="0" y="0"/>
                  </a:lnTo>
                  <a:lnTo>
                    <a:pt x="0" y="230403"/>
                  </a:lnTo>
                  <a:lnTo>
                    <a:pt x="288010" y="230403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21811" y="1052804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>
                  <a:moveTo>
                    <a:pt x="0" y="230403"/>
                  </a:moveTo>
                  <a:lnTo>
                    <a:pt x="288010" y="230403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2304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97884" y="1081697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>
                  <a:moveTo>
                    <a:pt x="288010" y="0"/>
                  </a:moveTo>
                  <a:lnTo>
                    <a:pt x="0" y="0"/>
                  </a:lnTo>
                  <a:lnTo>
                    <a:pt x="0" y="172808"/>
                  </a:lnTo>
                  <a:lnTo>
                    <a:pt x="288010" y="172808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FFF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97884" y="1081697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>
                  <a:moveTo>
                    <a:pt x="0" y="172808"/>
                  </a:moveTo>
                  <a:lnTo>
                    <a:pt x="288010" y="172808"/>
                  </a:lnTo>
                  <a:lnTo>
                    <a:pt x="288010" y="0"/>
                  </a:lnTo>
                  <a:lnTo>
                    <a:pt x="0" y="0"/>
                  </a:lnTo>
                  <a:lnTo>
                    <a:pt x="0" y="17280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3829" y="1110476"/>
              <a:ext cx="288290" cy="115570"/>
            </a:xfrm>
            <a:custGeom>
              <a:avLst/>
              <a:gdLst/>
              <a:ahLst/>
              <a:cxnLst/>
              <a:rect l="l" t="t" r="r" b="b"/>
              <a:pathLst>
                <a:path w="288289" h="115569">
                  <a:moveTo>
                    <a:pt x="288010" y="0"/>
                  </a:moveTo>
                  <a:lnTo>
                    <a:pt x="0" y="0"/>
                  </a:lnTo>
                  <a:lnTo>
                    <a:pt x="0" y="115200"/>
                  </a:lnTo>
                  <a:lnTo>
                    <a:pt x="288010" y="115200"/>
                  </a:lnTo>
                  <a:lnTo>
                    <a:pt x="288010" y="0"/>
                  </a:lnTo>
                  <a:close/>
                </a:path>
              </a:pathLst>
            </a:custGeom>
            <a:solidFill>
              <a:srgbClr val="F1C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05813" y="1110476"/>
              <a:ext cx="3456304" cy="115570"/>
            </a:xfrm>
            <a:custGeom>
              <a:avLst/>
              <a:gdLst/>
              <a:ahLst/>
              <a:cxnLst/>
              <a:rect l="l" t="t" r="r" b="b"/>
              <a:pathLst>
                <a:path w="3456304" h="115569">
                  <a:moveTo>
                    <a:pt x="3168015" y="115200"/>
                  </a:moveTo>
                  <a:lnTo>
                    <a:pt x="3456025" y="115200"/>
                  </a:lnTo>
                  <a:lnTo>
                    <a:pt x="3456025" y="0"/>
                  </a:lnTo>
                  <a:lnTo>
                    <a:pt x="3168015" y="0"/>
                  </a:lnTo>
                  <a:lnTo>
                    <a:pt x="3168015" y="115200"/>
                  </a:lnTo>
                  <a:close/>
                </a:path>
                <a:path w="3456304" h="115569">
                  <a:moveTo>
                    <a:pt x="0" y="57542"/>
                  </a:moveTo>
                  <a:lnTo>
                    <a:pt x="225425" y="57542"/>
                  </a:lnTo>
                </a:path>
                <a:path w="3456304" h="115569">
                  <a:moveTo>
                    <a:pt x="201549" y="27189"/>
                  </a:moveTo>
                  <a:lnTo>
                    <a:pt x="206248" y="39127"/>
                  </a:lnTo>
                  <a:lnTo>
                    <a:pt x="212471" y="47890"/>
                  </a:lnTo>
                  <a:lnTo>
                    <a:pt x="219964" y="53859"/>
                  </a:lnTo>
                  <a:lnTo>
                    <a:pt x="227838" y="57542"/>
                  </a:lnTo>
                  <a:lnTo>
                    <a:pt x="219964" y="61225"/>
                  </a:lnTo>
                  <a:lnTo>
                    <a:pt x="212471" y="67321"/>
                  </a:lnTo>
                  <a:lnTo>
                    <a:pt x="206248" y="75957"/>
                  </a:lnTo>
                  <a:lnTo>
                    <a:pt x="201549" y="87895"/>
                  </a:lnTo>
                </a:path>
                <a:path w="3456304" h="115569">
                  <a:moveTo>
                    <a:pt x="576072" y="57542"/>
                  </a:moveTo>
                  <a:lnTo>
                    <a:pt x="801369" y="57542"/>
                  </a:lnTo>
                </a:path>
                <a:path w="3456304" h="115569">
                  <a:moveTo>
                    <a:pt x="777621" y="27189"/>
                  </a:moveTo>
                  <a:lnTo>
                    <a:pt x="782193" y="39127"/>
                  </a:lnTo>
                  <a:lnTo>
                    <a:pt x="788543" y="47890"/>
                  </a:lnTo>
                  <a:lnTo>
                    <a:pt x="795909" y="53859"/>
                  </a:lnTo>
                  <a:lnTo>
                    <a:pt x="803910" y="57542"/>
                  </a:lnTo>
                  <a:lnTo>
                    <a:pt x="795909" y="61225"/>
                  </a:lnTo>
                  <a:lnTo>
                    <a:pt x="788543" y="67321"/>
                  </a:lnTo>
                  <a:lnTo>
                    <a:pt x="782193" y="75957"/>
                  </a:lnTo>
                  <a:lnTo>
                    <a:pt x="777621" y="87895"/>
                  </a:lnTo>
                </a:path>
                <a:path w="3456304" h="115569">
                  <a:moveTo>
                    <a:pt x="1152017" y="57542"/>
                  </a:moveTo>
                  <a:lnTo>
                    <a:pt x="1377442" y="57542"/>
                  </a:lnTo>
                </a:path>
                <a:path w="3456304" h="115569">
                  <a:moveTo>
                    <a:pt x="1353566" y="27189"/>
                  </a:moveTo>
                  <a:lnTo>
                    <a:pt x="1358265" y="39127"/>
                  </a:lnTo>
                  <a:lnTo>
                    <a:pt x="1364488" y="47890"/>
                  </a:lnTo>
                  <a:lnTo>
                    <a:pt x="1371981" y="53859"/>
                  </a:lnTo>
                  <a:lnTo>
                    <a:pt x="1379855" y="57542"/>
                  </a:lnTo>
                  <a:lnTo>
                    <a:pt x="1371981" y="61225"/>
                  </a:lnTo>
                  <a:lnTo>
                    <a:pt x="1364488" y="67321"/>
                  </a:lnTo>
                  <a:lnTo>
                    <a:pt x="1358265" y="75957"/>
                  </a:lnTo>
                  <a:lnTo>
                    <a:pt x="1353566" y="87895"/>
                  </a:lnTo>
                </a:path>
                <a:path w="3456304" h="115569">
                  <a:moveTo>
                    <a:pt x="1728089" y="57542"/>
                  </a:moveTo>
                  <a:lnTo>
                    <a:pt x="1953387" y="57542"/>
                  </a:lnTo>
                </a:path>
                <a:path w="3456304" h="115569">
                  <a:moveTo>
                    <a:pt x="1929638" y="27189"/>
                  </a:moveTo>
                  <a:lnTo>
                    <a:pt x="1934210" y="39127"/>
                  </a:lnTo>
                  <a:lnTo>
                    <a:pt x="1940560" y="47890"/>
                  </a:lnTo>
                  <a:lnTo>
                    <a:pt x="1947926" y="53859"/>
                  </a:lnTo>
                  <a:lnTo>
                    <a:pt x="1955927" y="57542"/>
                  </a:lnTo>
                  <a:lnTo>
                    <a:pt x="1947926" y="61225"/>
                  </a:lnTo>
                  <a:lnTo>
                    <a:pt x="1940560" y="67321"/>
                  </a:lnTo>
                  <a:lnTo>
                    <a:pt x="1934210" y="75957"/>
                  </a:lnTo>
                  <a:lnTo>
                    <a:pt x="1929638" y="87895"/>
                  </a:lnTo>
                </a:path>
                <a:path w="3456304" h="115569">
                  <a:moveTo>
                    <a:pt x="2304034" y="57542"/>
                  </a:moveTo>
                  <a:lnTo>
                    <a:pt x="2529459" y="57542"/>
                  </a:lnTo>
                </a:path>
                <a:path w="3456304" h="115569">
                  <a:moveTo>
                    <a:pt x="2505583" y="27189"/>
                  </a:moveTo>
                  <a:lnTo>
                    <a:pt x="2510282" y="39127"/>
                  </a:lnTo>
                  <a:lnTo>
                    <a:pt x="2516505" y="47890"/>
                  </a:lnTo>
                  <a:lnTo>
                    <a:pt x="2523998" y="53859"/>
                  </a:lnTo>
                  <a:lnTo>
                    <a:pt x="2531872" y="57542"/>
                  </a:lnTo>
                  <a:lnTo>
                    <a:pt x="2523998" y="61225"/>
                  </a:lnTo>
                  <a:lnTo>
                    <a:pt x="2516505" y="67321"/>
                  </a:lnTo>
                  <a:lnTo>
                    <a:pt x="2510282" y="75957"/>
                  </a:lnTo>
                  <a:lnTo>
                    <a:pt x="2505583" y="87895"/>
                  </a:lnTo>
                </a:path>
                <a:path w="3456304" h="115569">
                  <a:moveTo>
                    <a:pt x="2880106" y="57542"/>
                  </a:moveTo>
                  <a:lnTo>
                    <a:pt x="3105404" y="57542"/>
                  </a:lnTo>
                </a:path>
                <a:path w="3456304" h="115569">
                  <a:moveTo>
                    <a:pt x="3081655" y="27189"/>
                  </a:moveTo>
                  <a:lnTo>
                    <a:pt x="3086227" y="39127"/>
                  </a:lnTo>
                  <a:lnTo>
                    <a:pt x="3092577" y="47890"/>
                  </a:lnTo>
                  <a:lnTo>
                    <a:pt x="3099943" y="53859"/>
                  </a:lnTo>
                  <a:lnTo>
                    <a:pt x="3107944" y="57542"/>
                  </a:lnTo>
                  <a:lnTo>
                    <a:pt x="3099943" y="61225"/>
                  </a:lnTo>
                  <a:lnTo>
                    <a:pt x="3092577" y="67321"/>
                  </a:lnTo>
                  <a:lnTo>
                    <a:pt x="3086227" y="75957"/>
                  </a:lnTo>
                  <a:lnTo>
                    <a:pt x="3081655" y="878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169794"/>
              <a:ext cx="69291" cy="692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391219"/>
              <a:ext cx="69291" cy="692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612643"/>
              <a:ext cx="69291" cy="692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834056"/>
              <a:ext cx="69291" cy="6928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00377" y="645413"/>
            <a:ext cx="479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28×28×6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76450" y="645413"/>
            <a:ext cx="479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14×14×6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20772" y="645413"/>
            <a:ext cx="10553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10×10×16</a:t>
            </a:r>
            <a:r>
              <a:rPr sz="900" spc="229" dirty="0">
                <a:latin typeface="Arial MT"/>
                <a:cs typeface="Arial MT"/>
              </a:rPr>
              <a:t>  </a:t>
            </a:r>
            <a:r>
              <a:rPr sz="900" spc="-10" dirty="0">
                <a:latin typeface="Arial MT"/>
                <a:cs typeface="Arial MT"/>
              </a:rPr>
              <a:t>5×5×16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28952" y="1499361"/>
            <a:ext cx="4127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Conv1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31542" y="1499361"/>
            <a:ext cx="126619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46050">
              <a:lnSpc>
                <a:spcPct val="100000"/>
              </a:lnSpc>
              <a:spcBef>
                <a:spcPts val="105"/>
              </a:spcBef>
              <a:tabLst>
                <a:tab pos="720725" algn="l"/>
                <a:tab pos="1073150" algn="l"/>
              </a:tabLst>
            </a:pPr>
            <a:r>
              <a:rPr sz="1050" spc="-10" dirty="0">
                <a:latin typeface="Arial MT"/>
                <a:cs typeface="Arial MT"/>
              </a:rPr>
              <a:t>Pool1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20" dirty="0">
                <a:latin typeface="Arial MT"/>
                <a:cs typeface="Arial MT"/>
              </a:rPr>
              <a:t>Conv2 </a:t>
            </a:r>
            <a:r>
              <a:rPr sz="1050" spc="-10" dirty="0">
                <a:latin typeface="Arial MT"/>
                <a:cs typeface="Arial MT"/>
              </a:rPr>
              <a:t>Pool2</a:t>
            </a:r>
            <a:r>
              <a:rPr sz="1050" dirty="0">
                <a:latin typeface="Arial MT"/>
                <a:cs typeface="Arial MT"/>
              </a:rPr>
              <a:t>		</a:t>
            </a:r>
            <a:r>
              <a:rPr sz="1050" spc="-25" dirty="0">
                <a:latin typeface="Arial MT"/>
                <a:cs typeface="Arial MT"/>
              </a:rPr>
              <a:t>FC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34714" y="645413"/>
            <a:ext cx="21780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120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00803" y="1485722"/>
            <a:ext cx="42735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Output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42535" y="645413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6963" y="1899615"/>
            <a:ext cx="3567429" cy="10807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Pattern: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165" dirty="0">
                <a:latin typeface="Arial MT"/>
                <a:cs typeface="Arial MT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→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Arial MT"/>
                <a:cs typeface="Arial MT"/>
              </a:rPr>
              <a:t>POOL</a:t>
            </a:r>
            <a:r>
              <a:rPr sz="1050" spc="-80" dirty="0">
                <a:latin typeface="Arial MT"/>
                <a:cs typeface="Arial MT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→</a:t>
            </a:r>
            <a:r>
              <a:rPr sz="1050" spc="-10" dirty="0">
                <a:latin typeface="Arial MT"/>
                <a:cs typeface="Arial MT"/>
              </a:rPr>
              <a:t>CONV</a:t>
            </a:r>
            <a:r>
              <a:rPr sz="1050" spc="-70" dirty="0">
                <a:latin typeface="Arial MT"/>
                <a:cs typeface="Arial MT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→</a:t>
            </a:r>
            <a:r>
              <a:rPr sz="1050" spc="-10" dirty="0">
                <a:latin typeface="Arial MT"/>
                <a:cs typeface="Arial MT"/>
              </a:rPr>
              <a:t>POOL</a:t>
            </a:r>
            <a:r>
              <a:rPr sz="1050" spc="-80" dirty="0">
                <a:latin typeface="Arial MT"/>
                <a:cs typeface="Arial MT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→</a:t>
            </a:r>
            <a:r>
              <a:rPr sz="1050" dirty="0">
                <a:latin typeface="Arial MT"/>
                <a:cs typeface="Arial MT"/>
              </a:rPr>
              <a:t>FC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→</a:t>
            </a:r>
            <a:r>
              <a:rPr sz="1050" spc="-10" dirty="0">
                <a:latin typeface="Arial MT"/>
                <a:cs typeface="Arial MT"/>
              </a:rPr>
              <a:t>OUTPUT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latin typeface="Arial MT"/>
                <a:cs typeface="Arial MT"/>
              </a:rPr>
              <a:t>Early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Detect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low-</a:t>
            </a:r>
            <a:r>
              <a:rPr sz="1050" dirty="0">
                <a:latin typeface="Arial MT"/>
                <a:cs typeface="Arial MT"/>
              </a:rPr>
              <a:t>level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(edges,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corners)</a:t>
            </a:r>
            <a:endParaRPr sz="1050">
              <a:latin typeface="Arial MT"/>
              <a:cs typeface="Arial MT"/>
            </a:endParaRPr>
          </a:p>
          <a:p>
            <a:pPr marL="309880" marR="226060">
              <a:lnSpc>
                <a:spcPct val="1377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Middle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layers: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Combine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(shapes,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textures) </a:t>
            </a:r>
            <a:r>
              <a:rPr sz="1050" dirty="0">
                <a:latin typeface="Arial MT"/>
                <a:cs typeface="Arial MT"/>
              </a:rPr>
              <a:t>Later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High-</a:t>
            </a:r>
            <a:r>
              <a:rPr sz="1050" dirty="0">
                <a:latin typeface="Arial MT"/>
                <a:cs typeface="Arial MT"/>
              </a:rPr>
              <a:t>level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concepts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(objects,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faces)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decreases,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increases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35" name="object 3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54041" y="3145485"/>
            <a:ext cx="2819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93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</a:rPr>
              <a:t>Number</a:t>
            </a:r>
            <a:r>
              <a:rPr sz="1400" cap="small" spc="9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of</a:t>
            </a:r>
            <a:r>
              <a:rPr sz="1400" cap="small" spc="80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Parameters</a:t>
            </a:r>
            <a:r>
              <a:rPr sz="1400" cap="small" spc="140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in</a:t>
            </a:r>
            <a:r>
              <a:rPr sz="1400" cap="small" spc="9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Convolutional</a:t>
            </a:r>
            <a:r>
              <a:rPr sz="1400" cap="small" spc="130" dirty="0">
                <a:solidFill>
                  <a:srgbClr val="FFFFFF"/>
                </a:solidFill>
              </a:rPr>
              <a:t> </a:t>
            </a:r>
            <a:r>
              <a:rPr sz="1400" cap="small" spc="-60" dirty="0">
                <a:solidFill>
                  <a:srgbClr val="FFFFFF"/>
                </a:solidFill>
              </a:rPr>
              <a:t>Layer</a:t>
            </a:r>
            <a:endParaRPr sz="1400"/>
          </a:p>
        </p:txBody>
      </p:sp>
      <p:grpSp>
        <p:nvGrpSpPr>
          <p:cNvPr id="3" name="object 3"/>
          <p:cNvGrpSpPr/>
          <p:nvPr/>
        </p:nvGrpSpPr>
        <p:grpSpPr>
          <a:xfrm>
            <a:off x="513702" y="824026"/>
            <a:ext cx="69850" cy="2106930"/>
            <a:chOff x="513702" y="824026"/>
            <a:chExt cx="69850" cy="21069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82402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045514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266875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488363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196845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418270"/>
              <a:ext cx="69291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639694"/>
              <a:ext cx="69291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861106"/>
              <a:ext cx="69291" cy="6929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08863" y="462560"/>
            <a:ext cx="4583430" cy="25031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20"/>
              </a:spcBef>
            </a:pP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convolutional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with:</a:t>
            </a:r>
            <a:endParaRPr sz="10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55"/>
              </a:spcBef>
            </a:pP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size: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i="1" spc="-50" dirty="0">
                <a:latin typeface="Arial"/>
                <a:cs typeface="Arial"/>
              </a:rPr>
              <a:t>K</a:t>
            </a:r>
            <a:endParaRPr sz="1050">
              <a:latin typeface="Arial"/>
              <a:cs typeface="Arial"/>
            </a:endParaRPr>
          </a:p>
          <a:p>
            <a:pPr marL="347980">
              <a:lnSpc>
                <a:spcPct val="100000"/>
              </a:lnSpc>
              <a:spcBef>
                <a:spcPts val="68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i="1" spc="-25" dirty="0">
                <a:latin typeface="Arial"/>
                <a:cs typeface="Arial"/>
              </a:rPr>
              <a:t>C</a:t>
            </a:r>
            <a:r>
              <a:rPr sz="1050" i="1" spc="-37" baseline="-19841" dirty="0">
                <a:latin typeface="Arial"/>
                <a:cs typeface="Arial"/>
              </a:rPr>
              <a:t>in</a:t>
            </a:r>
            <a:endParaRPr sz="1050" baseline="-19841">
              <a:latin typeface="Arial"/>
              <a:cs typeface="Arial"/>
            </a:endParaRPr>
          </a:p>
          <a:p>
            <a:pPr marL="347980">
              <a:lnSpc>
                <a:spcPct val="100000"/>
              </a:lnSpc>
              <a:spcBef>
                <a:spcPts val="505"/>
              </a:spcBef>
            </a:pP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(number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filters):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i="1" spc="-20" dirty="0">
                <a:latin typeface="Arial"/>
                <a:cs typeface="Arial"/>
              </a:rPr>
              <a:t>C</a:t>
            </a:r>
            <a:r>
              <a:rPr sz="1050" i="1" spc="-30" baseline="-19841" dirty="0">
                <a:latin typeface="Arial"/>
                <a:cs typeface="Arial"/>
              </a:rPr>
              <a:t>out</a:t>
            </a:r>
            <a:endParaRPr sz="1050" baseline="-19841">
              <a:latin typeface="Arial"/>
              <a:cs typeface="Arial"/>
            </a:endParaRPr>
          </a:p>
          <a:p>
            <a:pPr marL="347980">
              <a:lnSpc>
                <a:spcPct val="100000"/>
              </a:lnSpc>
              <a:spcBef>
                <a:spcPts val="505"/>
              </a:spcBef>
            </a:pPr>
            <a:r>
              <a:rPr sz="1050" dirty="0">
                <a:latin typeface="Arial MT"/>
                <a:cs typeface="Arial MT"/>
              </a:rPr>
              <a:t>Bias: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Yes/No,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Where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bias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bias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used,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0</a:t>
            </a:r>
            <a:r>
              <a:rPr sz="1050" spc="-10" dirty="0">
                <a:latin typeface="Arial MT"/>
                <a:cs typeface="Arial MT"/>
              </a:rPr>
              <a:t> otherwise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50">
              <a:latin typeface="Arial MT"/>
              <a:cs typeface="Arial MT"/>
            </a:endParaRPr>
          </a:p>
          <a:p>
            <a:pPr marL="108712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Total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050" i="1" baseline="-19841" dirty="0">
                <a:latin typeface="Arial"/>
                <a:cs typeface="Arial"/>
              </a:rPr>
              <a:t>in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bias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spc="-20" dirty="0">
                <a:latin typeface="Arial"/>
                <a:cs typeface="Arial"/>
              </a:rPr>
              <a:t>C</a:t>
            </a:r>
            <a:r>
              <a:rPr sz="1050" i="1" spc="-30" baseline="-19841" dirty="0">
                <a:latin typeface="Arial"/>
                <a:cs typeface="Arial"/>
              </a:rPr>
              <a:t>out</a:t>
            </a:r>
            <a:endParaRPr sz="1050" baseline="-19841">
              <a:latin typeface="Arial"/>
              <a:cs typeface="Arial"/>
            </a:endParaRPr>
          </a:p>
          <a:p>
            <a:pPr marL="347980" marR="43180">
              <a:lnSpc>
                <a:spcPct val="138100"/>
              </a:lnSpc>
              <a:spcBef>
                <a:spcPts val="390"/>
              </a:spcBef>
            </a:pP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independent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of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input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spatial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dimensions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(height,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width)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same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depth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as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input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channels</a:t>
            </a:r>
            <a:endParaRPr sz="1050">
              <a:latin typeface="Arial MT"/>
              <a:cs typeface="Arial MT"/>
            </a:endParaRPr>
          </a:p>
          <a:p>
            <a:pPr marL="347980" marR="757555">
              <a:lnSpc>
                <a:spcPts val="1739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grows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quadratically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kernel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size </a:t>
            </a:r>
            <a:r>
              <a:rPr sz="1050" dirty="0">
                <a:latin typeface="Arial MT"/>
                <a:cs typeface="Arial MT"/>
              </a:rPr>
              <a:t>Adding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increases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linearly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4" name="object 1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105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</a:rPr>
              <a:t>Number</a:t>
            </a:r>
            <a:r>
              <a:rPr sz="1400" cap="small" spc="9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of</a:t>
            </a:r>
            <a:r>
              <a:rPr sz="1400" cap="small" spc="80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Parameters</a:t>
            </a:r>
            <a:r>
              <a:rPr sz="1400" cap="small" spc="140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in</a:t>
            </a:r>
            <a:r>
              <a:rPr sz="1400" cap="small" spc="9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Convolutional</a:t>
            </a:r>
            <a:r>
              <a:rPr sz="1400" cap="small" spc="130" dirty="0">
                <a:solidFill>
                  <a:srgbClr val="FFFFFF"/>
                </a:solidFill>
              </a:rPr>
              <a:t> </a:t>
            </a:r>
            <a:r>
              <a:rPr sz="1400" cap="small" spc="-60" dirty="0">
                <a:solidFill>
                  <a:srgbClr val="FFFFFF"/>
                </a:solidFill>
              </a:rPr>
              <a:t>Layer</a:t>
            </a:r>
            <a:endParaRPr sz="1400"/>
          </a:p>
        </p:txBody>
      </p:sp>
      <p:grpSp>
        <p:nvGrpSpPr>
          <p:cNvPr id="3" name="object 3"/>
          <p:cNvGrpSpPr/>
          <p:nvPr/>
        </p:nvGrpSpPr>
        <p:grpSpPr>
          <a:xfrm>
            <a:off x="460921" y="770305"/>
            <a:ext cx="69850" cy="1337310"/>
            <a:chOff x="460921" y="770305"/>
            <a:chExt cx="69850" cy="1337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921" y="770305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921" y="2038134"/>
              <a:ext cx="69291" cy="692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66623" y="667029"/>
            <a:ext cx="1888489" cy="2208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8600"/>
              </a:lnSpc>
              <a:spcBef>
                <a:spcPts val="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Example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First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Convolutional 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5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Input: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RGB</a:t>
            </a:r>
            <a:r>
              <a:rPr sz="950" spc="-10" dirty="0">
                <a:latin typeface="Arial MT"/>
                <a:cs typeface="Arial MT"/>
              </a:rPr>
              <a:t> image</a:t>
            </a:r>
            <a:endParaRPr sz="950">
              <a:latin typeface="Arial MT"/>
              <a:cs typeface="Arial MT"/>
            </a:endParaRPr>
          </a:p>
          <a:p>
            <a:pPr marR="635635" algn="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950" dirty="0">
                <a:latin typeface="Arial MT"/>
                <a:cs typeface="Arial MT"/>
              </a:rPr>
              <a:t>224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224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35" dirty="0">
                <a:latin typeface="Microsoft YaHei UI"/>
                <a:cs typeface="Microsoft YaHei UI"/>
              </a:rPr>
              <a:t> </a:t>
            </a:r>
            <a:r>
              <a:rPr sz="950" spc="-35" dirty="0">
                <a:latin typeface="Arial MT"/>
                <a:cs typeface="Arial MT"/>
              </a:rPr>
              <a:t>3</a:t>
            </a:r>
            <a:r>
              <a:rPr sz="1100" spc="-3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R="677545" algn="r">
              <a:lnSpc>
                <a:spcPct val="100000"/>
              </a:lnSpc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44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Kernel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size: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5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30" dirty="0">
                <a:latin typeface="Microsoft YaHei UI"/>
                <a:cs typeface="Microsoft YaHei UI"/>
              </a:rPr>
              <a:t> </a:t>
            </a:r>
            <a:r>
              <a:rPr sz="950" spc="-50" dirty="0">
                <a:latin typeface="Arial MT"/>
                <a:cs typeface="Arial MT"/>
              </a:rPr>
              <a:t>5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Number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of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filters: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64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Bias: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Yes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Calculation: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Parameters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per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filter</a:t>
            </a:r>
            <a:endParaRPr sz="9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115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5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35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5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3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1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950" spc="-25" dirty="0">
                <a:latin typeface="Arial MT"/>
                <a:cs typeface="Arial MT"/>
              </a:rPr>
              <a:t>76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8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Total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parameters</a:t>
            </a:r>
            <a:endParaRPr sz="9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76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3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64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950" b="1" dirty="0">
                <a:latin typeface="Arial"/>
                <a:cs typeface="Arial"/>
              </a:rPr>
              <a:t>4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0" dirty="0">
                <a:latin typeface="Verdana"/>
                <a:cs typeface="Verdana"/>
              </a:rPr>
              <a:t> </a:t>
            </a:r>
            <a:r>
              <a:rPr sz="950" b="1" spc="-25" dirty="0">
                <a:latin typeface="Arial"/>
                <a:cs typeface="Arial"/>
              </a:rPr>
              <a:t>864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87319" y="770305"/>
            <a:ext cx="69850" cy="1337310"/>
            <a:chOff x="3187319" y="770305"/>
            <a:chExt cx="69850" cy="13373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7319" y="770305"/>
              <a:ext cx="69289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7319" y="2038134"/>
              <a:ext cx="69289" cy="6929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93617" y="667029"/>
            <a:ext cx="2069464" cy="2208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8600"/>
              </a:lnSpc>
              <a:spcBef>
                <a:spcPts val="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Example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2: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Deeper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Convolutional 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  <a:spcBef>
                <a:spcPts val="5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Input: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Feature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map</a:t>
            </a:r>
            <a:endParaRPr sz="950">
              <a:latin typeface="Arial MT"/>
              <a:cs typeface="Arial MT"/>
            </a:endParaRPr>
          </a:p>
          <a:p>
            <a:pPr marR="801370" algn="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950" dirty="0">
                <a:latin typeface="Arial MT"/>
                <a:cs typeface="Arial MT"/>
              </a:rPr>
              <a:t>56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56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0" dirty="0">
                <a:latin typeface="Microsoft YaHei UI"/>
                <a:cs typeface="Microsoft YaHei UI"/>
              </a:rPr>
              <a:t> </a:t>
            </a:r>
            <a:r>
              <a:rPr sz="950" spc="-20" dirty="0">
                <a:latin typeface="Arial MT"/>
                <a:cs typeface="Arial MT"/>
              </a:rPr>
              <a:t>128</a:t>
            </a:r>
            <a:r>
              <a:rPr sz="1100" spc="-2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R="788035" algn="r">
              <a:lnSpc>
                <a:spcPct val="100000"/>
              </a:lnSpc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44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Kernel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size: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3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30" dirty="0">
                <a:latin typeface="Microsoft YaHei UI"/>
                <a:cs typeface="Microsoft YaHei UI"/>
              </a:rPr>
              <a:t> </a:t>
            </a:r>
            <a:r>
              <a:rPr sz="950" spc="-50" dirty="0">
                <a:latin typeface="Arial MT"/>
                <a:cs typeface="Arial MT"/>
              </a:rPr>
              <a:t>3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Number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of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filters: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256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Bias: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Yes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Calculation: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Parameters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per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filter</a:t>
            </a:r>
            <a:endParaRPr sz="9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115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3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35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3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128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1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950" spc="-20" dirty="0">
                <a:latin typeface="Arial MT"/>
                <a:cs typeface="Arial MT"/>
              </a:rPr>
              <a:t>1</a:t>
            </a:r>
            <a:r>
              <a:rPr sz="1100" i="1" spc="-20" dirty="0">
                <a:latin typeface="Verdana"/>
                <a:cs typeface="Verdana"/>
              </a:rPr>
              <a:t>,</a:t>
            </a:r>
            <a:r>
              <a:rPr sz="950" spc="-20" dirty="0">
                <a:latin typeface="Arial MT"/>
                <a:cs typeface="Arial MT"/>
              </a:rPr>
              <a:t>153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8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Total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parameters</a:t>
            </a:r>
            <a:endParaRPr sz="9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0" dirty="0">
                <a:latin typeface="Verdana"/>
                <a:cs typeface="Verdana"/>
              </a:rPr>
              <a:t> </a:t>
            </a:r>
            <a:r>
              <a:rPr sz="950" dirty="0">
                <a:latin typeface="Arial MT"/>
                <a:cs typeface="Arial MT"/>
              </a:rPr>
              <a:t>153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35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256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950" b="1" spc="-10" dirty="0">
                <a:latin typeface="Arial"/>
                <a:cs typeface="Arial"/>
              </a:rPr>
              <a:t>295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950" b="1" spc="-10" dirty="0">
                <a:latin typeface="Arial"/>
                <a:cs typeface="Arial"/>
              </a:rPr>
              <a:t>168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106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Number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Parameters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in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Pooling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Layers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1009014"/>
            <a:ext cx="5193030" cy="1297940"/>
            <a:chOff x="309194" y="1009014"/>
            <a:chExt cx="5193030" cy="1297940"/>
          </a:xfrm>
        </p:grpSpPr>
        <p:sp>
          <p:nvSpPr>
            <p:cNvPr id="4" name="object 4"/>
            <p:cNvSpPr/>
            <p:nvPr/>
          </p:nvSpPr>
          <p:spPr>
            <a:xfrm>
              <a:off x="309194" y="1009014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6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207010"/>
                  </a:lnTo>
                  <a:lnTo>
                    <a:pt x="5141645" y="207010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986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397634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1053312"/>
              <a:ext cx="5192522" cy="44592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1247647"/>
              <a:ext cx="5142230" cy="201295"/>
            </a:xfrm>
            <a:custGeom>
              <a:avLst/>
              <a:gdLst/>
              <a:ahLst/>
              <a:cxnLst/>
              <a:rect l="l" t="t" r="r" b="b"/>
              <a:pathLst>
                <a:path w="5142230" h="201294">
                  <a:moveTo>
                    <a:pt x="5141645" y="0"/>
                  </a:moveTo>
                  <a:lnTo>
                    <a:pt x="0" y="0"/>
                  </a:lnTo>
                  <a:lnTo>
                    <a:pt x="0" y="149987"/>
                  </a:lnTo>
                  <a:lnTo>
                    <a:pt x="4000" y="169672"/>
                  </a:lnTo>
                  <a:lnTo>
                    <a:pt x="14922" y="185928"/>
                  </a:lnTo>
                  <a:lnTo>
                    <a:pt x="31076" y="196723"/>
                  </a:lnTo>
                  <a:lnTo>
                    <a:pt x="50800" y="200787"/>
                  </a:lnTo>
                  <a:lnTo>
                    <a:pt x="5090845" y="200787"/>
                  </a:lnTo>
                  <a:lnTo>
                    <a:pt x="5110530" y="196723"/>
                  </a:lnTo>
                  <a:lnTo>
                    <a:pt x="5126786" y="185928"/>
                  </a:lnTo>
                  <a:lnTo>
                    <a:pt x="5137708" y="169672"/>
                  </a:lnTo>
                  <a:lnTo>
                    <a:pt x="5141645" y="149987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1091437"/>
              <a:ext cx="0" cy="325755"/>
            </a:xfrm>
            <a:custGeom>
              <a:avLst/>
              <a:gdLst/>
              <a:ahLst/>
              <a:cxnLst/>
              <a:rect l="l" t="t" r="r" b="b"/>
              <a:pathLst>
                <a:path h="325755">
                  <a:moveTo>
                    <a:pt x="0" y="325246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107873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106603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105333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1034287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015616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237041"/>
              <a:ext cx="69291" cy="69291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8887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80"/>
              </a:spcBef>
            </a:pPr>
            <a:r>
              <a:rPr cap="small" dirty="0"/>
              <a:t>Key</a:t>
            </a:r>
            <a:r>
              <a:rPr cap="small" spc="70" dirty="0"/>
              <a:t> </a:t>
            </a:r>
            <a:r>
              <a:rPr cap="small" spc="-10" dirty="0"/>
              <a:t>Insight</a:t>
            </a:r>
          </a:p>
          <a:p>
            <a:pPr marL="25400">
              <a:lnSpc>
                <a:spcPct val="100000"/>
              </a:lnSpc>
              <a:spcBef>
                <a:spcPts val="36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Pooling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layers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have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ZERO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learnable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parameters!</a:t>
            </a:r>
            <a:endParaRPr sz="10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2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Why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Zero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Parameters?</a:t>
            </a:r>
            <a:endParaRPr sz="10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Pooling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operations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are</a:t>
            </a:r>
            <a:r>
              <a:rPr sz="10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fixed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mathematical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functions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: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00000"/>
                </a:solidFill>
                <a:latin typeface="Tahoma"/>
                <a:cs typeface="Tahoma"/>
              </a:rPr>
              <a:t>max</a:t>
            </a:r>
            <a:r>
              <a:rPr sz="120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or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 average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489"/>
              </a:spcBef>
            </a:pP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No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weights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or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biases</a:t>
            </a:r>
            <a:r>
              <a:rPr sz="10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learn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490"/>
              </a:spcBef>
            </a:pP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Only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hyperparameters: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pool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size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sz="1050" i="1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stride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i="1" spc="-50" dirty="0">
                <a:solidFill>
                  <a:srgbClr val="000000"/>
                </a:solidFill>
                <a:latin typeface="Arial"/>
                <a:cs typeface="Arial"/>
              </a:rPr>
              <a:t>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107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Number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Parameters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in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Pooling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Layers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720" y="1267637"/>
            <a:ext cx="69850" cy="734060"/>
            <a:chOff x="561720" y="1267637"/>
            <a:chExt cx="69850" cy="7340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720" y="1267637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20" y="148912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720" y="1710486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720" y="1931949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94817" y="934138"/>
            <a:ext cx="1797685" cy="133032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Max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Pooling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Example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050" dirty="0">
                <a:latin typeface="Arial MT"/>
                <a:cs typeface="Arial MT"/>
              </a:rPr>
              <a:t>Input: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56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×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56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20" dirty="0">
                <a:latin typeface="Arial MT"/>
                <a:cs typeface="Arial MT"/>
              </a:rPr>
              <a:t>128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050" dirty="0">
                <a:latin typeface="Arial MT"/>
                <a:cs typeface="Arial MT"/>
              </a:rPr>
              <a:t>Pool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size: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95"/>
              </a:spcBef>
            </a:pPr>
            <a:r>
              <a:rPr sz="1050" dirty="0">
                <a:latin typeface="Arial MT"/>
                <a:cs typeface="Arial MT"/>
              </a:rPr>
              <a:t>Stride: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05"/>
              </a:spcBef>
            </a:pPr>
            <a:r>
              <a:rPr sz="1050" dirty="0">
                <a:latin typeface="Arial MT"/>
                <a:cs typeface="Arial MT"/>
              </a:rPr>
              <a:t>Output: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28 </a:t>
            </a:r>
            <a:r>
              <a:rPr sz="1200" spc="-135" dirty="0">
                <a:latin typeface="Microsoft YaHei UI"/>
                <a:cs typeface="Microsoft YaHei UI"/>
              </a:rPr>
              <a:t>×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28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20" dirty="0">
                <a:latin typeface="Arial MT"/>
                <a:cs typeface="Arial MT"/>
              </a:rPr>
              <a:t>128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Parameters: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b="1" spc="-50" dirty="0"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37738" y="1267637"/>
            <a:ext cx="69850" cy="734060"/>
            <a:chOff x="3237738" y="1267637"/>
            <a:chExt cx="69850" cy="73406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7738" y="1267637"/>
              <a:ext cx="69289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7738" y="1489125"/>
              <a:ext cx="69289" cy="692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7738" y="1710486"/>
              <a:ext cx="69289" cy="692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7738" y="1931949"/>
              <a:ext cx="69289" cy="6929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071622" y="907356"/>
            <a:ext cx="1797685" cy="13665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09245" marR="107314" indent="-297180">
              <a:lnSpc>
                <a:spcPct val="128099"/>
              </a:lnSpc>
              <a:spcBef>
                <a:spcPts val="6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Average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Pooling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Example </a:t>
            </a:r>
            <a:r>
              <a:rPr sz="1050" dirty="0">
                <a:latin typeface="Arial MT"/>
                <a:cs typeface="Arial MT"/>
              </a:rPr>
              <a:t>Input: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56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56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20" dirty="0">
                <a:latin typeface="Arial MT"/>
                <a:cs typeface="Arial MT"/>
              </a:rPr>
              <a:t>128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09245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latin typeface="Arial MT"/>
                <a:cs typeface="Arial MT"/>
              </a:rPr>
              <a:t>Pool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size: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 marL="309245">
              <a:lnSpc>
                <a:spcPct val="100000"/>
              </a:lnSpc>
              <a:spcBef>
                <a:spcPts val="500"/>
              </a:spcBef>
            </a:pPr>
            <a:r>
              <a:rPr sz="1050" dirty="0">
                <a:latin typeface="Arial MT"/>
                <a:cs typeface="Arial MT"/>
              </a:rPr>
              <a:t>Stride: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 marL="309245">
              <a:lnSpc>
                <a:spcPct val="100000"/>
              </a:lnSpc>
              <a:spcBef>
                <a:spcPts val="309"/>
              </a:spcBef>
            </a:pPr>
            <a:r>
              <a:rPr sz="1050" dirty="0">
                <a:latin typeface="Arial MT"/>
                <a:cs typeface="Arial MT"/>
              </a:rPr>
              <a:t>Output: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28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28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20" dirty="0">
                <a:latin typeface="Arial MT"/>
                <a:cs typeface="Arial MT"/>
              </a:rPr>
              <a:t>128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Parameters: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b="1" spc="-50" dirty="0"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6" name="object 1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108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Design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Patterns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for</a:t>
            </a:r>
            <a:r>
              <a:rPr cap="small" spc="4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Deep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Networks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6996" y="951637"/>
            <a:ext cx="121285" cy="763905"/>
            <a:chOff x="456996" y="951637"/>
            <a:chExt cx="121285" cy="7639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996" y="951637"/>
              <a:ext cx="121259" cy="1212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996" y="1165759"/>
              <a:ext cx="121259" cy="1212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996" y="1380007"/>
              <a:ext cx="121259" cy="1212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996" y="1594130"/>
              <a:ext cx="121259" cy="12125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83514" y="1579879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6996" y="1808379"/>
            <a:ext cx="121259" cy="1212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3514" y="1794128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963" y="406044"/>
            <a:ext cx="3559810" cy="109156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How</a:t>
            </a:r>
            <a:r>
              <a:rPr sz="1050" spc="-4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do</a:t>
            </a:r>
            <a:r>
              <a:rPr sz="1050" spc="-2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we</a:t>
            </a:r>
            <a:r>
              <a:rPr sz="1050" spc="-2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design</a:t>
            </a:r>
            <a:r>
              <a:rPr sz="1050" spc="-3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effective</a:t>
            </a:r>
            <a:r>
              <a:rPr sz="1050" spc="-5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deep</a:t>
            </a:r>
            <a:r>
              <a:rPr sz="1050" spc="-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CNN</a:t>
            </a:r>
            <a:r>
              <a:rPr sz="1050" spc="-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architectures?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Design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Patterns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(Common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to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successful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architectures):</a:t>
            </a:r>
            <a:endParaRPr sz="10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229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900" spc="480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Spatial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reduction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+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Channel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expansion</a:t>
            </a:r>
            <a:endParaRPr sz="10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420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600" spc="33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Repetitive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building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blocks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Skip/residual</a:t>
            </a:r>
            <a:endParaRPr sz="10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434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600" spc="3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connections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448" y="1496339"/>
            <a:ext cx="1735455" cy="44640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Bottleneck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designs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Multi-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scale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extraction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3702" y="2306447"/>
            <a:ext cx="69850" cy="712470"/>
            <a:chOff x="513702" y="2306447"/>
            <a:chExt cx="69850" cy="71247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306447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520632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734819"/>
              <a:ext cx="69291" cy="692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702" y="2949004"/>
              <a:ext cx="69291" cy="6928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6963" y="1981606"/>
            <a:ext cx="2300605" cy="10731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Goal: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Balance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between: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latin typeface="Arial MT"/>
                <a:cs typeface="Arial MT"/>
              </a:rPr>
              <a:t>Model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capacity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(expressiveness)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ts val="1689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Computational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efficiency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Memory requirements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59"/>
              </a:spcBef>
            </a:pP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stability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0" name="object 2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109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1853"/>
            <a:ext cx="423580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Pattern</a:t>
            </a:r>
            <a:r>
              <a:rPr sz="1400" cap="small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r>
              <a:rPr sz="1400" cap="small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Spatial</a:t>
            </a:r>
            <a:r>
              <a:rPr sz="14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Reduction</a:t>
            </a:r>
            <a:r>
              <a:rPr sz="14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4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sz="1400" cap="small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FFFFFF"/>
                </a:solidFill>
                <a:latin typeface="Calibri"/>
                <a:cs typeface="Calibri"/>
              </a:rPr>
              <a:t>Expansion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15315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015230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670"/>
              </a:lnSpc>
            </a:pPr>
            <a:fld id="{81D60167-4931-47E6-BA6A-407CBD079E47}" type="slidenum">
              <a:rPr dirty="0"/>
              <a:t>110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Pattern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2: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Repetitive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Building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653033"/>
            <a:ext cx="33254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Instead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of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arbitrary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layers,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use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repeated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modular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blocks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8491" y="1712213"/>
            <a:ext cx="657225" cy="19431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3×3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8491" y="1983333"/>
            <a:ext cx="657225" cy="19431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3×3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8491" y="2254465"/>
            <a:ext cx="657225" cy="192405"/>
          </a:xfrm>
          <a:prstGeom prst="rect">
            <a:avLst/>
          </a:prstGeom>
          <a:solidFill>
            <a:srgbClr val="FFCCCC"/>
          </a:solidFill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60"/>
              </a:spcBef>
            </a:pPr>
            <a:r>
              <a:rPr sz="1050" spc="-10" dirty="0">
                <a:latin typeface="Arial MT"/>
                <a:cs typeface="Arial MT"/>
              </a:rPr>
              <a:t>MaxPool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4233" y="948715"/>
            <a:ext cx="1721485" cy="39814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VGG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Block: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latin typeface="Arial MT"/>
                <a:cs typeface="Arial MT"/>
              </a:rPr>
              <a:t>Multiple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3×3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pooling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0533" y="1480184"/>
            <a:ext cx="6864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VGG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Block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77263" y="1908810"/>
            <a:ext cx="79375" cy="338455"/>
          </a:xfrm>
          <a:custGeom>
            <a:avLst/>
            <a:gdLst/>
            <a:ahLst/>
            <a:cxnLst/>
            <a:rect l="l" t="t" r="r" b="b"/>
            <a:pathLst>
              <a:path w="79375" h="338455">
                <a:moveTo>
                  <a:pt x="39497" y="0"/>
                </a:moveTo>
                <a:lnTo>
                  <a:pt x="39497" y="61849"/>
                </a:lnTo>
              </a:path>
              <a:path w="79375" h="338455">
                <a:moveTo>
                  <a:pt x="78994" y="34544"/>
                </a:moveTo>
                <a:lnTo>
                  <a:pt x="63500" y="40259"/>
                </a:lnTo>
                <a:lnTo>
                  <a:pt x="52070" y="48006"/>
                </a:lnTo>
                <a:lnTo>
                  <a:pt x="44323" y="57150"/>
                </a:lnTo>
                <a:lnTo>
                  <a:pt x="39497" y="66941"/>
                </a:lnTo>
                <a:lnTo>
                  <a:pt x="34798" y="57150"/>
                </a:lnTo>
                <a:lnTo>
                  <a:pt x="26924" y="48006"/>
                </a:lnTo>
                <a:lnTo>
                  <a:pt x="15494" y="40259"/>
                </a:lnTo>
                <a:lnTo>
                  <a:pt x="0" y="34544"/>
                </a:lnTo>
              </a:path>
              <a:path w="79375" h="338455">
                <a:moveTo>
                  <a:pt x="39497" y="271119"/>
                </a:moveTo>
                <a:lnTo>
                  <a:pt x="39497" y="333019"/>
                </a:lnTo>
              </a:path>
              <a:path w="79375" h="338455">
                <a:moveTo>
                  <a:pt x="78994" y="305701"/>
                </a:moveTo>
                <a:lnTo>
                  <a:pt x="63500" y="311378"/>
                </a:lnTo>
                <a:lnTo>
                  <a:pt x="52070" y="319125"/>
                </a:lnTo>
                <a:lnTo>
                  <a:pt x="44323" y="328256"/>
                </a:lnTo>
                <a:lnTo>
                  <a:pt x="39497" y="338086"/>
                </a:lnTo>
                <a:lnTo>
                  <a:pt x="34798" y="328256"/>
                </a:lnTo>
                <a:lnTo>
                  <a:pt x="26924" y="319125"/>
                </a:lnTo>
                <a:lnTo>
                  <a:pt x="15494" y="311378"/>
                </a:lnTo>
                <a:lnTo>
                  <a:pt x="0" y="305701"/>
                </a:lnTo>
              </a:path>
            </a:pathLst>
          </a:custGeom>
          <a:ln w="10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214905" y="2275590"/>
            <a:ext cx="89535" cy="42545"/>
            <a:chOff x="4214905" y="2275590"/>
            <a:chExt cx="89535" cy="42545"/>
          </a:xfrm>
        </p:grpSpPr>
        <p:sp>
          <p:nvSpPr>
            <p:cNvPr id="11" name="object 11"/>
            <p:cNvSpPr/>
            <p:nvPr/>
          </p:nvSpPr>
          <p:spPr>
            <a:xfrm>
              <a:off x="4219955" y="228064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78994" y="0"/>
                  </a:moveTo>
                  <a:lnTo>
                    <a:pt x="63500" y="5689"/>
                  </a:lnTo>
                  <a:lnTo>
                    <a:pt x="52070" y="13423"/>
                  </a:lnTo>
                  <a:lnTo>
                    <a:pt x="44323" y="22555"/>
                  </a:lnTo>
                  <a:lnTo>
                    <a:pt x="39497" y="32384"/>
                  </a:lnTo>
                  <a:lnTo>
                    <a:pt x="34798" y="22555"/>
                  </a:lnTo>
                  <a:lnTo>
                    <a:pt x="26924" y="13423"/>
                  </a:lnTo>
                  <a:lnTo>
                    <a:pt x="15494" y="5689"/>
                  </a:lnTo>
                  <a:lnTo>
                    <a:pt x="0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19955" y="228064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78994" y="0"/>
                  </a:moveTo>
                  <a:lnTo>
                    <a:pt x="63500" y="5689"/>
                  </a:lnTo>
                  <a:lnTo>
                    <a:pt x="52070" y="13423"/>
                  </a:lnTo>
                  <a:lnTo>
                    <a:pt x="44323" y="22555"/>
                  </a:lnTo>
                  <a:lnTo>
                    <a:pt x="39497" y="32384"/>
                  </a:lnTo>
                  <a:lnTo>
                    <a:pt x="34798" y="22555"/>
                  </a:lnTo>
                  <a:lnTo>
                    <a:pt x="26924" y="13423"/>
                  </a:lnTo>
                  <a:lnTo>
                    <a:pt x="15494" y="5689"/>
                  </a:lnTo>
                  <a:lnTo>
                    <a:pt x="0" y="0"/>
                  </a:lnTo>
                </a:path>
              </a:pathLst>
            </a:custGeom>
            <a:ln w="10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897439" y="1699069"/>
          <a:ext cx="714375" cy="603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110"/>
                <a:gridCol w="342265"/>
              </a:tblGrid>
              <a:tr h="193675"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0" dirty="0">
                          <a:latin typeface="Arial MT"/>
                          <a:cs typeface="Arial MT"/>
                        </a:rPr>
                        <a:t>Conv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3×3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FF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11239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0000"/>
                      </a:solidFill>
                      <a:prstDash val="sysDash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0" dirty="0">
                          <a:latin typeface="Arial MT"/>
                          <a:cs typeface="Arial MT"/>
                        </a:rPr>
                        <a:t>Conv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3×3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FF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0000"/>
                      </a:solidFill>
                      <a:prstDash val="sysDash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4121467" y="2315832"/>
            <a:ext cx="243840" cy="243840"/>
            <a:chOff x="4121467" y="2315832"/>
            <a:chExt cx="243840" cy="243840"/>
          </a:xfrm>
        </p:grpSpPr>
        <p:sp>
          <p:nvSpPr>
            <p:cNvPr id="15" name="object 15"/>
            <p:cNvSpPr/>
            <p:nvPr/>
          </p:nvSpPr>
          <p:spPr>
            <a:xfrm>
              <a:off x="4126229" y="2320594"/>
              <a:ext cx="234315" cy="234315"/>
            </a:xfrm>
            <a:custGeom>
              <a:avLst/>
              <a:gdLst/>
              <a:ahLst/>
              <a:cxnLst/>
              <a:rect l="l" t="t" r="r" b="b"/>
              <a:pathLst>
                <a:path w="234314" h="234314">
                  <a:moveTo>
                    <a:pt x="116967" y="0"/>
                  </a:moveTo>
                  <a:lnTo>
                    <a:pt x="71374" y="9194"/>
                  </a:lnTo>
                  <a:lnTo>
                    <a:pt x="34290" y="34251"/>
                  </a:lnTo>
                  <a:lnTo>
                    <a:pt x="9144" y="71437"/>
                  </a:lnTo>
                  <a:lnTo>
                    <a:pt x="0" y="116967"/>
                  </a:lnTo>
                  <a:lnTo>
                    <a:pt x="9144" y="162496"/>
                  </a:lnTo>
                  <a:lnTo>
                    <a:pt x="34290" y="199682"/>
                  </a:lnTo>
                  <a:lnTo>
                    <a:pt x="71374" y="224751"/>
                  </a:lnTo>
                  <a:lnTo>
                    <a:pt x="116967" y="233946"/>
                  </a:lnTo>
                  <a:lnTo>
                    <a:pt x="162560" y="224751"/>
                  </a:lnTo>
                  <a:lnTo>
                    <a:pt x="199644" y="199682"/>
                  </a:lnTo>
                  <a:lnTo>
                    <a:pt x="224790" y="162496"/>
                  </a:lnTo>
                  <a:lnTo>
                    <a:pt x="233934" y="116967"/>
                  </a:lnTo>
                  <a:lnTo>
                    <a:pt x="224790" y="71437"/>
                  </a:lnTo>
                  <a:lnTo>
                    <a:pt x="199644" y="34251"/>
                  </a:lnTo>
                  <a:lnTo>
                    <a:pt x="162560" y="9194"/>
                  </a:lnTo>
                  <a:lnTo>
                    <a:pt x="116967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26229" y="2320594"/>
              <a:ext cx="234315" cy="234315"/>
            </a:xfrm>
            <a:custGeom>
              <a:avLst/>
              <a:gdLst/>
              <a:ahLst/>
              <a:cxnLst/>
              <a:rect l="l" t="t" r="r" b="b"/>
              <a:pathLst>
                <a:path w="234314" h="234314">
                  <a:moveTo>
                    <a:pt x="233934" y="116967"/>
                  </a:moveTo>
                  <a:lnTo>
                    <a:pt x="224790" y="71437"/>
                  </a:lnTo>
                  <a:lnTo>
                    <a:pt x="199644" y="34251"/>
                  </a:lnTo>
                  <a:lnTo>
                    <a:pt x="162560" y="9194"/>
                  </a:lnTo>
                  <a:lnTo>
                    <a:pt x="116967" y="0"/>
                  </a:lnTo>
                  <a:lnTo>
                    <a:pt x="71374" y="9194"/>
                  </a:lnTo>
                  <a:lnTo>
                    <a:pt x="34290" y="34251"/>
                  </a:lnTo>
                  <a:lnTo>
                    <a:pt x="9144" y="71437"/>
                  </a:lnTo>
                  <a:lnTo>
                    <a:pt x="0" y="116967"/>
                  </a:lnTo>
                  <a:lnTo>
                    <a:pt x="9144" y="162496"/>
                  </a:lnTo>
                  <a:lnTo>
                    <a:pt x="34290" y="199682"/>
                  </a:lnTo>
                  <a:lnTo>
                    <a:pt x="71374" y="224751"/>
                  </a:lnTo>
                  <a:lnTo>
                    <a:pt x="116967" y="233946"/>
                  </a:lnTo>
                  <a:lnTo>
                    <a:pt x="162560" y="224751"/>
                  </a:lnTo>
                  <a:lnTo>
                    <a:pt x="199644" y="199682"/>
                  </a:lnTo>
                  <a:lnTo>
                    <a:pt x="224790" y="162496"/>
                  </a:lnTo>
                  <a:lnTo>
                    <a:pt x="233934" y="11696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91127" y="2321763"/>
            <a:ext cx="104139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latin typeface="Arial MT"/>
                <a:cs typeface="Arial MT"/>
              </a:rPr>
              <a:t>+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21329" y="947064"/>
            <a:ext cx="1478915" cy="39751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ResNet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Block: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latin typeface="Arial MT"/>
                <a:cs typeface="Arial MT"/>
              </a:rPr>
              <a:t>Convs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skip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connection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18382" y="1470101"/>
            <a:ext cx="83820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ResNet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Block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6963" y="2628087"/>
            <a:ext cx="31159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Benefits: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Modularity,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easier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to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scale,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proven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designs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2" name="object 2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33086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100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Pattern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3: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Skip/Residual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Connections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4317" y="1243088"/>
            <a:ext cx="2592705" cy="239395"/>
            <a:chOff x="1274317" y="1243088"/>
            <a:chExt cx="2592705" cy="239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4317" y="1243202"/>
              <a:ext cx="238759" cy="2387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75535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4" h="220344">
                  <a:moveTo>
                    <a:pt x="512229" y="0"/>
                  </a:moveTo>
                  <a:lnTo>
                    <a:pt x="0" y="0"/>
                  </a:lnTo>
                  <a:lnTo>
                    <a:pt x="0" y="220218"/>
                  </a:lnTo>
                  <a:lnTo>
                    <a:pt x="512229" y="220218"/>
                  </a:lnTo>
                  <a:lnTo>
                    <a:pt x="512229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5535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4" h="220344">
                  <a:moveTo>
                    <a:pt x="0" y="220218"/>
                  </a:moveTo>
                  <a:lnTo>
                    <a:pt x="512229" y="220218"/>
                  </a:lnTo>
                  <a:lnTo>
                    <a:pt x="512229" y="0"/>
                  </a:lnTo>
                  <a:lnTo>
                    <a:pt x="0" y="0"/>
                  </a:lnTo>
                  <a:lnTo>
                    <a:pt x="0" y="22021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52851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5" h="220344">
                  <a:moveTo>
                    <a:pt x="512229" y="0"/>
                  </a:moveTo>
                  <a:lnTo>
                    <a:pt x="0" y="0"/>
                  </a:lnTo>
                  <a:lnTo>
                    <a:pt x="0" y="220218"/>
                  </a:lnTo>
                  <a:lnTo>
                    <a:pt x="512229" y="220218"/>
                  </a:lnTo>
                  <a:lnTo>
                    <a:pt x="512229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52851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5" h="220344">
                  <a:moveTo>
                    <a:pt x="0" y="220218"/>
                  </a:moveTo>
                  <a:lnTo>
                    <a:pt x="512229" y="220218"/>
                  </a:lnTo>
                  <a:lnTo>
                    <a:pt x="512229" y="0"/>
                  </a:lnTo>
                  <a:lnTo>
                    <a:pt x="0" y="0"/>
                  </a:lnTo>
                  <a:lnTo>
                    <a:pt x="0" y="22021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627" y="1243088"/>
              <a:ext cx="239001" cy="23900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42771" y="1248917"/>
            <a:ext cx="1003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3436" y="1248917"/>
            <a:ext cx="44830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Weight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31642" y="1248917"/>
            <a:ext cx="44830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Weight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1808" y="1408938"/>
            <a:ext cx="10413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latin typeface="Arial MT"/>
                <a:cs typeface="Arial MT"/>
              </a:rPr>
              <a:t>+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24337" y="1230820"/>
            <a:ext cx="264160" cy="263525"/>
            <a:chOff x="4224337" y="1230820"/>
            <a:chExt cx="264160" cy="263525"/>
          </a:xfrm>
        </p:grpSpPr>
        <p:sp>
          <p:nvSpPr>
            <p:cNvPr id="15" name="object 15"/>
            <p:cNvSpPr/>
            <p:nvPr/>
          </p:nvSpPr>
          <p:spPr>
            <a:xfrm>
              <a:off x="4229100" y="1235582"/>
              <a:ext cx="254635" cy="254000"/>
            </a:xfrm>
            <a:custGeom>
              <a:avLst/>
              <a:gdLst/>
              <a:ahLst/>
              <a:cxnLst/>
              <a:rect l="l" t="t" r="r" b="b"/>
              <a:pathLst>
                <a:path w="254635" h="254000">
                  <a:moveTo>
                    <a:pt x="127126" y="0"/>
                  </a:moveTo>
                  <a:lnTo>
                    <a:pt x="77597" y="9906"/>
                  </a:lnTo>
                  <a:lnTo>
                    <a:pt x="37211" y="37211"/>
                  </a:lnTo>
                  <a:lnTo>
                    <a:pt x="10033" y="77596"/>
                  </a:lnTo>
                  <a:lnTo>
                    <a:pt x="0" y="127000"/>
                  </a:lnTo>
                  <a:lnTo>
                    <a:pt x="10033" y="176402"/>
                  </a:lnTo>
                  <a:lnTo>
                    <a:pt x="37211" y="216788"/>
                  </a:lnTo>
                  <a:lnTo>
                    <a:pt x="77597" y="244094"/>
                  </a:lnTo>
                  <a:lnTo>
                    <a:pt x="127126" y="254000"/>
                  </a:lnTo>
                  <a:lnTo>
                    <a:pt x="176529" y="244094"/>
                  </a:lnTo>
                  <a:lnTo>
                    <a:pt x="216915" y="216788"/>
                  </a:lnTo>
                  <a:lnTo>
                    <a:pt x="244094" y="176402"/>
                  </a:lnTo>
                  <a:lnTo>
                    <a:pt x="254126" y="127000"/>
                  </a:lnTo>
                  <a:lnTo>
                    <a:pt x="244094" y="77596"/>
                  </a:lnTo>
                  <a:lnTo>
                    <a:pt x="216915" y="37211"/>
                  </a:lnTo>
                  <a:lnTo>
                    <a:pt x="176529" y="9906"/>
                  </a:lnTo>
                  <a:lnTo>
                    <a:pt x="12712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9100" y="1235582"/>
              <a:ext cx="254635" cy="254000"/>
            </a:xfrm>
            <a:custGeom>
              <a:avLst/>
              <a:gdLst/>
              <a:ahLst/>
              <a:cxnLst/>
              <a:rect l="l" t="t" r="r" b="b"/>
              <a:pathLst>
                <a:path w="254635" h="254000">
                  <a:moveTo>
                    <a:pt x="254126" y="127000"/>
                  </a:moveTo>
                  <a:lnTo>
                    <a:pt x="244094" y="77596"/>
                  </a:lnTo>
                  <a:lnTo>
                    <a:pt x="216915" y="37211"/>
                  </a:lnTo>
                  <a:lnTo>
                    <a:pt x="176529" y="9906"/>
                  </a:lnTo>
                  <a:lnTo>
                    <a:pt x="127126" y="0"/>
                  </a:lnTo>
                  <a:lnTo>
                    <a:pt x="77597" y="9906"/>
                  </a:lnTo>
                  <a:lnTo>
                    <a:pt x="37211" y="37211"/>
                  </a:lnTo>
                  <a:lnTo>
                    <a:pt x="10033" y="77596"/>
                  </a:lnTo>
                  <a:lnTo>
                    <a:pt x="0" y="127000"/>
                  </a:lnTo>
                  <a:lnTo>
                    <a:pt x="10033" y="176402"/>
                  </a:lnTo>
                  <a:lnTo>
                    <a:pt x="37211" y="216788"/>
                  </a:lnTo>
                  <a:lnTo>
                    <a:pt x="77597" y="244094"/>
                  </a:lnTo>
                  <a:lnTo>
                    <a:pt x="127126" y="254000"/>
                  </a:lnTo>
                  <a:lnTo>
                    <a:pt x="176529" y="244094"/>
                  </a:lnTo>
                  <a:lnTo>
                    <a:pt x="216915" y="216788"/>
                  </a:lnTo>
                  <a:lnTo>
                    <a:pt x="244094" y="176402"/>
                  </a:lnTo>
                  <a:lnTo>
                    <a:pt x="254126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306061" y="1234566"/>
            <a:ext cx="1003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1996" y="1318005"/>
            <a:ext cx="2734945" cy="424180"/>
            <a:chOff x="1491996" y="1318005"/>
            <a:chExt cx="2734945" cy="424180"/>
          </a:xfrm>
        </p:grpSpPr>
        <p:sp>
          <p:nvSpPr>
            <p:cNvPr id="19" name="object 19"/>
            <p:cNvSpPr/>
            <p:nvPr/>
          </p:nvSpPr>
          <p:spPr>
            <a:xfrm>
              <a:off x="1513078" y="1323085"/>
              <a:ext cx="2708910" cy="79375"/>
            </a:xfrm>
            <a:custGeom>
              <a:avLst/>
              <a:gdLst/>
              <a:ahLst/>
              <a:cxnLst/>
              <a:rect l="l" t="t" r="r" b="b"/>
              <a:pathLst>
                <a:path w="2708910" h="79375">
                  <a:moveTo>
                    <a:pt x="0" y="39497"/>
                  </a:moveTo>
                  <a:lnTo>
                    <a:pt x="349884" y="39497"/>
                  </a:lnTo>
                </a:path>
                <a:path w="2708910" h="79375">
                  <a:moveTo>
                    <a:pt x="322453" y="0"/>
                  </a:moveTo>
                  <a:lnTo>
                    <a:pt x="328167" y="15493"/>
                  </a:lnTo>
                  <a:lnTo>
                    <a:pt x="335915" y="26924"/>
                  </a:lnTo>
                  <a:lnTo>
                    <a:pt x="345059" y="34671"/>
                  </a:lnTo>
                  <a:lnTo>
                    <a:pt x="354838" y="39497"/>
                  </a:lnTo>
                  <a:lnTo>
                    <a:pt x="345059" y="44323"/>
                  </a:lnTo>
                  <a:lnTo>
                    <a:pt x="335915" y="52070"/>
                  </a:lnTo>
                  <a:lnTo>
                    <a:pt x="328167" y="63500"/>
                  </a:lnTo>
                  <a:lnTo>
                    <a:pt x="322453" y="78993"/>
                  </a:lnTo>
                </a:path>
                <a:path w="2708910" h="79375">
                  <a:moveTo>
                    <a:pt x="877189" y="39497"/>
                  </a:moveTo>
                  <a:lnTo>
                    <a:pt x="1227073" y="39497"/>
                  </a:lnTo>
                </a:path>
                <a:path w="2708910" h="79375">
                  <a:moveTo>
                    <a:pt x="1199769" y="0"/>
                  </a:moveTo>
                  <a:lnTo>
                    <a:pt x="1205484" y="15493"/>
                  </a:lnTo>
                  <a:lnTo>
                    <a:pt x="1213230" y="26924"/>
                  </a:lnTo>
                  <a:lnTo>
                    <a:pt x="1222374" y="34671"/>
                  </a:lnTo>
                  <a:lnTo>
                    <a:pt x="1232154" y="39497"/>
                  </a:lnTo>
                  <a:lnTo>
                    <a:pt x="1222374" y="44323"/>
                  </a:lnTo>
                  <a:lnTo>
                    <a:pt x="1213230" y="52070"/>
                  </a:lnTo>
                  <a:lnTo>
                    <a:pt x="1205484" y="63500"/>
                  </a:lnTo>
                  <a:lnTo>
                    <a:pt x="1199769" y="78993"/>
                  </a:lnTo>
                </a:path>
                <a:path w="2708910" h="79375">
                  <a:moveTo>
                    <a:pt x="1754505" y="39497"/>
                  </a:moveTo>
                  <a:lnTo>
                    <a:pt x="2104390" y="39497"/>
                  </a:lnTo>
                </a:path>
                <a:path w="2708910" h="79375">
                  <a:moveTo>
                    <a:pt x="2077085" y="0"/>
                  </a:moveTo>
                  <a:lnTo>
                    <a:pt x="2082800" y="15493"/>
                  </a:lnTo>
                  <a:lnTo>
                    <a:pt x="2090547" y="26924"/>
                  </a:lnTo>
                  <a:lnTo>
                    <a:pt x="2099691" y="34671"/>
                  </a:lnTo>
                  <a:lnTo>
                    <a:pt x="2109470" y="39497"/>
                  </a:lnTo>
                  <a:lnTo>
                    <a:pt x="2099691" y="44323"/>
                  </a:lnTo>
                  <a:lnTo>
                    <a:pt x="2090547" y="52070"/>
                  </a:lnTo>
                  <a:lnTo>
                    <a:pt x="2082800" y="63500"/>
                  </a:lnTo>
                  <a:lnTo>
                    <a:pt x="2077085" y="78993"/>
                  </a:lnTo>
                </a:path>
                <a:path w="2708910" h="79375">
                  <a:moveTo>
                    <a:pt x="2353564" y="39497"/>
                  </a:moveTo>
                  <a:lnTo>
                    <a:pt x="2703449" y="39497"/>
                  </a:lnTo>
                </a:path>
                <a:path w="2708910" h="79375">
                  <a:moveTo>
                    <a:pt x="2676144" y="0"/>
                  </a:moveTo>
                  <a:lnTo>
                    <a:pt x="2681732" y="15493"/>
                  </a:lnTo>
                  <a:lnTo>
                    <a:pt x="2689479" y="26924"/>
                  </a:lnTo>
                  <a:lnTo>
                    <a:pt x="2698623" y="34671"/>
                  </a:lnTo>
                  <a:lnTo>
                    <a:pt x="2708529" y="39497"/>
                  </a:lnTo>
                  <a:lnTo>
                    <a:pt x="2698623" y="44323"/>
                  </a:lnTo>
                  <a:lnTo>
                    <a:pt x="2689479" y="52070"/>
                  </a:lnTo>
                  <a:lnTo>
                    <a:pt x="2681732" y="63500"/>
                  </a:lnTo>
                  <a:lnTo>
                    <a:pt x="2676144" y="78993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97076" y="1422272"/>
              <a:ext cx="2138045" cy="314960"/>
            </a:xfrm>
            <a:custGeom>
              <a:avLst/>
              <a:gdLst/>
              <a:ahLst/>
              <a:cxnLst/>
              <a:rect l="l" t="t" r="r" b="b"/>
              <a:pathLst>
                <a:path w="2138045" h="314960">
                  <a:moveTo>
                    <a:pt x="0" y="0"/>
                  </a:moveTo>
                  <a:lnTo>
                    <a:pt x="47243" y="26670"/>
                  </a:lnTo>
                  <a:lnTo>
                    <a:pt x="94361" y="52197"/>
                  </a:lnTo>
                  <a:lnTo>
                    <a:pt x="141478" y="76581"/>
                  </a:lnTo>
                  <a:lnTo>
                    <a:pt x="188468" y="99695"/>
                  </a:lnTo>
                  <a:lnTo>
                    <a:pt x="235457" y="121666"/>
                  </a:lnTo>
                  <a:lnTo>
                    <a:pt x="282321" y="142494"/>
                  </a:lnTo>
                  <a:lnTo>
                    <a:pt x="329056" y="162052"/>
                  </a:lnTo>
                  <a:lnTo>
                    <a:pt x="375919" y="180467"/>
                  </a:lnTo>
                  <a:lnTo>
                    <a:pt x="422529" y="197612"/>
                  </a:lnTo>
                  <a:lnTo>
                    <a:pt x="469265" y="213741"/>
                  </a:lnTo>
                  <a:lnTo>
                    <a:pt x="515874" y="228600"/>
                  </a:lnTo>
                  <a:lnTo>
                    <a:pt x="562356" y="242189"/>
                  </a:lnTo>
                  <a:lnTo>
                    <a:pt x="608838" y="254635"/>
                  </a:lnTo>
                  <a:lnTo>
                    <a:pt x="655319" y="266065"/>
                  </a:lnTo>
                  <a:lnTo>
                    <a:pt x="701801" y="276098"/>
                  </a:lnTo>
                  <a:lnTo>
                    <a:pt x="748157" y="285115"/>
                  </a:lnTo>
                  <a:lnTo>
                    <a:pt x="794512" y="292862"/>
                  </a:lnTo>
                  <a:lnTo>
                    <a:pt x="840867" y="299339"/>
                  </a:lnTo>
                  <a:lnTo>
                    <a:pt x="887222" y="304800"/>
                  </a:lnTo>
                  <a:lnTo>
                    <a:pt x="933450" y="308991"/>
                  </a:lnTo>
                  <a:lnTo>
                    <a:pt x="979678" y="312039"/>
                  </a:lnTo>
                  <a:lnTo>
                    <a:pt x="1025906" y="313944"/>
                  </a:lnTo>
                  <a:lnTo>
                    <a:pt x="1072134" y="314579"/>
                  </a:lnTo>
                  <a:lnTo>
                    <a:pt x="1118362" y="314071"/>
                  </a:lnTo>
                  <a:lnTo>
                    <a:pt x="1164590" y="312420"/>
                  </a:lnTo>
                  <a:lnTo>
                    <a:pt x="1210818" y="309499"/>
                  </a:lnTo>
                  <a:lnTo>
                    <a:pt x="1256919" y="305435"/>
                  </a:lnTo>
                  <a:lnTo>
                    <a:pt x="1303147" y="300228"/>
                  </a:lnTo>
                  <a:lnTo>
                    <a:pt x="1349375" y="293878"/>
                  </a:lnTo>
                  <a:lnTo>
                    <a:pt x="1395476" y="286258"/>
                  </a:lnTo>
                  <a:lnTo>
                    <a:pt x="1441704" y="277495"/>
                  </a:lnTo>
                  <a:lnTo>
                    <a:pt x="1487932" y="267589"/>
                  </a:lnTo>
                  <a:lnTo>
                    <a:pt x="1534160" y="256540"/>
                  </a:lnTo>
                  <a:lnTo>
                    <a:pt x="1580388" y="244221"/>
                  </a:lnTo>
                  <a:lnTo>
                    <a:pt x="1626743" y="230759"/>
                  </a:lnTo>
                  <a:lnTo>
                    <a:pt x="1672971" y="216154"/>
                  </a:lnTo>
                  <a:lnTo>
                    <a:pt x="1719326" y="200279"/>
                  </a:lnTo>
                  <a:lnTo>
                    <a:pt x="1765681" y="183261"/>
                  </a:lnTo>
                  <a:lnTo>
                    <a:pt x="1812036" y="165100"/>
                  </a:lnTo>
                  <a:lnTo>
                    <a:pt x="1858390" y="145796"/>
                  </a:lnTo>
                  <a:lnTo>
                    <a:pt x="1904873" y="125222"/>
                  </a:lnTo>
                  <a:lnTo>
                    <a:pt x="1951354" y="103631"/>
                  </a:lnTo>
                  <a:lnTo>
                    <a:pt x="1997837" y="80772"/>
                  </a:lnTo>
                  <a:lnTo>
                    <a:pt x="2044446" y="56642"/>
                  </a:lnTo>
                  <a:lnTo>
                    <a:pt x="2091054" y="31496"/>
                  </a:lnTo>
                  <a:lnTo>
                    <a:pt x="2137791" y="5080"/>
                  </a:lnTo>
                </a:path>
              </a:pathLst>
            </a:custGeom>
            <a:ln w="10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91433" y="1406778"/>
              <a:ext cx="48260" cy="68580"/>
            </a:xfrm>
            <a:custGeom>
              <a:avLst/>
              <a:gdLst/>
              <a:ahLst/>
              <a:cxnLst/>
              <a:rect l="l" t="t" r="r" b="b"/>
              <a:pathLst>
                <a:path w="48260" h="68580">
                  <a:moveTo>
                    <a:pt x="0" y="0"/>
                  </a:moveTo>
                  <a:lnTo>
                    <a:pt x="12700" y="10668"/>
                  </a:lnTo>
                  <a:lnTo>
                    <a:pt x="25145" y="16637"/>
                  </a:lnTo>
                  <a:lnTo>
                    <a:pt x="36956" y="18796"/>
                  </a:lnTo>
                  <a:lnTo>
                    <a:pt x="47751" y="18034"/>
                  </a:lnTo>
                  <a:lnTo>
                    <a:pt x="41655" y="27178"/>
                  </a:lnTo>
                  <a:lnTo>
                    <a:pt x="37718" y="38481"/>
                  </a:lnTo>
                  <a:lnTo>
                    <a:pt x="36702" y="52197"/>
                  </a:lnTo>
                  <a:lnTo>
                    <a:pt x="39496" y="68453"/>
                  </a:lnTo>
                </a:path>
              </a:pathLst>
            </a:custGeom>
            <a:ln w="10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41245" y="1735581"/>
            <a:ext cx="4508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0000"/>
                </a:solidFill>
                <a:latin typeface="Arial MT"/>
                <a:cs typeface="Arial MT"/>
              </a:rPr>
              <a:t>identity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6963" y="433576"/>
            <a:ext cx="3352800" cy="70739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Problem: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suffer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vanishing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gradients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Solution: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identity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shortcuts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(skip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connections)</a:t>
            </a:r>
            <a:endParaRPr sz="1050">
              <a:latin typeface="Arial MT"/>
              <a:cs typeface="Arial MT"/>
            </a:endParaRPr>
          </a:p>
          <a:p>
            <a:pPr marR="528320" algn="r">
              <a:lnSpc>
                <a:spcPct val="100000"/>
              </a:lnSpc>
              <a:spcBef>
                <a:spcPts val="1050"/>
              </a:spcBef>
            </a:pPr>
            <a:r>
              <a:rPr sz="1050" i="1" dirty="0">
                <a:latin typeface="Arial"/>
                <a:cs typeface="Arial"/>
              </a:rPr>
              <a:t>F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Tahoma"/>
                <a:cs typeface="Tahoma"/>
              </a:rPr>
              <a:t>(</a:t>
            </a:r>
            <a:r>
              <a:rPr sz="1050" b="1" spc="-25" dirty="0">
                <a:latin typeface="Arial"/>
                <a:cs typeface="Arial"/>
              </a:rPr>
              <a:t>x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21177" y="1694179"/>
            <a:ext cx="886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latin typeface="Arial"/>
                <a:cs typeface="Arial"/>
              </a:rPr>
              <a:t>y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F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 </a:t>
            </a:r>
            <a:r>
              <a:rPr sz="1050" b="1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2364283"/>
            <a:ext cx="5760085" cy="869315"/>
            <a:chOff x="0" y="2364283"/>
            <a:chExt cx="5760085" cy="869315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364283"/>
              <a:ext cx="69291" cy="6928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566074"/>
              <a:ext cx="69291" cy="6928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767864"/>
              <a:ext cx="69291" cy="6928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969654"/>
              <a:ext cx="69291" cy="6928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46963" y="2061159"/>
            <a:ext cx="3445510" cy="8159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Benefits: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latin typeface="Arial MT"/>
                <a:cs typeface="Arial MT"/>
              </a:rPr>
              <a:t>Easier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gradient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flow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during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backpropagation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35"/>
              </a:spcBef>
            </a:pP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identity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mapping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needed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509"/>
              </a:spcBef>
            </a:pPr>
            <a:r>
              <a:rPr sz="1050" dirty="0">
                <a:latin typeface="Arial MT"/>
                <a:cs typeface="Arial MT"/>
              </a:rPr>
              <a:t>Enables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(100+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layers)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461260" y="3207678"/>
            <a:ext cx="657225" cy="5080"/>
          </a:xfrm>
          <a:custGeom>
            <a:avLst/>
            <a:gdLst/>
            <a:ahLst/>
            <a:cxnLst/>
            <a:rect l="l" t="t" r="r" b="b"/>
            <a:pathLst>
              <a:path w="657225" h="5080">
                <a:moveTo>
                  <a:pt x="656844" y="0"/>
                </a:moveTo>
                <a:lnTo>
                  <a:pt x="0" y="0"/>
                </a:lnTo>
                <a:lnTo>
                  <a:pt x="0" y="4572"/>
                </a:lnTo>
                <a:lnTo>
                  <a:pt x="656844" y="4572"/>
                </a:lnTo>
                <a:lnTo>
                  <a:pt x="6568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44448" y="2901090"/>
            <a:ext cx="2486660" cy="3308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ResNet,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DenseNet,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U-</a:t>
            </a:r>
            <a:r>
              <a:rPr sz="1050" spc="-25" dirty="0">
                <a:latin typeface="Arial MT"/>
                <a:cs typeface="Arial MT"/>
              </a:rPr>
              <a:t>Net</a:t>
            </a:r>
            <a:endParaRPr sz="10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484"/>
              </a:spcBef>
            </a:pPr>
            <a:r>
              <a:rPr sz="600" cap="small" spc="-10" dirty="0">
                <a:solidFill>
                  <a:srgbClr val="0000FF"/>
                </a:solidFill>
                <a:latin typeface="Calibri"/>
                <a:cs typeface="Calibri"/>
                <a:hlinkClick r:id="rId8" action="ppaction://hlinksldjump"/>
              </a:rPr>
              <a:t>Deep</a:t>
            </a:r>
            <a:r>
              <a:rPr sz="600" cap="small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600" cap="small" spc="-10" dirty="0">
                <a:solidFill>
                  <a:srgbClr val="0000FF"/>
                </a:solidFill>
                <a:latin typeface="Calibri"/>
                <a:cs typeface="Calibri"/>
                <a:hlinkClick r:id="rId8" action="ppaction://hlinksldjump"/>
              </a:rPr>
              <a:t>Neural</a:t>
            </a:r>
            <a:r>
              <a:rPr sz="600" cap="small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600" cap="small" spc="-10" dirty="0">
                <a:solidFill>
                  <a:srgbClr val="0000FF"/>
                </a:solidFill>
                <a:latin typeface="Calibri"/>
                <a:cs typeface="Calibri"/>
                <a:hlinkClick r:id="rId8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33086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101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Pattern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4:</a:t>
            </a:r>
            <a:r>
              <a:rPr cap="small" spc="-4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Bottleneck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Designs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180" y="1349501"/>
            <a:ext cx="501650" cy="192405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256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ch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1423" y="1654682"/>
            <a:ext cx="677545" cy="19431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3×3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180" y="1961769"/>
            <a:ext cx="501650" cy="192405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256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ch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40382" y="1544065"/>
            <a:ext cx="79375" cy="410209"/>
          </a:xfrm>
          <a:custGeom>
            <a:avLst/>
            <a:gdLst/>
            <a:ahLst/>
            <a:cxnLst/>
            <a:rect l="l" t="t" r="r" b="b"/>
            <a:pathLst>
              <a:path w="79375" h="410210">
                <a:moveTo>
                  <a:pt x="39497" y="0"/>
                </a:moveTo>
                <a:lnTo>
                  <a:pt x="39497" y="97917"/>
                </a:lnTo>
              </a:path>
              <a:path w="79375" h="410210">
                <a:moveTo>
                  <a:pt x="78993" y="70612"/>
                </a:moveTo>
                <a:lnTo>
                  <a:pt x="63500" y="76327"/>
                </a:lnTo>
                <a:lnTo>
                  <a:pt x="52069" y="84074"/>
                </a:lnTo>
                <a:lnTo>
                  <a:pt x="44323" y="93091"/>
                </a:lnTo>
                <a:lnTo>
                  <a:pt x="39497" y="102997"/>
                </a:lnTo>
                <a:lnTo>
                  <a:pt x="34670" y="93091"/>
                </a:lnTo>
                <a:lnTo>
                  <a:pt x="26924" y="84074"/>
                </a:lnTo>
                <a:lnTo>
                  <a:pt x="15493" y="76327"/>
                </a:lnTo>
                <a:lnTo>
                  <a:pt x="0" y="70612"/>
                </a:lnTo>
              </a:path>
              <a:path w="79375" h="410210">
                <a:moveTo>
                  <a:pt x="39497" y="307213"/>
                </a:moveTo>
                <a:lnTo>
                  <a:pt x="39497" y="405003"/>
                </a:lnTo>
              </a:path>
              <a:path w="79375" h="410210">
                <a:moveTo>
                  <a:pt x="78993" y="377698"/>
                </a:moveTo>
                <a:lnTo>
                  <a:pt x="63500" y="383413"/>
                </a:lnTo>
                <a:lnTo>
                  <a:pt x="52069" y="391160"/>
                </a:lnTo>
                <a:lnTo>
                  <a:pt x="44323" y="400304"/>
                </a:lnTo>
                <a:lnTo>
                  <a:pt x="39497" y="410083"/>
                </a:lnTo>
                <a:lnTo>
                  <a:pt x="34670" y="400304"/>
                </a:lnTo>
                <a:lnTo>
                  <a:pt x="26924" y="391160"/>
                </a:lnTo>
                <a:lnTo>
                  <a:pt x="15493" y="383413"/>
                </a:lnTo>
                <a:lnTo>
                  <a:pt x="0" y="377698"/>
                </a:lnTo>
              </a:path>
            </a:pathLst>
          </a:custGeom>
          <a:ln w="10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28442" y="1672589"/>
            <a:ext cx="5511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590K</a:t>
            </a:r>
            <a:r>
              <a:rPr sz="700" spc="-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params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963" y="460772"/>
            <a:ext cx="4904740" cy="80073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Goal: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Reduce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computational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cost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without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sacrificing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performance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Strategy: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reduce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expensive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operations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8×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reduction!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ResNet-</a:t>
            </a:r>
            <a:r>
              <a:rPr sz="1050" dirty="0">
                <a:latin typeface="Arial MT"/>
                <a:cs typeface="Arial MT"/>
              </a:rPr>
              <a:t>50/101/152,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Inception,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MobileNet</a:t>
            </a:r>
            <a:endParaRPr sz="1050">
              <a:latin typeface="Arial MT"/>
              <a:cs typeface="Arial MT"/>
            </a:endParaRPr>
          </a:p>
          <a:p>
            <a:pPr marL="1032510">
              <a:lnSpc>
                <a:spcPct val="100000"/>
              </a:lnSpc>
              <a:spcBef>
                <a:spcPts val="735"/>
              </a:spcBef>
              <a:tabLst>
                <a:tab pos="1829435" algn="l"/>
              </a:tabLst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Standard: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	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Bottleneck: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3637" y="1268475"/>
            <a:ext cx="473075" cy="192405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256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ch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1560" y="1537588"/>
            <a:ext cx="677545" cy="194310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Conv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93637" y="1808746"/>
            <a:ext cx="473075" cy="192405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64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ch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91560" y="2077884"/>
            <a:ext cx="677545" cy="19431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3×3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93637" y="2349017"/>
            <a:ext cx="473075" cy="192405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65"/>
              </a:spcBef>
            </a:pPr>
            <a:r>
              <a:rPr sz="1050" dirty="0">
                <a:latin typeface="Arial MT"/>
                <a:cs typeface="Arial MT"/>
              </a:rPr>
              <a:t>64</a:t>
            </a:r>
            <a:r>
              <a:rPr sz="1050" spc="-25" dirty="0">
                <a:latin typeface="Arial MT"/>
                <a:cs typeface="Arial MT"/>
              </a:rPr>
              <a:t> ch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1463166"/>
            <a:ext cx="5760085" cy="1770380"/>
            <a:chOff x="0" y="1463166"/>
            <a:chExt cx="5760085" cy="1770380"/>
          </a:xfrm>
        </p:grpSpPr>
        <p:sp>
          <p:nvSpPr>
            <p:cNvPr id="15" name="object 15"/>
            <p:cNvSpPr/>
            <p:nvPr/>
          </p:nvSpPr>
          <p:spPr>
            <a:xfrm>
              <a:off x="3179445" y="2889300"/>
              <a:ext cx="501650" cy="192405"/>
            </a:xfrm>
            <a:custGeom>
              <a:avLst/>
              <a:gdLst/>
              <a:ahLst/>
              <a:cxnLst/>
              <a:rect l="l" t="t" r="r" b="b"/>
              <a:pathLst>
                <a:path w="501650" h="192405">
                  <a:moveTo>
                    <a:pt x="501307" y="0"/>
                  </a:moveTo>
                  <a:lnTo>
                    <a:pt x="0" y="0"/>
                  </a:lnTo>
                  <a:lnTo>
                    <a:pt x="0" y="192074"/>
                  </a:lnTo>
                  <a:lnTo>
                    <a:pt x="501307" y="192074"/>
                  </a:lnTo>
                  <a:lnTo>
                    <a:pt x="50130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79445" y="2889300"/>
              <a:ext cx="501650" cy="192405"/>
            </a:xfrm>
            <a:custGeom>
              <a:avLst/>
              <a:gdLst/>
              <a:ahLst/>
              <a:cxnLst/>
              <a:rect l="l" t="t" r="r" b="b"/>
              <a:pathLst>
                <a:path w="501650" h="192405">
                  <a:moveTo>
                    <a:pt x="0" y="192074"/>
                  </a:moveTo>
                  <a:lnTo>
                    <a:pt x="501307" y="192074"/>
                  </a:lnTo>
                  <a:lnTo>
                    <a:pt x="501307" y="0"/>
                  </a:lnTo>
                  <a:lnTo>
                    <a:pt x="0" y="0"/>
                  </a:lnTo>
                  <a:lnTo>
                    <a:pt x="0" y="19207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90519" y="1463166"/>
              <a:ext cx="79375" cy="1418590"/>
            </a:xfrm>
            <a:custGeom>
              <a:avLst/>
              <a:gdLst/>
              <a:ahLst/>
              <a:cxnLst/>
              <a:rect l="l" t="t" r="r" b="b"/>
              <a:pathLst>
                <a:path w="79375" h="1418589">
                  <a:moveTo>
                    <a:pt x="39496" y="0"/>
                  </a:moveTo>
                  <a:lnTo>
                    <a:pt x="39496" y="61849"/>
                  </a:lnTo>
                </a:path>
                <a:path w="79375" h="1418589">
                  <a:moveTo>
                    <a:pt x="78993" y="34543"/>
                  </a:moveTo>
                  <a:lnTo>
                    <a:pt x="63500" y="40131"/>
                  </a:lnTo>
                  <a:lnTo>
                    <a:pt x="52069" y="47879"/>
                  </a:lnTo>
                  <a:lnTo>
                    <a:pt x="44195" y="57023"/>
                  </a:lnTo>
                  <a:lnTo>
                    <a:pt x="39496" y="66929"/>
                  </a:lnTo>
                  <a:lnTo>
                    <a:pt x="34670" y="57023"/>
                  </a:lnTo>
                  <a:lnTo>
                    <a:pt x="26923" y="47879"/>
                  </a:lnTo>
                  <a:lnTo>
                    <a:pt x="15493" y="40131"/>
                  </a:lnTo>
                  <a:lnTo>
                    <a:pt x="0" y="34543"/>
                  </a:lnTo>
                </a:path>
                <a:path w="79375" h="1418589">
                  <a:moveTo>
                    <a:pt x="39496" y="271018"/>
                  </a:moveTo>
                  <a:lnTo>
                    <a:pt x="39496" y="332994"/>
                  </a:lnTo>
                </a:path>
                <a:path w="79375" h="1418589">
                  <a:moveTo>
                    <a:pt x="78993" y="305562"/>
                  </a:moveTo>
                  <a:lnTo>
                    <a:pt x="63500" y="311277"/>
                  </a:lnTo>
                  <a:lnTo>
                    <a:pt x="52069" y="319024"/>
                  </a:lnTo>
                  <a:lnTo>
                    <a:pt x="44322" y="328168"/>
                  </a:lnTo>
                  <a:lnTo>
                    <a:pt x="39496" y="337947"/>
                  </a:lnTo>
                  <a:lnTo>
                    <a:pt x="34670" y="328168"/>
                  </a:lnTo>
                  <a:lnTo>
                    <a:pt x="26923" y="319024"/>
                  </a:lnTo>
                  <a:lnTo>
                    <a:pt x="15493" y="311277"/>
                  </a:lnTo>
                  <a:lnTo>
                    <a:pt x="0" y="305562"/>
                  </a:lnTo>
                </a:path>
                <a:path w="79375" h="1418589">
                  <a:moveTo>
                    <a:pt x="39496" y="540194"/>
                  </a:moveTo>
                  <a:lnTo>
                    <a:pt x="39496" y="602068"/>
                  </a:lnTo>
                </a:path>
                <a:path w="79375" h="1418589">
                  <a:moveTo>
                    <a:pt x="78993" y="574751"/>
                  </a:moveTo>
                  <a:lnTo>
                    <a:pt x="63500" y="580440"/>
                  </a:lnTo>
                  <a:lnTo>
                    <a:pt x="52196" y="588175"/>
                  </a:lnTo>
                  <a:lnTo>
                    <a:pt x="44322" y="597306"/>
                  </a:lnTo>
                  <a:lnTo>
                    <a:pt x="39496" y="607136"/>
                  </a:lnTo>
                  <a:lnTo>
                    <a:pt x="34797" y="597306"/>
                  </a:lnTo>
                  <a:lnTo>
                    <a:pt x="26923" y="588175"/>
                  </a:lnTo>
                  <a:lnTo>
                    <a:pt x="15620" y="580428"/>
                  </a:lnTo>
                  <a:lnTo>
                    <a:pt x="0" y="574738"/>
                  </a:lnTo>
                </a:path>
                <a:path w="79375" h="1418589">
                  <a:moveTo>
                    <a:pt x="39623" y="811314"/>
                  </a:moveTo>
                  <a:lnTo>
                    <a:pt x="39623" y="873213"/>
                  </a:lnTo>
                </a:path>
                <a:path w="79375" h="1418589">
                  <a:moveTo>
                    <a:pt x="79120" y="845883"/>
                  </a:moveTo>
                  <a:lnTo>
                    <a:pt x="63626" y="851573"/>
                  </a:lnTo>
                  <a:lnTo>
                    <a:pt x="52196" y="859307"/>
                  </a:lnTo>
                  <a:lnTo>
                    <a:pt x="44322" y="868438"/>
                  </a:lnTo>
                  <a:lnTo>
                    <a:pt x="39623" y="878268"/>
                  </a:lnTo>
                  <a:lnTo>
                    <a:pt x="34797" y="868438"/>
                  </a:lnTo>
                  <a:lnTo>
                    <a:pt x="27050" y="859307"/>
                  </a:lnTo>
                  <a:lnTo>
                    <a:pt x="15620" y="851573"/>
                  </a:lnTo>
                  <a:lnTo>
                    <a:pt x="126" y="845870"/>
                  </a:lnTo>
                </a:path>
                <a:path w="79375" h="1418589">
                  <a:moveTo>
                    <a:pt x="39623" y="1080465"/>
                  </a:moveTo>
                  <a:lnTo>
                    <a:pt x="39623" y="1142365"/>
                  </a:lnTo>
                </a:path>
                <a:path w="79375" h="1418589">
                  <a:moveTo>
                    <a:pt x="79120" y="1115047"/>
                  </a:moveTo>
                  <a:lnTo>
                    <a:pt x="63626" y="1120724"/>
                  </a:lnTo>
                  <a:lnTo>
                    <a:pt x="52196" y="1128471"/>
                  </a:lnTo>
                  <a:lnTo>
                    <a:pt x="44450" y="1137602"/>
                  </a:lnTo>
                  <a:lnTo>
                    <a:pt x="39623" y="1147432"/>
                  </a:lnTo>
                  <a:lnTo>
                    <a:pt x="34797" y="1137589"/>
                  </a:lnTo>
                  <a:lnTo>
                    <a:pt x="27050" y="1128471"/>
                  </a:lnTo>
                  <a:lnTo>
                    <a:pt x="15620" y="1120724"/>
                  </a:lnTo>
                  <a:lnTo>
                    <a:pt x="126" y="1115034"/>
                  </a:lnTo>
                </a:path>
                <a:path w="79375" h="1418589">
                  <a:moveTo>
                    <a:pt x="39623" y="1351610"/>
                  </a:moveTo>
                  <a:lnTo>
                    <a:pt x="39623" y="1413522"/>
                  </a:lnTo>
                </a:path>
                <a:path w="79375" h="1418589">
                  <a:moveTo>
                    <a:pt x="79120" y="1386192"/>
                  </a:moveTo>
                  <a:lnTo>
                    <a:pt x="63626" y="1391881"/>
                  </a:lnTo>
                  <a:lnTo>
                    <a:pt x="52196" y="1399628"/>
                  </a:lnTo>
                  <a:lnTo>
                    <a:pt x="44450" y="1408747"/>
                  </a:lnTo>
                  <a:lnTo>
                    <a:pt x="39623" y="1418577"/>
                  </a:lnTo>
                  <a:lnTo>
                    <a:pt x="34925" y="1408747"/>
                  </a:lnTo>
                  <a:lnTo>
                    <a:pt x="27050" y="1399616"/>
                  </a:lnTo>
                  <a:lnTo>
                    <a:pt x="15620" y="1391881"/>
                  </a:lnTo>
                  <a:lnTo>
                    <a:pt x="126" y="1386192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878960" y="2095906"/>
            <a:ext cx="50228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70K</a:t>
            </a:r>
            <a:r>
              <a:rPr sz="700" spc="-10" dirty="0">
                <a:latin typeface="Arial MT"/>
                <a:cs typeface="Arial MT"/>
              </a:rPr>
              <a:t> params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15767" y="2902004"/>
            <a:ext cx="427990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256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ch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48814" y="3144342"/>
            <a:ext cx="6826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33086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102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91560" y="2618155"/>
            <a:ext cx="677545" cy="194310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80"/>
              </a:spcBef>
            </a:pP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Conv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Pattern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5:</a:t>
            </a:r>
            <a:r>
              <a:rPr cap="small" spc="-25" dirty="0">
                <a:solidFill>
                  <a:srgbClr val="FFFFFF"/>
                </a:solidFill>
              </a:rPr>
              <a:t> </a:t>
            </a:r>
            <a:r>
              <a:rPr cap="small" spc="-10" dirty="0">
                <a:solidFill>
                  <a:srgbClr val="FFFFFF"/>
                </a:solidFill>
              </a:rPr>
              <a:t>Multi-</a:t>
            </a:r>
            <a:r>
              <a:rPr cap="small" dirty="0">
                <a:solidFill>
                  <a:srgbClr val="FFFFFF"/>
                </a:solidFill>
              </a:rPr>
              <a:t>Scale</a:t>
            </a:r>
            <a:r>
              <a:rPr cap="small" spc="9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Feature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Extraction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433576"/>
            <a:ext cx="3155950" cy="3911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Idea: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Process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multiple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simultaneously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Inception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Module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Example: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1298" y="1930844"/>
            <a:ext cx="720090" cy="21844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60"/>
              </a:spcBef>
            </a:pPr>
            <a:r>
              <a:rPr sz="1050" spc="-10" dirty="0"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3895" y="1442338"/>
            <a:ext cx="323215" cy="187960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35"/>
              </a:spcBef>
            </a:pPr>
            <a:r>
              <a:rPr sz="1050" spc="-25" dirty="0">
                <a:latin typeface="Arial MT"/>
                <a:cs typeface="Arial MT"/>
              </a:rPr>
              <a:t>1×1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7830" y="1441195"/>
            <a:ext cx="323215" cy="189865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40"/>
              </a:spcBef>
            </a:pPr>
            <a:r>
              <a:rPr sz="1050" spc="-25" dirty="0">
                <a:latin typeface="Arial MT"/>
                <a:cs typeface="Arial MT"/>
              </a:rPr>
              <a:t>3×3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61894" y="1442465"/>
            <a:ext cx="323215" cy="187325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5"/>
              </a:spcBef>
            </a:pPr>
            <a:r>
              <a:rPr sz="1050" spc="-25" dirty="0">
                <a:latin typeface="Arial MT"/>
                <a:cs typeface="Arial MT"/>
              </a:rPr>
              <a:t>5×5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8430" y="1439925"/>
            <a:ext cx="358140" cy="192405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60"/>
              </a:spcBef>
            </a:pPr>
            <a:r>
              <a:rPr sz="1050" spc="-20" dirty="0">
                <a:latin typeface="Arial MT"/>
                <a:cs typeface="Arial MT"/>
              </a:rPr>
              <a:t>Pool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1294" y="934973"/>
            <a:ext cx="1800225" cy="19431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512445">
              <a:lnSpc>
                <a:spcPct val="100000"/>
              </a:lnSpc>
              <a:spcBef>
                <a:spcPts val="75"/>
              </a:spcBef>
            </a:pPr>
            <a:r>
              <a:rPr sz="1050" spc="-10" dirty="0">
                <a:latin typeface="Arial MT"/>
                <a:cs typeface="Arial MT"/>
              </a:rPr>
              <a:t>Concatenate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702" y="1114297"/>
            <a:ext cx="2971165" cy="1916430"/>
            <a:chOff x="513702" y="1114297"/>
            <a:chExt cx="2971165" cy="1916430"/>
          </a:xfrm>
        </p:grpSpPr>
        <p:sp>
          <p:nvSpPr>
            <p:cNvPr id="11" name="object 11"/>
            <p:cNvSpPr/>
            <p:nvPr/>
          </p:nvSpPr>
          <p:spPr>
            <a:xfrm>
              <a:off x="2259583" y="1119377"/>
              <a:ext cx="1220470" cy="808990"/>
            </a:xfrm>
            <a:custGeom>
              <a:avLst/>
              <a:gdLst/>
              <a:ahLst/>
              <a:cxnLst/>
              <a:rect l="l" t="t" r="r" b="b"/>
              <a:pathLst>
                <a:path w="1220470" h="808989">
                  <a:moveTo>
                    <a:pt x="444246" y="808990"/>
                  </a:moveTo>
                  <a:lnTo>
                    <a:pt x="8382" y="518414"/>
                  </a:lnTo>
                </a:path>
                <a:path w="1220470" h="808989">
                  <a:moveTo>
                    <a:pt x="9271" y="566420"/>
                  </a:moveTo>
                  <a:lnTo>
                    <a:pt x="13081" y="550418"/>
                  </a:lnTo>
                  <a:lnTo>
                    <a:pt x="12954" y="536575"/>
                  </a:lnTo>
                  <a:lnTo>
                    <a:pt x="9779" y="525018"/>
                  </a:lnTo>
                  <a:lnTo>
                    <a:pt x="4191" y="515620"/>
                  </a:lnTo>
                  <a:lnTo>
                    <a:pt x="14986" y="517144"/>
                  </a:lnTo>
                  <a:lnTo>
                    <a:pt x="26924" y="515620"/>
                  </a:lnTo>
                  <a:lnTo>
                    <a:pt x="39751" y="510540"/>
                  </a:lnTo>
                  <a:lnTo>
                    <a:pt x="53086" y="500761"/>
                  </a:lnTo>
                </a:path>
                <a:path w="1220470" h="808989">
                  <a:moveTo>
                    <a:pt x="555879" y="808990"/>
                  </a:moveTo>
                  <a:lnTo>
                    <a:pt x="412877" y="522986"/>
                  </a:lnTo>
                </a:path>
                <a:path w="1220470" h="808989">
                  <a:moveTo>
                    <a:pt x="389763" y="565150"/>
                  </a:moveTo>
                  <a:lnTo>
                    <a:pt x="401193" y="553085"/>
                  </a:lnTo>
                  <a:lnTo>
                    <a:pt x="407797" y="541020"/>
                  </a:lnTo>
                  <a:lnTo>
                    <a:pt x="410718" y="529463"/>
                  </a:lnTo>
                  <a:lnTo>
                    <a:pt x="410591" y="518414"/>
                  </a:lnTo>
                  <a:lnTo>
                    <a:pt x="419354" y="525145"/>
                  </a:lnTo>
                  <a:lnTo>
                    <a:pt x="430403" y="529844"/>
                  </a:lnTo>
                  <a:lnTo>
                    <a:pt x="443992" y="531622"/>
                  </a:lnTo>
                  <a:lnTo>
                    <a:pt x="460502" y="529717"/>
                  </a:lnTo>
                </a:path>
                <a:path w="1220470" h="808989">
                  <a:moveTo>
                    <a:pt x="667512" y="808990"/>
                  </a:moveTo>
                  <a:lnTo>
                    <a:pt x="811149" y="521716"/>
                  </a:lnTo>
                </a:path>
                <a:path w="1220470" h="808989">
                  <a:moveTo>
                    <a:pt x="763651" y="528447"/>
                  </a:moveTo>
                  <a:lnTo>
                    <a:pt x="780034" y="530352"/>
                  </a:lnTo>
                  <a:lnTo>
                    <a:pt x="793750" y="528574"/>
                  </a:lnTo>
                  <a:lnTo>
                    <a:pt x="804799" y="523875"/>
                  </a:lnTo>
                  <a:lnTo>
                    <a:pt x="813435" y="517271"/>
                  </a:lnTo>
                  <a:lnTo>
                    <a:pt x="813308" y="528193"/>
                  </a:lnTo>
                  <a:lnTo>
                    <a:pt x="816229" y="539750"/>
                  </a:lnTo>
                  <a:lnTo>
                    <a:pt x="822960" y="551815"/>
                  </a:lnTo>
                  <a:lnTo>
                    <a:pt x="834263" y="563880"/>
                  </a:lnTo>
                </a:path>
                <a:path w="1220470" h="808989">
                  <a:moveTo>
                    <a:pt x="779272" y="808990"/>
                  </a:moveTo>
                  <a:lnTo>
                    <a:pt x="1211453" y="520827"/>
                  </a:lnTo>
                </a:path>
                <a:path w="1220470" h="808989">
                  <a:moveTo>
                    <a:pt x="1166876" y="503047"/>
                  </a:moveTo>
                  <a:lnTo>
                    <a:pt x="1180211" y="512826"/>
                  </a:lnTo>
                  <a:lnTo>
                    <a:pt x="1192911" y="518033"/>
                  </a:lnTo>
                  <a:lnTo>
                    <a:pt x="1204849" y="519430"/>
                  </a:lnTo>
                  <a:lnTo>
                    <a:pt x="1215644" y="518033"/>
                  </a:lnTo>
                  <a:lnTo>
                    <a:pt x="1210183" y="527431"/>
                  </a:lnTo>
                  <a:lnTo>
                    <a:pt x="1206881" y="538988"/>
                  </a:lnTo>
                  <a:lnTo>
                    <a:pt x="1206754" y="552704"/>
                  </a:lnTo>
                  <a:lnTo>
                    <a:pt x="1210691" y="568833"/>
                  </a:lnTo>
                </a:path>
                <a:path w="1220470" h="808989">
                  <a:moveTo>
                    <a:pt x="0" y="320420"/>
                  </a:moveTo>
                  <a:lnTo>
                    <a:pt x="454025" y="17780"/>
                  </a:lnTo>
                </a:path>
                <a:path w="1220470" h="808989">
                  <a:moveTo>
                    <a:pt x="409321" y="0"/>
                  </a:moveTo>
                  <a:lnTo>
                    <a:pt x="422656" y="9779"/>
                  </a:lnTo>
                  <a:lnTo>
                    <a:pt x="435483" y="14986"/>
                  </a:lnTo>
                  <a:lnTo>
                    <a:pt x="447421" y="16382"/>
                  </a:lnTo>
                  <a:lnTo>
                    <a:pt x="458216" y="14986"/>
                  </a:lnTo>
                  <a:lnTo>
                    <a:pt x="452628" y="24384"/>
                  </a:lnTo>
                  <a:lnTo>
                    <a:pt x="449453" y="35941"/>
                  </a:lnTo>
                  <a:lnTo>
                    <a:pt x="449326" y="49784"/>
                  </a:lnTo>
                  <a:lnTo>
                    <a:pt x="453136" y="65786"/>
                  </a:lnTo>
                </a:path>
                <a:path w="1220470" h="808989">
                  <a:moveTo>
                    <a:pt x="408432" y="319278"/>
                  </a:moveTo>
                  <a:lnTo>
                    <a:pt x="557403" y="21209"/>
                  </a:lnTo>
                </a:path>
                <a:path w="1220470" h="808989">
                  <a:moveTo>
                    <a:pt x="509905" y="27940"/>
                  </a:moveTo>
                  <a:lnTo>
                    <a:pt x="526288" y="29844"/>
                  </a:lnTo>
                  <a:lnTo>
                    <a:pt x="540004" y="28067"/>
                  </a:lnTo>
                  <a:lnTo>
                    <a:pt x="551053" y="23368"/>
                  </a:lnTo>
                  <a:lnTo>
                    <a:pt x="559689" y="16637"/>
                  </a:lnTo>
                  <a:lnTo>
                    <a:pt x="559562" y="27559"/>
                  </a:lnTo>
                  <a:lnTo>
                    <a:pt x="562483" y="39243"/>
                  </a:lnTo>
                  <a:lnTo>
                    <a:pt x="569214" y="51307"/>
                  </a:lnTo>
                  <a:lnTo>
                    <a:pt x="580517" y="63373"/>
                  </a:lnTo>
                </a:path>
                <a:path w="1220470" h="808989">
                  <a:moveTo>
                    <a:pt x="815721" y="320548"/>
                  </a:moveTo>
                  <a:lnTo>
                    <a:pt x="665988" y="21209"/>
                  </a:lnTo>
                </a:path>
                <a:path w="1220470" h="808989">
                  <a:moveTo>
                    <a:pt x="642874" y="63373"/>
                  </a:moveTo>
                  <a:lnTo>
                    <a:pt x="654304" y="51307"/>
                  </a:lnTo>
                  <a:lnTo>
                    <a:pt x="661035" y="39243"/>
                  </a:lnTo>
                  <a:lnTo>
                    <a:pt x="663829" y="27559"/>
                  </a:lnTo>
                  <a:lnTo>
                    <a:pt x="663702" y="16637"/>
                  </a:lnTo>
                  <a:lnTo>
                    <a:pt x="672465" y="23368"/>
                  </a:lnTo>
                  <a:lnTo>
                    <a:pt x="683514" y="28067"/>
                  </a:lnTo>
                  <a:lnTo>
                    <a:pt x="697103" y="29844"/>
                  </a:lnTo>
                  <a:lnTo>
                    <a:pt x="713613" y="27940"/>
                  </a:lnTo>
                </a:path>
                <a:path w="1220470" h="808989">
                  <a:moveTo>
                    <a:pt x="1219962" y="318007"/>
                  </a:moveTo>
                  <a:lnTo>
                    <a:pt x="769493" y="17780"/>
                  </a:lnTo>
                </a:path>
                <a:path w="1220470" h="808989">
                  <a:moveTo>
                    <a:pt x="770255" y="65786"/>
                  </a:moveTo>
                  <a:lnTo>
                    <a:pt x="774192" y="49784"/>
                  </a:lnTo>
                  <a:lnTo>
                    <a:pt x="774065" y="35941"/>
                  </a:lnTo>
                  <a:lnTo>
                    <a:pt x="770763" y="24384"/>
                  </a:lnTo>
                  <a:lnTo>
                    <a:pt x="765302" y="14986"/>
                  </a:lnTo>
                  <a:lnTo>
                    <a:pt x="776097" y="16382"/>
                  </a:lnTo>
                  <a:lnTo>
                    <a:pt x="788035" y="14986"/>
                  </a:lnTo>
                  <a:lnTo>
                    <a:pt x="800735" y="9779"/>
                  </a:lnTo>
                  <a:lnTo>
                    <a:pt x="814070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556662"/>
              <a:ext cx="69291" cy="692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758808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960954"/>
              <a:ext cx="69291" cy="6929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46963" y="2253228"/>
            <a:ext cx="2460625" cy="5911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Benefits: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latin typeface="Arial MT"/>
                <a:cs typeface="Arial MT"/>
              </a:rPr>
              <a:t>Capture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scales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40"/>
              </a:spcBef>
            </a:pP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robust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object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variations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4144" y="2888288"/>
            <a:ext cx="2487295" cy="3594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decides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which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important</a:t>
            </a:r>
            <a:endParaRPr sz="10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710"/>
              </a:spcBef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3086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103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How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to</a:t>
            </a:r>
            <a:r>
              <a:rPr cap="small" spc="3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Choose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Architecture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60" dirty="0">
                <a:solidFill>
                  <a:srgbClr val="FFFFFF"/>
                </a:solidFill>
              </a:rPr>
              <a:t>Depth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469518"/>
            <a:ext cx="12249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Considerations: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709829"/>
            <a:ext cx="121259" cy="1212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514" y="695070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1427505"/>
            <a:ext cx="121259" cy="1212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3514" y="1413128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996" y="2145196"/>
            <a:ext cx="121259" cy="12125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3514" y="2130958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9353" y="619566"/>
            <a:ext cx="3418204" cy="21920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Task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complexity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30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Simple: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MNIST</a:t>
            </a:r>
            <a:r>
              <a:rPr sz="950" spc="3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5-</a:t>
            </a:r>
            <a:r>
              <a:rPr sz="950" dirty="0">
                <a:latin typeface="Arial MT"/>
                <a:cs typeface="Arial MT"/>
              </a:rPr>
              <a:t>10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layers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sufficient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Complex: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ImageNet</a:t>
            </a:r>
            <a:r>
              <a:rPr sz="950" spc="3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50-</a:t>
            </a:r>
            <a:r>
              <a:rPr sz="950" dirty="0">
                <a:latin typeface="Arial MT"/>
                <a:cs typeface="Arial MT"/>
              </a:rPr>
              <a:t>152</a:t>
            </a:r>
            <a:r>
              <a:rPr sz="950" spc="-10" dirty="0">
                <a:latin typeface="Arial MT"/>
                <a:cs typeface="Arial MT"/>
              </a:rPr>
              <a:t> layers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Very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complex: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Medical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imaging</a:t>
            </a:r>
            <a:r>
              <a:rPr sz="950" spc="30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100+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layers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Dataset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size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3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Small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dataset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</a:t>
            </a:r>
            <a:r>
              <a:rPr sz="1100" i="1" dirty="0">
                <a:latin typeface="Verdana"/>
                <a:cs typeface="Verdana"/>
              </a:rPr>
              <a:t>&lt;</a:t>
            </a:r>
            <a:r>
              <a:rPr sz="1100" i="1" spc="-30" dirty="0">
                <a:latin typeface="Verdana"/>
                <a:cs typeface="Verdana"/>
              </a:rPr>
              <a:t> </a:t>
            </a:r>
            <a:r>
              <a:rPr sz="950" dirty="0">
                <a:latin typeface="Arial MT"/>
                <a:cs typeface="Arial MT"/>
              </a:rPr>
              <a:t>10K):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Shallow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network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(avoid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overfitting)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7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2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Medium</a:t>
            </a:r>
            <a:r>
              <a:rPr sz="950" spc="-10" dirty="0">
                <a:latin typeface="Arial MT"/>
                <a:cs typeface="Arial MT"/>
              </a:rPr>
              <a:t> (10K-</a:t>
            </a:r>
            <a:r>
              <a:rPr sz="950" dirty="0">
                <a:latin typeface="Arial MT"/>
                <a:cs typeface="Arial MT"/>
              </a:rPr>
              <a:t>100K):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Moderate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depth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(20-</a:t>
            </a:r>
            <a:r>
              <a:rPr sz="950" dirty="0">
                <a:latin typeface="Arial MT"/>
                <a:cs typeface="Arial MT"/>
              </a:rPr>
              <a:t>50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layers)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3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Large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</a:t>
            </a:r>
            <a:r>
              <a:rPr sz="1100" i="1" dirty="0">
                <a:latin typeface="Verdana"/>
                <a:cs typeface="Verdana"/>
              </a:rPr>
              <a:t>&gt;</a:t>
            </a:r>
            <a:r>
              <a:rPr sz="1100" i="1" spc="-20" dirty="0">
                <a:latin typeface="Verdana"/>
                <a:cs typeface="Verdana"/>
              </a:rPr>
              <a:t> </a:t>
            </a:r>
            <a:r>
              <a:rPr sz="950" dirty="0">
                <a:latin typeface="Arial MT"/>
                <a:cs typeface="Arial MT"/>
              </a:rPr>
              <a:t>1M):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Very deep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(50-</a:t>
            </a:r>
            <a:r>
              <a:rPr sz="950" dirty="0">
                <a:latin typeface="Arial MT"/>
                <a:cs typeface="Arial MT"/>
              </a:rPr>
              <a:t>200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layers)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Computational</a:t>
            </a:r>
            <a:r>
              <a:rPr sz="1050" spc="-7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budget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30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Mobile/edge: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MobileNet,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EfficientNet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(10-20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layers)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4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Desktop/server: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ResNet-</a:t>
            </a:r>
            <a:r>
              <a:rPr sz="950" dirty="0">
                <a:latin typeface="Arial MT"/>
                <a:cs typeface="Arial MT"/>
              </a:rPr>
              <a:t>50,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VGG-</a:t>
            </a:r>
            <a:r>
              <a:rPr sz="950" dirty="0">
                <a:latin typeface="Arial MT"/>
                <a:cs typeface="Arial MT"/>
              </a:rPr>
              <a:t>16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(16-</a:t>
            </a:r>
            <a:r>
              <a:rPr sz="950" dirty="0">
                <a:latin typeface="Arial MT"/>
                <a:cs typeface="Arial MT"/>
              </a:rPr>
              <a:t>50 </a:t>
            </a:r>
            <a:r>
              <a:rPr sz="950" spc="-10" dirty="0">
                <a:latin typeface="Arial MT"/>
                <a:cs typeface="Arial MT"/>
              </a:rPr>
              <a:t>layers)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7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Data</a:t>
            </a:r>
            <a:r>
              <a:rPr sz="950" spc="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center:</a:t>
            </a:r>
            <a:r>
              <a:rPr sz="950" spc="1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ResNet-</a:t>
            </a:r>
            <a:r>
              <a:rPr sz="950" dirty="0">
                <a:latin typeface="Arial MT"/>
                <a:cs typeface="Arial MT"/>
              </a:rPr>
              <a:t>152,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EfficientNet-B7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(100+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layers)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6963" y="2916025"/>
            <a:ext cx="3879850" cy="3314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Start</a:t>
            </a:r>
            <a:r>
              <a:rPr sz="1050" spc="-4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shallow,</a:t>
            </a:r>
            <a:r>
              <a:rPr sz="1050" spc="-3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add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depth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if</a:t>
            </a:r>
            <a:r>
              <a:rPr sz="1050" spc="-4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underfitting</a:t>
            </a:r>
            <a:r>
              <a:rPr sz="1050" spc="-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and</a:t>
            </a:r>
            <a:r>
              <a:rPr sz="1050" spc="-3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you</a:t>
            </a:r>
            <a:r>
              <a:rPr sz="1050" spc="-1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have</a:t>
            </a:r>
            <a:r>
              <a:rPr sz="1050" spc="-1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enough</a:t>
            </a:r>
            <a:r>
              <a:rPr sz="1050" spc="-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data</a:t>
            </a:r>
            <a:endParaRPr sz="1050">
              <a:latin typeface="Arial MT"/>
              <a:cs typeface="Arial MT"/>
            </a:endParaRPr>
          </a:p>
          <a:p>
            <a:pPr marL="2114550">
              <a:lnSpc>
                <a:spcPct val="100000"/>
              </a:lnSpc>
              <a:spcBef>
                <a:spcPts val="490"/>
              </a:spcBef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3721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104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</a:rPr>
              <a:t>Architecture</a:t>
            </a:r>
            <a:r>
              <a:rPr sz="1400" cap="small" spc="12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Depth:</a:t>
            </a:r>
            <a:r>
              <a:rPr sz="1400" cap="small" spc="2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Practical</a:t>
            </a:r>
            <a:r>
              <a:rPr sz="1400" cap="small" spc="125" dirty="0">
                <a:solidFill>
                  <a:srgbClr val="FFFFFF"/>
                </a:solidFill>
              </a:rPr>
              <a:t> </a:t>
            </a:r>
            <a:r>
              <a:rPr sz="1400" cap="small" spc="-25" dirty="0">
                <a:solidFill>
                  <a:srgbClr val="FFFFFF"/>
                </a:solidFill>
              </a:rPr>
              <a:t>Guidelines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346963" y="469518"/>
            <a:ext cx="14077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Empirical</a:t>
            </a:r>
            <a:r>
              <a:rPr sz="1050" spc="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observations: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61605" y="706818"/>
          <a:ext cx="3822699" cy="1287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/>
                <a:gridCol w="560069"/>
                <a:gridCol w="621030"/>
                <a:gridCol w="1573530"/>
              </a:tblGrid>
              <a:tr h="18732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Layers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Params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Use</a:t>
                      </a:r>
                      <a:r>
                        <a:rPr sz="1050" spc="-15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Case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7470">
                        <a:lnSpc>
                          <a:spcPts val="1245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LeNet-</a:t>
                      </a:r>
                      <a:r>
                        <a:rPr sz="1050" spc="-50" dirty="0">
                          <a:latin typeface="Arial MT"/>
                          <a:cs typeface="Arial MT"/>
                        </a:rPr>
                        <a:t>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45"/>
                        </a:lnSpc>
                        <a:spcBef>
                          <a:spcPts val="70"/>
                        </a:spcBef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45"/>
                        </a:lnSpc>
                        <a:spcBef>
                          <a:spcPts val="7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60K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245"/>
                        </a:lnSpc>
                        <a:spcBef>
                          <a:spcPts val="7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MNIST,</a:t>
                      </a:r>
                      <a:r>
                        <a:rPr sz="10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simple</a:t>
                      </a:r>
                      <a:r>
                        <a:rPr sz="10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latin typeface="Arial MT"/>
                          <a:cs typeface="Arial MT"/>
                        </a:rPr>
                        <a:t>tasks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77470">
                        <a:lnSpc>
                          <a:spcPts val="1240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AlexNet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40"/>
                        </a:lnSpc>
                      </a:pPr>
                      <a:r>
                        <a:rPr sz="1050" spc="-50" dirty="0">
                          <a:latin typeface="Arial MT"/>
                          <a:cs typeface="Arial MT"/>
                        </a:rPr>
                        <a:t>8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40"/>
                        </a:lnSpc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60M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240"/>
                        </a:lnSpc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ImageNet</a:t>
                      </a:r>
                      <a:r>
                        <a:rPr sz="105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(2012)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VGG-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16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16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20" dirty="0">
                          <a:latin typeface="Arial MT"/>
                          <a:cs typeface="Arial MT"/>
                        </a:rPr>
                        <a:t>138M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0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accuracy,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features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ResNet-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50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50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25M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General</a:t>
                      </a:r>
                      <a:r>
                        <a:rPr sz="105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purpose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ResNet-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152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152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60M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State-of-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art</a:t>
                      </a:r>
                      <a:r>
                        <a:rPr sz="105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accuracy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EfficientNet-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B0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18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5M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Mobile,</a:t>
                      </a:r>
                      <a:r>
                        <a:rPr sz="10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efficient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13702" y="2290990"/>
            <a:ext cx="69850" cy="852169"/>
            <a:chOff x="513702" y="2290990"/>
            <a:chExt cx="69850" cy="85216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290990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474455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657919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3073500"/>
              <a:ext cx="69291" cy="6928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46963" y="2002637"/>
            <a:ext cx="3879215" cy="9836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Trends: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latin typeface="Arial MT"/>
                <a:cs typeface="Arial MT"/>
              </a:rPr>
              <a:t>Modern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architectures: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50-</a:t>
            </a:r>
            <a:r>
              <a:rPr sz="1050" dirty="0">
                <a:latin typeface="Arial MT"/>
                <a:cs typeface="Arial MT"/>
              </a:rPr>
              <a:t>200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skip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connections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14300"/>
              </a:lnSpc>
              <a:spcBef>
                <a:spcPts val="10"/>
              </a:spcBef>
            </a:pPr>
            <a:r>
              <a:rPr sz="1050" dirty="0">
                <a:latin typeface="Arial MT"/>
                <a:cs typeface="Arial MT"/>
              </a:rPr>
              <a:t>Efficient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architectures: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10-</a:t>
            </a:r>
            <a:r>
              <a:rPr sz="1050" dirty="0">
                <a:latin typeface="Arial MT"/>
                <a:cs typeface="Arial MT"/>
              </a:rPr>
              <a:t>30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smart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design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Depth </a:t>
            </a:r>
            <a:r>
              <a:rPr sz="1050" dirty="0">
                <a:latin typeface="Arial MT"/>
                <a:cs typeface="Arial MT"/>
              </a:rPr>
              <a:t>alone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enough: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proper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techniques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Warning: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require: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4144" y="3002893"/>
            <a:ext cx="1201420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Batch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normalization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33721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105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10" dirty="0">
                <a:solidFill>
                  <a:srgbClr val="FFFFFF"/>
                </a:solidFill>
              </a:rPr>
              <a:t>Trade-</a:t>
            </a:r>
            <a:r>
              <a:rPr cap="small" dirty="0">
                <a:solidFill>
                  <a:srgbClr val="FFFFFF"/>
                </a:solidFill>
              </a:rPr>
              <a:t>offs:</a:t>
            </a:r>
            <a:r>
              <a:rPr cap="small" spc="1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Depth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vs.</a:t>
            </a:r>
            <a:r>
              <a:rPr cap="small" spc="-10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Width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443970"/>
            <a:ext cx="3547745" cy="39814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Depth: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(vertical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stacking)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Width:</a:t>
            </a:r>
            <a:r>
              <a:rPr sz="1050" spc="-6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(horizontal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expansion)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3724" y="909764"/>
          <a:ext cx="4458970" cy="12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3020"/>
                <a:gridCol w="1586230"/>
                <a:gridCol w="1569720"/>
              </a:tblGrid>
              <a:tr h="18796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Aspect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Deeper</a:t>
                      </a:r>
                      <a:r>
                        <a:rPr sz="1050" spc="-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(More</a:t>
                      </a:r>
                      <a:r>
                        <a:rPr sz="1050" spc="-3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Layers)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Wider</a:t>
                      </a:r>
                      <a:r>
                        <a:rPr sz="1050" spc="-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(More</a:t>
                      </a:r>
                      <a:r>
                        <a:rPr sz="105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Channels)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7470">
                        <a:lnSpc>
                          <a:spcPts val="1245"/>
                        </a:lnSpc>
                        <a:spcBef>
                          <a:spcPts val="7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Feature</a:t>
                      </a:r>
                      <a:r>
                        <a:rPr sz="10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complexity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Higher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45"/>
                        </a:lnSpc>
                        <a:spcBef>
                          <a:spcPts val="7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Moderate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77470">
                        <a:lnSpc>
                          <a:spcPts val="1240"/>
                        </a:lnSpc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Receptive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field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40"/>
                        </a:lnSpc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Larger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40"/>
                        </a:lnSpc>
                      </a:pPr>
                      <a:r>
                        <a:rPr sz="1050" spc="-20" dirty="0">
                          <a:latin typeface="Arial MT"/>
                          <a:cs typeface="Arial MT"/>
                        </a:rPr>
                        <a:t>Same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Parameters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Sub-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linear</a:t>
                      </a:r>
                      <a:r>
                        <a:rPr sz="10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growth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Quadratic</a:t>
                      </a:r>
                      <a:r>
                        <a:rPr sz="10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growth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Training</a:t>
                      </a:r>
                      <a:r>
                        <a:rPr sz="105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difficulty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Harder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(vanishing</a:t>
                      </a:r>
                      <a:r>
                        <a:rPr sz="105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grad)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Easier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Overfitting</a:t>
                      </a:r>
                      <a:r>
                        <a:rPr sz="10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latin typeface="Arial MT"/>
                          <a:cs typeface="Arial MT"/>
                        </a:rPr>
                        <a:t>risk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Lower</a:t>
                      </a:r>
                      <a:r>
                        <a:rPr sz="10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(if</a:t>
                      </a:r>
                      <a:r>
                        <a:rPr sz="10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regularized)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Higher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Inference</a:t>
                      </a:r>
                      <a:r>
                        <a:rPr sz="10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latin typeface="Arial MT"/>
                          <a:cs typeface="Arial MT"/>
                        </a:rPr>
                        <a:t>speed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Slower</a:t>
                      </a:r>
                      <a:r>
                        <a:rPr sz="10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(sequential)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Faster</a:t>
                      </a:r>
                      <a:r>
                        <a:rPr sz="10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(parallel)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13702" y="2520441"/>
            <a:ext cx="69850" cy="262255"/>
            <a:chOff x="513702" y="2520441"/>
            <a:chExt cx="69850" cy="262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520441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713265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46963" y="2230964"/>
            <a:ext cx="4316730" cy="5695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Example: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2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ResNet-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50: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(50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layers),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moderate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width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(256-</a:t>
            </a:r>
            <a:r>
              <a:rPr sz="1050" dirty="0">
                <a:latin typeface="Arial MT"/>
                <a:cs typeface="Arial MT"/>
              </a:rPr>
              <a:t>2048</a:t>
            </a:r>
            <a:r>
              <a:rPr sz="1050" spc="-10" dirty="0">
                <a:latin typeface="Arial MT"/>
                <a:cs typeface="Arial MT"/>
              </a:rPr>
              <a:t> channels)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6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Wide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ResNet: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Fewer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(16-</a:t>
            </a:r>
            <a:r>
              <a:rPr sz="1050" dirty="0">
                <a:latin typeface="Arial MT"/>
                <a:cs typeface="Arial MT"/>
              </a:rPr>
              <a:t>28),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wide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(up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10×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channels)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6963" y="2919378"/>
            <a:ext cx="4601210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Current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consensus: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Depth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Width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both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matter;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optimal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ratio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depends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20" dirty="0">
                <a:latin typeface="Arial MT"/>
                <a:cs typeface="Arial MT"/>
              </a:rPr>
              <a:t> task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3721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106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Depth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vs.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Width:</a:t>
            </a:r>
            <a:r>
              <a:rPr cap="small" spc="-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Practical</a:t>
            </a:r>
            <a:r>
              <a:rPr cap="small" spc="105" dirty="0">
                <a:solidFill>
                  <a:srgbClr val="FFFFFF"/>
                </a:solidFill>
              </a:rPr>
              <a:t> </a:t>
            </a:r>
            <a:r>
              <a:rPr cap="small" spc="-10" dirty="0">
                <a:solidFill>
                  <a:srgbClr val="FFFFFF"/>
                </a:solidFill>
              </a:rPr>
              <a:t>Recommendations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72185"/>
            <a:ext cx="5760085" cy="2661285"/>
            <a:chOff x="0" y="572185"/>
            <a:chExt cx="5760085" cy="2661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72185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90903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409597"/>
              <a:ext cx="69291" cy="6928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2663" y="437303"/>
            <a:ext cx="3622675" cy="262445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4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When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to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go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deeper:</a:t>
            </a:r>
            <a:endParaRPr sz="10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Large,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diverse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datasets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(ImageNet,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COCO)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Complex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tasks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requiring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hierarchical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features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When</a:t>
            </a:r>
            <a:r>
              <a:rPr sz="950" spc="-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you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can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skip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connections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6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Sufficient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computational resources</a:t>
            </a:r>
            <a:endParaRPr sz="9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When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to go</a:t>
            </a:r>
            <a:r>
              <a:rPr sz="1050" spc="-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wider:</a:t>
            </a:r>
            <a:endParaRPr sz="10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Smaller,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more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homogeneous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datasets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Need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faster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training/inference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Limited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shallow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networks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(no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residual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connections)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3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Ensemble-</a:t>
            </a:r>
            <a:r>
              <a:rPr sz="950" dirty="0">
                <a:latin typeface="Arial MT"/>
                <a:cs typeface="Arial MT"/>
              </a:rPr>
              <a:t>like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behavior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(different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filters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learn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different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patterns)</a:t>
            </a:r>
            <a:endParaRPr sz="9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Hybrid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approach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(EfficientNet):</a:t>
            </a:r>
            <a:endParaRPr sz="10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41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Scale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depth,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width,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AND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resolution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together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5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compound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scaling: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depth</a:t>
            </a:r>
            <a:r>
              <a:rPr sz="1050" i="1" baseline="23809" dirty="0">
                <a:latin typeface="Arial"/>
                <a:cs typeface="Arial"/>
              </a:rPr>
              <a:t>d</a:t>
            </a:r>
            <a:r>
              <a:rPr sz="1050" i="1" spc="-22" baseline="23809" dirty="0">
                <a:latin typeface="Arial"/>
                <a:cs typeface="Arial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width</a:t>
            </a:r>
            <a:r>
              <a:rPr sz="1050" i="1" baseline="23809" dirty="0">
                <a:latin typeface="Arial"/>
                <a:cs typeface="Arial"/>
              </a:rPr>
              <a:t>w</a:t>
            </a:r>
            <a:r>
              <a:rPr sz="1050" i="1" spc="-15" baseline="23809" dirty="0">
                <a:latin typeface="Arial"/>
                <a:cs typeface="Arial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Arial MT"/>
                <a:cs typeface="Arial MT"/>
              </a:rPr>
              <a:t>resolution</a:t>
            </a:r>
            <a:r>
              <a:rPr sz="1050" i="1" baseline="23809" dirty="0">
                <a:latin typeface="Arial"/>
                <a:cs typeface="Arial"/>
              </a:rPr>
              <a:t>r</a:t>
            </a:r>
            <a:r>
              <a:rPr sz="1050" i="1" spc="-22" baseline="23809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950" spc="-50" dirty="0">
                <a:latin typeface="Arial MT"/>
                <a:cs typeface="Arial MT"/>
              </a:rPr>
              <a:t>2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6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Achieves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better </a:t>
            </a:r>
            <a:r>
              <a:rPr sz="950" spc="-10" dirty="0">
                <a:latin typeface="Arial MT"/>
                <a:cs typeface="Arial MT"/>
              </a:rPr>
              <a:t>accuracy-</a:t>
            </a:r>
            <a:r>
              <a:rPr sz="950" dirty="0">
                <a:latin typeface="Arial MT"/>
                <a:cs typeface="Arial MT"/>
              </a:rPr>
              <a:t>efficiency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trade-</a:t>
            </a:r>
            <a:r>
              <a:rPr sz="950" spc="-25" dirty="0">
                <a:latin typeface="Arial MT"/>
                <a:cs typeface="Arial MT"/>
              </a:rPr>
              <a:t>off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33721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107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Design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Decision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514503"/>
            <a:ext cx="121259" cy="1212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3514" y="499617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1036473"/>
            <a:ext cx="121259" cy="12125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3514" y="1021537"/>
            <a:ext cx="64769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6996" y="1730528"/>
            <a:ext cx="121285" cy="815340"/>
            <a:chOff x="456996" y="1730528"/>
            <a:chExt cx="121285" cy="81534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996" y="1730528"/>
              <a:ext cx="121259" cy="1212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996" y="2424583"/>
              <a:ext cx="121259" cy="12125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19353" y="436762"/>
            <a:ext cx="2774315" cy="12414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Start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with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baseline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proven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architecture</a:t>
            </a:r>
            <a:r>
              <a:rPr sz="950" spc="-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(ResNet,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EfficientNet)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Transfer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learning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if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possible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Estimate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requirements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Dataset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size</a:t>
            </a:r>
            <a:r>
              <a:rPr sz="950" spc="3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depth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constraint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84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Computational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budget</a:t>
            </a:r>
            <a:r>
              <a:rPr sz="950" spc="39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width/depth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trade-</a:t>
            </a:r>
            <a:r>
              <a:rPr sz="950" spc="-25" dirty="0">
                <a:latin typeface="Arial MT"/>
                <a:cs typeface="Arial MT"/>
              </a:rPr>
              <a:t>off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resolution</a:t>
            </a:r>
            <a:r>
              <a:rPr sz="950" spc="30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receptive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field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needs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8114" y="1634161"/>
            <a:ext cx="4121785" cy="141033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900" spc="509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Iterate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systematically</a:t>
            </a:r>
            <a:endParaRPr sz="1050">
              <a:latin typeface="Arial MT"/>
              <a:cs typeface="Arial MT"/>
            </a:endParaRPr>
          </a:p>
          <a:p>
            <a:pPr marL="35433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Underfitting?</a:t>
            </a:r>
            <a:r>
              <a:rPr sz="950" spc="2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Add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depth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or</a:t>
            </a:r>
            <a:r>
              <a:rPr sz="950" spc="-10" dirty="0">
                <a:latin typeface="Arial MT"/>
                <a:cs typeface="Arial MT"/>
              </a:rPr>
              <a:t> width</a:t>
            </a:r>
            <a:endParaRPr sz="950">
              <a:latin typeface="Arial MT"/>
              <a:cs typeface="Arial MT"/>
            </a:endParaRPr>
          </a:p>
          <a:p>
            <a:pPr marL="35433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Overfitting?</a:t>
            </a:r>
            <a:r>
              <a:rPr sz="950" spc="28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Regularize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(dropout,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data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aug)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before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reducing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capacity</a:t>
            </a:r>
            <a:endParaRPr sz="950">
              <a:latin typeface="Arial MT"/>
              <a:cs typeface="Arial MT"/>
            </a:endParaRPr>
          </a:p>
          <a:p>
            <a:pPr marL="354330">
              <a:lnSpc>
                <a:spcPct val="100000"/>
              </a:lnSpc>
              <a:spcBef>
                <a:spcPts val="20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Too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slow?</a:t>
            </a:r>
            <a:r>
              <a:rPr sz="950" spc="3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Reduce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width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or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efficient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blocks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600" spc="32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575" baseline="2645" dirty="0">
                <a:solidFill>
                  <a:srgbClr val="1B1371"/>
                </a:solidFill>
                <a:latin typeface="Arial MT"/>
                <a:cs typeface="Arial MT"/>
              </a:rPr>
              <a:t>Apply</a:t>
            </a:r>
            <a:r>
              <a:rPr sz="1575" spc="-37" baseline="26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575" baseline="2645" dirty="0">
                <a:solidFill>
                  <a:srgbClr val="1B1371"/>
                </a:solidFill>
                <a:latin typeface="Arial MT"/>
                <a:cs typeface="Arial MT"/>
              </a:rPr>
              <a:t>design</a:t>
            </a:r>
            <a:r>
              <a:rPr sz="1575" spc="-37" baseline="26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575" spc="-15" baseline="2645" dirty="0">
                <a:solidFill>
                  <a:srgbClr val="1B1371"/>
                </a:solidFill>
                <a:latin typeface="Arial MT"/>
                <a:cs typeface="Arial MT"/>
              </a:rPr>
              <a:t>patterns</a:t>
            </a:r>
            <a:endParaRPr sz="1575" baseline="2645">
              <a:latin typeface="Arial MT"/>
              <a:cs typeface="Arial MT"/>
            </a:endParaRPr>
          </a:p>
          <a:p>
            <a:pPr marL="354330">
              <a:lnSpc>
                <a:spcPct val="100000"/>
              </a:lnSpc>
              <a:spcBef>
                <a:spcPts val="16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Always: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Spatial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reduction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+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channel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expansion</a:t>
            </a:r>
            <a:endParaRPr sz="950">
              <a:latin typeface="Arial MT"/>
              <a:cs typeface="Arial MT"/>
            </a:endParaRPr>
          </a:p>
          <a:p>
            <a:pPr marL="35433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Deep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networks: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Skip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connections</a:t>
            </a:r>
            <a:r>
              <a:rPr sz="950" spc="-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mandatory</a:t>
            </a:r>
            <a:endParaRPr sz="950">
              <a:latin typeface="Arial MT"/>
              <a:cs typeface="Arial MT"/>
            </a:endParaRPr>
          </a:p>
          <a:p>
            <a:pPr marL="35433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Tight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budget: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Bottleneck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designs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3" name="object 13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119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120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3036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7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(1998)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78"/>
            <a:ext cx="5760085" cy="2683510"/>
            <a:chOff x="0" y="550278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78"/>
              <a:ext cx="5461000" cy="217919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121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828164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spc="-20" dirty="0">
                <a:solidFill>
                  <a:srgbClr val="FFFFFF"/>
                </a:solidFill>
                <a:latin typeface="Calibri"/>
                <a:cs typeface="Calibri"/>
              </a:rPr>
              <a:t>LeNet-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94562"/>
            <a:ext cx="5760085" cy="2339340"/>
            <a:chOff x="0" y="894562"/>
            <a:chExt cx="5760085" cy="23393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894562"/>
              <a:ext cx="5385562" cy="18582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122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A</a:t>
            </a:r>
            <a:r>
              <a:rPr sz="1350" dirty="0">
                <a:solidFill>
                  <a:srgbClr val="FFFFFF"/>
                </a:solidFill>
              </a:rPr>
              <a:t>LEX</a:t>
            </a:r>
            <a:r>
              <a:rPr dirty="0">
                <a:solidFill>
                  <a:srgbClr val="FFFFFF"/>
                </a:solidFill>
              </a:rPr>
              <a:t>N</a:t>
            </a:r>
            <a:r>
              <a:rPr sz="1350" dirty="0">
                <a:solidFill>
                  <a:srgbClr val="FFFFFF"/>
                </a:solidFill>
              </a:rPr>
              <a:t>ET</a:t>
            </a:r>
            <a:r>
              <a:rPr sz="1350" spc="3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(2012)</a:t>
            </a:r>
            <a:endParaRPr sz="1350"/>
          </a:p>
        </p:txBody>
      </p:sp>
      <p:grpSp>
        <p:nvGrpSpPr>
          <p:cNvPr id="3" name="object 3"/>
          <p:cNvGrpSpPr/>
          <p:nvPr/>
        </p:nvGrpSpPr>
        <p:grpSpPr>
          <a:xfrm>
            <a:off x="309194" y="537336"/>
            <a:ext cx="5193030" cy="2475865"/>
            <a:chOff x="309194" y="537336"/>
            <a:chExt cx="5193030" cy="2475865"/>
          </a:xfrm>
        </p:grpSpPr>
        <p:sp>
          <p:nvSpPr>
            <p:cNvPr id="4" name="object 4"/>
            <p:cNvSpPr/>
            <p:nvPr/>
          </p:nvSpPr>
          <p:spPr>
            <a:xfrm>
              <a:off x="309194" y="53733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3936"/>
                  </a:lnTo>
                  <a:lnTo>
                    <a:pt x="14922" y="14858"/>
                  </a:lnTo>
                  <a:lnTo>
                    <a:pt x="4000" y="30987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0987"/>
                  </a:lnTo>
                  <a:lnTo>
                    <a:pt x="5126786" y="14858"/>
                  </a:lnTo>
                  <a:lnTo>
                    <a:pt x="5110530" y="3936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809622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81532"/>
              <a:ext cx="5192522" cy="13296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75842"/>
              <a:ext cx="5142230" cy="1084580"/>
            </a:xfrm>
            <a:custGeom>
              <a:avLst/>
              <a:gdLst/>
              <a:ahLst/>
              <a:cxnLst/>
              <a:rect l="l" t="t" r="r" b="b"/>
              <a:pathLst>
                <a:path w="5142230" h="1084580">
                  <a:moveTo>
                    <a:pt x="5141645" y="0"/>
                  </a:moveTo>
                  <a:lnTo>
                    <a:pt x="0" y="0"/>
                  </a:lnTo>
                  <a:lnTo>
                    <a:pt x="0" y="1033779"/>
                  </a:lnTo>
                  <a:lnTo>
                    <a:pt x="4000" y="1053464"/>
                  </a:lnTo>
                  <a:lnTo>
                    <a:pt x="14922" y="1069720"/>
                  </a:lnTo>
                  <a:lnTo>
                    <a:pt x="31076" y="1080515"/>
                  </a:lnTo>
                  <a:lnTo>
                    <a:pt x="50800" y="1084580"/>
                  </a:lnTo>
                  <a:lnTo>
                    <a:pt x="5090845" y="1084580"/>
                  </a:lnTo>
                  <a:lnTo>
                    <a:pt x="5110530" y="1080515"/>
                  </a:lnTo>
                  <a:lnTo>
                    <a:pt x="5126786" y="1069720"/>
                  </a:lnTo>
                  <a:lnTo>
                    <a:pt x="5137708" y="1053464"/>
                  </a:lnTo>
                  <a:lnTo>
                    <a:pt x="5141645" y="1033779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19632"/>
              <a:ext cx="0" cy="1209040"/>
            </a:xfrm>
            <a:custGeom>
              <a:avLst/>
              <a:gdLst/>
              <a:ahLst/>
              <a:cxnLst/>
              <a:rect l="l" t="t" r="r" b="b"/>
              <a:pathLst>
                <a:path h="1209039">
                  <a:moveTo>
                    <a:pt x="0" y="120904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60693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9423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8153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62482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829995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051483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272844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1494205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1715693"/>
              <a:ext cx="69291" cy="692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060028"/>
              <a:ext cx="69291" cy="692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702" y="2280881"/>
              <a:ext cx="69291" cy="692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702" y="2501734"/>
              <a:ext cx="69291" cy="692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3702" y="2722587"/>
              <a:ext cx="69291" cy="692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3702" y="2943440"/>
              <a:ext cx="69291" cy="6929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46963" y="437228"/>
            <a:ext cx="3478529" cy="26936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Key</a:t>
            </a:r>
            <a:r>
              <a:rPr sz="1400" cap="small" spc="75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Innovations</a:t>
            </a:r>
            <a:endParaRPr sz="1400">
              <a:latin typeface="Calibri"/>
              <a:cs typeface="Calibri"/>
            </a:endParaRPr>
          </a:p>
          <a:p>
            <a:pPr marL="30988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ReLU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activations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(instead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sigmoid/tanh)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latin typeface="Arial MT"/>
                <a:cs typeface="Arial MT"/>
              </a:rPr>
              <a:t>Dropout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regularization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latin typeface="Arial MT"/>
                <a:cs typeface="Arial MT"/>
              </a:rPr>
              <a:t>Data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augmentation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95"/>
              </a:spcBef>
            </a:pPr>
            <a:r>
              <a:rPr sz="1050" dirty="0">
                <a:latin typeface="Arial MT"/>
                <a:cs typeface="Arial MT"/>
              </a:rPr>
              <a:t>GPU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acceleration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90"/>
              </a:spcBef>
            </a:pPr>
            <a:r>
              <a:rPr sz="1050" dirty="0">
                <a:latin typeface="Arial MT"/>
                <a:cs typeface="Arial MT"/>
              </a:rPr>
              <a:t>Local Response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Normalization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(LRN)</a:t>
            </a:r>
            <a:endParaRPr sz="1050">
              <a:latin typeface="Arial MT"/>
              <a:cs typeface="Arial MT"/>
            </a:endParaRPr>
          </a:p>
          <a:p>
            <a:pPr marL="309880" marR="842010">
              <a:lnSpc>
                <a:spcPct val="138100"/>
              </a:lnSpc>
              <a:spcBef>
                <a:spcPts val="8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Architecture: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8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(5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FC)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Parameters: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60M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5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Input: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224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224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×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ts val="210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Achievement: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Won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ImageNet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2012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(Top-</a:t>
            </a:r>
            <a:r>
              <a:rPr sz="1050" dirty="0">
                <a:latin typeface="Arial MT"/>
                <a:cs typeface="Arial MT"/>
              </a:rPr>
              <a:t>5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error: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15.3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Impact:</a:t>
            </a:r>
            <a:r>
              <a:rPr sz="1050" spc="-6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Sparked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revolution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5" name="object 2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123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8446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AlexNet</a:t>
            </a:r>
            <a:r>
              <a:rPr sz="1700" cap="small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94042"/>
            <a:ext cx="5760085" cy="2439670"/>
            <a:chOff x="0" y="794042"/>
            <a:chExt cx="5760085" cy="24396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761" y="794042"/>
              <a:ext cx="4904359" cy="18350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124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94" y="98552"/>
            <a:ext cx="13481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VGGN</a:t>
            </a:r>
            <a:r>
              <a:rPr sz="1350" dirty="0">
                <a:solidFill>
                  <a:srgbClr val="FFFFFF"/>
                </a:solidFill>
              </a:rPr>
              <a:t>ET</a:t>
            </a:r>
            <a:r>
              <a:rPr sz="1350" spc="2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(2014)</a:t>
            </a:r>
            <a:endParaRPr sz="1350"/>
          </a:p>
        </p:txBody>
      </p:sp>
      <p:grpSp>
        <p:nvGrpSpPr>
          <p:cNvPr id="3" name="object 3"/>
          <p:cNvGrpSpPr/>
          <p:nvPr/>
        </p:nvGrpSpPr>
        <p:grpSpPr>
          <a:xfrm>
            <a:off x="309194" y="512317"/>
            <a:ext cx="5193030" cy="2625090"/>
            <a:chOff x="309194" y="512317"/>
            <a:chExt cx="5193030" cy="2625090"/>
          </a:xfrm>
        </p:grpSpPr>
        <p:sp>
          <p:nvSpPr>
            <p:cNvPr id="4" name="object 4"/>
            <p:cNvSpPr/>
            <p:nvPr/>
          </p:nvSpPr>
          <p:spPr>
            <a:xfrm>
              <a:off x="309194" y="51231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5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985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564258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56564"/>
              <a:ext cx="5192522" cy="110929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50823"/>
              <a:ext cx="5142230" cy="864235"/>
            </a:xfrm>
            <a:custGeom>
              <a:avLst/>
              <a:gdLst/>
              <a:ahLst/>
              <a:cxnLst/>
              <a:rect l="l" t="t" r="r" b="b"/>
              <a:pathLst>
                <a:path w="5142230" h="864235">
                  <a:moveTo>
                    <a:pt x="5141645" y="0"/>
                  </a:moveTo>
                  <a:lnTo>
                    <a:pt x="0" y="0"/>
                  </a:lnTo>
                  <a:lnTo>
                    <a:pt x="0" y="813435"/>
                  </a:lnTo>
                  <a:lnTo>
                    <a:pt x="4000" y="833247"/>
                  </a:lnTo>
                  <a:lnTo>
                    <a:pt x="14922" y="849376"/>
                  </a:lnTo>
                  <a:lnTo>
                    <a:pt x="31076" y="860298"/>
                  </a:lnTo>
                  <a:lnTo>
                    <a:pt x="50800" y="864235"/>
                  </a:lnTo>
                  <a:lnTo>
                    <a:pt x="5090845" y="864235"/>
                  </a:lnTo>
                  <a:lnTo>
                    <a:pt x="5110530" y="860298"/>
                  </a:lnTo>
                  <a:lnTo>
                    <a:pt x="5126786" y="849376"/>
                  </a:lnTo>
                  <a:lnTo>
                    <a:pt x="5137708" y="833247"/>
                  </a:lnTo>
                  <a:lnTo>
                    <a:pt x="5141645" y="813435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594740"/>
              <a:ext cx="0" cy="988694"/>
            </a:xfrm>
            <a:custGeom>
              <a:avLst/>
              <a:gdLst/>
              <a:ahLst/>
              <a:cxnLst/>
              <a:rect l="l" t="t" r="r" b="b"/>
              <a:pathLst>
                <a:path h="988694">
                  <a:moveTo>
                    <a:pt x="0" y="988568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58204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6934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5664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37590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804214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025575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247063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1468424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1954529"/>
              <a:ext cx="69291" cy="692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137994"/>
              <a:ext cx="69291" cy="692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702" y="2321459"/>
              <a:ext cx="69291" cy="6928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702" y="2701035"/>
              <a:ext cx="69291" cy="692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3702" y="2884501"/>
              <a:ext cx="69291" cy="692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3702" y="3067964"/>
              <a:ext cx="69291" cy="6928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46963" y="362523"/>
            <a:ext cx="3314065" cy="28041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Key</a:t>
            </a:r>
            <a:r>
              <a:rPr sz="1400" cap="small" spc="7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Principles</a:t>
            </a:r>
            <a:endParaRPr sz="1400">
              <a:latin typeface="Calibri"/>
              <a:cs typeface="Calibri"/>
            </a:endParaRPr>
          </a:p>
          <a:p>
            <a:pPr marL="309880" marR="948055">
              <a:lnSpc>
                <a:spcPct val="1229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Very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(3×3)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filters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(16-</a:t>
            </a:r>
            <a:r>
              <a:rPr sz="1050" dirty="0">
                <a:latin typeface="Arial MT"/>
                <a:cs typeface="Arial MT"/>
              </a:rPr>
              <a:t>19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layers)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latin typeface="Arial MT"/>
                <a:cs typeface="Arial MT"/>
              </a:rPr>
              <a:t>Simple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uniform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architecture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700"/>
              </a:spcBef>
            </a:pP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3×3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2×2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throughout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VGG-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16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Configuration: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latin typeface="Arial MT"/>
                <a:cs typeface="Arial MT"/>
              </a:rPr>
              <a:t>13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FC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5"/>
              </a:spcBef>
            </a:pP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3×3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filters,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pooling: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2×2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max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stride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Advantages: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latin typeface="Arial MT"/>
                <a:cs typeface="Arial MT"/>
              </a:rPr>
              <a:t>Simple,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homogeneous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architecture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ts val="1570"/>
              </a:lnSpc>
              <a:spcBef>
                <a:spcPts val="165"/>
              </a:spcBef>
            </a:pP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3×3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≈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5×5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(fewer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parameters)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non-linearities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5" name="object 2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125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8688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VGGNet</a:t>
            </a:r>
            <a:r>
              <a:rPr sz="1700" cap="small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31951"/>
            <a:ext cx="5760085" cy="2501900"/>
            <a:chOff x="0" y="731951"/>
            <a:chExt cx="5760085" cy="2501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020" y="731951"/>
              <a:ext cx="4523867" cy="199021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126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Network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in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Network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(NiN)</a:t>
            </a:r>
            <a:r>
              <a:rPr cap="small" spc="-2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</a:t>
            </a:r>
            <a:r>
              <a:rPr cap="small" spc="-1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2013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16762"/>
            <a:ext cx="5193030" cy="2522220"/>
            <a:chOff x="309194" y="516762"/>
            <a:chExt cx="5193030" cy="2522220"/>
          </a:xfrm>
        </p:grpSpPr>
        <p:sp>
          <p:nvSpPr>
            <p:cNvPr id="4" name="object 4"/>
            <p:cNvSpPr/>
            <p:nvPr/>
          </p:nvSpPr>
          <p:spPr>
            <a:xfrm>
              <a:off x="309194" y="51676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3937"/>
                  </a:lnTo>
                  <a:lnTo>
                    <a:pt x="14922" y="14858"/>
                  </a:lnTo>
                  <a:lnTo>
                    <a:pt x="4000" y="30987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0987"/>
                  </a:lnTo>
                  <a:lnTo>
                    <a:pt x="5126786" y="14858"/>
                  </a:lnTo>
                  <a:lnTo>
                    <a:pt x="5110530" y="3937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086738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60997"/>
              <a:ext cx="5192522" cy="6273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55268"/>
              <a:ext cx="5142230" cy="382270"/>
            </a:xfrm>
            <a:custGeom>
              <a:avLst/>
              <a:gdLst/>
              <a:ahLst/>
              <a:cxnLst/>
              <a:rect l="l" t="t" r="r" b="b"/>
              <a:pathLst>
                <a:path w="5142230" h="382269">
                  <a:moveTo>
                    <a:pt x="5141645" y="0"/>
                  </a:moveTo>
                  <a:lnTo>
                    <a:pt x="0" y="0"/>
                  </a:lnTo>
                  <a:lnTo>
                    <a:pt x="0" y="331469"/>
                  </a:lnTo>
                  <a:lnTo>
                    <a:pt x="4000" y="351154"/>
                  </a:lnTo>
                  <a:lnTo>
                    <a:pt x="14922" y="367283"/>
                  </a:lnTo>
                  <a:lnTo>
                    <a:pt x="31076" y="378206"/>
                  </a:lnTo>
                  <a:lnTo>
                    <a:pt x="50800" y="382269"/>
                  </a:lnTo>
                  <a:lnTo>
                    <a:pt x="5090845" y="382269"/>
                  </a:lnTo>
                  <a:lnTo>
                    <a:pt x="5110530" y="378206"/>
                  </a:lnTo>
                  <a:lnTo>
                    <a:pt x="5126786" y="367283"/>
                  </a:lnTo>
                  <a:lnTo>
                    <a:pt x="5137708" y="351154"/>
                  </a:lnTo>
                  <a:lnTo>
                    <a:pt x="5141645" y="331469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599058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30">
                  <a:moveTo>
                    <a:pt x="0" y="50673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586358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73658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60958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41908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556562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746554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936610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126627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589123"/>
              <a:ext cx="69291" cy="692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779142"/>
              <a:ext cx="69291" cy="692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702" y="2969145"/>
              <a:ext cx="69291" cy="6929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46963" y="439306"/>
            <a:ext cx="4884420" cy="26142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Core</a:t>
            </a:r>
            <a:r>
              <a:rPr sz="1400" cap="small" spc="75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Innovation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dirty="0">
                <a:latin typeface="Arial MT"/>
                <a:cs typeface="Arial MT"/>
              </a:rPr>
              <a:t>Replace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linear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”micro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networks”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(MLPconv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layers)</a:t>
            </a:r>
            <a:r>
              <a:rPr sz="1050" spc="-25" dirty="0">
                <a:latin typeface="Arial MT"/>
                <a:cs typeface="Arial MT"/>
              </a:rPr>
              <a:t> to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latin typeface="Arial MT"/>
                <a:cs typeface="Arial MT"/>
              </a:rPr>
              <a:t>increase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</a:t>
            </a:r>
            <a:r>
              <a:rPr sz="1050" spc="-10" dirty="0">
                <a:latin typeface="Arial MT"/>
                <a:cs typeface="Arial MT"/>
              </a:rPr>
              <a:t> discriminability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fewer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parameters.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Ideas: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MLPconv: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Mini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multi-</a:t>
            </a:r>
            <a:r>
              <a:rPr sz="1050" dirty="0">
                <a:latin typeface="Arial MT"/>
                <a:cs typeface="Arial MT"/>
              </a:rPr>
              <a:t>layer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perceptron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instead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linear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filter</a:t>
            </a:r>
            <a:endParaRPr sz="1050">
              <a:latin typeface="Arial MT"/>
              <a:cs typeface="Arial MT"/>
            </a:endParaRPr>
          </a:p>
          <a:p>
            <a:pPr marL="309880" marR="848994">
              <a:lnSpc>
                <a:spcPct val="1190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1×1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Convolutions: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non-</a:t>
            </a:r>
            <a:r>
              <a:rPr sz="1050" dirty="0">
                <a:latin typeface="Arial MT"/>
                <a:cs typeface="Arial MT"/>
              </a:rPr>
              <a:t>linearity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cross-</a:t>
            </a:r>
            <a:r>
              <a:rPr sz="1050" dirty="0">
                <a:latin typeface="Arial MT"/>
                <a:cs typeface="Arial MT"/>
              </a:rPr>
              <a:t>channel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pooling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Global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Average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Pooling: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Replace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fully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connected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Reduces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overfitting: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Fewer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10" dirty="0">
                <a:latin typeface="Arial MT"/>
                <a:cs typeface="Arial MT"/>
              </a:rPr>
              <a:t> traditional</a:t>
            </a:r>
            <a:r>
              <a:rPr sz="1050" spc="-20" dirty="0">
                <a:latin typeface="Arial MT"/>
                <a:cs typeface="Arial MT"/>
              </a:rPr>
              <a:t> CNNs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Impact: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Introduced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learning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latin typeface="Arial MT"/>
                <a:cs typeface="Arial MT"/>
              </a:rPr>
              <a:t>Inspired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Inception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other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modern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architectures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latin typeface="Arial MT"/>
                <a:cs typeface="Arial MT"/>
              </a:rPr>
              <a:t>Global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average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became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standard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practice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2" name="object 2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127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758314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NiN: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MLPconv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5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176"/>
            <a:ext cx="5145278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128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4491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NiN:</a:t>
            </a:r>
            <a:r>
              <a:rPr sz="1700" cap="small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sz="1700" cap="small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78"/>
            <a:ext cx="5760085" cy="2683510"/>
            <a:chOff x="0" y="550278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78"/>
              <a:ext cx="5461000" cy="231393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129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5152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NiN: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700" cap="small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Pooling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101971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130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NiN: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Key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Takeaways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608710"/>
            <a:ext cx="5193030" cy="2298700"/>
            <a:chOff x="309194" y="608710"/>
            <a:chExt cx="5193030" cy="2298700"/>
          </a:xfrm>
        </p:grpSpPr>
        <p:sp>
          <p:nvSpPr>
            <p:cNvPr id="4" name="object 4"/>
            <p:cNvSpPr/>
            <p:nvPr/>
          </p:nvSpPr>
          <p:spPr>
            <a:xfrm>
              <a:off x="309194" y="60871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4"/>
                  </a:lnTo>
                  <a:lnTo>
                    <a:pt x="14922" y="14986"/>
                  </a:lnTo>
                  <a:lnTo>
                    <a:pt x="4000" y="31115"/>
                  </a:lnTo>
                  <a:lnTo>
                    <a:pt x="0" y="50800"/>
                  </a:lnTo>
                  <a:lnTo>
                    <a:pt x="0" y="206883"/>
                  </a:lnTo>
                  <a:lnTo>
                    <a:pt x="5141645" y="206883"/>
                  </a:lnTo>
                  <a:lnTo>
                    <a:pt x="5141645" y="50800"/>
                  </a:lnTo>
                  <a:lnTo>
                    <a:pt x="5137708" y="31115"/>
                  </a:lnTo>
                  <a:lnTo>
                    <a:pt x="5126786" y="14986"/>
                  </a:lnTo>
                  <a:lnTo>
                    <a:pt x="5110530" y="4064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666747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652919"/>
              <a:ext cx="5192522" cy="111542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847216"/>
              <a:ext cx="5142230" cy="870585"/>
            </a:xfrm>
            <a:custGeom>
              <a:avLst/>
              <a:gdLst/>
              <a:ahLst/>
              <a:cxnLst/>
              <a:rect l="l" t="t" r="r" b="b"/>
              <a:pathLst>
                <a:path w="5142230" h="870585">
                  <a:moveTo>
                    <a:pt x="5141645" y="0"/>
                  </a:moveTo>
                  <a:lnTo>
                    <a:pt x="0" y="0"/>
                  </a:lnTo>
                  <a:lnTo>
                    <a:pt x="0" y="819531"/>
                  </a:lnTo>
                  <a:lnTo>
                    <a:pt x="4000" y="839343"/>
                  </a:lnTo>
                  <a:lnTo>
                    <a:pt x="14922" y="855472"/>
                  </a:lnTo>
                  <a:lnTo>
                    <a:pt x="31076" y="866394"/>
                  </a:lnTo>
                  <a:lnTo>
                    <a:pt x="50800" y="870331"/>
                  </a:lnTo>
                  <a:lnTo>
                    <a:pt x="5090845" y="870331"/>
                  </a:lnTo>
                  <a:lnTo>
                    <a:pt x="5110530" y="866394"/>
                  </a:lnTo>
                  <a:lnTo>
                    <a:pt x="5126786" y="855472"/>
                  </a:lnTo>
                  <a:lnTo>
                    <a:pt x="5137708" y="839343"/>
                  </a:lnTo>
                  <a:lnTo>
                    <a:pt x="5141645" y="819531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91006"/>
              <a:ext cx="0" cy="995044"/>
            </a:xfrm>
            <a:custGeom>
              <a:avLst/>
              <a:gdLst/>
              <a:ahLst/>
              <a:cxnLst/>
              <a:rect l="l" t="t" r="r" b="b"/>
              <a:pathLst>
                <a:path h="995044">
                  <a:moveTo>
                    <a:pt x="0" y="994791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678306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665606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652906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633856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996" y="877342"/>
              <a:ext cx="121259" cy="12125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996" y="1098703"/>
              <a:ext cx="121259" cy="1212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996" y="1320064"/>
              <a:ext cx="121259" cy="1212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6996" y="1541552"/>
              <a:ext cx="121259" cy="12125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173300"/>
              <a:ext cx="69291" cy="692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394724"/>
              <a:ext cx="69291" cy="692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702" y="2616149"/>
              <a:ext cx="69291" cy="692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702" y="2837562"/>
              <a:ext cx="69291" cy="6928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46963" y="538468"/>
            <a:ext cx="4192270" cy="24091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Contributions</a:t>
            </a:r>
            <a:endParaRPr sz="1400">
              <a:latin typeface="Calibri"/>
              <a:cs typeface="Calibri"/>
            </a:endParaRPr>
          </a:p>
          <a:p>
            <a:pPr marL="149225">
              <a:lnSpc>
                <a:spcPct val="100000"/>
              </a:lnSpc>
              <a:spcBef>
                <a:spcPts val="185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600" spc="33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1×1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Convolutions: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First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extensively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non-</a:t>
            </a:r>
            <a:r>
              <a:rPr sz="1050" spc="-10" dirty="0">
                <a:latin typeface="Arial MT"/>
                <a:cs typeface="Arial MT"/>
              </a:rPr>
              <a:t>linearity</a:t>
            </a:r>
            <a:endParaRPr sz="10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480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600" spc="33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MLPconv: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expressive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models</a:t>
            </a:r>
            <a:endParaRPr sz="10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484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600" spc="3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Global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Average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Pooling: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Eliminates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FC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reduces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overfitting</a:t>
            </a:r>
            <a:endParaRPr sz="10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484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600" spc="33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Fewer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Parameters: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Despite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deeper,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fewer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AlexNet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Impact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on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Later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Architectures: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GoogLeNet: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Adopted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Inception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modules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ResNet: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bottleneck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blocks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MobileNet: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building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block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convolutions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Modern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CNNs: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GAP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standard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instead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FC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131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GoogLeNet/Inception</a:t>
            </a:r>
            <a:r>
              <a:rPr cap="small" spc="2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(2014)</a:t>
            </a:r>
            <a:r>
              <a:rPr cap="small" spc="-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</a:t>
            </a:r>
            <a:r>
              <a:rPr cap="small" spc="-45" dirty="0">
                <a:solidFill>
                  <a:srgbClr val="FFFFFF"/>
                </a:solidFill>
              </a:rPr>
              <a:t> </a:t>
            </a:r>
            <a:r>
              <a:rPr cap="small" spc="-20" dirty="0">
                <a:solidFill>
                  <a:srgbClr val="FFFFFF"/>
                </a:solidFill>
              </a:rPr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24001"/>
            <a:ext cx="5193030" cy="2507615"/>
            <a:chOff x="309194" y="524001"/>
            <a:chExt cx="5193030" cy="2507615"/>
          </a:xfrm>
        </p:grpSpPr>
        <p:sp>
          <p:nvSpPr>
            <p:cNvPr id="4" name="object 4"/>
            <p:cNvSpPr/>
            <p:nvPr/>
          </p:nvSpPr>
          <p:spPr>
            <a:xfrm>
              <a:off x="309194" y="524001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3937"/>
                  </a:lnTo>
                  <a:lnTo>
                    <a:pt x="14922" y="14858"/>
                  </a:lnTo>
                  <a:lnTo>
                    <a:pt x="4000" y="30987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0987"/>
                  </a:lnTo>
                  <a:lnTo>
                    <a:pt x="5126786" y="14858"/>
                  </a:lnTo>
                  <a:lnTo>
                    <a:pt x="5110530" y="3937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066926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68185"/>
              <a:ext cx="5192522" cy="6003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62507"/>
              <a:ext cx="5142230" cy="355600"/>
            </a:xfrm>
            <a:custGeom>
              <a:avLst/>
              <a:gdLst/>
              <a:ahLst/>
              <a:cxnLst/>
              <a:rect l="l" t="t" r="r" b="b"/>
              <a:pathLst>
                <a:path w="5142230" h="355600">
                  <a:moveTo>
                    <a:pt x="5141645" y="0"/>
                  </a:moveTo>
                  <a:lnTo>
                    <a:pt x="0" y="0"/>
                  </a:lnTo>
                  <a:lnTo>
                    <a:pt x="0" y="304419"/>
                  </a:lnTo>
                  <a:lnTo>
                    <a:pt x="4000" y="324104"/>
                  </a:lnTo>
                  <a:lnTo>
                    <a:pt x="14922" y="340232"/>
                  </a:lnTo>
                  <a:lnTo>
                    <a:pt x="31076" y="351155"/>
                  </a:lnTo>
                  <a:lnTo>
                    <a:pt x="50800" y="355219"/>
                  </a:lnTo>
                  <a:lnTo>
                    <a:pt x="5090845" y="355219"/>
                  </a:lnTo>
                  <a:lnTo>
                    <a:pt x="5110530" y="351155"/>
                  </a:lnTo>
                  <a:lnTo>
                    <a:pt x="5126786" y="340232"/>
                  </a:lnTo>
                  <a:lnTo>
                    <a:pt x="5137708" y="324104"/>
                  </a:lnTo>
                  <a:lnTo>
                    <a:pt x="5141645" y="304419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06297"/>
              <a:ext cx="0" cy="480059"/>
            </a:xfrm>
            <a:custGeom>
              <a:avLst/>
              <a:gdLst/>
              <a:ahLst/>
              <a:cxnLst/>
              <a:rect l="l" t="t" r="r" b="b"/>
              <a:pathLst>
                <a:path h="480059">
                  <a:moveTo>
                    <a:pt x="0" y="47967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59359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8089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6819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49147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477441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678228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879015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359583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560408"/>
              <a:ext cx="69291" cy="692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761233"/>
              <a:ext cx="69291" cy="692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702" y="2962046"/>
              <a:ext cx="69291" cy="6929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46963" y="446182"/>
            <a:ext cx="4566285" cy="26073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Key</a:t>
            </a:r>
            <a:r>
              <a:rPr sz="1400" cap="small" spc="85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Innovation:</a:t>
            </a:r>
            <a:r>
              <a:rPr sz="1400" cap="small" spc="45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Inception</a:t>
            </a:r>
            <a:r>
              <a:rPr sz="1400" cap="small" spc="12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Module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multiple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0" dirty="0">
                <a:latin typeface="Arial MT"/>
                <a:cs typeface="Arial MT"/>
              </a:rPr>
              <a:t> parallel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capture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scales,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then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latin typeface="Arial MT"/>
                <a:cs typeface="Arial MT"/>
              </a:rPr>
              <a:t>concatenate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results.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Motivation: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95"/>
              </a:spcBef>
            </a:pPr>
            <a:r>
              <a:rPr sz="1050" dirty="0">
                <a:latin typeface="Arial MT"/>
                <a:cs typeface="Arial MT"/>
              </a:rPr>
              <a:t>Objects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appear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different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latin typeface="Arial MT"/>
                <a:cs typeface="Arial MT"/>
              </a:rPr>
              <a:t>Hard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choose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optimal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(1×1?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3×3?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5×5?)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latin typeface="Arial MT"/>
                <a:cs typeface="Arial MT"/>
              </a:rPr>
              <a:t>Solution: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Use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all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of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them!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Achievements: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5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Winner:</a:t>
            </a:r>
            <a:r>
              <a:rPr sz="1050" spc="-6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ImageNet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ILSVRC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2014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(6.67%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top-</a:t>
            </a:r>
            <a:r>
              <a:rPr sz="1050" dirty="0">
                <a:latin typeface="Arial MT"/>
                <a:cs typeface="Arial MT"/>
              </a:rPr>
              <a:t>5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error)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Depth: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22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(very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2014)</a:t>
            </a:r>
            <a:endParaRPr sz="1050">
              <a:latin typeface="Arial MT"/>
              <a:cs typeface="Arial MT"/>
            </a:endParaRPr>
          </a:p>
          <a:p>
            <a:pPr marL="309880" marR="1739900">
              <a:lnSpc>
                <a:spcPct val="124800"/>
              </a:lnSpc>
              <a:spcBef>
                <a:spcPts val="1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Parameters: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5M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(12×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fewer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AlexNet!)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Architecture: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Stack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inception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modules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2" name="object 2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132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Naive</a:t>
            </a:r>
            <a:r>
              <a:rPr cap="small" spc="4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Inception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spc="-55" dirty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469518"/>
            <a:ext cx="32429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Initial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Idea: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Parallel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paths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with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different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receptive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fields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7904" y="2274125"/>
            <a:ext cx="1080135" cy="28829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30"/>
              </a:spcBef>
            </a:pPr>
            <a:r>
              <a:rPr sz="1050" dirty="0">
                <a:latin typeface="Arial MT"/>
                <a:cs typeface="Arial MT"/>
              </a:rPr>
              <a:t>Previous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340" y="1781098"/>
            <a:ext cx="677545" cy="194310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Conv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9323" y="1781098"/>
            <a:ext cx="677545" cy="194310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3×3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Conv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9330" y="1781098"/>
            <a:ext cx="677545" cy="194310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5×5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Conv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5071" y="1782063"/>
            <a:ext cx="885825" cy="192405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3×3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MaxPool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7901" y="1194053"/>
            <a:ext cx="2160270" cy="28829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440"/>
              </a:spcBef>
            </a:pPr>
            <a:r>
              <a:rPr sz="1050" dirty="0">
                <a:latin typeface="Arial MT"/>
                <a:cs typeface="Arial MT"/>
              </a:rPr>
              <a:t>Filter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Concatenation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01394" y="1453895"/>
            <a:ext cx="2656205" cy="822960"/>
            <a:chOff x="1501394" y="1453895"/>
            <a:chExt cx="2656205" cy="822960"/>
          </a:xfrm>
        </p:grpSpPr>
        <p:sp>
          <p:nvSpPr>
            <p:cNvPr id="11" name="object 11"/>
            <p:cNvSpPr/>
            <p:nvPr/>
          </p:nvSpPr>
          <p:spPr>
            <a:xfrm>
              <a:off x="1511173" y="1951989"/>
              <a:ext cx="1170305" cy="320040"/>
            </a:xfrm>
            <a:custGeom>
              <a:avLst/>
              <a:gdLst/>
              <a:ahLst/>
              <a:cxnLst/>
              <a:rect l="l" t="t" r="r" b="b"/>
              <a:pathLst>
                <a:path w="1170305" h="320039">
                  <a:moveTo>
                    <a:pt x="877189" y="319608"/>
                  </a:moveTo>
                  <a:lnTo>
                    <a:pt x="4826" y="28879"/>
                  </a:lnTo>
                </a:path>
                <a:path w="1170305" h="320039">
                  <a:moveTo>
                    <a:pt x="18288" y="74993"/>
                  </a:moveTo>
                  <a:lnTo>
                    <a:pt x="17780" y="58470"/>
                  </a:lnTo>
                  <a:lnTo>
                    <a:pt x="14096" y="45212"/>
                  </a:lnTo>
                  <a:lnTo>
                    <a:pt x="7874" y="34925"/>
                  </a:lnTo>
                  <a:lnTo>
                    <a:pt x="0" y="27279"/>
                  </a:lnTo>
                  <a:lnTo>
                    <a:pt x="10921" y="25844"/>
                  </a:lnTo>
                  <a:lnTo>
                    <a:pt x="21971" y="21336"/>
                  </a:lnTo>
                  <a:lnTo>
                    <a:pt x="32893" y="12953"/>
                  </a:lnTo>
                  <a:lnTo>
                    <a:pt x="43307" y="0"/>
                  </a:lnTo>
                </a:path>
                <a:path w="1170305" h="320039">
                  <a:moveTo>
                    <a:pt x="1170178" y="319608"/>
                  </a:moveTo>
                  <a:lnTo>
                    <a:pt x="883412" y="32829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0869" y="1971142"/>
              <a:ext cx="65986" cy="660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74466" y="1984819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0" y="286778"/>
                  </a:moveTo>
                  <a:lnTo>
                    <a:pt x="286766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8908" y="1971144"/>
              <a:ext cx="65986" cy="659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506474" y="1458975"/>
              <a:ext cx="2641600" cy="812800"/>
            </a:xfrm>
            <a:custGeom>
              <a:avLst/>
              <a:gdLst/>
              <a:ahLst/>
              <a:cxnLst/>
              <a:rect l="l" t="t" r="r" b="b"/>
              <a:pathLst>
                <a:path w="2641600" h="812800">
                  <a:moveTo>
                    <a:pt x="1760981" y="812622"/>
                  </a:moveTo>
                  <a:lnTo>
                    <a:pt x="2636266" y="520903"/>
                  </a:lnTo>
                </a:path>
                <a:path w="2641600" h="812800">
                  <a:moveTo>
                    <a:pt x="2597912" y="491997"/>
                  </a:moveTo>
                  <a:lnTo>
                    <a:pt x="2608199" y="504951"/>
                  </a:lnTo>
                  <a:lnTo>
                    <a:pt x="2619121" y="513333"/>
                  </a:lnTo>
                  <a:lnTo>
                    <a:pt x="2630297" y="517867"/>
                  </a:lnTo>
                  <a:lnTo>
                    <a:pt x="2641091" y="519303"/>
                  </a:lnTo>
                  <a:lnTo>
                    <a:pt x="2633345" y="526948"/>
                  </a:lnTo>
                  <a:lnTo>
                    <a:pt x="2627122" y="537235"/>
                  </a:lnTo>
                  <a:lnTo>
                    <a:pt x="2623312" y="550494"/>
                  </a:lnTo>
                  <a:lnTo>
                    <a:pt x="2622804" y="567016"/>
                  </a:lnTo>
                </a:path>
                <a:path w="2641600" h="812800">
                  <a:moveTo>
                    <a:pt x="0" y="319531"/>
                  </a:moveTo>
                  <a:lnTo>
                    <a:pt x="872363" y="28828"/>
                  </a:lnTo>
                </a:path>
                <a:path w="2641600" h="812800">
                  <a:moveTo>
                    <a:pt x="834008" y="0"/>
                  </a:moveTo>
                  <a:lnTo>
                    <a:pt x="844295" y="12953"/>
                  </a:lnTo>
                  <a:lnTo>
                    <a:pt x="855218" y="21336"/>
                  </a:lnTo>
                  <a:lnTo>
                    <a:pt x="866267" y="25781"/>
                  </a:lnTo>
                  <a:lnTo>
                    <a:pt x="877188" y="27305"/>
                  </a:lnTo>
                  <a:lnTo>
                    <a:pt x="869314" y="34925"/>
                  </a:lnTo>
                  <a:lnTo>
                    <a:pt x="863219" y="45212"/>
                  </a:lnTo>
                  <a:lnTo>
                    <a:pt x="859408" y="58419"/>
                  </a:lnTo>
                  <a:lnTo>
                    <a:pt x="858901" y="74930"/>
                  </a:lnTo>
                </a:path>
                <a:path w="2641600" h="812800">
                  <a:moveTo>
                    <a:pt x="880999" y="319531"/>
                  </a:moveTo>
                  <a:lnTo>
                    <a:pt x="1167764" y="32765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1915" y="1478066"/>
              <a:ext cx="65989" cy="659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81579" y="1491741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766" y="286766"/>
                  </a:moveTo>
                  <a:lnTo>
                    <a:pt x="0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7863" y="1478065"/>
              <a:ext cx="65989" cy="66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72154" y="1458975"/>
              <a:ext cx="880110" cy="320675"/>
            </a:xfrm>
            <a:custGeom>
              <a:avLst/>
              <a:gdLst/>
              <a:ahLst/>
              <a:cxnLst/>
              <a:rect l="l" t="t" r="r" b="b"/>
              <a:pathLst>
                <a:path w="880110" h="320675">
                  <a:moveTo>
                    <a:pt x="880110" y="320547"/>
                  </a:moveTo>
                  <a:lnTo>
                    <a:pt x="4825" y="28828"/>
                  </a:lnTo>
                </a:path>
                <a:path w="880110" h="320675">
                  <a:moveTo>
                    <a:pt x="18287" y="74930"/>
                  </a:moveTo>
                  <a:lnTo>
                    <a:pt x="17780" y="58419"/>
                  </a:lnTo>
                  <a:lnTo>
                    <a:pt x="13970" y="45212"/>
                  </a:lnTo>
                  <a:lnTo>
                    <a:pt x="7874" y="34925"/>
                  </a:lnTo>
                  <a:lnTo>
                    <a:pt x="0" y="27305"/>
                  </a:lnTo>
                  <a:lnTo>
                    <a:pt x="10922" y="25781"/>
                  </a:lnTo>
                  <a:lnTo>
                    <a:pt x="21971" y="21336"/>
                  </a:lnTo>
                  <a:lnTo>
                    <a:pt x="32893" y="12953"/>
                  </a:lnTo>
                  <a:lnTo>
                    <a:pt x="43180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287904" y="789050"/>
            <a:ext cx="1080135" cy="288290"/>
          </a:xfrm>
          <a:prstGeom prst="rect">
            <a:avLst/>
          </a:prstGeom>
          <a:solidFill>
            <a:srgbClr val="FFCCCC"/>
          </a:solidFill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325"/>
              </a:spcBef>
            </a:pPr>
            <a:r>
              <a:rPr sz="1050" dirty="0">
                <a:latin typeface="Arial MT"/>
                <a:cs typeface="Arial MT"/>
              </a:rPr>
              <a:t>Next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1079656"/>
            <a:ext cx="5760085" cy="2153920"/>
            <a:chOff x="0" y="1079656"/>
            <a:chExt cx="5760085" cy="2153920"/>
          </a:xfrm>
        </p:grpSpPr>
        <p:sp>
          <p:nvSpPr>
            <p:cNvPr id="22" name="object 22"/>
            <p:cNvSpPr/>
            <p:nvPr/>
          </p:nvSpPr>
          <p:spPr>
            <a:xfrm>
              <a:off x="2788411" y="1084706"/>
              <a:ext cx="79375" cy="107314"/>
            </a:xfrm>
            <a:custGeom>
              <a:avLst/>
              <a:gdLst/>
              <a:ahLst/>
              <a:cxnLst/>
              <a:rect l="l" t="t" r="r" b="b"/>
              <a:pathLst>
                <a:path w="79375" h="107315">
                  <a:moveTo>
                    <a:pt x="39496" y="106806"/>
                  </a:moveTo>
                  <a:lnTo>
                    <a:pt x="39496" y="5080"/>
                  </a:lnTo>
                </a:path>
                <a:path w="79375" h="107315">
                  <a:moveTo>
                    <a:pt x="0" y="32384"/>
                  </a:moveTo>
                  <a:lnTo>
                    <a:pt x="15493" y="26669"/>
                  </a:lnTo>
                  <a:lnTo>
                    <a:pt x="26924" y="18922"/>
                  </a:lnTo>
                  <a:lnTo>
                    <a:pt x="34670" y="9778"/>
                  </a:lnTo>
                  <a:lnTo>
                    <a:pt x="39496" y="0"/>
                  </a:lnTo>
                  <a:lnTo>
                    <a:pt x="44323" y="9778"/>
                  </a:lnTo>
                  <a:lnTo>
                    <a:pt x="52069" y="18922"/>
                  </a:lnTo>
                  <a:lnTo>
                    <a:pt x="63500" y="26669"/>
                  </a:lnTo>
                  <a:lnTo>
                    <a:pt x="78993" y="32384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6963" y="2680979"/>
            <a:ext cx="4490085" cy="4127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Problem:</a:t>
            </a:r>
            <a:r>
              <a:rPr sz="1050" spc="-5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Computational</a:t>
            </a:r>
            <a:r>
              <a:rPr sz="1050" spc="-4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cost</a:t>
            </a:r>
            <a:r>
              <a:rPr sz="1050" spc="-4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explodes!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50" dirty="0">
                <a:latin typeface="Arial MT"/>
                <a:cs typeface="Arial MT"/>
              </a:rPr>
              <a:t>Example: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256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channels,</a:t>
            </a:r>
            <a:r>
              <a:rPr sz="950" spc="-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output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256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channels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each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path</a:t>
            </a:r>
            <a:r>
              <a:rPr sz="950" spc="3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Millions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of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operations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133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Inception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Module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with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Dimensionality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664209"/>
            <a:ext cx="35839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Solution: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Add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1×1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convolutions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before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expensive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operations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5398" y="2519578"/>
            <a:ext cx="1383030" cy="252095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latin typeface="Arial MT"/>
                <a:cs typeface="Arial MT"/>
              </a:rPr>
              <a:t>Input: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28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0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28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25" dirty="0">
                <a:latin typeface="Arial MT"/>
                <a:cs typeface="Arial MT"/>
              </a:rPr>
              <a:t>256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5499" y="1785848"/>
            <a:ext cx="551180" cy="207645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40"/>
              </a:spcBef>
            </a:pPr>
            <a:r>
              <a:rPr sz="1050" dirty="0">
                <a:latin typeface="Arial MT"/>
                <a:cs typeface="Arial MT"/>
              </a:rPr>
              <a:t>1×1,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35" dirty="0">
                <a:latin typeface="Arial MT"/>
                <a:cs typeface="Arial MT"/>
              </a:rPr>
              <a:t>64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5119" y="2020925"/>
            <a:ext cx="25590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Direct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64651" y="1529092"/>
            <a:ext cx="636270" cy="721360"/>
            <a:chOff x="2164651" y="1529092"/>
            <a:chExt cx="636270" cy="721360"/>
          </a:xfrm>
        </p:grpSpPr>
        <p:sp>
          <p:nvSpPr>
            <p:cNvPr id="8" name="object 8"/>
            <p:cNvSpPr/>
            <p:nvPr/>
          </p:nvSpPr>
          <p:spPr>
            <a:xfrm>
              <a:off x="2207514" y="2037854"/>
              <a:ext cx="551180" cy="207645"/>
            </a:xfrm>
            <a:custGeom>
              <a:avLst/>
              <a:gdLst/>
              <a:ahLst/>
              <a:cxnLst/>
              <a:rect l="l" t="t" r="r" b="b"/>
              <a:pathLst>
                <a:path w="551180" h="207644">
                  <a:moveTo>
                    <a:pt x="550760" y="0"/>
                  </a:moveTo>
                  <a:lnTo>
                    <a:pt x="0" y="0"/>
                  </a:lnTo>
                  <a:lnTo>
                    <a:pt x="0" y="207441"/>
                  </a:lnTo>
                  <a:lnTo>
                    <a:pt x="550760" y="207441"/>
                  </a:lnTo>
                  <a:lnTo>
                    <a:pt x="550760" y="0"/>
                  </a:lnTo>
                  <a:close/>
                </a:path>
              </a:pathLst>
            </a:custGeom>
            <a:solidFill>
              <a:srgbClr val="CC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07514" y="2037854"/>
              <a:ext cx="551180" cy="207645"/>
            </a:xfrm>
            <a:custGeom>
              <a:avLst/>
              <a:gdLst/>
              <a:ahLst/>
              <a:cxnLst/>
              <a:rect l="l" t="t" r="r" b="b"/>
              <a:pathLst>
                <a:path w="551180" h="207644">
                  <a:moveTo>
                    <a:pt x="0" y="207441"/>
                  </a:moveTo>
                  <a:lnTo>
                    <a:pt x="550760" y="207441"/>
                  </a:lnTo>
                  <a:lnTo>
                    <a:pt x="550760" y="0"/>
                  </a:lnTo>
                  <a:lnTo>
                    <a:pt x="0" y="0"/>
                  </a:lnTo>
                  <a:lnTo>
                    <a:pt x="0" y="20744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69414" y="1533855"/>
              <a:ext cx="626745" cy="207645"/>
            </a:xfrm>
            <a:custGeom>
              <a:avLst/>
              <a:gdLst/>
              <a:ahLst/>
              <a:cxnLst/>
              <a:rect l="l" t="t" r="r" b="b"/>
              <a:pathLst>
                <a:path w="626744" h="207644">
                  <a:moveTo>
                    <a:pt x="626744" y="0"/>
                  </a:moveTo>
                  <a:lnTo>
                    <a:pt x="0" y="0"/>
                  </a:lnTo>
                  <a:lnTo>
                    <a:pt x="0" y="207441"/>
                  </a:lnTo>
                  <a:lnTo>
                    <a:pt x="626744" y="207441"/>
                  </a:lnTo>
                  <a:lnTo>
                    <a:pt x="626744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69414" y="1533855"/>
              <a:ext cx="626745" cy="207645"/>
            </a:xfrm>
            <a:custGeom>
              <a:avLst/>
              <a:gdLst/>
              <a:ahLst/>
              <a:cxnLst/>
              <a:rect l="l" t="t" r="r" b="b"/>
              <a:pathLst>
                <a:path w="626744" h="207644">
                  <a:moveTo>
                    <a:pt x="0" y="207441"/>
                  </a:moveTo>
                  <a:lnTo>
                    <a:pt x="626744" y="207441"/>
                  </a:lnTo>
                  <a:lnTo>
                    <a:pt x="626744" y="0"/>
                  </a:lnTo>
                  <a:lnTo>
                    <a:pt x="0" y="0"/>
                  </a:lnTo>
                  <a:lnTo>
                    <a:pt x="0" y="20744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93226" y="1525650"/>
            <a:ext cx="5797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3×3,</a:t>
            </a:r>
            <a:r>
              <a:rPr sz="1050" spc="-25" dirty="0">
                <a:latin typeface="Arial MT"/>
                <a:cs typeface="Arial MT"/>
              </a:rPr>
              <a:t> 128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956115" y="1526603"/>
          <a:ext cx="551180" cy="709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590"/>
                <a:gridCol w="275590"/>
              </a:tblGrid>
              <a:tr h="207010">
                <a:tc gridSpan="2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5×5,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32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E4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5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6375">
                <a:tc gridSpan="2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1×1,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35" dirty="0">
                          <a:latin typeface="Arial MT"/>
                          <a:cs typeface="Arial MT"/>
                        </a:rPr>
                        <a:t>16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4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193226" y="2029459"/>
            <a:ext cx="1229360" cy="371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1×1,</a:t>
            </a:r>
            <a:r>
              <a:rPr sz="1050" spc="-25" dirty="0">
                <a:latin typeface="Arial MT"/>
                <a:cs typeface="Arial MT"/>
              </a:rPr>
              <a:t> 96</a:t>
            </a:r>
            <a:endParaRPr sz="1050">
              <a:latin typeface="Arial MT"/>
              <a:cs typeface="Arial MT"/>
            </a:endParaRPr>
          </a:p>
          <a:p>
            <a:pPr marL="258445">
              <a:lnSpc>
                <a:spcPct val="100000"/>
              </a:lnSpc>
              <a:spcBef>
                <a:spcPts val="620"/>
              </a:spcBef>
              <a:tabLst>
                <a:tab pos="912494" algn="l"/>
              </a:tabLst>
            </a:pPr>
            <a:r>
              <a:rPr sz="700" spc="-10" dirty="0">
                <a:latin typeface="Arial MT"/>
                <a:cs typeface="Arial MT"/>
              </a:rPr>
              <a:t>Reduce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10" dirty="0">
                <a:latin typeface="Arial MT"/>
                <a:cs typeface="Arial MT"/>
              </a:rPr>
              <a:t>Reduce</a:t>
            </a:r>
            <a:endParaRPr sz="700">
              <a:latin typeface="Arial MT"/>
              <a:cs typeface="Arial MT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799903" y="1526603"/>
          <a:ext cx="589280" cy="70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640"/>
                <a:gridCol w="294640"/>
              </a:tblGrid>
              <a:tr h="207010">
                <a:tc grid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1×1,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32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4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135">
                <a:tc gridSpan="2"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3×3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latin typeface="Arial MT"/>
                          <a:cs typeface="Arial MT"/>
                        </a:rPr>
                        <a:t>Pool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C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4145660" y="2272995"/>
            <a:ext cx="203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Pool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0794" y="855192"/>
            <a:ext cx="2160270" cy="40386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90"/>
              </a:spcBef>
            </a:pPr>
            <a:r>
              <a:rPr sz="1050" dirty="0">
                <a:latin typeface="Arial MT"/>
                <a:cs typeface="Arial MT"/>
              </a:rPr>
              <a:t>Concatenate: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28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1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28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spc="-25" dirty="0">
                <a:latin typeface="Arial MT"/>
                <a:cs typeface="Arial MT"/>
              </a:rPr>
              <a:t>256</a:t>
            </a:r>
            <a:endParaRPr sz="1050">
              <a:latin typeface="Arial MT"/>
              <a:cs typeface="Arial MT"/>
            </a:endParaRPr>
          </a:p>
          <a:p>
            <a:pPr marL="2540" algn="ctr">
              <a:lnSpc>
                <a:spcPct val="100000"/>
              </a:lnSpc>
              <a:spcBef>
                <a:spcPts val="150"/>
              </a:spcBef>
            </a:pPr>
            <a:r>
              <a:rPr sz="700" dirty="0">
                <a:latin typeface="Arial MT"/>
                <a:cs typeface="Arial MT"/>
              </a:rPr>
              <a:t>64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800" dirty="0">
                <a:latin typeface="Verdana"/>
                <a:cs typeface="Verdana"/>
              </a:rPr>
              <a:t>+</a:t>
            </a:r>
            <a:r>
              <a:rPr sz="800" spc="-10" dirty="0">
                <a:latin typeface="Verdana"/>
                <a:cs typeface="Verdana"/>
              </a:rPr>
              <a:t> </a:t>
            </a:r>
            <a:r>
              <a:rPr sz="700" dirty="0">
                <a:latin typeface="Arial MT"/>
                <a:cs typeface="Arial MT"/>
              </a:rPr>
              <a:t>128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800" dirty="0">
                <a:latin typeface="Verdana"/>
                <a:cs typeface="Verdana"/>
              </a:rPr>
              <a:t>+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700" dirty="0">
                <a:latin typeface="Arial MT"/>
                <a:cs typeface="Arial MT"/>
              </a:rPr>
              <a:t>32 </a:t>
            </a:r>
            <a:r>
              <a:rPr sz="800" dirty="0">
                <a:latin typeface="Verdana"/>
                <a:cs typeface="Verdana"/>
              </a:rPr>
              <a:t>+</a:t>
            </a:r>
            <a:r>
              <a:rPr sz="800" spc="-10" dirty="0">
                <a:latin typeface="Verdana"/>
                <a:cs typeface="Verdana"/>
              </a:rPr>
              <a:t> </a:t>
            </a:r>
            <a:r>
              <a:rPr sz="700" dirty="0">
                <a:latin typeface="Arial MT"/>
                <a:cs typeface="Arial MT"/>
              </a:rPr>
              <a:t>32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800" dirty="0">
                <a:latin typeface="Verdana"/>
                <a:cs typeface="Verdana"/>
              </a:rPr>
              <a:t>=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700" dirty="0">
                <a:latin typeface="Arial MT"/>
                <a:cs typeface="Arial MT"/>
              </a:rPr>
              <a:t>256 </a:t>
            </a:r>
            <a:r>
              <a:rPr sz="700" spc="-10" dirty="0">
                <a:latin typeface="Arial MT"/>
                <a:cs typeface="Arial MT"/>
              </a:rPr>
              <a:t>channels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1284634"/>
            <a:ext cx="5760085" cy="1949450"/>
            <a:chOff x="0" y="1284634"/>
            <a:chExt cx="5760085" cy="1949450"/>
          </a:xfrm>
        </p:grpSpPr>
        <p:sp>
          <p:nvSpPr>
            <p:cNvPr id="19" name="object 19"/>
            <p:cNvSpPr/>
            <p:nvPr/>
          </p:nvSpPr>
          <p:spPr>
            <a:xfrm>
              <a:off x="1600835" y="1320672"/>
              <a:ext cx="2515235" cy="1196975"/>
            </a:xfrm>
            <a:custGeom>
              <a:avLst/>
              <a:gdLst/>
              <a:ahLst/>
              <a:cxnLst/>
              <a:rect l="l" t="t" r="r" b="b"/>
              <a:pathLst>
                <a:path w="2515235" h="1196975">
                  <a:moveTo>
                    <a:pt x="1111885" y="1196365"/>
                  </a:moveTo>
                  <a:lnTo>
                    <a:pt x="9143" y="679437"/>
                  </a:lnTo>
                </a:path>
                <a:path w="2515235" h="1196975">
                  <a:moveTo>
                    <a:pt x="17145" y="726808"/>
                  </a:moveTo>
                  <a:lnTo>
                    <a:pt x="18542" y="710336"/>
                  </a:lnTo>
                  <a:lnTo>
                    <a:pt x="16383" y="696734"/>
                  </a:lnTo>
                  <a:lnTo>
                    <a:pt x="11430" y="685787"/>
                  </a:lnTo>
                  <a:lnTo>
                    <a:pt x="4571" y="677278"/>
                  </a:lnTo>
                  <a:lnTo>
                    <a:pt x="15493" y="677125"/>
                  </a:lnTo>
                  <a:lnTo>
                    <a:pt x="27051" y="673925"/>
                  </a:lnTo>
                  <a:lnTo>
                    <a:pt x="38862" y="666902"/>
                  </a:lnTo>
                  <a:lnTo>
                    <a:pt x="50672" y="655256"/>
                  </a:lnTo>
                </a:path>
                <a:path w="2515235" h="1196975">
                  <a:moveTo>
                    <a:pt x="1223264" y="1196365"/>
                  </a:moveTo>
                  <a:lnTo>
                    <a:pt x="890016" y="933411"/>
                  </a:lnTo>
                </a:path>
                <a:path w="2515235" h="1196975">
                  <a:moveTo>
                    <a:pt x="886967" y="981354"/>
                  </a:moveTo>
                  <a:lnTo>
                    <a:pt x="892047" y="965644"/>
                  </a:lnTo>
                  <a:lnTo>
                    <a:pt x="893064" y="951903"/>
                  </a:lnTo>
                  <a:lnTo>
                    <a:pt x="890778" y="940130"/>
                  </a:lnTo>
                  <a:lnTo>
                    <a:pt x="885952" y="930275"/>
                  </a:lnTo>
                  <a:lnTo>
                    <a:pt x="896620" y="932611"/>
                  </a:lnTo>
                  <a:lnTo>
                    <a:pt x="908685" y="932129"/>
                  </a:lnTo>
                  <a:lnTo>
                    <a:pt x="921766" y="927989"/>
                  </a:lnTo>
                  <a:lnTo>
                    <a:pt x="935863" y="919327"/>
                  </a:lnTo>
                </a:path>
                <a:path w="2515235" h="1196975">
                  <a:moveTo>
                    <a:pt x="1467485" y="1196365"/>
                  </a:moveTo>
                  <a:lnTo>
                    <a:pt x="1632585" y="935697"/>
                  </a:lnTo>
                </a:path>
                <a:path w="2515235" h="1196975">
                  <a:moveTo>
                    <a:pt x="1584579" y="937628"/>
                  </a:moveTo>
                  <a:lnTo>
                    <a:pt x="1600835" y="941133"/>
                  </a:lnTo>
                  <a:lnTo>
                    <a:pt x="1614551" y="940689"/>
                  </a:lnTo>
                  <a:lnTo>
                    <a:pt x="1625981" y="937158"/>
                  </a:lnTo>
                  <a:lnTo>
                    <a:pt x="1635378" y="931418"/>
                  </a:lnTo>
                  <a:lnTo>
                    <a:pt x="1634109" y="942289"/>
                  </a:lnTo>
                  <a:lnTo>
                    <a:pt x="1635760" y="954176"/>
                  </a:lnTo>
                  <a:lnTo>
                    <a:pt x="1641348" y="966812"/>
                  </a:lnTo>
                  <a:lnTo>
                    <a:pt x="1651380" y="979919"/>
                  </a:lnTo>
                </a:path>
                <a:path w="2515235" h="1196975">
                  <a:moveTo>
                    <a:pt x="1745488" y="1196365"/>
                  </a:moveTo>
                  <a:lnTo>
                    <a:pt x="2510536" y="922858"/>
                  </a:lnTo>
                </a:path>
                <a:path w="2515235" h="1196975">
                  <a:moveTo>
                    <a:pt x="2471547" y="894854"/>
                  </a:moveTo>
                  <a:lnTo>
                    <a:pt x="2482088" y="907567"/>
                  </a:lnTo>
                  <a:lnTo>
                    <a:pt x="2493137" y="915682"/>
                  </a:lnTo>
                  <a:lnTo>
                    <a:pt x="2504440" y="919962"/>
                  </a:lnTo>
                  <a:lnTo>
                    <a:pt x="2515235" y="921156"/>
                  </a:lnTo>
                  <a:lnTo>
                    <a:pt x="2507615" y="928979"/>
                  </a:lnTo>
                  <a:lnTo>
                    <a:pt x="2501645" y="939393"/>
                  </a:lnTo>
                  <a:lnTo>
                    <a:pt x="2498216" y="952728"/>
                  </a:lnTo>
                  <a:lnTo>
                    <a:pt x="2498090" y="969264"/>
                  </a:lnTo>
                </a:path>
                <a:path w="2515235" h="1196975">
                  <a:moveTo>
                    <a:pt x="882015" y="714629"/>
                  </a:moveTo>
                  <a:lnTo>
                    <a:pt x="882015" y="433197"/>
                  </a:lnTo>
                </a:path>
                <a:path w="2515235" h="1196975">
                  <a:moveTo>
                    <a:pt x="842517" y="460629"/>
                  </a:moveTo>
                  <a:lnTo>
                    <a:pt x="858012" y="454914"/>
                  </a:lnTo>
                  <a:lnTo>
                    <a:pt x="869441" y="447167"/>
                  </a:lnTo>
                  <a:lnTo>
                    <a:pt x="877189" y="438023"/>
                  </a:lnTo>
                  <a:lnTo>
                    <a:pt x="882015" y="428244"/>
                  </a:lnTo>
                  <a:lnTo>
                    <a:pt x="886841" y="438023"/>
                  </a:lnTo>
                  <a:lnTo>
                    <a:pt x="894588" y="447167"/>
                  </a:lnTo>
                  <a:lnTo>
                    <a:pt x="906017" y="454914"/>
                  </a:lnTo>
                  <a:lnTo>
                    <a:pt x="921512" y="460629"/>
                  </a:lnTo>
                </a:path>
                <a:path w="2515235" h="1196975">
                  <a:moveTo>
                    <a:pt x="0" y="462661"/>
                  </a:moveTo>
                  <a:lnTo>
                    <a:pt x="897128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0464" y="1293025"/>
              <a:ext cx="244856" cy="24329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6410" y="1310893"/>
              <a:ext cx="217538" cy="2254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443732" y="1289684"/>
              <a:ext cx="677545" cy="241935"/>
            </a:xfrm>
            <a:custGeom>
              <a:avLst/>
              <a:gdLst/>
              <a:ahLst/>
              <a:cxnLst/>
              <a:rect l="l" t="t" r="r" b="b"/>
              <a:pathLst>
                <a:path w="677545" h="241934">
                  <a:moveTo>
                    <a:pt x="677163" y="241554"/>
                  </a:moveTo>
                  <a:lnTo>
                    <a:pt x="4825" y="29463"/>
                  </a:lnTo>
                </a:path>
                <a:path w="677545" h="241934">
                  <a:moveTo>
                    <a:pt x="19050" y="75311"/>
                  </a:moveTo>
                  <a:lnTo>
                    <a:pt x="18287" y="58800"/>
                  </a:lnTo>
                  <a:lnTo>
                    <a:pt x="14350" y="45593"/>
                  </a:lnTo>
                  <a:lnTo>
                    <a:pt x="8000" y="35433"/>
                  </a:lnTo>
                  <a:lnTo>
                    <a:pt x="0" y="27940"/>
                  </a:lnTo>
                  <a:lnTo>
                    <a:pt x="10794" y="26288"/>
                  </a:lnTo>
                  <a:lnTo>
                    <a:pt x="21843" y="21590"/>
                  </a:lnTo>
                  <a:lnTo>
                    <a:pt x="32638" y="13081"/>
                  </a:lnTo>
                  <a:lnTo>
                    <a:pt x="42798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6963" y="2903321"/>
            <a:ext cx="48971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Insight: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reduce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channels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expensive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3×3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5×5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operations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134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Inception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Module:</a:t>
            </a:r>
            <a:r>
              <a:rPr cap="small" spc="-4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Computational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Savings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05916"/>
            <a:ext cx="69850" cy="1928495"/>
            <a:chOff x="513702" y="705916"/>
            <a:chExt cx="69850" cy="19284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0591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5737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564536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64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Without</a:t>
            </a:r>
            <a:r>
              <a:rPr sz="1050" spc="-6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1×1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reduction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(naive):</a:t>
            </a:r>
            <a:endParaRPr sz="10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-15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3×3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conv:</a:t>
            </a:r>
            <a:r>
              <a:rPr sz="9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256</a:t>
            </a:r>
            <a:r>
              <a:rPr sz="9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128</a:t>
            </a:r>
            <a:r>
              <a:rPr sz="9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</a:t>
            </a:r>
            <a:r>
              <a:rPr sz="9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≈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230</a:t>
            </a:r>
            <a:r>
              <a:rPr sz="950" i="1" dirty="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sz="950" i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ops</a:t>
            </a:r>
            <a:endParaRPr sz="9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-15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5×5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conv:</a:t>
            </a:r>
            <a:r>
              <a:rPr sz="9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256</a:t>
            </a:r>
            <a:r>
              <a:rPr sz="9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32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5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5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≈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160</a:t>
            </a:r>
            <a:r>
              <a:rPr sz="950" i="1" dirty="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sz="950" i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ops</a:t>
            </a:r>
            <a:endParaRPr sz="9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-22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Total: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0000"/>
                </a:solidFill>
                <a:latin typeface="Cambria Math"/>
                <a:cs typeface="Cambria Math"/>
              </a:rPr>
              <a:t>∼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390M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operations</a:t>
            </a:r>
            <a:endParaRPr sz="9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4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With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1×1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reduction:</a:t>
            </a:r>
            <a:endParaRPr sz="10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-15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1×1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reduce:</a:t>
            </a:r>
            <a:r>
              <a:rPr sz="9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256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96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≈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19</a:t>
            </a:r>
            <a:r>
              <a:rPr sz="950" i="1" dirty="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sz="950" i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ops</a:t>
            </a:r>
            <a:endParaRPr sz="9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-37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3×3</a:t>
            </a:r>
            <a:r>
              <a:rPr sz="9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conv: 28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2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2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96</a:t>
            </a:r>
            <a:r>
              <a:rPr sz="9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2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128</a:t>
            </a:r>
            <a:r>
              <a:rPr sz="9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14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1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14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1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</a:t>
            </a:r>
            <a:r>
              <a:rPr sz="9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14" dirty="0">
                <a:solidFill>
                  <a:srgbClr val="000000"/>
                </a:solidFill>
                <a:latin typeface="Microsoft YaHei UI"/>
                <a:cs typeface="Microsoft YaHei UI"/>
              </a:rPr>
              <a:t>≈</a:t>
            </a:r>
            <a:r>
              <a:rPr sz="1100" spc="1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86</a:t>
            </a:r>
            <a:r>
              <a:rPr sz="950" i="1" dirty="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sz="950" i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ops</a:t>
            </a:r>
            <a:endParaRPr sz="9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5"/>
              </a:spcBef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-15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1×1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reduce:</a:t>
            </a:r>
            <a:r>
              <a:rPr sz="9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256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16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≈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</a:t>
            </a:r>
            <a:r>
              <a:rPr sz="950" i="1" dirty="0">
                <a:solidFill>
                  <a:srgbClr val="000000"/>
                </a:solidFill>
                <a:latin typeface="Arial"/>
                <a:cs typeface="Arial"/>
              </a:rPr>
              <a:t>M 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ops</a:t>
            </a:r>
            <a:endParaRPr sz="9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-15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5×5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conv:</a:t>
            </a:r>
            <a:r>
              <a:rPr sz="9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28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3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16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0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32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5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×</a:t>
            </a:r>
            <a:r>
              <a:rPr sz="1100" spc="2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5 </a:t>
            </a:r>
            <a:r>
              <a:rPr sz="1100" spc="-130" dirty="0">
                <a:solidFill>
                  <a:srgbClr val="000000"/>
                </a:solidFill>
                <a:latin typeface="Microsoft YaHei UI"/>
                <a:cs typeface="Microsoft YaHei UI"/>
              </a:rPr>
              <a:t>≈</a:t>
            </a:r>
            <a:r>
              <a:rPr sz="1100" spc="35" dirty="0">
                <a:solidFill>
                  <a:srgbClr val="000000"/>
                </a:solidFill>
                <a:latin typeface="Microsoft YaHei UI"/>
                <a:cs typeface="Microsoft YaHei UI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10</a:t>
            </a:r>
            <a:r>
              <a:rPr sz="950" i="1" dirty="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sz="950" i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ops</a:t>
            </a:r>
            <a:endParaRPr sz="9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-22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Total: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0000"/>
                </a:solidFill>
                <a:latin typeface="Cambria Math"/>
                <a:cs typeface="Cambria Math"/>
              </a:rPr>
              <a:t>∼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118M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operations</a:t>
            </a:r>
            <a:endParaRPr sz="9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208A20"/>
                </a:solidFill>
                <a:latin typeface="Arial MT"/>
                <a:cs typeface="Arial MT"/>
              </a:rPr>
              <a:t>Result:</a:t>
            </a:r>
            <a:r>
              <a:rPr sz="1050" spc="-40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08A20"/>
                </a:solidFill>
                <a:latin typeface="Arial MT"/>
                <a:cs typeface="Arial MT"/>
              </a:rPr>
              <a:t>3.3×</a:t>
            </a:r>
            <a:r>
              <a:rPr sz="1050" spc="-2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08A20"/>
                </a:solidFill>
                <a:latin typeface="Arial MT"/>
                <a:cs typeface="Arial MT"/>
              </a:rPr>
              <a:t>reduction</a:t>
            </a:r>
            <a:r>
              <a:rPr sz="1050" spc="-3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08A20"/>
                </a:solidFill>
                <a:latin typeface="Arial MT"/>
                <a:cs typeface="Arial MT"/>
              </a:rPr>
              <a:t>in</a:t>
            </a:r>
            <a:r>
              <a:rPr sz="1050" spc="-20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08A20"/>
                </a:solidFill>
                <a:latin typeface="Arial MT"/>
                <a:cs typeface="Arial MT"/>
              </a:rPr>
              <a:t>computation!</a:t>
            </a:r>
            <a:r>
              <a:rPr sz="1050" spc="-30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This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bottleneck</a:t>
            </a:r>
            <a:r>
              <a:rPr sz="1050" spc="-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principle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that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became</a:t>
            </a:r>
            <a:r>
              <a:rPr sz="105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standard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deep</a:t>
            </a:r>
            <a:r>
              <a:rPr sz="105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networks.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9" name="object 9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135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GoogLeNet</a:t>
            </a:r>
            <a:r>
              <a:rPr cap="small" spc="2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563626"/>
            <a:ext cx="197738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Overall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Structure: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22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layers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deep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54975" y="877633"/>
          <a:ext cx="2834005" cy="17056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6955"/>
                <a:gridCol w="1057275"/>
                <a:gridCol w="739775"/>
              </a:tblGrid>
              <a:tr h="12446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70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r>
                        <a:rPr sz="700" spc="-2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Type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70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Output</a:t>
                      </a:r>
                      <a:r>
                        <a:rPr sz="70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Size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70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Details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760">
                <a:tc>
                  <a:txBody>
                    <a:bodyPr/>
                    <a:lstStyle/>
                    <a:p>
                      <a:pPr marL="78105">
                        <a:lnSpc>
                          <a:spcPts val="750"/>
                        </a:lnSpc>
                        <a:spcBef>
                          <a:spcPts val="3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Conv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7×7,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stride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8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112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112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64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014">
                <a:tc>
                  <a:txBody>
                    <a:bodyPr/>
                    <a:lstStyle/>
                    <a:p>
                      <a:pPr marL="78105">
                        <a:lnSpc>
                          <a:spcPts val="745"/>
                        </a:lnSpc>
                        <a:spcBef>
                          <a:spcPts val="1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MaxPool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3×3,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stride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44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56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56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64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marL="78105">
                        <a:lnSpc>
                          <a:spcPts val="755"/>
                        </a:lnSpc>
                        <a:spcBef>
                          <a:spcPts val="1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Conv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3×3,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stride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1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5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56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56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192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MaxPool 3×3,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stride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28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28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192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395">
                <a:tc>
                  <a:txBody>
                    <a:bodyPr/>
                    <a:lstStyle/>
                    <a:p>
                      <a:pPr marL="78105">
                        <a:lnSpc>
                          <a:spcPts val="750"/>
                        </a:lnSpc>
                        <a:spcBef>
                          <a:spcPts val="35"/>
                        </a:spcBef>
                      </a:pPr>
                      <a:r>
                        <a:rPr sz="7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700" spc="-25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(3a)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78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28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28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256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3"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1st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block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marL="78105">
                        <a:lnSpc>
                          <a:spcPts val="755"/>
                        </a:lnSpc>
                        <a:spcBef>
                          <a:spcPts val="100"/>
                        </a:spcBef>
                      </a:pPr>
                      <a:r>
                        <a:rPr sz="700" spc="-1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700" spc="45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(3b)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5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28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28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480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81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MaxPool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3×3,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stride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14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14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480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marL="78105">
                        <a:lnSpc>
                          <a:spcPts val="760"/>
                        </a:lnSpc>
                        <a:spcBef>
                          <a:spcPts val="40"/>
                        </a:spcBef>
                      </a:pPr>
                      <a:r>
                        <a:rPr sz="700" spc="-1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700" spc="8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(4a-</a:t>
                      </a:r>
                      <a:r>
                        <a:rPr sz="700" spc="-25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4e)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800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14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14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512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−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832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5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blocks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17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MaxPool 3×3,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stride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930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832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50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spc="-1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700" spc="8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(5a-</a:t>
                      </a:r>
                      <a:r>
                        <a:rPr sz="700" spc="-25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5b)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8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7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832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−</a:t>
                      </a:r>
                      <a:r>
                        <a:rPr sz="800" i="1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1024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2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blocks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395">
                <a:tc>
                  <a:txBody>
                    <a:bodyPr/>
                    <a:lstStyle/>
                    <a:p>
                      <a:pPr marL="78105">
                        <a:lnSpc>
                          <a:spcPts val="750"/>
                        </a:lnSpc>
                        <a:spcBef>
                          <a:spcPts val="4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Global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AvgPool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790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1024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750"/>
                        </a:lnSpc>
                        <a:spcBef>
                          <a:spcPts val="4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NiN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style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26364">
                <a:tc>
                  <a:txBody>
                    <a:bodyPr/>
                    <a:lstStyle/>
                    <a:p>
                      <a:pPr marL="78105">
                        <a:lnSpc>
                          <a:spcPts val="800"/>
                        </a:lnSpc>
                        <a:spcBef>
                          <a:spcPts val="1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Dropout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(40%)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900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800" i="1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Verdana"/>
                          <a:cs typeface="Verdana"/>
                        </a:rPr>
                        <a:t>×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1024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10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Regularization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25095">
                <a:tc>
                  <a:txBody>
                    <a:bodyPr/>
                    <a:lstStyle/>
                    <a:p>
                      <a:pPr marL="78105">
                        <a:lnSpc>
                          <a:spcPts val="81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FC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Softmax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1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1000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classes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15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6963" y="2762199"/>
            <a:ext cx="44627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Total: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9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Inception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modules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stacked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strategic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downsampling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136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Inception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Module:</a:t>
            </a:r>
            <a:r>
              <a:rPr cap="small" spc="-4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Design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Philosophy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469518"/>
            <a:ext cx="20383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Why</a:t>
            </a:r>
            <a:r>
              <a:rPr sz="1050" spc="-5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does</a:t>
            </a:r>
            <a:r>
              <a:rPr sz="1050" spc="-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Inception</a:t>
            </a:r>
            <a:r>
              <a:rPr sz="1050" spc="-3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work</a:t>
            </a:r>
            <a:r>
              <a:rPr sz="1050" spc="-1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so</a:t>
            </a:r>
            <a:r>
              <a:rPr sz="1050" spc="-1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well?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695097"/>
            <a:ext cx="121259" cy="1212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514" y="680466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1211352"/>
            <a:ext cx="121259" cy="121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3514" y="1196416"/>
            <a:ext cx="64769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996" y="1727607"/>
            <a:ext cx="121259" cy="12125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3514" y="1713357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996" y="2243824"/>
            <a:ext cx="121259" cy="12125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3514" y="2229713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353" y="617907"/>
            <a:ext cx="2908935" cy="209677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Multi-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scale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extraction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2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Different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filters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capture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different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scales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Network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learns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which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scale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is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important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per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layer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Sparse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connections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Not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all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inputs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connected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all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outputs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Mimics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biological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neural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networks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Efficient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computation</a:t>
            </a:r>
            <a:endParaRPr sz="1050">
              <a:latin typeface="Arial MT"/>
              <a:cs typeface="Arial MT"/>
            </a:endParaRPr>
          </a:p>
          <a:p>
            <a:pPr marR="749300" algn="r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1×1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bottlenecks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reduce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dimensions</a:t>
            </a:r>
            <a:endParaRPr sz="950">
              <a:latin typeface="Arial MT"/>
              <a:cs typeface="Arial MT"/>
            </a:endParaRPr>
          </a:p>
          <a:p>
            <a:pPr marR="812800" algn="r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Much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fewer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parameters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than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VGG</a:t>
            </a:r>
            <a:endParaRPr sz="950">
              <a:latin typeface="Arial MT"/>
              <a:cs typeface="Arial MT"/>
            </a:endParaRPr>
          </a:p>
          <a:p>
            <a:pPr marR="790575" algn="r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Increased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network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depth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and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width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3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Can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go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deeper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without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computational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explosion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Multiple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paths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increase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model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capacity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4" name="object 1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6963" y="2780084"/>
            <a:ext cx="4782185" cy="3619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Auxiliary</a:t>
            </a:r>
            <a:r>
              <a:rPr sz="1050" spc="-6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Classifiers: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GoogLeNet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intermediate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classifiers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during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latin typeface="Arial MT"/>
                <a:cs typeface="Arial MT"/>
              </a:rPr>
              <a:t>combat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vanishing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gradients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(removed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test</a:t>
            </a:r>
            <a:r>
              <a:rPr sz="1050" spc="-20" dirty="0">
                <a:latin typeface="Arial MT"/>
                <a:cs typeface="Arial MT"/>
              </a:rPr>
              <a:t> time)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137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Inception</a:t>
            </a:r>
            <a:r>
              <a:rPr cap="small" spc="20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Variants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469518"/>
            <a:ext cx="20910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Evolution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of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Inception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Architecture: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5317" y="706818"/>
          <a:ext cx="4573270" cy="1037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/>
                <a:gridCol w="433705"/>
                <a:gridCol w="2555240"/>
              </a:tblGrid>
              <a:tr h="175895">
                <a:tc>
                  <a:txBody>
                    <a:bodyPr/>
                    <a:lstStyle/>
                    <a:p>
                      <a:pPr marL="7747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Version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130"/>
                        </a:lnSpc>
                      </a:pPr>
                      <a:r>
                        <a:rPr sz="950" spc="-2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Year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30"/>
                        </a:lnSpc>
                      </a:pPr>
                      <a:r>
                        <a:rPr sz="95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Key</a:t>
                      </a:r>
                      <a:r>
                        <a:rPr sz="950" spc="-2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solidFill>
                            <a:srgbClr val="1B1371"/>
                          </a:solidFill>
                          <a:latin typeface="Arial MT"/>
                          <a:cs typeface="Arial MT"/>
                        </a:rPr>
                        <a:t>Innovation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9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v1</a:t>
                      </a:r>
                      <a:r>
                        <a:rPr sz="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(GoogLeNet)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950" spc="-20" dirty="0">
                          <a:latin typeface="Arial MT"/>
                          <a:cs typeface="Arial MT"/>
                        </a:rPr>
                        <a:t>2014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35"/>
                        </a:lnSpc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Original</a:t>
                      </a:r>
                      <a:r>
                        <a:rPr sz="9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95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module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9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5" dirty="0">
                          <a:latin typeface="Arial MT"/>
                          <a:cs typeface="Arial MT"/>
                        </a:rPr>
                        <a:t>v2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20" dirty="0">
                          <a:latin typeface="Arial MT"/>
                          <a:cs typeface="Arial MT"/>
                        </a:rPr>
                        <a:t>2015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Batch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 normalization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9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5" dirty="0">
                          <a:latin typeface="Arial MT"/>
                          <a:cs typeface="Arial MT"/>
                        </a:rPr>
                        <a:t>v3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20" dirty="0">
                          <a:latin typeface="Arial MT"/>
                          <a:cs typeface="Arial MT"/>
                        </a:rPr>
                        <a:t>2015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Factorized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convolutions</a:t>
                      </a:r>
                      <a:r>
                        <a:rPr sz="9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(3×3</a:t>
                      </a:r>
                      <a:r>
                        <a:rPr sz="950" spc="3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3×1</a:t>
                      </a:r>
                      <a:r>
                        <a:rPr sz="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9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1×3)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9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5" dirty="0">
                          <a:latin typeface="Arial MT"/>
                          <a:cs typeface="Arial MT"/>
                        </a:rPr>
                        <a:t>v4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20" dirty="0">
                          <a:latin typeface="Arial MT"/>
                          <a:cs typeface="Arial MT"/>
                        </a:rPr>
                        <a:t>2016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Combined</a:t>
                      </a:r>
                      <a:r>
                        <a:rPr sz="9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9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residual</a:t>
                      </a:r>
                      <a:r>
                        <a:rPr sz="9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connections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Inception-ResNet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20" dirty="0">
                          <a:latin typeface="Arial MT"/>
                          <a:cs typeface="Arial MT"/>
                        </a:rPr>
                        <a:t>2016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Hybrid:</a:t>
                      </a:r>
                      <a:r>
                        <a:rPr sz="9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Inception</a:t>
                      </a:r>
                      <a:r>
                        <a:rPr sz="9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9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skip</a:t>
                      </a:r>
                      <a:r>
                        <a:rPr sz="9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connections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13702" y="2028913"/>
            <a:ext cx="69850" cy="758190"/>
            <a:chOff x="513702" y="2028913"/>
            <a:chExt cx="69850" cy="7581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028913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717215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1563" y="1737232"/>
            <a:ext cx="3390265" cy="141859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Factorization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Example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(v3):</a:t>
            </a:r>
            <a:endParaRPr sz="10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Replace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expensive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5×5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3×3:</a:t>
            </a:r>
            <a:endParaRPr sz="10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5×5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conv: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25</a:t>
            </a:r>
            <a:r>
              <a:rPr sz="950" i="1" dirty="0">
                <a:latin typeface="Arial"/>
                <a:cs typeface="Arial"/>
              </a:rPr>
              <a:t>n</a:t>
            </a:r>
            <a:r>
              <a:rPr sz="1050" baseline="23809" dirty="0">
                <a:latin typeface="Arial MT"/>
                <a:cs typeface="Arial MT"/>
              </a:rPr>
              <a:t>2</a:t>
            </a:r>
            <a:r>
              <a:rPr sz="1050" spc="-22" baseline="23809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operations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13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Two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3×3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convs: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9</a:t>
            </a:r>
            <a:r>
              <a:rPr sz="950" i="1" dirty="0">
                <a:latin typeface="Arial"/>
                <a:cs typeface="Arial"/>
              </a:rPr>
              <a:t>n</a:t>
            </a:r>
            <a:r>
              <a:rPr sz="1050" baseline="23809" dirty="0">
                <a:latin typeface="Arial MT"/>
                <a:cs typeface="Arial MT"/>
              </a:rPr>
              <a:t>2 </a:t>
            </a:r>
            <a:r>
              <a:rPr sz="1100" dirty="0">
                <a:latin typeface="Tahoma"/>
                <a:cs typeface="Tahoma"/>
              </a:rPr>
              <a:t>+ </a:t>
            </a:r>
            <a:r>
              <a:rPr sz="950" dirty="0">
                <a:latin typeface="Arial MT"/>
                <a:cs typeface="Arial MT"/>
              </a:rPr>
              <a:t>9</a:t>
            </a:r>
            <a:r>
              <a:rPr sz="950" i="1" dirty="0">
                <a:latin typeface="Arial"/>
                <a:cs typeface="Arial"/>
              </a:rPr>
              <a:t>n</a:t>
            </a:r>
            <a:r>
              <a:rPr sz="1050" baseline="23809" dirty="0">
                <a:latin typeface="Arial MT"/>
                <a:cs typeface="Arial MT"/>
              </a:rPr>
              <a:t>2</a:t>
            </a:r>
            <a:r>
              <a:rPr sz="1050" spc="-22" baseline="23809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18</a:t>
            </a:r>
            <a:r>
              <a:rPr sz="950" i="1" dirty="0">
                <a:latin typeface="Arial"/>
                <a:cs typeface="Arial"/>
              </a:rPr>
              <a:t>n</a:t>
            </a:r>
            <a:r>
              <a:rPr sz="1050" baseline="23809" dirty="0">
                <a:latin typeface="Arial MT"/>
                <a:cs typeface="Arial MT"/>
              </a:rPr>
              <a:t>2</a:t>
            </a:r>
            <a:r>
              <a:rPr sz="1050" spc="-22" baseline="23809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operations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17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Savings: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28%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fewer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operations,</a:t>
            </a:r>
            <a:r>
              <a:rPr sz="950" spc="-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same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receptive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field</a:t>
            </a:r>
            <a:endParaRPr sz="9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Further: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Replace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3×3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3×1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1×3:</a:t>
            </a:r>
            <a:endParaRPr sz="10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3×3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conv: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9</a:t>
            </a:r>
            <a:r>
              <a:rPr sz="950" i="1" dirty="0">
                <a:latin typeface="Arial"/>
                <a:cs typeface="Arial"/>
              </a:rPr>
              <a:t>n</a:t>
            </a:r>
            <a:r>
              <a:rPr sz="1050" baseline="23809" dirty="0">
                <a:latin typeface="Arial MT"/>
                <a:cs typeface="Arial MT"/>
              </a:rPr>
              <a:t>2</a:t>
            </a:r>
            <a:r>
              <a:rPr sz="1050" spc="-22" baseline="23809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operations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12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3×1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+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1×3: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3</a:t>
            </a:r>
            <a:r>
              <a:rPr sz="950" i="1" dirty="0">
                <a:latin typeface="Arial"/>
                <a:cs typeface="Arial"/>
              </a:rPr>
              <a:t>n</a:t>
            </a:r>
            <a:r>
              <a:rPr sz="1050" baseline="23809" dirty="0">
                <a:latin typeface="Arial MT"/>
                <a:cs typeface="Arial MT"/>
              </a:rPr>
              <a:t>2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3</a:t>
            </a:r>
            <a:r>
              <a:rPr sz="950" i="1" dirty="0">
                <a:latin typeface="Arial"/>
                <a:cs typeface="Arial"/>
              </a:rPr>
              <a:t>n</a:t>
            </a:r>
            <a:r>
              <a:rPr sz="1050" baseline="23809" dirty="0">
                <a:latin typeface="Arial MT"/>
                <a:cs typeface="Arial MT"/>
              </a:rPr>
              <a:t>2</a:t>
            </a:r>
            <a:r>
              <a:rPr sz="1050" spc="7" baseline="23809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950" dirty="0">
                <a:latin typeface="Arial MT"/>
                <a:cs typeface="Arial MT"/>
              </a:rPr>
              <a:t>6</a:t>
            </a:r>
            <a:r>
              <a:rPr sz="950" i="1" dirty="0">
                <a:latin typeface="Arial"/>
                <a:cs typeface="Arial"/>
              </a:rPr>
              <a:t>n</a:t>
            </a:r>
            <a:r>
              <a:rPr sz="1050" baseline="23809" dirty="0">
                <a:latin typeface="Arial MT"/>
                <a:cs typeface="Arial MT"/>
              </a:rPr>
              <a:t>2</a:t>
            </a:r>
            <a:r>
              <a:rPr sz="1050" spc="-15" baseline="23809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operations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33086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127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ResNet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(2015)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-</a:t>
            </a:r>
            <a:r>
              <a:rPr cap="small" spc="-2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The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Depth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18667"/>
            <a:ext cx="5193030" cy="1731645"/>
            <a:chOff x="309194" y="518667"/>
            <a:chExt cx="5193030" cy="1731645"/>
          </a:xfrm>
        </p:grpSpPr>
        <p:sp>
          <p:nvSpPr>
            <p:cNvPr id="4" name="object 4"/>
            <p:cNvSpPr/>
            <p:nvPr/>
          </p:nvSpPr>
          <p:spPr>
            <a:xfrm>
              <a:off x="309194" y="51866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5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985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906398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62965"/>
              <a:ext cx="5192522" cy="4450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57173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>
                  <a:moveTo>
                    <a:pt x="5141645" y="0"/>
                  </a:moveTo>
                  <a:lnTo>
                    <a:pt x="0" y="0"/>
                  </a:lnTo>
                  <a:lnTo>
                    <a:pt x="0" y="149225"/>
                  </a:lnTo>
                  <a:lnTo>
                    <a:pt x="4000" y="168910"/>
                  </a:lnTo>
                  <a:lnTo>
                    <a:pt x="14922" y="185039"/>
                  </a:lnTo>
                  <a:lnTo>
                    <a:pt x="31076" y="195961"/>
                  </a:lnTo>
                  <a:lnTo>
                    <a:pt x="50800" y="200025"/>
                  </a:lnTo>
                  <a:lnTo>
                    <a:pt x="5090845" y="200025"/>
                  </a:lnTo>
                  <a:lnTo>
                    <a:pt x="5110530" y="195961"/>
                  </a:lnTo>
                  <a:lnTo>
                    <a:pt x="5126786" y="185039"/>
                  </a:lnTo>
                  <a:lnTo>
                    <a:pt x="5137708" y="168910"/>
                  </a:lnTo>
                  <a:lnTo>
                    <a:pt x="5141645" y="149225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00963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h="324484">
                  <a:moveTo>
                    <a:pt x="0" y="324484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58826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57556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6286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43813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93291" y="1137411"/>
              <a:ext cx="2727960" cy="1108075"/>
            </a:xfrm>
            <a:custGeom>
              <a:avLst/>
              <a:gdLst/>
              <a:ahLst/>
              <a:cxnLst/>
              <a:rect l="l" t="t" r="r" b="b"/>
              <a:pathLst>
                <a:path w="2727960" h="1108075">
                  <a:moveTo>
                    <a:pt x="0" y="1107554"/>
                  </a:moveTo>
                  <a:lnTo>
                    <a:pt x="0" y="0"/>
                  </a:lnTo>
                </a:path>
                <a:path w="2727960" h="1108075">
                  <a:moveTo>
                    <a:pt x="545464" y="1107554"/>
                  </a:moveTo>
                  <a:lnTo>
                    <a:pt x="545464" y="0"/>
                  </a:lnTo>
                </a:path>
                <a:path w="2727960" h="1108075">
                  <a:moveTo>
                    <a:pt x="1091057" y="1107554"/>
                  </a:moveTo>
                  <a:lnTo>
                    <a:pt x="1091057" y="0"/>
                  </a:lnTo>
                </a:path>
                <a:path w="2727960" h="1108075">
                  <a:moveTo>
                    <a:pt x="1636521" y="1107554"/>
                  </a:moveTo>
                  <a:lnTo>
                    <a:pt x="1636521" y="0"/>
                  </a:lnTo>
                </a:path>
                <a:path w="2727960" h="1108075">
                  <a:moveTo>
                    <a:pt x="2182113" y="386714"/>
                  </a:moveTo>
                  <a:lnTo>
                    <a:pt x="2182113" y="1107554"/>
                  </a:lnTo>
                </a:path>
                <a:path w="2727960" h="1108075">
                  <a:moveTo>
                    <a:pt x="2182113" y="0"/>
                  </a:moveTo>
                  <a:lnTo>
                    <a:pt x="2182113" y="35432"/>
                  </a:lnTo>
                </a:path>
                <a:path w="2727960" h="1108075">
                  <a:moveTo>
                    <a:pt x="2727579" y="1107554"/>
                  </a:moveTo>
                  <a:lnTo>
                    <a:pt x="2727579" y="0"/>
                  </a:lnTo>
                </a:path>
                <a:path w="2727960" h="1108075">
                  <a:moveTo>
                    <a:pt x="0" y="1107554"/>
                  </a:moveTo>
                  <a:lnTo>
                    <a:pt x="2727579" y="1107554"/>
                  </a:lnTo>
                </a:path>
                <a:path w="2727960" h="1108075">
                  <a:moveTo>
                    <a:pt x="0" y="830706"/>
                  </a:moveTo>
                  <a:lnTo>
                    <a:pt x="2727579" y="830706"/>
                  </a:lnTo>
                </a:path>
                <a:path w="2727960" h="1108075">
                  <a:moveTo>
                    <a:pt x="0" y="553719"/>
                  </a:moveTo>
                  <a:lnTo>
                    <a:pt x="2727579" y="553719"/>
                  </a:lnTo>
                </a:path>
                <a:path w="2727960" h="1108075">
                  <a:moveTo>
                    <a:pt x="0" y="276859"/>
                  </a:moveTo>
                  <a:lnTo>
                    <a:pt x="1887982" y="276859"/>
                  </a:lnTo>
                </a:path>
                <a:path w="2727960" h="1108075">
                  <a:moveTo>
                    <a:pt x="2643505" y="276859"/>
                  </a:moveTo>
                  <a:lnTo>
                    <a:pt x="2727579" y="276859"/>
                  </a:lnTo>
                </a:path>
                <a:path w="2727960" h="1108075">
                  <a:moveTo>
                    <a:pt x="0" y="0"/>
                  </a:moveTo>
                  <a:lnTo>
                    <a:pt x="2727579" y="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93291" y="1137411"/>
              <a:ext cx="2727960" cy="1108075"/>
            </a:xfrm>
            <a:custGeom>
              <a:avLst/>
              <a:gdLst/>
              <a:ahLst/>
              <a:cxnLst/>
              <a:rect l="l" t="t" r="r" b="b"/>
              <a:pathLst>
                <a:path w="2727960" h="1108075">
                  <a:moveTo>
                    <a:pt x="0" y="1107554"/>
                  </a:moveTo>
                  <a:lnTo>
                    <a:pt x="0" y="1058964"/>
                  </a:lnTo>
                </a:path>
                <a:path w="2727960" h="1108075">
                  <a:moveTo>
                    <a:pt x="545464" y="1107554"/>
                  </a:moveTo>
                  <a:lnTo>
                    <a:pt x="545464" y="1058964"/>
                  </a:lnTo>
                </a:path>
                <a:path w="2727960" h="1108075">
                  <a:moveTo>
                    <a:pt x="1091057" y="1107554"/>
                  </a:moveTo>
                  <a:lnTo>
                    <a:pt x="1091057" y="1058964"/>
                  </a:lnTo>
                </a:path>
                <a:path w="2727960" h="1108075">
                  <a:moveTo>
                    <a:pt x="1636521" y="1107554"/>
                  </a:moveTo>
                  <a:lnTo>
                    <a:pt x="1636521" y="1058964"/>
                  </a:lnTo>
                </a:path>
                <a:path w="2727960" h="1108075">
                  <a:moveTo>
                    <a:pt x="2182113" y="1107554"/>
                  </a:moveTo>
                  <a:lnTo>
                    <a:pt x="2182113" y="1058964"/>
                  </a:lnTo>
                </a:path>
                <a:path w="2727960" h="1108075">
                  <a:moveTo>
                    <a:pt x="2727579" y="1107554"/>
                  </a:moveTo>
                  <a:lnTo>
                    <a:pt x="2727579" y="1058964"/>
                  </a:lnTo>
                </a:path>
                <a:path w="2727960" h="1108075">
                  <a:moveTo>
                    <a:pt x="0" y="0"/>
                  </a:moveTo>
                  <a:lnTo>
                    <a:pt x="0" y="48640"/>
                  </a:lnTo>
                </a:path>
                <a:path w="2727960" h="1108075">
                  <a:moveTo>
                    <a:pt x="545464" y="0"/>
                  </a:moveTo>
                  <a:lnTo>
                    <a:pt x="545464" y="48640"/>
                  </a:lnTo>
                </a:path>
                <a:path w="2727960" h="1108075">
                  <a:moveTo>
                    <a:pt x="1091057" y="0"/>
                  </a:moveTo>
                  <a:lnTo>
                    <a:pt x="1091057" y="48640"/>
                  </a:lnTo>
                </a:path>
                <a:path w="2727960" h="1108075">
                  <a:moveTo>
                    <a:pt x="1636521" y="0"/>
                  </a:moveTo>
                  <a:lnTo>
                    <a:pt x="1636521" y="48640"/>
                  </a:lnTo>
                </a:path>
                <a:path w="2727960" h="1108075">
                  <a:moveTo>
                    <a:pt x="2182113" y="0"/>
                  </a:moveTo>
                  <a:lnTo>
                    <a:pt x="2182113" y="35432"/>
                  </a:lnTo>
                </a:path>
                <a:path w="2727960" h="1108075">
                  <a:moveTo>
                    <a:pt x="2727579" y="0"/>
                  </a:moveTo>
                  <a:lnTo>
                    <a:pt x="2727579" y="48640"/>
                  </a:lnTo>
                </a:path>
                <a:path w="2727960" h="1108075">
                  <a:moveTo>
                    <a:pt x="0" y="1107554"/>
                  </a:moveTo>
                  <a:lnTo>
                    <a:pt x="48640" y="1107554"/>
                  </a:lnTo>
                </a:path>
                <a:path w="2727960" h="1108075">
                  <a:moveTo>
                    <a:pt x="0" y="830706"/>
                  </a:moveTo>
                  <a:lnTo>
                    <a:pt x="48640" y="830706"/>
                  </a:lnTo>
                </a:path>
                <a:path w="2727960" h="1108075">
                  <a:moveTo>
                    <a:pt x="0" y="553719"/>
                  </a:moveTo>
                  <a:lnTo>
                    <a:pt x="48640" y="553719"/>
                  </a:lnTo>
                </a:path>
                <a:path w="2727960" h="1108075">
                  <a:moveTo>
                    <a:pt x="0" y="276859"/>
                  </a:moveTo>
                  <a:lnTo>
                    <a:pt x="48640" y="276859"/>
                  </a:lnTo>
                </a:path>
                <a:path w="2727960" h="1108075">
                  <a:moveTo>
                    <a:pt x="0" y="0"/>
                  </a:moveTo>
                  <a:lnTo>
                    <a:pt x="48640" y="0"/>
                  </a:lnTo>
                </a:path>
                <a:path w="2727960" h="1108075">
                  <a:moveTo>
                    <a:pt x="2727579" y="1107554"/>
                  </a:moveTo>
                  <a:lnTo>
                    <a:pt x="2678937" y="1107554"/>
                  </a:lnTo>
                </a:path>
                <a:path w="2727960" h="1108075">
                  <a:moveTo>
                    <a:pt x="2727579" y="830706"/>
                  </a:moveTo>
                  <a:lnTo>
                    <a:pt x="2678937" y="830706"/>
                  </a:lnTo>
                </a:path>
                <a:path w="2727960" h="1108075">
                  <a:moveTo>
                    <a:pt x="2727579" y="553719"/>
                  </a:moveTo>
                  <a:lnTo>
                    <a:pt x="2678937" y="553719"/>
                  </a:lnTo>
                </a:path>
                <a:path w="2727960" h="1108075">
                  <a:moveTo>
                    <a:pt x="2727579" y="276859"/>
                  </a:moveTo>
                  <a:lnTo>
                    <a:pt x="2678937" y="276859"/>
                  </a:lnTo>
                </a:path>
                <a:path w="2727960" h="1108075">
                  <a:moveTo>
                    <a:pt x="2727579" y="0"/>
                  </a:moveTo>
                  <a:lnTo>
                    <a:pt x="2678937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93291" y="1137399"/>
              <a:ext cx="2727960" cy="1108075"/>
            </a:xfrm>
            <a:custGeom>
              <a:avLst/>
              <a:gdLst/>
              <a:ahLst/>
              <a:cxnLst/>
              <a:rect l="l" t="t" r="r" b="b"/>
              <a:pathLst>
                <a:path w="2727960" h="1108075">
                  <a:moveTo>
                    <a:pt x="0" y="1107567"/>
                  </a:moveTo>
                  <a:lnTo>
                    <a:pt x="2727579" y="1107567"/>
                  </a:lnTo>
                  <a:lnTo>
                    <a:pt x="2727579" y="0"/>
                  </a:lnTo>
                  <a:lnTo>
                    <a:pt x="0" y="0"/>
                  </a:lnTo>
                  <a:lnTo>
                    <a:pt x="0" y="110756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57729" y="2239162"/>
            <a:ext cx="16002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latin typeface="Arial MT"/>
                <a:cs typeface="Arial MT"/>
              </a:rPr>
              <a:t>20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94886" y="2239162"/>
            <a:ext cx="16002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latin typeface="Arial MT"/>
                <a:cs typeface="Arial MT"/>
              </a:rPr>
              <a:t>80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06315" y="2239162"/>
            <a:ext cx="22669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latin typeface="Arial MT"/>
                <a:cs typeface="Arial MT"/>
              </a:rPr>
              <a:t>100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75486" y="2151379"/>
            <a:ext cx="27749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latin typeface="Arial MT"/>
                <a:cs typeface="Arial MT"/>
              </a:rPr>
              <a:t>15</a:t>
            </a:r>
            <a:r>
              <a:rPr sz="1425" spc="-37" baseline="-20467" dirty="0">
                <a:latin typeface="Arial MT"/>
                <a:cs typeface="Arial MT"/>
              </a:rPr>
              <a:t>0</a:t>
            </a:r>
            <a:endParaRPr sz="1425" baseline="-20467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6963" y="418686"/>
            <a:ext cx="4342130" cy="7950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Surprising</a:t>
            </a:r>
            <a:r>
              <a:rPr sz="1400" cap="small" spc="11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Discovery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latin typeface="Arial MT"/>
                <a:cs typeface="Arial MT"/>
              </a:rPr>
              <a:t>Deeper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performed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worse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shallow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set!</a:t>
            </a:r>
            <a:endParaRPr sz="1050">
              <a:latin typeface="Arial MT"/>
              <a:cs typeface="Arial MT"/>
            </a:endParaRPr>
          </a:p>
          <a:p>
            <a:pPr marL="1165860">
              <a:lnSpc>
                <a:spcPct val="100000"/>
              </a:lnSpc>
              <a:spcBef>
                <a:spcPts val="1140"/>
              </a:spcBef>
            </a:pPr>
            <a:r>
              <a:rPr sz="950" spc="-25" dirty="0">
                <a:latin typeface="Arial MT"/>
                <a:cs typeface="Arial MT"/>
              </a:rPr>
              <a:t>35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0377" y="1314703"/>
            <a:ext cx="16002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latin typeface="Arial MT"/>
                <a:cs typeface="Arial MT"/>
              </a:rPr>
              <a:t>30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0377" y="1587753"/>
            <a:ext cx="160020" cy="441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latin typeface="Arial MT"/>
                <a:cs typeface="Arial MT"/>
              </a:rPr>
              <a:t>25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950" spc="-25" dirty="0">
                <a:latin typeface="Arial MT"/>
                <a:cs typeface="Arial MT"/>
              </a:rPr>
              <a:t>20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88528" y="1168107"/>
            <a:ext cx="2737485" cy="915669"/>
            <a:chOff x="1688528" y="1168107"/>
            <a:chExt cx="2737485" cy="915669"/>
          </a:xfrm>
        </p:grpSpPr>
        <p:sp>
          <p:nvSpPr>
            <p:cNvPr id="24" name="object 24"/>
            <p:cNvSpPr/>
            <p:nvPr/>
          </p:nvSpPr>
          <p:spPr>
            <a:xfrm>
              <a:off x="1693291" y="1303527"/>
              <a:ext cx="2727960" cy="775335"/>
            </a:xfrm>
            <a:custGeom>
              <a:avLst/>
              <a:gdLst/>
              <a:ahLst/>
              <a:cxnLst/>
              <a:rect l="l" t="t" r="r" b="b"/>
              <a:pathLst>
                <a:path w="2727960" h="775335">
                  <a:moveTo>
                    <a:pt x="0" y="0"/>
                  </a:moveTo>
                  <a:lnTo>
                    <a:pt x="545464" y="221487"/>
                  </a:lnTo>
                  <a:lnTo>
                    <a:pt x="1091057" y="442976"/>
                  </a:lnTo>
                  <a:lnTo>
                    <a:pt x="1636521" y="609219"/>
                  </a:lnTo>
                  <a:lnTo>
                    <a:pt x="2182113" y="719924"/>
                  </a:lnTo>
                  <a:lnTo>
                    <a:pt x="2727579" y="775309"/>
                  </a:lnTo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3291" y="1303527"/>
              <a:ext cx="2727960" cy="498475"/>
            </a:xfrm>
            <a:custGeom>
              <a:avLst/>
              <a:gdLst/>
              <a:ahLst/>
              <a:cxnLst/>
              <a:rect l="l" t="t" r="r" b="b"/>
              <a:pathLst>
                <a:path w="2727960" h="498475">
                  <a:moveTo>
                    <a:pt x="0" y="0"/>
                  </a:moveTo>
                  <a:lnTo>
                    <a:pt x="545464" y="110743"/>
                  </a:lnTo>
                  <a:lnTo>
                    <a:pt x="1091057" y="221487"/>
                  </a:lnTo>
                  <a:lnTo>
                    <a:pt x="1636521" y="332231"/>
                  </a:lnTo>
                  <a:lnTo>
                    <a:pt x="2182113" y="442976"/>
                  </a:lnTo>
                  <a:lnTo>
                    <a:pt x="2727579" y="498475"/>
                  </a:lnTo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81273" y="1172870"/>
              <a:ext cx="755650" cy="351790"/>
            </a:xfrm>
            <a:custGeom>
              <a:avLst/>
              <a:gdLst/>
              <a:ahLst/>
              <a:cxnLst/>
              <a:rect l="l" t="t" r="r" b="b"/>
              <a:pathLst>
                <a:path w="755650" h="351790">
                  <a:moveTo>
                    <a:pt x="755446" y="0"/>
                  </a:moveTo>
                  <a:lnTo>
                    <a:pt x="0" y="0"/>
                  </a:lnTo>
                  <a:lnTo>
                    <a:pt x="0" y="351256"/>
                  </a:lnTo>
                  <a:lnTo>
                    <a:pt x="755446" y="351256"/>
                  </a:lnTo>
                  <a:lnTo>
                    <a:pt x="7554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81273" y="1172870"/>
              <a:ext cx="755650" cy="351790"/>
            </a:xfrm>
            <a:custGeom>
              <a:avLst/>
              <a:gdLst/>
              <a:ahLst/>
              <a:cxnLst/>
              <a:rect l="l" t="t" r="r" b="b"/>
              <a:pathLst>
                <a:path w="755650" h="351790">
                  <a:moveTo>
                    <a:pt x="0" y="351256"/>
                  </a:moveTo>
                  <a:lnTo>
                    <a:pt x="755446" y="351256"/>
                  </a:lnTo>
                  <a:lnTo>
                    <a:pt x="755446" y="0"/>
                  </a:lnTo>
                  <a:lnTo>
                    <a:pt x="0" y="0"/>
                  </a:lnTo>
                  <a:lnTo>
                    <a:pt x="0" y="35125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20008" y="1272158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>
                  <a:moveTo>
                    <a:pt x="0" y="0"/>
                  </a:moveTo>
                  <a:lnTo>
                    <a:pt x="97154" y="0"/>
                  </a:lnTo>
                  <a:lnTo>
                    <a:pt x="194437" y="0"/>
                  </a:lnTo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20008" y="142493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>
                  <a:moveTo>
                    <a:pt x="0" y="0"/>
                  </a:moveTo>
                  <a:lnTo>
                    <a:pt x="97154" y="0"/>
                  </a:lnTo>
                  <a:lnTo>
                    <a:pt x="194437" y="0"/>
                  </a:lnTo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04338" y="2239162"/>
            <a:ext cx="16002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latin typeface="Arial MT"/>
                <a:cs typeface="Arial MT"/>
              </a:rPr>
              <a:t>40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00505" y="1314947"/>
            <a:ext cx="160020" cy="758825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latin typeface="Arial MT"/>
                <a:cs typeface="Arial MT"/>
              </a:rPr>
              <a:t>Training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Error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29558" y="1154125"/>
            <a:ext cx="460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00"/>
              </a:spcBef>
            </a:pPr>
            <a:r>
              <a:rPr sz="950" spc="-10" dirty="0">
                <a:latin typeface="Arial MT"/>
                <a:cs typeface="Arial MT"/>
              </a:rPr>
              <a:t>18-layer 56-layer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8863" y="2383942"/>
            <a:ext cx="4632325" cy="708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69110" algn="ctr">
              <a:lnSpc>
                <a:spcPct val="100000"/>
              </a:lnSpc>
              <a:spcBef>
                <a:spcPts val="95"/>
              </a:spcBef>
            </a:pPr>
            <a:r>
              <a:rPr sz="950" spc="-50" dirty="0">
                <a:latin typeface="Arial MT"/>
                <a:cs typeface="Arial MT"/>
              </a:rPr>
              <a:t>6</a:t>
            </a:r>
            <a:endParaRPr sz="950">
              <a:latin typeface="Arial MT"/>
              <a:cs typeface="Arial MT"/>
            </a:endParaRPr>
          </a:p>
          <a:p>
            <a:pPr marL="250825" algn="ctr">
              <a:lnSpc>
                <a:spcPct val="100000"/>
              </a:lnSpc>
            </a:pPr>
            <a:r>
              <a:rPr sz="950" spc="-50" dirty="0">
                <a:latin typeface="Arial MT"/>
                <a:cs typeface="Arial MT"/>
              </a:rPr>
              <a:t>0</a:t>
            </a:r>
            <a:endParaRPr sz="9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Problem: Not</a:t>
            </a:r>
            <a:r>
              <a:rPr sz="1050" spc="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overfitting</a:t>
            </a:r>
            <a:r>
              <a:rPr sz="1050" spc="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(training</a:t>
            </a:r>
            <a:r>
              <a:rPr sz="1050" spc="2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spc="-5" dirty="0">
                <a:solidFill>
                  <a:srgbClr val="EB1F27"/>
                </a:solidFill>
                <a:latin typeface="Arial MT"/>
                <a:cs typeface="Arial MT"/>
              </a:rPr>
              <a:t>e</a:t>
            </a:r>
            <a:r>
              <a:rPr sz="1050" spc="-15" dirty="0">
                <a:solidFill>
                  <a:srgbClr val="EB1F27"/>
                </a:solidFill>
                <a:latin typeface="Arial MT"/>
                <a:cs typeface="Arial MT"/>
              </a:rPr>
              <a:t>r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r</a:t>
            </a:r>
            <a:r>
              <a:rPr sz="1050" spc="-5" dirty="0">
                <a:solidFill>
                  <a:srgbClr val="EB1F27"/>
                </a:solidFill>
                <a:latin typeface="Arial MT"/>
                <a:cs typeface="Arial MT"/>
              </a:rPr>
              <a:t>o</a:t>
            </a:r>
            <a:r>
              <a:rPr sz="1050" spc="-165" dirty="0">
                <a:solidFill>
                  <a:srgbClr val="EB1F27"/>
                </a:solidFill>
                <a:latin typeface="Arial MT"/>
                <a:cs typeface="Arial MT"/>
              </a:rPr>
              <a:t>r</a:t>
            </a:r>
            <a:r>
              <a:rPr sz="1425" spc="-209" baseline="14619" dirty="0">
                <a:latin typeface="Arial MT"/>
                <a:cs typeface="Arial MT"/>
              </a:rPr>
              <a:t>T</a:t>
            </a:r>
            <a:r>
              <a:rPr sz="1050" spc="-120" dirty="0">
                <a:solidFill>
                  <a:srgbClr val="EB1F27"/>
                </a:solidFill>
                <a:latin typeface="Arial MT"/>
                <a:cs typeface="Arial MT"/>
              </a:rPr>
              <a:t>i</a:t>
            </a:r>
            <a:r>
              <a:rPr sz="1425" spc="-315" baseline="14619" dirty="0">
                <a:latin typeface="Arial MT"/>
                <a:cs typeface="Arial MT"/>
              </a:rPr>
              <a:t>r</a:t>
            </a:r>
            <a:r>
              <a:rPr sz="1050" spc="-335" dirty="0">
                <a:solidFill>
                  <a:srgbClr val="EB1F27"/>
                </a:solidFill>
                <a:latin typeface="Arial MT"/>
                <a:cs typeface="Arial MT"/>
              </a:rPr>
              <a:t>s</a:t>
            </a:r>
            <a:r>
              <a:rPr sz="1425" spc="-15" baseline="14619" dirty="0">
                <a:latin typeface="Arial MT"/>
                <a:cs typeface="Arial MT"/>
              </a:rPr>
              <a:t>a</a:t>
            </a:r>
            <a:r>
              <a:rPr sz="1425" spc="-217" baseline="14619" dirty="0">
                <a:latin typeface="Arial MT"/>
                <a:cs typeface="Arial MT"/>
              </a:rPr>
              <a:t>i</a:t>
            </a:r>
            <a:r>
              <a:rPr sz="1050" spc="-455" dirty="0">
                <a:solidFill>
                  <a:srgbClr val="EB1F27"/>
                </a:solidFill>
                <a:latin typeface="Arial MT"/>
                <a:cs typeface="Arial MT"/>
              </a:rPr>
              <a:t>h</a:t>
            </a:r>
            <a:r>
              <a:rPr sz="1425" spc="-127" baseline="14619" dirty="0">
                <a:latin typeface="Arial MT"/>
                <a:cs typeface="Arial MT"/>
              </a:rPr>
              <a:t>n</a:t>
            </a:r>
            <a:r>
              <a:rPr sz="1050" spc="-170" dirty="0">
                <a:solidFill>
                  <a:srgbClr val="EB1F27"/>
                </a:solidFill>
                <a:latin typeface="Arial MT"/>
                <a:cs typeface="Arial MT"/>
              </a:rPr>
              <a:t>i</a:t>
            </a:r>
            <a:r>
              <a:rPr sz="1425" spc="-97" baseline="14619" dirty="0">
                <a:latin typeface="Arial MT"/>
                <a:cs typeface="Arial MT"/>
              </a:rPr>
              <a:t>i</a:t>
            </a:r>
            <a:r>
              <a:rPr sz="1050" spc="-540" dirty="0">
                <a:solidFill>
                  <a:srgbClr val="EB1F27"/>
                </a:solidFill>
                <a:latin typeface="Arial MT"/>
                <a:cs typeface="Arial MT"/>
              </a:rPr>
              <a:t>g</a:t>
            </a:r>
            <a:r>
              <a:rPr sz="1425" spc="-15" baseline="14619" dirty="0">
                <a:latin typeface="Arial MT"/>
                <a:cs typeface="Arial MT"/>
              </a:rPr>
              <a:t>n</a:t>
            </a:r>
            <a:r>
              <a:rPr sz="1425" spc="-794" baseline="14619" dirty="0">
                <a:latin typeface="Arial MT"/>
                <a:cs typeface="Arial MT"/>
              </a:rPr>
              <a:t>g</a:t>
            </a:r>
            <a:r>
              <a:rPr sz="1050" spc="-5" dirty="0">
                <a:solidFill>
                  <a:srgbClr val="EB1F27"/>
                </a:solidFill>
                <a:latin typeface="Arial MT"/>
                <a:cs typeface="Arial MT"/>
              </a:rPr>
              <a:t>h</a:t>
            </a:r>
            <a:r>
              <a:rPr sz="1050" spc="-420" dirty="0">
                <a:solidFill>
                  <a:srgbClr val="EB1F27"/>
                </a:solidFill>
                <a:latin typeface="Arial MT"/>
                <a:cs typeface="Arial MT"/>
              </a:rPr>
              <a:t>e</a:t>
            </a:r>
            <a:r>
              <a:rPr sz="1425" spc="-15" baseline="14619" dirty="0">
                <a:latin typeface="Arial MT"/>
                <a:cs typeface="Arial MT"/>
              </a:rPr>
              <a:t>I</a:t>
            </a:r>
            <a:r>
              <a:rPr sz="1425" spc="-179" baseline="14619" dirty="0">
                <a:latin typeface="Arial MT"/>
                <a:cs typeface="Arial MT"/>
              </a:rPr>
              <a:t>t</a:t>
            </a:r>
            <a:r>
              <a:rPr sz="1050" spc="-245" dirty="0">
                <a:solidFill>
                  <a:srgbClr val="EB1F27"/>
                </a:solidFill>
                <a:latin typeface="Arial MT"/>
                <a:cs typeface="Arial MT"/>
              </a:rPr>
              <a:t>r</a:t>
            </a:r>
            <a:r>
              <a:rPr sz="1425" spc="-450" baseline="14619" dirty="0">
                <a:latin typeface="Arial MT"/>
                <a:cs typeface="Arial MT"/>
              </a:rPr>
              <a:t>e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!</a:t>
            </a:r>
            <a:r>
              <a:rPr sz="1425" spc="-442" baseline="14619" dirty="0">
                <a:latin typeface="Arial MT"/>
                <a:cs typeface="Arial MT"/>
              </a:rPr>
              <a:t>r</a:t>
            </a:r>
            <a:r>
              <a:rPr sz="1050" spc="-10" dirty="0">
                <a:solidFill>
                  <a:srgbClr val="EB1F27"/>
                </a:solidFill>
                <a:latin typeface="Arial MT"/>
                <a:cs typeface="Arial MT"/>
              </a:rPr>
              <a:t>)</a:t>
            </a:r>
            <a:r>
              <a:rPr sz="1050" spc="-360" dirty="0">
                <a:solidFill>
                  <a:srgbClr val="EB1F27"/>
                </a:solidFill>
                <a:latin typeface="Arial MT"/>
                <a:cs typeface="Arial MT"/>
              </a:rPr>
              <a:t>,</a:t>
            </a:r>
            <a:r>
              <a:rPr sz="1425" spc="-15" baseline="14619" dirty="0">
                <a:latin typeface="Arial MT"/>
                <a:cs typeface="Arial MT"/>
              </a:rPr>
              <a:t>a</a:t>
            </a:r>
            <a:r>
              <a:rPr sz="1425" spc="-292" baseline="14619" dirty="0">
                <a:latin typeface="Arial MT"/>
                <a:cs typeface="Arial MT"/>
              </a:rPr>
              <a:t>t</a:t>
            </a:r>
            <a:r>
              <a:rPr sz="1050" spc="-405" dirty="0">
                <a:solidFill>
                  <a:srgbClr val="EB1F27"/>
                </a:solidFill>
                <a:latin typeface="Arial MT"/>
                <a:cs typeface="Arial MT"/>
              </a:rPr>
              <a:t>b</a:t>
            </a:r>
            <a:r>
              <a:rPr sz="1425" spc="-7" baseline="14619" dirty="0">
                <a:latin typeface="Arial MT"/>
                <a:cs typeface="Arial MT"/>
              </a:rPr>
              <a:t>i</a:t>
            </a:r>
            <a:r>
              <a:rPr sz="1425" spc="-525" baseline="14619" dirty="0">
                <a:latin typeface="Arial MT"/>
                <a:cs typeface="Arial MT"/>
              </a:rPr>
              <a:t>o</a:t>
            </a:r>
            <a:r>
              <a:rPr sz="1050" spc="-254" dirty="0">
                <a:solidFill>
                  <a:srgbClr val="EB1F27"/>
                </a:solidFill>
                <a:latin typeface="Arial MT"/>
                <a:cs typeface="Arial MT"/>
              </a:rPr>
              <a:t>u</a:t>
            </a:r>
            <a:r>
              <a:rPr sz="1425" spc="-427" baseline="14619" dirty="0">
                <a:latin typeface="Arial MT"/>
                <a:cs typeface="Arial MT"/>
              </a:rPr>
              <a:t>n</a:t>
            </a:r>
            <a:r>
              <a:rPr sz="1050" spc="-20" dirty="0">
                <a:solidFill>
                  <a:srgbClr val="EB1F27"/>
                </a:solidFill>
                <a:latin typeface="Arial MT"/>
                <a:cs typeface="Arial MT"/>
              </a:rPr>
              <a:t>t</a:t>
            </a:r>
            <a:r>
              <a:rPr sz="1425" spc="-262" baseline="14619" dirty="0">
                <a:latin typeface="Arial MT"/>
                <a:cs typeface="Arial MT"/>
              </a:rPr>
              <a:t>s</a:t>
            </a:r>
            <a:r>
              <a:rPr sz="1050" b="1" spc="-5" dirty="0">
                <a:solidFill>
                  <a:srgbClr val="EB1F27"/>
                </a:solidFill>
                <a:latin typeface="Arial"/>
                <a:cs typeface="Arial"/>
              </a:rPr>
              <a:t>opt</a:t>
            </a:r>
            <a:r>
              <a:rPr sz="1050" b="1" spc="-15" dirty="0">
                <a:solidFill>
                  <a:srgbClr val="EB1F27"/>
                </a:solidFill>
                <a:latin typeface="Arial"/>
                <a:cs typeface="Arial"/>
              </a:rPr>
              <a:t>i</a:t>
            </a:r>
            <a:r>
              <a:rPr sz="1050" b="1" spc="-5" dirty="0">
                <a:solidFill>
                  <a:srgbClr val="EB1F27"/>
                </a:solidFill>
                <a:latin typeface="Arial"/>
                <a:cs typeface="Arial"/>
              </a:rPr>
              <a:t>m</a:t>
            </a:r>
            <a:r>
              <a:rPr sz="1050" b="1" spc="-15" dirty="0">
                <a:solidFill>
                  <a:srgbClr val="EB1F27"/>
                </a:solidFill>
                <a:latin typeface="Arial"/>
                <a:cs typeface="Arial"/>
              </a:rPr>
              <a:t>i</a:t>
            </a:r>
            <a:r>
              <a:rPr sz="1050" b="1" spc="-5" dirty="0">
                <a:solidFill>
                  <a:srgbClr val="EB1F27"/>
                </a:solidFill>
                <a:latin typeface="Arial"/>
                <a:cs typeface="Arial"/>
              </a:rPr>
              <a:t>za</a:t>
            </a:r>
            <a:r>
              <a:rPr sz="1050" b="1" spc="-15" dirty="0">
                <a:solidFill>
                  <a:srgbClr val="EB1F27"/>
                </a:solidFill>
                <a:latin typeface="Arial"/>
                <a:cs typeface="Arial"/>
              </a:rPr>
              <a:t>ti</a:t>
            </a:r>
            <a:r>
              <a:rPr sz="1050" b="1" spc="-5" dirty="0">
                <a:solidFill>
                  <a:srgbClr val="EB1F27"/>
                </a:solidFill>
                <a:latin typeface="Arial"/>
                <a:cs typeface="Arial"/>
              </a:rPr>
              <a:t>on</a:t>
            </a:r>
            <a:r>
              <a:rPr sz="1050" b="1" spc="-15" dirty="0">
                <a:solidFill>
                  <a:srgbClr val="EB1F27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EB1F27"/>
                </a:solidFill>
                <a:latin typeface="Arial"/>
                <a:cs typeface="Arial"/>
              </a:rPr>
              <a:t>difficulty</a:t>
            </a:r>
            <a:endParaRPr sz="1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Hypothesis: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struggle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even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identity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mappings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35" name="object 3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139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ResNet:</a:t>
            </a:r>
            <a:r>
              <a:rPr cap="small" spc="-2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The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Residual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Learning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50" dirty="0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872" y="846333"/>
            <a:ext cx="1793875" cy="5822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Traditional</a:t>
            </a:r>
            <a:r>
              <a:rPr sz="1050" spc="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Block: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target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mapping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directly: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050" i="1" dirty="0">
                <a:latin typeface="Arial"/>
                <a:cs typeface="Arial"/>
              </a:rPr>
              <a:t>H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layers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b="1" spc="-10" dirty="0">
                <a:latin typeface="Arial"/>
                <a:cs typeface="Arial"/>
              </a:rPr>
              <a:t>x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507" y="2642654"/>
            <a:ext cx="221056" cy="2210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55547" y="2653995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05" y="2362339"/>
            <a:ext cx="354965" cy="177165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latin typeface="Arial MT"/>
                <a:cs typeface="Arial MT"/>
              </a:rPr>
              <a:t>Conv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2705" y="2034730"/>
            <a:ext cx="354965" cy="177165"/>
          </a:xfrm>
          <a:prstGeom prst="rect">
            <a:avLst/>
          </a:prstGeom>
          <a:solidFill>
            <a:srgbClr val="FFE4CC"/>
          </a:solidFill>
          <a:ln w="9525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latin typeface="Arial MT"/>
                <a:cs typeface="Arial MT"/>
              </a:rPr>
              <a:t>Conv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17688" y="1562925"/>
            <a:ext cx="365125" cy="364490"/>
            <a:chOff x="1317688" y="1562925"/>
            <a:chExt cx="365125" cy="364490"/>
          </a:xfrm>
        </p:grpSpPr>
        <p:sp>
          <p:nvSpPr>
            <p:cNvPr id="9" name="object 9"/>
            <p:cNvSpPr/>
            <p:nvPr/>
          </p:nvSpPr>
          <p:spPr>
            <a:xfrm>
              <a:off x="1322450" y="1567687"/>
              <a:ext cx="355600" cy="354965"/>
            </a:xfrm>
            <a:custGeom>
              <a:avLst/>
              <a:gdLst/>
              <a:ahLst/>
              <a:cxnLst/>
              <a:rect l="l" t="t" r="r" b="b"/>
              <a:pathLst>
                <a:path w="355600" h="354964">
                  <a:moveTo>
                    <a:pt x="177546" y="0"/>
                  </a:moveTo>
                  <a:lnTo>
                    <a:pt x="130302" y="6350"/>
                  </a:lnTo>
                  <a:lnTo>
                    <a:pt x="88011" y="24256"/>
                  </a:lnTo>
                  <a:lnTo>
                    <a:pt x="52070" y="51942"/>
                  </a:lnTo>
                  <a:lnTo>
                    <a:pt x="24257" y="87883"/>
                  </a:lnTo>
                  <a:lnTo>
                    <a:pt x="6350" y="130301"/>
                  </a:lnTo>
                  <a:lnTo>
                    <a:pt x="0" y="177545"/>
                  </a:lnTo>
                  <a:lnTo>
                    <a:pt x="6350" y="224662"/>
                  </a:lnTo>
                  <a:lnTo>
                    <a:pt x="24257" y="267080"/>
                  </a:lnTo>
                  <a:lnTo>
                    <a:pt x="52070" y="303021"/>
                  </a:lnTo>
                  <a:lnTo>
                    <a:pt x="88011" y="330707"/>
                  </a:lnTo>
                  <a:lnTo>
                    <a:pt x="130302" y="348614"/>
                  </a:lnTo>
                  <a:lnTo>
                    <a:pt x="177546" y="354964"/>
                  </a:lnTo>
                  <a:lnTo>
                    <a:pt x="224790" y="348614"/>
                  </a:lnTo>
                  <a:lnTo>
                    <a:pt x="267081" y="330707"/>
                  </a:lnTo>
                  <a:lnTo>
                    <a:pt x="303022" y="303021"/>
                  </a:lnTo>
                  <a:lnTo>
                    <a:pt x="330835" y="267080"/>
                  </a:lnTo>
                  <a:lnTo>
                    <a:pt x="348742" y="224662"/>
                  </a:lnTo>
                  <a:lnTo>
                    <a:pt x="355092" y="177545"/>
                  </a:lnTo>
                  <a:lnTo>
                    <a:pt x="348742" y="130301"/>
                  </a:lnTo>
                  <a:lnTo>
                    <a:pt x="330835" y="87883"/>
                  </a:lnTo>
                  <a:lnTo>
                    <a:pt x="303022" y="51942"/>
                  </a:lnTo>
                  <a:lnTo>
                    <a:pt x="267081" y="24256"/>
                  </a:lnTo>
                  <a:lnTo>
                    <a:pt x="224790" y="6350"/>
                  </a:lnTo>
                  <a:lnTo>
                    <a:pt x="17754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22450" y="1567687"/>
              <a:ext cx="355600" cy="354965"/>
            </a:xfrm>
            <a:custGeom>
              <a:avLst/>
              <a:gdLst/>
              <a:ahLst/>
              <a:cxnLst/>
              <a:rect l="l" t="t" r="r" b="b"/>
              <a:pathLst>
                <a:path w="355600" h="354964">
                  <a:moveTo>
                    <a:pt x="355092" y="177545"/>
                  </a:moveTo>
                  <a:lnTo>
                    <a:pt x="348742" y="130301"/>
                  </a:lnTo>
                  <a:lnTo>
                    <a:pt x="330835" y="87883"/>
                  </a:lnTo>
                  <a:lnTo>
                    <a:pt x="303022" y="51942"/>
                  </a:lnTo>
                  <a:lnTo>
                    <a:pt x="267081" y="24256"/>
                  </a:lnTo>
                  <a:lnTo>
                    <a:pt x="224790" y="6350"/>
                  </a:lnTo>
                  <a:lnTo>
                    <a:pt x="177546" y="0"/>
                  </a:lnTo>
                  <a:lnTo>
                    <a:pt x="130302" y="6350"/>
                  </a:lnTo>
                  <a:lnTo>
                    <a:pt x="88011" y="24256"/>
                  </a:lnTo>
                  <a:lnTo>
                    <a:pt x="52070" y="51942"/>
                  </a:lnTo>
                  <a:lnTo>
                    <a:pt x="24257" y="87883"/>
                  </a:lnTo>
                  <a:lnTo>
                    <a:pt x="6350" y="130301"/>
                  </a:lnTo>
                  <a:lnTo>
                    <a:pt x="0" y="177545"/>
                  </a:lnTo>
                  <a:lnTo>
                    <a:pt x="6350" y="224662"/>
                  </a:lnTo>
                  <a:lnTo>
                    <a:pt x="24257" y="267080"/>
                  </a:lnTo>
                  <a:lnTo>
                    <a:pt x="52070" y="303021"/>
                  </a:lnTo>
                  <a:lnTo>
                    <a:pt x="88011" y="330707"/>
                  </a:lnTo>
                  <a:lnTo>
                    <a:pt x="130302" y="348614"/>
                  </a:lnTo>
                  <a:lnTo>
                    <a:pt x="177546" y="354964"/>
                  </a:lnTo>
                  <a:lnTo>
                    <a:pt x="224790" y="348614"/>
                  </a:lnTo>
                  <a:lnTo>
                    <a:pt x="267081" y="330707"/>
                  </a:lnTo>
                  <a:lnTo>
                    <a:pt x="303022" y="303021"/>
                  </a:lnTo>
                  <a:lnTo>
                    <a:pt x="330835" y="267080"/>
                  </a:lnTo>
                  <a:lnTo>
                    <a:pt x="348742" y="224662"/>
                  </a:lnTo>
                  <a:lnTo>
                    <a:pt x="355092" y="17754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83538" y="1655191"/>
            <a:ext cx="23050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i="1" spc="-20" dirty="0">
                <a:latin typeface="Arial"/>
                <a:cs typeface="Arial"/>
              </a:rPr>
              <a:t>H</a:t>
            </a:r>
            <a:r>
              <a:rPr sz="800" spc="-20" dirty="0">
                <a:latin typeface="Verdana"/>
                <a:cs typeface="Verdana"/>
              </a:rPr>
              <a:t>(</a:t>
            </a:r>
            <a:r>
              <a:rPr sz="700" b="1" spc="-20" dirty="0">
                <a:latin typeface="Arial"/>
                <a:cs typeface="Arial"/>
              </a:rPr>
              <a:t>x</a:t>
            </a:r>
            <a:r>
              <a:rPr sz="800" spc="-20" dirty="0">
                <a:latin typeface="Verdana"/>
                <a:cs typeface="Verdana"/>
              </a:rPr>
              <a:t>)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55419" y="1925192"/>
            <a:ext cx="2687955" cy="1064895"/>
            <a:chOff x="1455419" y="1925192"/>
            <a:chExt cx="2687955" cy="1064895"/>
          </a:xfrm>
        </p:grpSpPr>
        <p:sp>
          <p:nvSpPr>
            <p:cNvPr id="13" name="object 13"/>
            <p:cNvSpPr/>
            <p:nvPr/>
          </p:nvSpPr>
          <p:spPr>
            <a:xfrm>
              <a:off x="1460499" y="1930272"/>
              <a:ext cx="79375" cy="712470"/>
            </a:xfrm>
            <a:custGeom>
              <a:avLst/>
              <a:gdLst/>
              <a:ahLst/>
              <a:cxnLst/>
              <a:rect l="l" t="t" r="r" b="b"/>
              <a:pathLst>
                <a:path w="79375" h="712469">
                  <a:moveTo>
                    <a:pt x="39496" y="712381"/>
                  </a:moveTo>
                  <a:lnTo>
                    <a:pt x="39496" y="621601"/>
                  </a:lnTo>
                </a:path>
                <a:path w="79375" h="712469">
                  <a:moveTo>
                    <a:pt x="0" y="648931"/>
                  </a:moveTo>
                  <a:lnTo>
                    <a:pt x="15493" y="643242"/>
                  </a:lnTo>
                  <a:lnTo>
                    <a:pt x="26924" y="635495"/>
                  </a:lnTo>
                  <a:lnTo>
                    <a:pt x="34671" y="626376"/>
                  </a:lnTo>
                  <a:lnTo>
                    <a:pt x="39496" y="616546"/>
                  </a:lnTo>
                  <a:lnTo>
                    <a:pt x="44322" y="626376"/>
                  </a:lnTo>
                  <a:lnTo>
                    <a:pt x="52069" y="635495"/>
                  </a:lnTo>
                  <a:lnTo>
                    <a:pt x="63500" y="643242"/>
                  </a:lnTo>
                  <a:lnTo>
                    <a:pt x="78993" y="648931"/>
                  </a:lnTo>
                </a:path>
                <a:path w="79375" h="712469">
                  <a:moveTo>
                    <a:pt x="39496" y="429526"/>
                  </a:moveTo>
                  <a:lnTo>
                    <a:pt x="39496" y="293992"/>
                  </a:lnTo>
                </a:path>
                <a:path w="79375" h="712469">
                  <a:moveTo>
                    <a:pt x="0" y="321322"/>
                  </a:moveTo>
                  <a:lnTo>
                    <a:pt x="15493" y="315633"/>
                  </a:lnTo>
                  <a:lnTo>
                    <a:pt x="26924" y="307886"/>
                  </a:lnTo>
                  <a:lnTo>
                    <a:pt x="34671" y="298767"/>
                  </a:lnTo>
                  <a:lnTo>
                    <a:pt x="39496" y="288925"/>
                  </a:lnTo>
                  <a:lnTo>
                    <a:pt x="44322" y="298767"/>
                  </a:lnTo>
                  <a:lnTo>
                    <a:pt x="52069" y="307886"/>
                  </a:lnTo>
                  <a:lnTo>
                    <a:pt x="63500" y="315633"/>
                  </a:lnTo>
                  <a:lnTo>
                    <a:pt x="78993" y="321322"/>
                  </a:lnTo>
                </a:path>
                <a:path w="79375" h="712469">
                  <a:moveTo>
                    <a:pt x="39496" y="101917"/>
                  </a:moveTo>
                  <a:lnTo>
                    <a:pt x="39496" y="5080"/>
                  </a:lnTo>
                </a:path>
                <a:path w="79375" h="712469">
                  <a:moveTo>
                    <a:pt x="0" y="32385"/>
                  </a:moveTo>
                  <a:lnTo>
                    <a:pt x="15493" y="26670"/>
                  </a:lnTo>
                  <a:lnTo>
                    <a:pt x="26924" y="18923"/>
                  </a:lnTo>
                  <a:lnTo>
                    <a:pt x="34671" y="9779"/>
                  </a:lnTo>
                  <a:lnTo>
                    <a:pt x="39496" y="0"/>
                  </a:lnTo>
                  <a:lnTo>
                    <a:pt x="44322" y="9779"/>
                  </a:lnTo>
                  <a:lnTo>
                    <a:pt x="52069" y="18923"/>
                  </a:lnTo>
                  <a:lnTo>
                    <a:pt x="63500" y="26670"/>
                  </a:lnTo>
                  <a:lnTo>
                    <a:pt x="78993" y="32385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1887" y="2768650"/>
              <a:ext cx="221056" cy="2210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46963" y="435215"/>
            <a:ext cx="4921885" cy="50228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Insight: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Instead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learning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directly,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residual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F</a:t>
            </a:r>
            <a:r>
              <a:rPr sz="1050" i="1" spc="-3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Microsoft YaHei UI"/>
                <a:cs typeface="Microsoft YaHei UI"/>
              </a:rPr>
              <a:t>— </a:t>
            </a:r>
            <a:r>
              <a:rPr sz="1050" b="1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  <a:p>
            <a:pPr marL="2652395">
              <a:lnSpc>
                <a:spcPct val="100000"/>
              </a:lnSpc>
              <a:spcBef>
                <a:spcPts val="4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Residual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Block: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87420" y="928242"/>
            <a:ext cx="1847214" cy="371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difference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(residual):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50" i="1" dirty="0">
                <a:latin typeface="Arial"/>
                <a:cs typeface="Arial"/>
              </a:rPr>
              <a:t>H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F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 </a:t>
            </a:r>
            <a:r>
              <a:rPr sz="1050" b="1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88689" y="278048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50322" y="2483573"/>
            <a:ext cx="364490" cy="186690"/>
            <a:chOff x="3850322" y="2483573"/>
            <a:chExt cx="364490" cy="186690"/>
          </a:xfrm>
        </p:grpSpPr>
        <p:sp>
          <p:nvSpPr>
            <p:cNvPr id="19" name="object 19"/>
            <p:cNvSpPr/>
            <p:nvPr/>
          </p:nvSpPr>
          <p:spPr>
            <a:xfrm>
              <a:off x="3855084" y="2488336"/>
              <a:ext cx="354965" cy="177165"/>
            </a:xfrm>
            <a:custGeom>
              <a:avLst/>
              <a:gdLst/>
              <a:ahLst/>
              <a:cxnLst/>
              <a:rect l="l" t="t" r="r" b="b"/>
              <a:pathLst>
                <a:path w="354964" h="177164">
                  <a:moveTo>
                    <a:pt x="354596" y="0"/>
                  </a:moveTo>
                  <a:lnTo>
                    <a:pt x="0" y="0"/>
                  </a:lnTo>
                  <a:lnTo>
                    <a:pt x="0" y="176885"/>
                  </a:lnTo>
                  <a:lnTo>
                    <a:pt x="354596" y="176885"/>
                  </a:lnTo>
                  <a:lnTo>
                    <a:pt x="354596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55084" y="2488336"/>
              <a:ext cx="354965" cy="177165"/>
            </a:xfrm>
            <a:custGeom>
              <a:avLst/>
              <a:gdLst/>
              <a:ahLst/>
              <a:cxnLst/>
              <a:rect l="l" t="t" r="r" b="b"/>
              <a:pathLst>
                <a:path w="354964" h="177164">
                  <a:moveTo>
                    <a:pt x="0" y="176885"/>
                  </a:moveTo>
                  <a:lnTo>
                    <a:pt x="354596" y="176885"/>
                  </a:lnTo>
                  <a:lnTo>
                    <a:pt x="354596" y="0"/>
                  </a:lnTo>
                  <a:lnTo>
                    <a:pt x="0" y="0"/>
                  </a:lnTo>
                  <a:lnTo>
                    <a:pt x="0" y="17688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859847" y="2488793"/>
            <a:ext cx="345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Arial MT"/>
                <a:cs typeface="Arial MT"/>
              </a:rPr>
              <a:t>Conv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50322" y="1886762"/>
            <a:ext cx="364490" cy="531495"/>
            <a:chOff x="3850322" y="1886762"/>
            <a:chExt cx="364490" cy="531495"/>
          </a:xfrm>
        </p:grpSpPr>
        <p:sp>
          <p:nvSpPr>
            <p:cNvPr id="23" name="object 23"/>
            <p:cNvSpPr/>
            <p:nvPr/>
          </p:nvSpPr>
          <p:spPr>
            <a:xfrm>
              <a:off x="3855084" y="2236330"/>
              <a:ext cx="354965" cy="177165"/>
            </a:xfrm>
            <a:custGeom>
              <a:avLst/>
              <a:gdLst/>
              <a:ahLst/>
              <a:cxnLst/>
              <a:rect l="l" t="t" r="r" b="b"/>
              <a:pathLst>
                <a:path w="354964" h="177164">
                  <a:moveTo>
                    <a:pt x="354596" y="0"/>
                  </a:moveTo>
                  <a:lnTo>
                    <a:pt x="0" y="0"/>
                  </a:lnTo>
                  <a:lnTo>
                    <a:pt x="0" y="176885"/>
                  </a:lnTo>
                  <a:lnTo>
                    <a:pt x="354596" y="176885"/>
                  </a:lnTo>
                  <a:lnTo>
                    <a:pt x="354596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55084" y="2236330"/>
              <a:ext cx="354965" cy="177165"/>
            </a:xfrm>
            <a:custGeom>
              <a:avLst/>
              <a:gdLst/>
              <a:ahLst/>
              <a:cxnLst/>
              <a:rect l="l" t="t" r="r" b="b"/>
              <a:pathLst>
                <a:path w="354964" h="177164">
                  <a:moveTo>
                    <a:pt x="0" y="176885"/>
                  </a:moveTo>
                  <a:lnTo>
                    <a:pt x="354596" y="176885"/>
                  </a:lnTo>
                  <a:lnTo>
                    <a:pt x="354596" y="0"/>
                  </a:lnTo>
                  <a:lnTo>
                    <a:pt x="0" y="0"/>
                  </a:lnTo>
                  <a:lnTo>
                    <a:pt x="0" y="17688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2013" y="1886762"/>
              <a:ext cx="220802" cy="22080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986910" y="1896567"/>
            <a:ext cx="92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+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50195" y="1436941"/>
            <a:ext cx="364490" cy="364490"/>
            <a:chOff x="3850195" y="1436941"/>
            <a:chExt cx="364490" cy="364490"/>
          </a:xfrm>
        </p:grpSpPr>
        <p:sp>
          <p:nvSpPr>
            <p:cNvPr id="28" name="object 28"/>
            <p:cNvSpPr/>
            <p:nvPr/>
          </p:nvSpPr>
          <p:spPr>
            <a:xfrm>
              <a:off x="3854958" y="1441703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418" y="0"/>
                  </a:moveTo>
                  <a:lnTo>
                    <a:pt x="130301" y="6350"/>
                  </a:lnTo>
                  <a:lnTo>
                    <a:pt x="87883" y="24130"/>
                  </a:lnTo>
                  <a:lnTo>
                    <a:pt x="51942" y="51943"/>
                  </a:lnTo>
                  <a:lnTo>
                    <a:pt x="24256" y="87884"/>
                  </a:lnTo>
                  <a:lnTo>
                    <a:pt x="6350" y="130302"/>
                  </a:lnTo>
                  <a:lnTo>
                    <a:pt x="0" y="177419"/>
                  </a:lnTo>
                  <a:lnTo>
                    <a:pt x="6350" y="224663"/>
                  </a:lnTo>
                  <a:lnTo>
                    <a:pt x="24256" y="267081"/>
                  </a:lnTo>
                  <a:lnTo>
                    <a:pt x="51942" y="303022"/>
                  </a:lnTo>
                  <a:lnTo>
                    <a:pt x="87883" y="330708"/>
                  </a:lnTo>
                  <a:lnTo>
                    <a:pt x="130301" y="348615"/>
                  </a:lnTo>
                  <a:lnTo>
                    <a:pt x="177418" y="354965"/>
                  </a:lnTo>
                  <a:lnTo>
                    <a:pt x="224662" y="348615"/>
                  </a:lnTo>
                  <a:lnTo>
                    <a:pt x="267080" y="330708"/>
                  </a:lnTo>
                  <a:lnTo>
                    <a:pt x="303021" y="303022"/>
                  </a:lnTo>
                  <a:lnTo>
                    <a:pt x="330707" y="267081"/>
                  </a:lnTo>
                  <a:lnTo>
                    <a:pt x="348614" y="224663"/>
                  </a:lnTo>
                  <a:lnTo>
                    <a:pt x="354964" y="177419"/>
                  </a:lnTo>
                  <a:lnTo>
                    <a:pt x="348614" y="130302"/>
                  </a:lnTo>
                  <a:lnTo>
                    <a:pt x="330707" y="87884"/>
                  </a:lnTo>
                  <a:lnTo>
                    <a:pt x="303021" y="51943"/>
                  </a:lnTo>
                  <a:lnTo>
                    <a:pt x="267080" y="24130"/>
                  </a:lnTo>
                  <a:lnTo>
                    <a:pt x="224662" y="6350"/>
                  </a:lnTo>
                  <a:lnTo>
                    <a:pt x="17741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54958" y="1441703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54964" y="177419"/>
                  </a:moveTo>
                  <a:lnTo>
                    <a:pt x="348614" y="130302"/>
                  </a:lnTo>
                  <a:lnTo>
                    <a:pt x="330707" y="87884"/>
                  </a:lnTo>
                  <a:lnTo>
                    <a:pt x="303021" y="51943"/>
                  </a:lnTo>
                  <a:lnTo>
                    <a:pt x="267080" y="24130"/>
                  </a:lnTo>
                  <a:lnTo>
                    <a:pt x="224662" y="6350"/>
                  </a:lnTo>
                  <a:lnTo>
                    <a:pt x="177418" y="0"/>
                  </a:lnTo>
                  <a:lnTo>
                    <a:pt x="130301" y="6350"/>
                  </a:lnTo>
                  <a:lnTo>
                    <a:pt x="87883" y="24130"/>
                  </a:lnTo>
                  <a:lnTo>
                    <a:pt x="51942" y="51943"/>
                  </a:lnTo>
                  <a:lnTo>
                    <a:pt x="24256" y="87884"/>
                  </a:lnTo>
                  <a:lnTo>
                    <a:pt x="6350" y="130302"/>
                  </a:lnTo>
                  <a:lnTo>
                    <a:pt x="0" y="177419"/>
                  </a:lnTo>
                  <a:lnTo>
                    <a:pt x="6350" y="224663"/>
                  </a:lnTo>
                  <a:lnTo>
                    <a:pt x="24256" y="267081"/>
                  </a:lnTo>
                  <a:lnTo>
                    <a:pt x="51942" y="303022"/>
                  </a:lnTo>
                  <a:lnTo>
                    <a:pt x="87883" y="330708"/>
                  </a:lnTo>
                  <a:lnTo>
                    <a:pt x="130301" y="348615"/>
                  </a:lnTo>
                  <a:lnTo>
                    <a:pt x="177418" y="354965"/>
                  </a:lnTo>
                  <a:lnTo>
                    <a:pt x="224662" y="348615"/>
                  </a:lnTo>
                  <a:lnTo>
                    <a:pt x="267080" y="330708"/>
                  </a:lnTo>
                  <a:lnTo>
                    <a:pt x="303021" y="303022"/>
                  </a:lnTo>
                  <a:lnTo>
                    <a:pt x="330707" y="267081"/>
                  </a:lnTo>
                  <a:lnTo>
                    <a:pt x="348614" y="224663"/>
                  </a:lnTo>
                  <a:lnTo>
                    <a:pt x="354964" y="17741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916807" y="1528648"/>
            <a:ext cx="230504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i="1" spc="-20" dirty="0">
                <a:latin typeface="Arial"/>
                <a:cs typeface="Arial"/>
              </a:rPr>
              <a:t>H</a:t>
            </a:r>
            <a:r>
              <a:rPr sz="800" spc="-20" dirty="0">
                <a:latin typeface="Verdana"/>
                <a:cs typeface="Verdana"/>
              </a:rPr>
              <a:t>(</a:t>
            </a:r>
            <a:r>
              <a:rPr sz="700" b="1" spc="-20" dirty="0">
                <a:latin typeface="Arial"/>
                <a:cs typeface="Arial"/>
              </a:rPr>
              <a:t>x</a:t>
            </a:r>
            <a:r>
              <a:rPr sz="800" spc="-20" dirty="0">
                <a:latin typeface="Verdana"/>
                <a:cs typeface="Verdana"/>
              </a:rPr>
              <a:t>)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92879" y="2672803"/>
            <a:ext cx="79375" cy="95885"/>
          </a:xfrm>
          <a:custGeom>
            <a:avLst/>
            <a:gdLst/>
            <a:ahLst/>
            <a:cxnLst/>
            <a:rect l="l" t="t" r="r" b="b"/>
            <a:pathLst>
              <a:path w="79375" h="95885">
                <a:moveTo>
                  <a:pt x="39497" y="95846"/>
                </a:moveTo>
                <a:lnTo>
                  <a:pt x="39497" y="5067"/>
                </a:lnTo>
              </a:path>
              <a:path w="79375" h="95885">
                <a:moveTo>
                  <a:pt x="0" y="32397"/>
                </a:moveTo>
                <a:lnTo>
                  <a:pt x="15621" y="26708"/>
                </a:lnTo>
                <a:lnTo>
                  <a:pt x="26924" y="18961"/>
                </a:lnTo>
                <a:lnTo>
                  <a:pt x="34798" y="9842"/>
                </a:lnTo>
                <a:lnTo>
                  <a:pt x="39497" y="0"/>
                </a:lnTo>
                <a:lnTo>
                  <a:pt x="44323" y="9842"/>
                </a:lnTo>
                <a:lnTo>
                  <a:pt x="52197" y="18961"/>
                </a:lnTo>
                <a:lnTo>
                  <a:pt x="63500" y="26708"/>
                </a:lnTo>
                <a:lnTo>
                  <a:pt x="79121" y="32397"/>
                </a:lnTo>
              </a:path>
            </a:pathLst>
          </a:custGeom>
          <a:ln w="10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070984" y="2640279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0" dirty="0">
                <a:latin typeface="Arial"/>
                <a:cs typeface="Arial"/>
              </a:rPr>
              <a:t>x</a:t>
            </a:r>
            <a:endParaRPr sz="7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92879" y="2112619"/>
            <a:ext cx="79375" cy="373380"/>
          </a:xfrm>
          <a:custGeom>
            <a:avLst/>
            <a:gdLst/>
            <a:ahLst/>
            <a:cxnLst/>
            <a:rect l="l" t="t" r="r" b="b"/>
            <a:pathLst>
              <a:path w="79375" h="373380">
                <a:moveTo>
                  <a:pt x="39497" y="373176"/>
                </a:moveTo>
                <a:lnTo>
                  <a:pt x="39497" y="313245"/>
                </a:lnTo>
              </a:path>
              <a:path w="79375" h="373380">
                <a:moveTo>
                  <a:pt x="0" y="340575"/>
                </a:moveTo>
                <a:lnTo>
                  <a:pt x="15621" y="334886"/>
                </a:lnTo>
                <a:lnTo>
                  <a:pt x="26924" y="327139"/>
                </a:lnTo>
                <a:lnTo>
                  <a:pt x="34798" y="318020"/>
                </a:lnTo>
                <a:lnTo>
                  <a:pt x="39497" y="308178"/>
                </a:lnTo>
                <a:lnTo>
                  <a:pt x="44323" y="318020"/>
                </a:lnTo>
                <a:lnTo>
                  <a:pt x="52197" y="327139"/>
                </a:lnTo>
                <a:lnTo>
                  <a:pt x="63500" y="334886"/>
                </a:lnTo>
                <a:lnTo>
                  <a:pt x="79121" y="340575"/>
                </a:lnTo>
              </a:path>
              <a:path w="79375" h="373380">
                <a:moveTo>
                  <a:pt x="39497" y="121170"/>
                </a:moveTo>
                <a:lnTo>
                  <a:pt x="39497" y="5054"/>
                </a:lnTo>
              </a:path>
              <a:path w="79375" h="373380">
                <a:moveTo>
                  <a:pt x="0" y="32385"/>
                </a:moveTo>
                <a:lnTo>
                  <a:pt x="15621" y="26695"/>
                </a:lnTo>
                <a:lnTo>
                  <a:pt x="26924" y="18961"/>
                </a:lnTo>
                <a:lnTo>
                  <a:pt x="34798" y="9829"/>
                </a:lnTo>
                <a:lnTo>
                  <a:pt x="39497" y="0"/>
                </a:lnTo>
                <a:lnTo>
                  <a:pt x="44323" y="9829"/>
                </a:lnTo>
                <a:lnTo>
                  <a:pt x="52197" y="18961"/>
                </a:lnTo>
                <a:lnTo>
                  <a:pt x="63500" y="26695"/>
                </a:lnTo>
                <a:lnTo>
                  <a:pt x="79121" y="32385"/>
                </a:lnTo>
              </a:path>
            </a:pathLst>
          </a:custGeom>
          <a:ln w="10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070984" y="2080971"/>
            <a:ext cx="800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F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34447" y="2236114"/>
            <a:ext cx="4159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sz="900" spc="-80" dirty="0">
                <a:latin typeface="Arial MT"/>
                <a:cs typeface="Arial MT"/>
              </a:rPr>
              <a:t>Con</a:t>
            </a:r>
            <a:r>
              <a:rPr sz="1200" spc="-120" baseline="34722" dirty="0">
                <a:latin typeface="Verdana"/>
                <a:cs typeface="Verdana"/>
              </a:rPr>
              <a:t>(</a:t>
            </a:r>
            <a:r>
              <a:rPr sz="900" spc="-80" dirty="0">
                <a:latin typeface="Arial MT"/>
                <a:cs typeface="Arial MT"/>
              </a:rPr>
              <a:t>v</a:t>
            </a:r>
            <a:r>
              <a:rPr sz="1050" b="1" spc="-120" baseline="39682" dirty="0">
                <a:latin typeface="Arial"/>
                <a:cs typeface="Arial"/>
              </a:rPr>
              <a:t>x</a:t>
            </a:r>
            <a:r>
              <a:rPr sz="1200" spc="-120" baseline="34722" dirty="0">
                <a:latin typeface="Verdana"/>
                <a:cs typeface="Verdana"/>
              </a:rPr>
              <a:t>)</a:t>
            </a:r>
            <a:endParaRPr sz="1200" baseline="34722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87800" y="1799208"/>
            <a:ext cx="301625" cy="1014094"/>
            <a:chOff x="3987800" y="1799208"/>
            <a:chExt cx="301625" cy="1014094"/>
          </a:xfrm>
        </p:grpSpPr>
        <p:sp>
          <p:nvSpPr>
            <p:cNvPr id="37" name="object 37"/>
            <p:cNvSpPr/>
            <p:nvPr/>
          </p:nvSpPr>
          <p:spPr>
            <a:xfrm>
              <a:off x="3992880" y="1804288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39497" y="82422"/>
                  </a:moveTo>
                  <a:lnTo>
                    <a:pt x="39497" y="5079"/>
                  </a:lnTo>
                </a:path>
                <a:path w="79375" h="82550">
                  <a:moveTo>
                    <a:pt x="0" y="32384"/>
                  </a:moveTo>
                  <a:lnTo>
                    <a:pt x="15621" y="26669"/>
                  </a:lnTo>
                  <a:lnTo>
                    <a:pt x="26924" y="18922"/>
                  </a:lnTo>
                  <a:lnTo>
                    <a:pt x="34798" y="9778"/>
                  </a:lnTo>
                  <a:lnTo>
                    <a:pt x="39497" y="0"/>
                  </a:lnTo>
                  <a:lnTo>
                    <a:pt x="44323" y="9778"/>
                  </a:lnTo>
                  <a:lnTo>
                    <a:pt x="52197" y="18922"/>
                  </a:lnTo>
                  <a:lnTo>
                    <a:pt x="63500" y="26669"/>
                  </a:lnTo>
                  <a:lnTo>
                    <a:pt x="79121" y="32384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17086" y="2074621"/>
              <a:ext cx="167005" cy="734060"/>
            </a:xfrm>
            <a:custGeom>
              <a:avLst/>
              <a:gdLst/>
              <a:ahLst/>
              <a:cxnLst/>
              <a:rect l="l" t="t" r="r" b="b"/>
              <a:pathLst>
                <a:path w="167004" h="734060">
                  <a:moveTo>
                    <a:pt x="0" y="733513"/>
                  </a:moveTo>
                  <a:lnTo>
                    <a:pt x="34798" y="700951"/>
                  </a:lnTo>
                  <a:lnTo>
                    <a:pt x="65531" y="665391"/>
                  </a:lnTo>
                  <a:lnTo>
                    <a:pt x="92201" y="627189"/>
                  </a:lnTo>
                  <a:lnTo>
                    <a:pt x="114680" y="586752"/>
                  </a:lnTo>
                  <a:lnTo>
                    <a:pt x="133223" y="544436"/>
                  </a:lnTo>
                  <a:lnTo>
                    <a:pt x="147700" y="500659"/>
                  </a:lnTo>
                  <a:lnTo>
                    <a:pt x="158114" y="455790"/>
                  </a:lnTo>
                  <a:lnTo>
                    <a:pt x="164464" y="410209"/>
                  </a:lnTo>
                  <a:lnTo>
                    <a:pt x="166750" y="364299"/>
                  </a:lnTo>
                  <a:lnTo>
                    <a:pt x="165100" y="318452"/>
                  </a:lnTo>
                  <a:lnTo>
                    <a:pt x="159385" y="273062"/>
                  </a:lnTo>
                  <a:lnTo>
                    <a:pt x="149605" y="228485"/>
                  </a:lnTo>
                  <a:lnTo>
                    <a:pt x="135889" y="185127"/>
                  </a:lnTo>
                  <a:lnTo>
                    <a:pt x="118237" y="143370"/>
                  </a:lnTo>
                  <a:lnTo>
                    <a:pt x="96519" y="103593"/>
                  </a:lnTo>
                  <a:lnTo>
                    <a:pt x="70865" y="66192"/>
                  </a:lnTo>
                  <a:lnTo>
                    <a:pt x="41275" y="31521"/>
                  </a:lnTo>
                  <a:lnTo>
                    <a:pt x="7619" y="0"/>
                  </a:lnTo>
                </a:path>
              </a:pathLst>
            </a:custGeom>
            <a:ln w="10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20261" y="2061921"/>
              <a:ext cx="50800" cy="60960"/>
            </a:xfrm>
            <a:custGeom>
              <a:avLst/>
              <a:gdLst/>
              <a:ahLst/>
              <a:cxnLst/>
              <a:rect l="l" t="t" r="r" b="b"/>
              <a:pathLst>
                <a:path w="50800" h="60960">
                  <a:moveTo>
                    <a:pt x="0" y="60540"/>
                  </a:moveTo>
                  <a:lnTo>
                    <a:pt x="5714" y="44983"/>
                  </a:lnTo>
                  <a:lnTo>
                    <a:pt x="7112" y="31280"/>
                  </a:lnTo>
                  <a:lnTo>
                    <a:pt x="5079" y="19431"/>
                  </a:lnTo>
                  <a:lnTo>
                    <a:pt x="635" y="9448"/>
                  </a:lnTo>
                  <a:lnTo>
                    <a:pt x="11175" y="12103"/>
                  </a:lnTo>
                  <a:lnTo>
                    <a:pt x="23240" y="11988"/>
                  </a:lnTo>
                  <a:lnTo>
                    <a:pt x="36449" y="8242"/>
                  </a:lnTo>
                  <a:lnTo>
                    <a:pt x="50800" y="0"/>
                  </a:lnTo>
                </a:path>
              </a:pathLst>
            </a:custGeom>
            <a:ln w="10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321302" y="2358948"/>
            <a:ext cx="3048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FF0000"/>
                </a:solidFill>
                <a:latin typeface="Arial MT"/>
                <a:cs typeface="Arial MT"/>
              </a:rPr>
              <a:t>identity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57145" y="1532585"/>
            <a:ext cx="1499235" cy="105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sz="950" dirty="0">
                <a:solidFill>
                  <a:srgbClr val="EB1F27"/>
                </a:solidFill>
                <a:latin typeface="Arial MT"/>
                <a:cs typeface="Arial MT"/>
              </a:rPr>
              <a:t>Why</a:t>
            </a:r>
            <a:r>
              <a:rPr sz="950" spc="-40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EB1F27"/>
                </a:solidFill>
                <a:latin typeface="Arial MT"/>
                <a:cs typeface="Arial MT"/>
              </a:rPr>
              <a:t>easier?</a:t>
            </a:r>
            <a:r>
              <a:rPr sz="950" spc="-3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If</a:t>
            </a:r>
            <a:r>
              <a:rPr sz="950" spc="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identity</a:t>
            </a:r>
            <a:r>
              <a:rPr sz="950" spc="-20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208A20"/>
                </a:solidFill>
                <a:latin typeface="Arial MT"/>
                <a:cs typeface="Arial MT"/>
              </a:rPr>
              <a:t>is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optimal,</a:t>
            </a:r>
            <a:r>
              <a:rPr sz="950" spc="-30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network</a:t>
            </a:r>
            <a:r>
              <a:rPr sz="950" spc="-2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just</a:t>
            </a:r>
            <a:r>
              <a:rPr sz="950" spc="-20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208A20"/>
                </a:solidFill>
                <a:latin typeface="Arial MT"/>
                <a:cs typeface="Arial MT"/>
              </a:rPr>
              <a:t>needs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to</a:t>
            </a:r>
            <a:r>
              <a:rPr sz="950" spc="-2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learn</a:t>
            </a:r>
            <a:r>
              <a:rPr sz="950" spc="-2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i="1" dirty="0">
                <a:solidFill>
                  <a:srgbClr val="208A20"/>
                </a:solidFill>
                <a:latin typeface="Arial"/>
                <a:cs typeface="Arial"/>
              </a:rPr>
              <a:t>F</a:t>
            </a:r>
            <a:r>
              <a:rPr sz="950" i="1" spc="-10" dirty="0">
                <a:solidFill>
                  <a:srgbClr val="208A2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08A20"/>
                </a:solidFill>
                <a:latin typeface="Tahoma"/>
                <a:cs typeface="Tahoma"/>
              </a:rPr>
              <a:t>(</a:t>
            </a:r>
            <a:r>
              <a:rPr sz="950" b="1" dirty="0">
                <a:solidFill>
                  <a:srgbClr val="208A20"/>
                </a:solidFill>
                <a:latin typeface="Arial"/>
                <a:cs typeface="Arial"/>
              </a:rPr>
              <a:t>x</a:t>
            </a:r>
            <a:r>
              <a:rPr sz="1100" dirty="0">
                <a:solidFill>
                  <a:srgbClr val="208A20"/>
                </a:solidFill>
                <a:latin typeface="Tahoma"/>
                <a:cs typeface="Tahoma"/>
              </a:rPr>
              <a:t>)</a:t>
            </a:r>
            <a:r>
              <a:rPr sz="1100" spc="5" dirty="0">
                <a:solidFill>
                  <a:srgbClr val="208A2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08A20"/>
                </a:solidFill>
                <a:latin typeface="Tahoma"/>
                <a:cs typeface="Tahoma"/>
              </a:rPr>
              <a:t>=</a:t>
            </a:r>
            <a:r>
              <a:rPr sz="1100" spc="-10" dirty="0">
                <a:solidFill>
                  <a:srgbClr val="208A20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0</a:t>
            </a:r>
            <a:r>
              <a:rPr sz="950" spc="-20" dirty="0">
                <a:solidFill>
                  <a:srgbClr val="208A20"/>
                </a:solidFill>
                <a:latin typeface="Arial MT"/>
                <a:cs typeface="Arial MT"/>
              </a:rPr>
              <a:t> (push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weights</a:t>
            </a:r>
            <a:r>
              <a:rPr sz="950" spc="-20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to</a:t>
            </a:r>
            <a:r>
              <a:rPr sz="950" spc="-2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zero),</a:t>
            </a:r>
            <a:r>
              <a:rPr sz="950" spc="-1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which</a:t>
            </a:r>
            <a:r>
              <a:rPr sz="950" spc="-25" dirty="0">
                <a:solidFill>
                  <a:srgbClr val="208A20"/>
                </a:solidFill>
                <a:latin typeface="Arial MT"/>
                <a:cs typeface="Arial MT"/>
              </a:rPr>
              <a:t> is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easier</a:t>
            </a:r>
            <a:r>
              <a:rPr sz="950" spc="-3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than</a:t>
            </a:r>
            <a:r>
              <a:rPr sz="950" spc="-1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Arial MT"/>
                <a:cs typeface="Arial MT"/>
              </a:rPr>
              <a:t>learning</a:t>
            </a:r>
            <a:r>
              <a:rPr sz="950" spc="-15" dirty="0">
                <a:solidFill>
                  <a:srgbClr val="208A2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208A20"/>
                </a:solidFill>
                <a:latin typeface="Arial MT"/>
                <a:cs typeface="Arial MT"/>
              </a:rPr>
              <a:t>identity explicitly!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43" name="object 43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140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Basic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Residual</a:t>
            </a:r>
            <a:r>
              <a:rPr cap="small" spc="95" dirty="0">
                <a:solidFill>
                  <a:srgbClr val="FFFFFF"/>
                </a:solidFill>
              </a:rPr>
              <a:t> </a:t>
            </a:r>
            <a:r>
              <a:rPr cap="small" spc="-65" dirty="0">
                <a:solidFill>
                  <a:srgbClr val="FFFFFF"/>
                </a:solidFill>
              </a:rPr>
              <a:t>Block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2446" y="2829293"/>
            <a:ext cx="221056" cy="2210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48486" y="284114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38161" y="2546261"/>
            <a:ext cx="909955" cy="211454"/>
            <a:chOff x="938161" y="2546261"/>
            <a:chExt cx="909955" cy="211454"/>
          </a:xfrm>
        </p:grpSpPr>
        <p:sp>
          <p:nvSpPr>
            <p:cNvPr id="6" name="object 6"/>
            <p:cNvSpPr/>
            <p:nvPr/>
          </p:nvSpPr>
          <p:spPr>
            <a:xfrm>
              <a:off x="942924" y="2551023"/>
              <a:ext cx="900430" cy="201930"/>
            </a:xfrm>
            <a:custGeom>
              <a:avLst/>
              <a:gdLst/>
              <a:ahLst/>
              <a:cxnLst/>
              <a:rect l="l" t="t" r="r" b="b"/>
              <a:pathLst>
                <a:path w="900430" h="201930">
                  <a:moveTo>
                    <a:pt x="900010" y="0"/>
                  </a:moveTo>
                  <a:lnTo>
                    <a:pt x="0" y="0"/>
                  </a:lnTo>
                  <a:lnTo>
                    <a:pt x="0" y="201599"/>
                  </a:lnTo>
                  <a:lnTo>
                    <a:pt x="900010" y="201599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2924" y="2551023"/>
              <a:ext cx="900430" cy="201930"/>
            </a:xfrm>
            <a:custGeom>
              <a:avLst/>
              <a:gdLst/>
              <a:ahLst/>
              <a:cxnLst/>
              <a:rect l="l" t="t" r="r" b="b"/>
              <a:pathLst>
                <a:path w="900430" h="201930">
                  <a:moveTo>
                    <a:pt x="0" y="201599"/>
                  </a:moveTo>
                  <a:lnTo>
                    <a:pt x="900010" y="201599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2015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7686" y="2555849"/>
            <a:ext cx="8909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3×3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Conv,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64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8161" y="2269058"/>
            <a:ext cx="909955" cy="189865"/>
            <a:chOff x="938161" y="2269058"/>
            <a:chExt cx="909955" cy="189865"/>
          </a:xfrm>
        </p:grpSpPr>
        <p:sp>
          <p:nvSpPr>
            <p:cNvPr id="10" name="object 10"/>
            <p:cNvSpPr/>
            <p:nvPr/>
          </p:nvSpPr>
          <p:spPr>
            <a:xfrm>
              <a:off x="942924" y="2273820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>
                  <a:moveTo>
                    <a:pt x="900010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00010" y="17999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CC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2924" y="2273820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>
                  <a:moveTo>
                    <a:pt x="0" y="179997"/>
                  </a:moveTo>
                  <a:lnTo>
                    <a:pt x="900010" y="17999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79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47686" y="2274823"/>
            <a:ext cx="890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Batch</a:t>
            </a:r>
            <a:r>
              <a:rPr sz="900" spc="-20" dirty="0">
                <a:latin typeface="Arial MT"/>
                <a:cs typeface="Arial MT"/>
              </a:rPr>
              <a:t> Norm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38161" y="1981047"/>
            <a:ext cx="909955" cy="189865"/>
            <a:chOff x="938161" y="1981047"/>
            <a:chExt cx="909955" cy="189865"/>
          </a:xfrm>
        </p:grpSpPr>
        <p:sp>
          <p:nvSpPr>
            <p:cNvPr id="14" name="object 14"/>
            <p:cNvSpPr/>
            <p:nvPr/>
          </p:nvSpPr>
          <p:spPr>
            <a:xfrm>
              <a:off x="942924" y="198580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>
                  <a:moveTo>
                    <a:pt x="900010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00010" y="17999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FFF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2924" y="198580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>
                  <a:moveTo>
                    <a:pt x="0" y="179997"/>
                  </a:moveTo>
                  <a:lnTo>
                    <a:pt x="900010" y="17999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79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47686" y="1986788"/>
            <a:ext cx="890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Arial MT"/>
                <a:cs typeface="Arial MT"/>
              </a:rPr>
              <a:t>ReLU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8161" y="1687144"/>
            <a:ext cx="909955" cy="201295"/>
            <a:chOff x="938161" y="1687144"/>
            <a:chExt cx="909955" cy="201295"/>
          </a:xfrm>
        </p:grpSpPr>
        <p:sp>
          <p:nvSpPr>
            <p:cNvPr id="18" name="object 18"/>
            <p:cNvSpPr/>
            <p:nvPr/>
          </p:nvSpPr>
          <p:spPr>
            <a:xfrm>
              <a:off x="942924" y="1691906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>
                  <a:moveTo>
                    <a:pt x="900010" y="0"/>
                  </a:moveTo>
                  <a:lnTo>
                    <a:pt x="0" y="0"/>
                  </a:lnTo>
                  <a:lnTo>
                    <a:pt x="0" y="191757"/>
                  </a:lnTo>
                  <a:lnTo>
                    <a:pt x="900010" y="19175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2924" y="1691906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>
                  <a:moveTo>
                    <a:pt x="0" y="191757"/>
                  </a:moveTo>
                  <a:lnTo>
                    <a:pt x="900010" y="19175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9175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47686" y="1692020"/>
            <a:ext cx="890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3×3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Conv,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64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8161" y="1405026"/>
            <a:ext cx="909955" cy="189865"/>
            <a:chOff x="938161" y="1405026"/>
            <a:chExt cx="909955" cy="189865"/>
          </a:xfrm>
        </p:grpSpPr>
        <p:sp>
          <p:nvSpPr>
            <p:cNvPr id="22" name="object 22"/>
            <p:cNvSpPr/>
            <p:nvPr/>
          </p:nvSpPr>
          <p:spPr>
            <a:xfrm>
              <a:off x="942924" y="1409788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>
                  <a:moveTo>
                    <a:pt x="900010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00010" y="17999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CC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2924" y="1409788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>
                  <a:moveTo>
                    <a:pt x="0" y="179997"/>
                  </a:moveTo>
                  <a:lnTo>
                    <a:pt x="900010" y="17999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79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47686" y="1410461"/>
            <a:ext cx="890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Batch</a:t>
            </a:r>
            <a:r>
              <a:rPr sz="900" spc="-20" dirty="0">
                <a:latin typeface="Arial MT"/>
                <a:cs typeface="Arial MT"/>
              </a:rPr>
              <a:t> Norm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2572" y="1101394"/>
            <a:ext cx="220802" cy="220802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346708" y="1110741"/>
            <a:ext cx="92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Arial MT"/>
                <a:cs typeface="Arial MT"/>
              </a:rPr>
              <a:t>+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38161" y="829081"/>
            <a:ext cx="909955" cy="189865"/>
            <a:chOff x="938161" y="829081"/>
            <a:chExt cx="909955" cy="189865"/>
          </a:xfrm>
        </p:grpSpPr>
        <p:sp>
          <p:nvSpPr>
            <p:cNvPr id="28" name="object 28"/>
            <p:cNvSpPr/>
            <p:nvPr/>
          </p:nvSpPr>
          <p:spPr>
            <a:xfrm>
              <a:off x="942924" y="833843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>
                  <a:moveTo>
                    <a:pt x="900010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00010" y="17999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FFF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42924" y="833843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>
                  <a:moveTo>
                    <a:pt x="0" y="179997"/>
                  </a:moveTo>
                  <a:lnTo>
                    <a:pt x="900010" y="17999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79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34541" y="833704"/>
            <a:ext cx="3187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Arial MT"/>
                <a:cs typeface="Arial MT"/>
              </a:rPr>
              <a:t>ReLU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271714" y="514540"/>
            <a:ext cx="242570" cy="242570"/>
            <a:chOff x="1271714" y="514540"/>
            <a:chExt cx="242570" cy="242570"/>
          </a:xfrm>
        </p:grpSpPr>
        <p:sp>
          <p:nvSpPr>
            <p:cNvPr id="32" name="object 32"/>
            <p:cNvSpPr/>
            <p:nvPr/>
          </p:nvSpPr>
          <p:spPr>
            <a:xfrm>
              <a:off x="1276477" y="519302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>
                  <a:moveTo>
                    <a:pt x="116459" y="0"/>
                  </a:moveTo>
                  <a:lnTo>
                    <a:pt x="71119" y="9143"/>
                  </a:lnTo>
                  <a:lnTo>
                    <a:pt x="34035" y="34162"/>
                  </a:lnTo>
                  <a:lnTo>
                    <a:pt x="9143" y="71119"/>
                  </a:lnTo>
                  <a:lnTo>
                    <a:pt x="0" y="116459"/>
                  </a:lnTo>
                  <a:lnTo>
                    <a:pt x="9143" y="161798"/>
                  </a:lnTo>
                  <a:lnTo>
                    <a:pt x="34035" y="198881"/>
                  </a:lnTo>
                  <a:lnTo>
                    <a:pt x="71119" y="223774"/>
                  </a:lnTo>
                  <a:lnTo>
                    <a:pt x="116459" y="232918"/>
                  </a:lnTo>
                  <a:lnTo>
                    <a:pt x="161797" y="223774"/>
                  </a:lnTo>
                  <a:lnTo>
                    <a:pt x="198881" y="198881"/>
                  </a:lnTo>
                  <a:lnTo>
                    <a:pt x="223773" y="161798"/>
                  </a:lnTo>
                  <a:lnTo>
                    <a:pt x="232917" y="116459"/>
                  </a:lnTo>
                  <a:lnTo>
                    <a:pt x="223773" y="71119"/>
                  </a:lnTo>
                  <a:lnTo>
                    <a:pt x="198881" y="34162"/>
                  </a:lnTo>
                  <a:lnTo>
                    <a:pt x="161797" y="9143"/>
                  </a:lnTo>
                  <a:lnTo>
                    <a:pt x="116459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76477" y="519302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>
                  <a:moveTo>
                    <a:pt x="232917" y="116459"/>
                  </a:moveTo>
                  <a:lnTo>
                    <a:pt x="223773" y="71119"/>
                  </a:lnTo>
                  <a:lnTo>
                    <a:pt x="198881" y="34162"/>
                  </a:lnTo>
                  <a:lnTo>
                    <a:pt x="161797" y="9143"/>
                  </a:lnTo>
                  <a:lnTo>
                    <a:pt x="116459" y="0"/>
                  </a:lnTo>
                  <a:lnTo>
                    <a:pt x="71119" y="9143"/>
                  </a:lnTo>
                  <a:lnTo>
                    <a:pt x="34035" y="34162"/>
                  </a:lnTo>
                  <a:lnTo>
                    <a:pt x="9143" y="71119"/>
                  </a:lnTo>
                  <a:lnTo>
                    <a:pt x="0" y="116459"/>
                  </a:lnTo>
                  <a:lnTo>
                    <a:pt x="9143" y="161798"/>
                  </a:lnTo>
                  <a:lnTo>
                    <a:pt x="34035" y="198881"/>
                  </a:lnTo>
                  <a:lnTo>
                    <a:pt x="71119" y="223774"/>
                  </a:lnTo>
                  <a:lnTo>
                    <a:pt x="116459" y="232918"/>
                  </a:lnTo>
                  <a:lnTo>
                    <a:pt x="161797" y="223774"/>
                  </a:lnTo>
                  <a:lnTo>
                    <a:pt x="198881" y="198881"/>
                  </a:lnTo>
                  <a:lnTo>
                    <a:pt x="223773" y="161798"/>
                  </a:lnTo>
                  <a:lnTo>
                    <a:pt x="232917" y="11645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48486" y="52400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348358" y="754633"/>
            <a:ext cx="670560" cy="2193290"/>
            <a:chOff x="1348358" y="754633"/>
            <a:chExt cx="670560" cy="2193290"/>
          </a:xfrm>
        </p:grpSpPr>
        <p:sp>
          <p:nvSpPr>
            <p:cNvPr id="36" name="object 36"/>
            <p:cNvSpPr/>
            <p:nvPr/>
          </p:nvSpPr>
          <p:spPr>
            <a:xfrm>
              <a:off x="1353438" y="759713"/>
              <a:ext cx="79375" cy="2070100"/>
            </a:xfrm>
            <a:custGeom>
              <a:avLst/>
              <a:gdLst/>
              <a:ahLst/>
              <a:cxnLst/>
              <a:rect l="l" t="t" r="r" b="b"/>
              <a:pathLst>
                <a:path w="79375" h="2070100">
                  <a:moveTo>
                    <a:pt x="39497" y="2069566"/>
                  </a:moveTo>
                  <a:lnTo>
                    <a:pt x="39497" y="2005545"/>
                  </a:lnTo>
                </a:path>
                <a:path w="79375" h="2070100">
                  <a:moveTo>
                    <a:pt x="0" y="2032863"/>
                  </a:moveTo>
                  <a:lnTo>
                    <a:pt x="15494" y="2027186"/>
                  </a:lnTo>
                  <a:lnTo>
                    <a:pt x="26924" y="2019439"/>
                  </a:lnTo>
                  <a:lnTo>
                    <a:pt x="34671" y="2010308"/>
                  </a:lnTo>
                  <a:lnTo>
                    <a:pt x="39497" y="2000478"/>
                  </a:lnTo>
                  <a:lnTo>
                    <a:pt x="44323" y="2010308"/>
                  </a:lnTo>
                  <a:lnTo>
                    <a:pt x="52070" y="2019439"/>
                  </a:lnTo>
                  <a:lnTo>
                    <a:pt x="63500" y="2027186"/>
                  </a:lnTo>
                  <a:lnTo>
                    <a:pt x="78994" y="2032863"/>
                  </a:lnTo>
                </a:path>
                <a:path w="79375" h="2070100">
                  <a:moveTo>
                    <a:pt x="39497" y="1788744"/>
                  </a:moveTo>
                  <a:lnTo>
                    <a:pt x="39497" y="1706727"/>
                  </a:lnTo>
                </a:path>
                <a:path w="79375" h="2070100">
                  <a:moveTo>
                    <a:pt x="0" y="1734045"/>
                  </a:moveTo>
                  <a:lnTo>
                    <a:pt x="15494" y="1728355"/>
                  </a:lnTo>
                  <a:lnTo>
                    <a:pt x="26924" y="1720621"/>
                  </a:lnTo>
                  <a:lnTo>
                    <a:pt x="34671" y="1711490"/>
                  </a:lnTo>
                  <a:lnTo>
                    <a:pt x="39497" y="1701660"/>
                  </a:lnTo>
                  <a:lnTo>
                    <a:pt x="44323" y="1711490"/>
                  </a:lnTo>
                  <a:lnTo>
                    <a:pt x="52070" y="1720621"/>
                  </a:lnTo>
                  <a:lnTo>
                    <a:pt x="63500" y="1728355"/>
                  </a:lnTo>
                  <a:lnTo>
                    <a:pt x="78994" y="1734045"/>
                  </a:lnTo>
                </a:path>
                <a:path w="79375" h="2070100">
                  <a:moveTo>
                    <a:pt x="39497" y="1511528"/>
                  </a:moveTo>
                  <a:lnTo>
                    <a:pt x="39497" y="1418704"/>
                  </a:lnTo>
                </a:path>
                <a:path w="79375" h="2070100">
                  <a:moveTo>
                    <a:pt x="0" y="1446034"/>
                  </a:moveTo>
                  <a:lnTo>
                    <a:pt x="15494" y="1440345"/>
                  </a:lnTo>
                  <a:lnTo>
                    <a:pt x="26924" y="1432598"/>
                  </a:lnTo>
                  <a:lnTo>
                    <a:pt x="34671" y="1423466"/>
                  </a:lnTo>
                  <a:lnTo>
                    <a:pt x="39497" y="1413637"/>
                  </a:lnTo>
                  <a:lnTo>
                    <a:pt x="44323" y="1423466"/>
                  </a:lnTo>
                  <a:lnTo>
                    <a:pt x="52070" y="1432598"/>
                  </a:lnTo>
                  <a:lnTo>
                    <a:pt x="63500" y="1440345"/>
                  </a:lnTo>
                  <a:lnTo>
                    <a:pt x="78994" y="1446034"/>
                  </a:lnTo>
                </a:path>
                <a:path w="79375" h="2070100">
                  <a:moveTo>
                    <a:pt x="39497" y="1223505"/>
                  </a:moveTo>
                  <a:lnTo>
                    <a:pt x="39497" y="1136523"/>
                  </a:lnTo>
                </a:path>
                <a:path w="79375" h="2070100">
                  <a:moveTo>
                    <a:pt x="0" y="1163828"/>
                  </a:moveTo>
                  <a:lnTo>
                    <a:pt x="15494" y="1158240"/>
                  </a:lnTo>
                  <a:lnTo>
                    <a:pt x="26924" y="1150493"/>
                  </a:lnTo>
                  <a:lnTo>
                    <a:pt x="34671" y="1141348"/>
                  </a:lnTo>
                  <a:lnTo>
                    <a:pt x="39497" y="1131443"/>
                  </a:lnTo>
                  <a:lnTo>
                    <a:pt x="44323" y="1141348"/>
                  </a:lnTo>
                  <a:lnTo>
                    <a:pt x="52070" y="1150493"/>
                  </a:lnTo>
                  <a:lnTo>
                    <a:pt x="63500" y="1158240"/>
                  </a:lnTo>
                  <a:lnTo>
                    <a:pt x="78994" y="1163828"/>
                  </a:lnTo>
                </a:path>
                <a:path w="79375" h="2070100">
                  <a:moveTo>
                    <a:pt x="39497" y="929640"/>
                  </a:moveTo>
                  <a:lnTo>
                    <a:pt x="39497" y="842644"/>
                  </a:lnTo>
                </a:path>
                <a:path w="79375" h="2070100">
                  <a:moveTo>
                    <a:pt x="0" y="869950"/>
                  </a:moveTo>
                  <a:lnTo>
                    <a:pt x="15494" y="864362"/>
                  </a:lnTo>
                  <a:lnTo>
                    <a:pt x="26924" y="856614"/>
                  </a:lnTo>
                  <a:lnTo>
                    <a:pt x="34671" y="847470"/>
                  </a:lnTo>
                  <a:lnTo>
                    <a:pt x="39497" y="837564"/>
                  </a:lnTo>
                  <a:lnTo>
                    <a:pt x="44323" y="847470"/>
                  </a:lnTo>
                  <a:lnTo>
                    <a:pt x="52070" y="856614"/>
                  </a:lnTo>
                  <a:lnTo>
                    <a:pt x="63500" y="864362"/>
                  </a:lnTo>
                  <a:lnTo>
                    <a:pt x="78994" y="869950"/>
                  </a:lnTo>
                </a:path>
                <a:path w="79375" h="2070100">
                  <a:moveTo>
                    <a:pt x="39497" y="647445"/>
                  </a:moveTo>
                  <a:lnTo>
                    <a:pt x="39497" y="572515"/>
                  </a:lnTo>
                </a:path>
                <a:path w="79375" h="2070100">
                  <a:moveTo>
                    <a:pt x="0" y="599820"/>
                  </a:moveTo>
                  <a:lnTo>
                    <a:pt x="15494" y="594106"/>
                  </a:lnTo>
                  <a:lnTo>
                    <a:pt x="26924" y="586358"/>
                  </a:lnTo>
                  <a:lnTo>
                    <a:pt x="34671" y="577342"/>
                  </a:lnTo>
                  <a:lnTo>
                    <a:pt x="39497" y="567436"/>
                  </a:lnTo>
                  <a:lnTo>
                    <a:pt x="44323" y="577342"/>
                  </a:lnTo>
                  <a:lnTo>
                    <a:pt x="52070" y="586358"/>
                  </a:lnTo>
                  <a:lnTo>
                    <a:pt x="63500" y="594106"/>
                  </a:lnTo>
                  <a:lnTo>
                    <a:pt x="78994" y="599820"/>
                  </a:lnTo>
                </a:path>
                <a:path w="79375" h="2070100">
                  <a:moveTo>
                    <a:pt x="39497" y="341630"/>
                  </a:moveTo>
                  <a:lnTo>
                    <a:pt x="39497" y="266573"/>
                  </a:lnTo>
                </a:path>
                <a:path w="79375" h="2070100">
                  <a:moveTo>
                    <a:pt x="0" y="294005"/>
                  </a:moveTo>
                  <a:lnTo>
                    <a:pt x="15494" y="288289"/>
                  </a:lnTo>
                  <a:lnTo>
                    <a:pt x="26924" y="280543"/>
                  </a:lnTo>
                  <a:lnTo>
                    <a:pt x="34671" y="271399"/>
                  </a:lnTo>
                  <a:lnTo>
                    <a:pt x="39497" y="261619"/>
                  </a:lnTo>
                  <a:lnTo>
                    <a:pt x="44323" y="271399"/>
                  </a:lnTo>
                  <a:lnTo>
                    <a:pt x="52070" y="280543"/>
                  </a:lnTo>
                  <a:lnTo>
                    <a:pt x="63500" y="288289"/>
                  </a:lnTo>
                  <a:lnTo>
                    <a:pt x="78994" y="294005"/>
                  </a:lnTo>
                </a:path>
                <a:path w="79375" h="2070100">
                  <a:moveTo>
                    <a:pt x="39497" y="71374"/>
                  </a:moveTo>
                  <a:lnTo>
                    <a:pt x="39497" y="5080"/>
                  </a:lnTo>
                </a:path>
                <a:path w="79375" h="2070100">
                  <a:moveTo>
                    <a:pt x="0" y="32384"/>
                  </a:moveTo>
                  <a:lnTo>
                    <a:pt x="15494" y="26669"/>
                  </a:lnTo>
                  <a:lnTo>
                    <a:pt x="26924" y="18923"/>
                  </a:lnTo>
                  <a:lnTo>
                    <a:pt x="34671" y="9906"/>
                  </a:lnTo>
                  <a:lnTo>
                    <a:pt x="39497" y="0"/>
                  </a:lnTo>
                  <a:lnTo>
                    <a:pt x="44323" y="9906"/>
                  </a:lnTo>
                  <a:lnTo>
                    <a:pt x="52070" y="18923"/>
                  </a:lnTo>
                  <a:lnTo>
                    <a:pt x="63500" y="26669"/>
                  </a:lnTo>
                  <a:lnTo>
                    <a:pt x="78994" y="32384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03425" y="1211706"/>
              <a:ext cx="507365" cy="1728470"/>
            </a:xfrm>
            <a:custGeom>
              <a:avLst/>
              <a:gdLst/>
              <a:ahLst/>
              <a:cxnLst/>
              <a:rect l="l" t="t" r="r" b="b"/>
              <a:pathLst>
                <a:path w="507364" h="1728470">
                  <a:moveTo>
                    <a:pt x="0" y="1728114"/>
                  </a:moveTo>
                  <a:lnTo>
                    <a:pt x="65151" y="1722475"/>
                  </a:lnTo>
                  <a:lnTo>
                    <a:pt x="125856" y="1706092"/>
                  </a:lnTo>
                  <a:lnTo>
                    <a:pt x="181991" y="1679727"/>
                  </a:lnTo>
                  <a:lnTo>
                    <a:pt x="233680" y="1644141"/>
                  </a:lnTo>
                  <a:lnTo>
                    <a:pt x="280924" y="1600098"/>
                  </a:lnTo>
                  <a:lnTo>
                    <a:pt x="323596" y="1548383"/>
                  </a:lnTo>
                  <a:lnTo>
                    <a:pt x="361823" y="1489760"/>
                  </a:lnTo>
                  <a:lnTo>
                    <a:pt x="395731" y="1424990"/>
                  </a:lnTo>
                  <a:lnTo>
                    <a:pt x="424942" y="1354836"/>
                  </a:lnTo>
                  <a:lnTo>
                    <a:pt x="438023" y="1317980"/>
                  </a:lnTo>
                  <a:lnTo>
                    <a:pt x="449834" y="1280083"/>
                  </a:lnTo>
                  <a:lnTo>
                    <a:pt x="460629" y="1241209"/>
                  </a:lnTo>
                  <a:lnTo>
                    <a:pt x="470281" y="1201483"/>
                  </a:lnTo>
                  <a:lnTo>
                    <a:pt x="478790" y="1160983"/>
                  </a:lnTo>
                  <a:lnTo>
                    <a:pt x="486156" y="1119809"/>
                  </a:lnTo>
                  <a:lnTo>
                    <a:pt x="492506" y="1078064"/>
                  </a:lnTo>
                  <a:lnTo>
                    <a:pt x="497713" y="1035837"/>
                  </a:lnTo>
                  <a:lnTo>
                    <a:pt x="501776" y="993228"/>
                  </a:lnTo>
                  <a:lnTo>
                    <a:pt x="504698" y="950328"/>
                  </a:lnTo>
                  <a:lnTo>
                    <a:pt x="506603" y="907237"/>
                  </a:lnTo>
                  <a:lnTo>
                    <a:pt x="507365" y="864044"/>
                  </a:lnTo>
                  <a:lnTo>
                    <a:pt x="506984" y="820864"/>
                  </a:lnTo>
                  <a:lnTo>
                    <a:pt x="505460" y="777773"/>
                  </a:lnTo>
                  <a:lnTo>
                    <a:pt x="502919" y="734822"/>
                  </a:lnTo>
                  <a:lnTo>
                    <a:pt x="499237" y="692276"/>
                  </a:lnTo>
                  <a:lnTo>
                    <a:pt x="494411" y="649985"/>
                  </a:lnTo>
                  <a:lnTo>
                    <a:pt x="488442" y="608329"/>
                  </a:lnTo>
                  <a:lnTo>
                    <a:pt x="481456" y="567054"/>
                  </a:lnTo>
                  <a:lnTo>
                    <a:pt x="473329" y="526669"/>
                  </a:lnTo>
                  <a:lnTo>
                    <a:pt x="464057" y="486917"/>
                  </a:lnTo>
                  <a:lnTo>
                    <a:pt x="453771" y="448055"/>
                  </a:lnTo>
                  <a:lnTo>
                    <a:pt x="442213" y="410082"/>
                  </a:lnTo>
                  <a:lnTo>
                    <a:pt x="429768" y="373252"/>
                  </a:lnTo>
                  <a:lnTo>
                    <a:pt x="416051" y="337565"/>
                  </a:lnTo>
                  <a:lnTo>
                    <a:pt x="385444" y="270001"/>
                  </a:lnTo>
                  <a:lnTo>
                    <a:pt x="350393" y="208152"/>
                  </a:lnTo>
                  <a:lnTo>
                    <a:pt x="310896" y="152907"/>
                  </a:lnTo>
                  <a:lnTo>
                    <a:pt x="267081" y="105028"/>
                  </a:lnTo>
                  <a:lnTo>
                    <a:pt x="218694" y="65024"/>
                  </a:lnTo>
                  <a:lnTo>
                    <a:pt x="165988" y="34036"/>
                  </a:lnTo>
                  <a:lnTo>
                    <a:pt x="108965" y="12572"/>
                  </a:lnTo>
                  <a:lnTo>
                    <a:pt x="47498" y="1396"/>
                  </a:lnTo>
                  <a:lnTo>
                    <a:pt x="15112" y="0"/>
                  </a:lnTo>
                </a:path>
              </a:pathLst>
            </a:custGeom>
            <a:ln w="151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10918" y="1163065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4" h="97790">
                  <a:moveTo>
                    <a:pt x="38481" y="97281"/>
                  </a:moveTo>
                  <a:lnTo>
                    <a:pt x="31750" y="78105"/>
                  </a:lnTo>
                  <a:lnTo>
                    <a:pt x="22478" y="64135"/>
                  </a:lnTo>
                  <a:lnTo>
                    <a:pt x="11684" y="54482"/>
                  </a:lnTo>
                  <a:lnTo>
                    <a:pt x="0" y="48641"/>
                  </a:lnTo>
                  <a:lnTo>
                    <a:pt x="11684" y="42799"/>
                  </a:lnTo>
                  <a:lnTo>
                    <a:pt x="22478" y="33147"/>
                  </a:lnTo>
                  <a:lnTo>
                    <a:pt x="31750" y="19050"/>
                  </a:lnTo>
                  <a:lnTo>
                    <a:pt x="38481" y="0"/>
                  </a:lnTo>
                </a:path>
              </a:pathLst>
            </a:custGeom>
            <a:ln w="15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049272" y="1960270"/>
            <a:ext cx="45085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0000"/>
                </a:solidFill>
                <a:latin typeface="Arial MT"/>
                <a:cs typeface="Arial MT"/>
              </a:rPr>
              <a:t>identity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6044" y="2562250"/>
            <a:ext cx="166370" cy="254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F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800" spc="-25" dirty="0">
                <a:latin typeface="Verdana"/>
                <a:cs typeface="Verdana"/>
              </a:rPr>
              <a:t>(</a:t>
            </a:r>
            <a:r>
              <a:rPr sz="700" b="1" spc="-25" dirty="0">
                <a:latin typeface="Arial"/>
                <a:cs typeface="Arial"/>
              </a:rPr>
              <a:t>x</a:t>
            </a:r>
            <a:r>
              <a:rPr sz="800" spc="-25" dirty="0">
                <a:latin typeface="Verdana"/>
                <a:cs typeface="Verdana"/>
              </a:rPr>
              <a:t>)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78863" y="1083691"/>
            <a:ext cx="886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latin typeface="Arial"/>
                <a:cs typeface="Arial"/>
              </a:rPr>
              <a:t>y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F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 </a:t>
            </a:r>
            <a:r>
              <a:rPr sz="1050" b="1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691254" y="636193"/>
            <a:ext cx="69850" cy="646430"/>
            <a:chOff x="3691254" y="636193"/>
            <a:chExt cx="69850" cy="646430"/>
          </a:xfrm>
        </p:grpSpPr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1254" y="636193"/>
              <a:ext cx="69291" cy="6929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1254" y="1213154"/>
              <a:ext cx="69291" cy="69291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797808" y="521614"/>
            <a:ext cx="1548130" cy="2016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467995">
              <a:lnSpc>
                <a:spcPct val="114799"/>
              </a:lnSpc>
              <a:spcBef>
                <a:spcPts val="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Building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Block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for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ResNet-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18</a:t>
            </a:r>
            <a:r>
              <a:rPr sz="1050" spc="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and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ResNet-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34:</a:t>
            </a:r>
            <a:endParaRPr sz="10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Key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Components: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Two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3×3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convolutions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Batch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normalization</a:t>
            </a:r>
            <a:endParaRPr sz="950">
              <a:latin typeface="Arial MT"/>
              <a:cs typeface="Arial MT"/>
            </a:endParaRPr>
          </a:p>
          <a:p>
            <a:pPr marL="334645">
              <a:lnSpc>
                <a:spcPct val="100000"/>
              </a:lnSpc>
              <a:spcBef>
                <a:spcPts val="219"/>
              </a:spcBef>
            </a:pPr>
            <a:r>
              <a:rPr sz="950" dirty="0">
                <a:latin typeface="Arial MT"/>
                <a:cs typeface="Arial MT"/>
              </a:rPr>
              <a:t>after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each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conv</a:t>
            </a:r>
            <a:endParaRPr sz="950">
              <a:latin typeface="Arial MT"/>
              <a:cs typeface="Arial MT"/>
            </a:endParaRPr>
          </a:p>
          <a:p>
            <a:pPr marL="154940" algn="ctr">
              <a:lnSpc>
                <a:spcPct val="100000"/>
              </a:lnSpc>
              <a:spcBef>
                <a:spcPts val="21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ReLU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activation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(one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in</a:t>
            </a:r>
            <a:endParaRPr sz="950">
              <a:latin typeface="Arial MT"/>
              <a:cs typeface="Arial MT"/>
            </a:endParaRPr>
          </a:p>
          <a:p>
            <a:pPr marL="151130" algn="ctr">
              <a:lnSpc>
                <a:spcPct val="100000"/>
              </a:lnSpc>
              <a:spcBef>
                <a:spcPts val="219"/>
              </a:spcBef>
            </a:pPr>
            <a:r>
              <a:rPr sz="950" dirty="0">
                <a:latin typeface="Arial MT"/>
                <a:cs typeface="Arial MT"/>
              </a:rPr>
              <a:t>middle,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one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end)</a:t>
            </a:r>
            <a:endParaRPr sz="950">
              <a:latin typeface="Arial MT"/>
              <a:cs typeface="Arial MT"/>
            </a:endParaRPr>
          </a:p>
          <a:p>
            <a:pPr marL="334645" marR="48260" indent="-142240">
              <a:lnSpc>
                <a:spcPct val="118900"/>
              </a:lnSpc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Identity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skip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connection </a:t>
            </a:r>
            <a:r>
              <a:rPr sz="950" dirty="0">
                <a:latin typeface="Arial MT"/>
                <a:cs typeface="Arial MT"/>
              </a:rPr>
              <a:t>(red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dashed)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47" name="object 4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33086" y="3145485"/>
            <a:ext cx="3200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130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153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Bottleneck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Residual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70" dirty="0">
                <a:solidFill>
                  <a:srgbClr val="FFFFFF"/>
                </a:solidFill>
              </a:rPr>
              <a:t>Block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6263" y="2933416"/>
            <a:ext cx="221056" cy="2210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62429" y="2948127"/>
            <a:ext cx="5549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320" algn="l"/>
              </a:tabLst>
            </a:pPr>
            <a:r>
              <a:rPr sz="900" b="1" spc="-50" dirty="0">
                <a:latin typeface="Arial"/>
                <a:cs typeface="Arial"/>
              </a:rPr>
              <a:t>x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700" dirty="0">
                <a:latin typeface="Arial MT"/>
                <a:cs typeface="Arial MT"/>
              </a:rPr>
              <a:t>256</a:t>
            </a:r>
            <a:r>
              <a:rPr sz="700" spc="-1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ch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52042" y="2673299"/>
            <a:ext cx="909955" cy="201295"/>
            <a:chOff x="1252042" y="2673299"/>
            <a:chExt cx="909955" cy="201295"/>
          </a:xfrm>
        </p:grpSpPr>
        <p:sp>
          <p:nvSpPr>
            <p:cNvPr id="6" name="object 6"/>
            <p:cNvSpPr/>
            <p:nvPr/>
          </p:nvSpPr>
          <p:spPr>
            <a:xfrm>
              <a:off x="1256804" y="2678061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>
                  <a:moveTo>
                    <a:pt x="900010" y="0"/>
                  </a:moveTo>
                  <a:lnTo>
                    <a:pt x="0" y="0"/>
                  </a:lnTo>
                  <a:lnTo>
                    <a:pt x="0" y="191757"/>
                  </a:lnTo>
                  <a:lnTo>
                    <a:pt x="900010" y="19175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CC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56804" y="2678061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>
                  <a:moveTo>
                    <a:pt x="0" y="191757"/>
                  </a:moveTo>
                  <a:lnTo>
                    <a:pt x="900010" y="19175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9175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61567" y="2678074"/>
            <a:ext cx="8909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1×1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Conv,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64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52042" y="2409177"/>
            <a:ext cx="909955" cy="189865"/>
            <a:chOff x="1252042" y="2409177"/>
            <a:chExt cx="909955" cy="189865"/>
          </a:xfrm>
        </p:grpSpPr>
        <p:sp>
          <p:nvSpPr>
            <p:cNvPr id="10" name="object 10"/>
            <p:cNvSpPr/>
            <p:nvPr/>
          </p:nvSpPr>
          <p:spPr>
            <a:xfrm>
              <a:off x="1256804" y="241393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>
                  <a:moveTo>
                    <a:pt x="900010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00010" y="17999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FFF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56804" y="241393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>
                  <a:moveTo>
                    <a:pt x="0" y="179997"/>
                  </a:moveTo>
                  <a:lnTo>
                    <a:pt x="900010" y="17999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79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61567" y="2415032"/>
            <a:ext cx="890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BN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+ </a:t>
            </a:r>
            <a:r>
              <a:rPr sz="900" spc="-20" dirty="0">
                <a:latin typeface="Arial MT"/>
                <a:cs typeface="Arial MT"/>
              </a:rPr>
              <a:t>ReLU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52042" y="2133295"/>
            <a:ext cx="909955" cy="201295"/>
            <a:chOff x="1252042" y="2133295"/>
            <a:chExt cx="909955" cy="201295"/>
          </a:xfrm>
        </p:grpSpPr>
        <p:sp>
          <p:nvSpPr>
            <p:cNvPr id="14" name="object 14"/>
            <p:cNvSpPr/>
            <p:nvPr/>
          </p:nvSpPr>
          <p:spPr>
            <a:xfrm>
              <a:off x="1256804" y="2138057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>
                  <a:moveTo>
                    <a:pt x="900010" y="0"/>
                  </a:moveTo>
                  <a:lnTo>
                    <a:pt x="0" y="0"/>
                  </a:lnTo>
                  <a:lnTo>
                    <a:pt x="0" y="191757"/>
                  </a:lnTo>
                  <a:lnTo>
                    <a:pt x="900010" y="19175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56804" y="2138057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>
                  <a:moveTo>
                    <a:pt x="0" y="191757"/>
                  </a:moveTo>
                  <a:lnTo>
                    <a:pt x="900010" y="19175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9175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61567" y="2138273"/>
            <a:ext cx="890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3×3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Conv,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64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52042" y="1869173"/>
            <a:ext cx="909955" cy="189865"/>
            <a:chOff x="1252042" y="1869173"/>
            <a:chExt cx="909955" cy="189865"/>
          </a:xfrm>
        </p:grpSpPr>
        <p:sp>
          <p:nvSpPr>
            <p:cNvPr id="18" name="object 18"/>
            <p:cNvSpPr/>
            <p:nvPr/>
          </p:nvSpPr>
          <p:spPr>
            <a:xfrm>
              <a:off x="1256804" y="1873935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>
                  <a:moveTo>
                    <a:pt x="900010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00010" y="17999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FFF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56804" y="1873935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39">
                  <a:moveTo>
                    <a:pt x="0" y="179997"/>
                  </a:moveTo>
                  <a:lnTo>
                    <a:pt x="900010" y="17999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79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61567" y="1874316"/>
            <a:ext cx="8909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BN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+ </a:t>
            </a:r>
            <a:r>
              <a:rPr sz="900" spc="-20" dirty="0">
                <a:latin typeface="Arial MT"/>
                <a:cs typeface="Arial MT"/>
              </a:rPr>
              <a:t>ReLU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52042" y="1593291"/>
            <a:ext cx="909955" cy="201295"/>
            <a:chOff x="1252042" y="1593291"/>
            <a:chExt cx="909955" cy="201295"/>
          </a:xfrm>
        </p:grpSpPr>
        <p:sp>
          <p:nvSpPr>
            <p:cNvPr id="22" name="object 22"/>
            <p:cNvSpPr/>
            <p:nvPr/>
          </p:nvSpPr>
          <p:spPr>
            <a:xfrm>
              <a:off x="1256804" y="1598053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>
                  <a:moveTo>
                    <a:pt x="900010" y="0"/>
                  </a:moveTo>
                  <a:lnTo>
                    <a:pt x="0" y="0"/>
                  </a:lnTo>
                  <a:lnTo>
                    <a:pt x="0" y="191757"/>
                  </a:lnTo>
                  <a:lnTo>
                    <a:pt x="900010" y="19175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CC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56804" y="1598053"/>
              <a:ext cx="900430" cy="191770"/>
            </a:xfrm>
            <a:custGeom>
              <a:avLst/>
              <a:gdLst/>
              <a:ahLst/>
              <a:cxnLst/>
              <a:rect l="l" t="t" r="r" b="b"/>
              <a:pathLst>
                <a:path w="900430" h="191769">
                  <a:moveTo>
                    <a:pt x="0" y="191757"/>
                  </a:moveTo>
                  <a:lnTo>
                    <a:pt x="900010" y="19175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9175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61567" y="1598167"/>
            <a:ext cx="890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1×1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Conv,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256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52042" y="1329207"/>
            <a:ext cx="909955" cy="189865"/>
            <a:chOff x="1252042" y="1329207"/>
            <a:chExt cx="909955" cy="189865"/>
          </a:xfrm>
        </p:grpSpPr>
        <p:sp>
          <p:nvSpPr>
            <p:cNvPr id="26" name="object 26"/>
            <p:cNvSpPr/>
            <p:nvPr/>
          </p:nvSpPr>
          <p:spPr>
            <a:xfrm>
              <a:off x="1256804" y="133396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>
                  <a:moveTo>
                    <a:pt x="900010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00010" y="179997"/>
                  </a:lnTo>
                  <a:lnTo>
                    <a:pt x="900010" y="0"/>
                  </a:lnTo>
                  <a:close/>
                </a:path>
              </a:pathLst>
            </a:custGeom>
            <a:solidFill>
              <a:srgbClr val="FFF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56804" y="1333969"/>
              <a:ext cx="900430" cy="180340"/>
            </a:xfrm>
            <a:custGeom>
              <a:avLst/>
              <a:gdLst/>
              <a:ahLst/>
              <a:cxnLst/>
              <a:rect l="l" t="t" r="r" b="b"/>
              <a:pathLst>
                <a:path w="900430" h="180340">
                  <a:moveTo>
                    <a:pt x="0" y="179997"/>
                  </a:moveTo>
                  <a:lnTo>
                    <a:pt x="900010" y="179997"/>
                  </a:lnTo>
                  <a:lnTo>
                    <a:pt x="900010" y="0"/>
                  </a:lnTo>
                  <a:lnTo>
                    <a:pt x="0" y="0"/>
                  </a:lnTo>
                  <a:lnTo>
                    <a:pt x="0" y="1799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61567" y="1335404"/>
            <a:ext cx="890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BN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6389" y="1043482"/>
            <a:ext cx="220802" cy="220802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660651" y="1052829"/>
            <a:ext cx="92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Arial MT"/>
                <a:cs typeface="Arial MT"/>
              </a:rPr>
              <a:t>+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56804" y="793876"/>
            <a:ext cx="900430" cy="180340"/>
          </a:xfrm>
          <a:prstGeom prst="rect">
            <a:avLst/>
          </a:prstGeom>
          <a:solidFill>
            <a:srgbClr val="FFFBD4"/>
          </a:solidFill>
          <a:ln w="9525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latin typeface="Arial MT"/>
                <a:cs typeface="Arial MT"/>
              </a:rPr>
              <a:t>ReLU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585531" y="492696"/>
            <a:ext cx="242570" cy="242570"/>
            <a:chOff x="1585531" y="492696"/>
            <a:chExt cx="242570" cy="242570"/>
          </a:xfrm>
        </p:grpSpPr>
        <p:sp>
          <p:nvSpPr>
            <p:cNvPr id="33" name="object 33"/>
            <p:cNvSpPr/>
            <p:nvPr/>
          </p:nvSpPr>
          <p:spPr>
            <a:xfrm>
              <a:off x="1590294" y="497458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>
                  <a:moveTo>
                    <a:pt x="116458" y="0"/>
                  </a:moveTo>
                  <a:lnTo>
                    <a:pt x="71119" y="9143"/>
                  </a:lnTo>
                  <a:lnTo>
                    <a:pt x="34162" y="34036"/>
                  </a:lnTo>
                  <a:lnTo>
                    <a:pt x="9143" y="71119"/>
                  </a:lnTo>
                  <a:lnTo>
                    <a:pt x="0" y="116459"/>
                  </a:lnTo>
                  <a:lnTo>
                    <a:pt x="9143" y="161798"/>
                  </a:lnTo>
                  <a:lnTo>
                    <a:pt x="34162" y="198881"/>
                  </a:lnTo>
                  <a:lnTo>
                    <a:pt x="71119" y="223774"/>
                  </a:lnTo>
                  <a:lnTo>
                    <a:pt x="116458" y="232918"/>
                  </a:lnTo>
                  <a:lnTo>
                    <a:pt x="161925" y="223774"/>
                  </a:lnTo>
                  <a:lnTo>
                    <a:pt x="198881" y="198881"/>
                  </a:lnTo>
                  <a:lnTo>
                    <a:pt x="223900" y="161798"/>
                  </a:lnTo>
                  <a:lnTo>
                    <a:pt x="233044" y="116459"/>
                  </a:lnTo>
                  <a:lnTo>
                    <a:pt x="223900" y="71119"/>
                  </a:lnTo>
                  <a:lnTo>
                    <a:pt x="198881" y="34036"/>
                  </a:lnTo>
                  <a:lnTo>
                    <a:pt x="161925" y="9143"/>
                  </a:lnTo>
                  <a:lnTo>
                    <a:pt x="116458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90294" y="497458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>
                  <a:moveTo>
                    <a:pt x="233044" y="116459"/>
                  </a:moveTo>
                  <a:lnTo>
                    <a:pt x="223900" y="71119"/>
                  </a:lnTo>
                  <a:lnTo>
                    <a:pt x="198881" y="34036"/>
                  </a:lnTo>
                  <a:lnTo>
                    <a:pt x="161925" y="9143"/>
                  </a:lnTo>
                  <a:lnTo>
                    <a:pt x="116458" y="0"/>
                  </a:lnTo>
                  <a:lnTo>
                    <a:pt x="71119" y="9143"/>
                  </a:lnTo>
                  <a:lnTo>
                    <a:pt x="34162" y="34036"/>
                  </a:lnTo>
                  <a:lnTo>
                    <a:pt x="9143" y="71119"/>
                  </a:lnTo>
                  <a:lnTo>
                    <a:pt x="0" y="116459"/>
                  </a:lnTo>
                  <a:lnTo>
                    <a:pt x="9143" y="161798"/>
                  </a:lnTo>
                  <a:lnTo>
                    <a:pt x="34162" y="198881"/>
                  </a:lnTo>
                  <a:lnTo>
                    <a:pt x="71119" y="223774"/>
                  </a:lnTo>
                  <a:lnTo>
                    <a:pt x="116458" y="232918"/>
                  </a:lnTo>
                  <a:lnTo>
                    <a:pt x="161925" y="223774"/>
                  </a:lnTo>
                  <a:lnTo>
                    <a:pt x="198881" y="198881"/>
                  </a:lnTo>
                  <a:lnTo>
                    <a:pt x="223900" y="161798"/>
                  </a:lnTo>
                  <a:lnTo>
                    <a:pt x="233044" y="11645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662429" y="501853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y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33194" y="542924"/>
            <a:ext cx="2927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256</a:t>
            </a:r>
            <a:r>
              <a:rPr sz="700" spc="-1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ch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613206"/>
            <a:ext cx="5760085" cy="2620645"/>
            <a:chOff x="0" y="613206"/>
            <a:chExt cx="5760085" cy="2620645"/>
          </a:xfrm>
        </p:grpSpPr>
        <p:sp>
          <p:nvSpPr>
            <p:cNvPr id="38" name="object 38"/>
            <p:cNvSpPr/>
            <p:nvPr/>
          </p:nvSpPr>
          <p:spPr>
            <a:xfrm>
              <a:off x="1667255" y="737869"/>
              <a:ext cx="79375" cy="2195830"/>
            </a:xfrm>
            <a:custGeom>
              <a:avLst/>
              <a:gdLst/>
              <a:ahLst/>
              <a:cxnLst/>
              <a:rect l="l" t="t" r="r" b="b"/>
              <a:pathLst>
                <a:path w="79375" h="2195830">
                  <a:moveTo>
                    <a:pt x="39496" y="2195550"/>
                  </a:moveTo>
                  <a:lnTo>
                    <a:pt x="39496" y="2144598"/>
                  </a:lnTo>
                </a:path>
                <a:path w="79375" h="2195830">
                  <a:moveTo>
                    <a:pt x="0" y="2171928"/>
                  </a:moveTo>
                  <a:lnTo>
                    <a:pt x="15620" y="2166239"/>
                  </a:lnTo>
                  <a:lnTo>
                    <a:pt x="26924" y="2158491"/>
                  </a:lnTo>
                  <a:lnTo>
                    <a:pt x="34798" y="2149373"/>
                  </a:lnTo>
                  <a:lnTo>
                    <a:pt x="39496" y="2139543"/>
                  </a:lnTo>
                  <a:lnTo>
                    <a:pt x="44323" y="2149373"/>
                  </a:lnTo>
                  <a:lnTo>
                    <a:pt x="52196" y="2158491"/>
                  </a:lnTo>
                  <a:lnTo>
                    <a:pt x="63500" y="2166239"/>
                  </a:lnTo>
                  <a:lnTo>
                    <a:pt x="79120" y="2171928"/>
                  </a:lnTo>
                </a:path>
                <a:path w="79375" h="2195830">
                  <a:moveTo>
                    <a:pt x="39496" y="1937651"/>
                  </a:moveTo>
                  <a:lnTo>
                    <a:pt x="39496" y="1868716"/>
                  </a:lnTo>
                </a:path>
                <a:path w="79375" h="2195830">
                  <a:moveTo>
                    <a:pt x="0" y="1896033"/>
                  </a:moveTo>
                  <a:lnTo>
                    <a:pt x="15620" y="1890356"/>
                  </a:lnTo>
                  <a:lnTo>
                    <a:pt x="26924" y="1882609"/>
                  </a:lnTo>
                  <a:lnTo>
                    <a:pt x="34798" y="1873478"/>
                  </a:lnTo>
                  <a:lnTo>
                    <a:pt x="39496" y="1863648"/>
                  </a:lnTo>
                  <a:lnTo>
                    <a:pt x="44323" y="1873478"/>
                  </a:lnTo>
                  <a:lnTo>
                    <a:pt x="52196" y="1882609"/>
                  </a:lnTo>
                  <a:lnTo>
                    <a:pt x="63500" y="1890356"/>
                  </a:lnTo>
                  <a:lnTo>
                    <a:pt x="79120" y="1896033"/>
                  </a:lnTo>
                </a:path>
                <a:path w="79375" h="2195830">
                  <a:moveTo>
                    <a:pt x="39496" y="1673517"/>
                  </a:moveTo>
                  <a:lnTo>
                    <a:pt x="39496" y="1604581"/>
                  </a:lnTo>
                </a:path>
                <a:path w="79375" h="2195830">
                  <a:moveTo>
                    <a:pt x="0" y="1631899"/>
                  </a:moveTo>
                  <a:lnTo>
                    <a:pt x="15620" y="1626209"/>
                  </a:lnTo>
                  <a:lnTo>
                    <a:pt x="26924" y="1618475"/>
                  </a:lnTo>
                  <a:lnTo>
                    <a:pt x="34798" y="1609344"/>
                  </a:lnTo>
                  <a:lnTo>
                    <a:pt x="39496" y="1599514"/>
                  </a:lnTo>
                  <a:lnTo>
                    <a:pt x="44323" y="1609344"/>
                  </a:lnTo>
                  <a:lnTo>
                    <a:pt x="52196" y="1618475"/>
                  </a:lnTo>
                  <a:lnTo>
                    <a:pt x="63500" y="1626209"/>
                  </a:lnTo>
                  <a:lnTo>
                    <a:pt x="79120" y="1631899"/>
                  </a:lnTo>
                </a:path>
                <a:path w="79375" h="2195830">
                  <a:moveTo>
                    <a:pt x="39496" y="1397635"/>
                  </a:moveTo>
                  <a:lnTo>
                    <a:pt x="39496" y="1328686"/>
                  </a:lnTo>
                </a:path>
                <a:path w="79375" h="2195830">
                  <a:moveTo>
                    <a:pt x="0" y="1356017"/>
                  </a:moveTo>
                  <a:lnTo>
                    <a:pt x="15620" y="1350327"/>
                  </a:lnTo>
                  <a:lnTo>
                    <a:pt x="26924" y="1342580"/>
                  </a:lnTo>
                  <a:lnTo>
                    <a:pt x="34798" y="1333461"/>
                  </a:lnTo>
                  <a:lnTo>
                    <a:pt x="39496" y="1323632"/>
                  </a:lnTo>
                  <a:lnTo>
                    <a:pt x="44323" y="1333461"/>
                  </a:lnTo>
                  <a:lnTo>
                    <a:pt x="52196" y="1342580"/>
                  </a:lnTo>
                  <a:lnTo>
                    <a:pt x="63500" y="1350327"/>
                  </a:lnTo>
                  <a:lnTo>
                    <a:pt x="79120" y="1356017"/>
                  </a:lnTo>
                </a:path>
                <a:path w="79375" h="2195830">
                  <a:moveTo>
                    <a:pt x="39496" y="1133475"/>
                  </a:moveTo>
                  <a:lnTo>
                    <a:pt x="39496" y="1064514"/>
                  </a:lnTo>
                </a:path>
                <a:path w="79375" h="2195830">
                  <a:moveTo>
                    <a:pt x="0" y="1091819"/>
                  </a:moveTo>
                  <a:lnTo>
                    <a:pt x="15620" y="1086231"/>
                  </a:lnTo>
                  <a:lnTo>
                    <a:pt x="26924" y="1078484"/>
                  </a:lnTo>
                  <a:lnTo>
                    <a:pt x="34798" y="1069339"/>
                  </a:lnTo>
                  <a:lnTo>
                    <a:pt x="39496" y="1059434"/>
                  </a:lnTo>
                  <a:lnTo>
                    <a:pt x="44323" y="1069339"/>
                  </a:lnTo>
                  <a:lnTo>
                    <a:pt x="52196" y="1078484"/>
                  </a:lnTo>
                  <a:lnTo>
                    <a:pt x="63500" y="1086231"/>
                  </a:lnTo>
                  <a:lnTo>
                    <a:pt x="79120" y="1091819"/>
                  </a:lnTo>
                </a:path>
                <a:path w="79375" h="2195830">
                  <a:moveTo>
                    <a:pt x="39496" y="857631"/>
                  </a:moveTo>
                  <a:lnTo>
                    <a:pt x="39496" y="788669"/>
                  </a:lnTo>
                </a:path>
                <a:path w="79375" h="2195830">
                  <a:moveTo>
                    <a:pt x="0" y="815975"/>
                  </a:moveTo>
                  <a:lnTo>
                    <a:pt x="15620" y="810259"/>
                  </a:lnTo>
                  <a:lnTo>
                    <a:pt x="26924" y="802513"/>
                  </a:lnTo>
                  <a:lnTo>
                    <a:pt x="34798" y="793495"/>
                  </a:lnTo>
                  <a:lnTo>
                    <a:pt x="39496" y="783589"/>
                  </a:lnTo>
                  <a:lnTo>
                    <a:pt x="44323" y="793495"/>
                  </a:lnTo>
                  <a:lnTo>
                    <a:pt x="52196" y="802513"/>
                  </a:lnTo>
                  <a:lnTo>
                    <a:pt x="63500" y="810259"/>
                  </a:lnTo>
                  <a:lnTo>
                    <a:pt x="79120" y="815975"/>
                  </a:lnTo>
                </a:path>
                <a:path w="79375" h="2195830">
                  <a:moveTo>
                    <a:pt x="39496" y="593470"/>
                  </a:moveTo>
                  <a:lnTo>
                    <a:pt x="39496" y="536575"/>
                  </a:lnTo>
                </a:path>
                <a:path w="79375" h="2195830">
                  <a:moveTo>
                    <a:pt x="0" y="563880"/>
                  </a:moveTo>
                  <a:lnTo>
                    <a:pt x="15620" y="558164"/>
                  </a:lnTo>
                  <a:lnTo>
                    <a:pt x="26924" y="550418"/>
                  </a:lnTo>
                  <a:lnTo>
                    <a:pt x="34798" y="541274"/>
                  </a:lnTo>
                  <a:lnTo>
                    <a:pt x="39496" y="531494"/>
                  </a:lnTo>
                  <a:lnTo>
                    <a:pt x="44323" y="541274"/>
                  </a:lnTo>
                  <a:lnTo>
                    <a:pt x="52196" y="550418"/>
                  </a:lnTo>
                  <a:lnTo>
                    <a:pt x="63500" y="558164"/>
                  </a:lnTo>
                  <a:lnTo>
                    <a:pt x="79120" y="563880"/>
                  </a:lnTo>
                </a:path>
                <a:path w="79375" h="2195830">
                  <a:moveTo>
                    <a:pt x="39496" y="305562"/>
                  </a:moveTo>
                  <a:lnTo>
                    <a:pt x="39496" y="248665"/>
                  </a:lnTo>
                </a:path>
                <a:path w="79375" h="2195830">
                  <a:moveTo>
                    <a:pt x="0" y="275970"/>
                  </a:moveTo>
                  <a:lnTo>
                    <a:pt x="15620" y="270256"/>
                  </a:lnTo>
                  <a:lnTo>
                    <a:pt x="26924" y="262508"/>
                  </a:lnTo>
                  <a:lnTo>
                    <a:pt x="34798" y="253364"/>
                  </a:lnTo>
                  <a:lnTo>
                    <a:pt x="39496" y="243586"/>
                  </a:lnTo>
                  <a:lnTo>
                    <a:pt x="44323" y="253364"/>
                  </a:lnTo>
                  <a:lnTo>
                    <a:pt x="52196" y="262508"/>
                  </a:lnTo>
                  <a:lnTo>
                    <a:pt x="63500" y="270256"/>
                  </a:lnTo>
                  <a:lnTo>
                    <a:pt x="79120" y="275970"/>
                  </a:lnTo>
                </a:path>
                <a:path w="79375" h="2195830">
                  <a:moveTo>
                    <a:pt x="39496" y="53467"/>
                  </a:moveTo>
                  <a:lnTo>
                    <a:pt x="39496" y="5080"/>
                  </a:lnTo>
                </a:path>
                <a:path w="79375" h="2195830">
                  <a:moveTo>
                    <a:pt x="0" y="32384"/>
                  </a:moveTo>
                  <a:lnTo>
                    <a:pt x="15620" y="26796"/>
                  </a:lnTo>
                  <a:lnTo>
                    <a:pt x="26924" y="19050"/>
                  </a:lnTo>
                  <a:lnTo>
                    <a:pt x="34798" y="9906"/>
                  </a:lnTo>
                  <a:lnTo>
                    <a:pt x="39496" y="0"/>
                  </a:lnTo>
                  <a:lnTo>
                    <a:pt x="44323" y="9906"/>
                  </a:lnTo>
                  <a:lnTo>
                    <a:pt x="52196" y="19050"/>
                  </a:lnTo>
                  <a:lnTo>
                    <a:pt x="63500" y="26796"/>
                  </a:lnTo>
                  <a:lnTo>
                    <a:pt x="79120" y="32384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17370" y="1153921"/>
              <a:ext cx="554990" cy="1890395"/>
            </a:xfrm>
            <a:custGeom>
              <a:avLst/>
              <a:gdLst/>
              <a:ahLst/>
              <a:cxnLst/>
              <a:rect l="l" t="t" r="r" b="b"/>
              <a:pathLst>
                <a:path w="554989" h="1890395">
                  <a:moveTo>
                    <a:pt x="0" y="1890026"/>
                  </a:moveTo>
                  <a:lnTo>
                    <a:pt x="64897" y="1884921"/>
                  </a:lnTo>
                  <a:lnTo>
                    <a:pt x="125856" y="1870036"/>
                  </a:lnTo>
                  <a:lnTo>
                    <a:pt x="182753" y="1846008"/>
                  </a:lnTo>
                  <a:lnTo>
                    <a:pt x="235585" y="1813445"/>
                  </a:lnTo>
                  <a:lnTo>
                    <a:pt x="284353" y="1773008"/>
                  </a:lnTo>
                  <a:lnTo>
                    <a:pt x="329056" y="1725295"/>
                  </a:lnTo>
                  <a:lnTo>
                    <a:pt x="369697" y="1670964"/>
                  </a:lnTo>
                  <a:lnTo>
                    <a:pt x="406273" y="1610639"/>
                  </a:lnTo>
                  <a:lnTo>
                    <a:pt x="438912" y="1544955"/>
                  </a:lnTo>
                  <a:lnTo>
                    <a:pt x="467360" y="1474533"/>
                  </a:lnTo>
                  <a:lnTo>
                    <a:pt x="480187" y="1437741"/>
                  </a:lnTo>
                  <a:lnTo>
                    <a:pt x="491871" y="1400009"/>
                  </a:lnTo>
                  <a:lnTo>
                    <a:pt x="502666" y="1361401"/>
                  </a:lnTo>
                  <a:lnTo>
                    <a:pt x="512318" y="1322006"/>
                  </a:lnTo>
                  <a:lnTo>
                    <a:pt x="521081" y="1281899"/>
                  </a:lnTo>
                  <a:lnTo>
                    <a:pt x="528828" y="1241171"/>
                  </a:lnTo>
                  <a:lnTo>
                    <a:pt x="535559" y="1199883"/>
                  </a:lnTo>
                  <a:lnTo>
                    <a:pt x="541147" y="1158125"/>
                  </a:lnTo>
                  <a:lnTo>
                    <a:pt x="545846" y="1115974"/>
                  </a:lnTo>
                  <a:lnTo>
                    <a:pt x="549529" y="1073492"/>
                  </a:lnTo>
                  <a:lnTo>
                    <a:pt x="552323" y="1030795"/>
                  </a:lnTo>
                  <a:lnTo>
                    <a:pt x="553974" y="987933"/>
                  </a:lnTo>
                  <a:lnTo>
                    <a:pt x="554609" y="944981"/>
                  </a:lnTo>
                  <a:lnTo>
                    <a:pt x="554228" y="902042"/>
                  </a:lnTo>
                  <a:lnTo>
                    <a:pt x="552957" y="859180"/>
                  </a:lnTo>
                  <a:lnTo>
                    <a:pt x="550544" y="816483"/>
                  </a:lnTo>
                  <a:lnTo>
                    <a:pt x="547243" y="773938"/>
                  </a:lnTo>
                  <a:lnTo>
                    <a:pt x="542925" y="731901"/>
                  </a:lnTo>
                  <a:lnTo>
                    <a:pt x="537591" y="690118"/>
                  </a:lnTo>
                  <a:lnTo>
                    <a:pt x="531241" y="648843"/>
                  </a:lnTo>
                  <a:lnTo>
                    <a:pt x="523875" y="608076"/>
                  </a:lnTo>
                  <a:lnTo>
                    <a:pt x="515493" y="567944"/>
                  </a:lnTo>
                  <a:lnTo>
                    <a:pt x="506094" y="528574"/>
                  </a:lnTo>
                  <a:lnTo>
                    <a:pt x="495807" y="489966"/>
                  </a:lnTo>
                  <a:lnTo>
                    <a:pt x="484378" y="452247"/>
                  </a:lnTo>
                  <a:lnTo>
                    <a:pt x="472059" y="415417"/>
                  </a:lnTo>
                  <a:lnTo>
                    <a:pt x="428879" y="311531"/>
                  </a:lnTo>
                  <a:lnTo>
                    <a:pt x="395224" y="248412"/>
                  </a:lnTo>
                  <a:lnTo>
                    <a:pt x="357505" y="191007"/>
                  </a:lnTo>
                  <a:lnTo>
                    <a:pt x="315722" y="139954"/>
                  </a:lnTo>
                  <a:lnTo>
                    <a:pt x="270002" y="95757"/>
                  </a:lnTo>
                  <a:lnTo>
                    <a:pt x="220344" y="59181"/>
                  </a:lnTo>
                  <a:lnTo>
                    <a:pt x="166624" y="30861"/>
                  </a:lnTo>
                  <a:lnTo>
                    <a:pt x="108966" y="11303"/>
                  </a:lnTo>
                  <a:lnTo>
                    <a:pt x="47371" y="1269"/>
                  </a:lnTo>
                  <a:lnTo>
                    <a:pt x="14986" y="0"/>
                  </a:lnTo>
                </a:path>
              </a:pathLst>
            </a:custGeom>
            <a:ln w="151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824863" y="1105153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5" h="97790">
                  <a:moveTo>
                    <a:pt x="38354" y="97409"/>
                  </a:moveTo>
                  <a:lnTo>
                    <a:pt x="31623" y="78231"/>
                  </a:lnTo>
                  <a:lnTo>
                    <a:pt x="22479" y="64262"/>
                  </a:lnTo>
                  <a:lnTo>
                    <a:pt x="11684" y="54610"/>
                  </a:lnTo>
                  <a:lnTo>
                    <a:pt x="0" y="48768"/>
                  </a:lnTo>
                  <a:lnTo>
                    <a:pt x="11684" y="42799"/>
                  </a:lnTo>
                  <a:lnTo>
                    <a:pt x="22479" y="33147"/>
                  </a:lnTo>
                  <a:lnTo>
                    <a:pt x="31623" y="19177"/>
                  </a:lnTo>
                  <a:lnTo>
                    <a:pt x="38354" y="0"/>
                  </a:lnTo>
                </a:path>
              </a:pathLst>
            </a:custGeom>
            <a:ln w="15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82446" y="1426463"/>
              <a:ext cx="60960" cy="1345565"/>
            </a:xfrm>
            <a:custGeom>
              <a:avLst/>
              <a:gdLst/>
              <a:ahLst/>
              <a:cxnLst/>
              <a:rect l="l" t="t" r="r" b="b"/>
              <a:pathLst>
                <a:path w="60959" h="1345564">
                  <a:moveTo>
                    <a:pt x="30365" y="1342415"/>
                  </a:moveTo>
                  <a:lnTo>
                    <a:pt x="30365" y="1082535"/>
                  </a:lnTo>
                </a:path>
                <a:path w="60959" h="1345564">
                  <a:moveTo>
                    <a:pt x="60731" y="1318628"/>
                  </a:moveTo>
                  <a:lnTo>
                    <a:pt x="48793" y="1323251"/>
                  </a:lnTo>
                  <a:lnTo>
                    <a:pt x="40043" y="1329550"/>
                  </a:lnTo>
                  <a:lnTo>
                    <a:pt x="34036" y="1336954"/>
                  </a:lnTo>
                  <a:lnTo>
                    <a:pt x="30365" y="1344955"/>
                  </a:lnTo>
                  <a:lnTo>
                    <a:pt x="26682" y="1336954"/>
                  </a:lnTo>
                  <a:lnTo>
                    <a:pt x="20688" y="1329550"/>
                  </a:lnTo>
                  <a:lnTo>
                    <a:pt x="11925" y="1323251"/>
                  </a:lnTo>
                  <a:lnTo>
                    <a:pt x="0" y="1318628"/>
                  </a:lnTo>
                </a:path>
                <a:path w="60959" h="1345564">
                  <a:moveTo>
                    <a:pt x="0" y="1106322"/>
                  </a:moveTo>
                  <a:lnTo>
                    <a:pt x="11925" y="1101699"/>
                  </a:lnTo>
                  <a:lnTo>
                    <a:pt x="20688" y="1095413"/>
                  </a:lnTo>
                  <a:lnTo>
                    <a:pt x="26682" y="1087996"/>
                  </a:lnTo>
                  <a:lnTo>
                    <a:pt x="30365" y="1080008"/>
                  </a:lnTo>
                  <a:lnTo>
                    <a:pt x="34036" y="1087996"/>
                  </a:lnTo>
                  <a:lnTo>
                    <a:pt x="40043" y="1095413"/>
                  </a:lnTo>
                  <a:lnTo>
                    <a:pt x="48793" y="1101699"/>
                  </a:lnTo>
                  <a:lnTo>
                    <a:pt x="60731" y="1106322"/>
                  </a:lnTo>
                </a:path>
                <a:path w="60959" h="1345564">
                  <a:moveTo>
                    <a:pt x="30365" y="802411"/>
                  </a:moveTo>
                  <a:lnTo>
                    <a:pt x="30365" y="542544"/>
                  </a:lnTo>
                </a:path>
                <a:path w="60959" h="1345564">
                  <a:moveTo>
                    <a:pt x="60731" y="778624"/>
                  </a:moveTo>
                  <a:lnTo>
                    <a:pt x="48793" y="783247"/>
                  </a:lnTo>
                  <a:lnTo>
                    <a:pt x="40043" y="789533"/>
                  </a:lnTo>
                  <a:lnTo>
                    <a:pt x="34036" y="796950"/>
                  </a:lnTo>
                  <a:lnTo>
                    <a:pt x="30365" y="804938"/>
                  </a:lnTo>
                  <a:lnTo>
                    <a:pt x="26682" y="796950"/>
                  </a:lnTo>
                  <a:lnTo>
                    <a:pt x="20688" y="789533"/>
                  </a:lnTo>
                  <a:lnTo>
                    <a:pt x="11925" y="783247"/>
                  </a:lnTo>
                  <a:lnTo>
                    <a:pt x="0" y="778624"/>
                  </a:lnTo>
                </a:path>
                <a:path w="60959" h="1345564">
                  <a:moveTo>
                    <a:pt x="0" y="566318"/>
                  </a:moveTo>
                  <a:lnTo>
                    <a:pt x="11925" y="561695"/>
                  </a:lnTo>
                  <a:lnTo>
                    <a:pt x="20688" y="555409"/>
                  </a:lnTo>
                  <a:lnTo>
                    <a:pt x="26682" y="548004"/>
                  </a:lnTo>
                  <a:lnTo>
                    <a:pt x="30365" y="540004"/>
                  </a:lnTo>
                  <a:lnTo>
                    <a:pt x="34036" y="548004"/>
                  </a:lnTo>
                  <a:lnTo>
                    <a:pt x="40043" y="555409"/>
                  </a:lnTo>
                  <a:lnTo>
                    <a:pt x="48793" y="561695"/>
                  </a:lnTo>
                  <a:lnTo>
                    <a:pt x="60731" y="566318"/>
                  </a:lnTo>
                </a:path>
                <a:path w="60959" h="1345564">
                  <a:moveTo>
                    <a:pt x="30365" y="262381"/>
                  </a:moveTo>
                  <a:lnTo>
                    <a:pt x="30365" y="2539"/>
                  </a:lnTo>
                </a:path>
                <a:path w="60959" h="1345564">
                  <a:moveTo>
                    <a:pt x="60731" y="238632"/>
                  </a:moveTo>
                  <a:lnTo>
                    <a:pt x="48793" y="243204"/>
                  </a:lnTo>
                  <a:lnTo>
                    <a:pt x="40043" y="249554"/>
                  </a:lnTo>
                  <a:lnTo>
                    <a:pt x="34036" y="256920"/>
                  </a:lnTo>
                  <a:lnTo>
                    <a:pt x="30365" y="264922"/>
                  </a:lnTo>
                  <a:lnTo>
                    <a:pt x="26682" y="256920"/>
                  </a:lnTo>
                  <a:lnTo>
                    <a:pt x="20688" y="249554"/>
                  </a:lnTo>
                  <a:lnTo>
                    <a:pt x="11925" y="243204"/>
                  </a:lnTo>
                  <a:lnTo>
                    <a:pt x="0" y="238632"/>
                  </a:lnTo>
                </a:path>
                <a:path w="60959" h="1345564">
                  <a:moveTo>
                    <a:pt x="0" y="26288"/>
                  </a:moveTo>
                  <a:lnTo>
                    <a:pt x="11925" y="21717"/>
                  </a:lnTo>
                  <a:lnTo>
                    <a:pt x="20688" y="15367"/>
                  </a:lnTo>
                  <a:lnTo>
                    <a:pt x="26682" y="8000"/>
                  </a:lnTo>
                  <a:lnTo>
                    <a:pt x="30365" y="0"/>
                  </a:lnTo>
                  <a:lnTo>
                    <a:pt x="34036" y="8000"/>
                  </a:lnTo>
                  <a:lnTo>
                    <a:pt x="40043" y="15367"/>
                  </a:lnTo>
                  <a:lnTo>
                    <a:pt x="48793" y="21717"/>
                  </a:lnTo>
                  <a:lnTo>
                    <a:pt x="60731" y="26288"/>
                  </a:lnTo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7319" y="613206"/>
              <a:ext cx="69289" cy="6929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7319" y="1018082"/>
              <a:ext cx="69289" cy="6929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87319" y="1606473"/>
              <a:ext cx="69289" cy="6929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19176" y="2703982"/>
            <a:ext cx="3295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Reduce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142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504240" y="2163571"/>
            <a:ext cx="3441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Process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4357" y="1614677"/>
            <a:ext cx="3232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Expand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318509" y="498246"/>
            <a:ext cx="1983739" cy="177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ResNet-</a:t>
            </a:r>
            <a:r>
              <a:rPr sz="1050" dirty="0">
                <a:latin typeface="Arial MT"/>
                <a:cs typeface="Arial MT"/>
              </a:rPr>
              <a:t>50, </a:t>
            </a:r>
            <a:r>
              <a:rPr sz="1050" spc="-10" dirty="0">
                <a:latin typeface="Arial MT"/>
                <a:cs typeface="Arial MT"/>
              </a:rPr>
              <a:t>ResNet-</a:t>
            </a:r>
            <a:r>
              <a:rPr sz="1050" spc="-20" dirty="0">
                <a:latin typeface="Arial MT"/>
                <a:cs typeface="Arial MT"/>
              </a:rPr>
              <a:t>101, </a:t>
            </a:r>
            <a:r>
              <a:rPr sz="1050" spc="-10" dirty="0">
                <a:latin typeface="Arial MT"/>
                <a:cs typeface="Arial MT"/>
              </a:rPr>
              <a:t>ResNet-</a:t>
            </a:r>
            <a:r>
              <a:rPr sz="1050" dirty="0">
                <a:latin typeface="Arial MT"/>
                <a:cs typeface="Arial MT"/>
              </a:rPr>
              <a:t>152 for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efficiency: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Bottleneck</a:t>
            </a:r>
            <a:r>
              <a:rPr sz="1050" spc="-6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Strategy: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reduce</a:t>
            </a:r>
            <a:r>
              <a:rPr sz="1050" spc="3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3×3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process</a:t>
            </a:r>
            <a:r>
              <a:rPr sz="1050" spc="3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1×1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latin typeface="Arial MT"/>
                <a:cs typeface="Arial MT"/>
              </a:rPr>
              <a:t>expand</a:t>
            </a:r>
            <a:endParaRPr sz="1050">
              <a:latin typeface="Arial MT"/>
              <a:cs typeface="Arial MT"/>
            </a:endParaRPr>
          </a:p>
          <a:p>
            <a:pPr marL="12700" marR="86360">
              <a:lnSpc>
                <a:spcPct val="100000"/>
              </a:lnSpc>
              <a:spcBef>
                <a:spcPts val="61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Parameter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savings: </a:t>
            </a:r>
            <a:r>
              <a:rPr sz="1050" spc="-35" dirty="0">
                <a:latin typeface="Arial MT"/>
                <a:cs typeface="Arial MT"/>
              </a:rPr>
              <a:t>256</a:t>
            </a:r>
            <a:r>
              <a:rPr sz="1200" spc="-35" dirty="0">
                <a:latin typeface="Microsoft YaHei UI"/>
                <a:cs typeface="Microsoft YaHei UI"/>
              </a:rPr>
              <a:t>×</a:t>
            </a:r>
            <a:r>
              <a:rPr sz="1050" spc="-35" dirty="0">
                <a:latin typeface="Arial MT"/>
                <a:cs typeface="Arial MT"/>
              </a:rPr>
              <a:t>64</a:t>
            </a:r>
            <a:r>
              <a:rPr sz="1200" spc="-35" dirty="0">
                <a:latin typeface="Tahoma"/>
                <a:cs typeface="Tahoma"/>
              </a:rPr>
              <a:t>+</a:t>
            </a:r>
            <a:r>
              <a:rPr sz="1050" spc="-35" dirty="0">
                <a:latin typeface="Arial MT"/>
                <a:cs typeface="Arial MT"/>
              </a:rPr>
              <a:t>64</a:t>
            </a:r>
            <a:r>
              <a:rPr sz="1200" spc="-35" dirty="0">
                <a:latin typeface="Microsoft YaHei UI"/>
                <a:cs typeface="Microsoft YaHei UI"/>
              </a:rPr>
              <a:t>×</a:t>
            </a:r>
            <a:r>
              <a:rPr sz="1050" spc="-35" dirty="0">
                <a:latin typeface="Arial MT"/>
                <a:cs typeface="Arial MT"/>
              </a:rPr>
              <a:t>64</a:t>
            </a:r>
            <a:r>
              <a:rPr sz="1200" spc="-35" dirty="0">
                <a:latin typeface="Microsoft YaHei UI"/>
                <a:cs typeface="Microsoft YaHei UI"/>
              </a:rPr>
              <a:t>×</a:t>
            </a:r>
            <a:r>
              <a:rPr sz="1050" spc="-35" dirty="0">
                <a:latin typeface="Arial MT"/>
                <a:cs typeface="Arial MT"/>
              </a:rPr>
              <a:t>9</a:t>
            </a:r>
            <a:r>
              <a:rPr sz="1200" spc="-35" dirty="0">
                <a:latin typeface="Tahoma"/>
                <a:cs typeface="Tahoma"/>
              </a:rPr>
              <a:t>+</a:t>
            </a:r>
            <a:r>
              <a:rPr sz="1050" spc="-35" dirty="0">
                <a:latin typeface="Arial MT"/>
                <a:cs typeface="Arial MT"/>
              </a:rPr>
              <a:t>64</a:t>
            </a:r>
            <a:r>
              <a:rPr sz="1200" spc="-35" dirty="0">
                <a:latin typeface="Microsoft YaHei UI"/>
                <a:cs typeface="Microsoft YaHei UI"/>
              </a:rPr>
              <a:t>×</a:t>
            </a:r>
            <a:r>
              <a:rPr sz="1050" spc="-35" dirty="0">
                <a:latin typeface="Arial MT"/>
                <a:cs typeface="Arial MT"/>
              </a:rPr>
              <a:t>256</a:t>
            </a:r>
            <a:r>
              <a:rPr sz="1050" spc="80" dirty="0">
                <a:latin typeface="Arial MT"/>
                <a:cs typeface="Arial MT"/>
              </a:rPr>
              <a:t> </a:t>
            </a:r>
            <a:r>
              <a:rPr sz="1200" spc="-50" dirty="0">
                <a:latin typeface="Tahoma"/>
                <a:cs typeface="Tahoma"/>
              </a:rPr>
              <a:t>=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70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4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vs.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256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256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dirty="0">
                <a:latin typeface="Arial MT"/>
                <a:cs typeface="Arial MT"/>
              </a:rPr>
              <a:t>9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590</a:t>
            </a:r>
            <a:r>
              <a:rPr sz="1050" i="1" spc="-20" dirty="0">
                <a:latin typeface="Arial"/>
                <a:cs typeface="Arial"/>
              </a:rPr>
              <a:t>K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50" dirty="0">
                <a:latin typeface="Arial MT"/>
                <a:cs typeface="Arial MT"/>
              </a:rPr>
              <a:t>(8.4×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reduction!)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ResNet:</a:t>
            </a:r>
            <a:r>
              <a:rPr cap="small" spc="-3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Handling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Dimension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Mismatch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0921" y="815009"/>
            <a:ext cx="69850" cy="1051560"/>
            <a:chOff x="460921" y="815009"/>
            <a:chExt cx="69850" cy="1051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921" y="815009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921" y="121988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921" y="1796846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66623" y="700557"/>
            <a:ext cx="2084070" cy="207772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r>
              <a:rPr sz="1050" dirty="0">
                <a:solidFill>
                  <a:srgbClr val="EB1F27"/>
                </a:solidFill>
                <a:latin typeface="Arial MT"/>
                <a:cs typeface="Arial MT"/>
              </a:rPr>
              <a:t>Problem:</a:t>
            </a:r>
            <a:r>
              <a:rPr sz="1050" spc="-45" dirty="0">
                <a:solidFill>
                  <a:srgbClr val="EB1F27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10" dirty="0">
                <a:latin typeface="Arial MT"/>
                <a:cs typeface="Arial MT"/>
              </a:rPr>
              <a:t> output</a:t>
            </a:r>
            <a:endParaRPr sz="10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latin typeface="Arial MT"/>
                <a:cs typeface="Arial MT"/>
              </a:rPr>
              <a:t>dimensions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don’t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match?</a:t>
            </a:r>
            <a:endParaRPr sz="1050">
              <a:latin typeface="Arial MT"/>
              <a:cs typeface="Arial MT"/>
            </a:endParaRPr>
          </a:p>
          <a:p>
            <a:pPr marL="38100" marR="30480">
              <a:lnSpc>
                <a:spcPct val="115300"/>
              </a:lnSpc>
              <a:spcBef>
                <a:spcPts val="3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Solution: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Projection</a:t>
            </a:r>
            <a:r>
              <a:rPr sz="1050" spc="-6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Shortcut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(spatial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10" dirty="0">
                <a:latin typeface="Arial MT"/>
                <a:cs typeface="Arial MT"/>
              </a:rPr>
              <a:t> channel):</a:t>
            </a:r>
            <a:endParaRPr sz="10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Projection: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3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1×1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convolution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stride=2</a:t>
            </a:r>
            <a:endParaRPr sz="950">
              <a:latin typeface="Arial MT"/>
              <a:cs typeface="Arial MT"/>
            </a:endParaRPr>
          </a:p>
          <a:p>
            <a:pPr marR="180340" algn="ctr">
              <a:lnSpc>
                <a:spcPct val="100000"/>
              </a:lnSpc>
              <a:spcBef>
                <a:spcPts val="219"/>
              </a:spcBef>
            </a:pPr>
            <a:r>
              <a:rPr sz="950" dirty="0">
                <a:latin typeface="Arial MT"/>
                <a:cs typeface="Arial MT"/>
              </a:rPr>
              <a:t>(downsample</a:t>
            </a:r>
            <a:r>
              <a:rPr sz="950" spc="-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spatially)</a:t>
            </a:r>
            <a:endParaRPr sz="950">
              <a:latin typeface="Arial MT"/>
              <a:cs typeface="Arial MT"/>
            </a:endParaRPr>
          </a:p>
          <a:p>
            <a:pPr marR="158750" algn="ctr">
              <a:lnSpc>
                <a:spcPct val="100000"/>
              </a:lnSpc>
              <a:spcBef>
                <a:spcPts val="3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Adjusts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number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of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channels</a:t>
            </a:r>
            <a:endParaRPr sz="950">
              <a:latin typeface="Arial MT"/>
              <a:cs typeface="Arial MT"/>
            </a:endParaRPr>
          </a:p>
          <a:p>
            <a:pPr marR="32384" algn="ctr">
              <a:lnSpc>
                <a:spcPct val="100000"/>
              </a:lnSpc>
              <a:spcBef>
                <a:spcPts val="1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3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Enables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skip</a:t>
            </a:r>
            <a:r>
              <a:rPr sz="950" spc="-10" dirty="0">
                <a:latin typeface="Arial MT"/>
                <a:cs typeface="Arial MT"/>
              </a:rPr>
              <a:t> connection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even</a:t>
            </a:r>
            <a:endParaRPr sz="950">
              <a:latin typeface="Arial MT"/>
              <a:cs typeface="Arial MT"/>
            </a:endParaRPr>
          </a:p>
          <a:p>
            <a:pPr marR="48260" algn="ctr">
              <a:lnSpc>
                <a:spcPct val="100000"/>
              </a:lnSpc>
              <a:spcBef>
                <a:spcPts val="215"/>
              </a:spcBef>
            </a:pPr>
            <a:r>
              <a:rPr sz="950" dirty="0">
                <a:latin typeface="Arial MT"/>
                <a:cs typeface="Arial MT"/>
              </a:rPr>
              <a:t>when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dimensions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change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07409" y="2541282"/>
            <a:ext cx="238760" cy="2387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76371" y="2547010"/>
            <a:ext cx="1003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18052" y="2540000"/>
            <a:ext cx="6096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 MT"/>
                <a:cs typeface="Arial MT"/>
              </a:rPr>
              <a:t>56 </a:t>
            </a:r>
            <a:r>
              <a:rPr sz="800" i="1" dirty="0">
                <a:latin typeface="Verdana"/>
                <a:cs typeface="Verdana"/>
              </a:rPr>
              <a:t>×</a:t>
            </a:r>
            <a:r>
              <a:rPr sz="800" i="1" spc="-10" dirty="0">
                <a:latin typeface="Verdana"/>
                <a:cs typeface="Verdana"/>
              </a:rPr>
              <a:t> </a:t>
            </a:r>
            <a:r>
              <a:rPr sz="700" dirty="0">
                <a:latin typeface="Arial MT"/>
                <a:cs typeface="Arial MT"/>
              </a:rPr>
              <a:t>56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800" i="1" dirty="0">
                <a:latin typeface="Verdana"/>
                <a:cs typeface="Verdana"/>
              </a:rPr>
              <a:t>×</a:t>
            </a:r>
            <a:r>
              <a:rPr sz="800" i="1" spc="-10" dirty="0">
                <a:latin typeface="Verdana"/>
                <a:cs typeface="Verdana"/>
              </a:rPr>
              <a:t> </a:t>
            </a:r>
            <a:r>
              <a:rPr sz="700" spc="-25" dirty="0">
                <a:latin typeface="Arial MT"/>
                <a:cs typeface="Arial MT"/>
              </a:rPr>
              <a:t>64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26041" y="2135454"/>
            <a:ext cx="802005" cy="186690"/>
            <a:chOff x="3126041" y="2135454"/>
            <a:chExt cx="802005" cy="186690"/>
          </a:xfrm>
        </p:grpSpPr>
        <p:sp>
          <p:nvSpPr>
            <p:cNvPr id="12" name="object 12"/>
            <p:cNvSpPr/>
            <p:nvPr/>
          </p:nvSpPr>
          <p:spPr>
            <a:xfrm>
              <a:off x="3130804" y="2140216"/>
              <a:ext cx="792480" cy="177165"/>
            </a:xfrm>
            <a:custGeom>
              <a:avLst/>
              <a:gdLst/>
              <a:ahLst/>
              <a:cxnLst/>
              <a:rect l="l" t="t" r="r" b="b"/>
              <a:pathLst>
                <a:path w="792479" h="177164">
                  <a:moveTo>
                    <a:pt x="792010" y="0"/>
                  </a:moveTo>
                  <a:lnTo>
                    <a:pt x="0" y="0"/>
                  </a:lnTo>
                  <a:lnTo>
                    <a:pt x="0" y="176885"/>
                  </a:lnTo>
                  <a:lnTo>
                    <a:pt x="792010" y="176885"/>
                  </a:lnTo>
                  <a:lnTo>
                    <a:pt x="792010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0804" y="2140216"/>
              <a:ext cx="792480" cy="177165"/>
            </a:xfrm>
            <a:custGeom>
              <a:avLst/>
              <a:gdLst/>
              <a:ahLst/>
              <a:cxnLst/>
              <a:rect l="l" t="t" r="r" b="b"/>
              <a:pathLst>
                <a:path w="792479" h="177164">
                  <a:moveTo>
                    <a:pt x="0" y="176885"/>
                  </a:moveTo>
                  <a:lnTo>
                    <a:pt x="792010" y="176885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17688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35566" y="2140407"/>
            <a:ext cx="7829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Conv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+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BN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26041" y="1847443"/>
            <a:ext cx="802005" cy="186690"/>
            <a:chOff x="3126041" y="1847443"/>
            <a:chExt cx="802005" cy="186690"/>
          </a:xfrm>
        </p:grpSpPr>
        <p:sp>
          <p:nvSpPr>
            <p:cNvPr id="16" name="object 16"/>
            <p:cNvSpPr/>
            <p:nvPr/>
          </p:nvSpPr>
          <p:spPr>
            <a:xfrm>
              <a:off x="3130804" y="1852206"/>
              <a:ext cx="792480" cy="177165"/>
            </a:xfrm>
            <a:custGeom>
              <a:avLst/>
              <a:gdLst/>
              <a:ahLst/>
              <a:cxnLst/>
              <a:rect l="l" t="t" r="r" b="b"/>
              <a:pathLst>
                <a:path w="792479" h="177164">
                  <a:moveTo>
                    <a:pt x="792010" y="0"/>
                  </a:moveTo>
                  <a:lnTo>
                    <a:pt x="0" y="0"/>
                  </a:lnTo>
                  <a:lnTo>
                    <a:pt x="0" y="176885"/>
                  </a:lnTo>
                  <a:lnTo>
                    <a:pt x="792010" y="176885"/>
                  </a:lnTo>
                  <a:lnTo>
                    <a:pt x="792010" y="0"/>
                  </a:lnTo>
                  <a:close/>
                </a:path>
              </a:pathLst>
            </a:custGeom>
            <a:solidFill>
              <a:srgbClr val="FFE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0804" y="1852206"/>
              <a:ext cx="792480" cy="177165"/>
            </a:xfrm>
            <a:custGeom>
              <a:avLst/>
              <a:gdLst/>
              <a:ahLst/>
              <a:cxnLst/>
              <a:rect l="l" t="t" r="r" b="b"/>
              <a:pathLst>
                <a:path w="792479" h="177164">
                  <a:moveTo>
                    <a:pt x="0" y="176885"/>
                  </a:moveTo>
                  <a:lnTo>
                    <a:pt x="792010" y="176885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17688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35566" y="1852371"/>
            <a:ext cx="7829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Conv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+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BN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07283" y="1389138"/>
            <a:ext cx="239001" cy="23900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474465" y="1393063"/>
            <a:ext cx="10413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0" dirty="0">
                <a:latin typeface="Arial"/>
                <a:cs typeface="Arial"/>
              </a:rPr>
              <a:t>+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94900" y="944816"/>
            <a:ext cx="264160" cy="264160"/>
            <a:chOff x="3394900" y="944816"/>
            <a:chExt cx="264160" cy="264160"/>
          </a:xfrm>
        </p:grpSpPr>
        <p:sp>
          <p:nvSpPr>
            <p:cNvPr id="22" name="object 22"/>
            <p:cNvSpPr/>
            <p:nvPr/>
          </p:nvSpPr>
          <p:spPr>
            <a:xfrm>
              <a:off x="3399663" y="94957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>
                  <a:moveTo>
                    <a:pt x="127126" y="0"/>
                  </a:moveTo>
                  <a:lnTo>
                    <a:pt x="77597" y="10033"/>
                  </a:lnTo>
                  <a:lnTo>
                    <a:pt x="37211" y="37211"/>
                  </a:lnTo>
                  <a:lnTo>
                    <a:pt x="10033" y="77597"/>
                  </a:lnTo>
                  <a:lnTo>
                    <a:pt x="0" y="127000"/>
                  </a:lnTo>
                  <a:lnTo>
                    <a:pt x="10033" y="176530"/>
                  </a:lnTo>
                  <a:lnTo>
                    <a:pt x="37211" y="216916"/>
                  </a:lnTo>
                  <a:lnTo>
                    <a:pt x="77597" y="244094"/>
                  </a:lnTo>
                  <a:lnTo>
                    <a:pt x="127126" y="254127"/>
                  </a:lnTo>
                  <a:lnTo>
                    <a:pt x="176529" y="244094"/>
                  </a:lnTo>
                  <a:lnTo>
                    <a:pt x="216915" y="216916"/>
                  </a:lnTo>
                  <a:lnTo>
                    <a:pt x="244094" y="176530"/>
                  </a:lnTo>
                  <a:lnTo>
                    <a:pt x="254126" y="127000"/>
                  </a:lnTo>
                  <a:lnTo>
                    <a:pt x="244094" y="77597"/>
                  </a:lnTo>
                  <a:lnTo>
                    <a:pt x="216915" y="37211"/>
                  </a:lnTo>
                  <a:lnTo>
                    <a:pt x="176529" y="10033"/>
                  </a:lnTo>
                  <a:lnTo>
                    <a:pt x="12712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99663" y="94957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>
                  <a:moveTo>
                    <a:pt x="254126" y="127000"/>
                  </a:moveTo>
                  <a:lnTo>
                    <a:pt x="244094" y="77597"/>
                  </a:lnTo>
                  <a:lnTo>
                    <a:pt x="216915" y="37211"/>
                  </a:lnTo>
                  <a:lnTo>
                    <a:pt x="176529" y="10033"/>
                  </a:lnTo>
                  <a:lnTo>
                    <a:pt x="127126" y="0"/>
                  </a:lnTo>
                  <a:lnTo>
                    <a:pt x="77597" y="10033"/>
                  </a:lnTo>
                  <a:lnTo>
                    <a:pt x="37211" y="37211"/>
                  </a:lnTo>
                  <a:lnTo>
                    <a:pt x="10033" y="77597"/>
                  </a:lnTo>
                  <a:lnTo>
                    <a:pt x="0" y="127000"/>
                  </a:lnTo>
                  <a:lnTo>
                    <a:pt x="10033" y="176530"/>
                  </a:lnTo>
                  <a:lnTo>
                    <a:pt x="37211" y="216916"/>
                  </a:lnTo>
                  <a:lnTo>
                    <a:pt x="77597" y="244094"/>
                  </a:lnTo>
                  <a:lnTo>
                    <a:pt x="127126" y="254127"/>
                  </a:lnTo>
                  <a:lnTo>
                    <a:pt x="176529" y="244094"/>
                  </a:lnTo>
                  <a:lnTo>
                    <a:pt x="216915" y="216916"/>
                  </a:lnTo>
                  <a:lnTo>
                    <a:pt x="244094" y="176530"/>
                  </a:lnTo>
                  <a:lnTo>
                    <a:pt x="254126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60241" y="893826"/>
            <a:ext cx="1003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7797" y="985265"/>
            <a:ext cx="6565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 MT"/>
                <a:cs typeface="Arial MT"/>
              </a:rPr>
              <a:t>28 </a:t>
            </a:r>
            <a:r>
              <a:rPr sz="800" i="1" dirty="0">
                <a:latin typeface="Verdana"/>
                <a:cs typeface="Verdana"/>
              </a:rPr>
              <a:t>×</a:t>
            </a:r>
            <a:r>
              <a:rPr sz="800" i="1" spc="-10" dirty="0">
                <a:latin typeface="Verdana"/>
                <a:cs typeface="Verdana"/>
              </a:rPr>
              <a:t> </a:t>
            </a:r>
            <a:r>
              <a:rPr sz="700" dirty="0">
                <a:latin typeface="Arial MT"/>
                <a:cs typeface="Arial MT"/>
              </a:rPr>
              <a:t>28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800" i="1" dirty="0">
                <a:latin typeface="Verdana"/>
                <a:cs typeface="Verdana"/>
              </a:rPr>
              <a:t>×</a:t>
            </a:r>
            <a:r>
              <a:rPr sz="800" i="1" spc="-10" dirty="0">
                <a:latin typeface="Verdana"/>
                <a:cs typeface="Verdana"/>
              </a:rPr>
              <a:t> </a:t>
            </a:r>
            <a:r>
              <a:rPr sz="700" spc="-25" dirty="0">
                <a:latin typeface="Arial MT"/>
                <a:cs typeface="Arial MT"/>
              </a:rPr>
              <a:t>128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487292" y="1211198"/>
            <a:ext cx="79375" cy="1330325"/>
          </a:xfrm>
          <a:custGeom>
            <a:avLst/>
            <a:gdLst/>
            <a:ahLst/>
            <a:cxnLst/>
            <a:rect l="l" t="t" r="r" b="b"/>
            <a:pathLst>
              <a:path w="79375" h="1330325">
                <a:moveTo>
                  <a:pt x="39497" y="1330071"/>
                </a:moveTo>
                <a:lnTo>
                  <a:pt x="39497" y="1118539"/>
                </a:lnTo>
              </a:path>
              <a:path w="79375" h="1330325">
                <a:moveTo>
                  <a:pt x="0" y="1145870"/>
                </a:moveTo>
                <a:lnTo>
                  <a:pt x="15494" y="1140180"/>
                </a:lnTo>
                <a:lnTo>
                  <a:pt x="26924" y="1132433"/>
                </a:lnTo>
                <a:lnTo>
                  <a:pt x="34671" y="1123315"/>
                </a:lnTo>
                <a:lnTo>
                  <a:pt x="39497" y="1113472"/>
                </a:lnTo>
                <a:lnTo>
                  <a:pt x="44196" y="1123315"/>
                </a:lnTo>
                <a:lnTo>
                  <a:pt x="52070" y="1132433"/>
                </a:lnTo>
                <a:lnTo>
                  <a:pt x="63500" y="1140180"/>
                </a:lnTo>
                <a:lnTo>
                  <a:pt x="78994" y="1145870"/>
                </a:lnTo>
              </a:path>
              <a:path w="79375" h="1330325">
                <a:moveTo>
                  <a:pt x="39497" y="926452"/>
                </a:moveTo>
                <a:lnTo>
                  <a:pt x="39497" y="830516"/>
                </a:lnTo>
              </a:path>
              <a:path w="79375" h="1330325">
                <a:moveTo>
                  <a:pt x="0" y="857846"/>
                </a:moveTo>
                <a:lnTo>
                  <a:pt x="15494" y="852157"/>
                </a:lnTo>
                <a:lnTo>
                  <a:pt x="26924" y="844410"/>
                </a:lnTo>
                <a:lnTo>
                  <a:pt x="34671" y="835291"/>
                </a:lnTo>
                <a:lnTo>
                  <a:pt x="39497" y="825461"/>
                </a:lnTo>
                <a:lnTo>
                  <a:pt x="44196" y="835291"/>
                </a:lnTo>
                <a:lnTo>
                  <a:pt x="52070" y="844410"/>
                </a:lnTo>
                <a:lnTo>
                  <a:pt x="63500" y="852157"/>
                </a:lnTo>
                <a:lnTo>
                  <a:pt x="78994" y="857846"/>
                </a:lnTo>
              </a:path>
              <a:path w="79375" h="1330325">
                <a:moveTo>
                  <a:pt x="39497" y="638429"/>
                </a:moveTo>
                <a:lnTo>
                  <a:pt x="39497" y="426974"/>
                </a:lnTo>
              </a:path>
              <a:path w="79375" h="1330325">
                <a:moveTo>
                  <a:pt x="0" y="454406"/>
                </a:moveTo>
                <a:lnTo>
                  <a:pt x="15494" y="448691"/>
                </a:lnTo>
                <a:lnTo>
                  <a:pt x="26924" y="440944"/>
                </a:lnTo>
                <a:lnTo>
                  <a:pt x="34671" y="431800"/>
                </a:lnTo>
                <a:lnTo>
                  <a:pt x="39497" y="421894"/>
                </a:lnTo>
                <a:lnTo>
                  <a:pt x="44196" y="431800"/>
                </a:lnTo>
                <a:lnTo>
                  <a:pt x="52070" y="440944"/>
                </a:lnTo>
                <a:lnTo>
                  <a:pt x="63500" y="448691"/>
                </a:lnTo>
                <a:lnTo>
                  <a:pt x="78994" y="454406"/>
                </a:lnTo>
              </a:path>
              <a:path w="79375" h="1330325">
                <a:moveTo>
                  <a:pt x="39497" y="177927"/>
                </a:moveTo>
                <a:lnTo>
                  <a:pt x="39497" y="5080"/>
                </a:lnTo>
              </a:path>
              <a:path w="79375" h="1330325">
                <a:moveTo>
                  <a:pt x="0" y="32385"/>
                </a:moveTo>
                <a:lnTo>
                  <a:pt x="15494" y="26670"/>
                </a:lnTo>
                <a:lnTo>
                  <a:pt x="26924" y="18923"/>
                </a:lnTo>
                <a:lnTo>
                  <a:pt x="34671" y="9779"/>
                </a:lnTo>
                <a:lnTo>
                  <a:pt x="39497" y="0"/>
                </a:lnTo>
                <a:lnTo>
                  <a:pt x="44196" y="9779"/>
                </a:lnTo>
                <a:lnTo>
                  <a:pt x="52070" y="18923"/>
                </a:lnTo>
                <a:lnTo>
                  <a:pt x="63500" y="26670"/>
                </a:lnTo>
                <a:lnTo>
                  <a:pt x="78994" y="32385"/>
                </a:lnTo>
              </a:path>
            </a:pathLst>
          </a:custGeom>
          <a:ln w="10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052315" y="1987626"/>
            <a:ext cx="677545" cy="194310"/>
          </a:xfrm>
          <a:prstGeom prst="rect">
            <a:avLst/>
          </a:prstGeom>
          <a:solidFill>
            <a:srgbClr val="F1CCD7"/>
          </a:solidFill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Conv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14876" y="2231237"/>
            <a:ext cx="3416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stride=2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1452404"/>
            <a:ext cx="5760085" cy="1781175"/>
            <a:chOff x="0" y="1452404"/>
            <a:chExt cx="5760085" cy="1781175"/>
          </a:xfrm>
        </p:grpSpPr>
        <p:sp>
          <p:nvSpPr>
            <p:cNvPr id="30" name="object 30"/>
            <p:cNvSpPr/>
            <p:nvPr/>
          </p:nvSpPr>
          <p:spPr>
            <a:xfrm>
              <a:off x="3646170" y="1459991"/>
              <a:ext cx="793750" cy="1200785"/>
            </a:xfrm>
            <a:custGeom>
              <a:avLst/>
              <a:gdLst/>
              <a:ahLst/>
              <a:cxnLst/>
              <a:rect l="l" t="t" r="r" b="b"/>
              <a:pathLst>
                <a:path w="793750" h="1200785">
                  <a:moveTo>
                    <a:pt x="0" y="1200670"/>
                  </a:moveTo>
                  <a:lnTo>
                    <a:pt x="744601" y="1200670"/>
                  </a:lnTo>
                  <a:lnTo>
                    <a:pt x="744601" y="739368"/>
                  </a:lnTo>
                </a:path>
                <a:path w="793750" h="1200785">
                  <a:moveTo>
                    <a:pt x="695959" y="770242"/>
                  </a:moveTo>
                  <a:lnTo>
                    <a:pt x="715137" y="763485"/>
                  </a:lnTo>
                  <a:lnTo>
                    <a:pt x="729106" y="754291"/>
                  </a:lnTo>
                  <a:lnTo>
                    <a:pt x="738758" y="743458"/>
                  </a:lnTo>
                  <a:lnTo>
                    <a:pt x="744601" y="731786"/>
                  </a:lnTo>
                  <a:lnTo>
                    <a:pt x="750569" y="743458"/>
                  </a:lnTo>
                  <a:lnTo>
                    <a:pt x="760094" y="754303"/>
                  </a:lnTo>
                  <a:lnTo>
                    <a:pt x="774191" y="763498"/>
                  </a:lnTo>
                  <a:lnTo>
                    <a:pt x="793241" y="770255"/>
                  </a:lnTo>
                </a:path>
                <a:path w="793750" h="1200785">
                  <a:moveTo>
                    <a:pt x="744601" y="525068"/>
                  </a:moveTo>
                  <a:lnTo>
                    <a:pt x="744601" y="48641"/>
                  </a:lnTo>
                  <a:lnTo>
                    <a:pt x="15239" y="48641"/>
                  </a:lnTo>
                </a:path>
                <a:path w="793750" h="1200785">
                  <a:moveTo>
                    <a:pt x="46100" y="97281"/>
                  </a:moveTo>
                  <a:lnTo>
                    <a:pt x="39369" y="78105"/>
                  </a:lnTo>
                  <a:lnTo>
                    <a:pt x="30225" y="64135"/>
                  </a:lnTo>
                  <a:lnTo>
                    <a:pt x="19430" y="54483"/>
                  </a:lnTo>
                  <a:lnTo>
                    <a:pt x="7746" y="48641"/>
                  </a:lnTo>
                  <a:lnTo>
                    <a:pt x="19430" y="42672"/>
                  </a:lnTo>
                  <a:lnTo>
                    <a:pt x="30225" y="33147"/>
                  </a:lnTo>
                  <a:lnTo>
                    <a:pt x="39369" y="19050"/>
                  </a:lnTo>
                  <a:lnTo>
                    <a:pt x="46100" y="0"/>
                  </a:lnTo>
                </a:path>
              </a:pathLst>
            </a:custGeom>
            <a:ln w="15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839970" y="1864867"/>
            <a:ext cx="472440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100"/>
              </a:lnSpc>
              <a:spcBef>
                <a:spcPts val="100"/>
              </a:spcBef>
            </a:pPr>
            <a:r>
              <a:rPr sz="700" spc="-10" dirty="0">
                <a:latin typeface="Arial MT"/>
                <a:cs typeface="Arial MT"/>
              </a:rPr>
              <a:t>Match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dimensions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143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3545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ResNet</a:t>
            </a:r>
            <a:r>
              <a:rPr sz="1700" cap="small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sz="1700" cap="small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Family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820158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144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2188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Residual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Connections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60" dirty="0">
                <a:solidFill>
                  <a:srgbClr val="FFFFFF"/>
                </a:solidFill>
                <a:latin typeface="Calibri"/>
                <a:cs typeface="Calibri"/>
              </a:rPr>
              <a:t>Work?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70547"/>
            <a:ext cx="5760085" cy="2763520"/>
            <a:chOff x="0" y="470547"/>
            <a:chExt cx="5760085" cy="276352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470547"/>
              <a:ext cx="4227449" cy="266712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145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ResNet:</a:t>
            </a:r>
            <a:r>
              <a:rPr cap="small" spc="-3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Key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963" y="433576"/>
            <a:ext cx="5007610" cy="6686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Revolutionary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Impact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ResNet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enabled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100+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winning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latin typeface="Arial MT"/>
                <a:cs typeface="Arial MT"/>
              </a:rPr>
              <a:t>ImageNet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2015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3.6%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error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(superhuman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performance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ImageNet!)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Core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Contributions: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1167536"/>
            <a:ext cx="121259" cy="1212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514" y="1152905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1377341"/>
            <a:ext cx="121259" cy="121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3514" y="1362836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996" y="1587272"/>
            <a:ext cx="121259" cy="12125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3514" y="1572894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6996" y="1797203"/>
            <a:ext cx="126364" cy="1226185"/>
            <a:chOff x="456996" y="1797203"/>
            <a:chExt cx="126364" cy="122618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996" y="1797203"/>
              <a:ext cx="121259" cy="12125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324074"/>
              <a:ext cx="69291" cy="692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533967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743860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953753"/>
              <a:ext cx="69291" cy="6929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44448" y="1047921"/>
            <a:ext cx="4370705" cy="6623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Residual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Learning: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F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 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110" dirty="0">
                <a:latin typeface="Microsoft YaHei UI"/>
                <a:cs typeface="Microsoft YaHei UI"/>
              </a:rPr>
              <a:t>—</a:t>
            </a:r>
            <a:r>
              <a:rPr sz="1200" spc="15" dirty="0">
                <a:latin typeface="Microsoft YaHei UI"/>
                <a:cs typeface="Microsoft YaHei UI"/>
              </a:rPr>
              <a:t> 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instead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i="1" spc="-20" dirty="0">
                <a:latin typeface="Arial"/>
                <a:cs typeface="Arial"/>
              </a:rPr>
              <a:t>H</a:t>
            </a:r>
            <a:r>
              <a:rPr sz="1200" spc="-20" dirty="0">
                <a:latin typeface="Tahoma"/>
                <a:cs typeface="Tahoma"/>
              </a:rPr>
              <a:t>(</a:t>
            </a:r>
            <a:r>
              <a:rPr sz="1050" b="1" spc="-20" dirty="0">
                <a:latin typeface="Arial"/>
                <a:cs typeface="Arial"/>
              </a:rPr>
              <a:t>x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Skip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Connections: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Identity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shortcuts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gradient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flow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Very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Deep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Networks: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50-</a:t>
            </a:r>
            <a:r>
              <a:rPr sz="1050" dirty="0">
                <a:latin typeface="Arial MT"/>
                <a:cs typeface="Arial MT"/>
              </a:rPr>
              <a:t>152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trainable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(even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1000+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demonstrated)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6963" y="1732533"/>
            <a:ext cx="4568190" cy="1328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105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900" spc="487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Bottleneck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Design: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Efficient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using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1×1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convolutions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Impact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on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Field: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15"/>
              </a:spcBef>
            </a:pPr>
            <a:r>
              <a:rPr sz="1050" dirty="0">
                <a:latin typeface="Arial MT"/>
                <a:cs typeface="Arial MT"/>
              </a:rPr>
              <a:t>Skip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connections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now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standard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almost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architectures</a:t>
            </a:r>
            <a:endParaRPr sz="1050">
              <a:latin typeface="Arial MT"/>
              <a:cs typeface="Arial MT"/>
            </a:endParaRPr>
          </a:p>
          <a:p>
            <a:pPr marL="309880" marR="474980">
              <a:lnSpc>
                <a:spcPct val="130500"/>
              </a:lnSpc>
              <a:spcBef>
                <a:spcPts val="15"/>
              </a:spcBef>
            </a:pPr>
            <a:r>
              <a:rPr sz="1050" dirty="0">
                <a:latin typeface="Arial MT"/>
                <a:cs typeface="Arial MT"/>
              </a:rPr>
              <a:t>DenseNet,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U-Net,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EfficientNet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10" dirty="0">
                <a:latin typeface="Arial MT"/>
                <a:cs typeface="Arial MT"/>
              </a:rPr>
              <a:t> residual-</a:t>
            </a:r>
            <a:r>
              <a:rPr sz="1050" dirty="0">
                <a:latin typeface="Arial MT"/>
                <a:cs typeface="Arial MT"/>
              </a:rPr>
              <a:t>style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connections </a:t>
            </a:r>
            <a:r>
              <a:rPr sz="1050" dirty="0">
                <a:latin typeface="Arial MT"/>
                <a:cs typeface="Arial MT"/>
              </a:rPr>
              <a:t>Transfer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learning: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ResNet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widely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backbones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575"/>
              </a:spcBef>
            </a:pPr>
            <a:r>
              <a:rPr sz="1050" dirty="0">
                <a:latin typeface="Arial MT"/>
                <a:cs typeface="Arial MT"/>
              </a:rPr>
              <a:t>Enabled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modern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(Transformers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also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residuals!)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9" name="object 19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146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52069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147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Transfer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Learning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60" dirty="0">
                <a:solidFill>
                  <a:srgbClr val="FFFFFF"/>
                </a:solidFill>
              </a:rPr>
              <a:t>Concept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551687"/>
            <a:ext cx="5193030" cy="2441575"/>
            <a:chOff x="309194" y="551687"/>
            <a:chExt cx="5193030" cy="2441575"/>
          </a:xfrm>
        </p:grpSpPr>
        <p:sp>
          <p:nvSpPr>
            <p:cNvPr id="4" name="object 4"/>
            <p:cNvSpPr/>
            <p:nvPr/>
          </p:nvSpPr>
          <p:spPr>
            <a:xfrm>
              <a:off x="309194" y="55168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5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985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939418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595985"/>
              <a:ext cx="5192522" cy="4450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790193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>
                  <a:moveTo>
                    <a:pt x="5141645" y="0"/>
                  </a:moveTo>
                  <a:lnTo>
                    <a:pt x="0" y="0"/>
                  </a:lnTo>
                  <a:lnTo>
                    <a:pt x="0" y="149225"/>
                  </a:lnTo>
                  <a:lnTo>
                    <a:pt x="4000" y="168909"/>
                  </a:lnTo>
                  <a:lnTo>
                    <a:pt x="14922" y="185038"/>
                  </a:lnTo>
                  <a:lnTo>
                    <a:pt x="31076" y="195960"/>
                  </a:lnTo>
                  <a:lnTo>
                    <a:pt x="50800" y="200025"/>
                  </a:lnTo>
                  <a:lnTo>
                    <a:pt x="5090845" y="200025"/>
                  </a:lnTo>
                  <a:lnTo>
                    <a:pt x="5110530" y="195960"/>
                  </a:lnTo>
                  <a:lnTo>
                    <a:pt x="5126786" y="185038"/>
                  </a:lnTo>
                  <a:lnTo>
                    <a:pt x="5137708" y="168909"/>
                  </a:lnTo>
                  <a:lnTo>
                    <a:pt x="5141645" y="149225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33983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h="324484">
                  <a:moveTo>
                    <a:pt x="0" y="32448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62128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60858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595883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576833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373936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595297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816785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038159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480995"/>
              <a:ext cx="69291" cy="692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702420"/>
              <a:ext cx="69291" cy="692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702" y="2923832"/>
              <a:ext cx="69291" cy="6929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46963" y="451579"/>
            <a:ext cx="4525645" cy="259143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Definition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latin typeface="Arial MT"/>
                <a:cs typeface="Arial MT"/>
              </a:rPr>
              <a:t>Using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pre-</a:t>
            </a:r>
            <a:r>
              <a:rPr sz="1050" dirty="0">
                <a:latin typeface="Arial MT"/>
                <a:cs typeface="Arial MT"/>
              </a:rPr>
              <a:t>trained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task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starting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point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related</a:t>
            </a:r>
            <a:r>
              <a:rPr sz="1050" spc="-20" dirty="0">
                <a:latin typeface="Arial MT"/>
                <a:cs typeface="Arial MT"/>
              </a:rPr>
              <a:t> task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Why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Transfer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Learning?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Limited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Data: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datasets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benefit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pre-</a:t>
            </a:r>
            <a:r>
              <a:rPr sz="1050" dirty="0">
                <a:latin typeface="Arial MT"/>
                <a:cs typeface="Arial MT"/>
              </a:rPr>
              <a:t>trained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features</a:t>
            </a:r>
            <a:endParaRPr sz="1050">
              <a:latin typeface="Arial MT"/>
              <a:cs typeface="Arial MT"/>
            </a:endParaRPr>
          </a:p>
          <a:p>
            <a:pPr marL="309880" marR="920750">
              <a:lnSpc>
                <a:spcPct val="137700"/>
              </a:lnSpc>
              <a:spcBef>
                <a:spcPts val="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Computational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Efficiency: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Avoid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scratch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Better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Performance: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Often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achieves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results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Reusability: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Low-</a:t>
            </a:r>
            <a:r>
              <a:rPr sz="1050" dirty="0">
                <a:latin typeface="Arial MT"/>
                <a:cs typeface="Arial MT"/>
              </a:rPr>
              <a:t>level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transferable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Common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Scenario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Source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Task: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ImageNet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classification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(1.2M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images,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1000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classes)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Target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Task: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Your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specific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classification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problem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Assumption:</a:t>
            </a:r>
            <a:r>
              <a:rPr sz="1050" spc="-6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Similar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low-</a:t>
            </a:r>
            <a:r>
              <a:rPr sz="1050" dirty="0">
                <a:latin typeface="Arial MT"/>
                <a:cs typeface="Arial MT"/>
              </a:rPr>
              <a:t>level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visual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features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2" name="object 2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148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2934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ImageNet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71766"/>
            <a:ext cx="5760085" cy="2362200"/>
            <a:chOff x="0" y="871766"/>
            <a:chExt cx="5760085" cy="2362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069" y="871766"/>
              <a:ext cx="4655820" cy="15773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149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2934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ImageNet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14222"/>
            <a:ext cx="5760085" cy="2619375"/>
            <a:chOff x="0" y="614222"/>
            <a:chExt cx="5760085" cy="2619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294" y="614222"/>
              <a:ext cx="4103370" cy="22212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150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Transfer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Learning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Strategies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67130"/>
            <a:ext cx="69850" cy="2258060"/>
            <a:chOff x="513702" y="767130"/>
            <a:chExt cx="69850" cy="22580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67130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985824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204518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642668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861362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080044"/>
              <a:ext cx="69291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518284"/>
              <a:ext cx="69291" cy="692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736940"/>
              <a:ext cx="69291" cy="692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702" y="2955594"/>
              <a:ext cx="69291" cy="6929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46963" y="386486"/>
            <a:ext cx="3463290" cy="2828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" marR="1651000" indent="-297180">
              <a:lnSpc>
                <a:spcPct val="137400"/>
              </a:lnSpc>
              <a:spcBef>
                <a:spcPts val="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Strategy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1: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Feature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Extraction </a:t>
            </a:r>
            <a:r>
              <a:rPr sz="1050" dirty="0">
                <a:latin typeface="Arial MT"/>
                <a:cs typeface="Arial MT"/>
              </a:rPr>
              <a:t>Freeze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pre-</a:t>
            </a:r>
            <a:r>
              <a:rPr sz="1050" dirty="0">
                <a:latin typeface="Arial MT"/>
                <a:cs typeface="Arial MT"/>
              </a:rPr>
              <a:t>trained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85"/>
              </a:spcBef>
            </a:pPr>
            <a:r>
              <a:rPr sz="1050" dirty="0">
                <a:latin typeface="Arial MT"/>
                <a:cs typeface="Arial MT"/>
              </a:rPr>
              <a:t>Train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classifier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(final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layer)</a:t>
            </a:r>
            <a:endParaRPr sz="1050">
              <a:latin typeface="Arial MT"/>
              <a:cs typeface="Arial MT"/>
            </a:endParaRPr>
          </a:p>
          <a:p>
            <a:pPr marL="12700" marR="76835" indent="297180">
              <a:lnSpc>
                <a:spcPts val="2080"/>
              </a:lnSpc>
              <a:spcBef>
                <a:spcPts val="35"/>
              </a:spcBef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when: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dataset,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similar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pre-</a:t>
            </a:r>
            <a:r>
              <a:rPr sz="1050" dirty="0">
                <a:latin typeface="Arial MT"/>
                <a:cs typeface="Arial MT"/>
              </a:rPr>
              <a:t>trained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data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Strategy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2:</a:t>
            </a:r>
            <a:r>
              <a:rPr sz="1050" spc="-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Fine-tuning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70"/>
              </a:spcBef>
            </a:pPr>
            <a:r>
              <a:rPr sz="1050" dirty="0">
                <a:latin typeface="Arial MT"/>
                <a:cs typeface="Arial MT"/>
              </a:rPr>
              <a:t>Initialize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pre-</a:t>
            </a:r>
            <a:r>
              <a:rPr sz="1050" dirty="0">
                <a:latin typeface="Arial MT"/>
                <a:cs typeface="Arial MT"/>
              </a:rPr>
              <a:t>trained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weights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500"/>
              </a:spcBef>
            </a:pPr>
            <a:r>
              <a:rPr sz="1050" dirty="0">
                <a:latin typeface="Arial MT"/>
                <a:cs typeface="Arial MT"/>
              </a:rPr>
              <a:t>Train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entire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low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rate</a:t>
            </a:r>
            <a:endParaRPr sz="1050">
              <a:latin typeface="Arial MT"/>
              <a:cs typeface="Arial MT"/>
            </a:endParaRPr>
          </a:p>
          <a:p>
            <a:pPr marL="12700" marR="122555" indent="297180">
              <a:lnSpc>
                <a:spcPts val="2080"/>
              </a:lnSpc>
              <a:spcBef>
                <a:spcPts val="25"/>
              </a:spcBef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when: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Medium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dataset,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somewhat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similar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data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Strategy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3:</a:t>
            </a:r>
            <a:r>
              <a:rPr sz="10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Selective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Fine-tuning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80"/>
              </a:spcBef>
            </a:pPr>
            <a:r>
              <a:rPr sz="1050" dirty="0">
                <a:latin typeface="Arial MT"/>
                <a:cs typeface="Arial MT"/>
              </a:rPr>
              <a:t>Freeze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early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layers,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fine-</a:t>
            </a:r>
            <a:r>
              <a:rPr sz="1050" dirty="0">
                <a:latin typeface="Arial MT"/>
                <a:cs typeface="Arial MT"/>
              </a:rPr>
              <a:t>tune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80"/>
              </a:spcBef>
            </a:pPr>
            <a:r>
              <a:rPr sz="1050" dirty="0">
                <a:latin typeface="Arial MT"/>
                <a:cs typeface="Arial MT"/>
              </a:rPr>
              <a:t>Balance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extraction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fine-tuning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55"/>
              </a:spcBef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when: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Medium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dataset,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</a:t>
            </a:r>
            <a:r>
              <a:rPr sz="1050" dirty="0">
                <a:latin typeface="Arial MT"/>
                <a:cs typeface="Arial MT"/>
                <a:hlinkClick r:id="rId11" action="ppaction://hlinksldjump"/>
              </a:rPr>
              <a:t>erent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related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data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5" name="object 1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151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26915" y="2683471"/>
            <a:ext cx="26670" cy="60960"/>
          </a:xfrm>
          <a:custGeom>
            <a:avLst/>
            <a:gdLst/>
            <a:ahLst/>
            <a:cxnLst/>
            <a:rect l="l" t="t" r="r" b="b"/>
            <a:pathLst>
              <a:path w="26670" h="60960">
                <a:moveTo>
                  <a:pt x="0" y="0"/>
                </a:moveTo>
                <a:lnTo>
                  <a:pt x="4572" y="11937"/>
                </a:lnTo>
                <a:lnTo>
                  <a:pt x="10922" y="20688"/>
                </a:lnTo>
                <a:lnTo>
                  <a:pt x="18287" y="26682"/>
                </a:lnTo>
                <a:lnTo>
                  <a:pt x="26288" y="30365"/>
                </a:lnTo>
                <a:lnTo>
                  <a:pt x="18287" y="34035"/>
                </a:lnTo>
                <a:lnTo>
                  <a:pt x="10922" y="40043"/>
                </a:lnTo>
                <a:lnTo>
                  <a:pt x="4572" y="48793"/>
                </a:lnTo>
                <a:lnTo>
                  <a:pt x="0" y="6073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91685" y="2613456"/>
            <a:ext cx="7829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Dataset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Size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3322" y="772413"/>
            <a:ext cx="60960" cy="26670"/>
          </a:xfrm>
          <a:custGeom>
            <a:avLst/>
            <a:gdLst/>
            <a:ahLst/>
            <a:cxnLst/>
            <a:rect l="l" t="t" r="r" b="b"/>
            <a:pathLst>
              <a:path w="60959" h="26670">
                <a:moveTo>
                  <a:pt x="0" y="26288"/>
                </a:moveTo>
                <a:lnTo>
                  <a:pt x="11937" y="21589"/>
                </a:lnTo>
                <a:lnTo>
                  <a:pt x="20700" y="15367"/>
                </a:lnTo>
                <a:lnTo>
                  <a:pt x="26796" y="7874"/>
                </a:lnTo>
                <a:lnTo>
                  <a:pt x="30480" y="0"/>
                </a:lnTo>
                <a:lnTo>
                  <a:pt x="34162" y="7874"/>
                </a:lnTo>
                <a:lnTo>
                  <a:pt x="40131" y="15367"/>
                </a:lnTo>
                <a:lnTo>
                  <a:pt x="48894" y="21589"/>
                </a:lnTo>
                <a:lnTo>
                  <a:pt x="60833" y="2628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894" y="98552"/>
            <a:ext cx="2485390" cy="63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480"/>
              </a:spcBef>
            </a:pPr>
            <a:r>
              <a:rPr sz="1050" dirty="0">
                <a:latin typeface="Arial MT"/>
                <a:cs typeface="Arial MT"/>
              </a:rPr>
              <a:t>Data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Similarity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8241" y="2775610"/>
            <a:ext cx="3625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Small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0592" y="2760065"/>
            <a:ext cx="36893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Large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0610" y="2126995"/>
            <a:ext cx="5353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Different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159" y="1154938"/>
            <a:ext cx="4381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Arial MT"/>
                <a:cs typeface="Arial MT"/>
              </a:rPr>
              <a:t>Similar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456499" y="757745"/>
          <a:ext cx="2682875" cy="1946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035"/>
                <a:gridCol w="1300480"/>
              </a:tblGrid>
              <a:tr h="9759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755" marR="32384" indent="-24765" algn="just">
                        <a:lnSpc>
                          <a:spcPct val="114799"/>
                        </a:lnSpc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Feature</a:t>
                      </a:r>
                      <a:r>
                        <a:rPr sz="1050" b="1" spc="2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Extraction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Freeze</a:t>
                      </a:r>
                      <a:r>
                        <a:rPr sz="1050" spc="1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conv</a:t>
                      </a:r>
                      <a:r>
                        <a:rPr sz="1050" spc="1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layers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Train</a:t>
                      </a:r>
                      <a:r>
                        <a:rPr sz="10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classifier</a:t>
                      </a:r>
                      <a:r>
                        <a:rPr sz="10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0" dirty="0">
                          <a:latin typeface="Arial MT"/>
                          <a:cs typeface="Arial MT"/>
                        </a:rPr>
                        <a:t>only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Fine-tuning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Small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learning </a:t>
                      </a:r>
                      <a:r>
                        <a:rPr sz="1050" spc="-20" dirty="0">
                          <a:latin typeface="Arial MT"/>
                          <a:cs typeface="Arial MT"/>
                        </a:rPr>
                        <a:t>rate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layers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ysDash"/>
                    </a:lnL>
                    <a:lnB w="9525">
                      <a:solidFill>
                        <a:srgbClr val="000000"/>
                      </a:solidFill>
                      <a:prstDash val="sysDash"/>
                    </a:lnB>
                  </a:tcPr>
                </a:tc>
              </a:tr>
              <a:tr h="970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04800" marR="60960" indent="-250190">
                        <a:lnSpc>
                          <a:spcPct val="114900"/>
                        </a:lnSpc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Train</a:t>
                      </a:r>
                      <a:r>
                        <a:rPr sz="105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scratch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 selective Fine-tuning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5405" marR="51435" algn="ctr">
                        <a:lnSpc>
                          <a:spcPct val="114900"/>
                        </a:lnSpc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Train</a:t>
                      </a:r>
                      <a:r>
                        <a:rPr sz="105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from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scratch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Large</a:t>
                      </a:r>
                      <a:r>
                        <a:rPr sz="10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dataset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Different</a:t>
                      </a:r>
                      <a:r>
                        <a:rPr sz="10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domain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ysDash"/>
                    </a:lnL>
                    <a:lnT w="9525">
                      <a:solidFill>
                        <a:srgbClr val="000000"/>
                      </a:solidFill>
                      <a:prstDash val="sysDash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152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153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723389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234559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154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Object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Detection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923924"/>
            <a:ext cx="5193030" cy="1509395"/>
            <a:chOff x="309194" y="923924"/>
            <a:chExt cx="5193030" cy="1509395"/>
          </a:xfrm>
        </p:grpSpPr>
        <p:sp>
          <p:nvSpPr>
            <p:cNvPr id="4" name="object 4"/>
            <p:cNvSpPr/>
            <p:nvPr/>
          </p:nvSpPr>
          <p:spPr>
            <a:xfrm>
              <a:off x="309194" y="923924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5"/>
                  </a:lnTo>
                  <a:lnTo>
                    <a:pt x="4000" y="31114"/>
                  </a:lnTo>
                  <a:lnTo>
                    <a:pt x="0" y="50800"/>
                  </a:lnTo>
                  <a:lnTo>
                    <a:pt x="0" y="206882"/>
                  </a:lnTo>
                  <a:lnTo>
                    <a:pt x="5141645" y="206882"/>
                  </a:lnTo>
                  <a:lnTo>
                    <a:pt x="5141645" y="50800"/>
                  </a:lnTo>
                  <a:lnTo>
                    <a:pt x="5137708" y="31114"/>
                  </a:lnTo>
                  <a:lnTo>
                    <a:pt x="5126786" y="14985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311655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968222"/>
              <a:ext cx="5192522" cy="4450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1162430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>
                  <a:moveTo>
                    <a:pt x="5141645" y="0"/>
                  </a:moveTo>
                  <a:lnTo>
                    <a:pt x="0" y="0"/>
                  </a:lnTo>
                  <a:lnTo>
                    <a:pt x="0" y="149225"/>
                  </a:lnTo>
                  <a:lnTo>
                    <a:pt x="4000" y="168909"/>
                  </a:lnTo>
                  <a:lnTo>
                    <a:pt x="14922" y="185038"/>
                  </a:lnTo>
                  <a:lnTo>
                    <a:pt x="31076" y="195960"/>
                  </a:lnTo>
                  <a:lnTo>
                    <a:pt x="50800" y="200025"/>
                  </a:lnTo>
                  <a:lnTo>
                    <a:pt x="5090845" y="200025"/>
                  </a:lnTo>
                  <a:lnTo>
                    <a:pt x="5110530" y="195960"/>
                  </a:lnTo>
                  <a:lnTo>
                    <a:pt x="5126786" y="185038"/>
                  </a:lnTo>
                  <a:lnTo>
                    <a:pt x="5137708" y="168909"/>
                  </a:lnTo>
                  <a:lnTo>
                    <a:pt x="5141645" y="149225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1006220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h="324484">
                  <a:moveTo>
                    <a:pt x="0" y="32448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99352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98082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968120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949070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562658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772716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363571"/>
              <a:ext cx="69291" cy="6929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34263" y="824070"/>
            <a:ext cx="4650740" cy="165544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75"/>
              </a:spcBef>
            </a:pPr>
            <a:r>
              <a:rPr sz="1400" cap="small" spc="-20" dirty="0">
                <a:solidFill>
                  <a:srgbClr val="3333B1"/>
                </a:solidFill>
                <a:latin typeface="Calibri"/>
                <a:cs typeface="Calibri"/>
              </a:rPr>
              <a:t>Task</a:t>
            </a:r>
            <a:endParaRPr sz="14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latin typeface="Arial MT"/>
                <a:cs typeface="Arial MT"/>
              </a:rPr>
              <a:t>Locate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classify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multiple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objects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Output: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Bounding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boxes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labels</a:t>
            </a:r>
            <a:endParaRPr sz="10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38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Approaches:</a:t>
            </a:r>
            <a:endParaRPr sz="10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58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371"/>
                </a:solidFill>
                <a:latin typeface="Arial MT"/>
                <a:cs typeface="Arial MT"/>
              </a:rPr>
              <a:t>Two-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stage: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R-</a:t>
            </a:r>
            <a:r>
              <a:rPr sz="950" dirty="0">
                <a:latin typeface="Arial MT"/>
                <a:cs typeface="Arial MT"/>
              </a:rPr>
              <a:t>CNN,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Fast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R-</a:t>
            </a:r>
            <a:r>
              <a:rPr sz="950" dirty="0">
                <a:latin typeface="Arial MT"/>
                <a:cs typeface="Arial MT"/>
              </a:rPr>
              <a:t>CNN,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Faster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R-</a:t>
            </a:r>
            <a:r>
              <a:rPr sz="950" spc="-25" dirty="0">
                <a:latin typeface="Arial MT"/>
                <a:cs typeface="Arial MT"/>
              </a:rPr>
              <a:t>CNN</a:t>
            </a:r>
            <a:endParaRPr sz="9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371"/>
                </a:solidFill>
                <a:latin typeface="Arial MT"/>
                <a:cs typeface="Arial MT"/>
              </a:rPr>
              <a:t>One-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stage:</a:t>
            </a:r>
            <a:r>
              <a:rPr sz="9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YOLO,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SSD</a:t>
            </a:r>
            <a:endParaRPr sz="9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5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Challenges: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Multiple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scales,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varying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object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sizes,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real-</a:t>
            </a:r>
            <a:r>
              <a:rPr sz="1050" dirty="0">
                <a:latin typeface="Arial MT"/>
                <a:cs typeface="Arial MT"/>
              </a:rPr>
              <a:t>time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requirements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8" name="object 1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155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Semantic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854709"/>
            <a:ext cx="5193030" cy="1682114"/>
            <a:chOff x="309194" y="854709"/>
            <a:chExt cx="5193030" cy="1682114"/>
          </a:xfrm>
        </p:grpSpPr>
        <p:sp>
          <p:nvSpPr>
            <p:cNvPr id="4" name="object 4"/>
            <p:cNvSpPr/>
            <p:nvPr/>
          </p:nvSpPr>
          <p:spPr>
            <a:xfrm>
              <a:off x="309194" y="854709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6"/>
                  </a:lnTo>
                  <a:lnTo>
                    <a:pt x="4000" y="31115"/>
                  </a:lnTo>
                  <a:lnTo>
                    <a:pt x="0" y="50800"/>
                  </a:lnTo>
                  <a:lnTo>
                    <a:pt x="0" y="206883"/>
                  </a:lnTo>
                  <a:lnTo>
                    <a:pt x="5141645" y="206883"/>
                  </a:lnTo>
                  <a:lnTo>
                    <a:pt x="5141645" y="50800"/>
                  </a:lnTo>
                  <a:lnTo>
                    <a:pt x="5137708" y="31115"/>
                  </a:lnTo>
                  <a:lnTo>
                    <a:pt x="5126786" y="14986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243329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899007"/>
              <a:ext cx="5192522" cy="44592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1093215"/>
              <a:ext cx="5142230" cy="201295"/>
            </a:xfrm>
            <a:custGeom>
              <a:avLst/>
              <a:gdLst/>
              <a:ahLst/>
              <a:cxnLst/>
              <a:rect l="l" t="t" r="r" b="b"/>
              <a:pathLst>
                <a:path w="5142230" h="201294">
                  <a:moveTo>
                    <a:pt x="5141645" y="0"/>
                  </a:moveTo>
                  <a:lnTo>
                    <a:pt x="0" y="0"/>
                  </a:lnTo>
                  <a:lnTo>
                    <a:pt x="0" y="150113"/>
                  </a:lnTo>
                  <a:lnTo>
                    <a:pt x="4000" y="169799"/>
                  </a:lnTo>
                  <a:lnTo>
                    <a:pt x="14922" y="185928"/>
                  </a:lnTo>
                  <a:lnTo>
                    <a:pt x="31076" y="196850"/>
                  </a:lnTo>
                  <a:lnTo>
                    <a:pt x="50800" y="200913"/>
                  </a:lnTo>
                  <a:lnTo>
                    <a:pt x="5090845" y="200913"/>
                  </a:lnTo>
                  <a:lnTo>
                    <a:pt x="5110530" y="196850"/>
                  </a:lnTo>
                  <a:lnTo>
                    <a:pt x="5126786" y="185928"/>
                  </a:lnTo>
                  <a:lnTo>
                    <a:pt x="5137708" y="169799"/>
                  </a:lnTo>
                  <a:lnTo>
                    <a:pt x="5141645" y="150113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937132"/>
              <a:ext cx="0" cy="325755"/>
            </a:xfrm>
            <a:custGeom>
              <a:avLst/>
              <a:gdLst/>
              <a:ahLst/>
              <a:cxnLst/>
              <a:rect l="l" t="t" r="r" b="b"/>
              <a:pathLst>
                <a:path h="325755">
                  <a:moveTo>
                    <a:pt x="0" y="325246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92443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91173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899032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879982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494332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704390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467355"/>
              <a:ext cx="69291" cy="69291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4907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75"/>
              </a:spcBef>
            </a:pPr>
            <a:r>
              <a:rPr cap="small" spc="-20" dirty="0"/>
              <a:t>Task</a:t>
            </a:r>
          </a:p>
          <a:p>
            <a:pPr marL="254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Classify</a:t>
            </a:r>
            <a:r>
              <a:rPr sz="105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every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pixel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sz="10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image</a:t>
            </a:r>
            <a:endParaRPr sz="1050">
              <a:latin typeface="Arial MT"/>
              <a:cs typeface="Arial MT"/>
            </a:endParaRPr>
          </a:p>
          <a:p>
            <a:pPr marL="322580" marR="1918335">
              <a:lnSpc>
                <a:spcPct val="130500"/>
              </a:lnSpc>
              <a:spcBef>
                <a:spcPts val="94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Output: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Dense</a:t>
            </a:r>
            <a:r>
              <a:rPr sz="10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pixel-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wise</a:t>
            </a:r>
            <a:r>
              <a:rPr sz="10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predictions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Architectures:</a:t>
            </a:r>
            <a:endParaRPr sz="10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580"/>
              </a:spcBef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187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FCN:</a:t>
            </a:r>
            <a:r>
              <a:rPr sz="9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Fully</a:t>
            </a:r>
            <a:r>
              <a:rPr sz="95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Convolutional</a:t>
            </a:r>
            <a:r>
              <a:rPr sz="95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Networks</a:t>
            </a:r>
            <a:endParaRPr sz="9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240" baseline="27777" dirty="0"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371"/>
                </a:solidFill>
                <a:latin typeface="Arial MT"/>
                <a:cs typeface="Arial MT"/>
              </a:rPr>
              <a:t>U-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Net:</a:t>
            </a:r>
            <a:r>
              <a:rPr sz="950" spc="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Encoder-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decoder</a:t>
            </a:r>
            <a:r>
              <a:rPr sz="95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with</a:t>
            </a:r>
            <a:r>
              <a:rPr sz="9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skip</a:t>
            </a:r>
            <a:r>
              <a:rPr sz="95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connections</a:t>
            </a:r>
            <a:endParaRPr sz="95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latin typeface="Arial MT"/>
                <a:cs typeface="Arial MT"/>
              </a:rPr>
              <a:t>)</a:t>
            </a:r>
            <a:r>
              <a:rPr sz="900" spc="217" baseline="27777" dirty="0"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DeepLab: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Atrous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convolutions,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multi-</a:t>
            </a:r>
            <a:r>
              <a:rPr sz="950" dirty="0">
                <a:solidFill>
                  <a:srgbClr val="000000"/>
                </a:solidFill>
                <a:latin typeface="Arial MT"/>
                <a:cs typeface="Arial MT"/>
              </a:rPr>
              <a:t>scale</a:t>
            </a:r>
            <a:r>
              <a:rPr sz="95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00000"/>
                </a:solidFill>
                <a:latin typeface="Arial MT"/>
                <a:cs typeface="Arial MT"/>
              </a:rPr>
              <a:t>features</a:t>
            </a:r>
            <a:endParaRPr sz="950">
              <a:latin typeface="Arial MT"/>
              <a:cs typeface="Arial MT"/>
            </a:endParaRPr>
          </a:p>
          <a:p>
            <a:pPr marL="322580">
              <a:lnSpc>
                <a:spcPct val="100000"/>
              </a:lnSpc>
              <a:spcBef>
                <a:spcPts val="5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Applications: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Medical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imaging,</a:t>
            </a:r>
            <a:r>
              <a:rPr sz="105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autonomous</a:t>
            </a:r>
            <a:r>
              <a:rPr sz="105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driving,</a:t>
            </a:r>
            <a:r>
              <a:rPr sz="105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00000"/>
                </a:solidFill>
                <a:latin typeface="Arial MT"/>
                <a:cs typeface="Arial MT"/>
              </a:rPr>
              <a:t>satellite</a:t>
            </a:r>
            <a:r>
              <a:rPr sz="105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00000"/>
                </a:solidFill>
                <a:latin typeface="Arial MT"/>
                <a:cs typeface="Arial MT"/>
              </a:rPr>
              <a:t>imagery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8" name="object 1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156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Other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CNN</a:t>
            </a:r>
            <a:r>
              <a:rPr cap="small" spc="-4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902258"/>
            <a:ext cx="69850" cy="1913255"/>
            <a:chOff x="513702" y="902258"/>
            <a:chExt cx="69850" cy="19132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90225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123746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345107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566595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081390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302816"/>
              <a:ext cx="69291" cy="692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524226"/>
              <a:ext cx="69291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745652"/>
              <a:ext cx="69291" cy="6928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46963" y="566445"/>
            <a:ext cx="4386580" cy="22701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Computer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Vision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Tasks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Face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Recognition: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Identity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verification,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face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detection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Style</a:t>
            </a:r>
            <a:r>
              <a:rPr sz="1050" spc="-2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Transfer:</a:t>
            </a:r>
            <a:r>
              <a:rPr sz="1050" spc="-5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Artistic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style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application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Image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Generation: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GANs,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VAEs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95"/>
              </a:spcBef>
            </a:pP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Super-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Resolution: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Enhance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quality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Beyond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Computer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Vision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Natural</a:t>
            </a:r>
            <a:r>
              <a:rPr sz="1050" spc="-4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Language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Processing:</a:t>
            </a:r>
            <a:r>
              <a:rPr sz="10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Text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classification,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sentiment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analysis</a:t>
            </a:r>
            <a:endParaRPr sz="1050">
              <a:latin typeface="Arial MT"/>
              <a:cs typeface="Arial MT"/>
            </a:endParaRPr>
          </a:p>
          <a:p>
            <a:pPr marL="309880" marR="866140">
              <a:lnSpc>
                <a:spcPts val="1739"/>
              </a:lnSpc>
              <a:spcBef>
                <a:spcPts val="12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Audio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Processing: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Speech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recognition,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music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analysis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Time</a:t>
            </a:r>
            <a:r>
              <a:rPr sz="1050" spc="-5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Series: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convolutions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sequential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data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345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Graph</a:t>
            </a:r>
            <a:r>
              <a:rPr sz="10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Neural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Networks:</a:t>
            </a:r>
            <a:r>
              <a:rPr sz="10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Graph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convolutions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4" name="object 1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157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158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Practical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Implementation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95" dirty="0">
                <a:solidFill>
                  <a:srgbClr val="FFFFFF"/>
                </a:solidFill>
              </a:rPr>
              <a:t>Tips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72312"/>
            <a:ext cx="5760085" cy="2661285"/>
            <a:chOff x="0" y="572312"/>
            <a:chExt cx="5760085" cy="2661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72312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1907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238019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2663" y="437303"/>
            <a:ext cx="3475354" cy="261429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45"/>
              </a:spcBef>
            </a:pPr>
            <a:r>
              <a:rPr sz="1050" dirty="0">
                <a:latin typeface="Arial MT"/>
                <a:cs typeface="Arial MT"/>
              </a:rPr>
              <a:t>Data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Preprocessing</a:t>
            </a:r>
            <a:endParaRPr sz="10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Normalize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pixel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values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(0-1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or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standardize)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Data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augmentation: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rotation,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flipping,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cropping,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color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jittering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30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Proper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train/validation/test</a:t>
            </a:r>
            <a:r>
              <a:rPr sz="9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splits</a:t>
            </a:r>
            <a:endParaRPr sz="9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390"/>
              </a:spcBef>
            </a:pPr>
            <a:r>
              <a:rPr sz="1050" dirty="0">
                <a:latin typeface="Arial MT"/>
                <a:cs typeface="Arial MT"/>
              </a:rPr>
              <a:t>Architecture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Design</a:t>
            </a:r>
            <a:endParaRPr sz="10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Start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simple,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add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complexity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gradually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54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 batch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normalization </a:t>
            </a:r>
            <a:r>
              <a:rPr sz="950" dirty="0">
                <a:latin typeface="Arial MT"/>
                <a:cs typeface="Arial MT"/>
              </a:rPr>
              <a:t>for faster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training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Apply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dropout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regularization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Monitor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validation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performance</a:t>
            </a:r>
            <a:endParaRPr sz="9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Strategy</a:t>
            </a:r>
            <a:endParaRPr sz="10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40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2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</a:t>
            </a:r>
            <a:r>
              <a:rPr sz="950" spc="-10" dirty="0">
                <a:latin typeface="Arial MT"/>
                <a:cs typeface="Arial MT"/>
              </a:rPr>
              <a:t> appropriate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learning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rate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scheduling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Early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stopping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prevent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overfitting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Gradient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clipping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stability</a:t>
            </a:r>
            <a:endParaRPr sz="95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pre-</a:t>
            </a:r>
            <a:r>
              <a:rPr sz="950" dirty="0">
                <a:latin typeface="Arial MT"/>
                <a:cs typeface="Arial MT"/>
              </a:rPr>
              <a:t>trained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models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when</a:t>
            </a:r>
            <a:r>
              <a:rPr sz="950" spc="-10" dirty="0">
                <a:latin typeface="Arial MT"/>
                <a:cs typeface="Arial MT"/>
              </a:rPr>
              <a:t> possible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159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Common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Pitfalls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and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Solutions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680516"/>
            <a:ext cx="69850" cy="1635760"/>
            <a:chOff x="513702" y="680516"/>
            <a:chExt cx="69850" cy="1635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68051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260017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839518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246948"/>
              <a:ext cx="69291" cy="6928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19353" y="545507"/>
            <a:ext cx="4273550" cy="23393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1050" spc="-10" dirty="0">
                <a:latin typeface="Arial MT"/>
                <a:cs typeface="Arial MT"/>
              </a:rPr>
              <a:t>Overfitting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Symptoms: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High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training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accuracy,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poor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validation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accuracy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Solutions:</a:t>
            </a:r>
            <a:r>
              <a:rPr sz="950" spc="-4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More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data,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data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augmentation,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dropout,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L2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regularization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90"/>
              </a:spcBef>
            </a:pPr>
            <a:r>
              <a:rPr sz="1050" spc="-10" dirty="0">
                <a:latin typeface="Arial MT"/>
                <a:cs typeface="Arial MT"/>
              </a:rPr>
              <a:t>Underfitting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41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Symptoms:</a:t>
            </a:r>
            <a:r>
              <a:rPr sz="950" spc="-1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Poor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performance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on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both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training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and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validation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2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Solutions:</a:t>
            </a:r>
            <a:r>
              <a:rPr sz="950" spc="-3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textcolorBitsRedr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model,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more training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time, lower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regularization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1050" spc="-10" dirty="0">
                <a:latin typeface="Arial MT"/>
                <a:cs typeface="Arial MT"/>
              </a:rPr>
              <a:t>Vanishing/Exploding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Gradients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3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Solutions: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Proper </a:t>
            </a:r>
            <a:r>
              <a:rPr sz="950" spc="-10" dirty="0">
                <a:latin typeface="Arial MT"/>
                <a:cs typeface="Arial MT"/>
              </a:rPr>
              <a:t>initialization,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batch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normalization,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residual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connections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50" dirty="0">
                <a:latin typeface="Arial MT"/>
                <a:cs typeface="Arial MT"/>
              </a:rPr>
              <a:t>Computational</a:t>
            </a:r>
            <a:r>
              <a:rPr sz="1050" spc="-7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Efficiency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41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4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 </a:t>
            </a:r>
            <a:r>
              <a:rPr sz="950" spc="-10" dirty="0">
                <a:latin typeface="Arial MT"/>
                <a:cs typeface="Arial MT"/>
              </a:rPr>
              <a:t>appropriate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batch </a:t>
            </a:r>
            <a:r>
              <a:rPr sz="950" spc="-20" dirty="0">
                <a:latin typeface="Arial MT"/>
                <a:cs typeface="Arial MT"/>
              </a:rPr>
              <a:t>sizes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Mixed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precision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training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Model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compression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techniques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160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255904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58825"/>
            <a:ext cx="3453129" cy="2494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Compute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V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Basic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8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an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Imag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Classificatio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Convolutiona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Networks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Components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CNN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Architectur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Popula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CNN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Architectures</a:t>
            </a:r>
            <a:endParaRPr sz="1400">
              <a:latin typeface="Calibri"/>
              <a:cs typeface="Calibri"/>
            </a:endParaRPr>
          </a:p>
          <a:p>
            <a:pPr marL="12700" marR="2165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Transfe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r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Learning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CNN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Implementatio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6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Considerations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161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Key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Takeaways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1006017"/>
            <a:ext cx="69850" cy="1653539"/>
            <a:chOff x="513702" y="1006017"/>
            <a:chExt cx="69850" cy="16535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006017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10893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632381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147188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368600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590025"/>
              <a:ext cx="69291" cy="6929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46963" y="659155"/>
            <a:ext cx="4739640" cy="20199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Core</a:t>
            </a:r>
            <a:r>
              <a:rPr sz="1050" spc="-2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Concepts</a:t>
            </a:r>
            <a:endParaRPr sz="1050">
              <a:latin typeface="Arial MT"/>
              <a:cs typeface="Arial MT"/>
            </a:endParaRPr>
          </a:p>
          <a:p>
            <a:pPr marL="309880" marR="216535">
              <a:lnSpc>
                <a:spcPct val="114300"/>
              </a:lnSpc>
              <a:spcBef>
                <a:spcPts val="195"/>
              </a:spcBef>
            </a:pPr>
            <a:r>
              <a:rPr sz="1050" dirty="0">
                <a:latin typeface="Arial MT"/>
                <a:cs typeface="Arial MT"/>
              </a:rPr>
              <a:t>CNNs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exploit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spatial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structure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through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connectivity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parameter sharing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09"/>
              </a:spcBef>
            </a:pPr>
            <a:r>
              <a:rPr sz="1050" dirty="0">
                <a:latin typeface="Arial MT"/>
                <a:cs typeface="Arial MT"/>
              </a:rPr>
              <a:t>Convolution,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non-</a:t>
            </a:r>
            <a:r>
              <a:rPr sz="1050" dirty="0">
                <a:latin typeface="Arial MT"/>
                <a:cs typeface="Arial MT"/>
              </a:rPr>
              <a:t>linear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activations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building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blocks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latin typeface="Arial MT"/>
                <a:cs typeface="Arial MT"/>
              </a:rPr>
              <a:t>Hierarchical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learning: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edges</a:t>
            </a:r>
            <a:r>
              <a:rPr sz="1050" spc="3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shapes</a:t>
            </a:r>
            <a:r>
              <a:rPr sz="1050" spc="3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objects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1B1371"/>
                </a:solidFill>
                <a:latin typeface="Arial MT"/>
                <a:cs typeface="Arial MT"/>
              </a:rPr>
              <a:t>Architecture</a:t>
            </a:r>
            <a:r>
              <a:rPr sz="1050" spc="-65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Arial MT"/>
                <a:cs typeface="Arial MT"/>
              </a:rPr>
              <a:t>Evolution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latin typeface="Arial MT"/>
                <a:cs typeface="Arial MT"/>
              </a:rPr>
              <a:t>LeNet</a:t>
            </a:r>
            <a:r>
              <a:rPr sz="1050" spc="4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AlexNet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→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Arial MT"/>
                <a:cs typeface="Arial MT"/>
              </a:rPr>
              <a:t>VGG</a:t>
            </a:r>
            <a:r>
              <a:rPr sz="900" spc="-10" dirty="0">
                <a:latin typeface="Times New Roman"/>
                <a:cs typeface="Times New Roman"/>
              </a:rPr>
              <a:t>→</a:t>
            </a:r>
            <a:r>
              <a:rPr sz="1050" spc="-10" dirty="0">
                <a:latin typeface="Arial MT"/>
                <a:cs typeface="Arial MT"/>
              </a:rPr>
              <a:t>GoogLeNet</a:t>
            </a:r>
            <a:r>
              <a:rPr sz="900" spc="-10" dirty="0">
                <a:latin typeface="Times New Roman"/>
                <a:cs typeface="Times New Roman"/>
              </a:rPr>
              <a:t>→</a:t>
            </a:r>
            <a:r>
              <a:rPr sz="1050" spc="-10" dirty="0">
                <a:latin typeface="Arial MT"/>
                <a:cs typeface="Arial MT"/>
              </a:rPr>
              <a:t>ResNet</a:t>
            </a:r>
            <a:r>
              <a:rPr sz="900" spc="-10" dirty="0">
                <a:latin typeface="Times New Roman"/>
                <a:cs typeface="Times New Roman"/>
              </a:rPr>
              <a:t>→</a:t>
            </a:r>
            <a:r>
              <a:rPr sz="1050" spc="-10" dirty="0">
                <a:latin typeface="Arial MT"/>
                <a:cs typeface="Arial MT"/>
              </a:rPr>
              <a:t>Modern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architectures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latin typeface="Arial MT"/>
                <a:cs typeface="Arial MT"/>
              </a:rPr>
              <a:t>Key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innovations: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ReLU,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dropout,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batch</a:t>
            </a:r>
            <a:r>
              <a:rPr sz="1050" spc="-10" dirty="0">
                <a:latin typeface="Arial MT"/>
                <a:cs typeface="Arial MT"/>
              </a:rPr>
              <a:t> normalization,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residual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connections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latin typeface="Arial MT"/>
                <a:cs typeface="Arial MT"/>
              </a:rPr>
              <a:t>Trend: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Deeper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better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optimization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techniques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162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Practical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Guidelines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851204"/>
            <a:ext cx="5760085" cy="2382520"/>
            <a:chOff x="0" y="851204"/>
            <a:chExt cx="5760085" cy="23825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851204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07269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294053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515414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880920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102319"/>
              <a:ext cx="69291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323731"/>
              <a:ext cx="69291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545156"/>
              <a:ext cx="69291" cy="692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4448" y="687984"/>
            <a:ext cx="3140710" cy="194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0205">
              <a:lnSpc>
                <a:spcPct val="1379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Start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transfer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possible</a:t>
            </a:r>
            <a:r>
              <a:rPr sz="1050" spc="5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augmentation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crucial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generalization </a:t>
            </a:r>
            <a:r>
              <a:rPr sz="1050" dirty="0">
                <a:latin typeface="Arial MT"/>
                <a:cs typeface="Arial MT"/>
              </a:rPr>
              <a:t>Monitor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both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validation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metrics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appropriate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regularization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techniques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Implement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CNN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scratch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latin typeface="Arial MT"/>
                <a:cs typeface="Arial MT"/>
              </a:rPr>
              <a:t>Experiment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architectures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CIFAR-</a:t>
            </a:r>
            <a:r>
              <a:rPr sz="1050" spc="-25" dirty="0">
                <a:latin typeface="Arial MT"/>
                <a:cs typeface="Arial MT"/>
              </a:rPr>
              <a:t>10</a:t>
            </a:r>
            <a:endParaRPr sz="1050">
              <a:latin typeface="Arial MT"/>
              <a:cs typeface="Arial MT"/>
            </a:endParaRPr>
          </a:p>
          <a:p>
            <a:pPr marL="12700" marR="5080">
              <a:lnSpc>
                <a:spcPct val="138100"/>
              </a:lnSpc>
            </a:pPr>
            <a:r>
              <a:rPr sz="1050" dirty="0">
                <a:latin typeface="Arial MT"/>
                <a:cs typeface="Arial MT"/>
              </a:rPr>
              <a:t>Try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transfer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learning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pre-</a:t>
            </a:r>
            <a:r>
              <a:rPr sz="1050" dirty="0">
                <a:latin typeface="Arial MT"/>
                <a:cs typeface="Arial MT"/>
              </a:rPr>
              <a:t>trained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Explore </a:t>
            </a:r>
            <a:r>
              <a:rPr sz="1050" dirty="0">
                <a:latin typeface="Arial MT"/>
                <a:cs typeface="Arial MT"/>
              </a:rPr>
              <a:t>data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augmentation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techniques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163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"/>
            <a:ext cx="5759830" cy="32398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25" dirty="0"/>
              <a:t>References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61974"/>
            <a:ext cx="5760085" cy="2571750"/>
            <a:chOff x="0" y="661974"/>
            <a:chExt cx="5760085" cy="25717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661974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027099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220139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585137"/>
              <a:ext cx="69291" cy="69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1950275"/>
              <a:ext cx="69291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315349"/>
              <a:ext cx="69291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702" y="2680437"/>
              <a:ext cx="69291" cy="692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4448" y="554558"/>
            <a:ext cx="4623435" cy="240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7834">
              <a:lnSpc>
                <a:spcPct val="118900"/>
              </a:lnSpc>
              <a:spcBef>
                <a:spcPts val="100"/>
              </a:spcBef>
            </a:pPr>
            <a:r>
              <a:rPr sz="950" dirty="0">
                <a:latin typeface="Arial MT"/>
                <a:cs typeface="Arial MT"/>
              </a:rPr>
              <a:t>Zhang,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A.,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Lipton,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Z.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C.,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Li,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M.,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&amp;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Smola,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A.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J.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(2023).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Dive</a:t>
            </a:r>
            <a:r>
              <a:rPr sz="950" i="1" spc="-2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into</a:t>
            </a:r>
            <a:r>
              <a:rPr sz="950" i="1" spc="-2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deep</a:t>
            </a:r>
            <a:r>
              <a:rPr sz="950" i="1" spc="-20" dirty="0">
                <a:latin typeface="Arial"/>
                <a:cs typeface="Arial"/>
              </a:rPr>
              <a:t> </a:t>
            </a:r>
            <a:r>
              <a:rPr sz="950" i="1" spc="-10" dirty="0">
                <a:latin typeface="Arial"/>
                <a:cs typeface="Arial"/>
              </a:rPr>
              <a:t>learning</a:t>
            </a:r>
            <a:r>
              <a:rPr sz="950" spc="-10" dirty="0">
                <a:latin typeface="Arial MT"/>
                <a:cs typeface="Arial MT"/>
              </a:rPr>
              <a:t>. </a:t>
            </a:r>
            <a:r>
              <a:rPr sz="950" dirty="0">
                <a:latin typeface="Arial MT"/>
                <a:cs typeface="Arial MT"/>
              </a:rPr>
              <a:t>Cambridge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University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Press.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Chapters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6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and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7.</a:t>
            </a:r>
            <a:endParaRPr sz="950">
              <a:latin typeface="Arial MT"/>
              <a:cs typeface="Arial MT"/>
            </a:endParaRPr>
          </a:p>
          <a:p>
            <a:pPr marL="12700" marR="371475">
              <a:lnSpc>
                <a:spcPct val="126400"/>
              </a:lnSpc>
              <a:spcBef>
                <a:spcPts val="70"/>
              </a:spcBef>
            </a:pPr>
            <a:r>
              <a:rPr sz="950" dirty="0">
                <a:latin typeface="Arial MT"/>
                <a:cs typeface="Arial MT"/>
              </a:rPr>
              <a:t>Goodfellow,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I.,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Bengio,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Y.,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Courville,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A.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(2016).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Deep</a:t>
            </a:r>
            <a:r>
              <a:rPr sz="950" i="1" spc="-1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Learning</a:t>
            </a:r>
            <a:r>
              <a:rPr sz="950" dirty="0">
                <a:latin typeface="Arial MT"/>
                <a:cs typeface="Arial MT"/>
              </a:rPr>
              <a:t>.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MIT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Press. </a:t>
            </a:r>
            <a:r>
              <a:rPr sz="950" dirty="0">
                <a:latin typeface="Arial MT"/>
                <a:cs typeface="Arial MT"/>
              </a:rPr>
              <a:t>LeCun,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Y.,</a:t>
            </a:r>
            <a:r>
              <a:rPr sz="950" spc="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Bottou,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L.,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Bengio,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Y.,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&amp;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Haffner,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P.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(1998).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Gradient-</a:t>
            </a:r>
            <a:r>
              <a:rPr sz="950" dirty="0">
                <a:latin typeface="Arial MT"/>
                <a:cs typeface="Arial MT"/>
              </a:rPr>
              <a:t>based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learning </a:t>
            </a:r>
            <a:r>
              <a:rPr sz="950" dirty="0">
                <a:latin typeface="Arial MT"/>
                <a:cs typeface="Arial MT"/>
              </a:rPr>
              <a:t>applied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document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recognition.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Proceedings</a:t>
            </a:r>
            <a:r>
              <a:rPr sz="950" i="1" spc="-2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of</a:t>
            </a:r>
            <a:r>
              <a:rPr sz="950" i="1" spc="-2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the</a:t>
            </a:r>
            <a:r>
              <a:rPr sz="950" i="1" spc="-1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IEEE</a:t>
            </a:r>
            <a:r>
              <a:rPr sz="950" dirty="0">
                <a:latin typeface="Arial MT"/>
                <a:cs typeface="Arial MT"/>
              </a:rPr>
              <a:t>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86(11),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2278-2324.</a:t>
            </a:r>
            <a:endParaRPr sz="950">
              <a:latin typeface="Arial MT"/>
              <a:cs typeface="Arial MT"/>
            </a:endParaRPr>
          </a:p>
          <a:p>
            <a:pPr marL="12700" marR="5080">
              <a:lnSpc>
                <a:spcPct val="118900"/>
              </a:lnSpc>
              <a:spcBef>
                <a:spcPts val="215"/>
              </a:spcBef>
            </a:pPr>
            <a:r>
              <a:rPr sz="950" dirty="0">
                <a:latin typeface="Arial MT"/>
                <a:cs typeface="Arial MT"/>
              </a:rPr>
              <a:t>Krizhevsky,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A.,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Sutskever,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I.,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&amp;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Hinton,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G.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E.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(2012).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ImageNet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classification</a:t>
            </a:r>
            <a:r>
              <a:rPr sz="950" spc="-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deep </a:t>
            </a:r>
            <a:r>
              <a:rPr sz="950" dirty="0">
                <a:latin typeface="Arial MT"/>
                <a:cs typeface="Arial MT"/>
              </a:rPr>
              <a:t>convolutional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neural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networks.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Advances</a:t>
            </a:r>
            <a:r>
              <a:rPr sz="950" i="1" spc="-3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in</a:t>
            </a:r>
            <a:r>
              <a:rPr sz="950" i="1" spc="-25" dirty="0">
                <a:latin typeface="Arial"/>
                <a:cs typeface="Arial"/>
              </a:rPr>
              <a:t> </a:t>
            </a:r>
            <a:r>
              <a:rPr sz="950" i="1" spc="-10" dirty="0">
                <a:latin typeface="Arial"/>
                <a:cs typeface="Arial"/>
              </a:rPr>
              <a:t>NIPS</a:t>
            </a:r>
            <a:r>
              <a:rPr sz="950" spc="-10" dirty="0">
                <a:latin typeface="Arial MT"/>
                <a:cs typeface="Arial MT"/>
              </a:rPr>
              <a:t>.</a:t>
            </a:r>
            <a:endParaRPr sz="950">
              <a:latin typeface="Arial MT"/>
              <a:cs typeface="Arial MT"/>
            </a:endParaRPr>
          </a:p>
          <a:p>
            <a:pPr marL="12700" marR="546735">
              <a:lnSpc>
                <a:spcPct val="118900"/>
              </a:lnSpc>
              <a:spcBef>
                <a:spcPts val="210"/>
              </a:spcBef>
            </a:pPr>
            <a:r>
              <a:rPr sz="950" dirty="0">
                <a:latin typeface="Arial MT"/>
                <a:cs typeface="Arial MT"/>
              </a:rPr>
              <a:t>Simonyan,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K.,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&amp;</a:t>
            </a:r>
            <a:r>
              <a:rPr sz="950" spc="-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Zisserman,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A.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(2014).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Very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deep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convolutional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networks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for </a:t>
            </a:r>
            <a:r>
              <a:rPr sz="950" spc="-10" dirty="0">
                <a:latin typeface="Arial MT"/>
                <a:cs typeface="Arial MT"/>
              </a:rPr>
              <a:t>large-</a:t>
            </a:r>
            <a:r>
              <a:rPr sz="950" dirty="0">
                <a:latin typeface="Arial MT"/>
                <a:cs typeface="Arial MT"/>
              </a:rPr>
              <a:t>scale</a:t>
            </a:r>
            <a:r>
              <a:rPr sz="950" spc="-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image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recognition.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arXiv</a:t>
            </a:r>
            <a:r>
              <a:rPr sz="950" i="1" spc="-2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preprint</a:t>
            </a:r>
            <a:r>
              <a:rPr sz="950" i="1" spc="-25" dirty="0">
                <a:latin typeface="Arial"/>
                <a:cs typeface="Arial"/>
              </a:rPr>
              <a:t> </a:t>
            </a:r>
            <a:r>
              <a:rPr sz="950" i="1" spc="-10" dirty="0">
                <a:latin typeface="Arial"/>
                <a:cs typeface="Arial"/>
              </a:rPr>
              <a:t>arXiv:1409.1556</a:t>
            </a:r>
            <a:r>
              <a:rPr sz="950" spc="-10" dirty="0">
                <a:latin typeface="Arial MT"/>
                <a:cs typeface="Arial MT"/>
              </a:rPr>
              <a:t>.</a:t>
            </a:r>
            <a:endParaRPr sz="950">
              <a:latin typeface="Arial MT"/>
              <a:cs typeface="Arial MT"/>
            </a:endParaRPr>
          </a:p>
          <a:p>
            <a:pPr marL="12700" marR="121285">
              <a:lnSpc>
                <a:spcPct val="118900"/>
              </a:lnSpc>
              <a:spcBef>
                <a:spcPts val="204"/>
              </a:spcBef>
            </a:pPr>
            <a:r>
              <a:rPr sz="950" dirty="0">
                <a:latin typeface="Arial MT"/>
                <a:cs typeface="Arial MT"/>
              </a:rPr>
              <a:t>Szegedy,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C.,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et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al.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(2015).</a:t>
            </a:r>
            <a:r>
              <a:rPr sz="950" spc="-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Going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deeper</a:t>
            </a:r>
            <a:r>
              <a:rPr sz="950" spc="-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convolutions.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Proceedings</a:t>
            </a:r>
            <a:r>
              <a:rPr sz="950" i="1" spc="-3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of</a:t>
            </a:r>
            <a:r>
              <a:rPr sz="950" i="1" spc="-2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the</a:t>
            </a:r>
            <a:r>
              <a:rPr sz="950" i="1" spc="-20" dirty="0">
                <a:latin typeface="Arial"/>
                <a:cs typeface="Arial"/>
              </a:rPr>
              <a:t> IEEE </a:t>
            </a:r>
            <a:r>
              <a:rPr sz="950" i="1" spc="-10" dirty="0">
                <a:latin typeface="Arial"/>
                <a:cs typeface="Arial"/>
              </a:rPr>
              <a:t>CVPR</a:t>
            </a:r>
            <a:r>
              <a:rPr sz="950" spc="-10" dirty="0">
                <a:latin typeface="Arial MT"/>
                <a:cs typeface="Arial MT"/>
              </a:rPr>
              <a:t>.</a:t>
            </a:r>
            <a:endParaRPr sz="950">
              <a:latin typeface="Arial MT"/>
              <a:cs typeface="Arial MT"/>
            </a:endParaRPr>
          </a:p>
          <a:p>
            <a:pPr marL="12700" marR="475615">
              <a:lnSpc>
                <a:spcPct val="118900"/>
              </a:lnSpc>
              <a:spcBef>
                <a:spcPts val="195"/>
              </a:spcBef>
            </a:pPr>
            <a:r>
              <a:rPr sz="950" dirty="0">
                <a:latin typeface="Arial MT"/>
                <a:cs typeface="Arial MT"/>
              </a:rPr>
              <a:t>He,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K.,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Zhang,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X., Ren,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S.,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&amp;</a:t>
            </a:r>
            <a:r>
              <a:rPr sz="950" spc="-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Sun,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J.</a:t>
            </a:r>
            <a:r>
              <a:rPr sz="950" spc="-2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(2016).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Deep</a:t>
            </a:r>
            <a:r>
              <a:rPr sz="950" spc="-1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residual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learning</a:t>
            </a:r>
            <a:r>
              <a:rPr sz="950" spc="-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-2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image </a:t>
            </a:r>
            <a:r>
              <a:rPr sz="950" dirty="0">
                <a:latin typeface="Arial MT"/>
                <a:cs typeface="Arial MT"/>
              </a:rPr>
              <a:t>recognition.</a:t>
            </a:r>
            <a:r>
              <a:rPr sz="950" spc="-50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Proceedings</a:t>
            </a:r>
            <a:r>
              <a:rPr sz="950" i="1" spc="-3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of</a:t>
            </a:r>
            <a:r>
              <a:rPr sz="950" i="1" spc="-3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the</a:t>
            </a:r>
            <a:r>
              <a:rPr sz="950" i="1" spc="-2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IEEE</a:t>
            </a:r>
            <a:r>
              <a:rPr sz="950" i="1" spc="-15" dirty="0">
                <a:latin typeface="Arial"/>
                <a:cs typeface="Arial"/>
              </a:rPr>
              <a:t> </a:t>
            </a:r>
            <a:r>
              <a:rPr sz="950" i="1" spc="-20" dirty="0">
                <a:latin typeface="Arial"/>
                <a:cs typeface="Arial"/>
              </a:rPr>
              <a:t>CVPR</a:t>
            </a:r>
            <a:r>
              <a:rPr sz="950" spc="-20" dirty="0">
                <a:latin typeface="Arial MT"/>
                <a:cs typeface="Arial MT"/>
              </a:rPr>
              <a:t>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164</a:t>
            </a:fld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153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3C1875908B441AF4AF4B1296840D8" ma:contentTypeVersion="28" ma:contentTypeDescription="Create a new document." ma:contentTypeScope="" ma:versionID="11a916d1e94bd1bb6d914844844e1cdd">
  <xsd:schema xmlns:xsd="http://www.w3.org/2001/XMLSchema" xmlns:xs="http://www.w3.org/2001/XMLSchema" xmlns:p="http://schemas.microsoft.com/office/2006/metadata/properties" xmlns:ns2="e1b5d412-63f5-4184-9493-34a8c46e02de" targetNamespace="http://schemas.microsoft.com/office/2006/metadata/properties" ma:root="true" ma:fieldsID="1e0578eda6e1d26074e234792d95a015" ns2:_="">
    <xsd:import namespace="e1b5d412-63f5-4184-9493-34a8c46e02de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d412-63f5-4184-9493-34a8c46e02d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e1b5d412-63f5-4184-9493-34a8c46e02de" xsi:nil="true"/>
    <FolderType xmlns="e1b5d412-63f5-4184-9493-34a8c46e02de" xsi:nil="true"/>
    <Teachers xmlns="e1b5d412-63f5-4184-9493-34a8c46e02de">
      <UserInfo>
        <DisplayName/>
        <AccountId xsi:nil="true"/>
        <AccountType/>
      </UserInfo>
    </Teachers>
    <Has_Teacher_Only_SectionGroup xmlns="e1b5d412-63f5-4184-9493-34a8c46e02de" xsi:nil="true"/>
    <DefaultSectionNames xmlns="e1b5d412-63f5-4184-9493-34a8c46e02de" xsi:nil="true"/>
    <Is_Collaboration_Space_Locked xmlns="e1b5d412-63f5-4184-9493-34a8c46e02de" xsi:nil="true"/>
    <Invited_Teachers xmlns="e1b5d412-63f5-4184-9493-34a8c46e02de" xsi:nil="true"/>
    <Invited_Students xmlns="e1b5d412-63f5-4184-9493-34a8c46e02de" xsi:nil="true"/>
    <Math_Settings xmlns="e1b5d412-63f5-4184-9493-34a8c46e02de" xsi:nil="true"/>
    <Teams_Channel_Section_Location xmlns="e1b5d412-63f5-4184-9493-34a8c46e02de" xsi:nil="true"/>
    <Owner xmlns="e1b5d412-63f5-4184-9493-34a8c46e02de">
      <UserInfo>
        <DisplayName/>
        <AccountId xsi:nil="true"/>
        <AccountType/>
      </UserInfo>
    </Owner>
    <Students xmlns="e1b5d412-63f5-4184-9493-34a8c46e02de">
      <UserInfo>
        <DisplayName/>
        <AccountId xsi:nil="true"/>
        <AccountType/>
      </UserInfo>
    </Students>
    <LMS_Mappings xmlns="e1b5d412-63f5-4184-9493-34a8c46e02de" xsi:nil="true"/>
    <IsNotebookLocked xmlns="e1b5d412-63f5-4184-9493-34a8c46e02de" xsi:nil="true"/>
    <NotebookType xmlns="e1b5d412-63f5-4184-9493-34a8c46e02de" xsi:nil="true"/>
    <CultureName xmlns="e1b5d412-63f5-4184-9493-34a8c46e02de" xsi:nil="true"/>
    <Student_Groups xmlns="e1b5d412-63f5-4184-9493-34a8c46e02de">
      <UserInfo>
        <DisplayName/>
        <AccountId xsi:nil="true"/>
        <AccountType/>
      </UserInfo>
    </Student_Groups>
    <AppVersion xmlns="e1b5d412-63f5-4184-9493-34a8c46e02de" xsi:nil="true"/>
    <Distribution_Groups xmlns="e1b5d412-63f5-4184-9493-34a8c46e02de" xsi:nil="true"/>
    <Templates xmlns="e1b5d412-63f5-4184-9493-34a8c46e02de" xsi:nil="true"/>
    <Self_Registration_Enabled xmlns="e1b5d412-63f5-4184-9493-34a8c46e02de" xsi:nil="true"/>
  </documentManagement>
</p:properties>
</file>

<file path=customXml/itemProps1.xml><?xml version="1.0" encoding="utf-8"?>
<ds:datastoreItem xmlns:ds="http://schemas.openxmlformats.org/officeDocument/2006/customXml" ds:itemID="{ACB2F07C-6C81-4DA5-8413-BAF5742F8403}"/>
</file>

<file path=customXml/itemProps2.xml><?xml version="1.0" encoding="utf-8"?>
<ds:datastoreItem xmlns:ds="http://schemas.openxmlformats.org/officeDocument/2006/customXml" ds:itemID="{BFEDAA12-B4A8-46C3-979D-F2136AA6F5A7}"/>
</file>

<file path=customXml/itemProps3.xml><?xml version="1.0" encoding="utf-8"?>
<ds:datastoreItem xmlns:ds="http://schemas.openxmlformats.org/officeDocument/2006/customXml" ds:itemID="{46F198AC-36AF-47CD-A74C-5B5065D02A1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</TotalTime>
  <Words>9355</Words>
  <Application>Microsoft Office PowerPoint</Application>
  <PresentationFormat>Custom</PresentationFormat>
  <Paragraphs>2570</Paragraphs>
  <Slides>164</Slides>
  <Notes>4</Notes>
  <HiddenSlides>6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164</vt:i4>
      </vt:variant>
    </vt:vector>
  </HeadingPairs>
  <TitlesOfParts>
    <vt:vector size="178" baseType="lpstr">
      <vt:lpstr>Microsoft YaHei UI</vt:lpstr>
      <vt:lpstr>Arial</vt:lpstr>
      <vt:lpstr>Arial MT</vt:lpstr>
      <vt:lpstr>Calibri</vt:lpstr>
      <vt:lpstr>Cambria</vt:lpstr>
      <vt:lpstr>Cambria Math</vt:lpstr>
      <vt:lpstr>Lucida Sans Unicode</vt:lpstr>
      <vt:lpstr>Microsoft Sans Serif</vt:lpstr>
      <vt:lpstr>Tahoma</vt:lpstr>
      <vt:lpstr>Times New Roman</vt:lpstr>
      <vt:lpstr>Verdana</vt:lpstr>
      <vt:lpstr>Wingdings</vt:lpstr>
      <vt:lpstr>Office Theme</vt:lpstr>
      <vt:lpstr>2_Office Theme</vt:lpstr>
      <vt:lpstr>PowerPoint Presentation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Table of Contents</vt:lpstr>
      <vt:lpstr>Digital Grayscale Image</vt:lpstr>
      <vt:lpstr>Digital Color Image</vt:lpstr>
      <vt:lpstr>PowerPoint Presentation</vt:lpstr>
      <vt:lpstr>PowerPoint Presentation</vt:lpstr>
      <vt:lpstr>Image Classification - Challenges</vt:lpstr>
      <vt:lpstr>PowerPoint Presentation</vt:lpstr>
      <vt:lpstr>Image Equivariance - Challenges</vt:lpstr>
      <vt:lpstr>PowerPoint Presentation</vt:lpstr>
      <vt:lpstr>Table of Contents</vt:lpstr>
      <vt:lpstr>What is a Convolutional Neural Network?</vt:lpstr>
      <vt:lpstr>Why Convolutional Networks?</vt:lpstr>
      <vt:lpstr>Why CNN for Images - Locality</vt:lpstr>
      <vt:lpstr>Why CNN for Images - Locality</vt:lpstr>
      <vt:lpstr>PowerPoint Presentation</vt:lpstr>
      <vt:lpstr>Why CNN for Images - Scale Invariance</vt:lpstr>
      <vt:lpstr>PowerPoint Presentation</vt:lpstr>
      <vt:lpstr>PowerPoint Presentation</vt:lpstr>
      <vt:lpstr>PowerPoint Presentation</vt:lpstr>
      <vt:lpstr>PowerPoint Presentation</vt:lpstr>
      <vt:lpstr>Key Principles of CNNs</vt:lpstr>
      <vt:lpstr>CNN Key Characteristics</vt:lpstr>
      <vt:lpstr>How CNN Achieves Image Classification</vt:lpstr>
      <vt:lpstr>Hierarchical Feature Learning</vt:lpstr>
      <vt:lpstr>CNN Architecture</vt:lpstr>
      <vt:lpstr>CNN - Layer-by-Layer Breakdown</vt:lpstr>
      <vt:lpstr>CNN - Layer-by-Layer Breakdown</vt:lpstr>
      <vt:lpstr>The Classification Process</vt:lpstr>
      <vt:lpstr>Table of Contents</vt:lpstr>
      <vt:lpstr>PowerPoint Presentation</vt:lpstr>
      <vt:lpstr>2D Convolution Operation</vt:lpstr>
      <vt:lpstr>Convolution Operation</vt:lpstr>
      <vt:lpstr>Convolution Operation</vt:lpstr>
      <vt:lpstr>Convolution Operation</vt:lpstr>
      <vt:lpstr>Convolution Operation</vt:lpstr>
      <vt:lpstr>Convolution Operation</vt:lpstr>
      <vt:lpstr>Convolution Operation</vt:lpstr>
      <vt:lpstr>CNN- spatial invariance</vt:lpstr>
      <vt:lpstr>PowerPoint Presentation</vt:lpstr>
      <vt:lpstr>PowerPoint Presentation</vt:lpstr>
      <vt:lpstr>PowerPoint Presentation</vt:lpstr>
      <vt:lpstr>Edge detection using convolution operation</vt:lpstr>
      <vt:lpstr>Edge detection using convolution operation</vt:lpstr>
      <vt:lpstr>Multiple Channels: Introduction</vt:lpstr>
      <vt:lpstr>PowerPoint Presentation</vt:lpstr>
      <vt:lpstr>PowerPoint Presentation</vt:lpstr>
      <vt:lpstr>CNN – Colourful image</vt:lpstr>
      <vt:lpstr>PowerPoint Presentation</vt:lpstr>
      <vt:lpstr>Multiple Feature Maps in CNNs</vt:lpstr>
      <vt:lpstr>PowerPoint Presentation</vt:lpstr>
      <vt:lpstr>Channel Evolution in Deep CNNs</vt:lpstr>
      <vt:lpstr>Multi-Channel Convolution: Key Takeaway</vt:lpstr>
      <vt:lpstr>Padding</vt:lpstr>
      <vt:lpstr>PowerPoint Presentation</vt:lpstr>
      <vt:lpstr>PowerPoint Presentation</vt:lpstr>
      <vt:lpstr>PowerPoint Presentation</vt:lpstr>
      <vt:lpstr>PowerPoint Presentation</vt:lpstr>
      <vt:lpstr>Output  Size  in  Convolution  Layer</vt:lpstr>
      <vt:lpstr>Strided Convolution: Example</vt:lpstr>
      <vt:lpstr>Pooling Operations</vt:lpstr>
      <vt:lpstr>Max Pooling</vt:lpstr>
      <vt:lpstr>Average Pooling</vt:lpstr>
      <vt:lpstr>Output  Size  in  Pooling  Layer</vt:lpstr>
      <vt:lpstr>ReLU Activation Function</vt:lpstr>
      <vt:lpstr>PowerPoint Presentation</vt:lpstr>
      <vt:lpstr>ReLU Activation Function</vt:lpstr>
      <vt:lpstr>Convolution + ReLu + Max Pooling</vt:lpstr>
      <vt:lpstr>Fully Connected (Dense) Layer</vt:lpstr>
      <vt:lpstr>Flatten</vt:lpstr>
      <vt:lpstr>Fully Connected (Dense) Layer</vt:lpstr>
      <vt:lpstr>PowerPoint Presentation</vt:lpstr>
      <vt:lpstr>FC - Advantages and Disadvantages</vt:lpstr>
      <vt:lpstr>Softmax Activation Function</vt:lpstr>
      <vt:lpstr>PowerPoint Presentation</vt:lpstr>
      <vt:lpstr>PowerPoint Presentation</vt:lpstr>
      <vt:lpstr>Receptive Field: Definition</vt:lpstr>
      <vt:lpstr>Receptive Fields – deeper layers</vt:lpstr>
      <vt:lpstr>PowerPoint Presentation</vt:lpstr>
      <vt:lpstr>PowerPoint Presentation</vt:lpstr>
      <vt:lpstr>PowerPoint Presentation</vt:lpstr>
      <vt:lpstr>Learning a Kernel: Overview</vt:lpstr>
      <vt:lpstr>PowerPoint Presentation</vt:lpstr>
      <vt:lpstr>PowerPoint Presentation</vt:lpstr>
      <vt:lpstr>PowerPoint Presentation</vt:lpstr>
      <vt:lpstr>Dilated (Atrous) Convolution</vt:lpstr>
      <vt:lpstr>Dilated Convolution: Visual Example</vt:lpstr>
      <vt:lpstr>Dilated Convolution: Applications and Benefits</vt:lpstr>
      <vt:lpstr>Strided vs. Dilated Convolution: Comparison</vt:lpstr>
      <vt:lpstr>1 x 1 Convolution: Introduction</vt:lpstr>
      <vt:lpstr>1 x 1 Convolution: Introduction</vt:lpstr>
      <vt:lpstr>1 × 1 convolution</vt:lpstr>
      <vt:lpstr>PowerPoint Presentation</vt:lpstr>
      <vt:lpstr>PowerPoint Presentation</vt:lpstr>
      <vt:lpstr>PowerPoint Presentation</vt:lpstr>
      <vt:lpstr>Table of Contents</vt:lpstr>
      <vt:lpstr>The whole CNN</vt:lpstr>
      <vt:lpstr>Typical CNN Architecture</vt:lpstr>
      <vt:lpstr>Number of Parameters in Convolutional Layer</vt:lpstr>
      <vt:lpstr>Number of Parameters in Convolutional Layer</vt:lpstr>
      <vt:lpstr>Number of Parameters in Pooling Layers</vt:lpstr>
      <vt:lpstr>Number of Parameters in Pooling Layers</vt:lpstr>
      <vt:lpstr>Design Patterns for Deep Networks</vt:lpstr>
      <vt:lpstr>PowerPoint Presentation</vt:lpstr>
      <vt:lpstr>Pattern 2: Repetitive Building Blocks</vt:lpstr>
      <vt:lpstr>Pattern 3: Skip/Residual Connections</vt:lpstr>
      <vt:lpstr>Pattern 4: Bottleneck Designs</vt:lpstr>
      <vt:lpstr>Pattern 5: Multi-Scale Feature Extraction</vt:lpstr>
      <vt:lpstr>How to Choose Architecture Depth</vt:lpstr>
      <vt:lpstr>Architecture Depth: Practical Guidelines</vt:lpstr>
      <vt:lpstr>Trade-offs: Depth vs. Width</vt:lpstr>
      <vt:lpstr>Depth vs. Width: Practical Recommendations</vt:lpstr>
      <vt:lpstr>Design Decision Framework</vt:lpstr>
      <vt:lpstr>Table of Contents</vt:lpstr>
      <vt:lpstr>PowerPoint Presentation</vt:lpstr>
      <vt:lpstr>PowerPoint Presentation</vt:lpstr>
      <vt:lpstr>ALEXNET (2012)</vt:lpstr>
      <vt:lpstr>PowerPoint Presentation</vt:lpstr>
      <vt:lpstr>VGGNET (2014)</vt:lpstr>
      <vt:lpstr>PowerPoint Presentation</vt:lpstr>
      <vt:lpstr>Network in Network (NiN) - 2013</vt:lpstr>
      <vt:lpstr>PowerPoint Presentation</vt:lpstr>
      <vt:lpstr>PowerPoint Presentation</vt:lpstr>
      <vt:lpstr>PowerPoint Presentation</vt:lpstr>
      <vt:lpstr>NiN: Key Takeaways</vt:lpstr>
      <vt:lpstr>GoogLeNet/Inception (2014) - Overview</vt:lpstr>
      <vt:lpstr>Naive Inception Module</vt:lpstr>
      <vt:lpstr>Inception Module with Dimensionality</vt:lpstr>
      <vt:lpstr>Inception Module: Computational Savings</vt:lpstr>
      <vt:lpstr>GoogLeNet Architecture</vt:lpstr>
      <vt:lpstr>Inception Module: Design Philosophy</vt:lpstr>
      <vt:lpstr>Inception Variants</vt:lpstr>
      <vt:lpstr>ResNet (2015) - The Depth Problem</vt:lpstr>
      <vt:lpstr>ResNet: The Residual Learning Idea</vt:lpstr>
      <vt:lpstr>Basic Residual Block</vt:lpstr>
      <vt:lpstr>Bottleneck Residual Block</vt:lpstr>
      <vt:lpstr>ResNet: Handling Dimension Mismatch</vt:lpstr>
      <vt:lpstr>PowerPoint Presentation</vt:lpstr>
      <vt:lpstr>PowerPoint Presentation</vt:lpstr>
      <vt:lpstr>ResNet: Key Takeaways</vt:lpstr>
      <vt:lpstr>Table of Contents</vt:lpstr>
      <vt:lpstr>Transfer Learning Concept</vt:lpstr>
      <vt:lpstr>PowerPoint Presentation</vt:lpstr>
      <vt:lpstr>PowerPoint Presentation</vt:lpstr>
      <vt:lpstr>Transfer Learning Strategies</vt:lpstr>
      <vt:lpstr>PowerPoint Presentation</vt:lpstr>
      <vt:lpstr>Table of Contents</vt:lpstr>
      <vt:lpstr>PowerPoint Presentation</vt:lpstr>
      <vt:lpstr>Object Detection</vt:lpstr>
      <vt:lpstr>Semantic Segmentation</vt:lpstr>
      <vt:lpstr>Other CNN Applications</vt:lpstr>
      <vt:lpstr>Table of Contents</vt:lpstr>
      <vt:lpstr>Practical Implementation Tips</vt:lpstr>
      <vt:lpstr>Common Pitfalls and Solutions</vt:lpstr>
      <vt:lpstr>Table of Contents</vt:lpstr>
      <vt:lpstr>Key Takeaways</vt:lpstr>
      <vt:lpstr>Practical Guidelines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21</cp:revision>
  <dcterms:created xsi:type="dcterms:W3CDTF">2026-02-20T15:11:56Z</dcterms:created>
  <dcterms:modified xsi:type="dcterms:W3CDTF">2026-02-28T04:51:03Z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2026-02-20T00:00:00Z</vt:filetime>
  </property>
  <property fmtid="{D5CDD505-2E9C-101B-9397-08002B2CF9AE}" pid="5" name="MSIP_Label_1ea4ee4a-550a-48d6-b8e7-efd14bb89b8d_ActionId">
    <vt:lpwstr>9008352b-f818-4f91-96d6-d67b38955f34</vt:lpwstr>
  </property>
  <property fmtid="{D5CDD505-2E9C-101B-9397-08002B2CF9AE}" pid="6" name="MSIP_Label_1ea4ee4a-550a-48d6-b8e7-efd14bb89b8d_ContentBits">
    <vt:lpwstr>0</vt:lpwstr>
  </property>
  <property fmtid="{D5CDD505-2E9C-101B-9397-08002B2CF9AE}" pid="7" name="MSIP_Label_1ea4ee4a-550a-48d6-b8e7-efd14bb89b8d_Enabled">
    <vt:lpwstr>true</vt:lpwstr>
  </property>
  <property fmtid="{D5CDD505-2E9C-101B-9397-08002B2CF9AE}" pid="8" name="MSIP_Label_1ea4ee4a-550a-48d6-b8e7-efd14bb89b8d_Method">
    <vt:lpwstr>Privileged</vt:lpwstr>
  </property>
  <property fmtid="{D5CDD505-2E9C-101B-9397-08002B2CF9AE}" pid="9" name="MSIP_Label_1ea4ee4a-550a-48d6-b8e7-efd14bb89b8d_SiteId">
    <vt:lpwstr>1cb57d25-6f25-4e2a-9e2d-895176ed40c6</vt:lpwstr>
  </property>
  <property fmtid="{D5CDD505-2E9C-101B-9397-08002B2CF9AE}" pid="10" name="Producer">
    <vt:lpwstr>Microsoft® PowerPoint® for Microsoft 365</vt:lpwstr>
  </property>
  <property fmtid="{D5CDD505-2E9C-101B-9397-08002B2CF9AE}" pid="11" name="ContentTypeId">
    <vt:lpwstr>0x010100B123C1875908B441AF4AF4B1296840D8</vt:lpwstr>
  </property>
</Properties>
</file>