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7.xml" ContentType="application/inkml+xml"/>
  <Override PartName="/ppt/notesSlides/notesSlide9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10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11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notesSlides/notesSlide12.xml" ContentType="application/vnd.openxmlformats-officedocument.presentationml.notesSlide+xml"/>
  <Override PartName="/ppt/ink/ink24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5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6.xml" ContentType="application/vnd.openxmlformats-officedocument.presentationml.notesSlide+xml"/>
  <Override PartName="/ppt/ink/ink31.xml" ContentType="application/inkml+xml"/>
  <Override PartName="/ppt/notesSlides/notesSlide17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8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notesSlides/notesSlide19.xml" ContentType="application/vnd.openxmlformats-officedocument.presentationml.notesSlide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notesSlides/notesSlide20.xml" ContentType="application/vnd.openxmlformats-officedocument.presentationml.notesSlide+xml"/>
  <Override PartName="/ppt/ink/ink78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notesSlides/notesSlide24.xml" ContentType="application/vnd.openxmlformats-officedocument.presentationml.notesSlide+xml"/>
  <Override PartName="/ppt/ink/ink89.xml" ContentType="application/inkml+xml"/>
  <Override PartName="/ppt/notesSlides/notesSlide25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notesSlides/notesSlide26.xml" ContentType="application/vnd.openxmlformats-officedocument.presentationml.notesSlide+xml"/>
  <Override PartName="/ppt/ink/ink92.xml" ContentType="application/inkml+xml"/>
  <Override PartName="/ppt/ink/ink93.xml" ContentType="application/inkml+xml"/>
  <Override PartName="/ppt/ink/ink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  <p:sldMasterId id="2147483703" r:id="rId5"/>
  </p:sldMasterIdLst>
  <p:notesMasterIdLst>
    <p:notesMasterId r:id="rId82"/>
  </p:notesMasterIdLst>
  <p:sldIdLst>
    <p:sldId id="259" r:id="rId6"/>
    <p:sldId id="260" r:id="rId7"/>
    <p:sldId id="261" r:id="rId8"/>
    <p:sldId id="257" r:id="rId9"/>
    <p:sldId id="258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96" r:id="rId24"/>
    <p:sldId id="337" r:id="rId25"/>
    <p:sldId id="297" r:id="rId26"/>
    <p:sldId id="298" r:id="rId27"/>
    <p:sldId id="294" r:id="rId28"/>
    <p:sldId id="295" r:id="rId29"/>
    <p:sldId id="278" r:id="rId30"/>
    <p:sldId id="288" r:id="rId31"/>
    <p:sldId id="285" r:id="rId32"/>
    <p:sldId id="286" r:id="rId33"/>
    <p:sldId id="287" r:id="rId34"/>
    <p:sldId id="289" r:id="rId35"/>
    <p:sldId id="292" r:id="rId36"/>
    <p:sldId id="291" r:id="rId37"/>
    <p:sldId id="293" r:id="rId38"/>
    <p:sldId id="339" r:id="rId39"/>
    <p:sldId id="300" r:id="rId40"/>
    <p:sldId id="301" r:id="rId41"/>
    <p:sldId id="299" r:id="rId42"/>
    <p:sldId id="302" r:id="rId43"/>
    <p:sldId id="334" r:id="rId44"/>
    <p:sldId id="306" r:id="rId45"/>
    <p:sldId id="338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42" r:id="rId69"/>
    <p:sldId id="332" r:id="rId70"/>
    <p:sldId id="341" r:id="rId71"/>
    <p:sldId id="336" r:id="rId72"/>
    <p:sldId id="348" r:id="rId73"/>
    <p:sldId id="340" r:id="rId74"/>
    <p:sldId id="347" r:id="rId75"/>
    <p:sldId id="344" r:id="rId76"/>
    <p:sldId id="343" r:id="rId77"/>
    <p:sldId id="345" r:id="rId78"/>
    <p:sldId id="346" r:id="rId79"/>
    <p:sldId id="349" r:id="rId80"/>
    <p:sldId id="350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2:55:51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17531 7657 1468 0,'-2'0'242'0,"2"0"-109"0,0 0-50 0,0 0-26 0,4 4-24 0,13 9-3 0,6 12 73 0,7 4 18 0,0 4 11 0,0 2-28 0,0-2-27 0,-4-6-14 16,-3-5-26-16,-1-5 3 16,-2-6 2-16,-5-6-3 15,1-5 1-15,1 0 11 0,5-16 28 16,17-30 9-16,26-38-4 15,29-38-21-15,15-22-10 16,9-10-7-16,-2 12-3 16,-11 18-19-16,-3 12-6 15,-12 14-6-15,-21 23-6 16,-20 23 0-16,-19 17-1 16,-12 10-5-16,-1 3 0 15,-1 0 1-15,-3 5-1 16,-7 10 0-16,-5 4 0 15,-1 3-5-15,0 0-55 16,-26 34-91-16,-4 0-349 16,-15 10-564-16</inkml:trace>
  <inkml:trace contextRef="#ctx0" brushRef="#br0" timeOffset="2694.85">15860 9274 1219 0,'0'0'171'0,"0"0"-109"16,0 0 18-16,85 28-9 15,-42 0 39-15,3 9-18 0,3 4-19 16,-2-1-16-16,-1 1-1 16,-4-8-1-16,-5-5-17 15,-5-10-7-15,-4-5 2 16,-6-13 4-16,0 0 8 15,-1-17 41-15,3-27 16 16,13-31 2-16,13-34-31 16,6-12-15-16,5-9-3 15,-2 9-25-15,-7 18-10 16,-6 10-7-16,-7 18-11 16,-14 24-2-16,-7 16 1 15,-7 13 8-15,-1 4-8 0,-3 2-1 16,-1 5 0-16,-6 11-2 15,0 17-50-15,-13 12-138 16,-2 9-157-16</inkml:trace>
  <inkml:trace contextRef="#ctx0" brushRef="#br0" timeOffset="15928.37">13370 4936 117 0,'0'0'1198'0,"0"0"-986"16,0 0-86-16,0 0 25 16,0 0 42-16,0 0-55 15,-13-2-42-15,13 2 21 16,0 8-17-16,7 9-36 15,11 8 23-15,4 8-13 0,4 4-2 16,2 4-5-16,2-4-4 16,0-4-17-16,0-8-10 15,1-8-18-15,0-11 1 16,6-6 8-16,4-8 15 16,14-34 6-16,14-34 0 15,9-36-9-15,2-15-14 16,-7-3-1-16,-14 12-4 15,-11 21-2-15,0 5-9 16,-9 19-9-16,-8 15-1 16,-6 13 1-16,-4 9 1 15,2-5-1-15,1 0 1 16,-4 2-1-16,-5 11 6 16,-3 8-6-16,-7 10-14 0,-2 6 1 15,-3 4-7-15,0 12-23 16,-21 56-146-16,-4-1-416 15,-5 11-988-15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2:57:11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13806 4170 1352 0,'0'0'370'0,"0"0"-194"16,0 0-82-16,0 0 39 16,0 0 72-16,56 72-10 15,-32-44-34-15,0-2-39 0,1-6-15 16,2-6-24-1,-1-9-12-15,3-5-3 0,6-17-20 16,14-35-9-16,18-44-6 16,24-46 18-16,3-23-23 15,0 1-15-15,-15 11-1 16,-15 29-6-16,-4 7 1 16,-5 11-7-16,-9 20-8 15,-10 23-8-15,-11 18 7 16,-4 8-3-16,-1 0 3 15,2-3-1-15,-1 4-5 16,-9 13-5-16,-3 14-14 16,-5 9-17-16,-17 71-86 15,-12 0-397-15,-16 17-829 0</inkml:trace>
  <inkml:trace contextRef="#ctx0" brushRef="#br0" timeOffset="759.18">13710 8935 1292 0,'0'0'341'0,"0"0"-15"16,0 0-50-16,0 0-88 15,0 0-51-15,0 0-61 16,0 0 57-16,89 43-18 15,-34-9-15-15,3-1-35 16,-2-8 7-16,-1-8-9 0,2-15-7 16,1-9-7-16,15-39 14 15,14-48-6-15,10-40 1 16,-5-18-11-16,-19-4-20 16,-22 14-2-16,-24 24-16 15,-8 9 0-15,-10 20-9 16,-3 24-11-16,-3 21-22 15,0 13-21-15,0 4 9 16,-1 5-1-16,1 5 2 16,-2 11 1-16,1 6-9 15,1 17-38-15,-2 8-203 16,-1 5-951-16</inkml:trace>
  <inkml:trace contextRef="#ctx0" brushRef="#br0" timeOffset="1472.72">18907 6457 905 0,'0'0'375'0,"0"0"-38"15,0 0-33-15,0 0-27 16,0 0-75-16,0 0-54 16,0 0-48-16,27 84 52 15,4-30-21-15,5 8-26 16,1-1-36-16,1-8 16 16,-1-11-14-16,-2-16-14 15,1-15-10-15,5-11-15 16,15-40 22-16,25-57 4 15,17-46-8-15,4-27-28 16,-13-1-1-16,-20 19-12 16,-21 22-4-16,-5 11-5 0,-4 8-6 15,-4 14 0 1,-5 19-18-16,-6 20-18 0,-7 20 24 16,-4 13 6-16,-1 1-18 15,-2 5 18-15,-2 4-4 16,-7 15 4-16,-1 0-9 15,-16 49-30-15,-57 93-45 16,1-5-236-16,-16 17-596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2:57:29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12548 5828 752 0,'0'0'366'0,"0"0"-260"16,0 0-54-16,0 0-20 16,0 0-19-16,0 0 16 15,62 26 39-15,-22-18-20 16,5 1 32-16,5-5 26 16,4 1 3-16,1-5-22 15,2 0-11-15,-2 0-15 16,5 0-19-16,-5 0 1 15,0 0 13-15,0 3-1 16,-4 2-10-16,1 2-8 16,-1 1 20-16,-3 3-13 15,-1-3-14-15,1 1-2 16,3-4-9-16,1 1 2 0,0-3 10 16,5-1 3-16,3-2 2 15,-1 0-18-15,2 0-3 16,-4 0 4-16,3 0 8 15,-5 0-3-15,0 0-5 16,0-2 0-16,-1-4-7 16,0-1-1-16,1-1 17 15,-2-1 0-15,0 1-10 16,-1 1 2-16,-2-1-5 16,-2 4-8-16,-2 0 7 15,-1 1-7-15,0 2 7 16,-3-1 3-16,2 1-3 0,1-1-1 15,1-1 1 1,1 2-5-16,2-3 1 0,-1 3-1 16,-1-1-1-16,1-1 2 15,-5 2 2-15,-1-2 0 16,0 2-4-16,-3 1-7 16,-5 0 6-16,0 0 1 15,-1 0-8-15,0 0 1 16,1 0 5-16,2 0-6 15,1 0 9-15,1 0-2 16,1-2-6-16,1 1 10 16,-1-2-11-16,-2 0 9 15,-1 1-9-15,-1 2-1 16,-2 0 1-16,0 0-1 0,-3 0 1 16,-2 0 1-16,2 0 0 15,-2 0 0 1,0 0 0-16,0 0-1 0,-1 0 1 15,-1 0 1-15,0 0-1 16,-1 0-1-16,0 0 1 16,0 0 5-16,0-3-6 15,1 2 0-15,1-2 0 16,-1-2 0-16,-1 0 0 16,0 2 1-16,-1-1-1 15,2 1 0-15,-1 1 0 16,2-1 1-16,1 1-1 15,2-1 1-15,0 1-1 16,3 1 2-16,-2 0-2 0,3-1 1 16,1 1-1-16,0 1 1 15,4 0 5-15,-2 0-6 16,4 0 0-16,0 0 0 16,0 0 0-16,1 0 9 15,1 0-9-15,-3 0-5 16,2 0 5-16,1 0-1 15,-1 0 0-15,2-2 1 16,0 2 1-16,0-3 0 16,3 1-1-16,2-1 1 15,-1 0 0-15,1 1 0 16,1 1 0-16,-3 0 1 0,0 1-1 16,-2 0 8-16,3 0-7 15,-2 0 4-15,3 0-6 16,2 0 6-16,2 0-5 15,3-2 6-15,4-1 10 16,1 1-11-16,2-1 0 16,-1 0 7-16,3 0-12 15,1 1-1-15,2 1 1 16,0-2 0-16,3 1 8 16,1 2-7-16,0 0-1 15,1 0 6-15,-1 0-6 16,-2 0 8-16,0 0-7 15,0 0 4-15,0 0-5 0,0 0 10 16,3 0-5-16,1 0 4 16,0-3 1-16,1-1-4 15,0-2 1-15,0 0-1 16,1 3 1-16,-3-2-1 16,-2 2-6-16,-3 0 10 15,-5 2-5-15,-7-1 1 16,-6 2 2-16,-7-3 6 15,-9 3-3-15,-7 0-6 16,-7 0-5-16,-7 0 8 16,-6 0-1-16,-4 0-7 15,-1 0 6-15,-1 0 5 16,-1 0-3-16,0 0 3 16,0 0-10-16,2 0 4 15,-2-2-6-15,0 2 0 0,1 0-17 16,-1 0-86-16,0 0-210 15,-10 7-509-15</inkml:trace>
  <inkml:trace contextRef="#ctx0" brushRef="#br0" timeOffset="3196.42">11686 8204 854 0,'0'0'123'0,"0"0"-87"0,0 0-12 16,0 0 21-16,0 0 25 16,0 0-18-16,-12-36-7 15,32 54 30-15,11 10 41 16,9 8 29-16,3 7 11 16,2 2-20-16,0-2-10 15,-2-5-14-15,-1-9-5 16,-5-9-18-16,1-7-1 15,2-13-17-15,0-2-22 16,17-38 0-16,16-41 13 0,24-44-15 16,15-23-19-1,-8-12-15-15,-6 6-13 16,-17 12-13-16,1 2-6 0,2 7-20 16,-7 12 13-16,-10 23-14 15,-17 29 11-15,-16 24 14 16,-7 16 7-16,-2 0 7 15,-3 3 0-15,-5 6-17 16,-4 10 2-16,-7 4 15 16,-4 5-11-16,-2 1-18 15,0 0-23-15,0 7-20 16,-23 41-135-16,-2-3 162 16,-8 1-197-16</inkml:trace>
  <inkml:trace contextRef="#ctx0" brushRef="#br0" timeOffset="11563.28">18786 9576 121 0,'0'0'83'16,"0"0"-21"-16,0 0 223 15,0 0-71-15,0 0-70 16,0 0 8-16,-76 21 7 15,67-21-10-15,1 1-16 0,5-1-65 16,2 0-29 0,-1 0-11-16,2 0-8 0,0 0-4 15,0 0-3-15,0 0-4 16,0 2-9-16,17 2 7 16,10-1 5-16,7 4 41 15,9-2-7-15,4 0-12 16,5 2 28-16,4-2 20 15,6-1-8-15,2 0-13 16,1 1-10-16,3-3-15 16,-1 0 2-16,4-2-5 15,1 0 2-15,2 0-17 16,0 0 10-16,3-2-6 16,8-3-7-16,-6 0 3 15,-1 0-3-15,-1 3 7 0,-12-1-7 16,7 1 3-16,-3 0-2 15,0 2-1-15,-3-1 7 16,2-1-10-16,1-3-11 16,-1 1 8-16,0-4-1 15,0 3 5-15,-3 0 8 16,1-2-8-16,-3 4 2 16,0 0-3-16,-2 0-6 15,0 3 6-15,0-3-10 16,0 3 7-16,-3-2 4 15,-1 0-6-15,-2-1 5 16,-2 2 9-16,0-2 9 16,2 1-21-16,-1 1-7 0,1 1 9 15,-1 0-2-15,1 0-1 16,-1 0-1-16,-1 0-1 16,-2 0-4-16,1 0 13 15,-3 3 1-15,1 1-8 16,-1-1-2-16,-2-1-5 15,2 0 0-15,0 1 6 16,-1-3 14-16,4 2-6 16,1-1-2-16,-2 0-2 15,3-1-5-15,-4 0 6 16,0 0-5-16,2 2 5 16,-1-2-4-16,1 1-1 15,0 1-1-15,0 1-5 0,2-1 0 16,-3 1-1-16,2-1 14 15,0-1-5-15,0-1 0 16,-2 0-3-16,0 0 0 16,-1 0-5-16,-3 0 5 15,0 0-4-15,0 0 4 16,-1 0-6-16,-3 0 3 16,3 0 3-16,-2-1-5 15,0-1 0-15,-3 1 0 16,-4-1 7-16,1 0-8 15,-3-1 2-15,-1 3-2 16,1-2 6-16,0-1-5 0,3 2 5 16,0 0-6-1,0-1 0-15,-1 2 0 0,1 0 0 16,0 0 1-16,-4 0 1 16,-1 0-1-16,-2 0 0 15,-2 0-1-15,-4 0 0 16,-1 0 0-16,-1 0 1 15,-1 0-1-15,0 2 1 16,-2-1-1-16,-1 2 0 16,-1-2 0-16,1 1 0 15,1-2 0-15,-1 3 0 16,5-3-1-16,0 2 2 16,1 0-1-16,2-1 0 15,-3 1 1-15,3 0 0 16,-2 0 1-16,0-1-1 0,-1 1 1 15,-2 1 4-15,-5-3-5 16,-1 2 0-16,-5 0 0 16,-3-1 0-16,-2-1 0 15,-2 0 0-15,-3 0 0 16,1 0 1-16,-2 0 5 16,3 0 10-16,1 0 11 15,2-8 5-15,3-6-9 16,3-5-9-16,-1-9-1 15,-1-9-5-15,0-11 3 16,1-21-11-16,-2-23-1 16,3-19-1-16,-3-3-15 15,-3 20-14-15,-3 24-3 0,-2 26-18 16,-1 8 6-16,0-3 3 16,0-2 5-16,0 0 2 15,0 7 16-15,-4 9-11 16,-1 4 3-16,-1 4-4 15,0 5 13-15,2 0 10 16,-3 4-1-16,1-1-6 16,-2 1 0-16,0 1 3 15,-3 3 3-15,-3-1-4 16,-4 2 4-16,-3 1-1 16,-9-1 8-16,-8 3 2 15,-7 0 11-15,-7 0-6 0,-8 0-5 16,-16 0 0-16,-21 0 11 15,-16 0-10-15,-7 0 8 16,7 0-8-16,12 0 5 16,10 0-1-16,-3 0-5 15,-3-2 0-15,-2 0 2 16,1-1-2-16,-1 1 8 16,0-1-1-16,-3 3 1 15,-1 0-7-15,-3 0 0 16,0 0 23-16,2 0-18 15,1 0-5-15,1 0 0 16,0 0 0-16,0 0 0 16,2 0 16-16,0 3-6 15,5 3 1-15,-1 0 2 16,1-1-7-16,-1 1 7 0,0 1-1 16,0 0-7-16,1 2-6 15,-4 2 10-15,-2 0 5 16,-5 2-7-16,-7-1-1 15,-7 4-1-15,-2 0-4 16,-2-1 4-16,3-1-6 16,6-1 6-16,0-1-5 15,4 0-1-15,-1 1 0 16,4-4 1-16,7-2-1 16,3-2 1-16,18-4-1 15,19-1 1-15,14 0 7 16,5 0-8-16,-3 0-1 15,-1-7 1-15,-5 0 0 0,8-1 0 16,4 0 0-16,5 0-1 16,1 1-7-16,3 2 2 15,0-1-7-15,-1 1 1 16,0 2-8-16,-2 0 2 16,-2 3-4-16,3-2-16 15,-3 2-2-15,2 0 19 16,1 0-28-16,-1 0 7 15,6 0 33-15,3 0 9 16,2 0 0-16,1 0-11 16,0 0-3-16,-4 0 14 15,-2 0-21-15,-1 0-13 16,-1 0 26-16,-1 0-2 16,-1 0-21-16,1 0 25 15,-1 0 5-15,0 0 1 0,1 0 0 16,0 2 0-16,0-2-14 15,2 3 0-15,-1 0 13 16,0 0-17-16,2 0-25 16,0 2 41-16,4-2 2 15,1-1 1-15,1 1-1 16,3 0 0-16,-1 1 1 16,0-2-1-16,1 3 1 15,-2 1 0-15,2-1 0 16,2 1 0-16,2-1 0 15,1 0 0-15,1-1 1 16,0 1-1-16,3-2 0 0,0 0 1 16,2 0 4-1,3-2 1-15,1-1-6 0,3 2 1 16,0-1-1-16,0 6 0 16,0 2 0-16,0 12 0 15,0 6 10-15,3 8 8 16,4 5-12-16,2 4 1 15,0 5 5-15,4 3 36 16,-1 1 15-16,0 3-10 16,3-2-6-16,-1 3-11 15,-1-3-4-15,-1-4 1 16,-1-1 5-16,-1-8-7 16,0-3-7-16,-1-10-5 0,0-5-8 15,-3-5-1 1,2-4-5-16,-1-4-4 0,0 1 7 15,2-2-3-15,2 0 1 16,4-1 7-16,4 1-1 16,4-2 1-16,8 1 4 15,7-2 9-15,7-3-2 16,9-1-1-16,6-2-3 16,4 0 0-16,1 0 5 15,3-3-4-15,-6-3-8 16,-4 1-7-16,-5-4 0 15,-7 1-6-15,-6-1 5 16,-7 2-5-16,-6-1 0 16,-11 5-1-16,-3 1-4 15,-5 1-27-15,16 1-35 0,-5 0-244 16,7 0-584-16</inkml:trace>
  <inkml:trace contextRef="#ctx0" brushRef="#br0" timeOffset="16735.59">5790 10674 1124 0,'0'0'229'15,"0"0"-145"-15,0 0-49 16,0 0-13-16,0 0 1 0,0 0 19 16,112 36 11-16,-72-25 22 15,8 3 1-15,4-2 2 16,6-2 5-16,3-3 2 15,5 2-16-15,3-4 3 16,2 0-4-16,1 1-18 16,-2-2-17-16,0 2-11 15,-6 0-4-15,3-1 25 16,-1-3 7-16,5-1-13 16,-2-1-4-16,3 0-18 0,-1 0-2 15,2 0 7-15,-2-3 0 16,-2-2-5-16,0 2-1 15,-3 1-4-15,1 1 8 16,3-1-5-16,-3 1 1 16,0 1-4-16,-3-2 4 15,-2 2-8-15,-3-1 2 16,-2 1 10-16,-2-4 3 16,0 1-3-16,-1 0-4 15,1-1-8-15,-1 0 0 16,-1-2 1-16,4-1-6 15,-1 2 13-15,0-3-1 16,2 2-2-16,2-2-1 16,0 3 4-16,1-1 2 0,0 0-8 15,3 1 5-15,0 0-3 16,-1 0-1-16,-3 1-1 16,-2 1-1-16,-3 1 1 15,-3 1 1-15,-4 0-3 16,6 1-5-16,-5-2 8 15,0 1-3-15,-1-1 3 16,-3 1 0-16,-2 1-7 16,-3-1 4-16,-3 1 1 15,-1 0-5-15,-6 0 7 16,-3 0-3-16,0 0 1 16,-2 0 1-16,2 0-7 15,-2 0 8-15,0 0-8 16,1 0 8-16,-1 0-2 0,-1 0-6 15,0 1-1-15,-2 0 1 16,-1-1 0-16,2 2 0 16,0 1-1-16,4-2 1 15,0 2 0-15,9-1 6 16,0 1 1-16,4-3 4 16,5 2-2-16,1-1 2 15,5 1-3-15,1-2-3 16,3 1 0-16,-1-1 0 15,4 0 0-15,0 0-5 16,-3 1 8-16,-3 1-3 16,-2-1-6-16,-3 2 6 0,-2 1-5 15,3-2-1-15,-2 1 8 16,3 0 4-16,2-1-11 16,-3 0 8-16,6 3-8 15,-1-3 1-15,1 1 4 16,-2 1-5-16,2-1 0 15,-2 1 0-15,2-1 0 16,-3 0 5-16,1 0-5 16,1-2 0-16,5 0-1 15,2 1 1-15,7-2 0 16,2 0 0-16,7 0 5 16,2 0 0-16,-1 0 2 15,14 0-7-15,9-2 0 0,16-2 5 16,2-3-5-1,-19 2-1-15,-25-1 1 0,-23 3-1 16,-5 1 0-16,5-1 1 16,7 1 0-16,8-1-1 15,-6 2 1-15,-4-1 5 16,-1 1-6-16,-4 1 0 16,0-2 2-16,-1 1-2 15,2-1 0-15,1-3 1 16,-5 0-1-16,1 1 1 15,-4-1-1-15,-2 0 0 16,-3 3 0-16,-3-3 0 16,-1 4 0-16,-3-1 0 15,-3 0 1-15,-2 1-1 16,-2-3 0-16,-6 3 0 0,-2-1 0 16,-3 2 0-16,-1 0 0 15,-3 0 1-15,0-2 0 16,2 2-1-16,-4 0 0 15,-1 0 0-15,-1 0 1 16,2 0-1-16,-1-1 0 16,-1 1 0-16,2-2 1 15,3 1-1-15,-3 0 0 16,4-1 1-16,-2-1-1 16,-2 1 0-16,-2 2 1 15,-1 0-1-15,-1 0 0 16,-2 0 0-16,-3 0 0 15,1 0 0-15,-1 0 1 0,0 0-1 16,0 0 0-16,2 0 0 16,-2 0 1-16,1 0-1 15,1-3 0-15,-1 3 0 16,4 0 0-16,-1 0 0 16,3 0 1-16,1 0 0 15,-1 0-1-15,1 0 0 16,2-2 0-16,-1 2 0 15,2-1 0-15,-1 1 0 16,1-2 0-16,2 1 0 16,-1-2 0-16,0 0 1 15,3 1 0-15,-2-3-1 16,2-1 1-16,0 2 0 16,1-3-1-16,-2 1 1 0,-1 0-1 15,-1-2 0-15,-1 1 6 16,0 0-6-16,-3-1 0 15,0 1 1-15,0-2 0 16,-2-1 0-16,0-1 0 16,2-5 5-16,-5 0 0 15,6-5-5-15,-5-7 0 16,-2-3 0-16,-1-10 0 16,-1-5 0-16,0-6 1 15,-4-6-2-15,-10-1-6 16,-1 0-3-16,-2 1-3 15,-3 4-1-15,-2 2-8 16,-2 9 7-16,0 4-1 0,0 5 0 16,2 7 6-1,1 5-7-15,2 8-2 0,2 4 7 16,1 3 4-16,-1 4 5 16,-4 1 1-16,-2 2 1 15,-4 0 0-15,-4 7 0 16,-5 2 1-16,-6 4 7 15,-6 1-1-15,-3-1 1 16,-4 0 1-16,-3 0-8 16,-3-3 7-16,0-3 2 15,-2-1 2-15,-1-3-3 16,0-2-3-16,-3-1-4 16,0 0 5-16,-1-1-1 0,0-6-6 15,-1 0 2 1,4-2-1-16,0 2 1 0,4-2-2 15,2 3 2-15,1-1-1 16,-1 1 0-16,3-1 5 16,0 0-5-16,0 1-1 15,-1 0 1-15,0 1 0 16,-2 2 5-16,-2 0 0 16,-5 2-6-16,-3-1 2 15,-14-1-1-15,-17 3-1 16,-17 0-1-16,-5-2 1 15,12 2 1-15,4 0-1 0,6 0 1 16,0 0 5-16,-6 0-6 16,2 0 1-16,-1 0 5 15,-5 2-4-15,0-2-1 16,-4 0 9-16,1 0-10 16,-2 3-6-16,0-3 6 15,-7 2 0-15,1 1 0 16,-4-1 1-16,1 0 0 15,2 1 0-15,-1-3 5 16,-2 2-1-16,0 0-5 16,1 1-1-16,-2-2 0 15,0 4 1-15,5-4 0 16,2 2 0-16,7 1 1 16,0-1-1-16,6-3 1 15,2 0-1-15,4 0 1 0,4 0-1 16,8 0 0-1,2 0 0-15,2-3-1 0,2-1 1 16,11 1 0-16,8 0 0 16,15 2 0-16,5-2 1 15,-9 1 0-15,-5-1 0 16,-7-2-1-16,7 3 1 16,2-2 0-16,3 1-1 15,3-2 0-15,5-1-1 16,2 0 1-16,1 1 0 15,2 0-1-15,3 1 1 16,2 1-1-16,1 3 0 16,3-2-6-16,2 1 6 15,-2 1 0-15,3 0 0 0,-1 0-7 16,-2 0-1-16,2 0 2 16,-1 0 1-16,3 0-2 15,-4 1 7-15,0 4-5 16,-4 1-5-16,-2 2 10 15,-3-1-6-15,-1 0-2 16,-1 1 3-16,1-1-3 16,2 1-5-16,0-2 8 15,5 1-1-15,2-3-2 16,4 2 7-16,2-3 2 16,0 2 0-16,3-1 0 15,-1 0 0-15,-3 1 0 0,1-1 0 16,-2 0 1-16,3 0-1 15,-1-1-1-15,-2 0-8 16,6-3 3-16,-1 2-3 16,4-2-3-16,-1 0 3 15,5 0 7-15,-1 0 1 16,3-2-5-16,-1-2 5 16,4 1 1-16,3 0-2 15,1 1-4-15,2 0 5 16,3 2 1-16,0 0-1 15,0 0 1-15,0 0-6 16,0 0-9-16,0 10-16 16,0 13 14-16,0 8 17 15,0 8 1-15,0 10 1 0,0 2 17 16,2 5 11-16,1 0-5 16,0 0-16-16,3 1 3 15,0-2 18-15,1 0 3 16,1-2 0-16,-1 0-9 15,2-6-3-15,0-3-1 16,0-3 1-16,2-7-6 16,0-4 2-16,1-6-5 15,-1-6-3-15,7-1-8 16,1-4 7-16,4-4-8 16,8-2 2-16,9-7-2 15,24 0-2-15,45-32-32 16,-9 1-131-16,-6-5-467 0</inkml:trace>
  <inkml:trace contextRef="#ctx0" brushRef="#br0" timeOffset="22292.1">22616 10635 485 0,'0'0'215'0,"0"0"3"16,0 0 24-16,0 0 22 16,0 0-52-16,0 0-15 15,-13-14-49-15,16 14-65 0,20 0-28 16,15 5 69-16,23 3-10 15,27-2-6-15,23 2-34 16,8-4 4-16,-3 1-13 16,-5-2 10-16,-11-1-23 15,1 3-7-15,-3 0-11 16,-17-1-3-16,-15 1-8 16,7-4-2-16,12-1-5 15,12 0 11-15,9-6 0 16,-23-2-6-16,-22 2-5 15,-13 1-2-15,-5 0-4 16,8 1-1-16,3-1 2 16,4-1-11-16,-3 1 2 0,-4 1 8 15,-5 0-1 1,3-1 2-16,0 3-4 0,1-1 5 16,2 0-4-16,3 2-1 15,0 0-1-15,1-2-5 16,5 1 10-16,3-1-5 15,3 1 0-15,2-3 4 16,2 1-4-16,4 1 3 16,-4 1-3-16,2-1-4 15,-1 3 5-15,3 0 1 16,11 0-7-16,17 0 6 16,12 7-6-16,3 4 5 15,-9 0-5-15,-12 1 1 16,-9-4 4-16,3-1-6 15,1-2 2-15,2 1 4 0,0 0 0 16,0-1-5-16,3-3 12 16,0 0-13-16,1-1 0 15,-1-1 0-15,-1 0 0 16,-5 0 1-16,-3 0 1 16,-3 0 4-16,1 0-5 15,-1 0-1-15,0 0 6 16,0 0-5-16,-12 0 6 15,-12 0-6-15,-14 0 0 16,-1 0 5-16,2 0-6 16,7 0 0-16,5 0 0 15,-8 0 1-15,-7 0 0 16,-5 4 0-16,-8-1-1 0,-5-1 1 16,-7 1 1-16,-2 1-2 15,-6-3 1-15,-5 1 0 16,2-1-1-16,-4-1 1 15,-1 1 0-15,1-1-1 16,1 0 6-16,2 0-6 16,3 0 2-16,0 0-2 15,0 0 1-15,1 0 1 16,1 0-1-16,1 0 0 16,0-1 0-16,2-2 5 15,2 0-5-15,0 0 0 16,1-1 0-16,-1 1 5 0,3 1-5 15,0-1 1-15,-2 1-1 16,2 0 0-16,-2-1 6 16,-1 3-7-16,0-2 1 15,1-1 0-15,0 3-1 16,0-1 1-16,3-1 0 16,-2 2-1-16,0 0 1 15,-3 0-1-15,-2 0 0 16,-2 0 1-16,-1 0 0 15,-3 0-1-15,0 0 0 16,1 0 0-16,-1 0 0 16,2 0 0-16,2 0 0 15,-1 0 0-15,3 0 0 16,0-2 1-16,0 0-1 16,-2 0 0-16,0-1-1 0,0 1 1 15,-4 1 0 1,0-1 0-16,-2 1 1 0,-1-1-2 15,0 2 1-15,-1-1 0 16,-1 1 0-16,0-2 0 16,1 1 0-16,-2 1 1 15,0 0-1-15,1-2 0 16,-1 2 0-16,2 0 0 16,0 0 0-16,0-2 0 15,0-1 0-15,1-1 1 16,0-1 0-16,1 2-1 15,0-2 0-15,0 0 0 16,-1 0 1-16,1 0-1 0,-2-2 1 16,2 3-1-16,-1-6 0 15,0 1 1-15,0-1-1 16,1-3 1-16,-1-1 0 16,0 0-1-16,0-1 0 15,0 0 1-15,-1-2-1 16,2 0 0-16,-1 0 0 15,-1-2 1-15,1 0-1 16,-2-1 0-16,2-2 1 16,-3 0-2-16,0-1 1 0,0 2 0 15,-2 0 0 1,2 1 0-16,-1 1 1 0,-1 0-1 16,1-1 1-1,-2 2-1-15,2-2 0 0,-2 1 0 16,0 1 1-16,0 1 0 15,0 3-1-15,0 2 0 16,0 1 0-16,0-2 0 16,0 4 0-16,0-3 0 15,0 2 0-15,0 0 0 16,0-2-1-16,1 3 0 16,1-4 1-16,-1 1 0 15,3 3-1-15,-2-3 0 16,1 4-1-16,-2 1 1 15,1 0 0-15,-1 3 0 16,-1 0 0-16,0-1 1 16,0 2-1-16,0 1-1 0,0-1 1 15,0 0 0-15,0-2-7 16,-3 0 2-16,-7-3 0 16,-1-1 6-16,-2 1-2 15,-3-2 2-15,-2 1-1 16,1-4 1-16,-2 4 0 15,1 0 1-15,-3 1-1 16,2 1 0-16,-1 0 0 16,-2 2 0-16,1 0 0 15,0 2 1-15,-1 0-1 16,0 2 0-16,1 1 0 16,0 0 0-16,0 0 0 15,0 0 0-15,1 0 0 16,0 0 0-16,-1 0 1 0,1 0-1 15,0 1 0-15,-3 2 0 16,1 0 0-16,-4 0 0 16,-2 1-1-16,-2 0 1 15,-3-2 0-15,-1 1 0 16,-1-2 0-16,0-1 0 16,1 0 0-16,-1 0 1 15,3 0-1-15,-1 0 0 16,0 0 1-16,-3 0-1 15,-1 0 1-15,-2 0-1 16,-1 0 1-16,0 0-1 16,-1 0 1-16,2 0-1 0,2 3 1 15,0-3-1-15,1 2 1 16,2 0 0-16,-1-1-1 16,1 1 1-16,1-2-1 15,0 3 1-15,0-2 0 16,0 0 0-16,-2 2-1 15,1-1 0-15,-4 2 1 16,0-1-1-16,-4-1 0 16,-1 1-1-16,1 0 0 15,-1 0 1-15,1 0-1 16,0 2 1-16,0-2 0 0,0-3 0 16,-2 3 0-16,2-3 0 15,-1 1 0-15,1-1 0 16,0 0 1-16,1 0-1 15,0 0 1-15,2 0-1 16,-1 0 1-16,3 0-1 16,1 0 0-16,-1 0 0 15,-2 0 0-15,2 0 0 16,1 0 0-16,2 0 0 16,-2 0 1-16,-1 0-1 15,-1 0 0-15,2 0 0 16,1 0 0-16,-1 0-1 15,-1 0 0-15,-1 0-8 16,3 0-6-16,-4 0 4 0,0 0 10 16,0 0 0-1,-1 0 0-15,-3 0 0 0,-1 0 0 16,-2 0 0-16,1 0 0 16,-2 2-9-16,2 1-6 15,-3 0 8-15,2-1 7 16,0 1 1-16,1 1-1 15,0-1 0-15,3-1 1 16,1 1 1-16,1-1-1 16,1 0 1-16,1-2 0 15,2 0-1-15,1 0 0 16,-1 0 1-16,0 0 0 16,0-2-1-16,-1 0 0 15,-2-1 0-15,4 0 0 16,-4 3-1-16,0 0-5 0,-1 0 4 15,-1 0-4-15,1 0 6 16,-1 0-1-16,0 0-5 16,1 0 5-16,-3 0 1 15,-1 0-9-15,0 0-6 16,-1 0-7-16,-6 0 8 16,-2-3 13-16,-3 2 0 15,-1 1 0-15,1 0-21 16,2 0-8-16,2 0 12 15,6 0 18-15,0 0-1 16,4 0 1-16,0 0-2 16,0 0 2-16,3 0-18 0,-1 0 6 15,-2 0 11 1,2 0 0-16,0 1 0 0,0 2-5 16,2-2 5-1,4 1-10-15,-2 1 5 0,3-3-4 16,-1 4 4-16,1-1 0 15,1 1-3-15,-3-1 9 16,-1 4 0-16,-3 0-1 16,-2-1 0-16,-1 2-5 15,-2-2 5-15,0 1-1 16,2-2 1-16,1-2-5 0,5 0-6 16,3-1-7-1,5-2 18-15,2 0 1 0,5 0-6 16,0 0 4-16,2 0-4 15,2 0-3-15,1 0-13 16,1 0 10-16,0-1 11 16,3-2-5-16,-2 2 5 15,2-2 0-15,-3 1-11 16,1 2 1-16,-2-3-5 16,2 3 5-16,-1-4 10 15,-2 3 0-15,0 1-1 16,2-2-5-16,-2 2 6 15,1 0 0-15,-1 0-1 16,0 0-7-16,-4 0-15 16,1 0 7-16,-2 0-22 15,3 0 8-15,-2 0 19 16,3 0 11-16,-1 0-1 0,-2 0-8 16,2 5 9-16,-5 0-5 15,0-2 6-15,0 3-2 16,1-1 2-16,1 0 0 15,-2-1 1-15,1-1-1 16,1 0 1-16,0-1 1 16,0-2-2-16,-2 3-11 15,3-3 11-15,-3 0 0 16,-1 0 0-16,0 0-1 16,-4 0-23-16,1 0 1 15,-3-5 9-15,1 2-19 16,-1-1 24-16,1 1 8 15,-2 1-20-15,0-1 0 0,-4 3 3 16,-2 0-1 0,-3 0-14-16,0 0 19 0,1 6 13 15,4 2-5-15,3-2 6 16,3 2 0-16,5-2 1 16,1 1-1-16,5-2 2 15,4 0-1-15,3-2 0 16,6-1 1-16,5-2-1 15,1 0 0-15,0 0 6 16,0 0-6-16,0 0-1 16,0 0 1-16,0 0 11 15,0 0-10-15,0 0-2 16,0 0 1-16,0 5 4 16,0 4-5-16,0 9 1 15,-2 8-1-15,1 6 7 0,1 4-7 16,0 6 12-16,0 1 18 15,0 5 0-15,0 0-1 16,4 1 37-16,6-1-20 16,3-4-6-16,0-1 2 15,5-4 6-15,3-2 6 16,0-6-29-16,3-6 7 16,2-3-8-16,4-5-2 15,5-3 0-15,2-5 2 16,7-2 2-16,1-4-2 15,3-1 4-15,-3-2-4 16,1 0-4-16,-6 0-8 0,-2-3-5 16,-3-2-6-1,-5-2 5-15,-6 2-5 0,2 0 1 16,-6-2-1-16,1 2 8 16,-6 0-8-16,1 1 0 15,-4-1 0-15,-1 2-1 16,1-1 0-16,-2 1 0 15,3-1 0-15,-2 1-15 16,1 1-9-16,1 1-98 16,1 1-227-16,-4 0-194 15,-5 1-588-15</inkml:trace>
  <inkml:trace contextRef="#ctx0" brushRef="#br0" timeOffset="22454.77">23000 10735 2045 0,'0'0'265'0,"0"0"-182"0,0 0-83 16,0 0-18-16,0 0-318 16,0 0-739-16</inkml:trace>
  <inkml:trace contextRef="#ctx0" brushRef="#br0" timeOffset="25084.35">19107 10908 905 0,'0'0'126'0,"0"0"-84"0,0 0-19 16,0 0-7-16,0 0 3 15,0 0-5-15,0 0-1 16,0-3-7-16,0 3-4 16,0 6 5-16,0 11 3 15,1 3 7-15,2 7 30 16,2 1 8-16,-1 6-2 15,2 2-2-15,0 6 20 16,0 3 1-16,1 4 32 0,-2-1-34 16,-1 3 6-1,0 2 6-15,0-3 0 16,-1 2-13-16,3-5-10 0,-3 0-2 16,1-3-11-16,-1-1-5 15,2-3-5-15,-4-3-4 16,2-4-5-16,-1-4-5 15,-1-4-3-15,-1-3-2 16,2-2-1-16,-1-3-4 16,2-1-3-16,0-5 1 15,-1-1-4-15,-1-3-4 16,1-2 6-16,-1 0-7 0,1-3 1 16,-1 0 4-1,1-2-5-15,-2 1 5 16,0-1-5-16,1 0 1 15,1 0-1-15,1 0 0 0,0 0 7 16,3 2-8-16,4-2 1 16,0 2 1-16,7-2-1 15,1 3 5-15,7-3-5 16,5 2 5-16,4 0-4 16,4 1 5-16,2 0-7 15,2 1 2-15,1-1 8 16,0-1 7-16,5 1-4 15,-2-2 0-15,8 0-7 16,4-1 3-16,6 0 2 16,6 0-4-16,3 0 2 0,-1 0-7 15,-3 0-1-15,-1 0 8 16,1 0-2-16,-2-1-5 16,0 1-1-16,-1 0 7 15,-1 0-8-15,1 0 1 16,-4 0 0-16,1 0 7 15,0 0-2-15,-2 0-5 16,0 0 0-16,0 0 7 16,2 0-7-16,0 0 5 15,-1 1 0-15,-1-1 0 16,-1 0-5-16,-2 0 10 16,-3 0 0-16,-1 0 1 15,-3-1-3-15,-1-2 3 16,-2 0-6-16,1 0 2 15,-3-1 1-15,-2 1-8 0,-1 0 11 16,2-1-6-16,-3 1 9 16,1 1-6-16,-1-1 1 15,0 0-2-15,2 0-1 16,0 2 2-16,0-1-3 16,1 2 0-16,1-2 2 15,1 1-8-15,-1-1 6 16,-1 0-4-16,1-1 4 15,-3 2-5-15,0 0 0 16,-3 0 1-16,-1-1 4 16,1 2 0-16,-2 0-6 15,1-1 7-15,0 1-1 16,-1 0-4-16,1-2-1 0,0 1 7 16,2 0-7-1,0-1 5-15,-1-1-5 0,2 1 5 16,-3 2-5-16,-2-2 6 15,-1 2-5-15,-1-1 4 16,0 1 0-16,-3-2-6 16,4 2 2-16,0-1 4 15,3-1 0-15,4 1 3 16,1-2 1-16,5 2-1 16,0 0-1-16,2 1 1 15,-1 0-3-15,-2-3 0 16,-2 3 1-16,-4 0 1 0,1 0-2 15,-4-3 0-15,0 3 4 16,1-3 0-16,-3 1 1 16,2-1-4-16,-1 2-5 15,2-1-1-15,-3-1 7 16,0 3-7-16,-1 0 6 16,-1-2-1-16,-1 2-5 15,-3-2-1-15,-1 1 2 16,-3 0-1-16,-2-1 5 15,-1-1-5-15,-2 2 0 16,-2-1 0-16,-1 1 1 16,-3 0 4-16,1 1-6 15,1 0 2-15,-2-1-1 16,5 1 7-16,0-2-2 0,2 0-5 16,-1 1 7-16,2-1-8 15,1 1 8 1,0 0-1-16,1 0 1 0,-1-1-2 15,2 1-5-15,0-2 8 16,-2 0-3-16,-1 2 0 16,-1-3 2-16,-3 4 1 15,0-3-3-15,-5 2 4 16,-1-1-2-16,-2-1-1 16,-1 2 2-16,-1-1-7 15,-1 1-1-15,-3 0 8 16,-1-2-7-16,-1 3-1 15,-4 0 5-15,1 0-5 16,-1 0-1-16,0 0 1 0,0 0 0 16,0 0 0-16,0 0 0 15,0 0-1-15,0 0-12 16,-10 0-61-16,-33-5-212 16,-2 1-349-16,-4-4-471 0</inkml:trace>
  <inkml:trace contextRef="#ctx0" brushRef="#br0" timeOffset="27142.95">18920 10824 1156 0,'0'0'159'0,"0"0"-101"16,0 0 35-16,115-17 75 15,-60 17-7-15,6 0-21 16,7 3 1-16,6 6-57 16,1 2-29-16,4 2-10 15,12-3-11-15,18 1-3 16,22-7 30-16,3-4-9 0,-5 0-24 15,-15-3-10-15,-15-6 1 16,-1 2-8-16,1-3-4 16,-7 3 1-16,-4-1-7 15,0 0 0-15,4-3 5 16,7-1-5-16,9-2 0 16,5-1 8-16,-1-2-8 15,-3 5-1-15,-2-3 2 16,-1 2-1-16,3 2 2 15,-2 0-2-15,-1 0 7 16,-1-1-8-16,2-1 1 16,2 1 0-16,0-4-1 15,1 1 0-15,-4 1 1 0,0 1 0 16,-6 2 0 0,1 2-1-16,0 1 2 0,-3 0-2 15,-6 4 0-15,-2 0 1 16,-4 0 4-16,-1 1-5 15,-1 0-1-15,-10 2 1 16,-14 1 0-16,-12 0-1 16,-4 0 1-16,6 0 0 15,6 0 0-15,6 4 0 16,-6 2 0-16,-4 2 1 16,-5-4-1-16,-3 3 2 15,-2 1-2-15,-2-1 2 16,-3 0-2-16,1 0 0 0,-2 0 1 15,-2 0-2-15,-1 1 1 16,-2-1 0-16,2-1 0 16,-3 0 1-16,1-3-1 15,0 2 1-15,4-2-1 16,2 1 0-16,3-2 0 16,8 3 1-16,2-1-1 15,3 2 0-15,5-1 1 16,0 2 5-16,0 0-4 15,-1 0 4-15,0-1-5 16,-1 3 0-16,-2 1 5 16,0 2-5-16,-2-2-1 0,-1 2 1 15,-6 0 0 1,-3 0-1-16,-6-2 1 0,-4 1 0 16,-5-3 0-16,-6 1 0 15,-4-1 6-15,-3-4-7 16,-1 1 0-16,-1-2 1 15,2 1 0-15,-1-3 0 16,-1 1 8-16,1-2-3 16,0 0 0-16,-3 0 6 15,-1 0-4-15,-2 0 5 16,2 0 8-16,2 0-5 16,-1 0-10-16,5 0 0 15,0 0 0-15,1 0-5 16,1 0 0-16,1 1 1 15,-2 3-1-15,-1 1 0 0,-1 0 1 16,-1 1-1-16,-1-1 0 16,-3 3 5-16,1 0-5 15,-2-1-1-15,-2 1 1 16,-2 3 0-16,1 0 0 16,-1 4 8-16,-3 5 5 15,-1 4 14-15,0 6 12 16,0 3-1-16,-1 7 6 15,-5 4-5-15,2 4 16 16,1 2-1-16,0 1-15 16,3 1 13-16,0 2-17 15,0-1-12-15,0 3-2 16,0-1 11-16,6-3-9 16,0-2-6-16,1-6-5 15,0-5 1-15,-2-6-7 0,0-6 1 16,-1-5-7-16,-2-5 5 15,-2-8-4-15,0-4 4 16,0-3 4-16,-5-2 2 16,-12 0 6-16,-9-2-9 15,-10-7-7-15,-7-2-1 16,-7-3 7-16,-5 0-8 16,-5 2 1-16,-1 1-1 15,0 5 0-15,3 0 0 16,0 4-1-16,3 2-18 15,0 0-43-15,-38 0-90 16,15 8-343-16,-5 1-548 0</inkml:trace>
  <inkml:trace contextRef="#ctx0" brushRef="#br0" timeOffset="28621.67">5150 12847 64 0,'0'0'10'16,"0"0"659"-16,0 0-451 15,0 0-20-15,0 0-17 16,0 0-21-16,0 0-34 16,-40 8-60-16,40-6-36 15,13 2-11-15,12 1 15 16,13 3 24-16,15-2 11 16,25 2 19-16,29-5-13 15,25 0-3-15,8-3 16 16,-9 0-12-16,-18 0-18 15,-20 0-20-15,-18-1 18 0,-16-1-26 16,-13 0-12 0,-7 1 15-16,6-3-8 0,4 0-9 15,5 0-2-15,-11 2 2 16,-7-3 2-16,-9 2-12 16,-11 1 1-16,-7 2-7 15,-4 0-1-15,-4 0-24 16,8 8-50-16,-3 6-161 15,3-2-596-15</inkml:trace>
  <inkml:trace contextRef="#ctx0" brushRef="#br0" timeOffset="29318.33">8900 13029 1145 0,'0'0'239'0,"0"0"-70"15,0 0-101-15,0 0-5 16,168 11 30-16,-22-1 16 16,23-3 32-16,4-7-1 15,-16 0-20-15,-32 0-21 16,-10-6-29-16,-9-2-17 15,-2 2-17-15,-23 0-5 0,-16 1 5 16,-21 2-11-16,-7 3-16 16,3 0-8-16,2 0-1 15,3 0-6-15,20 17-64 16,-12-3-276-16,-4 0-728 0</inkml:trace>
  <inkml:trace contextRef="#ctx0" brushRef="#br0" timeOffset="29801.33">14362 13128 373 0,'0'0'1390'0,"0"0"-1185"0,109 2-80 16,15 2 86-16,35 0-11 16,25-4-47-16,7 0-13 15,-8 0-11-15,5-9-27 16,-6-5-29-16,-10-3-15 15,-12 0-19-15,-22-1-22 16,-32 6-11-16,-33 2-6 16,-31 5 0-16,-17 2-53 15,-7-1-209-15,-17-2-466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2:58:28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10951 5141 985 0,'0'0'205'0,"0"0"-57"16,0 0-23-16,0 0 3 15,0 0-32-15,0 0-45 16,-65 29-25-16,54-24-1 15,0 2 1-15,-2-1-2 16,-1 2 4-16,-3 1-9 16,0 2-8-16,-4 1 5 15,-1 1-4-15,1 3-3 0,-4-2-8 16,1 6 7-16,-1-1-7 16,2 2 8-16,-1 0-7 15,2 2 7-15,0-1 0 16,0 1-2-16,0-1-5 15,1 1 4-15,3 1 4 16,-3 0 3-16,1 0-7 16,0 1 0-16,1 1-2 15,-2-1 2-15,1 1 6 16,0-2-4-16,0 3-7 16,2-4 7-16,1 2-7 15,1-1 0-15,0-2 5 0,1 2-5 16,0-2 6-1,3-2-5-15,1-3 4 0,0-1-5 16,3-2 0-16,-3-1 7 16,2 1 0-16,-2-1 4 15,-2 1-1-15,2 3-1 16,-2-1-4-16,1 1 0 16,0 2 4-16,-1-3-3 15,1 3-1-15,-3-1 2 16,6 4-7-16,-2-1 8 15,0 3-8-15,2-1 5 16,-2 0-5-16,4 1 5 16,-2-2-4-16,0 3 11 0,0-4-3 15,-3 3-2-15,1-2-7 16,0 1 5-16,0 0 4 16,-1 1-8-16,0-1 19 15,2 2-4-15,-2-1-8 16,-2-1 12-16,4 1-9 15,-3 2 0-15,2-1-3 16,-1-1 1-16,3 2 5 16,0-2-2-16,0 1-3 15,1-1-2-15,0-1-1 16,0-1-1-16,2 0 0 16,0-2-5-16,1 2 10 15,0 0-4-15,2-1-6 16,0 1 8-16,0 3 0 15,0 0 9-15,3 0-7 0,-3 1-4 16,3-1-6-16,0 2 8 16,0-1 0-16,0 1-3 15,0-1 2-15,0 1 1 16,8-1 1-16,-2 1 5 16,0 0-2-16,1 2 5 15,-1 0-2-15,1 1 1 16,1 0 1-16,4-1 0 15,0 1-2-15,0-1 2 16,3 1-9-16,0 1 1 16,2 2 5-16,3 3-6 15,1 1-1-15,1 3-2 16,3-1-5-16,2 2-1 0,0 1 0 16,1-2 1-1,1 2 5-15,-2 4 3 0,1-1-3 16,-1 4 3-16,1 0 0 15,-4 1 0-15,1 1 0 16,-5-1 3-16,5 1-6 16,-4-2 1-16,4-3 4 15,-5-2-2-15,5-3 0 16,-4-5 1-16,4-2 0 16,-1-2-8-16,-1-2 5 15,-1 0 1-15,3-3-2 16,-1 2 1-16,0 1-6 0,3-1 8 15,0 1-3 1,1 1 0-16,-1 0 0 0,1 1-4 16,1 4 11-16,-3-1-2 15,1 2 2-15,0 1 7 16,-1-3-8-16,-1 1 0 16,0-3-12-16,1-2 10 15,-3-2-1-15,3 0-8 16,-2-5 10-16,1 0-4 15,3 1-7-15,1-3 7 16,-4-1-5-16,5-1-1 16,-2 1 0-16,0-4 0 15,2-2 4-15,0-1-4 0,3-2 0 16,0-4 1 0,3-1 4-16,0-2-5 0,-2-3 0 15,3 2 0-15,-4-1-1 16,0 0 1-16,1 0 0 15,0 0 0-15,2-2 0 16,3 2 1-16,3-3-1 16,-2 0 0-16,6 0 0 15,4 0 0-15,0 0-1 16,2-3 11-16,-1 1-10 16,1 0 1-16,0 2-2 15,2-1 0-15,-3-1-6 16,4-1 6-16,2-2 0 15,-1-1 0-15,4-2 1 16,0 1 0-16,1-3-1 0,-3 3 0 16,-3-3 0-16,-1 1 1 15,0 1 0-15,-4-1-1 16,1 1 1-16,1-2-1 16,0 1 1-16,2 0 10 15,-3-1-5-15,4-2-5 16,-1 2 0-16,-2 0 5 15,-1-2-4-15,-1 0-2 16,1 2 0-16,1 0-1 16,2-1 1-16,1-1 0 15,5-1 1-15,1 2 8 16,2 0-7-16,2-1 10 0,-2 3-5 16,1-1 4-1,-3 3-2-15,-1-3-3 0,-3 4 0 16,1-2 3-16,-3-1-8 15,1 1 13-15,1-4 1 16,-3 2-6-16,1 0-3 16,2-2 4-16,-2 0 2 15,2 0-12-15,-5 0 0 16,3 2 0-16,-1-1 8 16,-1 1-7-16,1 0 0 15,0-2 6-15,0 1-6 16,-2-2 0-16,-1 2 0 15,-1-2 5-15,-1 0-5 0,-5 1 1 16,-1-2-1 0,-3 1 6-16,1-1-5 0,0-3-1 15,0 0 0-15,0-3 9 16,1-3-9-16,-2-1 0 16,1 1 5-16,-3-3-6 15,-2-1 1-15,-5 2 8 16,-2-3-9-16,-4 2 0 15,-4-1 0-15,1-2 0 16,-1-1 0-16,-4-1 0 16,-1-2 0-16,-4-3 1 15,1-1 0-15,-5-2 8 16,-2-1-8-16,-3-2 8 16,-1-1-7-16,-2 0 8 15,0-4 5-15,-8-4-6 0,-6-2-7 16,-3-5 5-16,-4-4-1 15,-9-16-6-15,-6-13 0 16,2 6 0-16,2 9 0 16,6 11 0-16,6 13-8 15,1-6 8-15,-3-9 6 16,-2-9-5-16,-3-11-1 16,-3-12 1-16,-1-2 0 15,1 6 5-15,7 18-6 16,7 19 0-16,2 12-1 15,0 1 1-15,-3-7 1 16,-2-9 0-16,-3-8 7 16,-5-9-7-16,-3-14 0 15,-7-14 7-15,-4-3-7 0,-2 5 0 16,3 10 0-16,7 26 7 16,3 10-7-16,5 16 5 15,0 1-6-15,-8-8 6 16,-5-4 0-16,-5-9 0 15,-5 4 0-15,-1 4 11 16,0 1-16-16,-5 0-1 16,-2 0 0-16,-3-3-20 15,-2 3 8-15,0 0 11 16,0 3-20-16,-2 3 6 16,2 4 3-16,0 4-6 15,-2 3 10-15,1 0-4 16,-3 5 2-16,-12-4 2 0,-14 0-5 15,-14 0-7-15,7 6 8 16,16 9-1-16,2 6-23 16,-4 4 14-16,-14 3 20 15,-15 5 1-15,8 2-25 16,6 0 5-16,1 11 6 16,-3 3-9-16,-1 1 6 15,3 3-1-15,1-3 13 16,17-2-9-16,17-2-18 15,17 0 4-15,2-4 10 16,-9 4 4-16,-7 3 9 16,-9 3-4-16,-3 4-7 15,1 1-11-15,1 5 8 0,-1 1-17 16,2 4 9-16,3 2 11 16,0 0 2-16,1 2 6 15,-1 5 9-15,0-1-1 16,-6 5-8-16,0 0 3 15,-2 4 6-15,5 0 0 16,1 0 0-16,2 2 0 16,4-1 0-16,2-2 0 15,5-2 0-15,5-3 0 16,5-6 0-16,6-5-1 16,8-6-7-16,7-4 2 15,8-5-16-15,4-3-18 16,6 0-1-16,1 3 1 15,3 5-10-15,0 6 6 0,3 11 3 16,0-9-217-16,1-10-1255 0</inkml:trace>
  <inkml:trace contextRef="#ctx0" brushRef="#br0" timeOffset="587.31">13206 4989 1162 0,'0'0'636'0,"0"0"-340"16,0 0-98-16,54-76-20 16,28-13 27-16,47-47-14 15,36-26-23-15,12-5-91 16,-4 7-41-16,-19 20-15 15,-10 9-3-15,-9 10 9 16,-16 13-6-16,-23 24-7 16,-29 22-7-16,-21 21 1 15,-15 10-7-15,-3 4-1 16,-4 4-1-16,-6 5 1 0,-12 10-1 16,-6 8-8-1,-12 4 1-15,-68 57-55 0,2-2-303 16,-14 10-631-16</inkml:trace>
  <inkml:trace contextRef="#ctx0" brushRef="#br0" timeOffset="1044.58">13197 4675 1460 0,'0'0'244'16,"0"0"11"-16,0 0-63 0,0 0 52 16,-22-79-69-16,20 72-111 15,2 4-38-15,-1 3-14 16,-1 0 10-16,1 7-22 15,-1 20 6-15,2 21 16 16,-4 33 5-16,-10 31 10 16,-4 13-2-16,-1-19-20 15,3-31 36-15,8-37-2 0,7-16-36 16,1-8-8 0,0-8 2-16,0-6 28 0,14 0 13 15,9-12 5-15,9-10-8 16,6-3-19-16,7-5 7 15,7 0 3-15,6-2-14 16,2 2-13-16,1 1 6 16,-1 5-4-16,-2 6-11 15,-4 6-12-15,23-4-65 16,-14 5-265-16,-13-3-699 0</inkml:trace>
  <inkml:trace contextRef="#ctx0" brushRef="#br0" timeOffset="1614.22">14763 3430 1385 0,'0'0'515'16,"0"0"-180"-16,0 0-180 15,0 0-26-15,0 0 78 16,0 0-48-16,105 104-44 0,-56-57-33 15,5 3-22-15,1-2-14 16,-3-2-32-16,-9-4-1 16,-8-9-7-16,-9-5-6 15,-11-10-27-15,-12-12-20 16,-3-6 17-16,-16-3-33 16,-20-18-114-16,-11-11 57 15,-24-23 47-15,-21-31-4 16,-16-30-53-16,7-11 105 15,28 20 25-15,34 29 53 16,29 39 13-16,10 10-17 16,0 0-31-16,19-3-12 0,8 3-6 15,9 7-2-15,3 10 1 16,2 12-5-16,1 3 5 16,-6 23 1-16,-6 13 19 15,-10 10 23-15,-9 4 18 16,-6 5-34-16,-5 0-26 15,0 8-131-15,-11-14-208 16,0-16-470-16</inkml:trace>
  <inkml:trace contextRef="#ctx0" brushRef="#br0" timeOffset="2214.08">15078 3238 998 0,'0'0'272'0,"0"0"-84"15,0 0-76-15,0 0 8 16,0 0-14-16,0 0-5 16,0 0-2-16,86 8-22 15,-78-19-5-15,-2-5 9 16,-3-4-7-16,0-8-35 15,-3-1-16-15,0 0-8 16,0 3 21-16,-3 3 62 16,-9 9 12-16,-3 3 32 0,0 7-5 15,2 4-82 1,-1 0-23-16,1 3-19 0,4 12 5 16,4 9-16-16,5 6-2 15,0 4-1-15,10 1-7 16,12-1 2-16,3-5-1 15,5-5 2-15,0-12 5 16,-2-3 0-16,-3-9-9 16,-5-2-24-16,-5-14 12 15,-8-6 4-15,-4-3 10 16,-3-3 6-16,0-1 1 16,0 1 1-16,-1 0-1 15,-4 1 9-15,4 1-7 16,1 6 8-16,0 2-2 15,0 6-8-15,0 3 2 0,3 7-1 16,6 2-1-16,2 0-1 16,5 0 1-16,4 12 20 15,2 1 8-15,3 3-1 16,2-1-6-16,-1-1-12 16,1-3-9-16,-3-4 0 15,-3-7-87-15,0-4-160 16,-6-13-326-16,-8-4-343 0</inkml:trace>
  <inkml:trace contextRef="#ctx0" brushRef="#br0" timeOffset="2413.18">15503 2818 1136 0,'0'0'394'16,"0"0"197"-16,0 0-356 16,0 0-45-16,0 0-56 15,0 0-33-15,0 0-33 16,27 77-18-16,-5-47 9 15,5-2-11-15,2-3-12 16,0-3-16-16,1-8-20 16,2-8 0-16,-4-6-146 15,5-28-120-15,-10-8-318 16,-5-3-876-16</inkml:trace>
  <inkml:trace contextRef="#ctx0" brushRef="#br0" timeOffset="3280.43">15728 2721 1167 0,'0'0'364'0,"0"0"-64"16,0 0-150-16,0 0-6 15,-9 75-49-15,20-58-28 16,7 0-27-16,1-5-21 16,2-4-8-16,0-3-4 15,-5-5-1-15,-1 0 1 16,-4-13 8-16,-4-9 4 15,-3-2-7-15,-2-5-6 16,-2 0 0-16,-2 1 9 16,-12 5 61-16,-4 4 10 15,0 6 38-15,-1 9 55 16,2 4-56-16,1 0-73 16,5 17-24-16,7 9-25 0,4 7 0 15,0 6 0-15,12 3-1 16,11-1-5-16,9-6-11 15,8-10-2-15,9-10-111 16,8-15-102-16,1-7-77 16,0-22-57-16,-10-15-119 15,-10-2-34-15,-16-2 296 16,-16 4 222-16,-6 6 257 16,-9 7 265-16,-10 8-36 15,0 6-174-15,2 5-57 16,6 8-10-16,5 4-75 15,4 1-102-15,2 19-67 0,3 12 16 16,11 11-7-16,5 10 8 16,1 3-1-16,1-3-8 15,1-4-4-15,-4-12-5 16,0-14-9-16,-4-11-56 16,-4-12-57-16,-6-4-13 15,-2-23 104-15,-2-8 30 16,0-6 1-16,0-4 1 15,-6 3 0-15,1 5 8 16,0 7 9-16,2 11 31 16,1 6 11-16,2 9 3 15,0 4-30-15,5 5-33 16,14 14 45-16,8 3-10 0,2 2-22 16,3 0-12-1,1-5 1-15,-1-7-1 0,1-7 0 16,-4-5-1-16,-6-4-12 15,-6-14-1-15,-8-6 13 16,-9-5 0-16,0-9 6 16,-21-2 0-16,-6-7 0 15,-4-1 2-15,-2 4 7 16,5 7 7-16,5 7-13 16,8 12 1-16,8 8-9 15,4 6-1-15,3 4 0 16,1 1-12-16,19 19-4 15,11 8 16-15,8 7 8 16,3 6 4-16,-1-1-7 16,-1-2-5-16,-4-3-96 0,-9-1-186 15,-9-11-388-15,-11-8-642 16</inkml:trace>
  <inkml:trace contextRef="#ctx0" brushRef="#br0" timeOffset="3457.87">16306 2576 1795 0,'0'0'365'0,"0"0"-247"16,0 0-56-16,0 0 3 16,98-44-32-16,-44 20-33 15,22-13-34-15,-14 5-358 0,-12 9-1199 16</inkml:trace>
  <inkml:trace contextRef="#ctx0" brushRef="#br0" timeOffset="4522">16735 2651 1874 0,'0'0'473'0,"0"0"-350"16,0 0-34-16,0 0-25 15,0 0-15-15,0 0 26 16,0 0 8-16,61-22-39 0,-47-2-22 16,-4-5-7-1,-2-5-8-15,-3-2 1 0,-3-1-2 16,-2 1 0-16,0 2 1 16,-6 2 1-16,-3 8 55 15,2 5 25-15,2 6-13 16,2 7-42-16,-1 3-18 15,4 3-6-15,0 0-9 16,0 11-19-16,12 10 19 16,3 5 21-16,7 3-6 15,3 1-3-15,5-4-3 16,3-4-9-16,4-5 0 16,6-8-1-16,-1-9-35 0,-1 0-90 15,-7-18-47 1,-7-7 6-16,-9-5 19 0,-11-1-2 15,-7 5 89-15,0-3 58 16,-4 6 3-16,-10 3 44 16,-4 6 65-16,2 6 40 15,2 3 27-15,2 5-12 16,2 0-60-16,3 10-52 16,1 12-28-16,4 8-4 15,2 4-4-15,0 8 1 16,5-2-2-16,11-1-5 15,7-6-9-15,2-8-1 16,3-8-1-16,5-11-6 16,3-6-1-16,0-10 2 15,-2-15-19-15,-9-6-1 0,-8-3 4 16,-13-2 2-16,-4-1 13 16,-9 3 6-16,-15 1 1 15,-3 8 0-15,1 6 0 16,4 10 0-16,5 8-13 15,6 1-28-15,7 5-50 16,4 12 69-16,0 3 16 16,9 0-8-16,6-2-34 15,4-3-7-15,2-8-3 16,0-4 13-16,0-3 8 16,-2 0 26-16,-5-6-1 15,-4-1 12-15,-3 0 11 0,-4 5 24 16,-1-1 30-1,-1 3 5-15,1 0-22 0,4 0-23 16,5 0-5-16,8 7 13 16,5 5-7-16,2 4-3 15,3 3-5-15,-5-1-5 16,-2 1-4-16,-6-3-1 16,-5-2-8-16,-4-4-5 15,-2-5 5-15,-2-3 6 16,-3-2 2-16,0-10 10 15,0-15-3-15,-12-13-8 16,1-9 7-16,0-6 13 16,3-1 19-16,7 5-7 15,1 9 0-15,0 10-24 16,9 11-8-16,10 13 1 0,9 6-7 16,10 13 14-16,8 19 21 15,3 12 10-15,-1 8-7 16,-5 6 20-16,-4 3-8 15,-11-1-23-15,-10 0-28 16,-12-6-45-16,-6-2-32 16,-42 5-43-16,-5-13-157 15,-10-11-618-15</inkml:trace>
  <inkml:trace contextRef="#ctx0" brushRef="#br0" timeOffset="8694.8">10905 5908 1460 0,'0'0'524'0,"0"0"-262"16,0 0-46-16,-29-90-39 15,17 46-25-15,-7-20-22 16,-1-26-85-16,-15-36-45 16,-7-19-10-16,-3-10 2 0,-4 9-74 15,7 21-16-15,8 27 7 16,11 31-20-16,7 22 19 16,4 12 2-16,-3-1 33 15,2-1 25-15,-5-2-1 16,6 8-4-16,-1 1-19 15,4 3 18-15,1 1-15 16,2 5 4-16,-1 2-7 16,7 5 3-16,-3 4 9 15,3 3 9-15,0 3 11 16,0 0 8-16,0 2 3 16,0 0-4-16,0 0 6 15,0 0 4-15,0 0-5 0,0 4-4 16,0 17-41-16,0 14 57 15,0 11 9-15,0 5 31 16,0 6 6-16,-3-6 4 16,-3-2-11-16,0-11 2 15,0-8-13-15,3-11-9 16,-1-12-3-16,-1-7 6 16,-1 0 3-16,-5-18-25 15,0-12-10-15,2-11-34 16,0-5-23-16,6-5-12 15,3 0 26-15,0 6-24 16,3 5 32-16,13 9 26 16,8 9 17-16,6 10 1 0,4 10 1 15,8 2 0 1,0 12 8-16,1 12 13 0,0 6 22 16,7 20 9-16,-12-6-52 15,-10-8-186-15</inkml:trace>
  <inkml:trace contextRef="#ctx0" brushRef="#br0" timeOffset="8893.19">10775 4316 1510 0,'0'0'224'16,"0"0"-98"-16,0 0-28 15,0 0-35-15,0 0-28 16,0 0-13-16,0 0-22 16,0 14-44-16,4 12-53 0,2 6-1350 0</inkml:trace>
  <inkml:trace contextRef="#ctx0" brushRef="#br0" timeOffset="14259.07">14319 8716 933 0,'0'0'408'16,"0"0"-139"-16,0 0-110 15,26 131 71-15,-3-17 33 16,5 17-49-16,1-3-40 16,-2-21-61-16,-7-32-55 15,-5-20-23-15,-1-14-16 16,-5-7-9-16,1-1-10 15,2-1-1-15,-3-7-26 16,-3-13-114-16,-6-17-168 16,0-17-269-16,-4-7-351 0</inkml:trace>
  <inkml:trace contextRef="#ctx0" brushRef="#br0" timeOffset="14573.96">14314 8760 1416 0,'0'0'536'16,"0"0"-356"-16,0 0-94 16,0 0 40-16,0 0 22 15,-21 90-11-15,15-59-6 16,-1-2-44-16,1-6-40 16,0-4-24-16,0-10-16 0,3-4 2 15,-2-5 20-15,-3-10 40 16,-4-16-35-16,-1-11-24 15,0-8-2-15,7-1-8 16,5 2 0-16,1 7-19 16,7 6 5-16,17 9-8 15,9 8 16-15,6 6 5 16,8 8 1-16,1 0-10 16,6 18-16-16,19 11-207 15,-12-3-312-15,-8-6-1004 0</inkml:trace>
  <inkml:trace contextRef="#ctx0" brushRef="#br0" timeOffset="19963.8">12883 13293 1403 0,'0'0'259'16,"0"0"-22"-16,0 0-115 0,0 0-38 15,0 0-36-15,0 0-16 16,4 7 8-16,15 21 32 16,10 7 38-16,2 7-12 15,2 3-27-15,1-1-19 16,-2-1 32-16,-3-5 7 15,0-4-33-15,-4-8-3 16,-3-7-19-16,-4-6-1 16,0-9-8-16,4-4 4 15,8-20-4-15,24-35 22 16,28-45 1-16,36-50-41 16,17-22 1-16,3-5-10 15,-8 8-11-15,-16 26-7 16,-6 9-10-16,-8 17-10 0,-20 31-23 15,-20 24-11 1,-21 20 47-16,-13 9 8 0,3 1 2 16,-4 3-8-16,-4 0 5 15,-8 12-8-15,-7 9 8 16,-4 4 0-16,-2 4 0 16,0 0-26-16,0 5-8 15,-28 33-36-15,-51 60-52 16,6-4 55-16,-15 8-679 0</inkml:trace>
  <inkml:trace contextRef="#ctx0" brushRef="#br0" timeOffset="38611.25">19645 4378 887 0,'0'0'269'0,"0"0"6"16,0 0-33-16,0 0-13 15,0 0-32-15,0 0-32 16,-65-46-30-16,62 44 10 16,3 2-26-16,0 0-41 15,3 12-50-15,19 13 11 16,9 13 22-16,10 10 15 0,6 6-19 15,4-1 3-15,0-3-23 16,-1-5-10-16,-3-5-1 16,-4-8-17-16,-7-2-9 15,-8-7 9-15,-4-3-9 16,-8-3 1-16,-5-3 3 16,-1-2-4-16,-5-5-12 15,-2 1-36-15,-3-2-25 16,0 0-74-16,0-2-69 15,-18 2-61-15,1-2-222 16,-2-4-118-16</inkml:trace>
  <inkml:trace contextRef="#ctx0" brushRef="#br0" timeOffset="38876.74">19718 4855 3 0,'0'0'1207'0,"0"0"-843"16,0 0-138-16,0 0-47 16,0 0 22-16,0 0-16 15,0 0-23-15,114-5-22 16,-68 5-27-16,-1-2-37 0,-2 2-33 16,-3 0-20-1,-4 0-11-15,-6 0-12 0,-3 0 0 16,-4-1-22-1,-6-1-136-15,-1 0-82 0,-4-5-105 16,-3 1-348-16,-6-3-317 16</inkml:trace>
  <inkml:trace contextRef="#ctx0" brushRef="#br0" timeOffset="39123.37">20038 4550 788 0,'0'0'726'0,"0"0"-373"16,0 0-100-16,0 0-85 0,0 0-56 15,0 0-6-15,0 0 10 16,25 107-8-16,-12-64-29 16,1 3-39-16,-4-3-22 15,-1 1-7-15,0-6-5 16,-3-1-6-16,0-8-25 15,0-5-95-15,-3-4-84 16,0-9-288-16,-3-5-270 0</inkml:trace>
  <inkml:trace contextRef="#ctx0" brushRef="#br0" timeOffset="50130.4">29008 5284 1463 0,'0'0'379'16,"0"0"-58"-16,0 0-26 15,0 0-45-15,0 0-111 16,0 0-66-16,-121 16-18 0,64 9-1 16,-7 9-2-16,-7 6-8 15,1 3-10-15,-1 1-4 16,12-5 2-16,10-7-5 15,17-11 0-15,17-8-12 16,15-6-15-16,0-5-5 16,26 1 5-16,15-3 7 15,10 0 2-15,8 0 0 16,0-5-3-16,1-8-5 16,-4-1 7-16,0 0-8 15,-9 2 1-15,-10 1-1 16,-8 5 1-16,-14 3-1 15,-8 3 0-15,-7 0-6 16,0 0 5-16,-1 6 1 16,-16 13 0-16,-9 5 1 0,-9 5 5 15,-9 5-6-15,-3 3 2 16,0-1 5-16,2 1-6 16,2-2 13-16,7-1 3 15,6-3 23-15,8-3 5 16,8-3-6-16,10-1-10 15,4-3-8-15,0-3 15 16,15-1 0-16,10-5 3 16,9-6 3-16,12-6 7 15,8-1 7-15,7-18-10 16,6-8-16-16,2-2-4 16,-2-2-4-16,-6 1-4 15,-5 4-4-15,-10 4-8 0,-12 3 0 16,-9 4-6-1,-8 4-1-15,-7 3-43 0,-5-2-76 16,-5-4-103-16,0 2-153 16,0-5-711-16</inkml:trace>
  <inkml:trace contextRef="#ctx0" brushRef="#br0" timeOffset="51573.1">29287 5177 1295 0,'0'0'394'0,"0"0"-69"16,0 0-71-16,0 0-49 15,0 0-45-15,0 0-61 16,0 0-49-16,79-34-20 16,-46 48 0-16,-3 6-4 15,-3 2-1-15,-8 3-4 16,-6 3-3-16,-4 3-2 16,-7 3-2-16,-2 1-7 15,0 0-6-15,-14-1 7 16,-1-2-8-16,-1-6 1 15,-1-5 9-15,1-7-10 16,3-7 0-16,-1-7 0 0,4 0 1 16,2-8 7-16,2-13-7 15,6-4-1-15,0-6-1 16,3-1-12-16,11-2-14 16,5-1-20-16,1 3-30 15,0 3-40-15,1 4-18 16,-6 5 10-16,0 7 3 15,-6 2 13-15,-4 7 14 16,-2 2 22-16,-2 2-3 16,-1 0-6-16,0 0-19 0,0 0 29 15,0 0 45 1,0 0 21-16,0 0 6 0,0 0 12 16,0 0 39-1,0 0 37-15,0 0 1 16,0 0-9-16,-1-3-20 0,1 1-13 15,0 1-8-15,0-4-9 16,0 1-18-16,0-1-2 16,0-1 2-16,4 0-11 15,2-1 0-15,0 0-1 16,-3 2 0-16,1-2-12 16,-2 2 3-16,1 1 9 15,-1-2 0-15,-2 1 1 0,0 2 9 16,0 0 3-1,0 2 38-15,0 1 23 0,0 0 15 16,-2 0 1-16,-7 0-9 16,-2 11-29-16,-3 7-12 15,0 7 21-15,-1 8 2 16,8 3-14-16,4 1-9 16,3-3-11-16,0-1-7 15,6-5-8-15,7-5-7 16,7-8-6-16,3-5 5 15,3-8-5-15,3-2 10 16,3-10-11-16,1-13-12 16,-4-5-9-16,-2-3-25 15,-5-3-11-15,-8 0 2 16,-5 2 16-16,-6 4 23 0,-3 3 15 16,0 6 1-16,0 7 6 15,-3 4 12-15,0 5 31 16,3 3 5-16,0 0-26 15,0 6-16-15,8 11-4 16,8 7 8-16,2 4 8 16,4 0-6-16,-1 0-7 15,-1-3-10-15,-1 0 7 16,-4-4-7-16,-6-3-1 16,-6-2-51-16,-3-6-189 15,-6-5-293-15,-7-5-792 0</inkml:trace>
  <inkml:trace contextRef="#ctx0" brushRef="#br0" timeOffset="51716.35">29646 4884 825 0,'0'0'409'16,"0"0"-190"-16,0 0-118 15,0 0-76-15,0 0-25 16,0 0-41-16,112 2-350 0</inkml:trace>
  <inkml:trace contextRef="#ctx0" brushRef="#br0" timeOffset="52272.28">29919 4796 844 0,'0'0'993'0,"0"0"-700"15,0 0-126-15,0 0 25 16,0 0 16-16,-10 88-77 16,11-53-44-16,11 2-41 15,2-1-22-15,0-2-15 16,0-2-3-16,1-11-5 16,-3-4 0-16,-3-9-1 15,1-8-17-15,-2 0-28 16,-2-8-14-16,0-10-19 15,-2-4 30-15,-2-2 35 16,-2 1 12-16,0 3 1 0,0 6 6 16,0 6 11-16,0 5 26 15,0 3 2-15,0 3-26 16,0 16-10-16,4 5 4 16,10 8 8-16,3-1-6 15,4-2-3-15,5-5-3 16,-1-7-1-16,2-8 7 15,0-8-15-15,-2-1 7 16,-1-10 4-16,-2-12 2 16,-4-9-2-16,-6-6-11 15,-6-7 2-15,-6-6 16 16,0-6 8-16,-19-4 0 16,-10 0-2-16,-1 6 6 0,2 8-6 15,4 15-9 1,11 12-3-16,4 14-11 0,8 5-1 15,1 12-12-15,0 13-21 16,11 9-73-16,12 5-205 16,26 15-194-16,-6-12-100 15,-1-9-365-15</inkml:trace>
  <inkml:trace contextRef="#ctx0" brushRef="#br0" timeOffset="52444.4">30461 4870 1249 0,'0'0'541'15,"0"0"-245"-15,0 0-93 16,0 0-84-16,0 0-2 16,0 0 20-16,40 89-44 0,-25-55-46 15,0 2-24-15,-6-4-16 16,-2-3-7-16,-4-7-82 16,-3-9-161-16,0-7-312 15,0-6-659-15</inkml:trace>
  <inkml:trace contextRef="#ctx0" brushRef="#br0" timeOffset="52609.78">30259 4577 1570 0,'0'0'473'0,"0"0"-174"16,0 0-115-1,0 0 2-15,0 0-81 0,0 0-74 16,0 0-31-16,11-20-55 15,22 25-203-15,7-2-330 0</inkml:trace>
  <inkml:trace contextRef="#ctx0" brushRef="#br0" timeOffset="54672.9">30984 4446 468 0,'0'0'203'0,"0"0"22"16,0 0 33-16,0 0-53 15,0 0-7-15,0 0 0 0,0 0-14 16,-55-5-12-16,47 3-29 15,1 2-29-15,4 0 28 16,2 0-46-16,1 0-49 16,0 3-30-16,10 11-7 15,10 5 38-15,8 7 13 16,8 2-9-16,5-2-3 16,0-2-13-16,1-7-18 15,-4-2 0-15,-1-5-1 16,-5-4-8-16,-7-3 0 15,-7-3-8-15,-5 0 6 16,-8 0-5-16,-4 0 7 0,-1 0 10 16,0 0 20-1,-3 0 7-15,-13 2-11 0,-6 4-17 16,-10 5-17-16,-6 6 11 16,-4 8 2-16,-6 2-4 15,-3 6 7-15,-2 3-1 16,-1-2 1-16,8 0 1 15,4-7-9-15,11-3 0 16,7-5-9-16,10-8 1 16,7-2 1-16,4-7-2 15,3 1-1-15,0-3-48 16,23 1-140-16,6-1-287 16,3 0-230-16</inkml:trace>
  <inkml:trace contextRef="#ctx0" brushRef="#br0" timeOffset="56085.97">31068 4945 388 0,'0'0'391'16,"0"0"-21"-16,0 0-126 16,0 0-16-16,0 0 61 15,0 0-16-15,0 0-69 16,-20 16-36-16,40-16 38 15,10-2-65-15,7-7-40 16,3-2-31-16,5-5-12 16,0-1-22-16,-2-2-10 15,-1 2-13-15,-7 0-7 16,-8 2-5-16,-7 5 1 16,-8 3-2-16,-6 2-32 0,-6 0-63 15,-2-6-166-15,-12 2-321 16,0-4-495-16</inkml:trace>
  <inkml:trace contextRef="#ctx0" brushRef="#br0" timeOffset="56440.37">31593 4153 1617 0,'0'0'523'16,"0"0"-238"-16,0 0-8 15,0 0-80-15,0 0-61 0,0 0-69 16,0 0 34-16,4 90 27 16,10-44-18-16,4 6-11 15,-3-1-12-15,1-2-33 16,-2-4-11-16,0-5-14 15,0-3-13-15,-2-7-7 16,-3-5-7-16,-3-6-1 16,-3-7 0-16,-3-2-1 15,0-6-24-15,-9 1-33 16,-14-2-69-16,-8-3-52 0,-15-3-95 16,4-6-338-16,6-10-323 15</inkml:trace>
  <inkml:trace contextRef="#ctx0" brushRef="#br0" timeOffset="56705.32">31262 4335 758 0,'0'0'1064'0,"0"0"-668"15,0 0-49-15,0 0-44 16,0 0-66-16,0 0-84 15,97-71-35-15,-44 45-17 16,7-3-20-16,1 0-17 16,3-1-19-16,-1 1-18 0,-5 4-10 15,-6 3-10-15,-10 3-5 16,-11 6-2-16,-10 8 0 16,-12 5-60-16,-26 22-126 15,-15 12-273-15,-19 7-767 0</inkml:trace>
  <inkml:trace contextRef="#ctx0" brushRef="#br0" timeOffset="62685.71">25798 8265 902 0,'0'0'301'0,"0"0"-82"16,0 0-96-16,0 0 11 15,0 0 24-15,43-8-15 16,-14 4-12-16,5 1-34 15,8 3-8-15,4 0-11 16,9 0-1-16,6 0-1 16,5 0 27-16,4-1-35 0,2-2-8 15,11 0 10-15,12-2-22 16,-5 0-11-16,-12 1-10 16,-10 3 5-16,-15-1-4 15,6 2-17-15,11-3 5 16,-1-1 11-16,3-1-8 15,2-3-2-15,-1-2 4 16,0-1-5-16,-1 0-10 16,-7 2 8-16,-2 1-5 15,-2 4 1-15,-1 0-2 16,0 3-2-16,1-1 0 16,0 0 3-16,-1 2-8 15,-1-1 10-15,-2-1-10 0,-4 0 9 16,-3 1-9-1,-3-1-1-15,0 1 0 0,-1-2 1 16,0 0-1-16,3-2 2 16,0 1-1-16,3-2 1 15,1-1-1-15,1 1-1 16,-1 0 2-16,-3-2-1 16,-1 2 1-16,-3-2-1 15,2 0 5-15,-2 1-6 16,0 0 1-16,-4 3 0 15,-2 2-1-15,-2 2 1 16,-4 0-1-16,0 0 0 16,-1 0 1-16,0 1-1 0,1 3 0 15,2 0 0-15,0 0 1 16,1 1 0-16,-1-1 0 16,-2 0 0-16,-1 0-1 15,-3 2 0-15,-3-2 0 16,-3 1 0-16,-2 0 1 15,0 0-1-15,-4-3 0 16,2 0 0-16,-4 1 0 16,3-3 1-16,1 0 0 15,-2 0 0-15,1 0-1 16,1 0 1-16,-1 0-1 16,-1 0 1-16,-3 0 0 0,-1 0-1 15,-1 0 0-15,-4 0 1 16,1 0-1-16,-4 0 0 15,0 0 0-15,2-7 6 16,-1-8-5-16,2-6-1 16,-2-8 6-16,1-8-4 15,-1-11-1-15,-6-19 0 16,-1-23 7-16,-1-21-8 16,-15-6 1-16,-3 5-1 15,-1 11 0-15,2 12 1 16,3 16-1-16,3 15 2 15,5 16 4-15,1 11-5 16,-2 0 6-16,1 2-6 16,-1 2 0-16,4 11 0 15,1 7-1-15,0 6 1 0,1 1 5 16,1 2 8-16,-1 0-8 16,-1 0-6-16,-2 0 0 15,-4 0 0-15,-7 8 1 16,-7 4-1-16,-10 1 0 15,-7-1 2-15,-7 1-2 16,-6 0 1-16,-5-1 5 16,-7 0-6-16,0-2 0 15,-2-3 0-15,-2-2 0 16,4-2 0-16,-3-1 0 16,1-2 0-16,-2 0 0 15,-2 0 0-15,-12 0 0 16,-19-5 0-16,-13 3 1 0,-2-1-1 15,9 3 1 1,12 0 1-16,13 0-1 0,-3 0 0 16,-1 0 0-16,2 0-1 15,-6 0 0-15,-3 3-1 16,-1 2 1-16,-4 1 0 16,-3 0 0-16,0-1-5 15,3 1 5-15,5-1 6 16,6 1-5-16,0 1 0 15,2-3-1-15,1 4 1 16,-2 0 0-16,13-2-1 16,13 2 0-16,13-2-6 15,2 0 6-15,-9 2 2 0,-8 1-2 16,-7 3 0-16,-1 0 1 16,3-2 5-16,4 2-6 15,7-4 1-15,6 1 0 16,5 0 0-16,6-2 0 15,2 0 0-15,3-1-1 16,2 1 1-16,3-1 0 16,0 0-1-16,2-1 1 15,1-1 0-15,-1 1-1 16,-2 0 0-16,-2 1 0 16,1 0-1-16,-3 1 1 15,3-1 0-15,1-2-1 0,4 3 0 16,4-4 1-1,3 1 0-15,5-3 0 0,3 2 0 16,3-1 0-16,0-2 0 16,2 4 0-16,2-3 0 15,-3 2 0-15,1 1-5 16,3-1 5-16,-2 0 0 16,4 1 1-16,-1 3-1 15,0 2 0-15,2 8-1 16,0 5 0-16,0 9 1 15,4 6-1-15,3 9 1 16,1 4 0-16,2 4 0 16,0 4 2-16,1-2-1 15,4-3 1-15,0-3-1 16,3-7 1-16,2-1-1 0,0-5 8 16,1-1-3-16,1-2 0 15,-2-2-4-15,0-2-1 16,1 0 5-16,-1-1 0 15,-2-2-5-15,-2-3 0 16,-1-5 1-16,0 1-1 16,-2-6 1-16,1-5 5 15,-1-1-6-15,2-3 1 16,4-4-2-16,7-1 11 16,2 0-5-16,6-7 13 15,5-9-11-15,3-4 8 16,6-1-5-16,2-2-5 15,-2-1-5-15,1 3 0 16,-7 0 5-16,-7 9-6 0,-12 2 0 16,-6 6 0-16,-10 1-1 15,-4 3-23-15,-1 0-38 16,-2 0-60-16,-3 20-111 16,-15-4-325-16,-6-2-578 0</inkml:trace>
  <inkml:trace contextRef="#ctx0" brushRef="#br0" timeOffset="86937.37">26460 13349 1815 0,'0'0'346'16,"0"0"-161"-16,0 0-49 16,0 0 107-16,0 0-30 15,161 64-68-15,-50-44-40 16,8-3-28-16,-4-8-35 15,-9-6-17-15,-12-3 0 16,-18 0-8-16,-16 0-17 16,-20 0 1-16,-14 0 7 15,-4 0-8-15,-3 0-62 0,-10 2-69 16,-9 3-68-16,-15 2-126 16,-13 0-169-16,-5-2-195 15</inkml:trace>
  <inkml:trace contextRef="#ctx0" brushRef="#br0" timeOffset="87337.32">26905 12905 1886 0,'0'0'232'16,"0"0"-160"-16,0 0-37 0,-96-26 70 16,65 26 8-1,-5 12-25-15,-3 13-23 0,-4 12-8 16,0 7 5-16,1 10 1 16,3 5-17-16,7 0-11 15,3-1 3-15,10-5-5 16,7-5-9-16,12-9-4 15,0-9-7-15,28-9 5 16,13-9 14-16,12-7-12 16,10-5 1-16,7 0-6 15,0 0-7-15,-3-5 1 0,-1-2-9 16,-8 2 1 0,-7 3 4-16,-13 2-5 0,-9 0-50 15,-12 14-148-15,-9 6-95 16,-8-1-389-16</inkml:trace>
  <inkml:trace contextRef="#ctx0" brushRef="#br0" timeOffset="-100102.34">21207 5932 902 0,'0'0'343'15,"0"0"-12"-15,0 0-37 0,0 0-33 16,0 0-24-16,0 0 63 15,167-104-60-15,-22 0-63 16,29-20-93-16,14-6-23 16,-8 12-44-16,-24 25 1 15,-22 13-17-15,-30 19-1 16,-30 16 13-16,-30 12-11 16,-11 6 14-16,0 0-10 15,-5 0 0-15,-1 2 0 16,-12 7-4-16,-6 5-1 15,-2 8-1-15,-4 2-1 0,-3 2-17 16,0 1-60-16,-11 0-144 16,-8 0-402-16,-7-2-613 0</inkml:trace>
  <inkml:trace contextRef="#ctx0" brushRef="#br0" timeOffset="-99688.8">22396 4775 1565 0,'0'0'495'0,"0"0"-230"16,0 0-60-16,0 0 54 0,0 0-139 16,103-21-50-1,-57 9-22-15,2 0 3 0,4-2-17 16,1-2-8-16,-2 1-10 15,-2 1-8-15,-5 2-2 16,-7 2 0-16,-10 4 1 16,-8 5 7-16,-4 1-2 15,-7 0 0-15,-4 6 0 16,-4 14 4-16,0 10 19 16,-7 10 2-16,-16 11 5 15,-11 18-12-15,-2-4-6 16,-1 1-6-16,1-2 1 15,10-19-8-15,1 0-10 16,6-13 6-16,8-8-5 16,3-7-1-16,5-8 10 15,0-1-11-15,3 0-18 0,0 1-12 16,-3 10-63-16,1-4-449 16,-2-5-856-16</inkml:trace>
  <inkml:trace contextRef="#ctx0" brushRef="#br0" timeOffset="-95711.37">21323 6442 580 0,'0'0'0'15,"0"0"1133"-15,0 0-801 16,0 0-110-16,0 0-38 15,0 0-41-15,-62 7-38 16,27 18-11-16,-24 18-37 16,-35 28-37-16,-35 25 23 0,-11 6-16 15,6-2-9-15,34-27-9 16,36-26-9-16,21-16 0 16,14-9 0-16,4-3 0 15,7-4 1-15,3-4 0 16,9-6-1-16,5-4 0 15,1-1-12-15,0 0-6 16,0 0-5-16,0 0-5 16,0 0-33-16,0 0-112 15,0-17-43-15,-2 2-461 16,-5-2-447-16</inkml:trace>
  <inkml:trace contextRef="#ctx0" brushRef="#br0" timeOffset="-95385.77">20187 6820 1245 0,'0'0'359'16,"0"0"5"-16,0 0-137 16,0 0-134-16,0 0-56 15,0 0-11-15,-78 99 18 16,56-46-11-16,-4 8 25 15,3 2-17-15,2 1-13 16,7-5 4-16,10-8-11 0,4-8 4 16,4-11 27-16,17-7-4 15,10-12-23-15,8-7 6 16,9-6 4-16,6-15-7 16,4-10-10-16,0-8 0 15,-1-1 1-15,-8 1-13 16,-7 5-5-16,-5 17-1 15,-12 8-48-15,-14 3-502 0</inkml:trace>
  <inkml:trace contextRef="#ctx0" brushRef="#br0" timeOffset="-88321.33">27164 6360 1416 0,'0'0'402'0,"0"0"-91"15,0 0-46-15,0 0-38 16,0 0-39-16,0 0-58 16,-7-58-69-16,7 67-43 15,0 18-12-15,7 12 30 0,4 4-8 16,2 7-10-16,-4-3-10 16,-1 0-7-16,-4-2 8 15,-4-2-9-15,0-7-40 16,0-3-77-16,-10-8-96 15,-10-4-30-15,-4-5-62 16,-10-5-36-16,-5-6-39 16,-1-5-192-16,-3 0 490 15,4-13 82-15,6-4 172 16,8-2 66-16,8 4 86 16,6 4-22-16,6 3-3 15,5 5-114-15,0 3-93 16,21 0-52-16,13 0 54 15,14 7 15-15,6 2-35 0,8 2-13 16,1-1-10-16,-2 0-21 16,-3-1-21-16,-6-1-3 15,-7-6-5-15,-9-2-1 16,-8 0-33-16,-7 0-30 16,-3-12-42-16,-6-8 14 15,-2-4 30-15,-5-8 17 16,-2 1 19-16,-3 2 10 15,0 5 15-15,0 7 17 16,0 14 27-16,-5 3 13 0,-11 17-41 16,-15 35-7-1,-24 27-8-15,-32 28-1 0,-26 13-113 16,17-25-256-16,7-23-514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00:19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12615 8003 1424 0,'0'0'483'0,"0"0"-223"15,0 0-25-15,0 0 19 16,0 0-117-16,0 0-48 16,-24-9-39-16,24 9-18 15,0 12-20-15,0 8 12 16,0 15 3-16,0 11 7 0,-1 21-1 15,-1-1-27-15,-1 2-6 16,3 0-5-16,0 4-173 16,0-9-460-16,0-17-1330 15</inkml:trace>
  <inkml:trace contextRef="#ctx0" brushRef="#br0" timeOffset="1148.66">11743 6587 456 0,'0'0'225'0,"0"0"293"15,0 0-296-15,0 0 60 16,0 0-39-16,0 0-55 15,-35-13-9-15,21 13-67 16,-3 0-21-16,1 13-6 16,-1 4-2-16,1 11-22 15,5 5 21-15,7 6-40 16,4 4-2-16,0 1-4 0,6 0 6 16,12-4-3-1,6-6 0-15,4-4-12 0,2-7-2 16,3-6-5-16,0-4-4 15,-2-8 1-15,-1-3 5 16,-5-2 2-16,-1-3-6 16,-6-9-1-16,0-7-1 15,-6-5-2-15,-5-6-4 16,-1-3-2-16,-6-6-8 16,0-3 0-16,-6-1-13 15,-7 4-23-15,-2 3 13 16,-3 7-7-16,3 5 3 15,-3 7 8-15,-1 6 1 16,2 5 4-16,-2 4 1 16,-2 2-1-16,-6 0-1 15,0 11-9-15,-14 12-5 16,6-6-130-16,6-1-586 0</inkml:trace>
  <inkml:trace contextRef="#ctx0" brushRef="#br0" timeOffset="-58790.46">10515 9453 1536 0,'0'0'0'0,"0"0"-456"15,33-80-372-15</inkml:trace>
  <inkml:trace contextRef="#ctx0" brushRef="#br0" timeOffset="-58518.96">11562 7669 720 0,'0'0'0'0</inkml:trace>
  <inkml:trace contextRef="#ctx0" brushRef="#br0" timeOffset="-58459.67">11562 7669 1209 0,'0'0'129'0,"0"0"-92"0,54 55-37 16,-15-41-213-16</inkml:trace>
  <inkml:trace contextRef="#ctx0" brushRef="#br0" timeOffset="-58056.04">15410 7764 1029 0,'0'0'0'0</inkml:trace>
  <inkml:trace contextRef="#ctx0" brushRef="#br0" timeOffset="-57421.15">13983 10844 1117 0,'0'0'155'16,"0"0"-107"-16,0 0-35 16,0 0-13-16,0 0-10 15,0 0-38-15,0 0-36 16,-3 0-42-16,-3 2-95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01:09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11215 10281 1219 0,'0'0'226'0,"0"0"-78"0,0 0-31 15,0 0-25-15,0 0-29 16,0 0-25-16,0 0-10 16,18 0-4-16,-11 0-3 15,3 0-8-15,-2-1-2 16,4 1 2-16,1-2-4 16,-2 2 2-16,-2 0-1 15,3 0 2-15,-3 0-11 0,-2 0 8 16,2 0-8-1,-2 0 1-15,3 0-1 0,-1 0 6 16,1 0-6-16,0 2 0 16,1 0-1-16,1 1 2 15,0 2-1-15,1-3 0 16,-1 0 0-16,0 1 5 16,1-1 0-16,-1 0 10 15,2-1-2-15,-1 1 3 16,2-1 26-16,-3 1-13 15,6-1-17-15,-5 1 2 16,2-1 1-16,-1 2-3 16,-1-3-2-16,0 2 2 0,1 0-1 15,-1-1-6-15,-1 1 2 16,3-1 0-16,-1 1-7 16,0-1 8-16,0 0-1 15,2-1-1-15,-2 0 8 16,-1 0 0-16,2 0 4 15,-1 0 6-15,0 0 3 16,-1 0-8-16,1 0-1 16,0 0 2-16,-1 0 3 15,4 0-8-15,-1 0-3 16,-1-1-1-16,3 1-3 16,-3 0-3-16,1 0 0 15,1 0 0-15,2 0 0 16,0 0 7-16,-1-1 5 15,3-1 5-15,0-2 9 0,-3 0 0 16,3 1-13 0,-1-1-7-16,0-2-3 0,2 2 0 15,2-2-9-15,-3 2 6 16,2-1-4-16,-1 3-1 16,-1-1 5-16,-3 0-4 15,-1 0-1-15,-1 2 0 16,-2-1 5-16,1 2-6 15,0-3 1-15,0 3 0 16,0-2 0-16,0 0 1 16,1 2-1-16,-1 0 0 15,3 0 0-15,-1 0 0 16,2 0 0-16,0 0 0 16,-2 0 0-16,1 0 1 15,-3 0-1-15,-1 0-1 0,0 0 1 16,-2 0 0-16,-2 0 0 15,1 0 0-15,1 0 5 16,-3 0-5-16,1 0 0 16,2 0 8-16,-3 0-9 15,6-1 7-15,-3 1-7 16,-2-2 0-16,2 2 1 16,3-1 6-16,-2 0-6 15,1-1-1-15,5-1 9 16,-2 3-7-16,2-3 4 15,-1-1-5-15,1 3 0 0,1-1 8 16,-2 1-8-16,1 0 6 16,0-1-6-16,-2 2 1 15,5-1-2-15,-4 1 7 16,2 0-6-16,-1-1 1 16,1-1 4-16,-1 1-5 15,0-2 0-15,1 0 0 16,-1 1 1-16,0 0-1 15,1-2 0-15,2 1 5 16,0-2-6-16,1 1 0 16,1 0 1-16,0 0 5 15,-1 1-5-15,3 1 0 0,-2-1-1 16,1-1 1 0,2 3-1-16,0 1 0 0,-1-2 0 15,1 1 0-15,0 1 0 16,-3-1 0-16,3 1 1 15,-3 0-1-15,-2 0 2 16,-1 0-2-16,-1 0 1 16,-3 0 0-16,0 0-1 15,1 0 1-15,-5 0-1 16,2 1 0-16,0 0 1 16,1 1 5-16,-1-1-6 15,5-1 0-15,-3 0 2 16,0 0-1-16,2 0 1 15,-1 0-1-15,3 0 16 16,0-1-16-16,0-2 12 0,0 0-13 16,1 0 8-1,0 1-7-15,-2 1-1 0,5-3 9 16,-1 1-7-16,-2 2-1 16,1-2 5-16,-1 1-6 15,2 1 8-15,-2-2-7 16,1-1 7-16,1 3-8 15,-2 1 7-15,0-2-1 16,-2 2 1-16,-1 0-6 16,3-2 1-16,-2 2 7 15,4-1 1-15,-2-1-2 16,2 1-8-16,-1-2 7 16,0 2-6-16,3-3 8 15,-3 4-3-15,-1-3-5 0,-2 3 0 16,1 0 0-16,-3-2 5 15,1 1-6-15,-1 1-1 16,-3 0 1-16,0 0 1 16,-4 0 0-16,-1 0-1 15,2 0 1-15,-2 0 0 16,3 0 0-16,0 0 0 16,-1 0 0-16,1 0 0 15,-2 0 0-15,1 1 0 16,4 1-1-16,1-2 1 15,3 0 0-15,3 3 0 0,2-3 1 16,2 0-2 0,1 2 1-16,3-2 1 0,1 2 5 15,-1-2-6 1,2 1 0-16,-2 1 7 0,-1-1-7 16,3 0 0-16,-5 1 0 15,-1-2 1-15,-3 0-1 16,0 1 1-16,-2-1 4 15,-3 0-6-15,-2 0 8 16,-1 2-7-16,-2 0 0 16,-3-1 0-16,0 3-1 15,-2-3 0-15,0 1 1 16,3-2-1-16,-3 1 1 16,0-1 0-16,3 0-1 15,-2 1 1-15,4-1 0 0,-2 0 0 16,0 1-1-16,2 1 0 15,0-1 0-15,-1-1 0 16,1 1 0-16,-1 1 2 16,-1-1-1-16,0-1 0 15,1 2 0-15,-2-2 0 16,1 2-1-16,-2-2 0 16,1 1 4-16,1 1-4 15,-2-2-1-15,-1 2 1 16,1-1 1-16,-2-1 0 15,-2 2 0-15,-1-2-1 16,1 0-1-16,1 0 1 16,0 1 4-16,2 0-3 15,3 1-1-15,-1-2 0 0,-1 1 1 16,2-1 5-16,-2 2 5 16,3-2-1-16,-2 0-1 15,-2 0-1-15,-1 0 1 16,-3 0 6-16,0 0-3 15,-2 0 0-15,0 0 0 16,0 0-2-16,-1 0 1 16,1 2 2-16,0-2-4 15,0 3 1-15,2-3 1 16,0 3-5-16,-1-1 3 16,1-1 0-16,-2 1-2 15,2 0 4-15,-2 0-1 16,2 0 4-16,1 1-2 0,-1-3 0 15,1 2-2-15,-2 1 4 16,1-2-13-16,2 1 5 16,-2-1 0-16,-1 1 1 15,1-1-1-15,-1-1-4 16,1 0 4-16,-2 0 1 16,1 0-6-16,-1 0 5 15,0 0 6-15,-2 0-11 16,2 0 9-16,-1 0-10 15,-1 0 7-15,1 0-7 16,-1 0 0-16,1 0 1 16,-2 0 6-16,0 0 4 15,2 0-4-15,-2 0-6 0,0 0 0 16,0 0 9 0,0-1-10-16,-7-7-26 0,-8 2-137 15,-11 6-543-15</inkml:trace>
  <inkml:trace contextRef="#ctx0" brushRef="#br0" timeOffset="32107">18294 10297 849 0,'0'0'295'15,"0"0"-131"-15,0 0-21 16,-9-6 39-16,8 6-54 16,1 0-43-16,0 6-48 15,1 13 10-15,12 9 48 0,5 9-7 16,6 2-40-16,1 2-14 15,2 1-6-15,3-3 2 16,1-5 16-16,2-1-15 16,2-3-9-16,-3-2-1 15,1-5-5-15,0-2 5 16,-3-2-5-16,-3-5-2 16,-3-1-8-16,-2-6 4 15,-4-3-3-15,-2-3 2 16,-2-1 3-16,-1 0 0 15,-4-9 4-15,-1-11 1 16,-1-7-1-16,-1-10-10 0,0-8-4 16,-3-7 8-1,1-5-10-15,1-4 1 0,4 1 0 16,3-1 0-16,4 3 0 16,4 3 0-16,3 1 6 15,6-1-6-15,5 4-1 16,3 0-1-16,6 4-1 15,4 3 2-15,3 8-1 16,3 3 0-16,1 5 1 16,1 4 0-16,0 5 0 15,0 0 8-15,-2 3-7 16,-3 2-1-16,-2 2 8 16,-5-1-7-16,-2 3 5 0,-3 2-6 15,-2 0 11 1,-3 0-1-16,-4 4-3 0,-3-1-6 15,-4 5 6-15,-5-3-5 16,-4 3-1-16,-6-2 1 16,-4 2-1-16,-1 0-1 15,-2 0-7-15,0 0-74 16,-2 0-81-16,-8 0-121 16,-2 0-322-16</inkml:trace>
  <inkml:trace contextRef="#ctx0" brushRef="#br0" timeOffset="32413.54">19668 9469 857 0,'0'0'621'0,"0"0"-432"15,0 0-94-15,0 0 27 16,0 0 83-16,0 0-64 15,53 90-40-15,-25-73-6 16,5-3-25-16,-1 1-18 16,-1-2-24-16,-3 0-12 15,-5 0-7-15,-4 4-8 16,-8 4 15-16,-4-1-14 16,-7 6 3-16,0 1-4 15,-7 1-2-15,-7 0-4 16,-2-1-49-16,1-1-75 0,-9-2-66 15,3-7-357-15,2-10-541 0</inkml:trace>
  <inkml:trace contextRef="#ctx0" brushRef="#br0" timeOffset="32564.64">20027 9757 469 0,'0'0'1305'15,"0"0"-1047"-15,0 0-148 16,0 0-82-16,0 0-17 16,0 0-11-16,-55 94-484 0</inkml:trace>
  <inkml:trace contextRef="#ctx0" brushRef="#br0" timeOffset="70205.28">9125 10112 742 0,'0'0'1053'16,"0"0"-694"0,0 0-93-16,0 0 4 0,-25-72-56 15,16 10-82-15,6-35-29 16,3-39-11-16,0-25-55 16,0-9-20-16,0 0-16 15,0 23-1-15,7 14-14 16,1 19-13-16,-2 32 5 15,-2 24-7-15,-1 21 8 16,0 8 8-16,-1 0-11 0,0 7-8 16,0 3 20-1,-2 7 3-15,1 7 2 0,-1 5-8 16,0 0-4 0,0 0-7-16,0 0-7 0,0 7-21 15,-5 5 4-15,-1 5-10 16,-2 0 14-16,1 0-7 15,-2-4 10-15,3-2 19 16,0-3 15-16,3-4 9 16,-2-1 0-16,2 0 7 15,0 2 4-15,-2 3 10 16,0 3 1-16,-1 6-1 16,0 5-2-16,-2 6 2 15,0 6 6-15,-1 3-6 16,0 1 1-16,-3-4-7 15,3-2-1-15,1-6-8 16,4-9-6-16,1-9 6 0,1-5-6 16,2-3-2-16,-2-3 1 15,0-19-23-15,1-7 9 16,1-9-5-16,0-2-1 16,7 1 11-16,6 3 3 15,7 5 5-15,2 7 1 16,5 7 0-16,3 6 1 15,3 8 1-15,0 3 13 16,-2 5 1-16,-1 13-4 16,-6 6-11-16,-2 22-13 15,-10-4-249-15,-3-6-609 0</inkml:trace>
  <inkml:trace contextRef="#ctx0" brushRef="#br0" timeOffset="70389.13">9307 8599 2029 0,'0'0'529'16,"0"0"-314"-16,0 0-113 16,0 0-40-16,0 0-33 15,0 0-29-15,9 77-68 16,-9-29-631-16</inkml:trace>
  <inkml:trace contextRef="#ctx0" brushRef="#br0" timeOffset="-74123.09">8682 7669 669 0,'0'0'786'16,"0"0"-404"-16,0 0-9 15,0 0-58-15,0 0-35 16,0 0-93-16,0-4-115 16,0 10-41-16,0 14-16 0,12 11 17 15,6 12 28-15,4 3-11 16,3 4-13-16,3 0-24 16,27 17-12-16,-8-13-192 15,-2-5-515-15</inkml:trace>
  <inkml:trace contextRef="#ctx0" brushRef="#br0" timeOffset="-72779.42">9098 10919 1275 0,'0'0'327'16,"0"0"-50"-16,0 0-39 16,-82 16-54-16,51 13-33 0,1 13-6 15,5 12 14 1,10 7-16-16,12 3-24 0,3 4-7 16,19-3-34-16,13-3-2 15,9-8-3-15,4-8-13 16,4-12-28-16,2-11 2 15,4-12 19-15,0-11-4 16,0 0-7-16,-1-19-3 16,-9-10 12-16,-6-7-3 15,-8-6-12-15,-13-5-3 16,-9-3 2-16,-9-6-2 16,-6-1-24-16,-16-4-9 15,-13-5-14-15,-7 3-10 16,-5 3-4-16,2 12-26 15,-1 14-3-15,4 10 10 0,6 18 8 16,-2 6-6 0,0 21 0-16,-5 31 5 0,3 33-8 15,16 12-14-15,7-12-81 16,17-27-718-16</inkml:trace>
  <inkml:trace contextRef="#ctx0" brushRef="#br0" timeOffset="-68253.48">8191 6474 146 0,'0'0'394'16,"0"0"-130"-16,0 0-137 0,0 0-7 15,58-92 16-15,13-1-26 16,48-54-17-16,42-34-19 16,30-22 20-16,9-1-24 15,-2 22-9-15,-4 3-7 16,-9 14-10-16,-7 17-3 15,-14 17 3-15,-18 15-16 16,-22 21-5-16,-28 20-7 16,-31 21-5-16,-25 20-4 15,-10 12-7-15,-2 2 0 0,-6 8 0 16,-5 7-26 0,-20 34-176-16,-19 14-63 0,-11 8-531 0</inkml:trace>
  <inkml:trace contextRef="#ctx0" brushRef="#br0" timeOffset="-67916.52">9009 6677 461 0,'0'0'776'15,"0"0"-709"-15,0 0-18 16,0 0 51-16,140-85 73 16,-4-48 1-16,34-46-16 15,31-24-20-15,17-7-12 0,-8 14-32 16,2 7-29-16,-3 7-19 16,-18 11 7-16,-12 17-7 15,-12 20-15-15,-24 22-10 16,-33 32-20-16,-31 27 0 15,-32 24 0-15,-22 12-1 16,-4 6-6-16,-12 11-29 16,-9 6-123-16,-55 72-59 15,-14-2-305-15,-17 10-350 0</inkml:trace>
  <inkml:trace contextRef="#ctx0" brushRef="#br0" timeOffset="-67591.1">9507 6997 1124 0,'0'0'180'0,"0"0"-98"0,0 0-18 15,0 0 130-15,173-70-13 16,-21-54-3-16,33-34 18 15,19-25-45-15,1-2-40 16,-16 17-22-16,-10 8-23 16,-6 15-11-16,-12 16-6 0,-17 15-16 15,-19 15-11 1,-27 23-13-16,-31 24-9 0,-26 18 1 16,-16 14-1-16,0 3-1 15,-10 6-42-15,-9 9-66 16,-31 36-59-16,-18 14-211 15,-15 15-504-15</inkml:trace>
  <inkml:trace contextRef="#ctx0" brushRef="#br0" timeOffset="-67298.68">10183 7227 1485 0,'0'0'299'0,"0"0"-197"16,91-64-42-16,8-18 147 16,45-46 6-16,32-28-42 15,7-13-15-15,5 2-34 16,-15 10-44-16,-1 4-50 16,-13 9-10-16,-16 17-1 15,-17 18-7-15,-29 29-8 16,-24 21 11-16,-28 23-12 15,-13 11-1-15,-3 8-16 16,-9 8-99-16,-7 9-92 16,-36 40-62-16,-16 15-95 15,-17 9-676-15</inkml:trace>
  <inkml:trace contextRef="#ctx0" brushRef="#br0" timeOffset="-67067.58">10820 7299 1565 0,'0'0'201'0,"0"0"-158"15,101-39 40-15,-7-25 115 16,36-33-8-16,14-20-45 16,2-9-32-16,-8 2-34 0,-19 10-19 15,-1 1-26 1,-2 4-24-16,-10 10-4 0,-9 14-5 15,-21 19-1-15,-4 7-37 16,-23 20-177-16,-16 12-618 0</inkml:trace>
  <inkml:trace contextRef="#ctx0" brushRef="#br0" timeOffset="-66414.48">15348 5516 1060 0,'0'0'251'0,"0"0"-49"16,0 0 17-16,0 0-38 16,0 0-29-16,0 0-59 15,73-100 38-15,73-19-14 16,35-28-4-16,22-11-10 16,-5 7-6-16,-24 23-27 0,-8 11-13 15,-14 13-26-15,-15 19-9 16,-29 20-16-16,-29 24-5 15,-31 17-1-15,-20 13-10 16,-6 5-63-16,-11 6-85 16,-11 10-56-16,-63 73-27 15,-10-2-340-15,-18 11-459 0</inkml:trace>
  <inkml:trace contextRef="#ctx0" brushRef="#br0" timeOffset="-66165.02">15400 6227 1733 0,'0'0'175'16,"0"0"-137"-16,124-25 27 0,3-49-10 15,29-30 88-15,18-26 24 16,3-11-9-16,-10 8-44 16,-1-3-24-16,-6 5-16 15,-7 13-14-15,-14 14-20 16,-17 16-17-16,-28 24-10 15,-28 22-13-15,-22 18 0 16,-14 14-2-16,-6 10-41 16,-9 3-129-16,-30 67-63 15,-22 4-247-15,-20 10-543 0</inkml:trace>
  <inkml:trace contextRef="#ctx0" brushRef="#br0" timeOffset="-65911.38">15964 6746 1463 0,'0'0'284'0,"0"0"-205"15,160-47-38-15,-33-26 63 16,17-27 60-16,7-20 40 16,-5-14-52-16,-7 5-35 15,2 3-41-15,-4 7-28 16,-13 17-15-16,-28 25-32 15,-26 24 5-15,-23 16-4 16,-15 14-2-16,-5 5-10 16,-9 6-81-16,-10 12-66 0,-37 41-111 15,-19 12-282-15,-15 10-820 0</inkml:trace>
  <inkml:trace contextRef="#ctx0" brushRef="#br0" timeOffset="-65677.67">16238 7113 1854 0,'0'0'239'0,"0"0"-170"16,0 0-54-16,0 0 4 15,118-18 21-15,28-96 100 16,28-35-6-16,11-21-34 16,-3 4-57-16,-25 23-22 0,-10 15-14 15,-19 24-5-15,-34 26-1 16,-32 30 0-16,-29 20-1 15,-12 12-5-15,-7 9-42 16,-7 7-61-16,-14 31-125 16,-19 15-244-16,-12 10-445 0</inkml:trace>
  <inkml:trace contextRef="#ctx0" brushRef="#br0" timeOffset="-65446.94">16657 7374 1846 0,'0'0'235'0,"0"0"-171"16,91-78-35-16,-8 2-8 0,25-27 62 15,13-6-5-15,-4 1 20 16,-11 11-40-16,-26 27-33 16,-17 16-13-16,-20 13-10 15,-7 10-2-15,-4 2 0 16,1-3-12-16,-4 6-39 15,-13 9-87-15,-16 17-110 16,0 14-277-16,-9 14-425 0</inkml:trace>
  <inkml:trace contextRef="#ctx0" brushRef="#br0" timeOffset="-65197.95">16953 7686 1257 0,'0'0'749'16,"0"0"-628"-16,126 9-29 0,-5-59 83 16,17-28-12-16,-3-19-45 15,-19-12 75-15,-18 5-74 16,-15 1-37-16,-5 6-38 16,-19 24-23-16,-15 16-6 15,-14 13-2-15,-5 5-5 16,0-6-7-16,1-2-1 15,-4 3-78-15,-19 29-142 16,-3 12-297-16,-10 7-839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02:15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17400 8736 1242 0,'0'0'331'0,"0"0"-80"16,-55-40 9-16,43 30-25 16,6 6-17-16,5 4-48 15,1 0-75-15,3 19-53 16,19 13-13-16,9 15 57 15,10 6-24-15,5 5-19 16,3-2-24-16,0-6-10 0,-5-5-8 16,-4-5-1-16,-1-7 0 15,-7-3-11-15,-3-6-38 16,-5-3-96-16,-8-3-99 16,-4-1-28-16,-12 2-83 15,0 0-181-15,-3-8-11 0</inkml:trace>
  <inkml:trace contextRef="#ctx0" brushRef="#br0" timeOffset="252.38">17567 9215 825 0,'0'0'349'16,"0"0"-33"-16,0 0-61 16,0 0-114-16,0 0-49 0,0 0-10 15,0 0 87-15,48-2-27 16,-16 7-32-16,2-3-25 15,3-1-27-15,-3-1-21 16,-1 0-22-16,-3-3-14 16,-3-8 11-16,-2-5-10 15,-5-1 0-15,-3 0-2 16,-6 3-63-16,-3-1-57 16,-4-2-61-16,-4 3-49 15,0 2-75-15,0 3-43 16,-10 2-848-16</inkml:trace>
  <inkml:trace contextRef="#ctx0" brushRef="#br0" timeOffset="1100.78">17256 8688 540 0,'0'0'270'0,"0"0"5"16,0 0-31-16,0 0 15 15,0 0-45-15,-89-28-12 16,75 25 13-16,0 0-37 16,4 1-27-16,2 1-1 15,4 1-23-15,4 6-42 16,0 19-56-16,0 14-4 16,11 11 25-16,2 5-3 15,2 2-18-15,-1-8-16 0,-1-7-4 16,-3-10-8-1,0-10 0-15,-4-11-1 0,-4-7 0 16,-2-4 7-16,0-14 4 16,-15-17 4-16,-6-25-8 15,-7-26-7-15,-2-17-2 16,6 7-16-16,12 24-3 16,7 24 2-16,5 23 10 15,3-1 1-15,13 2-10 16,9 1-5-16,9 8 14 0,11 8 9 15,4 3 16 1,6 3 16-16,-1 14-12 0,0 3-8 16,-5 7-12-16,-3 1 1 15,-4 1-1-15,-8-2-39 16,5 5-149-16,-9-8-294 16,-9-7-340-16</inkml:trace>
  <inkml:trace contextRef="#ctx0" brushRef="#br0" timeOffset="1275.33">17802 8364 1096 0,'0'0'822'0,"0"0"-617"16,0 0-205-16,-24 89-198 15,7-47-1154-15</inkml:trace>
  <inkml:trace contextRef="#ctx0" brushRef="#br0" timeOffset="7819.62">17245 8545 1031 0,'0'0'213'16,"0"0"-73"-16,0 0-10 16,0 0-50-16,0 0-5 15,0 0 20-15,0 0 2 16,-22 0-8-16,19 0-6 16,-2 0-8-16,-1 3-19 15,2 0-16-15,-1 0-9 16,1 0 9-16,3-3 16 15,-1 0-2-15,2 0-8 16,0 0 0-16,0 0-9 16,0 7-10-16,3 1-5 15,12 8 32-15,7 6 19 0,6 4-8 16,7 3-7-16,4 2 2 16,7 2 6-16,3-2-11 15,2 1-7-15,-1 2-3 16,-2 0 6-16,1 0-2 15,-4 2 4-15,1-2-4 16,-1-3-10-16,0 0 6 16,-3-4-12-16,-5-4-14 15,-2-5-2-15,-7-3-8 16,-4-5-8-16,-4 0 7 16,-4-2-7-16,-3-2 0 0,-4-1 0 15,-3-2 0 1,-3-2-1-16,-2 1 1 0,-1-2-1 15,0 1-1-15,0-1-32 16,-3 0-45-16,-13 0-64 16,-26 0-117-16,3-3-320 15,-4-6-448-15</inkml:trace>
  <inkml:trace contextRef="#ctx0" brushRef="#br0" timeOffset="8463.42">17114 8497 975 0,'0'0'311'0,"0"0"-22"16,0 0-49-16,0 0-37 16,0 0-2-16,0 0-32 15,0 0 10-15,-70-14 3 16,64 14-18-16,3 3-44 15,0 15-42-15,3 12-41 16,0 10 5-16,5 6-6 0,9 0-7 16,3 0-10-16,2-8-5 15,-4-6-3-15,-2-12-10 16,-5-7 4-16,-3-7-4 16,-4-6 0-16,-1 0 10 15,-1-19-2-15,-15-11 3 16,-6-12-12-16,-9-17-10 15,-1 0 3-15,1-5-16 16,1 1-10-16,13 17 18 16,4 2 2-16,12 14 13 0,1 10-9 15,12 8 3-15,18 8 4 16,13 4 2-16,9 0 8 16,15 15 19-16,5 6-3 15,4 3 50-15,2 1-6 16,-8-3-16-16,-6 0-4 15,-9-3-21-15,-10-6 9 16,-13-2-13-16,-8-4-11 16,-10-1-6-16,-5-3-6 15,-7 1-1-15,-7 11-80 16,-12-1-124-16,-8 6-509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02:46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9330 6977 1190 0,'0'0'340'0,"0"0"-53"16,0 0-24-16,0 0-167 16,0 0-57-16,-23-5-4 15,56-22 14-15,13-11 6 16,12-8 16-16,8-5-6 15,7-5-5-15,2-3 2 16,2-1-17-16,-1 3-18 16,-3 1 2-16,-9 8-15 15,-13 8 1-15,-9 10-14 16,-12 8-1-16,-9 4-27 16,-8 2-7-16,-8 1-46 15,-5 1-427-15,0 4-610 0</inkml:trace>
  <inkml:trace contextRef="#ctx0" brushRef="#br0" timeOffset="299.35">9834 6275 1540 0,'0'0'332'16,"0"0"-104"-16,0 0-113 15,0 0-46-15,0 0-29 16,0 0 1-16,0 0 1 15,106-9-20-15,-47 2 15 16,8 2-1-16,0-3 7 16,-1 2 39-16,-5-2-2 15,-7-2 10-15,-14 4-36 0,-13 0-17 16,-9 4-10 0,-11 2-12-16,-7 0 1 0,0 7 1 15,-14 22-5-15,-31 36 18 16,-37 46-15-16,-20 36-15 15,-16 26-36-15,-7 11-21 16,39-49-61-16,5-20-947 0</inkml:trace>
  <inkml:trace contextRef="#ctx0" brushRef="#br0" timeOffset="39849.69">27743 9878 1132 0,'0'0'707'0,"0"0"-368"0,0 0-19 16,0 0-52-16,0 0-62 16,0 0-45-16,75-31-59 15,-26 31-13-15,7 0-12 16,4 0-14-16,3 2-16 15,-1 5-17-15,-3 1-18 16,-4 2-3-16,-7-3-8 16,-8 1-1-16,-11-3-9 15,-10 3-73-15,-12-4-74 16,-10 0-127-16,-17-2-242 16,-8-2-331-16</inkml:trace>
  <inkml:trace contextRef="#ctx0" brushRef="#br0" timeOffset="40233.76">27748 9581 1360 0,'0'0'482'15,"0"0"-199"-15,0 0-49 16,0 0 49-16,0 0-68 15,0 0-103-15,0 0-59 16,-11-22-25-16,2 47-7 16,-4 10 24-16,-8 11 31 0,-6 8-5 15,0 3-28-15,0-3-10 16,3-3-9-16,7-10-5 16,8-5-5-16,6-8-7 15,3-7-5-15,3-4 6 16,14-4-7-16,8-2 10 15,7-2 0-15,7-4 5 16,4-2 1-16,5-3-8 16,0 0-3-16,1 0-6 15,-4 0 2-15,-1 0-2 16,-6 0-80-16,-1 2-129 16,-10 8-404-16,-9 2-673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18:14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4834 2526 1151 0,'0'0'230'0,"0"0"-125"16,0 0-20-16,0 0 10 0,0 0 9 15,118-23 14-15,-66 21-4 16,18 2-1-16,3 0-15 16,2 0-19-16,5 4 7 15,-1 3-6-15,27-2 2 16,19 1-7-16,4-4-1 15,-10-2-28-15,-9 0 8 16,-13 0 7-16,-1 0-7 16,1 0-12-16,0 0-11 15,-2 0 1-15,-4 0-8 16,-6-2 2-16,-1-3 0 16,-1-1-2-16,2-3 10 15,-4-1-2-15,4-2-11 16,-15 0-2-16,-12 2 1 0,-10 3 2 15,-5 0-11-15,12-1-10 16,8-3 8-16,13 1 0 16,-1-2-8-16,2 2 10 15,-2 0-10-15,-2 1 7 16,-3-2-7-16,-4 5 1 16,-5 1 4-16,-3 3-5 15,-3 2 0-15,-7 0 0 16,1 0 0-16,-3 0 0 15,-4 4 0-15,3 1 1 16,1-1-2-16,-1 2 2 16,7 0-1-16,2-2 0 0,5 0 1 15,5 1-2-15,18-2-2 16,15-1 2-16,-7 1 0 16,-11-1 2-16,-9 1-2 15,0 1 0-15,23 3 0 16,23 1 1-16,9 4 1 15,-7-2-1-15,-10 0-1 16,-9-2 1-16,0-2-1 16,4-4 0-16,6 1 0 15,-5 0 0-15,2 0 0 16,-6 0-5-16,-1-3 5 16,2 3 0-16,2-3 7 15,-3 0-5-15,-2 0-2 16,-1 0 2-16,-3-3-2 0,2-3 0 15,2 0 1 1,0 4 7-16,-1-1-1 0,-3 1-5 16,-1 1 10-16,1 1 3 15,0 0-9-15,3 0 0 16,-5-3 0-16,-13 1 6 16,-16-1 7-16,-14 1 7 15,-3 1-5-15,8-1-3 16,6 1 0-16,4 1-2 15,-6-2-15-15,-6 2 14 16,-10-2-4-16,-8 0-2 16,-8 0-8-16,-10 1 7 15,-7 0-8-15,-5 1 1 0,-2 0 5 16,-2 0-5-16,0-2 4 16,0 2-5-16,-14 0-49 15,-8 0-91-15,-3 29-63 16,4 2-173-16,7-6-419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18:46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17032 2467 71 0,'0'0'671'16,"0"0"-502"-16,0 0 24 16,0 0-4-16,0 0 12 15,-49 0 5-15,49-9-38 16,9-4-26-16,19-9 6 16,24-14-18-16,36-23-1 15,42-23 28-15,15-12-20 16,5-5-22-16,-3 5 3 15,-18 9-20-15,2 0-18 0,-7 1-15 16,-3-6-2-16,-2-2 6 16,2-6-5-16,3 0-7 15,1 1-14-15,-4 5-5 16,-3 6 7-16,-6 9-24 16,-5 8 9-16,-7 7-5 15,-21 13 10-15,-19 12 1 16,-18 10-8-16,-9 6 1 15,1-1-10-15,3-1 1 16,-3 0-5-16,-5 7-3 16,-8 0 3-16,-3 5-6 15,-6 4 0-15,-4 2-8 16,-2 0 0-16,-3 4 0 16,-1 0-1-16,-2 1-5 15,0 0 4-15,0 0-16 16,-15 9-61-16,-30 28-90 0,5 0-142 15,-3-6-638-15</inkml:trace>
  <inkml:trace contextRef="#ctx0" brushRef="#br0" timeOffset="2326.49">20115 3015 720 0,'0'0'598'15,"0"0"-387"-15,0 0 31 16,0 0-48-16,0 0-43 16,0 0-49-16,-60-81-12 15,52 55 12-15,2-7-7 16,-2-4 2-16,2-5-6 16,0-4-7-16,-1-2-14 15,2-1-3-15,4-1-24 16,1 1 2-16,0-2-4 15,0 0-9-15,4-1 3 16,8-3-17-16,2 0 3 0,0 0 6 16,1-3-8-16,3 2-2 15,0-2-2-15,4 0 1 16,2 0-8-16,3 2 10 16,3 0-8-16,0 1-1 15,3 1 3-15,1-1-4 16,0 1 2-16,4 1-4 15,2-2 1-15,0 5 2 16,2-1-1-16,1 2 5 16,2 5-5-16,-1 3-2 15,1 2-6-15,1 5 0 16,1 0 0-16,0 1 0 16,3 1 1-16,1 3 5 0,-1-2 2 15,1 4-7 1,1 1 7-16,2 1-1 0,-2 1 2 15,-1 1 0-15,-2 2-1 16,-1 2 2-16,1 0-1 16,2 0-1-16,0 5-1 15,-1 0 2-15,1 5-7 16,-2 0-1-16,2 1 8 16,1 0-8-16,-3 2 10 15,0 1-1-15,-4 0-9 16,0 3 0-16,-3-1 0 15,1 2 7-15,0 1-7 0,2 0 6 16,-2 0 1-16,1 0 1 16,0 0 3-16,-2 3 4 15,0 0 5-15,-2 2-9 16,-1 0-1-16,-1 2-1 16,0 0-1-16,-1 2 6 15,2-1 3-15,1 3 5 16,0-2-5-16,-2 4-2 15,-1 0-14-15,-1 2 8 16,-4-1 8-16,0 3-4 16,-5 0 1-16,-3 2-9 15,-2-2 1-15,-3 0 13 16,0 0-7-16,-3-2-1 0,-3-1-1 16,0-1 1-1,-2-4-6-15,-3 1-5 0,-1-3 5 16,-1 0 4-16,-3-2-10 15,0-2 7-15,-2-2-7 16,1-1-1-16,-1 0 1 16,-1 0 1-16,0 0-1 15,0 0-21-15,0 0-74 16,-42 14-103-16,-5 0-281 16,-17 0-1145-16</inkml:trace>
  <inkml:trace contextRef="#ctx0" brushRef="#br0" timeOffset="3296.3">19668 2360 538 0,'0'0'1093'0,"0"0"-521"15,0 0-231-15,0 0-67 16,0 0-118-16,-18 83-29 16,18 5 14-16,0 10-20 0,1-4-40 15,5-21-33-15,-3-25-18 16,-2-12-14-16,-1-8-8 15,0 1-8-15,0-2-49 16,0 1-80-16,-8-7-76 16,-7-11-275-16,0-3-146 15,-2-7-525-15</inkml:trace>
  <inkml:trace contextRef="#ctx0" brushRef="#br0" timeOffset="3484.9">19463 2562 1545 0,'0'0'557'0,"0"0"-245"16,0 0-23-16,0 0-55 16,117-48-54-16,-74 48-51 15,3 4-44-15,2 8-43 16,-3 0-26-16,1-5-16 16,-4-2-9-16,-1-5-89 15,10-15-112-15,-12-11-375 16,-9-8-645-16</inkml:trace>
  <inkml:trace contextRef="#ctx0" brushRef="#br0" timeOffset="3724.56">19876 1344 1287 0,'0'0'925'0,"0"0"-598"0,0 0-5 15,0 0-147-15,0 0-69 16,0 0-38-16,-4 81 38 16,16-26-15-16,0 4-40 15,-2 0-30-15,-4-5-13 16,-3-7-8-16,-1-8-5 16,1-6-85-16,-3-8-132 15,0-7-326-15,0-11-414 0</inkml:trace>
  <inkml:trace contextRef="#ctx0" brushRef="#br0" timeOffset="3916.33">19755 1250 848 0,'0'0'993'0,"0"0"-509"16,0 0-166-16,127-37-51 15,-72 37-73-15,2 3-69 16,1 12-37-16,-2 3-42 15,-1-1-40-15,-2-3-6 16,3-3-44-16,8-11-123 16,-12-3-424-16,-13-14-635 0</inkml:trace>
  <inkml:trace contextRef="#ctx0" brushRef="#br0" timeOffset="4109.03">20424 708 1079 0,'0'0'1048'0,"0"0"-517"0,0 0-246 16,0 0-119-16,0 0-79 16,0 0-23-16,0 0 9 15,23 63-14-15,-4-29-17 16,-5 0-33-16,-3 4 4 16,-3-4-13-16,-1 3-63 15,-7 10-121-15,0-11-340 16,-10-8-375-16</inkml:trace>
  <inkml:trace contextRef="#ctx0" brushRef="#br0" timeOffset="4295.23">20309 776 1568 0,'0'0'538'0,"0"0"-251"0,0 0-23 15,100-30-35-15,-45 28-67 16,11 2-31-16,5 0-58 15,-8 0-43-15,7 0-19 16,-3 5-11-16,5-3-50 16,34-2-145-16,-17-13-455 15,-10-7-793-15</inkml:trace>
  <inkml:trace contextRef="#ctx0" brushRef="#br0" timeOffset="4499.22">21411 180 1363 0,'0'0'891'0,"0"0"-368"0,0 0-291 16,0 0-110-16,0 0-65 15,0 0-31-15,0 0 29 16,6 105-8-16,11-63-21 16,-3 3-15-16,-5-7-10 15,-1 2-1-15,-3-5-31 16,-5 4-125-16,-11-9-419 15,-7-8-537-15</inkml:trace>
  <inkml:trace contextRef="#ctx0" brushRef="#br0" timeOffset="4662.83">21226 384 1639 0,'0'0'523'15,"0"0"-343"-15,0 0 0 16,0 0 55-16,102 17-86 15,-47-5-36-15,6 2-54 16,4 3-33-16,9 23-26 16,-16-5-165-16,-21 3-475 0</inkml:trace>
  <inkml:trace contextRef="#ctx0" brushRef="#br0" timeOffset="5262.71">20485 2179 1126 0,'0'0'607'16,"0"0"-293"-16,0 0-62 15,0 0-49-15,-48 73-3 16,44-32-48-16,2 7-31 16,2 3-15-16,2-5-22 15,14-3-30-15,2-10-18 16,6-8-18-16,1-10-4 15,0-10-7-15,1-5 1 0,-3-3 5 16,-4-19 8 0,-6-11-17-16,-4-9-4 0,-9-8-16 15,0-6-5-15,-18-1-4 16,-10 0-4-16,-5 6 2 16,-3 11 5-16,-1 13 2 15,0 15-22-15,3 12-16 16,5 0-38-16,8 17-35 15,19 3-90-15,2-3-103 16,7-10-420-16</inkml:trace>
  <inkml:trace contextRef="#ctx0" brushRef="#br0" timeOffset="5630.37">20710 1749 1761 0,'0'0'377'0,"0"0"-12"16,0 0-140-16,-79 40-46 15,72-11-92-15,7 5-24 16,0 8-14-16,21 1-8 16,7-2-26-16,6-5-9 15,9-11 3-15,2-13 0 16,4-12 4-16,-2-3-2 0,-4-23-11 15,-6-13-13-15,-9-11-10 16,-11-19-14-16,-14-15-7 16,-9-20-3-16,-22 9 6 15,-7 23 26-15,4 25 5 16,4 27 10-16,-4 7-6 16,-2 9-11-16,-3 4 4 15,6 17-80-15,11 11-83 16,15 2-7-16,27-2-70 15,18-8-322-15,5-11-270 0</inkml:trace>
  <inkml:trace contextRef="#ctx0" brushRef="#br0" timeOffset="5975.48">21203 1252 449 0,'0'0'1346'16,"0"0"-956"-16,0 0-64 15,-87-9-97-15,71 16-48 16,6 12-105-16,9 10-41 16,1 5-1-16,8 4-24 15,12 3 1-15,9-4-2 16,3-4-8-16,4-8 13 16,-1-8-7-16,-1-10-5 15,-4-7 4-15,-3-12-6 16,-5-17-13-16,-7-12-16 15,-5-5-14-15,-7-7-2 16,-3-3 11-16,-7 1-2 0,-10 4-10 16,-6 7-14-16,-3 11 25 15,1 13 16-15,2 15-81 16,4 5-86-16,9 13-27 16,10 9 53-16,18 12-65 15,15-8-141-15,7-5-421 0</inkml:trace>
  <inkml:trace contextRef="#ctx0" brushRef="#br0" timeOffset="6312.48">21669 1052 1418 0,'0'0'509'0,"0"0"-190"0,0 0-67 15,0 0 1-15,-88 14-98 16,85 2-101-16,3 7-21 15,0 6 0-15,15 1-7 16,6 2-8-16,4-2-7 16,5-4-4-16,5-2 0 15,-1-12-7-15,0-6-9 16,-2-6-24-16,-7-8 2 16,-4-11 1-16,-9-9 0 15,-8-3-6-15,-4-6-6 16,0-3 20-16,-15-1-4 15,-7 0-10-15,-3 5-5 16,-2 9-3-16,4 11-51 16,5 15-20-16,12 1-54 0,6 15-70 15,14 16-63-15,13-4-43 16,3-4-384-16</inkml:trace>
  <inkml:trace contextRef="#ctx0" brushRef="#br0" timeOffset="6619.84">22102 1015 1620 0,'0'0'515'16,"0"0"-249"-16,0 0-49 16,0 0-43-16,0 0-105 15,0 0 10-15,-27 108-14 0,45-64-12 16,2-2 7-16,3-2-19 15,3-6-23-15,-1-7-6 16,0-12 9-16,0-10-11 16,-2-5 22-16,-1-10-5 15,1-14-15-15,-5-8-2 16,-4-8 5-16,-6-4-7 16,-8-2-8-16,0-3-1 15,-14 3 0-15,-12 3-47 16,-44 23-68-16,9 13-199 15,-13 7-563-15</inkml:trace>
  <inkml:trace contextRef="#ctx0" brushRef="#br0" timeOffset="8701.41">22567 536 1347 0,'0'0'583'0,"0"0"-316"16,0 0-28-16,0 0 0 15,0 0-27-15,0 0-43 16,100-33-45-16,-57 20-14 16,5-7-19-16,2 0-18 0,2-6-17 15,3-2-14-15,0-1-14 16,-3-3-5-16,-1 5-13 15,-9 0-4-15,-8 6-5 16,-10 5 1-16,-8 6-1 16,-8 4-1-16,-5 5-12 15,-3 1-48-15,0 0-53 16,-35 11-89-16,1 7-364 16,-3 3-172-16</inkml:trace>
  <inkml:trace contextRef="#ctx0" brushRef="#br0" timeOffset="9137.22">22624 338 1320 0,'0'0'372'0,"0"0"-25"16,0 0-60-16,0 0-18 15,0 0-60-15,0 0-61 16,0 0-27-16,-8-36-43 16,7 36-30-16,-2 11-26 15,1 11-1-15,-2 10 36 16,-1 9 9-16,-3 7-17 16,-1 2-10-16,1-2-6 15,-1-4 3-15,3-7-13 0,2-9-10 16,4-8-1-16,0-9 3 15,0-6 3-15,0-5 6 16,3 0 11-16,12 0 5 16,4-5 26-16,8-5-6 15,3-3-31-15,3 1-13 16,3-4-5-16,0 1-5 16,0-1-5-16,-3 3 5 15,-7 4-6-15,-7 1 0 16,-7 6-37-16,-6 2-61 15,-6 0-70-15,0 10-90 16,-14 1-464-16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26:59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25874 2587 704 0,'0'0'189'0,"0"0"-37"15,0 0 23-15,0 0 19 16,0 0-1-16,0 0-18 15,2-28-23-15,-2 25-21 16,0 3-30-16,0 0-37 16,0 22-44-16,-2 26-9 15,-7 36 84-15,-6 36-1 0,-1 14 16 16,-3 3 32-16,3-8-6 16,3-15-62-16,3-7 13 15,4-12-23-15,1-10-11 16,1-20-8-16,-1-16-12 15,2-14-11-15,0-10-4 16,-1 1-7-16,-1-5-10 16,1-1 7-16,-2-12-7 15,-4-5 1-15,-1-3-2 16,-7-8-47-16,-21-29-112 16,3 1-203-16,-4-4-380 0</inkml:trace>
  <inkml:trace contextRef="#ctx0" brushRef="#br0" timeOffset="487.34">25036 3028 1079 0,'0'0'347'16,"0"0"-83"-16,0 0-36 16,0 0-56-16,0 0 2 15,185 20 48-15,-9 1-8 16,27-1-63-16,10-3-49 16,-21-6-39-16,-29-5-17 15,-8-2-4-15,-12-3-6 0,-21 1-9 16,-31-2-12-16,-31 0-8 15,-29 0-1-15,-15 0-5 16,-3 0 1-16,-9 0-1 16,-2 0 5-16,-2-2-6 15,-19-3-94-15,-25-2-204 16,5 1-197-16,1-1-447 0</inkml:trace>
  <inkml:trace contextRef="#ctx0" brushRef="#br0" timeOffset="2800.46">25628 2643 1068 0,'0'0'205'0,"0"0"42"0,0 0 17 15,0 0-49 1,0 0-33-16,-95-23-49 0,60 37-26 16,2 9-58-16,5 5-31 15,7 8-2-15,8 3 8 16,7 1 5-16,6 2 34 16,0-3-32-16,18-6-8 15,6-8 0-15,7-6 21 16,2-10-13-16,3-6-4 15,1-3-5-15,-3-8-2 16,-4-15-7-16,-6-8-7 16,-3-8 3-16,-8-5-7 15,-6-4-2-15,-5 0-3 0,-2 3-12 16,0 4-14-16,-5 8-54 16,-2 11 20-16,1 10 32 15,5 7-11-15,1 5-35 16,0 7-135-16,31 20-47 15,-1-3-214-15,3-2-322 0</inkml:trace>
  <inkml:trace contextRef="#ctx0" brushRef="#br0" timeOffset="3065.51">26234 2670 1139 0,'0'0'354'0,"0"0"4"15,0 0-72-15,0 0-77 16,0 0-36-16,0 0-45 16,0 0-55-16,-33 99-9 15,33-66-4-15,0 1-6 16,0 1-21-16,0-1-14 15,0 0-19-15,0 14-18 16,-11-9-283-16,-5-5-529 0</inkml:trace>
  <inkml:trace contextRef="#ctx0" brushRef="#br0" timeOffset="3424.26">25285 3070 1046 0,'0'0'524'16,"0"0"-210"-16,0 0 15 0,0 0-101 15,0 0-84-15,0 0-70 16,0 0 26-16,-15 75-31 16,5-35-11-16,0 4-25 15,3-4-24-15,0-2-3 16,7-4-6-16,0 6-120 15,7-9-185-15,5-10-404 0</inkml:trace>
  <inkml:trace contextRef="#ctx0" brushRef="#br0" timeOffset="3740.91">26102 3260 1081 0,'0'0'641'16,"0"0"-247"-16,0 0-77 0,0 0-18 15,0 0-98 1,0 0-84-16,0 0-30 0,-25 65-33 16,22-32-11-16,3 4-14 15,0 2-13-15,6 22-16 16,9-10-100-16,-6-9-410 0</inkml:trace>
  <inkml:trace contextRef="#ctx0" brushRef="#br0" timeOffset="23230.93">28771 2394 342 0,'0'0'728'0,"0"0"-489"16,0 0-1-16,0 0-21 15,0 0-49-15,-8-42-20 16,1 36-38-16,-2 3 0 15,-2-2-8-15,-2 3-8 16,-2 2-10-16,-3 0-6 16,-2 9 5-16,0 9 1 15,-1 2-4-15,4 3-26 16,4 5-19-16,3 2-4 16,5 2-1-16,5 2 6 15,0 1-9-15,2-1 3 0,11-2-6 16,8-5 1-16,3-5 10 15,0-3-10-15,4-5-1 16,-1-6-3-16,1-3 6 16,-1-5 0-16,0 0-17 15,0-10-1-15,-2-7-1 16,-2-5-2-16,-4-4-6 16,-3-5 0-16,-5-4-1 15,-7-5-13-15,-4 0-10 0,0-1-8 16,-15 0-10-16,-7 5-12 15,-3 5-9-15,-5 7 4 16,-1 9 10-16,-7 15-2 16,-2 0-4-16,0 21 1 15,-2 33-98-15,12-4-355 16,12-2-442-16</inkml:trace>
  <inkml:trace contextRef="#ctx0" brushRef="#br0" timeOffset="23905.95">28845 3081 952 0,'0'0'331'0,"0"0"-47"16,0 0 11-16,0 0-13 15,0 0-34-15,0 0 14 0,0 0-124 16,-26-18-78-16,24 18-24 15,1 0-9-15,-2 6-9 16,-2 12-2-16,0 8 25 16,-1 7 14-16,1 1-12 15,2 3 2-15,-2-2-10 16,2 1-10-16,-1-1-7 16,-1 0-9-16,-1 2-9 15,-4-1 0-15,-11 9-156 16,0-8-474-16,0-8-805 0</inkml:trace>
  <inkml:trace contextRef="#ctx0" brushRef="#br0" timeOffset="24312.34">28637 3925 684 0,'0'0'734'0,"0"0"-383"16,0 0 35-16,0 0-92 0,0 0-17 15,0 0-65-15,0 0-55 16,13-59-39-16,-13 59-56 16,0 9-38-16,0 11-2 15,0 5 15-15,0 5 7 16,0-1-2-16,0 2-6 16,0-4-11-16,-6 0-7 15,-3-3-9-15,0-2-7 16,1 2-2-16,-2-2-34 15,0-3-93-15,-11 8-105 16,4-5-332-16,-2-8-401 0</inkml:trace>
  <inkml:trace contextRef="#ctx0" brushRef="#br0" timeOffset="24680.68">28554 4506 1881 0,'0'0'518'0,"0"0"-223"15,0 0-47-15,0 0-73 16,0 0-59-16,0 0 23 0,0 0-37 16,0 81-18-16,0-51-26 15,0-1-1-15,0 1-21 16,-3-1-22-16,-4 0-7 16,3-2 1-16,-2 0-8 15,-1-4 0-15,1-1-10 16,1-5-44-16,2-2-95 15,0-10-92-15,-2-5-336 16,2 0-508-16</inkml:trace>
  <inkml:trace contextRef="#ctx0" brushRef="#br0" timeOffset="25843.33">30085 2239 766 0,'0'0'237'0,"0"0"63"16,0 0-13-16,0 0-74 15,0 0-33-15,0 0-5 16,-47-84-29-16,28 75-5 16,-5-2-21-16,-8 7-11 15,-4 2-13-15,-7 2-32 16,1 0-40-16,-2 13-15 15,1 5-8-15,1 6 8 16,5 2 2-16,2 6 11 16,7 3 0-16,3 4 8 15,6 1 2-15,7 6 7 0,5-1 4 16,7 1-1 0,0 0-5-16,11 0 4 0,11-2 10 15,4-2-3-15,4-1-1 16,5-3-15-16,1-3-10 15,2-2 26-15,-1-4 14 16,-1-6-11-16,-3-5-12 16,-3-6-5-16,-2-4-5 15,-3-7-7-15,1-1 2 16,-3-1-1-16,3-13-2 16,-2-9-11-16,3-6-2 15,-1-4-2-15,1-5-6 16,0-4-24-16,-2-3-2 15,-1-1 25-15,-4 0 1 16,-1-2-1-16,-5 2-10 0,-1-2-10 16,-4 1-6-16,-5 2-9 15,-2 1 3-15,-2 3-12 16,0 6 11-16,-6 4-7 16,-6 5 7-16,-4 4 7 15,-5 5 7-15,-5 1-1 16,-9 6 12-16,-9 5 2 15,-9 5 7-15,-7 0 0 16,-6 10-30-16,1 14-86 16,3 2 14-16,13 18 32 15,16-7-196-15,18-4-782 0</inkml:trace>
  <inkml:trace contextRef="#ctx0" brushRef="#br0" timeOffset="26880.86">29751 2389 876 0,'0'0'345'0,"0"0"2"0,0 0-57 16,0 0-61 0,0 0-66-16,0 0-68 0,0 0-28 15,3-48-36-15,8 48-10 16,-1 17 7-16,-3 5 6 16,-2 9 12-16,-5 6 8 15,0 3-3-15,-3-1-13 16,-10 1-8-16,-3-4-10 15,0-2-8-15,-1-6-11 16,4-6 12-16,1-8-11 16,6-6 4-16,5-8-6 0,1 0 2 15,0-8-2 1,12-16-25-16,7-2-11 0,5-8 6 16,1-4-12-16,0 1 11 15,-1 0 12-15,-3 1 8 16,-3 2 4-16,-3 3 6 15,-4 3 1-15,-4 4 0 16,-3 2 1-16,-2 3 7 16,-2 6 9-16,0 5 15 15,0 6 17-15,0 2-9 16,-3 0-11-16,-5 10-13 16,0 11-6-16,0 8 7 0,3 3-7 15,4 4 4 1,1-1-1-16,0-2-2 0,8-2-10 15,6-4 5-15,4-2-5 16,2-8-1-16,-2-6-1 16,1-7-15-16,-1-4-4 15,-2-1 8-15,-1-13 5 16,-3-6 0-16,-1-2 7 16,-3 2 0-16,-5-1 1 15,-1 6 17-15,-2 5 21 16,0 6 33-16,0 4 4 15,0 0-28-15,0 9-24 16,-6 13-5-16,-4 6 4 16,2 6-2-16,-1 3 13 15,0 2-8-15,3 2-20 0,3-2-2 16,2 4-4-16,1 11-129 16,4-10-406-16,8-11-692 0</inkml:trace>
  <inkml:trace contextRef="#ctx0" brushRef="#br0" timeOffset="27715.23">29834 3137 793 0,'0'0'325'16,"0"0"2"-16,0 0-14 15,0 0-42-15,0 0-40 16,0 0-59-16,0 0-40 16,-74-53-2-16,41 53-17 15,-6 19 10-15,-1 8-8 0,-3 9-37 16,4 11-30-1,6 6-11-15,8 6 2 0,11 5 3 16,10 1-6 0,4-2 7-16,15 0-10 0,13-8-1 15,8-5-2-15,6-10 6 16,5-10-6-16,4-9 0 16,0-12-2-16,-2-9-7 15,0 0-4-15,-6-14-2 16,-4-10-5-16,0-5 1 15,-6-9-10-15,-4-7 5 16,-4-8-5-16,-3-17 5 16,-10-19-6-16,-8 7-1 15,-4 4-18-15,0 17-31 16,-15 15-4-16,-1 0 12 0,-10 3-1 16,0 7 1-1,-4 11 1-15,-5 11 8 0,0 10-1 16,-5 4 4-16,2 13-6 15,2 14 8-15,7 7 10 16,6 2-20-16,13 5-7 16,10 16-179-16,0-11-323 15,4-8-350-15</inkml:trace>
  <inkml:trace contextRef="#ctx0" brushRef="#br0" timeOffset="28276">29748 3370 1267 0,'0'0'388'0,"0"0"-37"15,0 0-92-15,0 0-71 16,0 0-93-16,0 0-18 15,0 0 11-15,49 7-16 16,-37 12-8-16,-3 5-12 16,-6 2-19-16,-3 1-9 15,0 0-9-15,-6 2-4 0,-8-3-2 16,-5-4-2-16,2-4-6 16,0-4 1-16,2-8 5 15,4-5 2-15,5-1-3 16,5-4-6-16,1-12-8 15,0-5-10-15,12-1-9 16,6-4-6-16,2-1 3 16,-1 0 2-16,-2 0 7 15,-2 0 3-15,-1 0 9 16,-5 2 8-16,-3 3-8 16,-3 2 9-16,-2 4 1 15,-1 3 7-15,0 5 2 16,0 4 17-16,-3 4 9 0,-4 0-6 15,-4 8-15 1,-1 12 3-16,2 6 3 0,1 0-2 16,2 6 1-16,4-1-2 15,3 1-4-15,0-6-8 16,3-1-5-16,8-1-1 16,3-3-21-16,4-5-92 15,7-6-126-15,-2-6-129 16,-4-4-348-16</inkml:trace>
  <inkml:trace contextRef="#ctx0" brushRef="#br0" timeOffset="28630.44">29933 3357 1224 0,'0'0'319'0,"0"0"-54"15,0 0-99-15,0 0-51 16,0 0-16-16,0 0-12 16,0 0-11-16,62-2-17 15,-54 9-7-15,-5 5-9 16,0-2-3-16,-3 6 15 16,0 1 14-16,-9 2 19 15,-3-1-2-15,-3 1-2 16,0 0-11-16,2-4-16 15,1 1-15-15,3-2-11 16,3-5-10-16,2 0-6 16,4-4-7-16,0-1-2 15,8-2 1-15,10-2 2 0,9 0-3 16,3 0-6-16,14-11-80 16,-6 1-196-16,-5 2-491 0</inkml:trace>
  <inkml:trace contextRef="#ctx0" brushRef="#br0" timeOffset="29484.88">29676 3860 1478 0,'0'0'525'0,"0"0"-278"16,-97 0-40-16,49 20-12 15,-1 6-8-15,1 14-32 16,4 9-38-16,8 6-50 16,8 5-29-16,12 13-5 15,16 16 19-15,2-8-1 16,21-9-6-16,26-2-8 16,30-17-8-16,36-2 29 15,19-8-14-15,-1-31-19 16,-17-12-8-16,-36-19-4 15,-17-6-5-15,-21-1-7 16,-11-5 8-16,5-22-3 16,-3-26-4-16,-11-33-1 15,-19-12-1-15,-6-7-1 0,-25 11 0 16,0 32-21-16,1 22-19 16,3 25-2-16,-6 15-22 15,-7 1 28-15,-8 3 20 16,-7 8-7-16,0 12-13 15,1 4 1-15,0 23 11 16,5 15-1-16,0 10 19 16,7 8 5-16,7 4-4 15,10 1 5-15,18 18-110 16,4-17-343-16,0-13-215 0</inkml:trace>
  <inkml:trace contextRef="#ctx0" brushRef="#br0" timeOffset="30115.82">29634 4105 1137 0,'0'0'309'16,"0"0"-18"-16,0 0-79 0,0 0-27 15,0 0-51-15,0 0-45 16,87-58-21-16,-66 58-25 15,-3 15-14-15,-3 4 5 16,-6 5 1-16,-5 1 6 16,-4 2 14-16,0-1-8 15,-9 1-12-15,-5-3-5 16,-3-3-19-16,2-5-2 16,3-3-7-16,3-6 13 15,4-6-14-15,4-1 13 16,1-3 2-16,3-12-16 15,13-4-18-15,8-6-12 16,2 2-1-16,0-4 9 16,-4 4 8-16,-3 0 13 0,-7 1 0 15,-2 2 1-15,-4 2 0 16,-3 1 0-16,-3 2 8 16,0 5 11-16,0 6 23 15,-4 4 4-15,-9 0-11 16,-1 7-16-16,-4 13 0 15,3 4 4-15,3 6 5 16,2 1-4-16,7 0-6 16,3-2-6-16,1 0-12 15,18-3 0-15,4-6-29 16,17-2-113-16,-6-6-113 0,-2-4-376 0</inkml:trace>
  <inkml:trace contextRef="#ctx0" brushRef="#br0" timeOffset="30535.7">29983 4129 1175 0,'0'0'396'16,"0"0"-67"-16,0 0-118 16,0 0-78-16,0 0-55 15,0 0-37-15,0 0-5 16,36-8-11-16,-24 14 2 15,-2 5-6-15,-4 4 1 16,-4 0 3-16,-2 2-1 16,0 0-6-16,-2-2-8 0,-9 0 1 15,0-4 1-15,2-1-11 16,-1-5 11-16,5-1 2 16,2-4 45-16,3 0 27 15,0 0-22-15,0 0-32 16,0 0-16-16,8 1 2 15,5 2 1-15,1 1-1 16,3 1-3-16,-1 4-7 16,-2 0 1-16,-3 1-3 15,-7 0 6-15,-2 2 9 16,-2 1 13-16,-5-1 11 0,-11 1-8 16,-10 1-20-1,-2-2-8-15,-5 2-9 0,-16 0-80 16,9-4-286-16,4-5-789 15</inkml:trace>
  <inkml:trace contextRef="#ctx0" brushRef="#br0" timeOffset="31451.49">29732 4783 1043 0,'0'0'339'16,"0"0"-6"-16,0 0-74 15,0 0-5-15,0 0-82 16,0 0-34-16,0 0 5 15,-105-32-17-15,72 49-3 16,-1 10-23-16,2 8-7 16,3 9-21-16,8 7-15 15,9 3-15-15,9 3-12 16,3-1-1-16,19-5-2 16,16-3-7-16,12-6-5 15,10-8-5-15,7-7 25 16,0-11-8-16,0-9-9 15,-4-7-5-15,-8 0-2 0,-5-17-10 16,-9-3 7-16,-7-6-7 16,-6-7 5-16,-8-9 0 15,-8-18-5-15,-9-20 0 16,-4-19 5-16,-16 6-5 16,-1 21-1-16,2 24-11 15,6 23-14-15,-7 2-2 16,-3 3-2-16,-9 7-2 15,-4 10-8-15,-3 3-11 16,2 19-11-16,4 27-156 16,13-5-306-16,8-1-383 0</inkml:trace>
  <inkml:trace contextRef="#ctx0" brushRef="#br0" timeOffset="32045.36">29713 4896 1219 0,'0'0'317'0,"0"0"-31"16,0 0-133-16,0 0-66 16,0 0-37-16,0 0 27 15,0 0 0-15,42 88-6 16,-42-55-9-16,0 0-13 16,0-1-10-16,-10-5-11 15,-3-1-13-15,-1-7-6 16,3-3-3-16,1-4-5 15,4-7 0-15,5-4 5 16,1-1 1-16,0 0-7 16,4-9-10-16,11-8-10 15,1-4-5-15,5-4 7 16,-2-1 5-16,-3-4 1 0,-2-2 1 16,-3-1 4-1,-2 0 7-15,-1 3 0 0,-3 2 5 16,0 6-5-16,-2 5 0 15,-3 7 24-15,0 3 18 16,0 6 10-16,0 1-21 16,0 0-7-16,0 17-15 15,0 5 4-15,-2 8 5 16,-1 4-4-16,2 2 6 16,1-2-6-16,0-4-13 15,0-2 0-15,0-5-1 16,6-5-51-16,4-1-94 0,0-5-223 15,-1-8-429-15</inkml:trace>
  <inkml:trace contextRef="#ctx0" brushRef="#br0" timeOffset="32442.72">29945 4934 1320 0,'0'0'362'15,"0"0"-91"-15,0 0-98 16,0 0-2-16,0 0-33 16,0 0-25-16,0 0 4 15,-23 95-11-15,16-66-27 0,4-3-21 16,0-1-23 0,3-6-22-16,0-2-5 0,0-5-1 15,5-3-7-15,5-7-1 16,0-2-11-16,3 0-3 15,-4-5-16-15,1-8 0 16,-3 1 8-16,-1-5 11 16,-3 5 11-16,-2-2 1 15,1 4 0-15,-2 4 6 16,0 5 7-16,0 1 2 16,0 0-3-16,1 6-11 15,2 11 14-15,0 3 0 16,2 4-14-16,-1 2 1 15,-1 2 3-15,-1 2-5 16,-2 8-147-16,0-6-370 0,-3-11-922 0</inkml:trace>
  <inkml:trace contextRef="#ctx0" brushRef="#br0" timeOffset="37901.54">29980 1279 864 0,'0'0'278'16,"0"0"-9"-16,0 0 23 15,-17-77-106-15,14 63-130 16,-1 6-31-16,3 5-12 0,-1 3-3 16,1 0 9-1,-2 19-17-15,-1 26 7 0,-1 30 21 16,2 21 35-16,2-6 22 16,-1-16-16-16,2-23-20 15,0-18-12-15,0 6-9 16,0-2-16-16,0-1-14 15,-3-11 0-15,-3-9-70 16,-1-8-63-16,-7-8 46 16,-2 0 12-16,-5-7 17 15,-1-11 34-15,-2-6 24 16,3-5 13-16,2-2 24 16,6 1 27-16,5 4 24 0,6 7 7 15,2 8-24 1,0 6-39-16,17 5-23 0,5 0-8 15,8 16-1-15,2 5 15 16,4 6 8-16,2 0 3 16,1 0-10-16,-1-3 0 15,-2-5-8-15,-5-5-7 16,-5-7-1-16,-7-4 2 16,-4-3-2-16,-6 0 1 15,-3-9 0-15,-3-8 5 16,-1-8-5-16,-2-4 11 15,0-5 1-15,0 1 42 16,-6 4-22-16,1 9-22 16,2 8-10-16,0 12 0 15,3 3-1-15,0 23-5 0,0 13 5 16,0 14 45-16,1 3 22 16,1 2-21-16,0-7-27 15,-2 11-19-15,0-18-202 16,-10-9-374-16</inkml:trace>
  <inkml:trace contextRef="#ctx0" brushRef="#br0" timeOffset="38338.19">28930 998 1262 0,'0'0'366'0,"0"0"-36"0,0 0-26 16,0 0-184-16,0 0-69 15,0 0-29-15,0 0-11 16,-28-34-11-16,33 60 0 15,6 7 16-15,1 3 6 16,0 1-5-16,-1-6-13 16,-2-4-4-16,-3-10-210 15,-6-11-372-15</inkml:trace>
  <inkml:trace contextRef="#ctx0" brushRef="#br0" timeOffset="38490.47">28807 632 1109 0,'0'0'273'0,"0"0"-64"16,0 0-139-16,0 0-56 15,0 0-12-15,0 0-2 16,0 0-21-16,53 86-300 0</inkml:trace>
  <inkml:trace contextRef="#ctx0" brushRef="#br0" timeOffset="38676.89">28953 606 1204 0,'0'0'399'16,"0"0"-169"-16,0 0-155 0,0 0-56 16,0 0 9-1,43 72 7-15,-25-23 12 0,-5 9 7 16,-1 2 5-16,-1 29-31 15,-4-14-28-15,-1-13-247 0</inkml:trace>
  <inkml:trace contextRef="#ctx0" brushRef="#br0" timeOffset="38879.95">29186 860 1367 0,'0'0'373'15,"0"0"-146"-15,0 0-135 16,0 0 29-16,23 78-25 0,-11-27-20 16,-1 4-14-16,-1 4-12 15,-1 1-24-15,-5-2-10 16,-2-3-16-16,-2 6-80 16,0-13-285-16,-8-14-652 0</inkml:trace>
  <inkml:trace contextRef="#ctx0" brushRef="#br0" timeOffset="39113.2">29223 777 1270 0,'0'0'356'0,"0"0"-189"15,0 0-47-15,98-8-51 16,-62 12 15-16,-5 14-27 15,-4 6-26-15,-9 6-12 16,-12 2-8-16,-6 5 3 16,-3 1-14-16,-18 0-1 15,-4-1-5-15,-10 1-158 16,6-8-310-16,6-11-550 0</inkml:trace>
  <inkml:trace contextRef="#ctx0" brushRef="#br0" timeOffset="39335.98">29457 540 1437 0,'0'0'321'0,"0"0"-155"16,0 0-83-16,0 0-38 16,0 0-11-16,0 0-32 15,0 0 15-15,30 72 38 16,-14-21 25-16,-2 3 5 15,-1 2-22-15,-4-1-17 16,-1-3-20-16,0-4-26 16,9-3-6-16,0-12-315 15,2-16-467-15</inkml:trace>
  <inkml:trace contextRef="#ctx0" brushRef="#br0" timeOffset="39662.93">29784 663 1190 0,'0'0'337'15,"0"0"19"-15,0 0-156 16,0 0-95-16,0 0-61 16,0 0-25-16,0 0-8 15,-74 44-2-15,61-12 0 16,4 3 7-16,3-4 0 16,3-3-4-16,3-8-3 15,0-7-3-15,1-6 3 16,10-7 7-16,4 0 6 15,3-7 2-15,3-8-8 16,-3-1 4-16,1 3-9 16,-1 2-10-16,-3 7 5 0,1 2-5 15,-1 2-1-15,3 5 1 16,-1 9 8-16,-3 5-2 16,0 1-1-16,1 0-6 15,-5 0 0-15,5-2-86 16,-4-5-226-16,-4-7-390 0</inkml:trace>
  <inkml:trace contextRef="#ctx0" brushRef="#br0" timeOffset="40049.94">29964 606 342 0,'0'0'628'16,"0"0"-462"-16,0 0-93 0,0 0-21 15,0 0 3-15,0 0-31 16,0 0-12-16,67 46-9 16,-51-39 3-16,-5-4 0 15,-1-3 7-15,-5 0 8 16,-1-3 19-16,-2-8 80 16,-2-2 35-16,0 4-5 15,0-1-12-15,0 4-9 16,0 5-72-16,3 1-43 15,1 6-14-15,5 14 0 16,3 10 11-16,-3 9 11 16,0 6 21-16,-2 6 10 15,-4 2-4-15,-3 0-9 0,0 0-7 16,-6-7-15-16,-10-9-8 16,-5-6-8-16,-1-14 5 15,-4-8-7-15,1-9-25 16,1-4-73-16,6-39-121 15,5 4-166-15,10-4-327 0</inkml:trace>
  <inkml:trace contextRef="#ctx0" brushRef="#br0" timeOffset="40588.98">30195 610 713 0,'0'0'203'0,"0"0"54"0,0 0-95 16,0 0-49-16,0 0-24 16,0 0-21-16,0 0-14 15,57 74-6-15,-45-73-7 16,0-1-3-16,1-1 21 16,-1-12-11-16,0-3-23 15,-3-6-2-15,-5 1 10 16,0-2 0-16,-4-1 55 15,0 2 9-15,-2 2-51 16,-7 7-27-16,-1 6-7 16,-1 6-12-16,-2 1-4 15,-2 5 3-15,0 12 0 0,2 7 1 16,3 1 2-16,7 0 7 16,3 0-8-16,0-2-1 15,8-3 1-15,10-3 11 16,0-6-3-16,1-4-3 15,0-7-5-15,-5 0 8 16,-2-3-8-16,-2-11 8 16,-4-7-3-16,-1-2-5 15,-2-2 0-15,-2 2 0 16,1 5 5-16,-2 6-5 16,1 6-1-16,1 6 0 15,1 0-1-15,4 17-22 16,2 11 18-16,5 6 5 15,3 8 19-15,6 3 30 0,2 2 4 16,3 1-22-16,-2-2-26 16,-10 21-5-1,-8-12-185-15,-8-8-552 0</inkml:trace>
  <inkml:trace contextRef="#ctx0" brushRef="#br0" timeOffset="43611.47">27798 4932 1232 0,'0'0'326'0,"0"0"-97"15,0 0-22-15,0 0-39 16,0 0-79-16,0 0-25 16,-13 88 11-16,4-40 5 15,0 2-31-15,-3-5-12 16,2-4-11-16,-1-7-8 15,-1-6-5-15,5-6-4 0,-1-6-3 16,4-6-5 0,0-6 8-16,2-4 1 0,2 0 5 15,0-2-3-15,0-9-11 16,10 0-1-16,4 1 0 16,8 3-12-16,3 1-10 15,5 4-8-15,3 0-7 16,0 1-24-16,-2-4 0 15,-3 1 22-15,-5-4-7 16,-8-3 2-16,-6-2 25 16,-5-2 13-16,-4-2 6 0,0-3-1 15,-7 0 1-15,-2 1 21 16,1 3 21-16,2 2 28 16,2 8 4-16,1 6 5 15,3 0-24-15,0 13-26 16,0 14-4-16,2 12 33 15,8 8-4-15,0 3-20 16,2-2-25-16,0-1-1 16,-1-5-8-16,-1-7 0 15,-3-5-50-15,9-11-128 16,-2-8-153-16,1-9-381 0</inkml:trace>
  <inkml:trace contextRef="#ctx0" brushRef="#br0" timeOffset="44249.57">28346 5196 1525 0,'0'0'331'0,"0"0"-97"15,0 0-52-15,-82 20-34 16,61-3-17-16,4 4-48 15,4 4-29-15,6 1-26 16,3 1-12-16,4-1-2 16,0-4-14-16,0-2 1 15,8-6 6-15,4-4-7 16,-2-6-9-16,2-4-9 0,0 0-14 16,-1-11-8-16,-4-11 10 15,-3-7 16-15,-2-8 12 16,-2-12-4-16,0-18 6 15,-7-21 0-15,-2 3 0 16,1 9 1-16,5 18-1 16,2 26 1-16,1 6 0 15,-2 6 7-15,2 16 5 16,0 4-12-16,0 17 0 16,0 28 0-16,9 8 6 15,3 8-1-15,4 7-4 16,3-11-1-16,3 0 1 15,3-9-2-15,0-9 1 16,2-12-1-16,-2-12-1 0,-2-9-26 16,-4-6-25-16,-1-7-12 15,-4-15 24-15,-5-3 25 16,-1-1 5-16,-3-1 10 16,-2 4 1-16,-1 6 13 15,-2 5 41-15,1 7 8 16,1 5-13-16,1 0-32 15,3 13-3-15,2 11 20 16,0 6-1-16,-2 2-21 16,-2 0 2-16,-1-3-9 15,-3-6-6-15,0-6-54 0,0-7-90 16,-7-10-153 0,-4-17-374-16,0-4-561 0</inkml:trace>
  <inkml:trace contextRef="#ctx0" brushRef="#br0" timeOffset="44378.8">28471 4911 998 0,'0'0'156'15,"0"0"-99"-15,0 0-43 16,0 0-2-16,0 0-12 16,0 0-24-16,98 65-328 0</inkml:trace>
  <inkml:trace contextRef="#ctx0" brushRef="#br0" timeOffset="44900.91">28678 5009 641 0,'0'0'973'0,"0"0"-730"16,0 0-83-16,0 0-53 16,0 0 1-16,0 0-36 15,-1 93-10-15,10-69-14 16,0-1-29-16,-1-4-11 15,-3-2 5-15,-1-3-13 16,-2-6 8-16,-2-4-7 16,0-4 3-16,0 0-3 15,0-6 3-15,0-14-4 16,0-7-2-16,0-5-2 0,0-2 3 16,0 2 2-1,0 6 4-15,0 9-5 0,3 6 11 16,3 10-4-16,2 1-5 15,3 7 8-15,0 15 12 16,2 4 12-16,-2 4-19 16,-2 1 3-16,-1-2-12 15,-3-4 9-15,-2-4-14 16,-3-6 10-16,0-5-11 16,0-7 6-16,0-3-5 15,0-3 62-15,0-17-23 16,0-10-8-16,0-10-9 15,0-7 15-15,8-3 10 16,8 0-14-16,2 8 8 16,4 13-21-16,3 11-3 0,2 14-8 15,2 4-9-15,-2 8 7 16,1 15-7-16,-4 4-2 16,-5 3-27-16,-8 6-106 15,-11 10-115-15,-5-8-359 16,-14-6-1129-16</inkml:trace>
  <inkml:trace contextRef="#ctx0" brushRef="#br0" timeOffset="45114.52">28332 5467 1818 0,'0'0'342'16,"0"0"-218"-16,0 0-43 15,82-8 80-15,-27-7-54 16,13-5-43-16,3-1-31 16,-14 3-18-16,0 1-15 15,-14 4-63-15,-16 4-116 16,-12 2-306-16,-12 4-538 0</inkml:trace>
  <inkml:trace contextRef="#ctx0" brushRef="#br0" timeOffset="45310.02">28277 5688 1746 0,'0'0'327'0,"0"0"-207"16,0 0-1-16,100-14 18 15,-42-4-58-15,5-2-40 16,-1-1-15-16,-7 1-24 15,-5 3-42-15,-16 4-195 16,-13 2-536-16</inkml:trace>
  <inkml:trace contextRef="#ctx0" brushRef="#br0" timeOffset="53353.24">11087 707 783 0,'0'0'701'0,"0"0"-573"16,-33-98 48-16,28 74 38 0,5 19-104 15,0 5-82 1,19 23 4-16,4 17 67 0,1 11 3 16,-3 8-39-16,-9 3-17 15,-9 3-14-15,-3-5-9 16,-3-4-8-16,-12-6-4 15,-5-6 3-15,1-11-5 16,-2-10-2-16,2-14 5 16,-2-9 25-16,0-12 56 15,0-21-35-15,6-11-4 16,2-5-38-16,8-1-8 16,5 6-8-16,0 10 0 15,15 15-12-15,8 15-5 0,5 5 4 16,9 26 5-1,3 10 7-15,2 8 1 0,4 5 1 16,1-3 0-16,5-3-1 16,1-7-139-16,3-11-155 15,20-26-45-15,-15 0-270 16,-12-16-319-16</inkml:trace>
  <inkml:trace contextRef="#ctx0" brushRef="#br0" timeOffset="53789.14">11498 660 1270 0,'0'0'532'0,"0"0"-315"0,0 0-29 16,0 0-76-16,0 0-33 15,0 0-42-15,0 0-23 16,-58 12-6-16,73 9-1 16,7 1 4-16,5 4 10 15,3 1 16-15,3 0-6 16,-2 5-9-16,-1 1 1 15,-3 3-6-15,-8 1-2 16,-10-1-1-16,-7 0-1 16,-2-2-1-16,-8-4 1 15,-10-4-1-15,2-7-4 16,-4-12-1-16,3-7 7 16,2-4 2-16,0-20-5 0,6-10-11 15,6-8-11 1,3-3 11-16,0-1 1 0,9 3 0 15,6 1-1-15,1 3-2 16,0 0-29-16,-2 1 11 16,-1 1-5-16,-5 1 9 15,-8-3-8-15,0 3 3 16,-5 2 15-16,-12 3-18 16,-3 7-23-16,-2 12-17 15,1 12-16-15,4 2-135 16,7 39-130-16,4-1-22 15,6-4-257-15</inkml:trace>
  <inkml:trace contextRef="#ctx0" brushRef="#br0" timeOffset="54022.93">12047 649 329 0,'0'0'1226'0,"0"0"-937"16,0 0-146-16,0 0-45 16,0 0 35-16,-6 90-15 15,9-48-41-15,0 7-26 16,-3 1-32-16,0 3-5 16,-3-2-14-16,-12-1-53 15,-16 4-166-15,4-11-339 16,-1-17-476-16</inkml:trace>
  <inkml:trace contextRef="#ctx0" brushRef="#br0" timeOffset="54206.67">11810 735 1290 0,'0'0'363'16,"0"0"-136"-16,0 0-65 15,0 0 3-15,110 21-5 16,-56-4-40-16,7 3-26 15,3 1-41-15,-4 1-53 16,-8 2-6-16,6 13-193 16,-15-6-356-16,-13-8-599 0</inkml:trace>
  <inkml:trace contextRef="#ctx0" brushRef="#br0" timeOffset="54570.23">12237 481 1242 0,'0'0'239'0,"0"0"-7"16,0 0-132-16,0 0 12 15,0 0 47-15,0 0-27 16,83 62-53-16,-66-29 12 16,-4 0-33-16,-7 3-15 15,-6-1-23-15,0 0-6 16,0-6-1-16,-6-5-4 15,-3-9-1-15,-1-8 2 0,-1-7 9 16,3 0 4-16,0-13-16 16,2-4-6-16,4 1 10 15,2 4 3-15,0 5-8 16,3 6-6-16,13 1-12 16,6 0 12-16,4 14 0 15,7 3 17-15,4 4 1 16,1 1-12-16,1-1-5 15,-4-1-1-15,1-6-78 16,3-14-161-16,-9 0-238 16,-9-10-280-16</inkml:trace>
  <inkml:trace contextRef="#ctx0" brushRef="#br0" timeOffset="54983.18">12620 403 1104 0,'0'0'330'0,"0"0"11"0,0 0-99 15,0 0-50-15,0 0-81 16,0 0-59-16,0 0-3 16,-51 58-25-16,57-27-8 15,12 3-7-15,4 2-3 16,1-2 0-16,2 3 0 16,-1-1-6-16,-3-1 2 15,-6-3-1-15,-5-2 1 16,-4-3-1-16,-6-5-1 15,0-4-18-15,-7-6 4 16,-5-6 2-16,-3-6 1 0,0 0 11 16,1-18-1-1,3-8-5-15,5-5 4 0,4-3 4 16,2-4-1-16,0-1 8 16,0-3 3-16,6 0-6 15,-1-5-5-15,-2 0 5 16,-2-4-5-16,-1-1 5 15,0 3-5-15,0 8 1 16,-4 10-2-16,-1 12 0 16,-1 11-9-16,2 8-17 15,-1 5-161-15,2 27-113 16,-1 0-219-16,4-6-412 0</inkml:trace>
  <inkml:trace contextRef="#ctx0" brushRef="#br0" timeOffset="55643.68">12933 300 1222 0,'0'0'202'15,"0"0"62"-15,-88-59-74 16,40 30 2-16,-10-3-16 15,-21-3-51-15,-31-2-34 16,-28 1-29-16,-14 4-11 0,-3 11-15 16,6 11 7-16,12 10 15 15,-5 0-12-15,2 8-10 16,0 15-26-16,4 10 1 16,6 7-4-16,9 6 2 15,8 7 9-15,7 7 2 16,21-2-8-16,8 14 14 15,20 2-5-15,24 4-3 16,11 17-1-16,22 0-8 16,16 12 4-16,22 11 14 15,18 11 22-15,18 4-16 16,15 2-7-16,15-7-4 16,17-18-16-16,18-24-4 0,17-25 4 15,16-26-3 1,14-22 12-16,10-13 19 0,9-27 10 15,6-23 8 1,-5-16 2-16,-10-14-15 0,-15-7-14 16,-26-5-14-16,-24-4 7 15,-26 0 0-15,-26 1-11 16,-24 3 2-16,-21 2 2 16,-17 3-10-16,-17-2 16 15,-3 2 10-15,-33-4 3 16,-18-3-17-16,-23 2 5 15,-20 7-7-15,-15 15 1 16,-10 17-12-16,1 21 0 0,0 16 0 16,9 16-1-16,21 0 0 15,20 10-7-15,24 3-14 16,9 1-23-16,-3 7-36 16,-1 3-41-16,-19 22-110 15,12-4-298-15,3-9-663 0</inkml:trace>
  <inkml:trace contextRef="#ctx0" brushRef="#br0" timeOffset="76515.36">6691 16290 1280 0,'0'0'369'0,"0"0"-159"16,0 0 51-16,0 0 38 15,101-74-24-15,-13 39-77 16,34-9-58-16,11-1-34 16,-4-1-18-16,-28 9-8 0,-37 11-22 15,-14 5-1-15,-9 3-23 16,-2-1-4-16,1 2-7 15,-1 0-8-15,-18 5-3 16,-5 5-11-16,-10 2 5 16,-3 4 0-16,-3 1-6 15,0 0 0-15,0 0-33 16,-9 0-54-16,-10 11-51 16,-5 3-70-16,-19 15-137 15,2 0-200-15,0-5-243 0</inkml:trace>
  <inkml:trace contextRef="#ctx0" brushRef="#br0" timeOffset="76809.45">6756 16486 1393 0,'0'0'349'0,"0"0"-154"16,0 0 32-16,0 0 72 15,0 0 36-15,117-21-85 16,1-16-57-16,16-9-60 16,-3-4-10-16,-16 1-31 15,-36 13-23-15,-15 5-17 16,-16 6-8-16,-5 4-11 16,2-4-14-16,1-4-7 0,-3 3-4 15,-10 4-7-15,-15 8 0 16,-12 11-1-16,-6 3-75 15,-63 45-132-15,-4 7-280 16,-19 2-796-16</inkml:trace>
  <inkml:trace contextRef="#ctx0" brushRef="#br0" timeOffset="79326.16">11164 16361 1631 0,'0'0'505'15,"0"0"-348"-15,0 0 10 16,0 0 80-16,81-48-27 16,-14 33-69-16,22 0-49 15,-2 2-20-15,-5 3-20 0,-9 2-25 16,-22 0-9 0,5 1-8-16,-1-3-4 0,-11 3-15 15,-10 2 6 1,-10 1-7-16,-8-1-7 0,-8 3-37 15,-8-1-65-15,0 0-83 16,-27 3-275-16,-3 0-127 16,-9 0-420-16</inkml:trace>
  <inkml:trace contextRef="#ctx0" brushRef="#br0" timeOffset="79527.64">11192 16578 1655 0,'0'0'325'0,"0"0"-159"0,0 0 23 16,121-2 71-1,-48-17-78-15,-2-1-99 0,4-5-41 16,0 2-21-16,-15 1-6 16,0 3-15-16,-13 4-5 15,-16 8-104-15,-15 7-239 16,-16 0-449-16</inkml:trace>
  <inkml:trace contextRef="#ctx0" brushRef="#br0" timeOffset="91283.9">17258 14609 28 0,'0'0'109'15,"0"0"-34"-15,0 0 204 0,0 0-99 16,0 0-27-16,0 0-33 16,-10-47 20-16,3 38-8 15,-4-3-12-15,0 3-7 16,-3-1 24-16,-2 0-18 16,-3 4-12-16,-6 0-12 15,-3 1-5-15,-8 5 2 16,-8 0-16-16,-4 0-11 15,-6 0-3-15,0 2 5 16,2 6 3-16,7-1 4 16,5 1-12-16,6 1-7 15,7-1-14-15,3 0-1 16,2 2-7-16,2 2-12 16,1 2 0-16,-2 4 4 0,-1 3-7 15,1 6-2-15,-2 5 4 16,1 2 2-16,2 7-3 15,1 2-1-15,0 6 2 16,1 2-4-16,-1 2 4 16,1 1-2-16,1-1-6 15,1-3 0-15,2 1-2 16,4 1-1-16,0 1-1 16,4 2 3-16,3-1 4 15,3 1-4-15,0-2-4 16,0-3 2-16,9-1-1 15,4-5-7-15,3-2 7 16,4-2-7-16,-2-4 0 0,4 1 11 16,0-2-5-1,2-1-1-15,1-4-4 0,0 4 5 16,0-5-1-16,2 0 0 16,-2-3-4-16,2 1 4 15,0-5-5-15,-1-1 0 16,6-2 5-16,1-2-5 15,4-3 5-15,5-3-5 16,4 0 5-16,2-3-4 16,6 1 4-16,-1-1 3 15,2-2-8-15,-1 1-1 16,1-3 0-16,2 1 2 16,3-1 5-16,4-1-6 15,6 1 0-15,1 0 15 0,3-1-2 16,1-1-5-16,12 0 3 15,11 1 3-15,17-3-5 16,5 0 4-16,-10 0 2 16,-7-3-1-16,-14-5-2 15,1-2-1-15,-3-1-4 16,1-4-8-16,-11 1 8 16,-16-1-1-16,-10 1 2 15,-6-6 3-15,10-4 5 16,6-11 5-16,5-5-7 15,-4-5 3-15,-4 1 3 16,-2-5-7-16,-3 0 7 16,-3-2 0-16,-3-2-5 0,-3-2 1 15,-4-1-4-15,-6-2 2 16,-4-2-13-16,-3-3 10 16,-8-2-2-16,-3 1 7 15,-6-1-4-15,-7 1-1 16,-3 0 9-16,-3 3-10 15,-17-1 8-15,-4-1-5 16,-7 3-4-16,-8 2 1 16,-6 4-1-16,-8 1-1 15,-19-2-8-15,-20-2 5 16,-26-1-4-16,-12 5-2 16,-1 9 0-16,4 7-4 15,5 7 3-15,-5 1 1 0,0 2-1 16,-4 3 1-1,-2 5 8-15,2-1-8 0,1 5-5 16,6 4 4-16,7 4-5 16,3 4 5-16,7 3 1 15,8 0 6-15,17 7-6 16,20 3 0-16,14 0 0 16,8 2 9-16,-4 2-9 15,-5 4-5-15,-3 7 4 16,6 2-5-16,3 5 5 15,5 2 1-15,1 4 0 16,4 1 1-16,3 0-1 0,3-2-1 16,5 1-5-1,5-1 5-15,4-4-1 0,7-3-7 16,3-1-1-16,3-4-10 16,0-3-23-16,2 1-22 15,14 0-64-15,41 17-79 16,-2-5-259-16,8-8-366 0</inkml:trace>
  <inkml:trace contextRef="#ctx0" brushRef="#br0" timeOffset="96435.66">19017 15190 347 0,'0'0'486'0,"0"0"-242"16,0 0-1-16,0 0 17 15,0 0-12-15,0 0-57 16,46-37-58-16,-25 63 18 0,6 11 10 16,3 10 18-1,6 6-27-15,6-3-39 0,10 1-17 16,6-3-11-16,11-1 16 15,2-3-19-15,4-2-28 16,-4-3-8-16,-5-5-10 16,-8-3-22-16,-7-4-2 15,-14-4-11-15,-7-5 0 16,-11-5 0-16,-8-6 4 16,-5-2-5-16,-5-3 0 15,1-2-18-15,-2 0-34 16,0 0-36-16,0-7-49 15,3-8-165-15,-2-19-196 16,2 5-182-16,-1-2-298 0</inkml:trace>
  <inkml:trace contextRef="#ctx0" brushRef="#br0" timeOffset="96787.84">19918 15487 1147 0,'0'0'351'16,"0"0"-67"-16,0 0-101 15,0 0 55-15,0 0-8 16,24 100-55-16,-10-59-29 16,5 4-16-16,2 0-21 15,-2-1-52-15,2-4-21 0,-2-4-8 16,-4-4-10 0,-1-5-10-16,-8-7-7 0,-6-3 5 15,0-4 0-15,-11-1-5 16,-13-2 8-16,-13 2-7 15,-8-4 5-15,-8-2-5 16,-5 2-1-16,-2-2-1 16,6-3 2-16,6 4-1 15,12-3 0-15,10-1 0 16,8 0-1-16,7-1-1 16,5 1-17-16,3 1-28 15,2 1-53-15,1 1-65 16,0 7-173-16,1 0-206 15,7-6-287-15</inkml:trace>
  <inkml:trace contextRef="#ctx0" brushRef="#br0" timeOffset="96978.95">19917 16111 1813 0,'0'0'518'0,"0"0"-148"15,0 0-161-15,0 0-43 16,0 0-104-16,0 0-44 16,0 0-18-16,0-7-52 15,0 7-155-15,-2 0-416 16,-2-8-869-16</inkml:trace>
  <inkml:trace contextRef="#ctx0" brushRef="#br0" timeOffset="97583.97">19505 16508 689 0,'0'0'1189'0,"0"0"-860"15,0 0 61-15,0 0-168 16,0 0-113-16,-33 78 0 16,33 11 11-16,0 10-20 15,0-16-43-15,0-20-24 16,0-20-23-16,0-4-8 15,0 4 5-15,0 5-7 16,0-4-28-16,3-15-114 16,1-24-123-16,0-5-253 0,-1-11-185 15</inkml:trace>
  <inkml:trace contextRef="#ctx0" brushRef="#br0" timeOffset="97841.66">19590 16702 950 0,'0'0'395'15,"0"0"-110"-15,0 0-76 16,0 0-4-16,-52 79-46 16,23-49-56-16,-1 1-21 15,4-4-19-15,6-10 7 16,8-5 6-16,6-5-7 16,6-4 11-16,0 1-8 15,5 1-30-15,12 5 11 0,5 4 16 16,6-1-21-16,3 1-21 15,2 1-15-15,2-4-11 16,-2-1-1-16,-2-3-19 16,7-6-162-16,-9-1-331 15,-5 0-386-15</inkml:trace>
  <inkml:trace contextRef="#ctx0" brushRef="#br0" timeOffset="98020.06">19973 16755 1330 0,'0'0'654'0,"0"0"-385"0,0 0-85 15,0 0-51-15,0 0-34 16,0 0-62-16,91-8-37 16,-68 8-21-16,-5 0-152 15,-4 0-154-15,-8 0-411 0</inkml:trace>
  <inkml:trace contextRef="#ctx0" brushRef="#br0" timeOffset="98178.04">19920 16944 993 0,'0'0'607'0,"0"0"-327"15,0 0-129-15,0 0-73 16,0 0-10-16,82-3-45 0,3-11-23 15,-9 0-137-15,-2-1-401 16</inkml:trace>
  <inkml:trace contextRef="#ctx0" brushRef="#br0" timeOffset="98553.33">20518 16581 1275 0,'0'0'264'0,"0"0"65"16,0 0-94-16,1 106-25 16,1-63-38-16,-1-2-51 15,-1-1-25-15,0-4-37 16,0-5-24-16,-4-6-20 16,-2-4-3-16,1-11-6 0,1-8-5 15,3-2 17-15,1-19 31 16,0-12-25-16,1-11-6 15,15-3-3-15,5 4-4 16,3 6-4-16,2 11 8 16,2 7 9-16,0 10-1 15,2 7-4-15,0 0 5 16,0 17-11-16,-2 7 2 16,0 3-13-16,1 4 5 15,-4 3-6-15,-2 0-1 16,-3 3 0-16,-2-1-22 15,-3 7-126-15,-2-11-346 16,-5-8-291-16</inkml:trace>
  <inkml:trace contextRef="#ctx0" brushRef="#br0" timeOffset="98875.67">21086 16638 1478 0,'0'0'346'15,"0"0"-58"-15,0 0-145 16,0 0 53-16,0 0-32 16,-60 103-36-16,56-65-34 0,4-1-21 15,0-1-18 1,0-5-26-16,10-5-13 0,5-8-7 16,2-6-8-16,-2-10 11 15,3-2 6-15,-1-10-5 16,-2-13 2-16,-2-7-7 15,-3-3-7-15,-9-4 8 16,-1 3-9-16,-4 3 0 16,-13 7-18-16,-2 7-9 15,-5 11-16-15,0 6-27 16,5 0-56-16,8 20-123 16,8 0-139-16,3-1-492 0</inkml:trace>
  <inkml:trace contextRef="#ctx0" brushRef="#br0" timeOffset="99042.34">21392 16763 1416 0,'0'0'546'0,"0"0"-274"16,0 0-37-16,0 0-93 16,0 0-78-16,0 0-64 15,0 0-60-15,-26-6-98 16,45 14-98-16,-2-1-305 15,3-5-324-15</inkml:trace>
  <inkml:trace contextRef="#ctx0" brushRef="#br0" timeOffset="99513.72">21529 16436 1147 0,'0'0'270'0,"0"0"76"15,0 0-138-15,0 0-20 16,0 0-99-16,0 0-44 16,0 0-15-16,-13-14 6 15,23 14 35-15,5 6 18 16,-3 5-10-16,2 8-14 16,-1 5 11-16,-4 14 9 15,-5 7 20-15,-4 19-11 16,0 19 3-16,-7 13-11 15,-4 5-11-15,7-6-11 16,4-22-27-16,0-21-20 0,0-12-11 16,1-10 0-16,5 2-5 15,0-5 5-15,0 0-6 16,0-15 1-16,3-10-1 16,-1-2 1-16,2-22-1 15,5-14-6-15,-3-7-18 16,1-13-18-16,-8 0 2 15,-5 1 10-15,0 8 7 16,-15 10 13-16,-10 10 2 16,-7 9 7-16,0 8-6 15,-3 6 5-15,8 4-4 16,11 0-7-16,8 3-47 16,8 4-87-16,23 7-135 0,11-4-190 15,12-5-339-15</inkml:trace>
  <inkml:trace contextRef="#ctx0" brushRef="#br0" timeOffset="99874.38">22687 16740 1109 0,'0'0'367'16,"0"0"29"-16,0 0-73 16,0 0-59-16,-88-57-56 15,49 57-65-15,-3 9-23 16,0 18-35-16,5 9-33 15,7 10-2-15,12 5-4 16,11-1-10-16,7 2-13 16,10 0-14-16,17-6-8 15,9-3 1-15,6-3-2 16,7-6-38-16,18-13-109 16,-12-10-384-16,-11-11-474 0</inkml:trace>
  <inkml:trace contextRef="#ctx0" brushRef="#br0" timeOffset="100079.56">22854 16486 1564 0,'0'0'338'0,"0"0"-10"0,0 0-183 16,0 0-19-16,0 0 82 16,26 109-46-16,-9-53-35 15,4 6-42-15,1 2-39 16,-2-3-32-16,-1-1-8 15,-4 0-6-15,-2-11-10 16,-1-8-122-16,12-20-247 16,-3-14-273-16,-1-7-298 0</inkml:trace>
  <inkml:trace contextRef="#ctx0" brushRef="#br0" timeOffset="100901.76">23211 16687 1137 0,'0'0'379'0,"0"0"26"16,0 0-140-16,0 0-110 15,0 0-89-15,0 0 32 16,-68 73 21-16,44-37-17 16,0 4-34-16,2-5-24 15,5-3-22-15,7-5-13 16,6-9-8-16,4-8 0 16,0-10-1-16,9-4 9 15,13-17 11-15,6-5 3 0,4-3-16 16,2 3-5-16,-1 2-1 15,-3 11-1 1,-2 4 0-16,-3 8 0 0,0 1 18 16,1 1-6-16,1 12 6 15,0 1-7-15,0 2-10 16,-1-4 1-16,-2-4-2 16,-3-5-15-16,-3-3-71 15,0-8-87-15,-6-15-13 16,0-12 66-16,-8-5 55 15,-2 0 41-15,-2 1 24 16,0 8 3-16,-3 7 47 16,-6 12 30-16,1 7 4 15,1 5-37-15,-1 0-30 16,4 14-12-16,0 6-4 0,4 4 10 16,0 5-10-16,1-1 0 15,15 0-1-15,4 0 1 16,1-1 1-16,1-2 5 15,-1-2-5-15,-6-3-2 16,-7-4 0-16,-6-2 0 16,-2-5 0-16,-4 0 2 15,-10-4-1-15,-5-2 5 16,2-1-6-16,1-2 0 16,7 0-11-16,6-12-25 15,3-6-52-15,14-5-47 16,14-8-39-16,5-4-16 0,4-2-40 15,-3-2 89 1,-2 2 39-16,-7 5 79 16,-9 5 23-16,-5 8 28 0,-5 7 69 15,-6 7 100-15,0 5-25 16,-3 0-92-16,-9 15-19 16,1 2 45-16,5 5-10 15,3 4-19-15,3 1-19 16,0 1-13-16,14 2-5 15,5-1-3-15,1 1-7 16,1-4-11-16,-6 1-7 16,-2-3-10-16,-9-1 4 15,-4-3-5-15,0-6 5 16,-3 3 1-16,-11-7-5 16,-1-6-2-16,-2-4-10 0,4 0-71 15,4-17-97-15,2-6-329 16,5-1-472-16</inkml:trace>
  <inkml:trace contextRef="#ctx0" brushRef="#br0" timeOffset="101517.31">23959 16766 396 0,'0'0'770'15,"0"0"-631"-15,0 0 42 16,0 0-11-16,0 0-19 15,0 0-71-15,0 0-24 16,83 59-24-16,-65-59-1 0,-1 0-10 16,-1-6 10-16,-1-14-16 15,1-7-6-15,-1-5-2 16,0-2 2-16,-4-2-8 16,-7 2 9-16,-4 6 33 15,0 7 38-15,-1 10 15 16,-13 6 18-16,-4 5-13 15,-1 8-24-15,0 13 4 16,2 6-12-16,7 5-13 16,5 1-12-16,5 1-18 15,9-3-12-15,17-6-1 16,8-5 2-16,8-11-4 16,7-7-2-16,1-2 9 0,0-17-18 15,-1-10 0 1,-6-9-21-16,-3-4-1 0,-8 0 11 15,-8-1 5-15,-11 8 5 16,-5 8 1-16,-8 11 12 16,0 11 31-16,-5 3-11 15,-11 3-16-15,-5 18 2 16,0-1 12-16,6 7-5 16,3 2-2-16,8-3-11 15,4 1-11-15,0-1-1 16,7-1 2-16,6 0-1 15,0-2 0-15,-2-1 0 0,-3-5 0 16,-4-1 0 0,-1-3 0-16,-3-4-1 0,0-1 1 15,0-4 0-15,-10-1-1 16,-5-3-11-16,-5 0-32 16,-2-4-45-16,-14-15-83 15,5 2-197-15,1-2-482 0</inkml:trace>
  <inkml:trace contextRef="#ctx0" brushRef="#br0" timeOffset="101700.76">24869 16747 637 0,'0'0'1611'0,"0"0"-1056"0,0 0-301 16,0 0-95-16,0 0-33 15,0 0-81-15,0 0-45 16,-76 13-30-16,19 1-219 16,-16-2-743-16</inkml:trace>
  <inkml:trace contextRef="#ctx0" brushRef="#br0" timeOffset="113044.18">27103 16827 1126 0,'0'0'295'0,"0"0"-39"15,0 0 59-15,0 0 10 16,0 0-168-16,0 0-108 15,-82 52 17-15,65 56 47 16,1 9 24-16,7-16-13 16,6-29-21-16,2-28-19 15,-2-2-22-15,-1 1-2 16,-1 7-29-16,1 3-17 16,-3-11-14-16,1-6-16 15,2-11-83-15,-2-9-104 16,5-13-138-16,1-19 17 0,0-14-363 15,0-7-126-15</inkml:trace>
  <inkml:trace contextRef="#ctx0" brushRef="#br0" timeOffset="113344.92">27218 17084 692 0,'0'0'299'0,"0"0"-15"15,0 0 31-15,-39 103-13 16,5-58-78-16,-6 0-53 15,-8-3-45-15,0-3-44 16,2-10-27-16,9-5-15 16,11-12 23-16,13-5 29 15,10-4 16-15,3-3-14 0,4 0-25 16,14 0-44-16,9 0-15 16,5 0 1-16,6 3-1 15,2 12 2-15,2 4 0 16,3 3-1-16,-5-2-10 15,-2 2 0-15,-5-3-1 16,-5-4-11-16,-6-2-88 16,-3-4-186-16,0-9-103 15,-3 0-288-15,-3-12-851 0</inkml:trace>
  <inkml:trace contextRef="#ctx0" brushRef="#br0" timeOffset="113531.83">27592 17304 1219 0,'0'0'546'0,"0"0"-282"16,0 0-23-16,0 0-77 15,0 0 3-15,0 0-54 16,0 0-59-16,82 17-32 16,-55-8-22-16,-3-3-19 15,-1 3-183-15,-7-1-68 16,-6 2-343-16,-5-7-301 0</inkml:trace>
  <inkml:trace contextRef="#ctx0" brushRef="#br0" timeOffset="113694.73">27534 17519 1204 0,'0'0'383'0,"0"0"-62"0,0 0-113 16,0 0-134-16,143-21-61 15,-37 9-13-15,12-5-88 16,-25 2-270-16,-25 1-527 0</inkml:trace>
  <inkml:trace contextRef="#ctx0" brushRef="#br0" timeOffset="114111.1">28147 17132 1083 0,'0'0'384'0,"0"0"-80"16,0 0-10 0,0 0-158-16,0 0-36 0,84-28-23 15,-56 47 0-15,-6 4-7 16,-7 9 5-16,-10 2-10 16,-5-2-20-16,-6 1-21 15,-15-3-14-15,-3-4 1 16,-1-6-10-16,2-4 0 15,4-5 5-15,7-5 2 16,6-5 23-16,6-1 73 16,0 0 7-16,3 0-29 15,12 0-47-15,11 0-14 16,5 4-9-16,6 5-3 0,0 7-8 16,-1 2 1-16,-5 2-1 15,-7 2-1-15,-10 2 6 16,-14 0-5-16,0 1 0 15,-30-1 5-15,-13-3 0 16,-16-1-5-16,-5-5 6 16,2-3-7-16,6-3-45 15,16-5-60-15,19-7-134 16,14-10-296-16,7-8-334 0</inkml:trace>
  <inkml:trace contextRef="#ctx0" brushRef="#br0" timeOffset="114710.84">28739 16552 880 0,'-107'-54'184'16,"-39"-3"75"-16,-44-1-24 15,-24 12-37-15,-9 17-73 16,-17 7-89-16,-6 13-24 15,6 9-12-15,15 2-1 16,23 26 1-16,29 18 8 16,32 20 13-16,29 21 27 15,27 19 37-15,21 22 24 0,21 20 11 16,23 14 15 0,20 5 27-16,14-1-20 0,31-4 14 15,23 6-48-15,21 5 10 16,26-5-28-16,29-15-43 15,30-27-13-15,30-26 6 16,26-27 11-16,20-28 0 16,13-27-6-16,4-18-9 15,-6-24-6-15,-12-34-9 16,-16-24-7-16,-20-34-8 16,-27-32-5-16,-38-17 11 15,-39-11-6-15,-40 4-1 16,-31 6-5-16,-26-2-47 15,-12 0-34-15,-35 10-3 16,-30 13-22-16,-24 24 15 0,-23 19 7 16,-13 16 12-16,-5 20-24 15,2 15-43-15,0 17 3 16,5 18 10-16,8 14 53 16,8 2 58-16,25 10-12 15,19 5 4-15,21 1 17 16,8 3 4-16,0 5 1 15,1 5-5-15,-1 4 6 16,14 1-6-16,9 2-9 16,11 1-28-16,13-6-66 15,6-12-555-15</inkml:trace>
  <inkml:trace contextRef="#ctx0" brushRef="#br0" timeOffset="114900.71">28747 16762 1852 0,'0'0'348'0,"0"0"-159"0,0 0-57 16,0 0-59-16,0 0-36 16,0 0-13-16,-90 3-7 15,-32 11-17-15,3-4-236 16,-29-5-1259-16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45:10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19274 9927 1058 0,'0'0'305'15,"0"0"-103"-15,0 0-106 0,0 0-24 16,0 0-8-16,0 0-7 15,72-27 4-15,-47 27 0 16,0 0 1-16,0 6 3 16,1 10-15-16,-7 9 11 15,1 5-2-15,-7 7 3 16,-3 9 0-16,-5 7-7 16,-5 5-2-16,0 4 16 15,-13 2-19-15,1 0-6 16,1 0-15-16,4-2-12 15,7-7-8-15,0-4-8 16,8-10 8-16,18-8-7 16,7-8 5-16,9-10-7 0,7-8 0 15,2-7-14-15,-1-1-16 16,-2-18-25-16,-11-4 11 16,-10-5 6-16,-10 0 15 15,-7 2 17-15,-9 5 6 16,-1 4 1-16,0 8 18 15,0 6 39-15,-7 3 2 16,-3 19-32-16,-10 29-9 16,-5 30 40-16,-2 31 27 15,0 20 4-15,8 3-6 16,8-1-14-16,5-15-12 16,6 8 8-16,0 4-30 15,5 0-6-15,7 1-7 0,-2-2 17 16,2-3-22-1,-3-6 1-15,-1-1 17 0,-1-4-13 16,-3-1-10-16,-1-3-7 16,-3-6 11-16,0-27-7 15,0-19-4-15,-4-13-4 16,-5-3 4-16,2 5 1 16,-1 5-5-16,-3-3 10 15,3-11-6-15,0-11-6 16,2-11 1-16,2-7 1 15,1-3-1-15,3-3 5 16,-2-2-5-16,2 0-1 16,-1 0 0-16,-5 0 0 0,1 0 1 15,-2 0-1-15,-4-1 0 16,-5 1 0-16,-3 0 0 16,-4 0 0-16,-5 0 0 15,-2 0 2-15,-3 5-1 16,2 0 0-16,-1 2-1 15,3 0 1-15,0 0-1 16,4 0 1-16,1 1-1 16,5-3 0-16,4-1-18 15,4-1-12-15,3-3-35 16,3 0-14-16,5 0-83 16,0-16-185-16,6 1-345 15,7-1-692-15</inkml:trace>
  <inkml:trace contextRef="#ctx0" brushRef="#br0" timeOffset="176.24">19632 13106 2056 0,'0'0'534'0,"0"0"-459"16,0 0-32-16,0 0-43 15,0 0 0-15,0 0-205 16,0 0-515-16</inkml:trace>
  <inkml:trace contextRef="#ctx0" brushRef="#br0" timeOffset="4302.04">18282 13464 766 0,'0'0'376'16,"0"0"-112"-16,0 0-1 0,0 0-12 15,0 0-16-15,0 0-40 16,0 0-20-16,-12-19-9 15,12 19-20-15,0 5-45 16,-2 17-18-16,1 9 26 16,-2 8-10-16,0 7-38 15,-1 1-18-15,1 0-14 16,-2-3 2-16,2-5-10 16,0-5-9-16,0-8-4 15,3-7-8-15,-1-8 1 16,1-8 1-16,0-3 4 15,-2-9 4-15,-1-18-1 16,-3-10-8-16,2-10 1 16,-1-4-1-16,4-2 0 15,1 3 0-15,0 3 5 0,0 6-6 16,9 4 0-16,6 11 0 16,-2 6 0-16,5 7 0 15,1 9 0-15,1 4 0 16,4 0 0-16,-2 12 1 15,-1 10-1-15,0 6 2 16,-2 3 4-16,-4 5 3 16,0 0-2-16,-5 0 1 15,0 0-7-15,-3-4 1 16,-3-1-1-16,-1-3 0 16,-3-4 1-16,0-4-2 15,0-5 0-15,0-2-25 16,0-6-52-16,-3-2-48 0,-7-5-91 15,-8 0-246 1,2 0-143-16,-1-3-433 0</inkml:trace>
  <inkml:trace contextRef="#ctx0" brushRef="#br0" timeOffset="4879.66">18215 13537 434 0,'0'0'1066'0,"0"0"-722"15,0 0-48-15,0 0-129 0,0 0-1 16,0 0-8-16,-11 81-15 15,11-41-18-15,0 3-47 16,0-1-19-16,0-5-16 16,3-4-12-16,2-7-10 15,-2-6-9-15,0-7-6 16,0-5-5-16,-2-5 0 16,1-3 10-16,-2 0-4 15,0-12 7-15,0-12-13 16,0-8 5-16,0-7-6 15,0-7 1-15,1 0-1 16,5 0 0-16,2 4 0 0,2 5 0 16,2 4 0-16,1 8 0 15,1 3 10-15,2 10-10 16,2 4 0-16,2 8 0 16,0 0 9-16,1 8 11 15,0 13 4-15,-1 0 15 16,-4 7-8-16,-1 3-1 15,-3-2-9-15,-3 0-8 16,-5-2-1-16,1-3-4 16,-4 0-2-16,1-4-5 0,-2-1 0 15,0-4 0 1,0-2-1-16,0-2-24 0,-3-5-59 16,-13-3-93-16,3-3-349 15,0 0-574-15</inkml:trace>
  <inkml:trace contextRef="#ctx0" brushRef="#br0" timeOffset="58290.66">477 8006 1122 0,'0'0'231'0,"0"0"-2"15,0 0 13-15,-9-75-91 16,9 61-43-16,0 8-44 16,4 6-35-16,10 0-13 15,8 11 23-15,2 12 11 16,0 10 3-16,0 7-4 15,-5 5 2-15,-7 3-5 16,-7 2-11-16,-5 2-2 16,0 1-9-16,-20-1-2 15,-4-1-10-15,-4-5-4 16,-3-8-7-16,1-12 0 0,3-11 9 16,5-15 2-16,2-4 40 15,1-21 3-15,7-12-31 16,2-3-15-16,7 1-2 15,3 7-6-15,0 12-1 16,16 13-6-16,5 7 3 16,9 6-5-16,5 16 8 15,3 5 7-15,-1 4 3 16,2-1-8-16,1-4-1 16,-1-2-1-16,-2-10 0 15,2-9-79-15,1-5-51 16,-1-11-49-16,3-48-88 15,-7 3-220-15,-18-7-15 0</inkml:trace>
  <inkml:trace contextRef="#ctx0" brushRef="#br0" timeOffset="58649.37">771 7830 876 0,'0'0'270'0,"0"0"-37"0,0 0 14 16,0 0-26-16,0 0-36 15,0 0-62-15,-81-59-67 16,75 80-8-16,2 7 23 15,1 2 9-15,3 5-25 16,0-3-7-16,3 0-14 16,13-2 2-16,3 0-15 15,4-2 2-15,4 0-6 16,0-3-7-16,1 0-2 16,-3-2-7-16,-4-3 0 15,-4 0 1-15,-8 1 5 0,-4-2 4 16,-5-1-4-1,0-1 5-15,-8-3-6 0,-6-7 1 16,-5-7 2-16,1-8-9 16,-6-20 0-16,5-16-43 15,2-10-3-15,7-4 15 16,4-1 10-16,6 8 7 16,0 10-15-16,9 7-35 15,7 14-71-15,11 6-84 16,-5 4-178-16,-2 7-312 0</inkml:trace>
  <inkml:trace contextRef="#ctx0" brushRef="#br0" timeOffset="58897.97">1120 7621 1249 0,'0'0'570'0,"0"0"-349"15,0 0-81-15,0 0-50 16,0 0-27-16,0 0 86 16,19 86-33-16,-10-41-31 15,0 0-35-15,-3 2-17 16,-3-4-18-16,-1-5-15 16,-2-3 0-16,0-6-13 0,-2-6-120 15,-22-7-72 1,3-8-95-16,-4-7-441 0</inkml:trace>
  <inkml:trace contextRef="#ctx0" brushRef="#br0" timeOffset="59074.86">947 7858 950 0,'0'0'631'0,"0"0"-506"16,0 0 72-16,0 0-14 15,83 14-7-15,-38-8-52 16,7-1-33-16,2-1-38 15,4 1-26-15,-6 0-21 16,-7-3-6-16,1-2-98 16,-13 0-231-16,-12-2-509 0</inkml:trace>
  <inkml:trace contextRef="#ctx0" brushRef="#br0" timeOffset="59761.41">1309 7447 1352 0,'0'0'357'0,"0"0"-105"16,0 0-150-16,0 0 7 16,0 0 35-16,0 0-35 15,84 75-30-15,-69-39-20 16,-5 2 2-16,-7 2-17 16,-3 2-18-16,0-5-9 15,-6-7-16-15,-4-4-1 0,-1-11 1 16,-1-8 1-1,2-7 6-15,1 0-8 0,4-16-44 16,1-4 20-16,4 0 9 16,0 4 9-16,0 6 4 15,12 6 1-15,9 4-7 16,3 0 8-16,8 11 0 16,4-1 1-16,3 0 0 15,0-3 1-15,4-6 4 16,-3-1-6-16,-4-9 0 15,-6-15-1-15,-5-11-61 16,-7-9-23-16,-10-11-23 16,-8-14 34-16,-15-17 10 15,-8 5 48-15,-2 13 4 16,0 17 12-16,7 20 20 0,0 8 25 16,0 5 14-16,3 12 8 15,5 6-27-15,4 6-21 16,1 12-1-16,4 4 13 15,1 5-4-15,1 2-4 16,13 1 0-16,5 3-1 16,8-1-1-16,1 0-5 15,2 3 1-15,3-1-1 16,-6 0 5-16,-7 0-8 16,-9 3 1-16,-8 0-2 15,-3-2 0-15,-11-2-2 16,-8-6 1-16,0-9-4 15,4-14-5-15,2-4 11 0,2-25-6 16,8-30-7-16,3-25 0 16,3 3-9-16,13 4 1 15,1 13 6-15,5 21-14 16,2 2-33-16,3 4-39 16,-6 19-52-16,1 22-98 15,-10 15-147-15,-6 11-151 0</inkml:trace>
  <inkml:trace contextRef="#ctx0" brushRef="#br0" timeOffset="60032.26">735 8644 1861 0,'0'0'284'0,"0"0"-161"16,0 0 19-16,155-97 79 15,3-14-10-15,33-25-51 16,13-4-36-16,-19 15-49 16,-40 29-36-16,-18 10-20 15,-32 21-7-15,-29 17-10 16,-21 16-2-16,-18 12 0 16,-8 3-42-16,-7 3-41 15,-12 11-26-15,-12 3-60 16,-76 59-181-16,0-1-207 15,-6 7-175-15</inkml:trace>
  <inkml:trace contextRef="#ctx0" brushRef="#br0" timeOffset="60210.89">787 8857 1650 0,'0'0'272'16,"0"0"-169"-16,91-21 87 15,14-33 49-15,47-29 13 16,18-13-52-16,-12 1-80 15,-37 29-62-15,-54 31-34 16,-24 16-11-16,-19 13-13 16,-6 6-99-16,-18 23-198 15,0 8-247-15,-6 8-435 0</inkml:trace>
  <inkml:trace contextRef="#ctx0" brushRef="#br0" timeOffset="60497.74">801 9597 1788 0,'0'0'311'16,"0"0"-164"-16,0 0-20 0,0 0-38 16,0 0-43-16,99-68-23 15,-55 45-5-15,-2 6-18 16,-5 0-54-16,-19 14-154 16,-5 3-356-16,-13 0-224 0</inkml:trace>
  <inkml:trace contextRef="#ctx0" brushRef="#br0" timeOffset="60649.01">646 9919 1313 0,'0'0'170'0,"0"0"-96"16,0 0 3-16,0 0-14 15,80-14-32-15,5-32-31 0,-7 5-225 16,-4-1-552-16</inkml:trace>
  <inkml:trace contextRef="#ctx0" brushRef="#br0" timeOffset="61014.62">1348 9670 1947 0,'0'0'263'0,"0"0"-40"0,0 0 67 15,0 0-96-15,0 0-62 16,0 0-38-16,0 0-22 16,82-51 27-16,58-50 19 15,29-25-26-15,19-8-20 16,-12 8-8-16,-21 26-10 15,-15 10-24-15,-30 17 3 16,-35 22-32-16,-26 15-1 16,-22 14 0-16,-3 2-1 15,-6 4 0-15,-6 2 1 16,-12 11 0-16,-9 3-9 16,-24 5-66-16,-31 31-105 15,-60 44-56-15,14-5-280 16,-5 3-358-16</inkml:trace>
  <inkml:trace contextRef="#ctx0" brushRef="#br0" timeOffset="61314.79">1452 9941 1706 0,'0'0'514'16,"0"0"-391"-16,0 0 58 15,0 0 66-15,141-152 6 16,2 31-69-16,36-14-27 16,9 2-40-16,-8 19-20 15,-26 22-13-15,-17 11-21 16,-16 7-28-16,-30 16-13 0,-27 14-4 16,-25 13-7-1,-9 6-2-15,-8 2-9 0,-1 3 0 16,-8 3 1-16,-11 7 0 15,-2 10-1-15,-27 0-54 16,-89 69-139-16,2-2-149 16,-26 11-663-16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34:23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23641 717 983 0,'0'0'659'0,"0"0"-535"16,0 0 6-16,0 0-23 16,0 0-14-16,0 0-29 15,88 2-18-15,-73 23-2 16,-5 11-8-16,-8 6 14 15,-2 9 14-15,-19 6 7 16,-10 3 8-16,-4 4 15 16,1-1-18-16,3-3-30 15,9-2-21-15,10-10-19 0,9-9-4 16,1-8-1-16,14-10 0 16,9-8 1-16,4-12 5 15,4-1 1-15,-1-7-2 16,-1-7-5-16,-7-1 11 15,-7 5-11-15,-6 5-1 16,-3 5 0-16,-5 12 2 16,-1 31 26-16,0 32 86 15,0 31 7-15,0 11-6 16,0-4-31-16,0-10-3 16,0-19 6-16,0-2-24 15,5-16-15-15,-1-13-14 16,-1-12-4-16,-3-4-7 15,2 2 1-15,-2 1-14 0,0 1-2 16,0-9-7-16,-9-8 5 16,-12-2-5-16,-9-5 10 15,-25-3-4-15,-29-2 1 16,-40-9-8-16,-23-3 0 16,-14 0-50-16,1 0-123 15,46 7-292-15,15-1-998 0</inkml:trace>
  <inkml:trace contextRef="#ctx0" brushRef="#br0" timeOffset="3684.28">25904 2426 1415 0,'0'0'515'0,"0"0"-339"16,0 0-15-1,-20 119 69-15,9-23-40 0,0 10-23 16,4-14-71-16,2-26-48 16,-1-25-18-16,5-10-17 15,-2 1-6-15,-2 2-5 16,1-1-2-16,-1-9-50 15,1-11-134-15,1-8-123 16,-1-10-36-16,1-17-284 16,1-6-200-16</inkml:trace>
  <inkml:trace contextRef="#ctx0" brushRef="#br0" timeOffset="3906.08">25853 2464 660 0,'0'0'722'16,"0"0"-360"-16,0 0-4 0,40-75-117 15,-17 62-49-15,5 6-46 16,3 7-47-16,2 0-19 16,0 7-12-16,-6 9-21 15,-6 5-16-15,-5 0-8 16,-10 3-8-16,-6-1 1 16,0 4-7-16,-15-3-3 15,-15 3-5-15,-11-1 6 16,-4-4-7-16,-10-2-35 15,11-6-253-15,16-14-556 0</inkml:trace>
  <inkml:trace contextRef="#ctx0" brushRef="#br0" timeOffset="4595.54">26784 2162 424 0,'0'0'494'0,"0"0"-154"16,0 0-49-16,0 0 16 16,0 0-52-16,0 0-38 15,0 0-22-15,-91-41-37 16,54 66-38-16,-15 27 4 16,-8 31-7-16,-3 32-17 15,11 15 1-15,16 2-20 16,21-9-7-16,12-33-5 15,3-17-12-15,8-25-12 0,12-7-25 16,10 2-10-16,6 4-2 16,5 1-1-16,0-12-7 15,-2-11-9-15,12-11-121 16,-13-11-200-16,-5-3-765 0</inkml:trace>
  <inkml:trace contextRef="#ctx0" brushRef="#br0" timeOffset="6173.33">26878 2559 337 0,'0'0'1083'15,"0"0"-753"-15,0 0-18 16,0 0-78-16,0 0-42 16,0 0-91-16,0 0-64 15,-27-20-18-15,42 40 25 16,7 5 9-16,4-2-7 16,2-3-19-16,5-4-4 15,0-8-11-15,1-6-2 16,-4-2-8-16,-3-12 16 15,-9-10-5-15,-7-9 3 0,-6-3 2 16,-5-5 14-16,0 5 25 16,0 5 16-16,-3 8-6 15,-2 10 4-15,1 11-7 16,3 3-38-16,-1 36-20 16,2 33 0-16,0 34 20 15,3 13 19-15,9-7 8 16,2-13-5-16,-3-30-12 15,-3-14-5-15,-2-14-7 16,-3-5-10-16,0 2-7 0,-3-3-5 16,0-4-1-16,0-9 7 15,-15-10-1-15,-9-9 1 16,-6-3-7-16,-4-7 8 16,-4-13-9-16,0-7-1 15,5-4-28-15,5-3-35 16,8 1-37-16,7 1-44 15,11-2-60-15,14-13-270 16,12 6-182-16,5 3-480 0</inkml:trace>
  <inkml:trace contextRef="#ctx0" brushRef="#br0" timeOffset="6346.06">27293 2721 1011 0,'0'0'786'0,"0"0"-464"15,0 0-82-15,0 0-50 16,0 0-65-16,0 0-70 16,97-24-39-16,-74 24-16 15,3 0-6-15,4 7-158 16,-7 5-187-16,-8-1-496 0</inkml:trace>
  <inkml:trace contextRef="#ctx0" brushRef="#br0" timeOffset="6527.94">27351 2900 1270 0,'0'0'408'0,"0"0"-112"16,0 0-153-16,0 0-22 16,0 0-44-16,103-25-43 15,-56 12-26-15,7-2-8 16,22-2-106-16,-10 2-248 15,-9 2-630-15</inkml:trace>
  <inkml:trace contextRef="#ctx0" brushRef="#br0" timeOffset="6909.27">27956 2599 1185 0,'0'0'657'15,"0"0"-296"-15,0 0-36 0,0 0-100 16,0 0-45-16,0 0-35 16,-92 52-28-16,71-19-4 15,4 4 3-15,3 2-18 16,6 0-40-16,7 0-14 16,1-4-1-16,9-3-4 15,10-8-16-15,5-5-4 16,1-5-7-16,4-8-4 15,-1-6-2-15,-1 0-5 16,1-6 5-16,-1-14-4 16,-3-8 5-16,-5-9-1 15,-2-7 0-15,-8-4-5 16,-6-2 0-16,-3 4 5 0,-3 8-6 16,-14 7 0-16,-11 13-9 15,-8 11-29-15,-7 7-53 16,-1 2-71-16,4 18-120 15,15 0-472-15,10-6-1152 0</inkml:trace>
  <inkml:trace contextRef="#ctx0" brushRef="#br0" timeOffset="7474.79">28344 1985 155 0,'0'0'990'0,"0"0"-596"15,0 0 108-15,0 0-213 16,0 0-23-16,0 0-93 16,0 0-87-16,-43 95 55 15,37 10 20-15,0 24-23 16,4 13 10-16,2 5-26 16,0-8-29-16,0-4-9 15,-3-8-9-15,2-13-26 16,1-15-8-16,-2-22-20 15,2-21-9-15,0-18-3 16,0-13-8-16,0-2 0 0,0-6-1 16,-1-8-54-16,-2-9-57 15,-3-20-52-15,6-48-182 16,0 3-487-16,0-6-875 0</inkml:trace>
  <inkml:trace contextRef="#ctx0" brushRef="#br0" timeOffset="8131.58">28480 2505 1209 0,'0'0'677'0,"0"0"-397"0,0 0-3 15,0 0-64-15,0 0-84 16,0 0-58-16,0 0-18 16,83-15-12-16,-59 34-4 15,-3 6-2-15,-3 6-7 16,-6 6 6-16,-3 2 1 15,-6 2 5-15,-3 0-14 16,-2-1-10-16,-14-3 1 16,-2-1-10-16,-4-8-5 15,1-4 4-15,4-12-5 0,3-4 1 16,5-7-1-16,4-1 8 16,5-4-8-16,0-13 0 15,3-7-1-15,14-5-1 16,5-3-8-16,2-2-1 15,2 3-4-15,1-2-7 16,2 1 3-16,-4 0-4 16,1 1 8-16,-4 2 5 15,-3 2 8-15,-7 4 0 16,-3 5 1-16,-4 6 1 16,-3 3 0-16,-2 5 5 15,0 4 2-15,0 0 2 0,-4 5-1 16,-6 17-7-16,-4 14 5 15,-2 8 11-15,4 7 5 16,2 8-2-16,10-1 6 16,0-1 12-16,16-2-7 15,14-6 4-15,7-10-16 16,6-8-13-16,1-10-1 16,-4-8-6-16,-6-7-15 15,-8-6-98-15,-12-14-223 16,-14-6-972-16</inkml:trace>
  <inkml:trace contextRef="#ctx0" brushRef="#br0" timeOffset="9408.99">28014 2726 39 0,'0'0'502'0,"0"0"241"16,0 0-476-16,0 0 27 16,0 0-39-16,0 0-61 15,0 0-35-15,-19-52-19 16,16 52-30-16,-3 0-49 0,-3 3-34 16,-3 12-17-16,0 2 4 15,-1 1-4-15,6 1-8 16,2-6-1-16,5-3 0 15,0-3 1-15,0-7-2 16,9 0-1-16,7-5 1 16,1-11 4-16,2-4-3 15,-3-5 1-15,-4 4-1 16,-4 2 8-16,-5 2-7 16,-3 5 7-16,0 6 13 0,0 5 39 15,-1 1 1 1,-13 0-22-16,-7 12-24 0,-3 9 1 15,-2 6 8-15,3 6 2 16,2 4-1-16,8-2-13 16,5-2-11-16,8-6-1 15,0-5 5-15,9-6-6 16,8-6 0-16,5-8 1 16,2-2 0-16,-2-7 0 15,2-11-1-15,-6-7-6 16,-3-2 4-16,-6-3 1 15,-5 4 0-15,-4 2 1 16,0 7 1-16,-1 5 5 16,-14 10 4-16,-3 2-1 15,-9 5-8-15,-3 18 5 16,-1 4-4-16,0 5 19 16,5 2-5-16,6 1-1 0,7-4-7 15,6-5-7-15,7-4 8 16,0-5-9-16,6-7 1 15,12-6 1-15,7-4-1 16,5-4 5-16,2-15-5 16,-3-8-1-16,0-10-13 15,-7-4 1-15,-7-5 2 16,-5-1 2-16,-4 0 7 16,-6 8 1-16,0 10 0 15,0 9 1-15,-6 9 0 16,-7 8 6-16,-2 3-6 0,-6 6 0 15,-1 14 0 1,1 7-1-16,0 5 0 0,6 4-2 16,8-2 2-16,5-1-1 15,2-3 0-15,5-6 1 16,12-5-1-16,6-6-4 16,-1-10 5-16,4-3 0 15,-3-10-15-15,-2-12-7 16,-4-7 7-16,-6-4 4 15,-1-1 4-15,-7 0 7 16,-3 1-1-16,0 7 1 16,-2 4 1-16,-7 9 0 0,-3 9 0 15,0 4 0 1,-5 3 0-16,0 17-1 0,-1 3 0 16,5 7 0-16,2 0 0 15,7-1-6 1,4-2 5-16,0-4-26 0,3 2-166 15,9-5-379-15,-6-10-502 16</inkml:trace>
  <inkml:trace contextRef="#ctx0" brushRef="#br0" timeOffset="10919.94">27870 2155 751 0,'0'0'616'0,"0"0"-263"0,0 0-6 15,0 0-62-15,0 0-2 16,0 0-98-16,0 0-82 16,-28-26-46-16,26 45-25 15,-1 9 33-15,2 6 22 16,1 7-22-16,0-1-25 16,0 0 1-16,0-5-15 15,1-4-14-15,4-5-11 16,-2-6 1-16,0-4-1 0,-2-8 0 15,2-4 0 1,-3-4 5-16,0 0-4 0,0-9 8 16,0-15-1-16,-6-10-9 15,-1-10 0-15,-1-8 0 16,2-2-7-16,0-1 6 16,5 8-1-16,1 11 2 15,0 14 0-15,0 9 6 16,0 10-4-16,0 3-1 15,0 11-1-15,1 13 1 16,8 11 7-16,-1 4 0 16,-1 4 1-16,2-2 1 0,-3-1-2 15,0-6-7 1,0-4 0-16,-3-9 0 16,0-6-1-16,-2-5 1 0,1-5 0 15,-2-5 0-15,0 0 5 16,0-7 0-16,0-13-6 15,-3-10-10-15,-6-7-5 16,1-2-6-16,2-2 6 16,2 6 6-16,1 9 7 15,3 9 1-15,0 9 0 16,0 8-5-16,0 0-3 16,0 15-3-16,0 12 12 15,2 9 0-15,2 8 0 0,-3 0 1 16,-1 1 1-16,0-3-2 15,11 6-67-15,-1-10-201 16,8-12-546-16</inkml:trace>
  <inkml:trace contextRef="#ctx0" brushRef="#br0" timeOffset="11586.92">29011 1867 990 0,'0'0'385'0,"0"0"16"16,0 0-84-16,0 0-109 15,0 0-109-15,0 0-4 16,0 0 67-16,82 150 11 16,-36-41-17-16,1 17-31 15,-4 2-17-15,-6-7-4 0,-10-12-9 16,-10-6-32 0,-9-7-15-16,-8-17-15 0,0-21-16 15,-10-15-10-15,-8-1-6 16,-8 1 5-16,-3 6-4 15,-9-1 4-15,2-7-5 16,-1-12 0-16,3-7-1 16,3-13-12-16,2-7-64 15,1-13-107-15,10-14-368 16,5-8-1049-16</inkml:trace>
  <inkml:trace contextRef="#ctx0" brushRef="#br0" timeOffset="12753.93">29691 2592 325 0,'0'0'1018'15,"0"0"-675"-15,0 0-46 0,0 0-47 16,0 0-66-16,0 0-52 16,0 0-61-16,3 0-41 15,22-4-7-15,8-2-14 16,5 0-9-16,0-1-31 16,-2 3-139-16,-6 4-107 15,-10 0-345-15,-10 0-376 0</inkml:trace>
  <inkml:trace contextRef="#ctx0" brushRef="#br0" timeOffset="12908.46">29702 2764 1046 0,'0'0'496'0,"0"0"-286"15,0 0-60-15,0 0-81 16,91-20-69-16,0 0-69 15,-8 3-214-15,-1-1-407 0</inkml:trace>
  <inkml:trace contextRef="#ctx0" brushRef="#br0" timeOffset="13351.77">31153 2372 179 0,'0'0'1378'0,"0"0"-1051"16,0 0-69-16,0 0-72 15,0 0-40-15,0 0-32 16,0 0-36-16,-70 12-19 16,52-10-15-16,1-2-9 15,3 0-2-15,3-4 22 16,3-11 7-16,5-4-5 15,3-7-10-15,0 0-9 16,14-2-8-16,5 4 1 16,-1 5 7-16,3 9-2 15,-2 5-2-15,0 5-5 0,0 9-5 16,-3 16 7 0,1 11 15-16,-5 8 8 0,-2 7 8 15,-4 0-13-15,-3 4-1 16,-1-4-21-16,-2-1-9 15,0-6-6-15,0-7-10 16,1-6 4-16,-1-7-6 16,2-9 0-16,-2-6-21 15,0-7-57-15,0-2-61 16,0 0-77-16,-3-6-458 16,-7-8-787-16</inkml:trace>
  <inkml:trace contextRef="#ctx0" brushRef="#br0" timeOffset="13706.92">31174 3039 1410 0,'0'0'488'16,"0"0"-332"-16,0 0 79 15,0 0-26-15,0 0-47 16,0 0-56-16,0 0-34 16,-23 79-8-16,14-69-9 0,-4-1-14 15,3-5-11 1,-1-3-12-16,-1-1-1 0,6 0-9 16,3-3 5-16,3-6-12 15,0-3 1-15,3 1-1 16,9 0 0-16,2 5 0 15,-1 3 0-15,-1 0-1 16,-2 3 1-16,-2 0-1 16,-2 3 0-16,-6 14-7 15,0 0-102-15,0-4-513 0</inkml:trace>
  <inkml:trace contextRef="#ctx0" brushRef="#br0" timeOffset="16526.39">25770 11486 1818 0,'0'0'351'16,"0"0"-77"-16,0 0-27 15,0 0-137-15,12 120 33 16,8-21-38-16,0-3-30 16,-4-18-23-16,-7-27-22 15,0-14-16-15,-3 4-13 16,0 2 10-16,-1 2-11 15,-5-10-13-15,0-9-56 0,-2-12-85 16,-10-14-127 0,-6-8-49-16,0-26-241 0,-9-49 41 15,4-16-90-15,5-1 261 16,9-17 202-16,9 42 157 16,4 16 607-16,11 6-226 15,5 16-81-15,7-1-4 16,5 0-31-16,13 0-60 15,1 10-52-15,3 11-26 16,0 11-23-16,-5 6-34 16,-7 6-25-16,-7 16-12 15,-11 7-5-15,-11 7 14 16,-8 2-11-16,-6 4-4 16,-19-3 3-16,-7-3-15 15,-1-2-6-15,1-5-9 0,5-5-11 16,3-11-168-16,9-6-343 15,9-7-956-15</inkml:trace>
  <inkml:trace contextRef="#ctx0" brushRef="#br0" timeOffset="16894.2">27404 10883 1088 0,'0'0'826'0,"0"0"-634"15,0 0 27-15,-61 106 15 16,34 12 23-16,8 30-72 16,19 8-25-16,9-7-47 15,24-21-18-15,9-14-33 16,3-11-31-16,4-12-10 16,-7-19-13-16,-6-22-8 0,-7-20-5 15,-3-18-71 1,20-18-114-16,-8-16-323 0,-3-12-386 0</inkml:trace>
  <inkml:trace contextRef="#ctx0" brushRef="#br0" timeOffset="17412.9">27670 11185 937 0,'0'0'896'15,"0"0"-743"-15,0 0 32 16,0 0 46-16,29 77-22 0,-3-43-60 16,7 0-59-16,7-3-38 15,2-3-19-15,3-7-24 16,-4-9-8-16,-2-9 11 16,-4-3-12-16,-7-15-1 15,-6-16-11-15,-7-11-2 16,-6-6 7-16,-4-5 5 15,-4 6 1-15,-1 6 1 16,0 15 0-16,0 11 29 16,0 15 22-16,0 3-17 15,0 33-16-15,-3 29 63 16,3 32 40-16,0 17-12 16,0 3-34-16,0-6 21 0,5-15-10 15,-1-6-37 1,-2-20-13-16,-2-12-10 0,0-17-13 15,0-7-2-15,-2-1-10 16,-7-4 8-16,-2-4 0 16,-3-14-3-16,-5-11 0 15,-6-2 3-15,-7-21-9 16,-7-9-13-16,-3-4-24 16,2-1-13-16,0 2-5 15,5 6-26-15,6 8-20 16,5 5-44-16,10 6-60 15,14-9-146-15,0 5-307 16,15-5-572-16</inkml:trace>
  <inkml:trace contextRef="#ctx0" brushRef="#br0" timeOffset="17633.4">28444 11414 1053 0,'0'0'936'0,"0"0"-721"16,0 0 97-16,0 0-126 16,0 0-63-16,0 0-56 15,0 0-37-15,102-11-12 16,-79 8-17-16,-2 1-1 16,-6 1-1-16,0 0-86 15,-1 1-195-15,-4 0-274 16,-6 0-338-16</inkml:trace>
  <inkml:trace contextRef="#ctx0" brushRef="#br0" timeOffset="17819.09">28426 11629 1347 0,'0'0'642'0,"0"0"-379"15,0 0 25-15,0 0-87 16,0 0-31-16,0 0-47 15,0 0-48-15,87 6-41 16,-56-9-24-16,4-6-10 16,28-13-152-16,-10 5-519 0,0-7-991 15</inkml:trace>
  <inkml:trace contextRef="#ctx0" brushRef="#br0" timeOffset="18448.67">29320 11198 443 0,'0'0'734'0,"0"0"-480"15,0 0 108-15,0 0-72 16,0 0-30-16,0 0-13 15,0 0-55-15,-35-36-61 16,16 56-11-16,-2 8-6 16,0 5-9-16,3 9-4 15,8 1-21-15,4 1-1 0,6-2-11 16,0-2-17-16,13-5-9 16,8-3-12-16,4-3-9 15,3-8 0-15,0-6-11 16,-3-5-2-16,-1-8-2 15,-2-2 0-15,-2-5 1 16,1-12-1-16,-2-8 2 16,-1-6-7-16,0-6 5 15,-3-4 2-15,-3-5-7 16,-8 2 5-16,-4 0 1 16,0 8-1-16,-8 4-5 15,-11 10 5-15,-8 8-6 16,-5 7-1-16,-6 7-5 15,-3 0-1-15,0 5-20 16,7 11-29-16,7 1-50 0,12-2-74 16,15 4-79-16,8-6-418 15,14-8-332-15</inkml:trace>
  <inkml:trace contextRef="#ctx0" brushRef="#br0" timeOffset="18841.91">29973 10394 1058 0,'0'0'502'0,"0"0"-214"15,0 0 36 1,0 0-96-16,0 0-4 0,-103 138-36 16,79-19-19-16,8 23-21 15,9 13-18-15,7 1 0 16,10-11-5-16,8 0-13 16,1-3-29-16,-5-16-25 15,-6-11-22-15,-5-17-7 16,-3-26-5-16,0-18-12 15,0-14-12-15,-9-9 1 16,-4-2 8-16,-1-4-9 16,0-5-41-16,0-15-52 15,-1-5-48-15,-4-44-93 0,1-1-326 16,4-7-660-16</inkml:trace>
  <inkml:trace contextRef="#ctx0" brushRef="#br0" timeOffset="19582.21">30313 11185 1235 0,'0'0'405'0,"0"0"-58"16,0 0 0-16,0 0-29 15,0 0-103-15,0 0-71 16,0 0-53-16,0-45-37 15,7 58-38-15,10 10 14 16,5 11 17-16,-1 5-10 16,-4 6-1-16,-4 0 1 0,-9 2-7 15,-4-5-10-15,0-1-8 16,-12-4-2-16,-5-6-4 16,-3-8-5-16,5-5 0 15,2-7 5-15,6-11-4 16,2 0 7-16,5-9 2 15,0-11-11-15,9-7-2 16,12-5 2-16,7-1-1 16,5-2-13-16,3-2-2 15,0 0 4-15,1 0 0 16,-5 2 3-16,-2 3 3 16,-7 3 5-16,-2 1 1 15,-5 3 0-15,-4 3 0 16,-4 6-6-16,-4 3 6 15,-2 6 9-15,-2 4 0 0,0 3 16 16,-3 2-11-16,-12 18-13 16,-8 10 27-16,-3 8 26 15,-1 9 21-15,2 2-9 16,6 3-6-16,6-4-4 16,7 1-10-16,6-6-5 15,0-2-14-15,12-7-5 16,4-7-4-16,4-6-10 15,-2-6-7-15,-1-8 5 16,0-7-5-16,-5 0-1 16,-2 0-47-16,3-17-97 15,13-22-111-15,-5 3-253 0,3-6-668 0</inkml:trace>
  <inkml:trace contextRef="#ctx0" brushRef="#br0" timeOffset="19944.26">30974 10278 1560 0,'0'0'517'0,"0"0"-188"16,0 0-82-16,0 0-86 0,82 133 2 15,-30-8-28-15,-1 24 25 16,-5 9-10-16,-12-7-27 16,-13-14-32-16,-12 0-11 15,-9-2-20-15,0-9-6 16,-21-11-32-16,-7-13-4 16,-2-23-1-16,2-23-10 15,1-14 8-15,-3-6-9 16,-3-1-5-16,-5-1 7 15,-3-3-7-15,5-11-1 16,8-14-29-16,4-6-62 16,17-46-74-16,5 0-137 15,2-11-565-15</inkml:trace>
  <inkml:trace contextRef="#ctx0" brushRef="#br0" timeOffset="20155.83">31528 11371 2009 0,'0'0'376'0,"0"0"-212"16,0 0 43-16,0 0-97 16,0 0-64-16,0 0-31 15,99-12-15-15,-68 11-6 16,-5-1-101-16,-5 2-213 15,-6 0-308-15,-8 0-539 0</inkml:trace>
  <inkml:trace contextRef="#ctx0" brushRef="#br0" timeOffset="20306.57">31479 11589 1179 0,'0'0'810'16,"0"0"-707"-16,0 0-5 15,0 0-31-15,133-11-35 16,-30-9-32-16,-12 2-127 16,-19 1-465-16</inkml:trace>
  <inkml:trace contextRef="#ctx0" brushRef="#br0" timeOffset="20678.15">32656 11067 1292 0,'0'0'239'0,"0"0"23"15,0 0-14-15,0 0-49 16,0 0-74-16,-85 0-15 16,69-3 21-16,2-10-3 15,5-5-14-15,5-7-22 16,4-6-24-16,0-2-4 15,15 0-4-15,6 7-8 0,-2 5 8 16,1 10 5-16,-1 9-6 16,-1 2-11-16,1 18-16 15,2 19 8-15,0 22 37 16,-2 3-2-16,-2 7-12 16,-1 0-12-16,-7-8 3 15,0 2-36-15,-4-1-8 16,-5-8-9-16,0-1-1 15,-11-7-6-15,-7-3-89 16,-12 3-109-16,4-10-280 16,3-11-698-16</inkml:trace>
  <inkml:trace contextRef="#ctx0" brushRef="#br0" timeOffset="20908.7">32700 11743 1227 0,'0'0'608'0,"0"0"-473"16,0 0 147-16,-87 42 51 15,72-33-135-15,6-2-89 16,2-4-16-16,5-3 5 16,2 0 6-16,0-10-53 15,9-1-35-15,6-4-16 16,1 4-16-16,-14 8-130 15,-2 3-468-15,-7 0-1461 0</inkml:trace>
  <inkml:trace contextRef="#ctx0" brushRef="#br0" timeOffset="21286.28">28076 12430 1568 0,'0'0'623'0,"0"0"-435"16,0 0 124-16,0 0-106 0,167 18 27 15,13-18-47-15,60-1-39 16,45-16-30-16,22 1-26 16,4 8 7-16,4 5-25 15,-14 3-44-15,-31 0-5 16,-52 0-9-16,-74 0-8 16,-63 0-7-16,-53 0-6 15,-28-2-40-15,-34-6-43 16,-51 4-64-16,-49 4-90 15,-37 0-93-15,27 11-265 16,20-2-329-16</inkml:trace>
  <inkml:trace contextRef="#ctx0" brushRef="#br0" timeOffset="21579.79">27819 12862 1733 0,'0'0'358'15,"142"0"-45"-15,25-15 198 16,49-11-231-16,36-9-27 16,23 0-67-16,1 8-9 15,17 8-33-15,9 7-3 16,-1 6-141-16,-16 4 0 16,-21 0 0-16,-37-1 0 15,-48-4 0-15,-58-2 0 16,-53 2 0-16,-38 1 0 0,-21 4 0 15,-9-1 0 1,0-1 0-16,-42 2 0 0,-49 2 0 16,-75 23 0-16,-63 10-240 15,27-3-313-15,6-3-1370 0</inkml:trace>
  <inkml:trace contextRef="#ctx0" brushRef="#br0" timeOffset="34600.39">25749 14286 1450 0,'0'0'595'16,"0"0"-361"-16,0 0-1 15,0 0-119-15,-18 96-14 16,5 0 47-16,0 1-34 15,3-14-46-15,4-24-32 16,2-16-26-16,-1 6-8 16,1 5 1-16,-2-1-2 15,0-10-17-15,3-15-139 16,-2-28-178-16,2 0-210 16,0-21-225-16</inkml:trace>
  <inkml:trace contextRef="#ctx0" brushRef="#br0" timeOffset="34820.15">25656 14327 899 0,'0'0'367'0,"29"-72"-122"0,-3 36 41 16,13 1-39-16,10 10-91 15,8 9-39-15,6 13-19 16,-2 3-25-16,-6 14-8 16,-12 14-26-16,-14 6-18 15,-17 8-5-15,-12 8 5 16,-21 4 6-16,-24 1-1 15,-10-2-9-15,-6 0-17 16,0-6-5-16,10-9-57 0,15-13-102 16,14-11-182-1,17-13-491-15</inkml:trace>
  <inkml:trace contextRef="#ctx0" brushRef="#br0" timeOffset="35058.15">26632 13927 1470 0,'0'0'607'0,"0"0"-298"15,0 0-88-15,0 0-109 16,-50 147 86-16,33-29-17 16,6 12-34-16,11-4-26 15,3-19-26-15,21-20-55 16,-1-18-28-16,0-16-12 0,-3-17 0 15,-2-11-22 1,7-7-94-16,24-25-101 0,-4-15-376 16,-2-22-402-16</inkml:trace>
  <inkml:trace contextRef="#ctx0" brushRef="#br0" timeOffset="35440.23">26962 14093 1415 0,'0'0'300'16,"0"0"-80"-16,0 0 40 16,0 0-85-16,23 105-10 15,1-71-43-15,3-1-45 16,0-7-42-16,-5-6-21 0,-1-9-5 16,-6-11 0-16,0 0 9 15,-1-18 8-15,0-11-8 16,-2-8-8-16,2-3-2 15,-4 7 11-15,-4 7 45 16,-3 10 41-16,-1 13 3 16,-2 3-44-16,0 27-35 15,-2 35-14-15,-7 33 79 16,-1 14 21-16,-1 3-7 16,4-11-27-16,-4-12-15 15,-2 0-34-15,-1-18-17 16,1-16-14-16,6-18 0 15,1-16-1-15,0-4-32 16,1-10-93-16,2-7-59 0,3-51-114 16,12-10-524-16,7-12-824 15</inkml:trace>
  <inkml:trace contextRef="#ctx0" brushRef="#br0" timeOffset="35607.88">27358 14431 1733 0,'0'0'392'16,"0"0"-80"-16,0 0-141 16,0 0-102-16,0 0-44 15,93-15-15-15,-72 13-10 16,-2 2-12-16,2 0-166 0,-5 0-175 16,-5 0-309-16</inkml:trace>
  <inkml:trace contextRef="#ctx0" brushRef="#br0" timeOffset="35757.37">27340 14576 204 0,'0'0'1328'15,"0"0"-1070"-15,0 0 17 16,0 0-77-16,0 0-111 16,0 0-48-16,119-4-39 15,-42-11-60-15,-12 1-296 16,-3-3-479-16</inkml:trace>
  <inkml:trace contextRef="#ctx0" brushRef="#br0" timeOffset="35984.13">27859 14266 1013 0,'0'0'866'16,"0"0"-569"-16,0 0 33 15,0 0-177-15,0 0 74 16,0 0-70-16,-33 98-16 15,26-57-27-15,1 4-26 16,2 0-46-16,-1-3-26 16,2-3-14-16,2-4-2 15,1-9-1-15,0-5-12 16,0-7-77-16,0-7-106 16,6-7-345-16,1 0-417 0</inkml:trace>
  <inkml:trace contextRef="#ctx0" brushRef="#br0" timeOffset="36462.71">28229 13684 1549 0,'0'0'567'15,"0"0"-238"-15,0 0 49 16,0 0-187-16,0 0-85 16,-3 99-46-16,8 22 14 15,7 22-4-15,4 7-12 16,-4-7 43-16,-2-13-16 15,-8-4-4-15,-2-11-12 16,0-12-51-16,-10-21-16 0,-1-23-2 16,2-20-2-16,0-15-82 15,2-11-115-15,2-7-150 16,-1-6-460-16</inkml:trace>
  <inkml:trace contextRef="#ctx0" brushRef="#br0" timeOffset="36972.84">28483 14350 1989 0,'0'0'334'0,"0"0"-80"0,0 0-47 16,110-5-72-16,-71 18-60 15,-3 6-16-15,-8 5-8 16,-8 3-24-16,-11 3 8 15,-9 1-13-15,-3 2 4 16,-23-1 5-16,-7 1-2 16,-5-4-17-16,-1-5-11 15,2-6 7-15,9-6-7 16,9-8 6-16,12-4-6 16,7-2-1-16,1-16-20 15,23-6-31-15,9-7 0 16,7-3 9-16,5-2 15 0,3-3 6 15,-5 0 11 1,-1-4-1-16,-8 2 11 0,-6 4-6 16,-7 3 6-16,-7 7 0 15,-8 9 9-15,-3 8 28 16,-3 8 20-16,0 2-19 16,-5 12-14-16,-8 16-5 15,-7 13 46-15,1 8 6 16,2 7 19-16,6-2-16 15,5-1-29-15,6-3-18 16,0-6-20-16,14-6 2 16,5-9-9-16,1-7-1 0,3-11-5 15,2-11-35-15,15-24-100 16,-4-11-145-16,-4-12-747 0</inkml:trace>
  <inkml:trace contextRef="#ctx0" brushRef="#br0" timeOffset="37228.74">29123 13662 1728 0,'0'0'538'16,"0"0"-350"-16,65 106 115 15,-2 0-57-15,4 17-27 16,-7 0-77-16,-20-12-48 15,-19-15-35-15,-17-5-13 16,-4-3 4-16,-20-18 20 16,-6-16-20-16,-1-14-40 0,-5-9-9 15,-6 2-1-15,-5-1-15 16,-9-18-138-16,11-7-184 16,21-11-1188-16</inkml:trace>
  <inkml:trace contextRef="#ctx0" brushRef="#br0" timeOffset="37599.25">29742 14253 1309 0,'0'0'677'0,"0"0"-365"0,0 0-48 16,0 0-114-16,0 0-93 16,0 0-38-16,0 0-19 15,106-18-21-15,-78 17-204 16,-7 1-309 0,-9 0-454-16</inkml:trace>
  <inkml:trace contextRef="#ctx0" brushRef="#br0" timeOffset="37757.52">29721 14454 1058 0,'0'0'777'0,"0"0"-520"16,0 0-91-16,0 0-75 16,157-3-53-16,-40-14-38 15,-11 1-114-15,-16-2-594 0</inkml:trace>
  <inkml:trace contextRef="#ctx0" brushRef="#br0" timeOffset="38124.55">30847 14014 1763 0,'0'0'339'0,"0"0"19"16,0 0-79-16,-103 48-78 16,57-3-12-16,-5 21-47 0,8-1-49 15,9 2-33-15,10 2-12 16,18-15-6-16,6 4-3 16,0-8-17-16,19-10-2 15,9-9-19-15,4-13-1 16,2-14 0-16,2-4 0 15,0-20 6-15,-3-17 8 16,0-23-4-16,-10-21-10 16,-8 0-4-16,-12 8-32 0,-3 12-18 15,-9 25 6 1,-10 3-12-16,-5 11-26 16,0 17-83-16,10 12-163 0,4 15-327 15,10 0-657-15</inkml:trace>
  <inkml:trace contextRef="#ctx0" brushRef="#br0" timeOffset="38279.17">31026 14263 1788 0,'0'0'476'16,"0"0"-179"-16,0 0-156 15,0 0-93-15,0 0-48 16,0 0-51-16,86-49-184 15,-60 44-322-15,-7-3-393 0</inkml:trace>
  <inkml:trace contextRef="#ctx0" brushRef="#br0" timeOffset="38574.36">31296 13987 1753 0,'0'0'520'16,"0"0"-9"-16,0 0-311 15,0 0-35-15,0 0-54 16,92-57-71-16,-62 57-25 16,-1 0-4-16,-1 13 8 15,-1 9 2-15,-5 11-3 16,-2 9 6-16,-4 9 4 0,-7 7 7 16,-5 2-4-1,-4 1-4-15,0-1-10 0,-6-4-1 16,-8-5-1-16,-1-2-9 15,-3-9-6-15,1-8 0 16,0-11-7-16,1-9-91 16,-3-12-93-16,6-15-329 15,1-8-625-15</inkml:trace>
  <inkml:trace contextRef="#ctx0" brushRef="#br0" timeOffset="38746.35">31250 14350 1995 0,'0'0'599'0,"0"0"-273"15,0 0-173-15,0 0-86 0,93 0-47 16,-18 0-7-16,42-5-13 16,47-10-140-16,-15 5-519 15,-15-5-1365-15</inkml:trace>
  <inkml:trace contextRef="#ctx0" brushRef="#br0" timeOffset="39228.35">32206 14179 1073 0,'0'0'584'15,"0"0"-105"-15,0 0-172 16,0 0-43-16,0 0-80 15,0 0-67-15,0 0-49 16,24-13-39-16,4 10-16 16,3 2-13-16,2-1 0 15,-3 2-13-15,-9 0-122 16,-5 3-217-16,-8 5-336 16,-8 0-353-16</inkml:trace>
  <inkml:trace contextRef="#ctx0" brushRef="#br0" timeOffset="39402.74">32034 14357 902 0,'0'0'603'0,"0"0"-313"0,0 0-28 16,0 0-87-16,0 0-67 16,84 1-32-16,-32-1-42 15,3 0-23-15,1-3-11 16,13-17-179-16,-15 1-457 15,-9-3-352-15</inkml:trace>
  <inkml:trace contextRef="#ctx0" brushRef="#br0" timeOffset="39700.18">32492 13977 1159 0,'0'0'547'0,"0"0"-193"16,0 0-69-16,0 0-122 15,0 0-14-15,0 0 28 16,0 0-42-16,45 82-43 16,-23-54-39-16,1 0-13 15,1 0-14-15,-4 0-8 16,-4 2-5-16,-3 0 1 16,-7 2-13-16,-6 2 18 15,0-1 2-15,-3 4-4 16,-12-1 17-16,-2-2 6 15,-2 1-14-15,1-4-13 16,0-1-12-16,2-4-1 16,6 2-21-16,8-4-142 0,2-7-497 15,0-11-1092-15</inkml:trace>
  <inkml:trace contextRef="#ctx0" brushRef="#br0" timeOffset="43004.68">32714 13349 221 0,'0'0'884'15,"0"0"-610"-15,-50-95 72 16,25 63-88-16,1 12-184 15,3 14-63-15,-2 6-11 16,0 22-1-16,0 15 1 0,2 13 13 16,5 5 39-16,8 1 26 15,8-2-11-15,2-4-5 16,17-4-15-16,4-3-8 16,4-6-10-16,7-4-29 15,-6-11-204-15,-7-10-597 0</inkml:trace>
  <inkml:trace contextRef="#ctx0" brushRef="#br0" timeOffset="43214.07">32720 13246 1275 0,'0'0'404'0,"0"0"-55"15,0 0-225-15,0 0-77 16,6 82 9-16,-2-35 21 15,-4 3 5-15,0 2-15 16,0 0 13-16,0 1-23 16,-7-2-14-16,3-4-43 15,4 0-51-15,0-13-420 16,4-16-721-16</inkml:trace>
  <inkml:trace contextRef="#ctx0" brushRef="#br0" timeOffset="44098.51">32880 13336 1210 0,'0'0'304'15,"0"0"-31"-15,0 0-114 0,0 0-12 16,0 0-16-16,-97 80-38 16,78-49-20-16,1-3-30 15,3 0-20-15,6-5-11 16,4-3-10-16,5-5-1 15,0-8-1-15,2-4-7 16,12-3 7-16,5-9-18 16,3-12-31-16,2-5 9 15,3-3 13-15,1-2 14 16,-2 4 13-16,-6 5 1 16,-3 8 6-16,-7 9-5 15,-4 5 7-15,-4 2 9 16,-1 18 20-16,-1 6 13 15,0 5-5-15,0 1-14 0,0 1-9 16,0-5-23-16,0-4 8 16,5-6-8-16,4-7-1 15,4-8-39-15,2-3-43 16,4-8-12-16,4-15-94 16,-2-7-31-16,1-6 30 15,-1-3 79-15,-4-4 83 16,-4 6 28-16,-6 5 69 15,-5 9 8-15,-2 9 30 16,0 9-5-16,0 4-42 16,0 1-34-16,-2 2-18 0,1 13-7 15,-1 2 7-15,2 4-7 16,0 0 8-16,0 0-1 16,0 0 2-16,0-1 0 15,0 1-1-15,0-1-7 16,0-1-1-16,0-4 1 15,-7-1-1-15,1-1 0 16,-2-9 0-16,5 1 5 16,3-5-6-16,0 0 0 15,8 0-33-15,10-14-112 16,5-6-10-16,4-8 46 16,2-6 40-16,2-4 51 15,-3-2 18-15,-4-1 16 16,-6 5 40-16,-9 8 40 15,-4 8 33-15,-5 9 7 16,0 8-10-16,0 3-56 16,-3 0-38-16,-6 15 5 0,-2 7-10 15,2 6-5-15,3 2 12 16,5 4 6-16,1-2-19 16,0 0 1-16,0-1-7 15,0 0-5-15,0-1-2 16,0-4-7-16,0-1 7 15,-3-6-7-15,-8-3 9 16,-3-4-4-16,-5-2-4 16,-1-6-1-16,-1-3 5 15,3-1-6-15,3 0-14 16,11-15-114-16,4-2-252 0,0 0-700 16</inkml:trace>
  <inkml:trace contextRef="#ctx0" brushRef="#br0" timeOffset="44391.64">33638 13266 1252 0,'0'0'561'0,"0"0"-63"0,0 0-372 15,0 0-55-15,0 0-23 16,0 0-17-16,0 0-2 16,-17 48 35-16,10-9 0 15,3 5-3-15,1-1-15 16,1 1-7-16,2 0 9 16,0-1 1-16,0 4-14 15,0 5-22-15,-6 18-13 16,-2-11-116-16,-15-16-1536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35:38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28703 14837 1060 0,'0'0'291'0,"0"0"-65"16,0 0-54-16,0 0-78 16,0 0-31-16,0 0-25 15,20 13-15-15,-8-9-10 16,1 0-7-16,0-4-6 15,0 0-60-15,-1 0-187 16,-2 0-152-16,-4-5-509 0</inkml:trace>
  <inkml:trace contextRef="#ctx0" brushRef="#br0" timeOffset="139.73">28687 14973 977 0,'0'0'276'0,"0"0"-77"0,0 0-83 16,0 0-75-16,109-23-41 16,-58 9-122-16,-5 1-658 0</inkml:trace>
  <inkml:trace contextRef="#ctx0" brushRef="#br0" timeOffset="11617.16">11725 12617 1071 0,'0'0'291'0,"0"0"-153"16,0 0 3-16,0 0-20 15,0 0-42-15,0 0-3 0,93 34 53 16,-4-11-17-16,39 3-25 16,20 0 3-16,16-4 11 15,-6-7-21-15,-1-3-25 16,8-5-11-16,2-2-4 16,8-2-4-16,1-2-1 15,0 0-11-15,1-1-4 16,-5 0-13-16,-6 0 0 15,-7 0 1-15,-10 0-8 16,-12 0 10-16,-11 0-2 16,-10 4-2-16,-7-1-5 15,-3-2 7-15,-1 0-7 16,0-1 0-16,2 2 14 16,-1-1-6-16,5 3 0 15,-1 1 0-15,2 0 3 0,-2 1-2 16,-5 0-2-16,-2 1-2 15,-2-3-5-15,-1 0 5 16,2-2-5-16,3 1 0 16,6-3 9-16,-1 0-4 15,0 2 0-15,0 0-4 16,-6 1-1-16,-3-3 7 16,-2 0-7-16,1 0 8 15,-3 0-8-15,0 0 5 16,-2-7 6-16,-2 1-11 0,1-4 5 15,-2 0 1 1,-2-1 7-16,-1-2-7 0,-4 0-1 16,-12 1 0-16,-16 3 2 15,-10-2-2-15,-5 2-5 16,12-4 11-16,7-2-11 16,12-2 8-16,0-1-8 15,2-2-1-15,2 0 8 16,-2 2-7-16,3-2 1 15,-1-1-1-15,-2 1 7 16,-2-1-7-16,-2-1 5 16,-4 1-5-16,-1-2 8 15,-3 1-3-15,-4-3 3 16,-2 1 0-16,-3-2-1 16,-2 1 1-16,-4 0 9 0,-1 0-3 15,-2-4-6 1,1 0 3-16,-4-2-2 0,-1-1 1 15,-4-4-5-15,-5 0 3 16,-3-3 1-16,-5-2-1 16,-3-2-1-16,-4-2-7 15,-4 1 5-15,-4-1-5 16,-4 2 0-16,-2-1 5 16,-3-1-5-16,0 1 1 15,-1 0-1-15,-12 2 7 16,-3 2-8-16,-4 1 0 15,-3 3 0-15,-2 2-5 16,-2 3 3-16,0 3 1 0,-1 4 1 16,1 5-1-16,2 5-14 15,1 4 4-15,0 2 2 16,-2 3 3-16,-3 3 5 16,-3-1-8-16,-5 3 8 15,-3 0-5-15,-5-2 6 16,-22 1-12-16,-31-9 3 15,-41-8-36-15,14-1-241 16,8-5-563-16</inkml:trace>
  <inkml:trace contextRef="#ctx0" brushRef="#br0" timeOffset="12775.28">12133 11342 542 0,'0'0'542'0,"0"0"-325"15,0 0 0-15,0 0-24 16,0 0-17-16,0 0-53 16,-71-14-41-16,38 14 6 15,-6 10 11-15,-10 10 11 16,-2 8 22-16,-5 11-6 16,-1 7-21-16,-4 19-5 15,-5 17-26-15,4 12-8 16,5 6-2-16,14-7-1 15,17-8-13-15,10-19-16 16,11-12-2-16,1-10 5 16,4-7-10-16,0 7-9 15,0 3-6-15,0 4 4 0,4-6-2 16,4-6-5-16,1-3-8 16,1-4 5-16,-1-3-6 15,2-5 1-15,-1 2 5 16,2-6-6-16,1 0 1 15,-2-3 0-15,4-1-1 16,-2-6-17-16,1-1-60 16,11-1-94-16,-1-1-134 15,-3-7-429-15</inkml:trace>
  <inkml:trace contextRef="#ctx0" brushRef="#br0" timeOffset="12919.24">11725 12735 1913 0,'0'0'289'0,"0"0"-199"15,0 0-27-15,0 0-63 0,0 0-46 16,0 0-905-16</inkml:trace>
  <inkml:trace contextRef="#ctx0" brushRef="#br0" timeOffset="14540.33">18875 6602 978 0,'0'0'802'0,"0"0"-575"0,0 0 88 16,0 0-24 0,0 0-76-16,0 0-102 0,-20-23-71 15,12 72 6-15,1 5 24 16,-2 9-8-16,1 5-22 15,1-12-21-15,-1 6-20 16,0-4 5-16,0-5-6 16,0-5-6-16,1-6-78 15,-5-4-173-15,5-10-345 16,-1-14-261-16</inkml:trace>
  <inkml:trace contextRef="#ctx0" brushRef="#br0" timeOffset="14793.46">18816 6532 768 0,'0'0'650'15,"0"0"-401"-15,0 0-39 16,0 0-59-16,104-70-32 16,-71 70-36-16,-3 0-11 15,-5 4-13-15,-4 9-13 16,-9 6-8-16,-7 5 3 15,-5 3-8-15,-5 2-17 16,-16 0-4-16,-10 0-6 16,-6 0-6-16,-4-1-7 0,4-5-103 15,-3 3-114 1,13-6-308-16,7-8-487 0</inkml:trace>
  <inkml:trace contextRef="#ctx0" brushRef="#br0" timeOffset="15123.56">19751 6307 1107 0,'0'0'379'15,"0"0"103"-15,0 0-210 16,0 0-9-16,0 0-91 0,-82 21-32 16,40 21 6-16,-11 25-5 15,-6 28-24-15,6 25-9 16,14 2-23-16,18-10-18 16,21-17-14-16,2-26-25 15,15-13-17-15,0-13-11 16,2-11 1-16,5 0-1 15,4-4-33-15,19-11-99 16,-7-10-184-16,-6-7-540 0</inkml:trace>
  <inkml:trace contextRef="#ctx0" brushRef="#br0" timeOffset="19396.93">19845 6546 674 0,'0'0'575'16,"0"0"-275"-16,0 0 40 15,0 0-51-15,0 0-43 16,0 0-99-16,0 0-61 15,-24-1-40-15,24 24 63 16,0 6 3-16,0 0-25 16,3 2-21-16,9-2-9 15,3-2-14-15,3-3-10 16,0-4-12-16,3-3-6 0,-3-5-7 16,1-4-7-16,0-5 5 15,-2-3-5-15,1 0-1 16,-2-9 7-16,0-10-6 15,-3-5-1-15,0-8 0 16,-4 1 0-16,-3-1-2 16,-2 6 2-16,-2 4 0 15,-2 10 1-15,0 7 5 16,0 5-6-16,0 2 0 16,0 18 0-16,0 13 0 0,0 9 31 15,0 8 32 1,0 2 6-16,1 2-17 0,5-2-14 15,-1 2-13-15,-2-2-2 16,0-1 4-16,-2-3-3 16,-1-4-2-16,0-8-10 15,0-7-4-15,-6-4-2 16,-6-6-5-16,-1-7 13 16,-5-5-5-16,-3-6 3 15,-3-1 3-15,-4-3-9 16,-2-12 0-16,-3-3-5 15,-1-1 4-15,1 2-5 16,-3 3-22-16,2 6-83 16,7 4-104-16,6 2-354 15,11-3-850-15</inkml:trace>
  <inkml:trace contextRef="#ctx0" brushRef="#br0" timeOffset="20924.29">20355 6828 497 0,'0'0'708'0,"0"0"-429"0,0 0 51 16,0 0-113-16,0 0-60 15,0 0-59-15,0 0-49 16,-7-1-25-16,23 1-14 16,6 0-4-16,4-2-5 15,4 2-1-15,11 0-69 16,-8 0-176-16,-8 0-380 0</inkml:trace>
  <inkml:trace contextRef="#ctx0" brushRef="#br0" timeOffset="21115.94">20325 6938 1069 0,'0'0'585'0,"0"0"-325"16,0 0-118-16,0 0-73 15,0 0-3-15,0 0-39 16,102 0-27-16,-60-2-30 15,22-6-182-15,-11 0-275 16,-3-1-481-16</inkml:trace>
  <inkml:trace contextRef="#ctx0" brushRef="#br0" timeOffset="21372.03">21025 6571 1687 0,'0'0'398'16,"0"0"-25"-16,0 0-119 16,-90-1-46-16,59 21-71 15,0 11-35-15,2 6-13 16,4 7-16-16,7-1-15 16,9-2-22-16,6 0-21 15,3-5-10-15,8 0-5 0,16-7-6 16,5-1-4-16,9-10-87 15,30-13-149-15,-6-5-372 16,-6-1-372-16</inkml:trace>
  <inkml:trace contextRef="#ctx0" brushRef="#br0" timeOffset="22061.62">21320 6632 947 0,'0'0'788'16,"0"0"-390"-16,0 0-67 15,0 0-106-15,0 0-64 16,-98 17-38-16,73 10-11 16,-1 7-28-16,4 1-23 0,4-1-19 15,7-1-19 1,8-6-15-16,3-3-8 0,0-7-2 16,14-5 1-16,8-9-16 15,3-3-13-15,2-7-34 16,0-15-47-16,0-5 14 15,-3-7 34-15,-3-1 23 16,-6-2 20-16,-3 3 19 16,-6 8 1-16,-3 6 25 15,-2 7 36-15,-1 9 26 16,0 4-21-16,0 0-39 16,-7 16-11-16,-5 8 19 15,1 3 10-15,4 2-8 16,4 1-20-16,3-6-7 15,0-2-10-15,9-6 1 0,10-6 4 16,4-9-5-16,4-1 0 16,1-7 10-16,2-14-9 15,-5-4-2-15,-3-5 1 16,-4-1-19-16,-4 1-1 16,-8 4 2-16,-2 2 3 15,-4 7 8-15,0 8-5 16,0 5 3-16,0 2 1 15,0 2-2-15,0 0-13 16,0 12 10-16,2 2 7 16,2 3 6-16,3 4 0 15,1 1 0-15,-2 4 2 16,0 0 5-16,-3 4 11 0,0-2 17 16,-3 1 16-1,2-4-11-15,-2-4-11 0,2-2 12 16,-2-6 4-16,2-1-13 15,1-5-4-15,0-2-7 16,4-3 0-16,2-2-1 16,3 0-5-16,0 0-8 15,-1 0-7-15,-3 0 0 16,-2 0-58-16,4-4-100 16,0-1-157-16,-4-3-623 0</inkml:trace>
  <inkml:trace contextRef="#ctx0" brushRef="#br0" timeOffset="22543.97">21790 6292 598 0,'0'0'775'16,"0"0"-284"-16,0 0-158 16,0 0-71-16,0 0-27 15,0 0-49-15,0 0 38 16,0 127-41-16,5-40-41 16,5 21-15-16,5 3-5 15,0-8-16-15,1-24-31 16,-7-27-33-16,-1-11-19 15,-3-7-22-15,-3 2 1 16,-2 1-1-16,0-1-1 16,0-11-19-16,-15-10-85 0,-3-8-74 15,-10-19-83-15,4-12-443 16,5-10-1056-16</inkml:trace>
  <inkml:trace contextRef="#ctx0" brushRef="#br0" timeOffset="23091.95">22069 6602 1517 0,'0'0'606'15,"0"0"-355"-15,0 0-86 0,0 0-36 16,0 0 13-16,97 10-45 15,-64 9-12-15,-3 2-28 16,-6 4-14-16,-10 2-2 16,-6 2 1-16,-8 2-3 15,-2-1-8-15,-17-2-13 16,-6-1-7-16,-4-7-10 16,3-4 0-16,4-6 5 15,8-5-5-15,5-5 1 16,6 0-2-16,3-10 0 15,1-7-15-15,14-6-16 16,9 0 14-16,3-5-2 16,3-1 18-16,0 1-9 0,-4-1 9 15,1 2 0 1,-3-1 1-16,-6 5 0 0,-3 5 0 16,-5 3 12-16,-5 8 18 15,-4 2 11-15,-1 5-8 16,0 0-15-16,0 9-8 15,-4 13-9-15,-7 6 25 16,0 7 17-16,3 2 2 16,3-1-4-16,5-2-11 15,0-4-24-15,2-5-5 16,12-2 0-16,3-6 0 16,1-6 0-16,-1-5-1 15,-1-6-41-15,9-8-85 16,-5-9-164-16,-1-8-544 0</inkml:trace>
  <inkml:trace contextRef="#ctx0" brushRef="#br0" timeOffset="23376.96">22518 6132 1763 0,'0'0'530'16,"0"0"-221"-16,0 0-82 0,0 0 6 16,116 117-65-1,-46-33-4-15,7 28-26 16,-7 11-12-16,-22-7-31 0,-26-14-19 16,-22-16-20-1,-3-17-28-15,-21-13-27 0,-3-11-1 16,-19 9-1-16,-29 15-5 15,-23 7-51-15,-12-2-95 16,27-26-106-16,24-25-439 0</inkml:trace>
  <inkml:trace contextRef="#ctx0" brushRef="#br0" timeOffset="26172.08">23587 6652 570 0,'0'0'657'0,"0"0"-381"0,0 0-86 16,0 0-54-16,0 0 24 16,0 0-22-16,0 0-26 15,0 0-37-15,0 0 13 16,0 0 14-16,0 0 2 15,0-2-22-15,0-3-21 16,0 0-38-16,0 0-15 16,0 4-8-16,0 1-17 15,2 0-118-15,1 22-176 16,0 4-84-16,-1-1-426 0</inkml:trace>
  <inkml:trace contextRef="#ctx0" brushRef="#br0" timeOffset="26446.99">23562 7047 1222 0,'0'0'324'0,"0"0"35"16,0 0-58-16,0 0-48 15,54 93-60-15,-39-62-59 16,-3 0-22-16,-8 2-5 15,-4 0 6-15,-1-2-26 16,-17-5-19-16,-3-1-23 0,-8-5-13 16,-2-4-2-16,-3-4-13 15,-5-4-10-15,-3-4-5 16,-2-4-2-16,-1 0-21 16,-6 0-96-16,14 0-187 15,9-3-639-15</inkml:trace>
  <inkml:trace contextRef="#ctx0" brushRef="#br0" timeOffset="27087.13">24193 6422 189 0,'0'0'1280'0,"0"0"-779"0,0 0-192 16,0 0-1-16,0 0-71 15,0 0-102-15,0 0-84 16,-31 37 8-16,31 15 24 16,1 7-23-16,7 5-15 15,2-5-18-15,-1-3-17 16,-1-6-3-16,-5-7-7 16,-2-7-16-16,-1-3-85 15,-4-5-155-15,-7-8-305 16,-4-12-270-16</inkml:trace>
  <inkml:trace contextRef="#ctx0" brushRef="#br0" timeOffset="27341.48">24144 6307 1340 0,'0'0'363'15,"0"0"12"-15,0 0-179 16,100-41-43-16,-58 41-17 15,0 2-27-15,-3 15-30 16,-6 5-37-16,-9 2-6 16,-10 3-15-16,-10 1 3 15,-4 0-15-15,-4 0 10 16,-19 0-18-16,-5-3 11 16,-6 0-11-16,-1-9-1 15,1-3-37-15,1-13-135 0,9 0-193 16,11-8-382-16</inkml:trace>
  <inkml:trace contextRef="#ctx0" brushRef="#br0" timeOffset="27715.21">25057 6107 196 0,'0'0'850'15,"0"0"-530"-15,0 0 44 16,0 0-76-16,0 0-44 16,0 0-18-16,0 0-36 15,-94-15-36-15,61 46-17 16,-3 11 11-16,-3 13-17 15,-1 5-9-15,7 7-12 16,8-1-17-16,7 0-24 16,13-3-11-16,5-6-22 15,13-7-15-15,15-6-4 16,8-10-8-16,4-7-8 16,0-10 5-16,-1-6-6 15,-2-7-18-15,16-4-114 16,-11 0-114-16,-6-9-603 0</inkml:trace>
  <inkml:trace contextRef="#ctx0" brushRef="#br0" timeOffset="30223.59">25206 6324 999 0,'0'0'273'16,"0"0"29"-16,0 0-6 15,0 0-33-15,0 0-53 16,0 0-47-16,0 0-51 16,-24-25-34-16,24 25-37 15,0 1-20-15,0 15-8 16,1 4 54-16,10 8-6 16,3 0-17-16,2 2-11 15,3-2 1-15,1-3-13 0,3-5-10 16,0-4-10-16,-4-5 6 15,1-5-5-15,-3-6 4 16,-2 0-5-16,0-6 7 16,0-11-7-16,-3-7 0 15,2-3 1-15,-7-2-1 16,-2-2-1-16,-2 3 1 16,-3 3-1-16,0 8 0 15,0 4 12-15,0 9-1 16,0 1 11-16,0 3-10 15,0 0-6-15,0 16-5 16,4 7 8-16,2 4 4 16,1 6 17-16,2 3 5 15,3 0-7-15,-3-2-1 16,-1 0-3-16,-1-3-13 0,0-1 4 16,-2-3-4-16,-2-4 1 15,-1-3-4-15,-1-3 1 16,-1-3-2-16,0-3 2 15,0-3-3-15,0-4 0 16,0-3-5-16,0 0 14 16,0-1 3-16,0 0 9 15,-8 0 6-15,-8 0-4 16,-6 0-22-16,-11 0-6 16,-6 0 5-16,-7 0-6 15,-12 0-1-15,-8 10-50 16,-17 12-88-16,15-2-150 0,13-6-550 15</inkml:trace>
  <inkml:trace contextRef="#ctx0" brushRef="#br0" timeOffset="31179.81">25768 6377 1300 0,'0'0'550'0,"0"0"-215"16,0 0-18-16,0 0-89 15,0 0-66-15,0 0-63 16,0 0-45-16,25-3-8 15,1 1 1-15,2 0-22 16,1 2-19-16,-2 0-5 16,-5 0-1-16,-5 0-12 15,-3 0-101-15,-5 0-137 16,-7 2-212-16,-2 5-169 16,0 0-270-16</inkml:trace>
  <inkml:trace contextRef="#ctx0" brushRef="#br0" timeOffset="31336.52">25770 6528 1192 0,'0'0'494'15,"0"0"-140"-15,0 0-139 16,0 0-94-16,0 0-55 16,0 0-43-16,110-32-23 15,-62 24-63-15,-5 1-401 16,-3-3-683-16</inkml:trace>
  <inkml:trace contextRef="#ctx0" brushRef="#br0" timeOffset="33476.54">26399 6198 732 0,'0'0'306'0,"0"0"56"0,0 0-30 15,0 0-25 1,0 0-86-16,0 0-52 0,0 0-21 15,-82-12-46-15,51 31 27 16,-2 5-23-16,6 4-17 16,6 0-13-16,8 0-24 15,7 0-25-15,6-2-18 16,0-4-2-16,15 0-6 16,15-8-1-16,10 0 0 15,11-8-23-15,5-6-114 16,29 0-211-16,-16-5-309 15,-11-7-181-15</inkml:trace>
  <inkml:trace contextRef="#ctx0" brushRef="#br0" timeOffset="34086.19">26729 6238 1048 0,'0'0'329'0,"0"0"46"16,0 0-46-16,0 0-63 15,0 0-58-15,0 0-78 16,0 0-11-16,-100 8-16 15,82 20-24-15,0 2 0 16,4 2-23-16,6-1-34 16,6 1-10-16,2-3-1 15,0-7-10-15,13-6 0 16,3-8-1-16,6-8 0 16,2 0-8-16,1-15-24 15,1-11-22-15,-1-4-1 0,-3-1 21 16,-3 0 19-16,-5 0 9 15,-5 4 6-15,-2 7 1 16,-4 8-1-16,-1 5 38 16,-2 5 11-16,0 2-6 15,0 0-29-15,0 7-2 16,0 10-12-16,-2 4 15 16,2 3-1-16,0 1-4 15,0 2-4-15,12-5-5 16,8-3-1-16,5-4 0 15,2-6-1-15,3-7 0 16,-2-2-5-16,-1-5-9 16,-3-11-35-16,-5-8-2 0,-7-4 9 15,-3-8 20 1,-3-2 17-16,-6-4 5 0,0 3-1 16,0 2 2-16,0 10 0 15,0 9 20-15,0 8 20 16,0 6 6-16,-3 4-16 15,3 4-19-15,0 15-10 16,0 11 6-16,0 4 16 16,3 5-10-16,4-2-5 15,2-2 5-15,-1-3-13 16,1-2 6-16,-3-5-6 16,-3-3-24-16,0-3-98 15,-3-2-186-15,0-7-310 16,0-5-545-16</inkml:trace>
  <inkml:trace contextRef="#ctx0" brushRef="#br0" timeOffset="34278.98">26786 6275 1655 0,'0'0'380'16,"0"0"-82"-16,0 0-154 15,0 0-58-15,0 0-39 16,102-6-31-16,-60 0-16 0,3 2-40 16,16-1-176-16,-12 0-265 15,-3-2-549-15</inkml:trace>
  <inkml:trace contextRef="#ctx0" brushRef="#br0" timeOffset="34759.46">27309 5928 899 0,'0'0'289'0,"0"0"44"16,0 0 3-16,0 0-10 15,0 0-53-15,0 0-79 16,0 0-75-16,-15-1-46 16,15 49 84-16,0 27-25 15,0 2-33-15,5-5-11 16,3-8-10-16,1-13-24 16,0 5-21-16,5 8-5 0,-5-7-8 15,0-6-11-15,-5-11-8 16,-1-7 1-16,-3-10-2 15,0-8-25-15,0-8-60 16,-1-7-69-16,-10 0-144 16,-1-12-480-16</inkml:trace>
  <inkml:trace contextRef="#ctx0" brushRef="#br0" timeOffset="35495.54">27540 6218 1053 0,'0'0'395'16,"0"0"-25"-16,0 0-50 0,0 0-90 15,0 0-13-15,0 0-77 16,0 0-55-16,23-64-38 15,-3 64-6-15,2 5-6 16,0 14-8-16,-2 6-6 16,-4 6 0-16,-6 6-3 15,-7-1-6-15,-3 3 5 16,-5-3-5-16,-12-2-1 16,-3-3-4-16,4-6-6 15,-1-6 5-15,7-7-5 16,4-4 0-16,1-6 0 15,5-2-1-15,0-4 0 16,0-14-22-16,14-7-28 0,7-5 5 16,4-2 7-16,2 2-4 15,3 0 5-15,-3 0 16 16,-3 4 12-16,-4-1 9 16,-6 4 0-16,-4 3 0 15,-4 4 2-15,-3 5 22 16,-1 3 20-16,-2 4 16 15,0 4-6-15,0 0-18 16,-3 12-17-16,-9 10-7 16,0 6 26-16,1 3 23 15,1 1-16-15,7-3-4 16,3-2-13-16,0-3-4 16,2-2-9-16,11-3-1 15,2-4-13-15,1-3 6 0,1-5-7 16,-1-4-34-16,1-3-82 15,3-9-164-15,-2-10-409 16,-6-4-795-16</inkml:trace>
  <inkml:trace contextRef="#ctx0" brushRef="#br0" timeOffset="35801.74">27852 5799 1664 0,'0'0'376'15,"0"0"-127"-15,0 0-104 0,0 0 114 16,84 79-78-16,-35-18-48 16,10 22 9-16,-7-1-25 15,-8-8-13-15,-14-10-35 16,-13-14-21-16,-5 2-18 15,-2 4-13-15,-9-6-11 16,-1-5-5-16,-4-6 5 16,-13-3-5-16,-7-7-1 15,-3-4-12-15,-3-6-75 16,-16-13-109-16,9-5-427 16,4-1-881-16</inkml:trace>
  <inkml:trace contextRef="#ctx0" brushRef="#br0" timeOffset="36999.46">28696 6162 849 0,'0'0'609'0,"0"0"-353"15,0 0-47-15,0 0-87 16,0 0-13-16,0 0-28 16,0 0 6-16,-12 14 23 15,11-12-8-15,-1-2-1 16,1 0-8-16,1-2-5 16,0-9-43-16,0-3-32 15,0 1-11-15,0 3-2 16,0 5-15-16,0 3-68 15,1 2-131-15,7 8-131 16,-2 8-194-16,1 0-361 0</inkml:trace>
  <inkml:trace contextRef="#ctx0" brushRef="#br0" timeOffset="37273.77">28706 6348 967 0,'0'0'543'0,"0"0"-341"16,0 0 114-16,0 0-71 15,0 0-17-15,94 94-61 16,-74-65-48-16,-4 0-25 16,-7-4-19-16,-6-3-5 0,-3-2-9 15,0-3-17-15,-10-3-5 16,-8-3-11-16,-2-3-11 15,-5-6-7-15,-8-2-4 16,-3 0-6-16,-7 0-14 16,-12-5-98-16,12 0-175 15,9 3-474-15</inkml:trace>
  <inkml:trace contextRef="#ctx0" brushRef="#br0" timeOffset="37992.86">29848 6082 1355 0,'0'0'404'15,"0"0"132"-15,0 0-218 16,0 0-76-16,0 0-84 16,0 0-79-16,0 0 1 15,-14 83 5-15,14-35-13 16,0 0-17-16,0 0-17 16,0-4-25-16,3-3-7 15,3-3-6-15,-1-6-6 0,-2-5-81 16,-2-7-96-16,-1-6-280 15,-4-7-211-15,-8-7-706 0</inkml:trace>
  <inkml:trace contextRef="#ctx0" brushRef="#br0" timeOffset="38244.48">29819 6009 1380 0,'0'0'508'0,"0"0"-278"15,0 0-7-15,82-45-57 16,-41 44-17-16,5 1-41 16,-1 10-20-16,-5 12-11 0,-9 3-30 15,-11 5-16 1,-9 2 2-16,-11 2-3 0,0 2-11 16,-16-3-4-16,-11-5-7 15,-4-3-7-15,-2-5-1 16,0-4-13-16,5-8-105 15,4-8-206-15,9-5-319 16,9-13-799-16</inkml:trace>
  <inkml:trace contextRef="#ctx0" brushRef="#br0" timeOffset="38546.07">30713 5685 1475 0,'0'0'350'0,"0"0"132"0,0 0-227 16,0 0-48-16,-97 44-16 16,55 12-25-16,-4 26-13 15,0 26-18-15,13 7-33 16,18-17-3-16,15-27-35 15,0-26-22-15,21-8-12 16,12 3-12-16,11 4-9 16,14 0-4-16,19-10-5 15,18-17-43-15,9-17-133 0,-19-7-361 16,-27-20-1118-16</inkml:trace>
  <inkml:trace contextRef="#ctx0" brushRef="#br0" timeOffset="39609.93">30883 5944 443 0,'0'0'860'0,"0"0"-569"16,0 0 187-16,0 0-180 15,0 0-70-15,0 0-93 16,0 0-63-16,-31 12 26 15,31 22-14-15,1 5-12 16,17 2-23-16,7-4-8 16,6-4-17-16,2-7-12 15,2-6-6-15,-4-8 0 16,-1-10-5-16,-5-2 0 0,-1-12-1 16,-6-13-6-1,-2-9-4-15,-5-5 8 0,-5-5 1 16,-3-1 1-16,0 7 1 15,-3 7 5-15,0 11 6 16,0 11 26-16,0 6 26 16,-3 3-19-16,-3 17-30 15,1 17 1-15,-1 10 43 16,3 11-2-16,3 4 10 16,0 3-1-16,0-1-21 15,6 0-9-15,3-1 12 16,3-2-18-16,-4-5-12 15,-1-2-4-15,-4-7-5 0,-1-8-8 16,-2-10 0-16,0-7 0 16,0-7 0-16,-9-7 10 15,-3-5-11-15,-8 0 2 16,-5-3 4-16,-2-8-6 16,-3-3-15-16,1 2-27 15,0-3-32-15,5 1-37 16,3 1-36-16,14-9-50 15,5 3-289-15,2 0-292 0</inkml:trace>
  <inkml:trace contextRef="#ctx0" brushRef="#br0" timeOffset="39849.92">31392 6076 1756 0,'0'0'548'0,"0"0"-199"16,0 0-96-16,0 0-111 15,0 0-65-15,0 0-49 16,0 0-16-16,31-6-6 16,-13 6-6-16,-2-3 0 15,0 1-39-15,-2-1-115 16,-1 1-213-16,-5 2-289 15,-4 0-502-15</inkml:trace>
  <inkml:trace contextRef="#ctx0" brushRef="#br0" timeOffset="40038.23">31385 6221 1422 0,'0'0'631'16,"0"0"-309"-16,0 0-26 15,0 0-28-15,0 0-99 16,99 0-92-16,-63-1-44 16,-2-4-22-16,2-3-11 15,23-8-141-15,-8-1-434 16,1-3-1057-16</inkml:trace>
  <inkml:trace contextRef="#ctx0" brushRef="#br0" timeOffset="41524.64">31937 6007 137 0,'0'0'804'0,"0"0"-550"0,0 0 38 16,0 0-8-16,0 0-47 15,10-73-30-15,-10 67-23 16,-13 5-48-16,-7 1-42 16,-10 5-29-16,-6 16 6 15,0 7 32-15,3 7-27 16,6 2-27-16,7 2-14 16,9 0-6-16,8-1-11 15,3-4-7-15,6-5-10 16,15-3 5-16,6-7-4 15,5-8-1-15,4-7-1 16,2-4-6-16,-2-3-25 16,-3-17-32-16,-5-9-16 15,-6-12 12-15,-4-18 28 0,-5-25 18 16,-3-22 12-16,-2-8 8 16,0 16 1-16,-4 26 1 15,1 32 12-15,-2 14-13 16,-2 7 26-16,-1 6 17 15,0 9-3-15,0 5-28 16,0 36-11-16,0 27 6 16,0 5 8-16,0-3 0 15,0-3-6-15,3-12 2 16,12 7-10-16,4 3-1 16,2-8-30-16,3-9-121 15,0-12-169-15,0-16 0 16,-2-14-24-16,-1-5-44 0,-2-24 64 15,-2-11 71 1,-1-3 253-16,-4-3 56 0,-1 0 154 16,-4 5 37-16,-4 6-36 15,-1 9-3-15,-2 8-10 16,0 11-1-16,0 5-64 16,-5 0-87-16,-7 19-20 15,-1 10 31-15,-2 7 11 16,5 8-19-16,2 2-18 15,6-3-17-15,2-3-7 16,0-10-5-16,8-5 8 16,4-9-10-16,1-11-1 15,1-5 1-15,2-5 0 16,-1-19 0-16,1-6-28 16,-3-10 1-16,-5-5 3 0,-5-4 11 15,-3 1-4-15,0 4-15 16,-11 9 17-16,-3 11 9 15,-4 13-3-15,2 11-25 16,1 0-73-16,4 17-20 16,11 21-89-16,0-6-83 15,9-3-263-15</inkml:trace>
  <inkml:trace contextRef="#ctx0" brushRef="#br0" timeOffset="41968.15">32524 5828 1094 0,'0'0'267'0,"0"0"3"15,0 0-51-15,0 0-74 16,0 0-32-16,0 0-41 16,0 0-38-16,-56 80-12 15,56-59-12-15,0-4-9 16,0-2-1-16,8-6 0 15,-1-4 0-15,1-5-12 16,1 0 12-16,0-7-1 16,-3-3 1-16,0-3 0 0,-2 2 12 15,-1 6 25 1,-2 4 43-16,-1 1-22 0,2 1-24 16,-1 16-24-16,4 7 66 15,3 10 18-15,-1 5 0 16,3 7-6-16,-1 3 10 15,0 1-26-15,-3-1-11 16,-2-4-25-16,-4-3-13 16,0-5-10-16,0-6-5 15,-11-6-7-15,-3-8 7 16,-3-6 2-16,-2-6-10 16,-1-5 0-16,0-8-23 15,5-15-83-15,8-32-160 16,1 5-281-16,6-6-537 0</inkml:trace>
  <inkml:trace contextRef="#ctx0" brushRef="#br0" timeOffset="42254.78">32752 5252 1523 0,'0'0'369'0,"0"0"-43"0,0 0-51 16,0 0-110-16,-16 72 53 16,14 13-45-16,2 38-65 15,0 18-3-15,16 2-25 16,2-10-5-16,2-17-25 16,-6-10-8-16,-5-11-18 15,-6-23-15-15,-3-19-8 16,0-19-1-16,0-10-7 0,0-3-51 15,0-7-82-15,-4-14-135 16,1-8-320-16,-2-16-861 0</inkml:trace>
  <inkml:trace contextRef="#ctx0" brushRef="#br0" timeOffset="42763.21">32959 5839 1850 0,'0'0'316'0,"0"0"-115"16,0 0-63-16,0 0 5 16,0 0 9-16,64 78-61 15,-49-42-30-15,-6 3-8 16,-9 0-4-16,0 0-10 15,-13-3-11-15,-5-5-10 16,-3-5-7-16,3-6-10 16,5-7 8-16,5-9-8 15,6-4 0-15,2-1-1 16,0-19-3-16,16-7-40 16,7-7-10-16,6-2 12 0,0 0 12 15,0-1 15-15,-4 3 13 16,-7 1 1-16,-5 3 0 15,-5 4 2-15,-5 9 5 16,-1 2 2-16,-2 8 43 16,0 5-1-16,0 2-7 15,0 4-34-15,-3 16-1 16,-7 8 21-16,2 7 18 16,0 4-3-16,7 4-1 15,1 0-10-15,0-1-12 16,4-4-8-16,11-6-13 15,2-6 5-15,0-8-6 16,3-10-27-16,7-8-91 0,-5-9-176 16,-4-12-521-16</inkml:trace>
  <inkml:trace contextRef="#ctx0" brushRef="#br0" timeOffset="43056.91">33195 5150 1699 0,'0'0'500'0,"0"0"-285"16,0 0 0-16,0 0 30 15,88 116-49-15,-30-21-54 0,6 35-18 16,-3 15-8-16,-15-2-7 15,-22-14-14-15,-22-20-41 16,-5-8-18-16,-32-9-17 16,-9-19-17-16,-4-15 5 15,-26 0-6-15,-25 5-1 16,-26 7-106-16,11-12-146 16,20-19-522-16</inkml:trace>
  <inkml:trace contextRef="#ctx0" brushRef="#br0" timeOffset="49289.2">14358 11908 149 0,'0'0'81'16,"0"0"-81"-16</inkml:trace>
  <inkml:trace contextRef="#ctx0" brushRef="#br0" timeOffset="50177.02">15014 12305 694 0,'0'0'297'16,"0"0"-94"-16,0 0-2 16,0 0-15-16,0 0-23 15,0 0-14-15,0 0-24 16,0-12-21-16,0 12-17 15,0 0-19-15,0 0-15 0,0 0-14 16,0 0-17 0,0 0-13-16,0 0 0 0,0 0-9 15,0 0-25-15,6-4-106 16,0 1-208-16,1-3-310 0</inkml:trace>
  <inkml:trace contextRef="#ctx0" brushRef="#br0" timeOffset="61488.39">20564 13099 1041 0,'0'0'399'15,"0"0"-22"-15,0 0-24 16,0 0-46-16,0 0-29 0,0 0-124 16,-65 60-33-16,54 36 2 15,3 7-32-15,5-11-34 16,3-30-11-16,0-23-46 16,0-6 0-16,0 3-7 15,2 1-8-15,1-1-73 16,-3-11-128-16,0-13-300 15,0-9-180-15,-9-3-368 0</inkml:trace>
  <inkml:trace contextRef="#ctx0" brushRef="#br0" timeOffset="61732.25">20530 12975 1335 0,'0'0'311'16,"0"0"-93"-16,0 0-35 15,109-44-45-15,-72 44-24 16,-1 6-33-16,-5 16-7 16,-7 8-8-16,-8 5-19 15,-11 4-5-15,-5 2-8 16,-6 1-11-16,-18-1-14 16,-6-5-8-16,-3-4 24 15,-3-7-25-15,2-5-16 16,7-9-125-16,2-11-95 15,9-9-257-15,8-10-534 0</inkml:trace>
  <inkml:trace contextRef="#ctx0" brushRef="#br0" timeOffset="62018.45">21246 12571 1273 0,'0'0'352'16,"0"0"-10"-16,0 0-90 15,-91 119-7-15,29-12 0 16,-3 18-25-16,8 3-47 16,17-11-18-16,24-13-45 15,16-9-14-15,4-18-28 0,20-17-40 16,4-17-17-1,7-7-11-15,5-1-10 0,9-6 9 16,5-4-77-16,8-25-84 16,-14-11-191-16,-9-15-522 0</inkml:trace>
  <inkml:trace contextRef="#ctx0" brushRef="#br0" timeOffset="62754.31">21411 12922 886 0,'0'0'341'16,"0"0"6"-16,0 0 5 16,0 0-25-16,0 0-63 15,0 0-13-15,0 0-71 16,-6-50-62-16,6 50-56 0,0 12-26 15,0 9 25-15,13 7 4 16,4 3-9-16,5 2-11 16,4-1-31-16,0-2-5 15,-1-5 1-15,0-5-4 16,-4-8-6-16,-5-7 0 16,1-5-1-16,-4-5-8 15,3-16-1-15,-2-11-13 16,1-5-5-16,-5-5 10 15,0 0-3-15,-2 3 5 16,-3 7 15-16,-2 8 1 0,-3 7 0 16,0 12 11-1,0 5 2-15,0 5 5 0,0 19-17 16,-3 13 38-16,-2 11 8 16,0 10 4-16,1 6 10 15,0 4 8-15,4 1-21 16,0 1-10-16,0-2 16 15,0-2-23-15,0-2-10 16,0-8-19-16,0-7 5 16,0-8 1-16,0-12-7 15,0-10-1-15,-2-8 1 16,-7-9 6-16,-4-2 1 16,-7 0-1-16,-3-13-7 15,-3-1 1-15,0 1-1 16,0-2-19-16,-2 2-23 0,-4 4-35 15,2-2-47-15,-11-1-77 16,10 3-270-16,4-4-519 0</inkml:trace>
  <inkml:trace contextRef="#ctx0" brushRef="#br0" timeOffset="63499.06">22080 13055 1001 0,'0'0'511'0,"0"0"-234"15,0 0 76-15,0 0-60 16,0 0-70-16,0 0-41 16,0 0-55-16,-14-14-48 15,14 14-34-15,0 0-12 16,8 0-14-16,6 0 4 16,4 0-10-16,5 0-5 15,0 0-8-15,-3 0 0 16,1 0-51-16,-5 0-73 15,-4 0-118-15,-3 0-96 16,-2 0-310-16,-4 0-542 0</inkml:trace>
  <inkml:trace contextRef="#ctx0" brushRef="#br0" timeOffset="63700.87">22099 13154 212 0,'0'0'1428'15,"0"0"-905"-15,0 0-243 16,0 0-124-16,0 0-40 16,0 0-10-16,0 0-5 15,63 11-33-15,-37-9-41 16,0-1-19-16,-1-1-8 16,-2 0-68-16,9-6-160 0,-3-6-262 15,-2-1-135-15</inkml:trace>
  <inkml:trace contextRef="#ctx0" brushRef="#br0" timeOffset="64053.19">22503 12779 1478 0,'0'0'382'0,"0"0"98"0,0 0-150 16,0 0-93-1,0 0-55-15,0 0-62 0,0 0 46 16,-19 83-5-16,17-37-71 16,2 2-36-16,0 5-11 15,2 1 1-15,5 1-5 16,2-5 1-16,1-1-17 15,-1-9-10-15,-3-4-5 16,-1-10-7-16,-2-6-1 16,-1-9-16-16,-2-6-51 15,0-5-34-15,0 0-44 16,0-33-108-16,-3 1-356 16,0-4-432-16</inkml:trace>
  <inkml:trace contextRef="#ctx0" brushRef="#br0" timeOffset="64518.36">22821 12864 1326 0,'0'0'533'16,"0"0"-209"-16,0 0-118 15,0 0-10-15,0 0 12 16,0 0-33-16,0 0-39 16,-107 75-22-16,75-56-25 0,-2-1-3 15,1-1-17-15,5-1-13 16,4-3-14-16,9-4-5 16,5-1-2-16,8-4-8 15,2 4-6-15,0 2 12 16,15 1 16-16,3 1-1 15,6 2-7-15,4 0-10 16,3 0-10-16,4-2-1 16,2 2 1-16,0-2 1 15,0-2-5-15,-4-3-11 16,-4-1-6-16,-6-4 1 16,-7 2 16-16,-3-4-8 15,-6 0-9-15,-1 0 1 0,-3 0 6 16,0 0-7-16,-3 0 0 15,0 0-18-15,0 0-42 16,0-6-80-16,-18-5-88 16,-1 2-104-16,-3 1-478 0</inkml:trace>
  <inkml:trace contextRef="#ctx0" brushRef="#br0" timeOffset="67394.4">22894 12391 1362 0,'0'0'391'0,"0"0"-15"15,0 0-126-15,0 0-106 16,0 0 99-16,10 149-43 15,7-42-37-15,3 6-28 16,7-6-20-16,2-13-10 16,-2-18-16-16,5 0-35 15,-6-10 6-15,-5-16-21 16,-7-8-12-16,-3-5-11 16,-2 2-8-16,-3 5-7 15,0-2-1-15,-6-9 0 16,0-10-17-16,0-9-25 15,0-9-27-15,0-5-22 0,-7-7-37 16,-1-15-47-16,-1-22-136 16,4 3-304-16,2 0-238 15</inkml:trace>
  <inkml:trace contextRef="#ctx0" brushRef="#br0" timeOffset="67942.09">23273 12800 1517 0,'0'0'370'0,"0"0"-54"16,0 0-128-16,0 0-41 16,0 0 2-16,82 22-14 0,-55 3-6 15,-2 6-29-15,-4-1-25 16,-9-2-18-16,-5 0-17 15,-7-2-16-15,0-2-6 16,0-1-6-16,-7-5 0 16,-5-3 0-16,-3-6-11 15,3-4 9-15,1-5-3 16,1 0-6-16,3-6 10 16,5-9-11-16,2-2-20 15,0-3-7-15,6 0-3 16,10-2-8-16,3 1 4 15,0-3 1-15,2-2 1 0,-2 1 4 16,0-2 13-16,-3 0-3 16,-2 0 17-16,-3 2 0 15,-5 6 1-15,-5 5 9 16,-1 8 15-16,0 6 27 16,0 0-26-16,-9 19-10 15,-3 8 27-15,1 5 21 16,0 4-15-16,3 0 1 15,5-1-1-15,3-2-10 16,0-4-22-16,2-3-1 16,9-3-15-16,1-5 1 15,1-5-1-15,-1-5-19 16,3-7-68-16,-3-1-38 16,4-17-93-16,-4-6-361 0,-1-7-620 15</inkml:trace>
  <inkml:trace contextRef="#ctx0" brushRef="#br0" timeOffset="68302.85">23628 12118 1679 0,'0'0'394'15,"0"0"-68"-15,0 0-166 16,0 0-2-16,0 0 39 16,86 100-44-16,-41-13-12 0,4 33-20 15,-3 15-9-15,-7 1 4 16,-10-11-28-16,-13-16-22 16,-9-8-7-16,-7-3-4 15,-4-4-29-15,-20-6-8 16,-4-16-2-16,-2-16 2 15,3-16-18-15,-3-2 0 16,-6 1 0-16,-8 1 0 16,-3-5 0-16,-3-11-1 15,-1-12-18-15,-6-12-71 16,-47-4-93-16,13-11-137 0,-4-2-587 16</inkml:trace>
  <inkml:trace contextRef="#ctx0" brushRef="#br0" timeOffset="71967.23">14613 2684 494 0,'0'0'1426'0,"0"0"-1081"15,0 0 31-15,0 0-158 16,0 0-132-16,-41 131 38 16,41-15-4-16,3 0-16 15,9-33-55-15,-1-28-30 16,-5-13-10-16,1-9-3 16,3 3-6-16,-1 1-54 15,2-3-99-15,5-23-224 16,-4-9-226-16,3-5-219 0</inkml:trace>
  <inkml:trace contextRef="#ctx0" brushRef="#br0" timeOffset="72230.25">14936 2714 1207 0,'0'0'497'16,"0"0"-245"-16,0 0-67 15,-67 82 32-15,18-28-25 16,-6 4-48-16,-5-1-46 15,5-4-23-15,9-11-21 16,11-11-15-16,15-9-3 16,12-11-18-16,8-5-6 15,0-4-11-15,16 3 6 16,11-1 5-16,12 0-3 16,7 0-2-16,6-1-7 15,5-1 0-15,1-2-1 0,2 0-107 16,19-15-119-16,-11 0-232 15,-15-3-388-15</inkml:trace>
  <inkml:trace contextRef="#ctx0" brushRef="#br0" timeOffset="72404.94">15276 2939 1741 0,'0'0'518'16,"0"0"-365"-16,0 0-98 15,0 0-11-15,0 0-11 0,0 0-15 16,98 0-18-16,-76 3-16 16,-5 1-182-16,-6 0-199 15,-6 1-400-15</inkml:trace>
  <inkml:trace contextRef="#ctx0" brushRef="#br0" timeOffset="72571.45">15218 3155 1355 0,'0'0'372'0,"0"0"-49"16,0 0-131-16,0 0-65 15,0 0-70-15,0 0-1 16,104 13-22-16,-41-25-34 0,36-14-105 16,-16 3-454-16,-19-3-916 15</inkml:trace>
  <inkml:trace contextRef="#ctx0" brushRef="#br0" timeOffset="73003.58">15764 2752 1657 0,'0'0'476'0,"0"0"-183"15,0 0-149-15,0 0-6 16,0 0-29-16,109-64-4 15,-75 60-26-15,-1 2-28 0,-3 2 1 16,-6 0-8 0,-8 12-1-16,-5 6-1 0,-10 8 2 15,-1 8 7-15,-12 7 1 16,-13 5-7-16,-7 2-5 16,-3-2 13-16,2-2-13 15,6-7-7-15,8-7-1 16,5-5 4-16,8-10 10 15,6-6 2-15,6-4 0 16,21-5 9-16,28-2 0 16,27-20-15-16,27-8-12 15,12-6-9-15,-5 0-7 16,-10 4-4-16,-30 9-8 16,-17 3 5-16,-22 3-5 15,-12 6 4-15,-4 0 0 0,-4 2 1 16,-6-1-7-16,-11 7 0 15,-3 3-13-15,-59 19-67 16,2 13-209-16,-13 0-618 16</inkml:trace>
  <inkml:trace contextRef="#ctx0" brushRef="#br0" timeOffset="75343.61">21554 13924 838 0,'0'0'283'0,"0"0"-99"15,0 0 74-15,0 0-38 16,0 0-29-16,124-3 20 16,27-9-10-16,44-6-9 15,29-5-21-15,6-3-23 0,-13 4-36 16,-3 4-33-16,-16 4-10 15,-17 2-19-15,-29 4-4 16,-40 1-29-16,-39 1-11 16,-29 1-6-16,-22 2 8 15,-6 0-8-15,-6 0 1 16,-1 0 5-16,-9 0-6 16,-7 1-7-16,-20 2-121 15,-30 0-148-15,-50 0-206 16,8 7-10-16,-3 0-299 0</inkml:trace>
  <inkml:trace contextRef="#ctx0" brushRef="#br0" timeOffset="75621.74">22006 14011 1197 0,'0'0'241'16,"0"0"-52"-16,0 0 65 15,0 0 8-15,0 0-99 16,0 0 10-16,51 73 34 16,88-73-11-16,40-15-45 15,25-12-44-15,5 3-15 16,-18 6-25-16,-6 5-12 16,-14 4-20-16,-29 6-11 15,-39-1-15-15,-39 3-9 16,-33 1 0-16,-21 0-7 15,-10 0-61-15,-68 17-90 0,-5 2-306 16,-24 1-600-16</inkml:trace>
  <inkml:trace contextRef="#ctx0" brushRef="#br0" timeOffset="90526.04">24546 14545 1428 0,'0'0'292'0,"0"0"-43"15,0 0 36-15,0 0-93 16,0 0-63-16,0 0-58 16,8-22-32-16,13 21-12 15,4-2-8-15,7 1-7 16,2 2-4-16,-1 0-7 15,-2 0-1-15,-7 0 0 16,-5 0-82-16,-4 0-76 16,-12 0-130-16,-3 0-224 15,0 0-56-15</inkml:trace>
  <inkml:trace contextRef="#ctx0" brushRef="#br0" timeOffset="90694.72">24581 14618 1024 0,'0'0'367'16,"0"0"-37"-16,0 0-90 16,0 0-108-16,0 0-41 15,0 0-5-15,0 0-46 16,121-9-17-16,-76 1-23 16,13-10-74-16,-12 5-223 15,-9-2-451-15</inkml:trace>
  <inkml:trace contextRef="#ctx0" brushRef="#br0" timeOffset="91007.63">24857 14248 1506 0,'0'0'521'15,"0"0"-258"-15,0 0-82 16,0 0 8-16,0 0-95 15,0 0-29-15,36 93 1 16,-10-68-15-16,3 0-8 16,2-2-10-16,-1-3-4 15,-3 0-6-15,-6-5-9 16,-3-1-5-16,-9-2 6 0,-5-1-15 16,-4 2 11-16,0 0 8 15,-7 1 4-15,-13 5 2 16,-5 0-11-16,-7 4-13 15,-2-2 0-15,-4-1-1 16,-19 11-120-16,10-8-257 16,1 1-656-16</inkml:trace>
  <inkml:trace contextRef="#ctx0" brushRef="#br0" timeOffset="97078.33">25910 15607 1048 0,'0'0'771'0,"0"0"-483"16,0 0-13-16,0 0-43 15,0 0-113-15,0 0-41 16,-20 43-17-16,20 9 14 15,0 8-15-15,0 1-4 16,0-1-8-16,5-2-9 16,-2-4-16-16,-1-5-11 15,1-6-6-15,-3-4-6 16,0-7-1-16,0-5-68 16,-2-4-115-16,-15-11-175 0,0-7-291 15,0-5-378-15</inkml:trace>
  <inkml:trace contextRef="#ctx0" brushRef="#br0" timeOffset="97317.33">25961 15540 1228 0,'0'0'327'0,"0"0"-101"0,0 0 43 15,104-45-120-15,-70 45-18 16,-6 2-54-16,-2 13-16 15,-10 6-4-15,-5 3-11 16,-7 2-4-16,-4 0 7 16,-8 2-15-16,-14 0-19 15,-6-3-6-15,-5-3-8 0,-2-5-1 16,3-8-6-16,0-9-120 16,6 0-186-16,11-9-408 0</inkml:trace>
  <inkml:trace contextRef="#ctx0" brushRef="#br0" timeOffset="97654.59">27125 15274 1422 0,'0'0'310'16,"0"0"29"-16,0 0-48 15,-88 24-102-15,54 14-38 16,-7 24-69-16,3 1-5 16,4 5-1-16,4 2 3 15,11-10-12-15,5 8-13 16,8-2-13-16,6-2-5 15,0-1-14-15,17-4-14 16,5-7-7-16,3-8-1 16,2-15-33-16,7-26-208 15,-5-3-286-15,-8-15-658 0</inkml:trace>
  <inkml:trace contextRef="#ctx0" brushRef="#br0" timeOffset="98142.55">27108 15495 1724 0,'0'0'346'0,"0"0"10"15,0 0-178-15,0 0-44 16,0 0 5-16,0 81-61 16,7-45-29-16,3 1-26 15,4-2 2-15,4-4-10 16,-2-5-6-16,5-4-2 15,-3-10-5-15,1-10 4 0,2-2-5 16,-1-15-1-16,1-15-9 16,-2-7-7-16,-1-4 1 15,-3 3 4 1,-5 6 11-16,-4 10 1 0,0 10 8 16,-5 7 3-16,1 5 12 15,-1 9-14-15,3 16 5 16,-1 11 11-16,1 8 5 15,1 5 8-15,-1 5-3 16,2 0-4-16,-3 5-8 16,-2-1 3-16,-1-2 4 15,0-4-9-15,0-8-10 16,-3-10-10-16,-5-12-1 0,-3-6 5 16,-5-8-4-1,-4-8 7-15,-4 0-8 0,-4 0 7 16,0-14-8-16,1-1-20 15,3-1-31-15,6-2-43 16,3 0-75-16,12-18-142 16,3 7-212-16,0-2-409 0</inkml:trace>
  <inkml:trace contextRef="#ctx0" brushRef="#br0" timeOffset="98331.18">27476 15687 1397 0,'0'0'384'0,"0"0"-66"0,0 0-73 16,0 0-137-16,0 0-44 15,84-38-40-15,-65 37-14 16,-3 1-8-16,-1 0-2 16,-4 0-36-16,-5 2-204 15,-2 7-239-15,-4 1-329 0</inkml:trace>
  <inkml:trace contextRef="#ctx0" brushRef="#br0" timeOffset="98502.72">27478 15855 1003 0,'0'0'819'0,"0"0"-468"16,0 0-66-16,0 0-117 15,0 0-45-15,0 0-67 16,0 0-15-16,74-27-25 0,-43 19-15 15,2-1-1-15,17-3-133 16,-7 1-175-16,-3 1-465 0</inkml:trace>
  <inkml:trace contextRef="#ctx0" brushRef="#br0" timeOffset="98989.35">28016 15642 1066 0,'0'0'307'0,"0"0"96"16,0 0-124-16,0 0-41 0,0 0-54 15,0 0-21-15,0 0-11 16,-42 0-31-16,27 16-67 15,0 4-13-15,1 4-7 16,1 3 8-16,5 2 1 16,3-1-4-16,5-1-7 15,0-3-5-15,0-3-3 16,3-4-3-16,7-5-6 16,1-2-3-16,1-6 1 15,4-4 2-15,5 0 4 16,0-4-2-16,5-13-7 0,2-6-2 15,-3-7-3-15,-1-4-5 16,-6-3 0-16,-5 2-1 16,-5 2 0-16,-8 4-1 15,0 3-5-15,-2 5-8 16,-12 4-3-16,-5 6-4 16,-4 6-10-16,-4 5-11 15,0 0 1-15,0 0 6 16,5 11-20-16,2 2 2 15,13-1-216-15,4-2-391 0,3-6-1284 16</inkml:trace>
  <inkml:trace contextRef="#ctx0" brushRef="#br0" timeOffset="99404.77">28438 15093 1317 0,'0'0'379'16,"0"0"149"-16,0 0-284 15,0 0-123-15,0 0-80 0,0 0-24 16,0 0 8-16,-25 123 27 16,25-34 18-16,0 22 45 15,0 7-7-15,6 0-12 16,0-8-17-16,-5-13-7 16,-1-4-9-16,0-16-6 15,0-19-8-15,0-14-31 16,-3-10 14-16,-6 3 1 15,0-2-15-15,-1-2-12 16,1-10-6-16,1-14-1 16,1-8-75-16,-12-11-74 0,2-17-340 15,2-2-490-15</inkml:trace>
  <inkml:trace contextRef="#ctx0" brushRef="#br0" timeOffset="99988.72">28560 15545 916 0,'0'0'847'15,"0"0"-654"-15,0 0 94 16,0 0-120-16,0 0-46 0,88 11-2 15,-62 12-18-15,-5 3-5 16,-2 2-23-16,-7 2-9 16,-3 0 0-16,-8-1-22 15,-1 0-10-15,-1-3-5 16,-17 1-5-16,-1-6-5 16,-2-2-5-16,0-6-6 15,5-7-5-15,4-4 5 16,4-2 2-16,5-4-1 15,3-10-7-15,0-5-12 16,12-4-3-16,9 1 0 16,4-5-3-16,3 0-2 15,2 0 1-15,-2-1-10 0,0 0 10 16,-1 0 10-16,-5 1 3 16,-4 2 6-16,-5 2 0 15,-4 4 0-15,-4 7 1 16,-1 4 0-16,-4 4 37 15,0 4-2-15,0 0-27 16,-6 11-9-16,-4 11 0 16,-2 10 12-16,-2 1 12 15,5 3-6-15,5 1 9 16,4-1-6-16,0-5-3 16,0 0 5-16,12-5-16 15,4-1 2-15,-2-4-8 16,-1-4-1-16,-4-8-14 0,3-9-149 15,0-5-194-15,-5-14-425 16</inkml:trace>
  <inkml:trace contextRef="#ctx0" brushRef="#br0" timeOffset="100300.01">28992 14977 1600 0,'0'0'376'16,"0"0"-72"-16,0 0-98 15,62 80-117-15,-17 0-11 16,6 33 32-16,-1 12 4 16,-9 1-34-16,-18-11 26 15,-16-15 1-15,-7 0-14 16,-14-5-35-16,-16-6-22 0,-1-14-9 15,-2-22 22-15,6-16-13 16,0-11-13-16,-1-1-17 16,-2-4-6-16,0-4-6 15,7-15-63-15,13-32-88 16,6-14-338-16,4-15-548 0</inkml:trace>
  <inkml:trace contextRef="#ctx0" brushRef="#br0" timeOffset="100560.83">29836 15615 1707 0,'0'0'501'16,"0"0"-237"-16,0 0-72 15,0 0-95-15,0 0-33 16,0 0 4-16,0 0-9 16,65 1-29-16,-41-1-21 15,-2 0-8-15,-2-4-1 16,-2-1-87-16,-5-1-125 16,-5 1-177-16,-4 2-479 0</inkml:trace>
  <inkml:trace contextRef="#ctx0" brushRef="#br0" timeOffset="100749.69">29843 15758 1139 0,'0'0'834'0,"0"0"-549"16,0 0 23-16,0 0-72 16,0 0-16-16,0 0-68 15,0 0-65-15,97 0-43 16,-70 0-25-16,-2-2-18 15,-4 1-1-15,6 1-94 16,-9 0-210-16,0 0-399 0</inkml:trace>
  <inkml:trace contextRef="#ctx0" brushRef="#br0" timeOffset="108788.96">30927 14711 33 0,'0'0'120'16,"0"0"-51"-16,0 0 25 15,88 0-19-15,-61 0-32 16,2 0-12-16,-5 0-8 16,0 0-23-16,-4 0-7 15,4 0-25-15,-6 0-15 16,-2 0-209-16</inkml:trace>
  <inkml:trace contextRef="#ctx0" brushRef="#br0" timeOffset="113881.44">25213 15959 1453 0,'0'0'313'0,"0"0"-120"15,0 0 38-15,0 0-110 16,0 0-57-16,0 0-39 16,41-32-12-16,-13 32-7 15,0 0-6-15,-3 0-1 16,-2 0-8-16,-4 0-11 15,-6 4-56-15,-5 1-95 0,-8-1-124 16,0 0-251-16,-3-1-111 16</inkml:trace>
  <inkml:trace contextRef="#ctx0" brushRef="#br0" timeOffset="114032.1">25231 16041 833 0,'0'0'264'16,"0"0"-52"-16,0 0-38 15,0 0-43-15,0 0-48 16,0 0-10-16,0 0-43 16,87 17-30-16,-45-21-14 15,-8-9-257-15,-9-1-604 0</inkml:trace>
  <inkml:trace contextRef="#ctx0" brushRef="#br0" timeOffset="114315.24">25426 15741 1182 0,'0'0'328'0,"0"0"-183"16,0 0 36-16,0 0-27 16,0 0-12-16,108 56-19 15,-75-30-40-15,-6 1-33 16,-5 0-22-16,-5 2-4 15,-9-1 4-15,-6 0 6 16,-2 0-4-16,-5 2-5 16,-12-2-4-16,-9 2-15 0,-4-1 0 15,-4-3-6-15,0-2 0 16,1-4-79-16,1-6-135 16,10-3-168-16,10-7-604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38:01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30771 15520 889 0,'0'0'325'15,"0"0"-10"-15,0 0 26 16,0 0-103-16,0 0-73 16,0 0-42-16,-76-42-23 0,49 58 17 15,0 9 8-15,5 9-8 16,1 8-14-16,6 3-30 16,9 3-10-16,6 0-17 15,0-6-13-15,15-4-13 16,10-7-11-16,6-12 4 15,5-10-2-15,6-9 2 16,3-8 1-16,-3-18-2 16,-6-11-6-16,-7-11-5 15,-9-4 11-15,-13-7-11 16,-7-2-1-16,-1 1-1 16,-17 11-11-16,-2 10 6 15,-3 15-4-15,-3 16-10 16,0 8-10-16,-1 9-18 15,4 16-46-15,8 24-145 0,9-7-245 16,6-4-451-16</inkml:trace>
  <inkml:trace contextRef="#ctx0" brushRef="#br0" timeOffset="166.42">31119 15553 1600 0,'0'0'536'15,"0"0"-350"-15,0 0 53 16,0 0-149-16,0 0-62 16,0 0-28-16,0 0-19 0,100-31-157 15,-69 38-126 1,0-3-324-16</inkml:trace>
  <inkml:trace contextRef="#ctx0" brushRef="#br0" timeOffset="571.87">31487 15347 1536 0,'0'0'326'0,"0"0"14"16,0 0-173-16,0 0-85 16,88-15-11-16,-63 15-19 15,-4 10-13-15,-7 5 0 16,-8 0-9-16,-5 2 17 0,-1 3-6 15,-6 3-6-15,-11 0-11 16,-2 2-6-16,-1-3-10 16,3-2-7-16,2-3 0 15,8-6 5-15,4-4-4 16,3-5 11-16,0 1 48 16,19 2 22-16,7 2-3 15,10 3-14-15,6 2-7 16,3 5-4-16,1 0-16 15,-4 3-6-15,-6-1-14 16,-12 0 4-16,-11 0-4 16,-11-1-8-16,-5 3 1 15,-39 5 9-15,-42 6-8 0,-62 7-2 16,-49 2-11-16,-48 3-41 16,44-10-186-16,25-10-668 0</inkml:trace>
  <inkml:trace contextRef="#ctx0" brushRef="#br0" timeOffset="2921.16">23653 17195 166 0,'0'0'1205'16,"0"0"-855"-16,0 0-35 16,0 0-28-16,0 0-55 15,0 0-125-15,0 0-26 16,0 43 69-16,0 1-19 16,0 5-34-16,3 0-25 15,0-1-27-15,-1-1-15 16,-2-3-15-16,0-5-5 15,0-2-1-15,0-4-9 0,0-7 0 16,-6-3-21-16,0-6-56 16,-2-3-64-16,-2-9-122 15,-5-10-69-15,3-15-313 16,-1-3-399-16</inkml:trace>
  <inkml:trace contextRef="#ctx0" brushRef="#br0" timeOffset="3214.97">23613 17072 1132 0,'0'0'395'15,"0"0"-83"-15,0 0 9 0,59-91-24 16,-30 80-115 0,1 11-79-16,1 0-20 0,-1 13 2 15,-4 11-22-15,-4 6 3 16,-5 6-9-16,-4 0-11 15,-6 3-1-15,-6-3-9 16,-1-1-6-16,-4-3-9 16,-10-6-1-16,-5-1-8 15,1-6 0-15,-3-4-12 16,-1-3 2-16,1-8-2 16,0-4-11-16,3 0-63 15,6-4-107-15,6-4-292 16,5 1-264-16</inkml:trace>
  <inkml:trace contextRef="#ctx0" brushRef="#br0" timeOffset="20044.7">24411 16712 1134 0,'0'0'358'0,"0"0"-49"15,0 0 91-15,0 0-14 16,-83 11-216-16,27 77-36 16,-9 47 8-16,8 14-15 15,18-6-8-15,26-28-22 16,13-41-16-16,6-18-27 15,11-10-27-15,6-7-15 16,7 4-5-16,8 4-7 16,6 0-7-16,2-15-83 0,-3-13-66 15,5-28-134-15,-12-18-266 16,-14-12-400-16</inkml:trace>
  <inkml:trace contextRef="#ctx0" brushRef="#br0" timeOffset="20465.63">24471 17054 1460 0,'0'0'388'0,"0"0"-47"15,0 0-154-15,0 0 65 16,0 0-58-16,19 117-29 16,-6-69-50-16,5 1-40 15,3-4-27-15,6-8-23 16,4-4-16-16,2-10-1 15,1-6-8-15,-4-13-1 0,-7-4-29 16,-7-14-2-16,-5-19-7 16,-7-6 14-16,-2-5 11 15,-2 2 13-15,0 8 1 16,0 11 1-16,0 15 14 16,0 8 3-16,1 12-7 15,6 21 20-15,4 12 22 16,-1 8-2-16,5 8-1 15,-1 4 1-15,0 0-4 16,-3 1-22-16,-6-1-2 0,-5-2-4 16,0-7-10-16,-7-6-9 15,-8-13-7-15,-4-13 7 16,-2-21 0-16,3-5-30 16,2-44-51-16,7-28-57 15,9-15-145-15,1 10-294 16,13 22-320-16</inkml:trace>
  <inkml:trace contextRef="#ctx0" brushRef="#br0" timeOffset="20620.99">24981 17363 1020 0,'0'0'523'16,"0"0"-215"-16,0 0-15 16,0 0-76-16,98-25-104 15,-62 20-49-15,2-1-27 0,-3 2-28 16,-8 0-9-16,-17 4-111 15,-5 4-405-15,-5 6-396 16</inkml:trace>
  <inkml:trace contextRef="#ctx0" brushRef="#br0" timeOffset="20758.74">25037 17503 1452 0,'0'0'333'16,"0"0"-107"-16,0 0-119 15,0 0-37-15,105-15-62 16,-46-3-8-16,-10 4-226 16,-7 0-406-16</inkml:trace>
  <inkml:trace contextRef="#ctx0" brushRef="#br0" timeOffset="21181.01">25561 17079 1534 0,'0'0'568'15,"0"0"-260"-15,0 0-66 16,0 0 39-16,0 0-88 15,37 104-45-15,-24-60-18 16,0-2-34-16,-4-3-45 16,-1-2-28-16,-6-3-14 15,-2 0-9-15,0-7-25 0,-10-1-132 16,-2-4-176-16,-2-12-718 0</inkml:trace>
  <inkml:trace contextRef="#ctx0" brushRef="#br0" timeOffset="21839.39">25711 16425 1595 0,'0'0'473'0,"0"0"-139"15,0 0-105-15,33 103-16 16,-1 34-59-16,7 33-16 0,4 10-15 16,-1-16-16-16,-5-27-12 15,1-16-29-15,-5-16-41 16,-8-11-8-16,-6-25-17 16,-9-20-19-16,-6-20-107 15,-4-18-70-15,0-6-299 16,-1-5-217-16</inkml:trace>
  <inkml:trace contextRef="#ctx0" brushRef="#br0" timeOffset="22275.31">26165 17106 1739 0,'0'0'267'16,"0"0"-50"-16,0 0 6 0,43 78-54 15,-31-35 1-15,-6 4-9 16,-6 0-55-16,0-2-37 16,-9-5-24-16,-6-8-16 15,2-6-17-15,1-9-11 16,6-10 0-16,6-7 7 16,0 0-8-16,5-13-45 15,14-11-22-15,6-4 4 16,5-6 17-16,-2-2 7 15,-7-1 24-15,-3 3 15 16,-10 0-6-16,-5 3 6 0,-3 4 9 16,0 6 28-16,0 9 42 15,0 9 4-15,0 3-22 16,-2 11-26-16,1 12 10 16,1 10 19-16,0 4 0 15,4 2-13-15,11 0-9 16,3-1-21-16,4-8-15 15,5-1-5-15,3-11-1 16,0-5-60-16,-2-11-68 16,2-14-134-16,-8-14-411 15,-10-8-926-15</inkml:trace>
  <inkml:trace contextRef="#ctx0" brushRef="#br0" timeOffset="22509.55">26488 16653 1644 0,'0'0'390'16,"0"0"-120"-16,0 0-17 16,87 56 44-16,-21 18-116 15,8 37 14-15,1 17-38 16,-20-1-40-16,-23-11-24 16,-22-24-26-16,-10-21-13 15,0-16-31-15,-12-15-7 16,0-7-2-16,-3 1-13 15,-1-5-1-15,-2-3-54 16,-6-26-81-16,3 0-121 16,2-14-539-16</inkml:trace>
  <inkml:trace contextRef="#ctx0" brushRef="#br0" timeOffset="22916.51">27439 17191 1726 0,'0'0'533'16,"0"0"-144"-16,0 0-110 15,0 0-86-15,0 0-110 16,0 0-7-16,0 0 2 15,101-4-35-15,-55-7-22 16,-1-3-13-16,-5-2-8 16,-8-1-23-16,-10 0-68 15,-6-9-109-15,-8 2-318 16,-8 1-427-16</inkml:trace>
  <inkml:trace contextRef="#ctx0" brushRef="#br0" timeOffset="23120.4">27552 16978 1313 0,'0'0'587'0,"0"0"-288"15,3 103 48-15,11-42-47 16,5 1-103-16,1 2-37 16,-1-5-41-16,-2-7-43 0,-3-6-40 15,-5-5-24 1,-2-9-12-16,-2-8-8 0,4-14-104 15,0-6-213-15,1-4-554 16</inkml:trace>
  <inkml:trace contextRef="#ctx0" brushRef="#br0" timeOffset="23373.38">28156 17019 2172 0,'0'0'319'0,"0"0"46"16,-3 97-84-16,18-37-78 15,3 8-50-15,-2 2-31 16,-3-10-38-16,0 8-30 16,-9-5-17-16,-4-4-19 0,0-4-18 15,0-7-4-15,-6-9-86 16,-3-15-102-16,-4-17-102 15,-12-39-227-15,2-18-216 16,-2-10-941-16</inkml:trace>
  <inkml:trace contextRef="#ctx0" brushRef="#br0" timeOffset="23584.34">28058 17045 1305 0,'0'0'353'15,"0"0"9"-15,0 0-80 16,0 0-125-16,0 0-53 15,115-43 10-15,-73 57-16 16,-2 7 4-16,-6 7-29 0,-10 5-33 16,-14 6-1-16,-10 3-11 15,-6 1-10-15,-19 0-4 16,-9-6-14-16,-1-3-29 16,4-10-102-16,7-19-132 15,9-5-280-15,11-2-763 0</inkml:trace>
  <inkml:trace contextRef="#ctx0" brushRef="#br0" timeOffset="23809.26">28590 16677 1788 0,'0'0'476'0,"0"0"-146"15,-28 72-93-15,10 12-40 16,3 37-20-16,7 12-50 15,8-8-13-15,10-18-26 16,10-37-35-16,1-17-32 16,-1-17-15-16,0-8-6 15,5-5-17-15,5-8-115 16,22-19-98-16,-10-21-312 16,-7-14-465-16</inkml:trace>
  <inkml:trace contextRef="#ctx0" brushRef="#br0" timeOffset="24156.05">28729 16924 1505 0,'0'0'240'15,"0"0"-42"-15,0 0-2 16,0 0-82-16,34 73-33 16,-3-50-26-16,4-3-25 15,1-7-8-15,-2-7-7 16,-7-6-5-16,-5-11 5 15,-5-14-4-15,-6-8 6 16,-3-1 16-16,-7 2 50 16,-1 6 62-16,0 11 30 15,0 10-15-15,0 5-42 16,-1 20-58-16,-5 29 16 0,-1 28 43 16,4 25-17-1,3 7-27-15,0-19-8 0,0-21-10 16,0-27-12-16,3-8-24 15,0 5-12-15,1-4-9 16,-3-6-43-16,2-15-121 16,-1-23-95-16,-1-16-290 15,1-13-896-15</inkml:trace>
  <inkml:trace contextRef="#ctx0" brushRef="#br0" timeOffset="24328.1">29030 17028 1980 0,'0'0'323'16,"0"0"-44"-16,0 0-57 16,0 0-152-16,0 0-15 0,0 0-13 15,94 17-24-15,-65-8-18 16,-5 2 0-16,-8 1-110 16,-9 4-126-16,-2-3-237 15,-5-1-211-15</inkml:trace>
  <inkml:trace contextRef="#ctx0" brushRef="#br0" timeOffset="24475.81">29050 17278 1255 0,'0'0'369'0,"0"0"-86"16,0 0-31-16,0 0-93 16,0 0-60-16,106-8-58 0,-36-4-33 15,21-2-8 1,13-1-77-16,-14 1-307 0,-25 0-564 15</inkml:trace>
  <inkml:trace contextRef="#ctx0" brushRef="#br0" timeOffset="24649.05">29603 16967 1181 0,'0'0'197'15,"0"0"61"-15,0 0-88 16,0 0-119-16,0 0-20 15,0 0-9-15,0 0-11 16,-7 40-11-16,7-25-6 16,0 0-102-16,0-2-169 0,1-6-303 15</inkml:trace>
  <inkml:trace contextRef="#ctx0" brushRef="#br0" timeOffset="25061.09">29603 16967 1328 0,'73'-6'346'0,"-73"6"182"0,-2 0-294 15,-3 0-49-15,-1 0-46 16,-2 16 33-16,-1 4-24 15,-1 7-30-15,4 6-25 16,3 4-8-16,3 1-17 16,0-1-17-16,1-2-21 15,12-7-14-15,3-5-5 16,-1-9-10-16,1-9-1 16,0-5 2-16,1-2-2 15,-1-19 0-15,-1-11-20 16,-2-8-8-16,-3-10-2 15,-7-2 0-15,-3-1 9 16,0 10 4-16,-17 13-1 16,-2 15-1-16,-7 13-14 15,1 2-45-15,3 16-33 0,7 4-59 16,10 8-150-16,5-7-276 16,0-6-484-16</inkml:trace>
  <inkml:trace contextRef="#ctx0" brushRef="#br0" timeOffset="25302.06">29752 16626 1763 0,'0'0'387'15,"0"0"120"-15,0 0-244 16,-28 146-51-16,28-37-39 15,0 16-28-15,18-8-64 0,1-11 10 16,2-31-26-16,-5-16-32 16,-8-16-9-16,-5-4-24 15,0 4-30-15,-2 0-146 16,1-6-164-16,-1-23-616 0</inkml:trace>
  <inkml:trace contextRef="#ctx0" brushRef="#br0" timeOffset="25729.01">29980 16990 1594 0,'0'0'486'0,"0"0"-301"16,0 0 97-16,0 0-120 0,0 0 13 16,84 16-51-16,-71 9-32 15,-7 4-11-15,-6 5-10 16,0 1-11-16,-13-1-14 15,-2-2-28-15,3-5-11 16,2-8 0-16,7-2-7 16,3-12-38-16,0-5-59 15,13 0 1-15,7-19-3 16,3-7-37-16,0-8 8 16,-1-4 52-16,-4-4 58 15,-2-2 13-15,-2 3 5 16,-7 6 19-16,1 7 54 15,-7 9 35-15,-1 9 15 0,0 10-5 16,0 0-46-16,0 7-32 16,0 17 10-16,0 5 14 15,0 8-15-15,0 4-7 16,0 0-16-16,8-1-14 16,4-5-11-16,4-6-1 15,-1-8-22-15,0-8-84 16,1-13-87-16,-2-3-258 15,-7-14-356-15</inkml:trace>
  <inkml:trace contextRef="#ctx0" brushRef="#br0" timeOffset="25963.07">30389 16561 1950 0,'0'0'301'16,"0"0"-138"-16,0 0 84 15,49 102-5-15,-26-20-34 16,-1 25-76-16,-7 2-10 16,-14-5-15-16,-1-20-17 15,-10-28-27-15,-5-13-24 16,-4-13-20-16,-2 3-17 16,-3-3-2-16,2-4-53 15,4-23-121-15,9-3-173 16,4-12-847-16</inkml:trace>
  <inkml:trace contextRef="#ctx0" brushRef="#br0" timeOffset="26295.15">30951 17037 1585 0,'0'0'642'0,"0"0"-271"16,0 0-39-16,0 0-143 0,0 0-104 15,0 0-53-15,0 0-19 16,67-15-7-16,-40 15-6 16,-4 0-29-16,-2 0-93 15,-1 0-147-15,-6 0-251 16,-4 0-292-16</inkml:trace>
  <inkml:trace contextRef="#ctx0" brushRef="#br0" timeOffset="26465.58">30896 17188 1913 0,'0'0'384'0,"0"0"72"15,0 0-255-15,0 0-57 0,0 0-35 16,90 7-55-16,-34-11-24 16,5-9-30-16,1-8-25 15,6-24-141-15,-16 6-407 16,-8-5-895-16</inkml:trace>
  <inkml:trace contextRef="#ctx0" brushRef="#br0" timeOffset="28417.98">29542 16912 693 0,'0'0'244'16,"0"0"56"-16,0 0-84 15,0 0-46-15,0 0-26 16,0 0-2-16,0 0-2 16,-50-14 11-16,42 14-42 15,-1 5-21-15,0 5-7 16,0 4 1-16,0 3-9 15,3 3-8-15,0 3-5 16,1 4 6-16,3 1-12 16,2 0-7-16,0 0-6 0,0-3-10 15,0-2 1-15,5-3-10 16,3-5-3-16,-2-3-7 16,2-4-3-16,0-5-3 15,0-3 2-15,4 0-1 16,3-5 2-16,1-8-3 15,3-4 0-15,-3-4-4 16,0-4 5-16,-6 0-6 16,-1-1 0-16,-3-1 5 15,-4 0-5-15,-2 1 0 16,0 4 0-16,0 0 5 0,-7 3-5 16,-4 1 7-16,-1 1-7 15,-4 1-1-15,0 7 0 16,0 1 0-16,3 4 0 15,-1 4-1-15,2 0-8 16,2 1 7-16,0 10-25 16,2 3-49-16,5 0-115 15,3 5-122-15,0-4-269 16,0-2-246-16</inkml:trace>
  <inkml:trace contextRef="#ctx0" brushRef="#br0" timeOffset="28561.77">29505 16924 1091 0,'0'0'169'16,"0"0"-135"-16,0 0-34 16,0 0-564-16</inkml:trace>
  <inkml:trace contextRef="#ctx0" brushRef="#br0" timeOffset="29336.42">31545 16791 54 0,'0'0'963'0,"0"0"-660"15,0 0 63-15,0 0-47 16,0 0-59-16,0 0-34 16,0 0-48-16,0-39-21 15,0 40-39-15,0 18-30 16,8 10 54-16,0 11-7 15,1 5-29-15,1 10-8 16,0 1-23-16,-1-3-20 16,0 3-19-16,-3-6-19 0,-1-5-7 15,-3-5-4-15,-2-9 2 16,0-6-8-16,0-9-44 16,0-5-71-16,-12-7-123 15,0-4-403-15,-7 0-866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39:03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7437 5950 743 0,'0'0'1306'0,"0"0"-1006"0,0 0 51 15,0 0-154-15,0 0-79 16,-36 103 9-16,18 3 20 16,3 13-39-16,2-2-26 15,5-17-25-15,-1-17-13 0,-1-16-25 16,4-13-11 0,-3-13-7-16,0-4-1 0,-6 3-56 15,4-2-100-15,0-7-107 16,3-13-330-16,2-18-418 0</inkml:trace>
  <inkml:trace contextRef="#ctx0" brushRef="#br0" timeOffset="274.74">7294 5804 1478 0,'0'0'404'16,"0"0"-96"-16,0 0-92 15,89-72-51-15,-53 64-28 16,8 8-35-16,3 0-17 16,-1 17-18-16,-3 8-8 15,-3 5-10-15,-7 4-10 0,-12 3-3 16,-6 1-11-16,-13 1-7 16,-2-5-7-16,-11-1-1 15,-16-2-4-15,-4-3-4 16,-5-5 7-16,2-5-9 15,3-5-23-15,2-13-114 16,10 0-372-16,7-11-912 0</inkml:trace>
  <inkml:trace contextRef="#ctx0" brushRef="#br0" timeOffset="2076.69">6525 6048 1215 0,'0'0'524'16,"0"0"-218"-16,0 0 41 16,0 0-72-16,0 0-58 15,-131-65-56-15,22 65-37 0,-49 4-43 16,-24 20-7 0,-13 13 6-16,8 7-3 0,20 1-22 15,21 1-25-15,39-8 9 16,35-10-4-16,39-14-14 15,17-2-20-15,13 0 10 16,3 1-11-16,33 6-8 16,50 0 7-16,50 0 1 15,15-6-1-15,-1-4 0 16,-38-4 0-16,-39-4 0 16,-25 0 0-16,-12 0-1 15,-5-1-4-15,0 2-1 16,-8-2-1-16,-10 2 8 0,-7-2-1 15,-3 3 0-15,-7 2 0 16,-19 7 0 0,-32 16-1-16,-33 19 1 0,-28 25-1 15,-8 10-4-15,11 6 6 16,31-16 11-16,36-22 5 16,17-11 4-16,20-9-8 15,11 4-12-15,1 0 14 16,25 3-13-16,36-7 14 15,38-13 6-15,37-14-1 16,10-3-4-16,-11-17-2 16,-38 0-13-16,-40 5-1 15,-23 4-22-15,-17 5-97 16,-17 3-131-16,0 4-469 0,-20 8-1006 16</inkml:trace>
  <inkml:trace contextRef="#ctx0" brushRef="#br0" timeOffset="2377.83">4849 7878 1154 0,'0'0'1262'0,"0"0"-1070"0,0 0-14 16,0 0-72-16,0 0 46 16,-2 91-28-16,2-51-40 15,-3 2-35-15,3 2-29 16,-4-7-13-16,1-4-4 16,-3-7-3-16,4-9-35 15,-2-11-94-15,1-6-93 16,1-40-258-16,2-3-186 15,0-13-152-15</inkml:trace>
  <inkml:trace contextRef="#ctx0" brushRef="#br0" timeOffset="2647.21">4792 7424 1109 0,'0'0'335'0,"0"0"1"16,0 0-69-16,0 0-129 15,0 0-35-15,0 0 9 16,-79 71 12-16,73-34-17 15,3-2-22-15,3-3-13 16,0-11-26-16,0-7-22 16,8-10-9-16,2-4 0 15,2-4 6-15,0-19-2 16,3-6-5-16,-5-7-8 16,-2-2-6-16,-3 1 0 15,-3 5-36-15,-2 10-33 16,0 11-16-16,0 11-45 15,0 0-97-15,3 35-88 16,6-2-187-16,2-1-311 0</inkml:trace>
  <inkml:trace contextRef="#ctx0" brushRef="#br0" timeOffset="2852.98">5125 7722 1220 0,'0'0'870'0,"0"0"-631"16,0 0-35-16,0 0-63 16,0 0-25-16,0 0-59 15,110-23-30-15,-76 13-15 16,-8 2-12-16,1-2-13 16,-8 5-108-16,-10 5-170 0,-3 0-278 15,-6 0-334-15</inkml:trace>
  <inkml:trace contextRef="#ctx0" brushRef="#br0" timeOffset="3011.59">5065 7928 178 0,'0'0'1381'16,"0"0"-1079"-16,0 0-95 16,0 0-103-16,0 0-5 15,0 0-34-15,100 7-35 16,-48-14-30-16,23-10-67 15,-12 3-321-15,-10-1-615 0</inkml:trace>
  <inkml:trace contextRef="#ctx0" brushRef="#br0" timeOffset="3228.42">5785 7707 1850 0,'0'0'512'15,"0"0"-219"-15,0 0-114 16,-7 100 5-16,7-57-43 16,0 4-48-16,0-2-30 15,0-5-29-15,0-7-24 16,0-3-4-16,-1-11-6 0,-4-8-64 16,-7-12-124-1,3-15-370-15,-1-11-727 0</inkml:trace>
  <inkml:trace contextRef="#ctx0" brushRef="#br0" timeOffset="3664.17">5714 4995 1609 0,'0'0'555'0,"0"0"-225"16,0 0-104-16,0 0-54 15,-17 83-2-15,10-23-78 16,4 26-16-16,3 15-5 16,0-6-3-16,0-17-15 15,0-26-4-15,0-14-28 16,2 3-4-16,-2 3-16 15,0-4-1-15,0-8-23 0,0-14-113 16,0-18-135 0,0-17-366-16,0-13-631 0</inkml:trace>
  <inkml:trace contextRef="#ctx0" brushRef="#br0" timeOffset="3984.75">5872 5128 646 0,'0'0'691'16,"0"0"-351"-16,0 0-53 15,0 0-89-15,0 0 22 16,-6 75-1-16,-12-31-17 0,-9 6-46 16,-7 3-35-1,-8 0-31-15,0-6-42 0,2-3-5 16,6-13-10-16,13-9 2 16,6-10 15-16,11-7-3 15,4-4-14-15,0-1-8 16,4 2-11-16,15 1-8 15,10 1 0-15,5 4 0 16,8 1-6-16,4 0 2 16,2 3-1-16,6-3 5 15,-4-1 1-15,-3 0-1 16,-6-4-5-16,-11-1-1 16,-10-1 0-16,-7-2-19 0,-6 0-73 15,-4 3-117 1,-1-3-478-16</inkml:trace>
  <inkml:trace contextRef="#ctx0" brushRef="#br0" timeOffset="4982.79">8646 5479 499 0,'0'0'533'0,"0"0"-358"16,0 0 89-16,0 0 24 15,-97-65-16-15,45 92-36 16,-31 55-14-16,-25 51-6 15,-5 30-7-15,17 10-33 16,29-16-56-16,33-26-30 16,19-12-14-16,15-15-14 15,9-10-17-15,21-20-18 16,3-17-20-16,0-18-6 0,-2-10-1 16,10-5-51-1,16-12-88-15,-4-3-173 0,-12-9-547 0</inkml:trace>
  <inkml:trace contextRef="#ctx0" brushRef="#br0" timeOffset="5419.33">8518 5900 1774 0,'0'0'345'0,"0"0"-94"16,0 0-113-16,0 0 30 15,12 84-32-15,10-47-39 16,8 1-30-16,6-2-26 0,6-6-23 16,1-6-1-16,-1-10-16 15,-3-8 7-15,-4-6-7 16,-8-12 0-16,-3-20 6 16,-6-9-6-16,-6-7 10 15,-6-7-10-15,-2 5 8 16,-4 7-7-16,0 14 5 15,0 12 23-15,-4 17 74 16,-4 15-37-16,-5 48-36 16,-6 42 44-16,-4 22 3 15,5 9 3-15,5-11-9 16,4-18-1-16,4-3-11 16,1-7-11-16,1-22-4 0,1-21-24 15,0-19-12 1,-1-13-8-16,3-2-1 0,-2-5 0 15,1-7-22-15,-1-8-44 16,1-11-36-16,1-53-114 16,0 3-144-16,4-8-574 0</inkml:trace>
  <inkml:trace contextRef="#ctx0" brushRef="#br0" timeOffset="5633.97">9222 6193 1147 0,'0'0'880'0,"0"0"-678"15,0 0-49-15,0 0 7 0,0 0-15 16,0 0-43-16,0 0-34 16,89 29-30-16,-59-29-24 15,-3-4-14-15,-4-2-25 16,-4-4-143-16,-7 3-203 15,-5 0-413-15</inkml:trace>
  <inkml:trace contextRef="#ctx0" brushRef="#br0" timeOffset="5809.33">9214 6375 1617 0,'0'0'370'0,"0"0"-23"16,0 0-134-16,0 0-70 0,0 0-41 15,0 0-34 1,0 0-31-16,116 21-27 0,-67-28-10 16,1-5-26-16,11-15-186 15,-14 3-325-15,-8 0-588 0</inkml:trace>
  <inkml:trace contextRef="#ctx0" brushRef="#br0" timeOffset="6042.43">9726 5934 1783 0,'0'0'353'0,"0"0"162"0,0 0-333 15,0 0-7 1,-46 116-5-16,43-57-33 0,3 3-22 16,0 4-24-16,0-12-31 15,6 2-22-15,0-3-26 16,0-4-3-16,-3-6 1 15,0-4-10-15,-3-11-20 16,0-9-97-16,3-19-107 16,1 0-332-16,2-13-365 0</inkml:trace>
  <inkml:trace contextRef="#ctx0" brushRef="#br0" timeOffset="6351.55">9935 6055 1275 0,'0'0'503'0,"0"0"-254"16,0 0-37-16,0 0 39 16,-78 80-36-16,50-41-46 15,-2 2-25-15,2-1-40 16,3 0-23-16,5-4-18 16,11-3-18-16,8-5-3 15,1-4 0-15,12-4 9 16,16-4 6-16,8-4 3 15,6-6-11-15,4-4-22 16,3-2-6-16,3 0-19 16,-1-3 4-16,1-9-6 0,-4 0 0 15,-9 1-1 1,-11 0-39-16,-10-1-46 0,-9 0-55 16,-9-8-95-16,0 2-390 15,-2-2-392-15</inkml:trace>
  <inkml:trace contextRef="#ctx0" brushRef="#br0" timeOffset="6823.24">10299 5254 153 0,'0'0'1549'0,"0"0"-1041"16,0 0-200-16,0 0-141 15,-15 128 82-15,15 15-68 0,3 28-93 16,21 13 42 0,0-8-10-16,-3-19-19 0,-4-4-43 15,-6-10 40-15,0-14-14 16,-3-30-11-16,-3-28-7 15,-4-24-24-15,-1-14-27 16,0-5-9-16,0-5-6 16,0-4-19-16,0-18-66 15,-4-2-71-15,2-54-126 16,1 1-463-16,1-12-1245 0</inkml:trace>
  <inkml:trace contextRef="#ctx0" brushRef="#br0" timeOffset="7356.43">10770 6063 1190 0,'0'0'1062'0,"0"0"-719"16,0 0-110-16,0 0-115 16,0 0-28-16,0 0 13 15,0 0-16-15,108 96-41 16,-74-55-20-16,-7 0-2 15,-11 0-4-15,-11-3 0 16,-5-1-2-16,-14-2-6 16,-13-2 3-16,-6-6-15 15,2-7 9-15,6-6-7 16,6-11-1-16,8-3 1 16,11-10-2-16,0-15-6 0,27-7-5 15,10-8 10 1,8 1-15-16,4 0 5 0,-1 3 2 15,-5 3 3 1,-7 1 6-16,-6 3-1 0,-5 0 0 16,-6 4 1-16,-5 4 0 15,-6 4 1-15,-5 7 5 16,-2 5 15-16,-1 5 12 16,0 5-23-16,-6 19 1 15,-9 12 16-15,-3 11 58 16,3 6 2-16,2-2-15 15,8-1-4-15,5-5-16 0,0-7-22 16,11-5-9 0,8-7-1-16,2-8-13 0,0-6-5 15,1-8 2-15,-1-4-4 16,-4 0-7-16,-1-6-67 16,-1-8-97-16,1-14-121 15,-5 4-408-15,-1-2-1212 0</inkml:trace>
  <inkml:trace contextRef="#ctx0" brushRef="#br0" timeOffset="10358.38">11373 5163 983 0,'0'0'284'0,"0"0"-29"16,0 0 9-16,0 0-45 0,0 0-76 15,0 0-24 1,89 91 53-16,-35 21-5 0,13 26-3 16,-1 7-23-16,-2-2 12 15,-9-15-24-15,-4 2-38 16,-11-6-21-16,-12-6-16 15,-16-11-22-15,-12-8-2 16,-9-7-11-16,-22-17-8 16,0-15-5-16,-6-15 0 15,-1-7-5-15,-8 3 0 16,-11 2 0-16,-2-2-1 16,2-15-1-16,11-13-58 15,34-32-64-15,10-15-189 16,7-19-732-16</inkml:trace>
  <inkml:trace contextRef="#ctx0" brushRef="#br0" timeOffset="10931.71">12351 5973 522 0,'0'0'851'0,"0"0"-370"15,0 0-189-15,0 0-38 16,0 0-33 0,0 0-48-16,0 0-56 0,2 2-51 15,10 1-32-15,9-3-1 16,4 0-6-16,2 2-18 15,1-2 1-15,-4 0-8 16,2 0-2-16,-3 0-39 16,-2 0-110-16,-4-2-222 15,-7-3-331-15,-6-1-532 0</inkml:trace>
  <inkml:trace contextRef="#ctx0" brushRef="#br0" timeOffset="11146.8">12329 6186 1750 0,'0'0'482'0,"0"0"-209"16,0 0-71-16,0 0 6 16,0 0-42-16,0 0-42 15,0 0-32-15,85 10-52 16,-45-10-27-16,6-1-13 0,4-8-1 15,38-6-78 1,-12 1-177-16,-3-5-558 0</inkml:trace>
  <inkml:trace contextRef="#ctx0" brushRef="#br0" timeOffset="11833.21">13846 5695 935 0,'0'0'497'0,"0"0"-168"0,0 0-9 16,0 0-3-16,0 0-20 16,0 0-63-16,0 0-48 15,-9-15-48-15,7 15-38 16,2 3-21-16,0 14-26 15,0 9 56-15,0 10-37 16,0 7-37-16,0 8 2 16,0 7 35-16,0 3 12 15,0 6-25-15,0-2-17 16,-1-1-6-16,1-6-2 0,0-7-3 16,0-5-31-1,0-8 0-15,0-7 0 0,0-6 0 16,0-8 0-16,0-5 0 15,0-7 0-15,0-3 0 16,0-2 0-16,0 0 0 16,0 0 0-16,0 0 0 15,0-3-65-15,-10-5-118 16,-22 5-70-16,4 3-231 16,-3 0-554-16</inkml:trace>
  <inkml:trace contextRef="#ctx0" brushRef="#br0" timeOffset="13865.49">6751 9547 1795 0,'0'0'352'0,"0"0"-101"0,0 0-22 15,0 0-61-15,-35 110 31 16,28-10-36-16,2 9-40 16,5-2-35-16,0-24-26 15,0-29-19-15,0-13-20 16,0-7-16-16,0 3-7 16,0 2-6-16,0-1-45 0,0-9-98 15,-7-15-122-15,-5-9-326 16,1-5-281-16</inkml:trace>
  <inkml:trace contextRef="#ctx0" brushRef="#br0" timeOffset="14120.81">6631 9450 1054 0,'0'0'820'0,"0"0"-639"16,0 0 2-16,0 0-57 15,117-69 6-15,-71 69-13 0,0 2-28 16,3 18-11-16,-4 5-18 16,-6 4-4-16,-11 3-18 15,-11-1-11-15,-13 0-11 16,-4-1-3-16,-18-1-2 16,-13-2-4-16,-12 1-3 15,-2-3-6-15,-12 3-22 16,18-8-153-16,8-9-492 0</inkml:trace>
  <inkml:trace contextRef="#ctx0" brushRef="#br0" timeOffset="18819.85">7932 8877 1402 0,'0'0'264'0,"0"0"-22"16,0 0-53-16,-106 29-49 16,45 57-23-16,-17 51 10 15,2 33 29-15,16 9-23 16,23-9-21-16,25-27-27 15,12-10-25-15,26-12-9 16,26-10-23-16,15-18-10 16,9-18-18-16,-3-27-5 15,-9-19-17-15,21-29-129 16,-22 0-367-16,-2-18-530 0</inkml:trace>
  <inkml:trace contextRef="#ctx0" brushRef="#br0" timeOffset="19841.12">8157 9397 667 0,'0'0'361'0,"0"0"-136"16,0 0 33-16,0 0-31 16,0 0-52-16,0 0-66 15,0 0-48-15,-22 14-8 16,22 20 43-16,0 7 24 15,0 2-4-15,4-2-24 16,11-4-9-16,3-3-31 16,4-5-20-16,5-3-13 15,1-10-2-15,4-4-4 16,-2-8-1-16,-1-4-2 16,-3-9 4-16,-5-14-4 15,-3-8 2-15,-9-5-6 16,-5-6 2-16,-4-3 2 15,0 2 2-15,0 8 22 16,-1 11 23-16,-4 12 11 0,4 12-18 16,1 8-32-16,0 28-16 15,0 24-2-15,0 23 35 16,0 17 16-16,3-9-12 16,3-16-6-16,-1-24-3 15,-2-14-9-15,-1 5-9 16,-1-2-5-16,-1 1 0 15,0-10-7-15,0-8 1 16,-3-8 3-16,-8-8-3 16,-4-4 4-16,-9-3-5 0,-9-3 0 15,-6-11 0-15,-2-3-13 16,-1-2-59-16,-3-3-109 16,14 3-332-16,5 2-455 0</inkml:trace>
  <inkml:trace contextRef="#ctx0" brushRef="#br0" timeOffset="20465.81">8743 9626 1527 0,'0'0'351'0,"0"0"-16"16,0 0-27-16,0 0-84 0,0 0-90 15,0 0-68-15,0 0-42 16,24-7-12-16,7 6-5 16,5 0-6-16,0-2 0 15,-3-1-2-15,-6 4-54 16,-8-3-121-16,-2 3-134 16,-7 0-267-16,-7 0-234 0</inkml:trace>
  <inkml:trace contextRef="#ctx0" brushRef="#br0" timeOffset="20633.64">8770 9762 958 0,'0'0'629'16,"0"0"-377"-16,0 0-44 16,0 0-61-16,0 0-55 0,82-10-55 15,-36-2-27-15,8 1-10 16,29-6-93-16,-17 4-259 15,-8-1-598-15</inkml:trace>
  <inkml:trace contextRef="#ctx0" brushRef="#br0" timeOffset="20871.31">9515 9322 1768 0,'0'0'362'15,"0"0"18"-15,0 0-161 16,-80 24-44-16,52 7-63 0,4 8 0 16,2 6-23-16,8 2-34 15,4-2-19-15,6-5-11 16,4-2-11-16,5-4-13 16,15-6-1-16,8-5 0 15,7-6-20-15,34-14-93 16,-9-3-212-16,0-3-565 0</inkml:trace>
  <inkml:trace contextRef="#ctx0" brushRef="#br0" timeOffset="21464.91">9901 9330 1696 0,'0'0'481'0,"0"0"-4"15,0 0-265 1,0 0-46-16,-99 34-62 0,69 1 0 15,1 6-19-15,2 3-40 16,5 0-14-16,8-7-5 16,8-2-8-16,6-8-17 15,0-5-1-15,12-11 0 16,12-8-15-16,4-3 5 16,2-15-25-16,0-14-26 15,-5-7 9-15,-7-5 19 16,-3-5 16-16,-9 5 16 15,-5 2 1-15,-1 9 0 16,0 9 9-16,0 7 27 16,-1 9-1-16,-2 5-11 0,0 0-14 15,1 4-10-15,-1 13 0 16,3 5 0-16,0 0 5 16,0 3-5-16,14-3-2 15,10-5-5-15,4-3 4 16,3-9 3-16,4-5-1 15,-4 0 0-15,5-15-7 16,-5-6-10-16,-1-4-4 16,-5 0 4-16,-8 0 11 15,-2 3 7-15,-8 4 0 16,-2 1 0-16,-2 5 0 16,1 3 1-16,-3 4 14 15,1 4-13-15,1 1-1 0,3 0-1 16,6 8 1-16,3 9 0 15,0 3 6-15,1 4-5 16,-1 2-1-16,0 3 7 16,0-4-8-16,-2-1 0 15,-1-7 0-15,-4-5-1 16,1-4-51-16,-5-8-195 16,-1 0-346-16,-3-13-670 0</inkml:trace>
  <inkml:trace contextRef="#ctx0" brushRef="#br0" timeOffset="22180.52">10509 8724 894 0,'0'0'685'15,"0"0"-383"-15,0 0 171 16,0 0-185-16,0 0-84 16,0 0-131-16,0 0-50 15,-19 189 23-15,20-46 68 16,8 11-3-16,2-6-29 16,-1-15 6-16,2-9-7 15,-3-11-9-15,-3-16-7 16,0-20-20-16,-3-21-12 15,-2-20-12-15,-1-10-14 16,0-3-7-16,0-4-36 0,0-7-97 16,0-18-93-16,-1-19-378 15,-2-7-983-15</inkml:trace>
  <inkml:trace contextRef="#ctx0" brushRef="#br0" timeOffset="22701.94">10840 9185 1622 0,'0'0'299'0,"0"0"-82"0,0 0-23 16,0 0-43-16,0 0-65 16,0 0-10-16,0 0-12 15,101 50-2-15,-78-19 0 16,-5 3 1-16,-3 2-8 15,-6 5-17-15,-9-2-11 16,0 1-3-16,-10-4-8 16,-10-2-4-16,-4-6 0 15,-1-6-2-15,4-10-4 16,6-7 0-16,5-5-4 16,10-5 7-16,0-16-9 15,10-9-1-15,20-4-18 0,7-8-7 16,7 0-21-1,2-2 15-15,-1 2 2 0,-5 2-3 16,-9 1 23-16,-6 8 10 16,-11 6 1-16,-8 8 12 15,-3 8 62-15,-3 8 9 16,0 1-38-16,-3 15-20 16,-6 17 11-16,-7 10 62 15,-1 8 1-15,5 7-35 16,5-1-4-16,4-4-13 15,3-7-12-15,0-6-16 16,10-11-13-16,5-5-5 16,3-9 3-16,1-7-5 15,5-7-9-15,3 0-27 16,16-33-142-16,-3-1-279 0,-7-7-1110 16</inkml:trace>
  <inkml:trace contextRef="#ctx0" brushRef="#br0" timeOffset="24099.05">11407 8482 722 0,'0'0'1107'0,"0"0"-843"16,0 0-157-16,88 147 9 15,-19 16 51-15,6 38 36 16,-9 16-8-16,-22-11-53 15,-28-22-52-15,-16-8-18 16,-19-16-23-16,-29-12-23 16,-13-22-14-16,-12-20-5 0,-11-21-7 15,-2-20-5 1,10-24 4-16,13-20 1 0,17-20-27 16,12-30-86-1,7-14-187-15,10-11-479 0</inkml:trace>
  <inkml:trace contextRef="#ctx0" brushRef="#br0" timeOffset="25225.7">12317 9360 789 0,'0'0'694'0,"0"0"-401"0,0 0 53 16,0 0-95-16,0 0-66 16,0 0-24-16,0 0-41 15,11 3 16-15,17 9-48 16,9-1-27-16,9-3-19 15,4-3-3-15,3-5-3 16,1 0-6-16,3-13-10 16,-4-6-4-16,-6-4-5 15,-7-2-5-15,-5 2-6 16,-9 1-2-16,-8 3-14 0,-9 4-43 16,-9 0-125-16,-3 8-308 15,-12-1-280-15</inkml:trace>
  <inkml:trace contextRef="#ctx0" brushRef="#br0" timeOffset="25474.52">12459 9104 1580 0,'0'0'368'15,"0"0"13"-15,0 0-171 16,0 0-53-16,0 0 35 15,22 97-77-15,-6-46-33 16,0 7-15-16,-2 0-14 16,-3-1-4-16,-2-6-8 0,-2-5-8 15,-2-4-14-15,-2-6-6 16,-3-2-7-16,0-3-6 16,0 5-52-16,0-9-194 15,0-12-767-15</inkml:trace>
  <inkml:trace contextRef="#ctx0" brushRef="#br0" timeOffset="25962.61">13646 9160 1891 0,'0'0'573'16,"0"0"-214"-16,0 0-193 15,0 0-96-15,9 84 54 16,8 1 2-16,8 19-45 15,-1-4-27-15,-5-19-3 16,-9-27-17-16,-3-13-14 16,-3 5-11-16,2 2-3 15,-5 1-6-15,-1-9-16 16,-5-13-93-16,-27-21-104 16,4-6-310-16,-3-8-647 0</inkml:trace>
  <inkml:trace contextRef="#ctx0" brushRef="#br0" timeOffset="26216.88">13622 9045 1692 0,'0'0'280'0,"0"0"-53"16,94-19-82-16,-43 19 5 15,0 3-28-15,1 14-22 16,-9 9-33-16,-8 1-13 15,-12 8-23-15,-11 2-13 16,-12 0-6-16,0 4-5 16,-24-5-6-16,-9 1 5 15,-8-6-5-15,-4-6 0 0,-3-9-1 16,5-5-96-16,6-16-160 16,11-13-330-16,12-8-677 0</inkml:trace>
  <inkml:trace contextRef="#ctx0" brushRef="#br0" timeOffset="26525.45">14747 8432 1538 0,'0'0'277'0,"0"0"25"0,0 0-99 15,-78 72 10-15,32 14 40 16,-8 37-58-16,4 16-76 16,15 2-27-16,23-10-2 15,12-18-5-15,26 0-30 16,14-8 26-16,18-11-24 16,-1-22-4-16,-5-20-1 15,17-11-22-15,-10-17-18 16,1-9-10-16,6-8-2 15,-13-7-70-15,25-46-134 16,-9 0-248-16,-14-10-815 0</inkml:trace>
  <inkml:trace contextRef="#ctx0" brushRef="#br0" timeOffset="27388.22">15095 8805 1132 0,'0'0'329'0,"0"0"-10"0,0 0-42 16,0 0-131-16,0 0-71 15,0 0 21-15,0 0 35 16,14 95-22-16,10-56-38 16,5 0-22-16,6-6-14 15,3-5-22-15,-1-11-13 16,-4-8 2-16,-3-6 4 0,-7-3 6 15,-3-12 0 1,-7-16-2-16,-4-5 4 0,-4-3-13 16,-3-3 5-16,-2 8 2 15,0 6 14-15,0 9 42 16,0 15 16-16,0 1-43 16,0 34-27-16,0 29 2 15,11 27 20-15,4 13 34 16,4-2-17-16,1-8-14 15,-8-22-11-15,-3-15 4 16,-2-13-6-16,-4-9-4 16,-3-1-9-16,0-1-3 15,0-3-5-15,-10-10 5 0,-7-10 0 16,-8-7-5-16,-5-2 1 16,-6-10-2-16,-1-12 0 15,-2-5-40-15,8-5-33 16,6-1-47-16,17-16-106 15,7 6-252-15,1 5-260 16</inkml:trace>
  <inkml:trace contextRef="#ctx0" brushRef="#br0" timeOffset="27576.74">15767 9056 1618 0,'0'0'395'0,"0"0"-161"16,0 0-136-16,0 0-20 0,98-30-45 16,-63 21-21-16,-1 0-12 15,-4 3-31-15,-3 1-147 16,-9 2-317-16,-6 2-359 0</inkml:trace>
  <inkml:trace contextRef="#ctx0" brushRef="#br0" timeOffset="27750.29">15804 9204 1491 0,'0'0'343'0,"0"0"-63"16,0 0-195-16,0 0-58 0,123-36-15 15,-64 17-12-15,31-2-36 16,-14 2-322-16,-12 0-701 0</inkml:trace>
  <inkml:trace contextRef="#ctx0" brushRef="#br0" timeOffset="28001.79">16527 8771 307 0,'0'0'1550'0,"0"0"-1193"15,0 0-46-15,0 0-190 16,0 0 53-16,-96 81-14 16,71-32-27-16,3 2-37 0,6 0-16 15,7-3-41-15,9-6-11 16,0-3-16-16,8-3-12 16,13-5 0-16,7-7-7 15,6-7-39-15,8-13-112 16,28-16-211-16,-10-17-388 15,-8-9-581-15</inkml:trace>
  <inkml:trace contextRef="#ctx0" brushRef="#br0" timeOffset="28588.85">16836 8818 1553 0,'0'0'286'0,"0"0"187"16,0 0-295-1,0 0-27-15,-92 35 4 0,68-4-32 16,2 4-2-16,3 3-28 15,8 0-36-15,5-1-33 16,6-4-12-16,0-1-6 16,6-8-6-16,12-5 0 15,0-8 0-15,3-10-6 16,2-1-11-16,3-14-34 16,-4-14-18-16,1-6 5 15,-3-3 3-15,-4 1 20 16,-6 0 23-16,-4 8 11 15,-3 6 0-15,-3 6 7 16,0 8 30-16,0 4 14 16,0 4-13-16,0 0-20 0,0 11-11 15,0 9 0 1,0 7 6-16,0 4-4 0,15 1 7 16,7-3-2-16,8-3-1 15,4-4 0-15,4-7-5 16,2-7 0-16,-3-8 0 15,-4-3-1-15,-6-19-10 16,-7-10-8-16,-10-6 9 16,-9-7 9-16,-1-7 0 15,-6-3 0-15,-10-3 1 16,-1 4 17-16,1 8 16 16,4 14 30-16,3 11 22 0,6 15-22 15,3 6-38 1,0 14-25-16,0 19 5 0,6 13-5 15,7 9 6-15,5 8-5 16,0 0 5-16,0-2 3 16,-3-6-10-16,-2-9-2 15,-5-5-8-15,-4-10-33 16,-2-11-88-16,-2-18-136 16,0-2-210-16,-11-8-454 0</inkml:trace>
  <inkml:trace contextRef="#ctx0" brushRef="#br0" timeOffset="28766.65">16927 8913 472 0,'0'0'1402'16,"0"0"-1111"-16,0 0-155 16,0 0-92-16,132-36-1 15,-67 17-21-15,6-1-11 16,-5-4-11-16,8-18-108 15,-19 8-488-15,-13-3-742 0</inkml:trace>
  <inkml:trace contextRef="#ctx0" brushRef="#br0" timeOffset="29016.93">17609 8095 1829 0,'0'0'318'16,"-7"108"-40"-16,7 7-55 0,0 24 13 16,10 7-48-16,11-9-70 15,1-17-31-15,-2-8-11 16,-4-8-14-16,-7-6-5 16,-6-21-41-16,-3-15-14 15,0-22-1-15,0-11-1 16,0-8-62-16,-3-8-74 15,2-21-95-15,1-20-355 16,-2-13-700-16</inkml:trace>
  <inkml:trace contextRef="#ctx0" brushRef="#br0" timeOffset="29542.04">17978 8596 2018 0,'0'0'290'0,"0"0"-49"0,0 0-140 16,0 0-64-16,0 0 54 15,61 90 11-15,-31-47-31 16,-3 0-30-16,-8 0-11 16,-9-5-9-16,-8-5-1 15,-2-4 6-15,-9-5-7 16,-10-6 1-16,-5-5-4 15,1-7 11-15,1-6-15 0,4 0-4 16,6-9 1-16,7-9-8 16,5-4 8-16,6-7-9 15,18-2-1-15,8-3-5 16,3 0-5-16,1 0 10 16,-1-1 0-16,-4 1 0 15,-4 2 1-15,-5 4 1 16,-7 2 0-16,-3 5 0 15,-6 7 8-15,-3 6 13 16,-3 5 23-16,0 3-9 16,0 3-9-16,-9 18-21 15,-7 13 1-15,-4 9 11 16,-1 8 21-16,2 4 3 0,7-2-6 16,6-5-13-16,6-6-2 15,0-6-11-15,17-5 8 16,8-6 6-16,6-9-10 15,5-9-8-15,1-7-6 16,-1 0-6-16,10-32-84 16,-7-1-117-16,-6-6-493 0</inkml:trace>
  <inkml:trace contextRef="#ctx0" brushRef="#br0" timeOffset="30255.56">18519 7704 925 0,'0'0'613'0,"0"0"-312"15,0 0-10-15,142 37-97 16,-60 46-25-16,21 46 17 15,-2 25-17-15,-14 5-30 16,-23-13-41-16,-25-18 4 16,-17-7-24-16,-14-4-16 15,-8-2-10-15,-25-6-10 16,-18-10-20-16,-12-4-13 16,-9-5-9-16,-12-7 0 0,-9-7-1 15,-5-10-19 1,13-23-46-16,8-16-82 0,27-18-209 15,16-9-768-15</inkml:trace>
  <inkml:trace contextRef="#ctx0" brushRef="#br0" timeOffset="30987.32">19708 8895 1448 0,'0'0'521'16,"0"0"-182"-16,0 0-44 15,0 0-77-15,0 0-43 16,0 0-71-16,52 0-38 16,23-4-6-16,29-7-22 15,-2-3-13-15,-18 1-14 16,-28 0-10-16,-21 4-1 16,-2-3-18-16,-4-2-82 15,-13-11-138-15,-13 3-284 16,-3 0-381-16</inkml:trace>
  <inkml:trace contextRef="#ctx0" brushRef="#br0" timeOffset="31209.37">19947 8596 1847 0,'0'0'371'15,"0"0"-30"-15,0 0-215 16,0 0-9-16,16 137 57 15,0-44-31-15,1-2-45 16,-7-18-25-16,-7-23-28 16,-3-14-20-16,0 5-24 15,0 6 0-15,0 4-1 0,-1-2-5 16,-2 9-81-16,1-15-218 16,2-18-571-16</inkml:trace>
  <inkml:trace contextRef="#ctx0" brushRef="#br0" timeOffset="31854.89">21089 8646 329 0,'0'0'1158'15,"0"0"-680"-15,0 0-153 16,0 0-26-16,0 0-120 0,0 0-97 15,0 0 18 1,21 163 34-16,-5-69-50 0,-7-16-22 16,-2-23-22-16,-5-21-20 15,1 7-19-15,-1 3-1 16,-1 0-1-16,-1-8-35 16,0-11-113-16,-1-16-133 15,-11-9-213-15,0 0-264 0</inkml:trace>
  <inkml:trace contextRef="#ctx0" brushRef="#br0" timeOffset="32094.1">21087 8604 1363 0,'0'0'342'0,"0"0"-32"0,0 0-116 16,99-78-47-16,-53 68-23 15,4 8-12-15,-1 2-30 16,-8 7-26-16,-8 15-14 15,-9 5-14-15,-13 6-10 16,-11 4-3-16,-9 4-1 16,-21 2-5-16,-11-2-3 15,-6-4 4-15,-5-6-9 16,1-6-1-16,3-8-62 16,11-17-125-16,12 0-99 15,15-12-328-15</inkml:trace>
  <inkml:trace contextRef="#ctx0" brushRef="#br0" timeOffset="32426.06">22272 7885 1330 0,'0'0'325'16,"0"0"-43"-16,0 0-92 15,-96 157 67-15,58-31-24 16,5 14-53-16,18-3-36 16,13-15-17-16,2-26-34 15,21-2-30-15,11-7-11 0,-1-16-8 16,-1-17-21-16,-3-17-11 15,-2-11-7-15,5 0-5 16,4-5-6-16,6-7-49 16,19-18-127-16,-10-17-334 15,-5-15-403-15</inkml:trace>
  <inkml:trace contextRef="#ctx0" brushRef="#br0" timeOffset="33123.78">22775 8425 1265 0,'0'0'295'16,"0"0"2"-16,0 0 11 16,0 0-78-16,0 0-112 15,0 0-67-15,0 0 3 16,-3 34 50-16,25 11-27 16,5 4-27-16,4-8-28 15,2-3-10-15,1-9-10 16,-1-9 11-16,-3-11-12 15,-2-9 0-15,-4 0 5 16,-2-24-5-16,-5-10-1 16,-2-6 2-16,-6-7-3 15,-3-4 2-15,-5 2-1 0,-1 9 8 16,0 11 7-16,0 14 45 16,0 15-2-16,0 10-42 15,6 25-10-15,3 15-5 16,2 17 13-16,2 19 5 15,2 15 8-15,-5-10 9 16,-2-18 5-16,-5-20-19 16,-3-16-7-16,0 1 3 15,-12 2-18-15,-5-2 0 16,-5-9 4-16,-5-12-3 16,-4-12-2-16,-3-5-13 15,-2-13-43-15,1-13-81 16,7-23-116-16,9 9-216 0,8 1-256 0</inkml:trace>
  <inkml:trace contextRef="#ctx0" brushRef="#br0" timeOffset="33316.05">23410 8615 1438 0,'0'0'331'0,"0"0"-96"15,0 0-114-15,0 0 0 16,115-17-56-16,-73 12-37 16,-2 1-28-16,-6 3-9 0,-1 1-173 15,-11 0-316 1,-10 0-535-16</inkml:trace>
  <inkml:trace contextRef="#ctx0" brushRef="#br0" timeOffset="33488.25">23462 8770 1430 0,'0'0'329'15,"0"0"-76"-15,0 0-146 16,85-16-54-16,-1 0-32 16,31-4-21-16,12 3-27 15,-7 2-147-15,-35 8-123 0,-28 2-239 16</inkml:trace>
  <inkml:trace contextRef="#ctx0" brushRef="#br0" timeOffset="34235.74">24321 8526 874 0,'0'0'490'0,"0"0"-214"0,0 0 37 16,0 0-46-16,0 0-30 16,-94-65-65-16,72 65-54 15,-1 11-42-15,0 14-1 16,-3 6-2-16,6 6-4 15,5 4-11-15,7 2-17 16,6-2-13-16,2-4-19 16,8-4 0-16,10-6-8 15,4-10-1-15,4-10 0 16,-1-7-30-16,2-10-3 0,-4-21-27 16,-1-23 9-16,-6-25 24 15,-7-34 9-15,-9-23 12 16,0-7 6-16,0 12 0 15,0 40 1-15,0 37 8 16,0 30 22-16,0 16 20 16,0 8 6-16,0 5-41 15,0 32-16-15,-3 38 0 16,3 31 1-16,0 14 8 16,12-7 2-16,9-27 4 15,0-28-2-15,-3-16-5 16,3-6-8-16,1-2 0 15,2-4-14-15,4-7-50 0,-1-18-77 16,-2-7-53-16,1-27-6 16,0-15 6-16,0-7 24 15,-4-9 90-15,-2 1 73 16,-8 3 7-16,-2 8 41 16,-7 12 45-16,-2 14 8 15,-1 11 17-15,0 8 10 16,0 3-57-16,-9 17-33 15,-7 15-17-15,-3 8 21 16,-1 5 4-16,4 0-19 16,5-2 0-16,7-4 3 15,4-7-5-15,0-5-12 0,8-10-5 16,8-8-1-16,3-9 1 16,4-3 8-16,0-20-9 15,-1-9-21-15,-3-9-27 16,-5-9-30-16,-4-3 4 15,-6-2-18-15,-4 5 29 16,0 11 26-16,0 13 6 16,0 16 12-16,0 10-41 15,-4 7-67-15,1 19 64 16,3 6-12-16,0 6-12 16,0 1 5-16,6-6-27 15,23 0-85-15,-2-10-158 16,0-10-216-16</inkml:trace>
  <inkml:trace contextRef="#ctx0" brushRef="#br0" timeOffset="34641.77">24955 8243 993 0,'0'0'171'16,"0"0"1"-16,0 0-50 15,-86 37-3-15,65-10-42 16,4 4-33-16,8-1-21 15,6-3-7-15,3-5-10 16,3-8-6-16,13-9-5 16,1-5 5-16,3 0 28 15,-2-14 0-15,-2-5-5 16,-6-1 45-16,0 3 40 16,-6 4 51-16,-2 9 3 0,-2 4-30 15,0 0-67 1,0 19-33-16,0 8 64 0,1 10 15 15,3 6-23-15,1 3-14 16,-1 4 9-16,2 1-4 16,2 1-21-16,-1-2-19 15,-2-4-9-15,-4-5-13 16,-1-8-11-16,0-5-6 16,0-7 6-16,-13-8-6 15,-4-2 1-15,-7-8 0 16,-4-3-1-16,-5 0-42 15,-7-9-75-15,7-9-154 16,6-3-539-16</inkml:trace>
  <inkml:trace contextRef="#ctx0" brushRef="#br0" timeOffset="35587.21">25646 7562 1068 0,'0'0'343'15,"0"0"-13"-15,0 0 20 0,0 0-34 16,0 0-94-16,0 0-134 16,0 0-39-16,-24 173 53 15,24-29 29-15,0 9-41 16,2-9 15-16,8-19 1 15,3-9-19-15,-2-12-26 16,-2-10 2-16,-5-16-24 16,-4-22-21-16,0-17-16 15,0-11-2-15,0-1-57 16,-1-6-103-16,-5-19-150 16,1-2-302-16,1-20-801 0</inkml:trace>
  <inkml:trace contextRef="#ctx0" brushRef="#br0" timeOffset="36000.09">25783 8196 1810 0,'0'0'256'16,"0"0"-116"-16,0 0-67 16,84 17 87-16,-51 10-31 15,-5 7-28-15,-9 5-19 16,-11 3-18-16,-8 1-5 15,0-2-9-15,-13-3-11 16,-1-4-24-16,2-8-6 16,3-7-8-16,6-8-1 15,3-10-24-15,6-1-27 0,13-20 10 16,10-11-27 0,4-8-6-16,1-9 25 0,-1-4 41 15,-5-4 8 1,-4 4 0-16,-7 8 22 0,-6 12 19 15,-6 11 41-15,-2 13 39 16,-3 8-70-16,0 14-29 16,0 20-11-16,-3 10 1 15,0 9 29-15,1 2-11 16,2-5-9-16,0-3-19 16,12-8-1-16,7-3 0 15,5-9-1-15,5-6-45 16,9-13-133-16,-5-7-202 15,-6-1-502-15</inkml:trace>
  <inkml:trace contextRef="#ctx0" brushRef="#br0" timeOffset="36279.36">26374 7648 1881 0,'0'0'268'16,"0"0"-49"-16,0 0-139 15,97 104 58-15,-30 2 11 16,4 22 11-16,-14 4-28 16,-18-7-40-16,-27-19-23 15,-12-10 5-15,-6-20-31 16,-13-18 3-16,0-15-17 0,-3-9-11 16,0-2-8-1,-2-1-8-15,3-6-1 0,5-13 1 16,7-12-2-16,9-5-16 15,0-25-83-15,49-48-184 16,3 6-413-16,9-4-748 0</inkml:trace>
  <inkml:trace contextRef="#ctx0" brushRef="#br0" timeOffset="36483.67">27761 8126 2167 0,'0'0'354'16,"0"0"-5"-16,0 0-206 16,0 0-25-16,0 0-64 0,0 0-27 15,92 18-13-15,-51-13-5 16,-1-3-9-16,-6-2-14 16,-7 0-86-16,-1-5-141 15,-9-3-244-15,-9 1-338 0</inkml:trace>
  <inkml:trace contextRef="#ctx0" brushRef="#br0" timeOffset="36671.31">27573 8393 2273 0,'0'0'379'0,"0"0"-51"0,0 0-153 16,0 0-35-16,130-4-61 15,-20-3-40-15,17 0-24 16,3-2-15-16,-5-1-20 16,-37 1-167-16,-12-6-571 0</inkml:trace>
  <inkml:trace contextRef="#ctx0" brushRef="#br0" timeOffset="37067.03">29396 7686 567 0,'0'0'1301'0,"0"0"-824"16,0 0 23-16,0 0-262 16,0 0-54-16,0 0-106 15,0 0-51-15,-6 16-12 16,-2 22 18-16,-1 10 31 16,-2 10 8-16,0 13-9 0,3 15-7 15,5-8-2-15,1-8-9 16,2-10-12-16,0-11-8 15,4 2-5-15,5 3-5 16,-3-11-14-16,-1-10 5 16,-2-9-6-16,-3-7-23 15,0-5-56-15,-13-5-176 16,-6-7-417-16</inkml:trace>
  <inkml:trace contextRef="#ctx0" brushRef="#br0" timeOffset="38783.58">9273 11301 1756 0,'0'0'298'0,"0"0"-39"16,0 0-62-16,0 0-83 15,0 0 6-15,-91 75 30 16,55-9-19-16,6-2-19 16,5 2-25-16,13-1-18 15,9-18-13-15,3-2-17 16,4-10-7-16,17-8 2 15,6-10-11-15,7-8-5 16,2-9-2-16,5-3 1 16,-1-17-2-16,-3-11-6 15,-4-10 1-15,-6-19 5 16,-11 3-14-16,-7-8 7 16,-9 1-7-16,0 13-2 0,-16-2-6 15,-5 11-11-15,0 15-9 16,-6 10-15-16,2 14-5 15,-2 3-14-15,0 13-38 16,7 26-91-16,7-5-283 16,7-2-365-16</inkml:trace>
  <inkml:trace contextRef="#ctx0" brushRef="#br0" timeOffset="38973.74">9544 11422 1930 0,'0'0'539'16,"0"0"-248"-16,0 0-115 0,0 0-60 15,0 0-56-15,0 0-46 16,0 0-14-16,26-19-58 16,-9 19-175-16,2 0-320 15,0 0-514-15</inkml:trace>
  <inkml:trace contextRef="#ctx0" brushRef="#br0" timeOffset="39814.06">10054 11142 1239 0,'0'0'307'0,"0"0"49"16,0 0-56-16,0 0-74 0,0 0-98 15,0 0-73-15,0 0 11 16,-7 64 29-16,7-15 5 15,-8 1-31-15,-5 0-17 16,-2-5-8-16,-1-6-16 16,2-9-1-16,1-6-8 15,7-7 1-15,3-4-8 16,3-5-11-16,3 0 5 16,21-1-6-16,10-2 0 15,23-3 0-15,2-2-5 16,9 0-3-16,-3-14-2 15,-11-6-17-15,-5-6-17 16,-13-3-3-16,-14-7 21 16,-11-2 19-16,-10-5 7 15,-1 3 6-15,0 2 1 0,-7 12 16 16,-2 6 39-16,4 12 18 16,1 8-34-16,-2 14-26 15,-2 19-14-15,-2 27 21 16,1 28 36-16,6 22-8 15,3-7-13-15,0-21-6 16,0-22-17-16,0-20-10 16,0 4-9-16,0 5-7 15,9 15-92-15,9-16-169 16,0-19-835-16</inkml:trace>
  <inkml:trace contextRef="#ctx0" brushRef="#br0" timeOffset="40216.69">12861 11151 1864 0,'0'0'487'0,"0"0"-114"15,0 0-197-15,0 0-82 16,0 0-18-16,120 0-7 16,-53 0-22-16,2-4-28 15,-13-1-8-15,-4-1-11 16,-16 1-42-16,-12-8-115 16,-13 2-204-16,-10-3-460 0</inkml:trace>
  <inkml:trace contextRef="#ctx0" brushRef="#br0" timeOffset="40406.32">13040 10849 1679 0,'0'0'471'0,"0"0"-197"16,0 0-97-16,-10 133 43 16,10-35-31-16,18 9-50 15,7-7-16-15,-4-23-34 16,-3-22-48-16,-6-13-23 15,0-3-18-15,0 4 0 16,21 10-81-16,-2-7-202 16,0-21-649-16</inkml:trace>
  <inkml:trace contextRef="#ctx0" brushRef="#br0" timeOffset="41668.52">15528 10886 1149 0,'0'0'285'16,"0"0"-37"-16,0 0 10 16,0 0-27-16,0 0-54 0,0 0-66 15,0 0-45-15,-89 8-5 16,71 33 27-16,4 8 10 16,7 7 2-16,7 2-21 15,0-2-11-15,16-1-18 16,8-9-8-16,3-8-22 15,4-9-8-15,-1-10-12 16,0-13 11-16,-1-6-11 16,-4-5 12-16,-1-19-3 15,-3-12-2-15,-9-8-5 16,-5-7 4-16,-7-4-5 16,0-1-1-16,-7 1-7 15,-11 6 0-15,-3 8-2 0,0 12-2 16,-1 9 1-16,4 11-20 15,-2 8-48-15,7 1-63 16,7 8-118-16,6 18-133 16,9-2-267-16,6-2-490 0</inkml:trace>
  <inkml:trace contextRef="#ctx0" brushRef="#br0" timeOffset="41836.67">15887 10994 1493 0,'0'0'305'0,"0"0"-14"16,0 0-83-16,0 0-97 0,0 0-45 15,0 0-42-15,0 0-24 16,3-17-90-16,7 8-277 16,2-4-883-16</inkml:trace>
  <inkml:trace contextRef="#ctx0" brushRef="#br0" timeOffset="42554.86">16287 10799 1420 0,'0'0'400'16,"0"0"-57"-16,0 0-119 16,39-95-16-16,-13 73-65 15,5 5-36-15,3 7-47 16,4 9-20-16,-2 1-2 16,-2 13-5-16,-7 10 13 15,-10 10-4-15,-9 6-3 16,-8 9 27-16,-3 0 9 15,-21 4-25-15,-7 0 4 16,-5-2-9-16,-1-6-13 0,4-7-10 16,8-11-7-16,7-9 2 15,10-7 7-15,8-9 9 16,0-1 18-16,18 0 7 16,25-12-20-16,33-2-14 15,26 3-15-15,-2 2 0 16,-14 8-3-16,-26 1 3 15,-20 0-2-15,3 0-6 16,-4 5-1-16,-4 4-21 16,-9 0-70-16,4 3-74 15,-6-5-127-15,-4-7-602 0</inkml:trace>
  <inkml:trace contextRef="#ctx0" brushRef="#br0" timeOffset="42992.89">19499 10467 1687 0,'0'0'389'15,"0"0"-49"-15,0 0-105 16,0 0-38-16,0 0-7 16,0 0-49-16,118 14-45 15,-55-14-48-15,6-7-26 16,0-6-15-16,-8 1-7 0,-14-2-3 16,-13 1-52-16,-15-1-81 15,-13-10-208-15,-1 4-381 16,-5-1-596-16</inkml:trace>
  <inkml:trace contextRef="#ctx0" brushRef="#br0" timeOffset="43184.19">19762 10188 1691 0,'0'0'231'15,"-10"72"26"-15,7 6-22 16,3 28 0-16,11 8-80 15,10-21-40-15,0-26-45 0,-3-25-40 16,-2-6-18 0,7 7-12-16,2 0-10 15,9 15-109-15,-5-14-185 0,-9-14-471 16</inkml:trace>
  <inkml:trace contextRef="#ctx0" brushRef="#br0" timeOffset="43764.02">21840 10060 1470 0,'0'0'366'0,"0"0"-21"16,0 0-122-16,0 0-27 15,-93 52-21-15,65 7-23 16,7 27-30-16,13 23-12 16,8 1-28-16,6-18-32 15,14-32-17-15,-1-28-11 16,3-13-7-16,5-4-8 15,3-6-1-15,3-9-4 16,-2-4 8-16,-3-28-8 16,-1-25 5-16,-9-24-6 15,-10-20 7-15,-8-6-7 16,-5 22 0-16,-11 25-1 16,-1 30-11-16,2 11-9 0,-4 7-5 15,-6 4-21-15,-5 8-71 16,3 2-123-16,12 33-118 15,7-3-152-15,8 2-295 16</inkml:trace>
  <inkml:trace contextRef="#ctx0" brushRef="#br0" timeOffset="43918.48">22027 10248 1020 0,'0'0'711'15,"0"0"-395"-15,0 0-70 16,0 0-83-16,0 0-50 15,0 0-75-15,0 0-38 16,24-49-30-16,-3 49-105 16,-2 0-155-16,1 0-369 0</inkml:trace>
  <inkml:trace contextRef="#ctx0" brushRef="#br0" timeOffset="44349.67">22469 9765 1013 0,'0'0'800'0,"0"0"-514"16,0 0-146-16,0 0-51 15,0 0 123-15,3 110 4 16,-3-57-25-16,-8 6-56 16,-5-1-44-16,0 0-23 15,5-5-20-15,8-7-24 0,0-4-9 16,25-5-7-1,13-7-2-15,14-11 2 0,10-10-2 16,6-9-6-16,-3-6 0 16,-5-22-6-16,-13-9-21 15,-14-13 0-15,-14-7 3 16,-14-3 3-16,-5 2 12 16,-7 9 8-16,-7 8-8 15,1 13 9-15,3 14 8 16,2 14 11-16,0 6-11 15,-3 38-2-15,0 28 9 16,7 27 25-16,4 9 0 16,0-4-23-16,0-6 7 0,1-15-11 15,-1-2-4 1,0-13-8-16,0-14-1 0,0-14-55 16,0 2-72-16,9-9-358 15,3-11-692-15</inkml:trace>
  <inkml:trace contextRef="#ctx0" brushRef="#br0" timeOffset="44875.28">25377 10156 1542 0,'0'0'557'0,"0"0"-368"15,0 0-2-15,0 0-6 16,0 0-29-16,0 0-87 16,0 0-42-16,93-53-14 15,-35 49-9-15,5 3-73 16,19 1-149-16,-18 0-164 0,-15 0-388 15</inkml:trace>
  <inkml:trace contextRef="#ctx0" brushRef="#br0" timeOffset="45070.92">25400 10422 1151 0,'0'0'745'0,"0"0"-604"15,0 0 8-15,0 0-79 16,109-5 19-16,20-23-43 16,29-4-24-16,10-4-22 15,-12 2-30-15,-28 0-121 16,-38 10-332-16,-25-2-533 0</inkml:trace>
  <inkml:trace contextRef="#ctx0" brushRef="#br0" timeOffset="45289.27">26946 9556 2006 0,'0'0'328'15,"0"0"-163"-15,0 0-34 16,-10 76 12-16,9 16 69 16,1 35-47-16,0 11-50 15,16-5-28-15,6-18-41 16,-1-17-30-16,3-3-16 15,-5-3-1-15,-8-7-25 16,-8-13-78-16,-9-10-157 0,-15-21-391 16,-4-18-904-16</inkml:trace>
  <inkml:trace contextRef="#ctx0" brushRef="#br0" timeOffset="47795.36">23769 11122 157 0,'0'0'142'0,"0"0"32"16,0 0 101-16,0 0 44 16,0 0-35-16,0 0-65 15,0 0-44-15,27 13-35 16,-33-8-31-16,-13 6 3 15,-9 1 40-15,-11 5 2 16,-13 1-18-16,-23 3-26 16,-32 3-40-16,-32 1-15 15,-22 0 2-15,-9 0 7 16,-15-2-16-16,-17 0-18 16,-20-2-12-16,-20 1-11 15,-1-4-5-15,5 1 10 0,-1 0 6 16,1-2-18-1,-3 0 1-15,-2 3 0 0,2-4 1 16,2 2 6-16,6-1-8 16,1-1 1-16,1 1-1 15,-1 0 1-15,-2 0 11 16,-3-2-12-16,1 2 0 16,0-3 0-16,-4 1 1 15,2-1 8-15,-1-1-5 16,2 3-4-16,2-1-1 15,0-1 1-15,4 3 6 16,1-1-6-16,-1 1 0 0,0-2-6 16,-1 1 6-1,1-1 7-15,-1 1-1 16,-1-2-6-16,-1-2-6 0,-5 1 6 16,2 1 5-16,1 0-4 15,-2-1 0-15,2 3-1 16,2-1 0-16,-1-1 1 15,1 3 0-15,-1-7-1 16,-1 2-4-16,2-5 4 16,-3 0 1-16,7-4 1 15,3-2 4-15,5 1-6 16,6-1-2-16,4 2 2 16,4 1 1-16,3-1 0 0,2-2-1 15,7-1 0 1,6 0 0-16,8 0 0 0,10-14 0 15,15-4 0-15,8-4 0 16,11-2 0-16,6 2-1 16,7-1-8-16,9 0 9 15,7 2 0-15,12 1 6 16,22 0-5-16,14 4 0 16,15 2 1-16,9-2-2 15,-5-3 0-15,0-5 0 16,0-2 0-16,7-5 1 15,6 1-1-15,5 2 0 16,2 2-5-16,4 2 5 16,3 7 2-16,3 1-1 15,0 3 0-15,6 2-1 16,2 0-1-16,4-2 0 0,0-1-9 16,10-3 4-16,19-1 0 15,24-3 5-15,35-4-5 16,41 1 5-16,27-1 1 15,25 3 1-15,17-2-1 16,18-2-1-16,32-3 1 16,25 0 0-16,25-2 2 15,17-2 11-15,13 0-13 16,9-1 0-16,2 3 0 16,1 0 5-16,-4 4-5 15,-7 1 0-15,-4-3 2 16,-11 2-2-16,-8-3 0 0,-10-1 0 15,-10 2 6 1,-7-3-6-16,-6 3 0 0,-8 1 0 16,-3 0 7-16,-3 0-7 15,-2-2 0-15,2-1-6 16,-2-2 6-16,2-3 9 16,-3-1-9-16,-1 0-2 15,-2 1 2-15,-5 2 1 16,-3-1 5-16,-8 1-6 15,-3 2-8-15,-7 2 8 16,-3 3 6-16,-1 1-5 16,-5-3 4-16,0 0-5 0,3-2-3 15,1-1 3-15,1 0 1 16,0-3 0-16,-6 5-1 16,-2 0 0-16,-9 3-9 15,-3 5 9-15,-5 1 7 16,-4 4-7-16,0-1-9 15,6 3 9-15,6-1-1 16,4-4 1-16,6 1 7 16,1-1-7-16,-3-2-1 15,-3 1 0-15,-9-1-5 16,-9-2 6-16,-6 5 1 16,-10-2 6-16,-6 2-7 15,1 1-7-15,1-1 7 0,4 3 0 16,2-1 0-1,3-2 9-15,-3 2-9 0,-8 0-5 16,-5 1 4-16,-9 1 0 16,-9 3 1-16,-9 0 5 15,-7 2-4-15,-5 0 1 16,-3 1-2-16,-2-1-5 16,-1 1 4-16,-5 3 1 15,-2-3-1-15,-11 1 1 16,-18-1 1-16,-23 2 6 15,-15 0-6-15,-10-1-1 16,3 0 6-16,4-3-6 16,5-1 1-16,-4 0-1 15,2 2 0-15,2 3-7 16,2 0 7-16,3 2-1 0,2 0 1 16,1 2-1-16,1 0 1 15,0 2 0-15,5-2 2 16,1 3-2-16,2-2 0 15,3 0 0-15,-2 1 1 16,0 1-1-16,-6 0 9 16,-9 0-8-16,-6 0 0 15,-8 0-1-15,-12 0 0 16,-5 3 1-16,-9 5 0 16,-1 6-1-16,-2 10 1 15,-2 13 14-15,1 11 21 16,3 19 21-16,1 20 2 0,6 24-3 15,0 6-14-15,2 1-4 16,-4-6-5 0,-1-9 4-16,-3 3-16 0,-4 1-3 15,-4-1-17 1,-4-8-1-16,0-21 1 0,-10-18 0 16,-4-19-1-16,-5-6 0 15,-8 1 1-15,-4-1 9 16,-11-1-9-16,-6-12-1 15,-6-11-7-15,-22-4 6 16,-22-6-14-16,-32 0-2 16,-23-6 5-16,-13-2 6 15,-13 2-4-15,-12-2 1 0,-23 5 7 16,-24 0-5 0,-21 3-4-16,-19 0-8 0,-13 3 1 15,-6 8 4-15,-1 2 14 16,4 3-1-16,12 0-14 15,14 2 14-15,19 1-1 16,22 3 1-16,27-1-5 16,26 1 5-16,28 2 1 15,27-2 0-15,31-2 1 16,29-5-1-16,20-3 0 16,15-3-1-16,-3 1 1 15,0 2 0-15,-1-3-18 16,3-1-11-16,1-4-3 15,3-3-10-15,-3-1 1 16,2 0-28-16,1-5-61 0,1-6-158 16,6 2-236-16,5-2-283 15</inkml:trace>
  <inkml:trace contextRef="#ctx0" brushRef="#br0" timeOffset="47970.08">23492 11210 2043 0,'0'0'876'15,"0"0"-778"-15,0 0-66 16,-88 38-18-16,54-24 1 16,-12 10-15-16,10-5-42 0,0-5-531 15</inkml:trace>
  <inkml:trace contextRef="#ctx0" brushRef="#br0" timeOffset="104165.35">10451 11314 907 0,'0'0'370'0,"0"0"-136"16,0 0-19-16,0 0-41 0,-98-21-30 15,53 25 13-15,-3 17-18 16,5 5-11-16,9 8-33 16,17-1-9-16,16 0-29 15,2-6-11-15,29-5-15 16,25-5-14-16,24-13 5 16,2-4-4-16,-6-4-12 15,-10-16-5-15,-25-2 0 16,-1-7 11-16,-6-5-6 15,-17 1-4-15,-16-1 5 16,-1 4 1-16,-23 5 0 16,-10 5 13-16,-8 10 21 15,-3 10-7-15,-2 0-4 0,2 16 5 16,3 9-3-16,8 6 1 16,11 2-13-16,10 2-7 15,10-3-7-15,3-1-5 16,6-4-1-16,16-9 5 15,5-5-4-15,3-8 10 16,3-5-11-16,-5-5 10 16,-1-15-11-16,-11-3 0 15,-4-6 0-15,-10-6 0 16,-2 0 0-16,-8 0 0 16,-7 2 0-16,-5 6 1 15,-3 10 3-15,-1 10-4 16,-4 7-7-16,-5 7 7 0,0 16 4 15,-1 9-2 1,1 5 5-16,5 5 8 0,5 3-7 16,9 1-1-16,8-2 2 15,6-6-9-15,1-9 0 16,20-7 2-16,6-12-2 16,4-10 6-16,5-7 2 15,-5-21-8-15,-4-8-1 16,-6-7 0-16,-11-6 0 15,-8-3 1-15,-2 0 0 16,-6 1 6-16,-12 6-6 16,-3 10 0-16,-3 12 1 0,-3 13-1 15,-6 10-1 1,-4 7-11-16,-4 18 12 0,0 8 0 16,7 5 2-16,7 3-1 15,9 1 1-15,11 0-1 16,7-4 1-16,0-7-1 15,22-4-1-15,9-8 1 16,7-11 1-16,5-8-1 16,3 0 0-16,-5-15-1 15,-7-9-15-15,-6-5-5 16,-10-1 4-16,-10-2 5 16,-8 3 10-16,0 1 0 15,-11 9 1-15,-10 5 0 0,-4 10 0 16,-3 4-2-1,-5 8 1-15,-5 18 1 0,-2 9 8 16,-3 8 2-16,10 8 7 16,8 2-7-16,11-3 1 15,13-3-10-15,1-5 1 16,22-9-1-16,14-9 5 16,10-9-4-16,6-12 5 15,0-3-5-15,-7-14-2 16,-5-11-1-16,-11-8-10 15,-10-3 10-15,-7-1-1 16,-7 4 2-16,-5 7 0 16,0 10 0-16,-12 8 1 15,-6 8 5-15,-6 10-5 16,-4 16 6-16,-1 10 5 0,3 9 8 16,2 2-1-16,9 0 2 15,7-1-3-15,7-7-11 16,1-3-1-16,9-5-5 15,10-6 0-15,4-6-1 16,3-9 1-16,1-6 5 16,0-4-6-16,-2-11-1 15,-5-11-5-15,-2-6-4 16,-8-3 2-16,-4-1 8 16,-6 3-1-16,0 6 1 15,-9 3-1-15,-9 9 0 16,-4 11 0-16,-5 0 0 0,-3 15-5 15,0 10 6 1,4 7 1-16,6 0 5 16,5 1-5-16,11-4 0 0,4-2-1 15,0-7 3-15,6-4-3 16,7-9 0-16,4-7 0 16,0-1 0-16,0-19 0 15,1-5 0-15,-3-9-18 16,-4-2-12-16,-3-7-21 15,-5-1-37-15,-3 1-57 16,0 6-68-16,0 8-70 16,0 13-195-16,0 10-175 0</inkml:trace>
  <inkml:trace contextRef="#ctx0" brushRef="#br0" timeOffset="104662.46">11064 11385 1151 0,'0'0'300'16,"0"0"45"-16,0 0-89 15,0 0-38-15,0 0-46 16,-107 20-50-16,71 3 12 0,1 7-10 16,4-1-21-16,9-2-18 15,7-2-30-15,11-7-14 16,4-4-10-16,10-5 4 16,14 0 7-16,10-8 13 15,6 1 9-15,5-1-17 16,1 1-19-16,-2 1 5 15,-4 3-6-15,-6 2-6 16,-7 3-4-16,-9 5-2 16,-9 2-2-16,-6 1 13 15,-3 4 8-15,-12 0 5 16,-12-1-6-16,-7 2-7 16,-2-5-10-16,-3-1-8 0,-1-4-7 15,1-2 0-15,2-4-1 16,4-4 0-16,3-4-43 15,9 0-40-15,3 0-58 16,5-12-34-16,5 0-277 16,4-3-314-16</inkml:trace>
  <inkml:trace contextRef="#ctx0" brushRef="#br0" timeOffset="104881.11">10977 11393 1290 0,'0'0'790'0,"0"0"-466"0,0 0-25 15,87-46-74-15,-48 34-57 16,0-2-77-16,1 1-31 16,-1 2-24-16,-7 1-22 15,-9 2-14-15,-5 1-8 16,3 1-110-16,-6 0-342 15,2-4-689-15</inkml:trace>
  <inkml:trace contextRef="#ctx0" brushRef="#br0" timeOffset="106334.87">16696 10877 383 0,'0'0'231'0,"0"0"-23"15,0 0 65-15,0 0-55 0,0 0-14 16,0 0-2-16,-97-58-13 16,63 58-39-16,-9 0-8 15,-2 3-40-15,-3 14 13 16,7 5-3-16,5 3-5 15,12 3-30-15,9-2-27 16,15-1-27-16,0-1 0 16,24-7-10-16,10-6-1 15,14-10-11-15,4-1 7 16,-1-10-7-16,0-14-1 16,-13-5-21-16,-8-4 15 15,-11-3-1-15,-12 0 7 16,-7-2 1-16,0 2 7 0,-13 6-7 15,-6 4 8 1,-5 10 3-16,-4 11 10 0,-3 5 5 16,-4 7-9-16,1 17 21 15,3 8 15-15,5 8-1 16,11 5-11-16,8 1-12 16,7 1-7-16,2-6-8 15,17-5-15-15,6-10 1 16,8-8 11-16,3-9-11 15,1-9 1-15,2-5-1 16,-8-16-1-16,-8-8 0 16,-5-7 0-16,-9-4-1 15,-8-5-1-15,-1 2 2 16,-1 2 0-16,-13 5 0 16,-4 9 0-16,-3 15 0 0,-4 12 0 15,-4 0 0-15,-2 23 0 16,0 12 8-16,2 6 4 15,10 5 9-15,10 2-9 16,9-4-4-16,0-1-7 16,19-5 9-16,9-8-9 15,7-8 0-15,4-10 0 16,3-12 4-16,-2 0-5 16,-6-21-2-16,-7-10-14 15,-12-6 8-15,-9-6 1 16,-6-3 6-16,-4-2-5 15,-17 6 5-15,-2 6 1 0,-4 13 0 16,-2 15 0-16,-4 8-6 16,-2 23 5-16,0 16-4 15,6 11 5-15,5 11 7 16,10-1-1-16,8-2 0 16,6-8 3-16,0-8-3 15,16-10-6-15,4-14 0 16,5-12 0-16,2-6 0 15,1-14 7-15,2-17-7 16,-5-9-1-16,-4-9-17 16,-5-3-29-16,-6-4-31 15,-6 3-77-15,-1 5-74 16,0 9-36-16,13 7-92 0,2 13-242 16,2 7-316-16</inkml:trace>
  <inkml:trace contextRef="#ctx0" brushRef="#br0" timeOffset="106913.64">17491 10669 1681 0,'0'0'400'0,"0"0"-23"15,0 0-203-15,0 0 96 16,0 0-78-16,-29 106-65 0,24-64-4 16,4 2-20-16,-1 0-37 15,2-5-21-15,0-1-10 16,0-5-17-16,2-6-17 16,4-5 12-16,-3-10-13 15,-2-8 0-15,1-4 7 16,-2-7 2-16,0-19-9 15,0-13-4-15,0-12-5 16,0-7 0-16,-2-2 1 16,-2 1 8-16,-1 11-1 15,4 12 1-15,-1 12 0 0,1 12 0 16,1 9 0 0,0 3-1-16,0 14-17 15,4 13 14-15,4 10 4 0,2 8 21 16,-1 5 4-16,-2 0-2 15,0-2-13-15,-2-1 5 16,0-7 9-16,-2-5-6 16,0-5-3-16,-3-6-9 15,0-6-5-15,0-8-1 16,0-6-17-16,0-4-10 16,0-7-9-16,0-15-49 15,0-12-34-15,0-2 17 16,0-2-2-16,0 7-21 0,0 9-5 15,0 9-36 1,0 10-60-16,0 3-131 0,-9 13-307 16,-5 1-597-16</inkml:trace>
  <inkml:trace contextRef="#ctx0" brushRef="#br0" timeOffset="117552.96">10536 12179 1288 0,'0'0'478'16,"0"0"-233"-16,0 0 51 15,0 0-93-15,0 0-84 16,-10 75 48-16,28 12 9 0,4 11-38 15,-3-14-57 1,-7-20-24-16,-4-22-9 0,-1-3-30 16,2 5-11-16,-3-1-5 15,0 1 4-15,-3-10-6 16,-3-10-28-16,0-9-44 16,-4-7-46-16,-13-7-65 15,-2-1-103-15,-5-9-53 16,0-16-33-16,0-4 1 15,2-7 110-15,3 0 171 16,5 8 90-16,2 7 186 16,5 9 109-16,4 10-10 15,3 2-69-15,0 7-80 16,0 15 60-16,10 9-1 0,8 1-61 16,7 1-17-16,8-2-38 15,5-4-30-15,6-4-14 16,4-4-14-16,1-9-12 15,-2-3-3-15,-6-7-6 16,-7-3-47-16,-8-16-63 16,-10-12-79-16,-4-11-15 15,-9-8 48-15,2-4 71 16,-5 5 50-16,0 9 35 16,0 16 28-16,0 18 64 15,0 6-30-15,0 25-13 16,0 17 88-16,-8 13 4 15,2 8-47-15,0 6-37 16,0-3-18-16,2 0-25 0,2-2-14 16,-2 24-38-16,2-16-197 15,-6-12-379-15</inkml:trace>
  <inkml:trace contextRef="#ctx0" brushRef="#br0" timeOffset="117959.85">10263 13672 140 0,'0'0'1381'16,"0"0"-1051"-16,0 0 16 16,0 0-76-16,0 0-110 15,-104 55-48-15,55 55 20 16,-2 18-5-16,18 0-35 0,15-21-24 15,16-32-13 1,2-20-17-16,8-11-19 16,14-10-13-16,11-1 1 0,12-4-7 15,10-10-38-15,8-19-85 16,26-41-155-16,-14-14-266 16,-10-8-450-16</inkml:trace>
  <inkml:trace contextRef="#ctx0" brushRef="#br0" timeOffset="118536.21">10681 13765 1348 0,'0'0'507'0,"0"0"-262"15,0 0-12-15,0 0-34 16,-88 113-16-16,61-57-20 16,3 4-36-16,3 0-31 0,5-4-42 15,8-4-33-15,8-13-6 16,0-9-8-16,12-13-6 15,8-14-1-15,2-5-15 16,1-25-13-16,0-11-25 16,-2-9-8-16,-4-3 13 15,-1 0 20-15,-7 4 11 16,-1 8 16-16,-3 10 1 16,-3 9 0-16,-2 13 20 15,0 6 13-15,0 0-15 16,0 14-5-16,0 8 9 15,0 3 4-15,7 1-2 16,14-2-11-16,13-5-2 16,8-6 7-16,7-6-9 15,-2-7-8-15,-4-3 0 0,-7-14-1 16,-11-12-21 0,-7-8 2-16,-8-6-10 0,-10-7-4 15,0 1 10-15,-10 3 12 16,-5 10 10-16,-1 10 0 15,2 8-1-15,4 9 1 16,4 2 0-16,6 7 1 16,0 0-2-16,3 4-7 15,13 18 9-15,1 9 6 16,1 11 9-16,-2 6 17 16,-4 8 7-16,-3-5-7 15,1-1-5-15,1-4 0 16,-1-10-5-16,5-6-11 0,0-9 1 15,3-8-12-15,-3-3-8 16,6-5-71-16,-5-4-198 16,-7-1-476-16</inkml:trace>
  <inkml:trace contextRef="#ctx0" brushRef="#br0" timeOffset="118815.13">10177 14837 2273 0,'0'0'507'15,"0"0"-435"-15,0 0 82 16,0 0 11-16,177 33 23 16,-10-66-63-16,21-9-25 15,-3-10-25-15,-22 0-36 16,-25 6-15-16,-8 2-10 15,-28 11-7-15,-26 8 0 16,-33 8-7-16,-18 7-51 16,-7 1-85-16,-12 4-50 15,-22 5-55-15,-18 0-289 16,-13 4-546-16</inkml:trace>
  <inkml:trace contextRef="#ctx0" brushRef="#br0" timeOffset="119018.69">10602 15020 1647 0,'0'0'943'0,"0"0"-673"15,146-44-57-15,-19-3-57 16,11-2 30-16,-21 8-87 16,-40 11-53-16,-39 16-22 15,-14 2-16-15,-4-1-8 16,-3-7-23-16,-2-7-81 15,-15-37-72-15,0 9-278 16,-5-10-398-16</inkml:trace>
  <inkml:trace contextRef="#ctx0" brushRef="#br0" timeOffset="121081.85">7098 10413 82 0,'0'0'0'0,"0"0"345"15,0 0-131-15,0 0-107 16,0 0 18-16,0 0-31 16,0 0-6-16,-25 7 45 15,25-5 9-15,0 1 12 16,7 2-7-16,11 0 18 16,15-1 0-16,9 1 1 15,26-2-41-15,26 2-27 16,27 0-15-16,10 2-4 0,-2-1-9 15,-10-2-8-15,-7-2-10 16,-2-2-7-16,7 0 1 16,2-4-11-16,5-8-5 15,1 1-6-15,3 1-4 16,-1 1-9-16,-3 4-10 16,-8 0 1-16,-4 2 7 15,-11-3-3-15,-4 0-5 16,-1-2 14-16,-2-3-2 15,3 1 2-15,1-3 8 16,7 0 4-16,2 1-14 16,3-1 8-16,-2 2-11 0,-5 2-10 15,-8 1 11-15,-5 2-11 16,-4-3 17-16,-1 1-16 16,0-3 8-16,-3-1 0 15,-10 0-3-15,-13 0 5 16,-12 4-1-16,-1-1-4 15,6-3 3-15,11-1-9 16,4-3 16-16,-5-1-7 16,0 2 8-16,-7-4-7 15,-4 2-2-15,-4-5 1 16,-2 0 0-16,0-4 0 16,-3-4-2-16,-1-1 4 15,-2 0-4-15,-5-3 5 0,-1-3 5 16,-3-1 4-16,0-3-6 15,-2-3-2-15,-1-2 0 16,-3-9 7-16,3-13-5 16,-3-24-3-16,3-24 1 15,-1-8-7-15,0 8 0 16,-4 14 3-16,-5 32-1 16,-6 17-7-16,-3 11-1 15,-4 7-1-15,-1-6-9 16,-1-5 1-16,-2-8-6 15,0 1 4-15,-11 2 5 16,-11-2 5-16,-6-2-25 16,-10-3-5-16,-6 1-2 15,-7-1 14-15,-6 3-4 0,-5 4 4 16,-6 5-1-16,-14-1 5 16,-16-1-4-16,-18 1 10 15,-7 3 8-15,9 13-29 16,5 7 18-16,10 9 12 15,-4 4 0-15,-7 2-1 16,-6 5-1-16,-2 3-4 16,3 1-3-16,-5 0 9 15,1 1-1-15,-2 10 0 16,-4 2 0-16,4 2 1 16,-3 3 0-16,2 0 0 15,0 0-1-15,-3 3 1 0,1 0-1 16,-1 2-1-1,-8 1 1-15,-9 4 0 0,-2 1 0 16,-3 0 1-16,2 3 0 16,2 1 1-16,4 2-1 15,5 1 0-15,3 0-1 16,-1 1 0-16,2-1 0 16,-3-3 1-16,-3 0 0 15,5-2 6-15,-1 2-6 16,7 1 0-16,12-2 0 15,9 4-6-15,8-2 5 16,5 1-5-16,13-4 4 16,13-4-4-16,17-6 6 15,11 0 0-15,-6 8-1 0,-1 6 1 16,-5 10 0-16,9 4-1 16,2 18 0-16,4 16 1 15,10 23 9-15,7 11 7 16,9-2 7-16,8-12 11 15,0-15 13-15,8-6 2 16,8-16-5-16,2-11 0 16,4-11 4-16,5-5-7 15,10 3-23-15,14 5 22 16,10-1 5-16,17-4-7 16,-2-12-16-16,3-7-8 15,-3-6-4-15,-7-8-1 16,5-4-1-16,-4-3-2 0,-4-2-5 15,-2-6 10 1,-3-10-11-16,-4-5 1 0,-8-3-1 16,-4 2-22-16,-14 5-41 15,-10 9-38-15,-3 8-53 16,0 30-114-16,-2 9-234 16,-1 7-174-16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44:35.6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8836 6174 130 0,'0'0'100'0,"0"0"-66"16,0 0-19-16,0 0 5 0,0 0 1 15,0 0 4-15,-11-13-12 16,10 13-12-16,1 0-1 16,-2 0 1-16,1 0 0 15,1 0-1-15,0 0 0 16,-2 0-156-16</inkml:trace>
  <inkml:trace contextRef="#ctx0" brushRef="#br0" timeOffset="7644.75">10384 7028 895 0,'0'0'888'16,"0"0"-684"-16,0 0-142 16,0 0-38-16,0 0 17 15,94-11-8-15,-43-4-19 16,4-8-14-16,16-20-88 15,-11 6-209-15,-16 1-453 0</inkml:trace>
  <inkml:trace contextRef="#ctx0" brushRef="#br0" timeOffset="7860.68">10603 6691 1294 0,'0'0'597'0,"0"0"-423"15,0 0-77-15,0 0-46 16,0 0 31-16,0 0-8 16,48 72-13-16,-21-49-18 15,-4 1-17-15,-4 1-10 16,-9 3-7-16,-10 6 0 16,0 7-9-16,-40 35-19 0,1-8-146 15,-6-4-493-15</inkml:trace>
  <inkml:trace contextRef="#ctx0" brushRef="#br0" timeOffset="8463.22">9935 8931 1513 0,'0'0'403'16,"0"0"-95"-16,0 0-50 16,0 0-57-16,0 0-107 15,0 0-51-15,-12 88 56 16,24-37-26-16,1 5-40 15,1-6-21-15,1-5-11 0,-5-8-1 16,-1-7-6 0,-4-7-59-16,-5-5-96 0,0-6-87 15,-6-6-7 1,-27-7-76-16,3-14-148 0,2-6 112 16</inkml:trace>
  <inkml:trace contextRef="#ctx0" brushRef="#br0" timeOffset="8738.43">9811 9206 584 0,'0'0'386'16,"0"0"5"-16,0 0 86 15,0 0-231-15,0 0-102 16,0 0-77-16,0 0 7 16,-10 26 12-16,35-1-31 15,8-3-31-15,7-2-12 16,5-5-2-16,1-5-4 16,3-8-6-16,-5-2-7 0,-7-4-63 15,-7-13-53-15,-8-9-38 16,-9-4-6-16,-10-4 42 15,-3 1 60-15,0 5 65 16,0 6 18-16,-8 13 84 16,-1 9 45-16,0 8-48 15,-3 23-33-15,0 13 21 16,-3 21-1-16,5-2-39 16,-1 2-33-16,11 15-14 15,6-27-105-15,9-7-419 0</inkml:trace>
  <inkml:trace contextRef="#ctx0" brushRef="#br0" timeOffset="9448.98">11895 8818 1495 0,'0'0'495'16,"0"0"-213"-16,0 0-62 15,0 0-61-15,0 0-80 16,-12 96 30-16,11-38 3 16,-1 4-51-16,2-2-37 15,0-5-16-15,0-6-8 16,0-10 0-16,0-8-5 15,0-6-51-15,0-11-60 16,-4-5-81-16,-5-9 5 16,-6 0-42-16,-2-16-53 15,0-11-115-15,-2-9 177 0,3 2 105 16,1 5 120-16,6 10 125 16,3 12 134-16,2 7-19 15,4 3-117-15,0 15 2 16,0 7 3-16,12 5-41 15,9 0-36-15,7-1-28 16,6-2-9-16,9-8-14 16,4-5 11-16,2-10-6 15,-4-4-5-15,-4-4-45 16,-8-20-20-16,-5-5-24 16,-6-9 4-16,-5-1 33 15,-6 2 41-15,-5 9 11 0,0 11 40 16,-6 12 54-1,0 5-3-15,0 12-32 0,0 18 18 16,0 8 28-16,-12 7-53 16,4 4-28-16,-4 4-24 15,-16 27-3-15,4-14-134 16,-7-8-376-16</inkml:trace>
  <inkml:trace contextRef="#ctx0" brushRef="#br0" timeOffset="19261.27">22230 8686 1294 0,'0'0'270'16,"0"0"-174"-16,0 0 34 16,0 0 14-16,81 16 15 15,-45-8-25-15,8-2-20 0,4 2-34 16,4 1-7-1,3-2 4-15,3 2-13 0,2-4-5 16,1 1-17 0,3-1-12-16,1 0-5 0,2-3-4 15,-2 3-1-15,5-2-7 16,-3 2 10-16,2-3-8 16,-2 0-1-16,1 1-2 15,0-1-3-15,-1 3-3 16,2-3-5-16,-3 1 5 15,2 0-5-15,-4-1 11 16,0 0-1-16,0 1-4 0,-1-3 1 16,1 0 1-1,-1 0 0-15,0 0 6 16,-1 0-6-16,1 0-8 0,-3 0 10 16,-1 0-1-16,-1 0-2 15,-1 0-7-15,-2 0-1 16,2-3 0-16,1 1 1 15,0 0 9-15,2-1-3 16,-3 1 1-16,-2 2-8 16,-5 0 1-16,-2 0 0 15,-2 0-1-15,-1 0 1 16,0 0 0-16,-3 0 0 16,2 2 1-16,-2 1 5 15,3-2-1-15,-3-1-5 16,1 0 0-16,0 0 0 0,-2 0 6 15,2 0-6-15,0 0 0 16,3 0 5-16,2 0-5 16,6 0-1-16,2 1 1 15,4-1 0-15,1 2 1 16,-1-2-1-16,-2 3 5 16,-4-2-5-16,-4-1 0 15,-4 1 0-15,-2-1 0 16,-2 0 0-16,-2 0 7 15,-3 0 2-15,-1 0-4 16,0 2-5-16,1-2 0 16,2 1 5-16,0 1-6 15,1-1 0-15,0 1 1 16,-2-1 0-16,-3 0-1 16,-2 1 1-16,0-2-1 0,3 3 1 15,1-3 5-15,0 2-5 16,1 0 1-16,-2-1-1 15,1 1 0-15,-2 0-1 16,1 0 1-16,2 0-1 16,-1 1 0-16,2 0 1 15,-2 0-1-15,0 1 1 16,1-3 0-16,0 2-1 16,0-1 1-16,0-1 0 15,4-1 1-15,0 2 4 16,1-2-5-16,2 0 0 15,0 1 1-15,1-1-1 16,-1 2 0-16,2-2 0 0,1 0 0 16,1 0 1-16,-3 3 4 15,-4-3-6-15,-6 2 6 16,-9-2-5-16,-9 0 0 16,-11 0-1-16,-7 0 0 15,-6 0-1-15,-46 1-30 16,-89 2-149-16,3 0-323 15,-23-3-471-15</inkml:trace>
  <inkml:trace contextRef="#ctx0" brushRef="#br0" timeOffset="20117.51">21650 9797 1497 0,'0'0'373'0,"0"0"-155"15,0 0-5-15,0 0-3 16,0 0-10-16,135 24-46 16,-51-20-15-16,24-4-29 15,8 0-48-15,-9 0-8 16,-23 0-14-16,-28 0-17 15,-15 2-8-15,-10-2-6 16,4 1-2-16,-2-1-6 16,-1 0 1-16,-12 2 5 15,-6-2-7-15,-6 0 0 0,-5 0-1 16,-2 0-17 0,-1 0-46-16,0 2-94 0,0 1-199 15,0-2-295-15,0 1-758 16</inkml:trace>
  <inkml:trace contextRef="#ctx0" brushRef="#br0" timeOffset="21693.25">24386 9866 1068 0,'0'0'247'0,"0"0"-16"15,0 0 20-15,0 0-43 16,0 0-47-16,0 0-22 15,0 0-17-15,-29 0-35 16,29 0-35-16,0 0-20 16,2 3-9-16,11 3 10 15,9 2 98-15,10 1-23 16,6-1-29-16,9-1-25 0,8 0-11 16,6-2-16-16,3 0-10 15,5-1-2-15,-2 2-5 16,-1-1 1-16,-4-2-4 15,3 2-5-15,-1-2 4 16,4-2-5-16,1-1 8 16,2 2-7-16,1-2 5 15,-2 0 1-15,-1 0-7 16,-5 0 6-16,-3 3-5 16,-3-3-1-16,-1 0 8 15,-1 0-3-15,1 0 2 16,4 0-7-16,2 0 20 0,0 0-4 15,1 0-10-15,0 0 2 16,-1 0 2-16,-2 0-2 16,0 0-3-16,-1 0-5 15,1 0 7-15,0 0-1 16,5 0 2-16,2 0 4 16,-1-5-2-16,2 5-10 15,-2 0 8-15,0-1-8 16,-3-1 5-16,-3 1-4 15,-3-1 4-15,-5 1 0 16,-3-1 0-16,-2 2 0 16,-6-1-5-16,-5-1 5 15,-2 2 2-15,-6 0-7 0,0 0 0 16,2-3 8-16,4 3 0 16,1 0-3-16,3 0 0 15,0 0-5-15,-1 0 8 16,-1 0-8-16,-3 0 7 15,-1 0-7-15,-5 0 5 16,-3 0-5-16,-3 0 0 16,-5 0 0-16,-2 3 5 15,0-3 6-15,-3 0 2 16,1 0-2-16,-4 0-5 16,-1 0 2-16,-2 0 0 15,0 0 2-15,-3 0-5 16,1 0 1-16,-2 0-6 15,1 0 1-15,-2 0 4 16,-1 0-6-16,0 0 0 0,0 0 0 16,0 0-1-16,-49 17-44 15,-3-4-226-15,-24 1-781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47:14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18106 10740 933 0,'0'0'294'0,"0"0"-165"15,0 0-93-15,131 0 15 16,11-3 75-16,44 1 20 16,27 2-26-16,22 0-28 15,7 0-20-15,23 6 8 16,20 0 12-16,22 3 2 16,14-3-26-16,14-4 3 15,16 2 2-15,1 1 2 16,-3-2-19-16,-15 4 7 15,-24 3-8-15,-34-4-16 0,-42 0-16 16,-46-1 16-16,-55-2-13 16,-49-3-13-16,-34 0-7 15,-21 0 5-15,-4 0 2 16,-5-6 3-16,-3 1 4 16,-8-1 2-16,-4 3-5 15,-4-2-10-15,1 3-5 16,-2-1 4-16,0 2-6 15,-15-1-6-15,-45-2-115 16,4 1-391-16,-13-6-596 0</inkml:trace>
  <inkml:trace contextRef="#ctx0" brushRef="#br0" timeOffset="7661.58">15297 7318 869 0,'0'0'238'0,"0"0"-76"16,0 0 12-16,0 0-8 16,0 0-26-16,0 0-33 15,-28 1-43-15,12 12-20 16,-4 7 22-16,-2 3 15 16,-2 5-3-16,3 0-13 15,-1 2-7-15,-2-1-14 16,2 2 8-16,-1-2-16 15,-1 0-8-15,0 0-7 0,-1-1-1 16,0 0 4-16,-1-2-6 16,-1-1-3-16,0 0-5 15,1-1-1-15,0-2-7 16,3 2-1-16,1-5 5 16,3-1-5-16,4-4-1 15,6-1 1-15,3-5 0 16,3-3-1-16,2 0 0 15,1-3-1-15,0-1 1 16,0-1-1-16,0 0-7 16,0 0-44-16,0 0-67 15,1-16-95-15,7-5-351 16,-1-4-466-16</inkml:trace>
  <inkml:trace contextRef="#ctx0" brushRef="#br0" timeOffset="8211.73">14906 7078 449 0,'0'0'383'16,"0"0"-158"-16,0 0-16 0,0 0-12 15,0 0 8-15,0 0-17 16,0 0-22-16,-12-13-35 16,12 13-37-16,0 0-29 15,0 9-32-15,0 12 2 16,3 7 63-16,6 10 17 15,6 5-11-15,2 6-28 16,5 0 23-16,3 3-1 16,7 1-7-16,1-2-7 15,1 1-36-15,-1 0-6 16,-2 0-1-16,-1 0-1 16,-3 0-3-16,-2-4-7 15,-4-4 0-15,-2-4-1 0,-2-5-16 16,-4-3-2-16,-4-4-5 15,0-6-6-15,-3-6 0 16,-3-4 0-16,-1-7 1 16,-2-2-1-16,1 0 0 15,-1-3 1-15,0 0 5 16,0 0-6-16,0-11-17 16,0-6-74-16,-6-7-74 15,-6-22-137-15,3 5-271 16,0 1-372-16</inkml:trace>
  <inkml:trace contextRef="#ctx0" brushRef="#br0" timeOffset="8857.36">15457 7198 396 0,'0'0'396'16,"0"0"-129"-16,0 0-67 0,0 0 28 15,0 0 2-15,0 0-32 16,0 0-22-16,0-35-11 16,0 33-31-16,-2 1-10 15,1 0-17-15,-2 1-4 16,0 0-16-16,-2 0-32 16,-6 0-9-16,-6 15-23 15,-7 10-17-15,-7 11 4 16,-5 6 17-16,-5 6 14 15,-3 4 6-15,-1 0 7 0,-5 0 14 16,-1-2-13 0,0-2-8-16,0 0 0 0,2-4-5 15,6 0-1-15,4-2-4 16,1-3-8-16,3-2-4 16,4 2-1-16,1-5 0 15,3-3 3-15,6-6-3 16,8-8-10-16,4-4-14 15,4-6 6-15,2-3-6 16,1-4 1-16,2 3 5 16,0-3 0-16,0 0 3 15,0 0-7-15,0 0 8 16,0 0-8-16,0 0-1 16,0 0 7-16,0 0-8 15,0 0-6-15,-2 0-46 0,-2 0-61 16,-15-14-74-1,0-3-358-15,-3-8-515 0</inkml:trace>
  <inkml:trace contextRef="#ctx0" brushRef="#br0" timeOffset="18726.27">15884 5727 947 0,'0'0'217'16,"0"0"26"-16,0 0 77 0,0 0-7 16,0 0-58-16,0 0-43 15,-48-20-42-15,52 20-88 16,16 0-24-16,17 6-8 15,25 5 6-15,31 3-18 16,26 1-14-16,7-1-3 16,-12-2-5-16,-26-6-8 15,-32-2-7-15,-16-1-1 16,-13-1 1-16,-6-2 5 16,-4 0-5-16,-3 0-1 15,-9 0 0-15,-5-6-24 16,0-14-177-16,-5 2-267 15,-4 0-309-15</inkml:trace>
  <inkml:trace contextRef="#ctx0" brushRef="#br0" timeOffset="19033.26">16434 5545 1307 0,'0'0'478'0,"0"0"-264"16,0 0-15-16,0 0 23 16,0 0-73-16,0 0-73 15,43 87-12-15,-19-65-15 16,2 1-12-16,2 0-8 16,0 1-5-16,-1-1 4 0,-5-2-7 15,-7-3-3-15,-5-3-8 16,-8-3-1-16,-2 0-1 15,-8-1-7-15,-18 2 5 16,-11 0 0-16,-8 3-6 16,-6 0 0-16,-9 10-47 15,14-4-199-15,9-3-433 0</inkml:trace>
  <inkml:trace contextRef="#ctx0" brushRef="#br0" timeOffset="19566">15654 6927 409 0,'0'0'825'15,"0"0"-324"-15,0 0-140 16,0 0-59-16,0 0 11 16,0 0-83-16,0 0-68 15,3 0-84-15,46 0-41 16,36 0-7-16,31 7 5 15,13 3-16-15,-8 2-2 16,-27-6-4-16,-32-3-12 0,-16-1 5 16,-11-2-5-16,-3 0 1 15,0 0-2-15,-5-3-1 16,-10-8-40-16,-8-17-114 16,-3 6-311-16,-6-3-486 0</inkml:trace>
  <inkml:trace contextRef="#ctx0" brushRef="#br0" timeOffset="19836.04">16265 6691 823 0,'0'0'898'0,"0"0"-543"16,0 0-152-16,0 0-63 15,0 0 71-15,0 0-29 16,54 78-41-16,-20-51-50 15,2-1-37-15,0 1-18 16,-3-1-12-16,-5-6-5 16,-9-3-4-16,-7-2-9 15,-9-3-5-15,-3 2 7 16,-6 0-7-16,-20 3 1 16,-12 5-2-16,-8 0 0 15,-9 15-56-15,10-6-190 16,9-7-523-16</inkml:trace>
  <inkml:trace contextRef="#ctx0" brushRef="#br0" timeOffset="20602.24">15733 8250 785 0,'0'0'939'0,"0"0"-592"16,0 0-92-16,0 0-75 0,0 0 60 15,143 10-39-15,-15-8-35 16,12-1-52-16,-17-1-52 16,-35 0-19-16,-40 0-12 15,-10 0-8-15,-2 0-11 16,-3-1-11-16,-5-1-1 16,-13-1-6-16,-8 3-33 15,-5-4-40-15,-2-2-70 16,0-8-205-16,-12-1-237 15,-3 0-307-15</inkml:trace>
  <inkml:trace contextRef="#ctx0" brushRef="#br0" timeOffset="20860.61">16400 8012 130 0,'0'0'1495'0,"0"0"-1181"16,0 0-143-16,0 0-90 15,0 0 121-15,0 0-12 16,89 75-29-16,-46-51-51 16,-1 0-28-16,-3-3-38 15,-6-3-20-15,-9-2-3 16,-11-3-15-16,-10-2 3 16,-3 1-3-16,-19 5-4 15,-19 3-1-15,-14 3-1 16,-11 4-17-16,-15 7-85 0,13-6-180 15,16-8-369-15</inkml:trace>
  <inkml:trace contextRef="#ctx0" brushRef="#br0" timeOffset="21292.38">15636 9203 1350 0,'0'0'388'0,"0"0"-26"15,0 0-87-15,0 0-20 16,0 0-47-16,0 0-65 16,0 0-38-16,30 21 4 15,49-8-16-15,28-1-14 16,12 0-41-16,-16-7-5 15,-28-2-15-15,-32-1-8 0,-7-2-8 16,-3 0-2-16,-4 0-7 16,-4 0-57-16,-8 0-56 15,-6-11-64-15,-2-2-292 16,-8-2-282-16</inkml:trace>
  <inkml:trace contextRef="#ctx0" brushRef="#br0" timeOffset="21612.01">16224 8973 1625 0,'0'0'397'0,"0"0"-243"0,0 0-88 16,0 0 94-1,0 0 67-15,86 97-25 0,-43-66-54 16,2-1-50-16,0-1-42 15,-5-4-10-15,-7-6-10 16,-11-2-9-16,-10-3-12 16,-9 2-4-16,-3 1 5 15,-10 5 16-15,-20 4 18 16,-12 4 6-16,-10 4-16 16,-6 0-25-16,-2-1-6 15,-1-1-8-15,3-3-1 16,3-4-41-16,-8-7-93 15,16-5-187-15,6-13-632 0</inkml:trace>
  <inkml:trace contextRef="#ctx0" brushRef="#br0" timeOffset="23245.6">11870 6906 347 0,'0'0'514'0,"0"0"-297"16,0 0-20-16,0 0-10 15,0 0 33-15,0 0-32 16,-42-45-41-16,27 39 14 16,-2 3-23-16,-3 0-36 15,-6 3-13-15,-2 0-3 0,-5 0-13 16,0 3-6-1,-1 6 6-15,1 5-2 0,2-1-18 16,1 2-5-16,3 2-6 16,3 2 1-16,1 1-2 15,1 3-4-15,0 1-2 16,0 3-2-16,0 2-3 16,0 2 3-16,2 2-2 15,2 1 0-15,3 2-1 16,0 3 11-16,5-2-10 15,2-1-4-15,2 1 0 16,3-2 3-16,0-1-3 16,3-2-9-16,0 3 3 0,4-2 0 15,7-2-1 1,1 0-5-16,4-1 4 0,1-5-2 16,2-2 5-16,2 0-8 15,0-4 10-15,3-2-8 16,0-5 5-16,1-2-9 15,0-4 11-15,-2-3-7 16,7-3 1-16,0 0-4 16,1 0 4-16,0-9-5 15,2-4-3-15,-2-2-2 16,-4-2-5-16,0-2 4 16,-2-3-5-16,-1 0 0 15,-2-2 1-15,0 0-1 16,-2-2 5-16,-2 1-5 15,-1 1 0-15,-3-2 0 0,-3 1 0 16,-2-1 0-16,0-4 0 16,-5-1 0-16,-2-3 0 15,-1-2-1-15,-1 0 0 16,0 0-1-16,0 2-5 16,0 4-1-16,0 2 6 15,-1 2-9-15,-5 2 4 16,-1 3 5-16,-1 0-5 15,-1 2-5-15,0 2-2 16,0 2 5-16,-1 1 2 16,0 1-7-16,-3 0-4 15,1 0 4-15,-1 1-10 0,-1 2 1 16,0 2 1 0,-1-1 0-16,-2 2-3 0,-1 2-3 15,-4 2-5-15,-3 1-1 16,-2 2-6-16,-1 0-13 15,-2 0-76-15,7 6-367 16,5-3-788-16</inkml:trace>
  <inkml:trace contextRef="#ctx0" brushRef="#br0" timeOffset="24348.43">15551 10626 1557 0,'0'0'600'0,"0"0"-418"15,0 0-52-15,0 0 38 0,-37 92 4 16,26-48-56-16,-2 4-33 15,2-2-31-15,-1-3-22 16,0-6-8-16,2-8-10 16,0-8 2-16,2-8-13 15,4-7 0-15,-3-6 10 16,1-2-4-16,-1-22-7 16,1-25-4-16,6-25-8 15,0 0-3-15,0 5 3 16,15 13 4-16,-1 22 7 15,2 1-4-15,2 6 5 16,3 15 10-16,1 10-4 16,5 2 8-16,4 19 2 15,3 13 14-15,4 5 15 0,-1 2 3 16,-1 3-7-16,-3-6-13 16,-3-5-12-16,-5-6-4 15,-6-8-6-15,-4-8-4 16,-1-6 5-16,-4-3 8 15,2-17 8-15,-2-12 2 16,1-13-10-16,1-23-4 16,-5-24-10-16,-2-18 9 15,-2 11-9-15,-2 26 5 16,-1 31-5-16,0 28 0 16,0 5 0-16,0 3-1 15,-3 3-33-15,-7 7-42 16,-11 43-43-16,4-3-159 15,4-3-461-15</inkml:trace>
  <inkml:trace contextRef="#ctx0" brushRef="#br0" timeOffset="25161.52">10921 3869 963 0,'0'0'375'0,"0"0"-214"15,-18 103 44-15,3-50 2 16,2 1-14-16,1-6-57 16,0-8-40-16,1-11-32 15,4-8-29-15,-1-9-24 16,1-9 3-16,-2-3 25 16,-3-16 43-16,0-15-14 0,2-11 5 15,2-13-28-15,7-2-20 16,1 2-5-16,1 9 1 15,13 15-5-15,8 15-9 16,6 16-6-16,10 9-1 16,8 24 1-16,6 9 7 15,5 5 8-15,0 1 27 16,-4-5-4-16,-6-10 2 16,-9-8-13-16,-12-13-4 15,-10-12-6-15,-2-2 22 16,-3-28 8-16,-3-14-25 0,-1-25-16 15,-2-24-7-15,2-17-7 16,2 13-52 0,0 26-45-16,6 33-71 0,16 26-213 15,-4 4-337-15,3 2-538 0</inkml:trace>
  <inkml:trace contextRef="#ctx0" brushRef="#br0" timeOffset="25334.42">11688 3684 1239 0,'0'0'596'0,"0"0"-249"0,0 0-189 15,0 0-54 1,0 0-57-16,0 0-22 0,0 0-25 16,73-7 0-16,-33 6-153 15,-9 1-187 1,-6-2-357-16</inkml:trace>
  <inkml:trace contextRef="#ctx0" brushRef="#br0" timeOffset="25476.67">11695 3856 955 0,'0'0'263'16,"0"0"-74"-16,0 0-82 15,0 0-30-15,103 13 9 16,-2-40-86-16,-10 1-83 15,-6-5-532-15</inkml:trace>
  <inkml:trace contextRef="#ctx0" brushRef="#br0" timeOffset="25836.33">12338 3314 1187 0,'0'0'198'0,"0"0"80"16,-1 74-54-16,1-32-40 15,0-1-69-15,0 2-9 16,-2-2-40-16,-2-4-29 16,-4-5-20-16,2-7-5 15,-3-8-10-15,0-9 4 16,2-8 4-16,1-6 51 0,1-20-5 16,5-15-15-16,0-12 3 15,3-7-27-15,14-3 7 16,5 8-18-16,3 9 7 15,2 16 20-15,0 13-11 16,0 17-4-16,1 3-2 16,-1 19-8-16,0 11 13 15,0 6-15-15,-3 4 15 16,-2-1-11-16,-1-1-9 16,1-4-1-16,-4-4-42 15,12-11-193-15,-9-9-231 16,-3-12-446-16</inkml:trace>
  <inkml:trace contextRef="#ctx0" brushRef="#br0" timeOffset="26138.59">12773 3202 1005 0,'0'0'580'16,"0"0"-237"-16,0 0-186 15,0 0-4-15,0 0-8 16,-59 97-13-16,53-58-20 15,-1 3-32-15,5-5-12 16,2-3-16-16,0-5-18 16,0-11-13-16,0-6-9 15,3-8 0-15,4-4-3 16,1 0 0-16,-1-14 27 16,2-11-21-16,0-5-5 0,-6-5-5 15,-3 0-5-15,0 1-11 16,0 7-13-16,-6 7-24 15,0 8-76-15,2 7-26 16,4 5-75-16,10 11-385 16,7 0-140-16</inkml:trace>
  <inkml:trace contextRef="#ctx0" brushRef="#br0" timeOffset="26318.03">13079 3213 1147 0,'0'0'299'16,"0"0"56"-16,0 0-205 16,0 0-73-16,0 0-58 0,0 0-19 15,0 0 0-15,-22 16-29 16,22-6-90-16,13 0-116 16,2-3-85-16,1-7-335 0</inkml:trace>
  <inkml:trace contextRef="#ctx0" brushRef="#br0" timeOffset="26685.1">13242 3015 377 0,'0'0'724'0,"0"0"-334"15,0 0-24-15,0 0-64 16,0 0-104-16,0 0-79 16,0 0-57-16,34-15 2 15,-16 67 51-15,0 26 30 0,0 23-26 16,-3 6-5-16,-5-18-12 15,-4-21-39-15,-1-23-20 16,2-7-13-16,-1 2-20 16,0 2-8-16,3-2-2 15,0-15 0-15,-3-9-1 16,-2-12 0-16,4-4 1 16,-1-13 11-16,7-17-11 15,-2-9-19-15,-1-8-14 16,-5-3-3-16,-3 4 3 15,-3 2 11-15,0 10 10 16,-6 11 10-16,-7 5-8 16,1 12 8-16,-3 5 2 0,0 1 1 15,-1 1-1 1,4 9-10-16,21 2-120 0,16-2-253 16,24-7-522-16</inkml:trace>
  <inkml:trace contextRef="#ctx0" brushRef="#br0" timeOffset="27210.81">14441 3121 101 0,'0'0'497'15,"0"0"-157"-15,0 0 21 0,0 0 22 16,0 0-42 0,81-90-100-16,-56 56-65 0,9-18-51 15,12-27-55-15,10-32-34 16,-5-7-26-16,-10 15 9 16,-17 30-8-16,-17 35-2 15,-7 14 12-15,0 5 25 16,-13 3-3-16,-11 12-14 15,-4 4-17-15,-11 23-11 16,0 20 1-16,2 9-1 16,10 7-1-16,15-1-1 15,12-5-5-15,6-9 0 16,21-10-4-16,7-10-1 0,2-8 11 16,-5-8 0-16,-7-2 0 15,-7-4 1-15,-5 1 5 16,-8 1-5-16,-2 5 0 15,-2 6 5-15,0 11 6 16,0 5 3-16,0 7 14 16,0 2 0-16,0 0 7 15,0-2-9-15,10-2 0 16,6-4-14-16,4-6-13 16,5-9 0-16,4-8-15 15,17-10-170-15,-7-16-333 16,-5-8-361-16</inkml:trace>
  <inkml:trace contextRef="#ctx0" brushRef="#br0" timeOffset="28807.9">15099 2733 1267 0,'0'0'526'0,"0"0"-301"16,0 0-73-16,0 0-26 16,83-31-14-16,-62 35-6 15,-4 14-41-15,-6 8-29 16,-4 6-11-16,-7 4-1 15,0 2 19-15,0-2-13 16,-7-3-16-16,1-8-7 16,2-10-6-16,4-8-1 15,0-7-50-15,9-10-20 0,5-21-32 16,2-8 33-16,-6-11 44 16,-2-4 20-16,-5-1 5 15,-3 4 7-15,0 10 32 16,0 14 50-16,0 8 20 15,0 14-10-15,0 5-55 16,0 12-44-16,4 17 1 16,7 13 1-16,4 6 9 15,9 5-11-15,4-2 0 16,9-8 0-16,8-14-6 16,3-17-161-16,1-12-83 15,-6-18-217-15,-9-23-63 16,-14-13-23-16,-17-7 553 0,-3 3 46 15,-14 2 210 1,-5 11 41-16,2 11 50 0,4 12-33 16,4 14-54-16,3 8-63 15,2 0-128-15,-4 19-47 16,4 9 0-16,1 11 16 16,1 3-7-16,2 2 6 15,0-2-17-15,8-4-11 16,7-9-8-16,1-13 0 15,0-15-1-15,0-2 6 16,0-26-6-16,-6-11-43 16,-4-7-3-16,-1-3 14 0,-5-1 7 15,0 6 22 1,0 10 3-16,0 8 0 0,0 8 7 16,0 11-1-16,0 6-6 15,6 0-28-15,9 17 19 16,7 3 9-16,6 7 0 15,8-2-1-15,5-4-7 16,2-7-101-16,-3-10-82 16,-4-4-66-16,-9-14-16 15,-10-14 107-15,-11-8 117 16,-6-2 49-16,0 1 127 16,-4 5 54-16,-5 8 41 15,2 7-39-15,2 9 14 16,4 8-33-16,-1 0-103 15,2 20-47-15,0 11-5 16,2 10 2-16,9 5 9 16,1 0 4-16,4-1-8 0,-2-9-14 15,0-8-1-15,-2-13-1 16,-3-13-28-16,0-2-17 16,1-27-24-16,0-11-134 15,3-10 30-15,0-7-42 16,-3-4-58-16,0 0 75 15,-5 7 158-15,-5 9 40 16,0 15 127-16,0 14 44 16,0 12 18-16,0 4-108 15,3 22-57-15,6 10 32 16,6 9 34-16,3 1-36 16,6 0-16-16,1-3-26 0,5-5-5 15,0-12-6-15,1-8 16 16,0-13-10-16,1-3-7 15,-2-23-41-15,-5-10-9 16,-7-6 22-16,-5 0 27 16,-7 2 1-16,-4 7 30 15,-2 11 31-15,0 5 5 16,0 10 55-16,0 4-64 16,4 0-56-16,9 4 0 15,4 11 6-15,4-1-6 16,4-1-1-16,1-2 0 15,4-6-67-15,-1-5-44 0,0 0 34 16,-4-16-30 0,-6-5 58-16,-8 0 49 0,-5 0 3 15,-6 5 41-15,0 7 56 16,0 9 5-16,0 0-57 16,-5 23-32-16,-2 14-8 15,-2 11 50-15,-1 7 12 16,1 4 1-16,1-4-17 15,3-6-34-15,2-10-10 16,3-15-9-16,-2-13 0 16,2-11 8-16,-2-20 23 15,1-17-17-15,1-7-14 16,0-1 9-16,0 8-8 16,0 8 4-16,3 12-5 0,4 10-1 15,0 7 0 1,3 0-6-16,3 7 3 0,3 6 2 15,5-1 2-15,3-3-1 16,0-6 0-16,1-3 1 16,-1-12-1-16,-3-17 8 15,-9-22-1-15,-7-31 1 16,-5-39-1-16,-2-17-7 16,-10 17 6-16,3 31 3 15,2 47 27-15,1 25-24 16,1 4-12-16,2 10 0 15,-1 4-9-15,1 13-27 16,3 36 12-16,0 28 24 0,22 28 0 16,14 7 0-1,3-16 24-15,-5-27-14 0,-9-32-10 16,13-16-205-16,-7-7-380 16,-1-14-669-16</inkml:trace>
  <inkml:trace contextRef="#ctx0" brushRef="#br0" timeOffset="29312.18">17051 2010 933 0,'0'0'271'16,"0"0"-51"-16,0 0-101 16,0 0-27-16,11 89-31 15,3-72-13-15,2-4-23 16,3-9-3-16,-1-4 29 0,1-2-1 15,0-18-2-15,-3-6-24 16,-6-6-14-16,-3-4-9 16,-5 2 8-16,-2 2 11 15,-6 6 23-15,-6 7 60 16,-3 11-24-16,0 8-46 16,2 8-18-16,1 16-9 15,4 5 1-15,5 9-1 16,3 1-5-16,6-1 7 15,15-1-7-15,6-8 15 16,1-7-16-16,2-10 0 16,-6-12 0-16,0 0 9 0,-3-22 14 15,-4-11 23-15,0-5 20 16,-3-3 43-16,2-1-2 16,-1 3-14-16,1 3-20 15,1 9-15-15,-2 9-12 16,1 9-19-16,1 9-21 15,3 0-4-15,3 19-2 16,-4 7 6-16,0 7 0 16,-6 4 0-16,-7 1-5 15,-6-3 1-15,0-3-1 16,-11-3-1-16,-16-7-125 16,4-7-183-16,-2-8-400 0</inkml:trace>
  <inkml:trace contextRef="#ctx0" brushRef="#br0" timeOffset="29463.99">17667 1959 1385 0,'0'0'914'16,"0"0"-359"-16,0 0-433 16,0 0-83-16,0 0-38 15,0 0-1-15,0 0-227 16,69 9-985-16</inkml:trace>
  <inkml:trace contextRef="#ctx0" brushRef="#br0" timeOffset="30409.78">17512 5459 1038 0,'0'0'388'0,"0"0"-21"16,-13-93-98-16,8 41 7 16,2-8-46-16,3-24-116 15,0-38-76-15,21-42-38 16,9-21-64-16,9 3-102 16,0 29-42-16,-8 47-54 0,-6 35-58 15,-8 27 84 1,-7 14 73-16,-1 4 52 0,1 1 1 15,-2 5 20-15,-5 10 15 16,0 10-19-16,2 0-34 16,3 10-8-16,18 24 87 15,-4-3 39-15,5-4-222 0</inkml:trace>
  <inkml:trace contextRef="#ctx0" brushRef="#br0" timeOffset="30798.6">19289 5075 183 0,'0'0'371'16,"0"0"-29"-16,0 0-18 16,0 0 16-16,0 0 60 15,0 0-130-15,0 0-52 16,-14-89 13-16,14 36-70 0,2-19-69 16,23-26-53-1,16-32-39-15,8-17-30 0,3-6-52 16,-1 8-30-16,-7 19-61 15,-8 25 4-15,-8 29-32 16,-11 26-43-16,-8 25 138 16,-3 6-40-16,-3 8 43 15,-2 7 13-15,1 46-37 16,-1 8 43-16,4 1 61 0</inkml:trace>
  <inkml:trace contextRef="#ctx0" brushRef="#br0" timeOffset="37131.11">25646 3559 1356 0,'0'0'535'0,"0"0"-374"15,0 0-86-15,0 0 2 16,-112-16-18-16,51 91-40 16,-15 39-1-16,-5 20 50 15,5-2-1-15,11-17 26 0,11-23 2 16,5-9-27-16,11-15-31 15,10-16-37-15,-2-1-43 16,9-18-230 0,2-11-510-16</inkml:trace>
  <inkml:trace contextRef="#ctx0" brushRef="#br0" timeOffset="37326.2">24961 3739 958 0,'0'0'673'0,"0"0"-468"16,0 0 35-16,70 78-126 16,-37-26-36-16,4 12-8 0,2 4-9 15,0-7 1 1,7 9 21-16,-1-5-29 0,7-4-45 16,33 6-9-16,-12-19-226 15,-3-16-557-15</inkml:trace>
  <inkml:trace contextRef="#ctx0" brushRef="#br0" timeOffset="37513.15">25910 4016 1508 0,'0'0'324'0,"0"0"-16"0,0 0-161 15,0 0-64-15,0 0-22 16,88-21-33-16,-43 18-19 15,-3 3-9-15,-4 0-13 16,-4 0-178-16,-8 7-364 16,-14-2-381-16</inkml:trace>
  <inkml:trace contextRef="#ctx0" brushRef="#br0" timeOffset="37656.35">25861 4212 788 0,'0'0'207'16,"0"0"-47"-16,0 0-105 16,0 0 28-16,143-32-83 15,-59 8-8-15,0 0-486 0</inkml:trace>
  <inkml:trace contextRef="#ctx0" brushRef="#br0" timeOffset="38196.62">27269 3396 990 0,'0'0'338'16,"-96"-1"-54"-16,44 1-35 16,6 4-36-16,13 9-87 15,12 2-84-15,12 7-16 16,9 2-11-16,0 1-6 0,11 2-8 15,8 3 10 1,6 0 4-16,-1 6-2 0,0 2-4 16,-5 3 3-16,-8 5 4 15,-11 1 0-15,0 2 15 16,-20-2-5-16,-8-1-12 16,-2-8 0-16,2-7-13 15,7-10 6-15,7-8-6 16,6-6 1-16,8-7 4 15,0 0 29-15,0 0 22 16,10 0-35-16,5 0 14 16,4 3-26-16,5 8-5 15,2 11-4-15,-1 7 7 16,-3 11 11-16,-2 17 32 0,-8 24 22 16,-9 20 9-16,-3 5 0 15,0-19-4-15,-6-23-15 16,1-22-6-16,4-8-9 15,1 5-15-15,0 0 0 16,1-1-18-16,11-9-8 16,6-9-7-16,2-7 0 15,7-5 0-15,2-8 1 16,7 0-1-16,9-16-18 16,40-31-168-16,-11 4-356 15,-1-5-902-15</inkml:trace>
  <inkml:trace contextRef="#ctx0" brushRef="#br0" timeOffset="40306.64">27591 4258 537 0,'0'0'783'16,"0"0"-491"-16,0 0-121 16,22-85-29-16,11 22-33 15,9-22-72-15,2-16 7 16,-11-6-22-16,-16 22 6 16,-14 24 30-16,-3 25-5 15,0 15-1-15,-5 2 4 16,-2 6-2-16,-2 8-14 15,-3 5-25-15,-2 11-15 16,-5 17-2-16,4 8 1 16,3 5 1-16,12 3 0 15,0-7-6-15,18-3-1 16,7-3-1-16,4-4 7 16,-1-1 1-16,-4 0 0 0,-1 1 2 15,-6 4 8-15,-6 1-10 16,-5 2 1-16,-5 0-1 15,-1 2 1-15,0-2 5 16,0 0-6-16,0-2 0 16,5-6 0-16,13-4-1 15,8-8-9-15,9-9-91 16,23-12-91-16,-8-12-322 16,-9-7-48-16</inkml:trace>
  <inkml:trace contextRef="#ctx0" brushRef="#br0" timeOffset="40721.43">28147 4012 709 0,'0'0'345'0,"0"0"17"16,-1-75-10-16,1 47-36 0,0 5-116 16,13 3-88-1,5 4-47-15,1 8-20 0,0 5-6 16,-2 3-17-16,-6 7-7 16,-4 13 19-16,-7 9-7 15,0 6-5-15,-6 2 17 16,-10 4-3-16,-3-4-17 15,0-3-10-15,2-4 1 16,6-5-8-16,5-10-4 16,6-6-11-16,0-9-64 15,11 0-32-15,11-15 43 16,6-14 1-16,2-9-18 16,0-7 50-16,-4-7 7 0,-6-4 26 15,-4 2 0 1,-5 6 33-16,-6 10 26 0,-4 10 35 15,-1 11 13-15,0 9 6 16,0 8-49-16,-1 0-52 16,-5 22-6-16,-4 7-5 15,2 11 0-15,2 6 1 16,4 3-1-16,2-3 0 16,6-4-1-16,20-4-11 15,10-10-36-15,33-14-148 16,-6-10-160-16,-9-4-406 0</inkml:trace>
  <inkml:trace contextRef="#ctx0" brushRef="#br0" timeOffset="42077.61">28678 3779 1224 0,'0'0'306'0,"0"0"182"16,0 0-309-16,0 0-56 15,0 0-70-15,0 0 22 16,-55 84 4-16,37-41-31 15,3 4-2-15,2-2-24 16,7-5-7-16,4-7-9 16,2-5-5-16,2-10-1 15,13-11-5-15,3-7-16 16,4-4-5-16,0-18-22 16,0-12-1-16,-5-7 15 15,-2-7 18-15,-8-2 16 0,0 5 1 16,-4 3 11-16,-2 11 1 15,1 12 14-15,-2 8 10 16,1 8-15-16,-1 3-22 16,2 10 1-16,2 11-1 15,2 8 11-15,3 3-4 16,3 1 1-16,6-2-8 16,2-6-9-16,5-5-4 15,1-11-114-15,4-9-185 16,0-5-63-16,-2-21-24 15,-1-7-217-15,-8-7 441 16,-5-2 175-16,-5 2 290 16,-3 5 85-16,-5 10-9 0,-1 8-35 15,0 9-74 1,0 8-90-16,0 0-92 0,2 8-46 16,1 12 4-16,3 6-2 15,0 7 5-15,1 1-15 16,1-1-5-16,-1-1-8 15,-1-7 1-15,0-6-9 16,1-9-2-16,-2-8-24 16,1-2-26-16,3-14 26 15,1-13-67-15,4-7 17 16,-1-4 17-16,2-2-15 16,-3 2 47-16,-2 8 27 15,-2 6 6-15,-4 10 15 16,-2 8 44-16,1 6-31 0,0 9-18 15,4 14 2-15,1 10 4 16,1 5-2-16,1 0-10 16,2 0-1-16,-1-5-8 15,2-9 0-15,-3-7-1 16,-2-10-39-16,2-7-74 16,-4-5 16-16,0-17-51 15,0-9 4-15,0-1 96 16,-3 0 48-16,3 4 6 15,-4 4 74-15,-1 7 20 16,-1 5-11-16,2 7 14 0,1 5-47 16,4 0-42-1,6 3-8-15,5 9-6 0,6 5 1 16,3-3 2-16,4-2-3 16,2-2-78-16,0-9-33 15,0-1-117-15,-8-6-4 16,-6-15 70-16,-9-6 148 15,-9-3 14-15,-1-1 200 16,0 1 34-16,-8 9 12 16,3 7-71-16,0 11-39 15,1 3-63-15,1 18-52 16,-3 18-15-16,-3 24-5 16,-3 0 5-16,1 8 3 0,-2-1 3 15,3-16-3 1,-1-1-8-16,1-12 0 0,2-12-1 15,4-15-48-15,2-11-7 16,1-4 17-16,1-23-91 16,0-8 84-16,0-8 45 15,6 0 7-15,1 2 3 16,2 10 8-16,-4 9 17 16,1 13 2-16,0 9-20 15,1 1-11-15,5 18 5 16,3 6 12-16,3 2-16 15,2 1 2-15,2-2-8 16,0-9 1-16,2-6 5 16,-5-10-7-16,1-1-31 15,-8-21-9-15,-4-13 27 16,-6-11 13-16,-2-22 0 16,0-32 28-16,-12-32 18 0,5-9-3 15,2 24 12-15,4 36 19 16,1 46 14-16,0 20 14 15,0 8-39-15,0 6-44 16,0 3-19-16,0 34 0 16,7 28 1-16,6 4 5 15,2 1 6-15,2-6-7 16,-4-16-5-16,3 5-13 16,3 3-123-16,7-20-154 15,-3-17-459-15,-5-18-358 0</inkml:trace>
  <inkml:trace contextRef="#ctx0" brushRef="#br0" timeOffset="42574.43">29964 3451 578 0,'0'0'583'0,"0"0"-477"16,0 0 7-16,0 0-3 15,0 0-11-15,-11 86-44 16,16-70-11-16,3-3-19 15,1-6-25-15,2-7-18 16,-2 0 18-16,5-7 81 16,-2-13-51-16,1-4-17 15,-1-2-6-15,-4 3 14 16,-4 3 40-16,-2 6 59 0,-2 11 40 16,0 3-58-16,0 3-66 15,-5 14-21-15,0 8-3 16,2 4-4-16,3 6-8 15,0-3 6-15,7 0 6 16,7-6-12-16,0-6 0 16,1-7 0-16,-2-9 0 15,1-4 1-15,-1-9 11 16,1-13 5-16,0-10 12 16,-2-4 17-16,3-7 16 15,-1 1 8-15,0 3 2 16,1 4 10-16,2 12-38 15,-2 9-12-15,4 11-11 0,-1 3-14 16,3 7-7 0,0 13 0-16,-3 9 0 0,-2 3 22 15,-7-1-13-15,-7 3-8 16,-2 1-1-16,-8-5-15 16,-14 4-58-16,1-8-141 15,4-7-394-15</inkml:trace>
  <inkml:trace contextRef="#ctx0" brushRef="#br0" timeOffset="42780.57">30714 3971 201 0,'0'0'1921'0,"0"0"-1692"0,0 0 15 15,-6 99-68-15,6-64-38 16,6 1-82-16,2-2-35 16,6 3-21-16,-3-11-75 15,0-11-534-15</inkml:trace>
  <inkml:trace contextRef="#ctx0" brushRef="#br0" timeOffset="43946.55">31154 3389 527 0,'0'0'102'16,"0"0"290"-16,0 0-210 0,0 0-55 15,0 0-24-15,0 0-20 16,0 0-35-16,-31-5-26 16,31 5-6-16,-1 0 7 15,1-4 63-15,-2-4 56 16,-1-7-37-16,0-8-35 16,0-7-6-16,1-11 17 15,2-5-7-15,0-19 4 16,0-20 2-16,3-22 16 15,7 10-12-15,-3 22-40 16,-1 30-44-16,-5 28-22 16,1 5 0-16,-1 5 14 0,1 6 8 15,-2 5-1 1,3 43-17-16,1 43 15 0,2 47 3 16,-1 28 107-16,1 7-23 15,-2-4 60-15,2-16-22 16,3-5-18-16,7-18-23 15,1-32-19-15,1-32-25 16,0-31-20-16,-3-13-10 16,-2-6-7-16,2-8-6 15,-1-7 6-15,-1-13 1 16,-4-24 22-16,-3-24-23 16,-6-31-11-16,-20-19-31 15,-21-4-42-15,-6 23-17 0,0 30-3 16,11 31 11-16,0 11 12 15,-8 4 47-15,0 3 16 16,1 5 12-16,13 4-3 16,17 4-27-16,13 0-53 15,10 0-79-15,29 0 88 16,9 0-8-16,10 0-209 16,27 0-47-16,-17 0-54 15,-8 0-333-15</inkml:trace>
  <inkml:trace contextRef="#ctx0" brushRef="#br0" timeOffset="44848.53">31487 3357 664 0,'0'0'325'16,"0"0"-72"-16,0 0-85 0,0 0-1 16,0 0-53-16,0 0 14 15,0 0-50-15,-40 88-24 16,43-65 0-16,13-2-16 15,4-5-17-15,3-4 5 16,3-9-8-16,2-3 16 16,2-8 34-16,-2-13 8 15,-4-6-15-15,-1-7 6 16,-7-4-14-16,-7-4 20 16,-8 5 2-16,-1 4-5 15,-1 7 16-15,-13 11-17 16,-5 14 2-16,-3 1-53 0,-4 20-12 15,5 13-5 1,3 4-1-16,11 7-2 0,7-2 1 16,7 0-22-16,25-9-57 15,11-5-86-15,6-14 7 16,8-8 12-16,-3-6-17 16,-5-14-86-16,-4-13 35 15,-11-6 215-15,-6-5 0 16,-9 1 114-16,-8-1 65 15,-6 9 34-15,-5 2-26 16,0 10 16-16,0 9-15 16,0 5-58-16,-8 3-74 15,-4 8-31-15,-3 14-16 16,-4 10-7-16,1 7 4 16,0 4-6-16,4 0 2 0,7-4-1 15,7-5-1-15,0-7-1 16,6-12-9-16,8-8-43 15,3-7-8-15,1-7 38 16,2-15-8-16,-5-7 7 16,1-3 11-16,-4-2-2 15,0 2 14-15,-3 4 1 16,-3 4-1-16,-1 7 2 16,-4 8 7-16,-1 2 7 15,0 7-9-15,0 0 1 16,0 14-7-16,0 9 0 15,0 4 1-15,0 5-1 16,0-3 1-16,9 0 0 0,6-5-1 16,6-6-2-1,2-8-16-15,3-8 3 0,-2-2-23 16,1-11 14-16,0-13-30 16,-2-7 26-16,-4-6 20 15,-3-8 7-15,-3-8 2 16,-2-17 10-16,-5 1 2 15,0 1-12-15,-3 3 45 16,0 24-13-16,-3 8 31 16,0 19 0-16,2 14-63 15,-2 8-1-15,6 23-9 16,1 9 9-16,2 10 0 16,2 3 2-16,0 1-2 0,0-3-2 15,-2-6-143 1,-2-1-87-16,-4-13-282 0,-3-11-151 0</inkml:trace>
  <inkml:trace contextRef="#ctx0" brushRef="#br0" timeOffset="45495.69">32033 3199 1154 0,'0'0'201'16,"0"0"-121"-16,0 0-70 15,0 0 51-15,96 0 25 16,-41 0-42-16,4 0 8 0,-1 0-34 16,-7-8-9-16,-9-5-9 15,-9-5 14-15,-8-1 14 16,-6-5 16-16,-5 1 33 16,-5 3 58-16,-2 5 28 15,-5 4-34-15,-2 6 10 16,0 5-56-16,0 0-44 15,0 12-9-15,0 12-12 16,4 10 1-16,2 4 6 16,3 3-7-16,1-1-3 15,1-1 0-15,1-6-9 16,0-7-6-16,-2-9-7 16,2-9 1-16,-3-8 5 15,2-3-11-15,0-18 11 0,1-8-13 16,1-10-4-1,1-2 3-15,-2-1 4 0,2 6 5 16,-5 5 6-16,-2 12 0 16,-4 9 0-16,0 10 0 15,1 0-10-15,1 10 7 16,1 14 3-16,2 4 1 16,3 4-1-16,0 0 1 15,1-4 0-15,0-6 11 16,0-7-12-16,-2-5 0 15,2-10-1-15,0 0 2 0,3-16 12 16,-2-7 4 0,3-7 1-16,-2-6 0 0,-1-2-1 15,-4 0 7 1,-1 5-16-16,-2 9-7 0,0 7-1 16,-5 10-1-16,1 7-17 15,-1 0-67-15,5 7 12 16,2 6-77-16,5 3-131 15,10-1-92-15,-3-2 3 16,0-4-653-16</inkml:trace>
  <inkml:trace contextRef="#ctx0" brushRef="#br0" timeOffset="46034.29">33032 3009 563 0,'0'0'381'0,"0"0"-138"15,0 0-80-15,0 0-33 16,0 0-40-16,0 0-43 16,0 0-9-16,-34 65-19 15,42-63-13-15,2-2-5 16,3 0 6-16,5-5 56 16,2-9-32-16,2-5-12 15,2-4-12-15,-2-5-7 16,-2-3-1-16,-1-3 1 15,-6-3 11-15,-2 4-3 16,-7 4 5-16,-4 9 3 0,0 13 54 16,-10 7 12-1,-5 4-50-15,-6 18-20 0,1 5-6 16,0 2-5-16,4 2 0 16,6-3 1-16,9-6-2 15,1-6-14-15,3-4 3 16,10-7 2-16,2-5-6 15,1 0 15-15,1-3 29 16,1-5-13-16,-5 2 3 16,2-1 7-16,-3 6-6 15,0 1-13-15,3 1-7 16,3 14 0-16,0 5 20 16,3 5-19-16,-2 4 22 15,1 3-1-15,-4 2 3 16,-7-3 8-16,-8-2-2 0,-1-2-4 15,-7-5-14-15,-17-3-6 16,-6-7-1-16,-4-7-5 16,-5-5-1-16,-18-9-69 15,11-12-275-15,7-5-576 0</inkml:trace>
  <inkml:trace contextRef="#ctx0" brushRef="#br0" timeOffset="46296.36">33304 2353 745 0,'0'0'634'16,"0"0"-424"-16,113 33 24 16,-55 4-83-16,11 24-27 0,0 24 1 15,-13 23-14-15,-20 4-1 16,-27-9-12-16,-12-23-3 15,-21-29-16-15,-3-7-34 16,-4-7-17-16,-11 5-17 16,-4 3 1-16,-9-1-12 15,1-5-22-15,-12-11-158 16,13-11-354-16,11-15-1004 0</inkml:trace>
  <inkml:trace contextRef="#ctx0" brushRef="#br0" timeOffset="46486.67">33720 3239 1781 0,'0'0'919'0,"0"0"-726"16,0 0-42-16,0 0 8 15,0 0-92-15,0 0-40 16,0 0-18-16,-55 3-9 15,4 6-199-15,-19-6-834 0</inkml:trace>
  <inkml:trace contextRef="#ctx0" brushRef="#br0" timeOffset="50029.13">17527 5227 1008 0,'0'0'269'16,"0"0"-98"-16,0 0-30 0,0 0 21 15,0 0-51-15,0 0-43 16,-62 2-4-16,45 6-6 16,-2 2-13-16,-2 6-9 15,-2 5 10-15,0 5 9 16,-1 5-5-16,3 3-10 15,3 5-9-15,-1 2 5 16,4 3-8-16,-2 2-1 16,4 2 1-16,-2 5 3 15,0-3 8-15,0 3-2 16,3-1-6-16,-1-3 0 16,4 1-8-16,0 0-5 0,1 0-4 15,3 0-5 1,2 1-1-16,0 2 1 0,3 1-3 15,-2-1 0-15,2 0-5 16,-2 0 5-16,1 5 6 16,-1 3-12-16,-1 2 11 15,2 2 1-15,1 0-4 16,0-2 4-16,0-2-1 16,0-1-2-16,0-1-2 15,3 0-6-15,1 0 0 16,0 4 11-16,-3 2-4 15,-1 3-2-15,0 0 1 16,0-3 11-16,0-2-3 16,0 0 3-16,0-2 1 15,0-1 1-15,3 5-4 16,0-2-8-16,1 0-7 16,-1-3 13-16,2-4-8 0,1 0 0 15,-2-3 1-15,2 3-7 16,0-1 0-16,-3 1 7 15,2 2-7-15,-2-1 0 16,1 1 0-16,1 1 0 16,1 2 1-16,-1 4 13 15,1 0-8-15,-3-1 0 16,-1 1-5-16,-2 0 1 16,0 2 6-16,0 0 7 15,0 2-4-15,0-1-11 16,0-3 6-16,-5-4 0 0,1-6-1 15,1-4-5 1,0-3 0-16,3-4 11 0,0 1-10 16,0-3 5-16,0 0-5 15,0 1 0-15,0 0 0 16,6 4 0-16,-2-1 0 16,1 0-1-16,-2 0 2 15,0 1-1-15,0 1 5 16,2-1-6-16,2 1 1 15,-3-4 0-15,-1-3 0 16,0-5 1-16,0-6-1 16,-1-1-1-16,1-4 0 0,1-2 0 15,0-1 0 1,-1-2 0-16,4 0 0 0,0 0 0 16,2 4-5-16,0-4 5 15,-2 1 0-15,-1-1 1 16,1-1-1-16,-3 1 0 15,2-2 0-15,-2-2-1 16,2-4 1-16,0-3 2 16,0-4-2-16,4-2 9 15,0-1-9-15,0-2 0 16,6 0 0-16,0 0-1 16,3-7 1-16,1 0-1 15,2-3 0-15,0-2 1 16,2-2 0-16,1-3 1 15,-1-3-1-15,-2-7 1 0,2-4-1 16,0-3 1 0,0-5 0-16,-3-3 0 0,0-3 0 15,-2-3 0-15,-2-4-1 16,-3-6 1-16,-2-14 0 16,2-19-1-16,-2-18 0 15,0-7 0-15,1 4 0 16,-1 8 0-16,1 7 0 15,1-2 1-15,1-1 5 16,-3-1-5-16,0-8 14 16,-2-9-7-16,-4-3-7 15,0-5-1-15,0 0 0 16,-1 4 0-16,0 9 0 16,0 13 0-16,-2 24 0 15,-2 18 6-15,1 13-5 0,-2-9 5 16,0-19 6-16,0-20-10 15,0-10-2-15,0 8 6 16,0 5 0-16,0 4 1 16,0 1-1-16,-2 1 0 15,-2 2 0-15,-1 14 6 16,-2 12 3-16,1 10 3 16,2-8 0-16,-3-19-6 15,4-2 3-15,-1 1-15 16,4 10 1-16,0 17 5 0,0-7-6 15,-3-4 1 1,0 3 7-16,0 6-7 0,-1-3 11 16,-2 0-6-16,0-2 0 15,0 0-4-15,-3-2-1 16,3-2 7-16,0 5-7 16,0 3 0-16,-1 7 5 15,1 5 3-15,1 6-9 16,-3 0 11-16,2 4-1 15,-1 1 1-15,0-2-10 16,-1 3 11-16,2-5-10 16,-1 4-1-16,1 2 0 15,1 4 5-15,-1 3-5 16,2 2-1-16,-2 1 1 16,-1 1-1-16,1 0 0 0,-2 0 1 15,0 1-1 1,0 1 0-16,-1 1-1 0,1 0-1 15,1 3-7-15,-2 1 8 16,1 0-5-16,1 1 0 16,-3 0 0-16,1 0-3 15,-2 0 0-15,-4 1 3 16,2-2-3-16,-5 3-8 16,0-1 8-16,-1 1-1 15,-2 0-7-15,4 1-2 16,-2 0 7-16,2 2-1 15,1 1-2-15,1 0 0 16,-1 0-3-16,-2 0-2 16,0 3-14-16,-3 14-125 0,4-2-316 15,6-5-453-15</inkml:trace>
  <inkml:trace contextRef="#ctx0" brushRef="#br0" timeOffset="50196.46">17705 5296 1716 0,'0'0'237'0,"0"0"-178"16,0 0-59-16,0 0-200 15,0 0-485-15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48:28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11319 13187 1190 0,'0'0'219'16,"0"0"-42"-16,0 0-43 15,0 0 33-15,0 0 18 16,148-2-17-16,-45 2-38 16,41 6-20-16,31 4 4 15,11-1 10-15,13 0 3 16,2-2-8-16,8 1-31 0,10-5-34 15,5-3-3-15,3 0 2 16,1 0-10-16,-4-3 5 16,-13-4-18-16,-10 1-6 15,-18 2-6-15,-19-1-2 16,-25 1 4-16,-37 3 4 16,-33-2-14-16,-30 1-2 15,-17 1-1-15,-6 1-1 16,-3-2-4-16,-4 2 13 15,-8 0 7-15,-1 0-10 16,0 0-10-16,0 0-2 16,-6 0-5-16,-52 0-86 15,3 0-182-15,-15 0-461 0</inkml:trace>
  <inkml:trace contextRef="#ctx0" brushRef="#br0" timeOffset="8402.67">21429 14512 639 0,'0'0'789'16,"0"0"-528"-16,0 0-149 15,0 0 5-15,0 0 115 16,0 0 39-16,85 38-14 16,-3-23-41-16,36-1-69 15,10-4-45-15,-10-4-18 0,-25-6-12 16,-33 0-26-16,-14 0-18 15,-8 0-11-15,7-4-11 16,-2-3-5-16,-2-1-1 16,-11 2 0-16,-11-1-26 15,-10 2-65-15,-9-2-50 16,-20-7-164-16,-11 3-205 16,-9-3-316-16</inkml:trace>
  <inkml:trace contextRef="#ctx0" brushRef="#br0" timeOffset="8775.28">21575 14255 1597 0,'0'0'261'0,"0"0"-88"16,0 0-42-16,0 0 31 15,0 0-31-15,0 0-69 16,0 0 60-16,0 52 1 16,-8-12-41-16,-6 6 6 15,-7 2-10-15,-2 1-14 16,1 0-22-16,0-4-11 16,7-1-10-16,5-8-6 0,10-2-3 15,0-5-1-15,16-5-5 16,15-4 6-16,13-4 0 15,9-6 7-15,10-7-5 16,3-3-5-16,-1 0 0 16,-3 0-8-16,-9 0-1 15,-11-3-39-15,-13 0-57 16,-13 0-130-16,-10 0-278 16,-6 1-401-16</inkml:trace>
  <inkml:trace contextRef="#ctx0" brushRef="#br0" timeOffset="8953.62">22103 14909 2082 0,'0'0'273'0,"0"0"-178"15,0 0-67-15,0 0-11 16,0 0-17-16,0 0-122 15,0 0-431-15</inkml:trace>
  <inkml:trace contextRef="#ctx0" brushRef="#br0" timeOffset="11409.78">5720 17640 1631 0,'0'0'359'16,"0"0"-161"-16,0 0-11 15,0 0-12-15,0 0 4 16,0 0-58-16,-6-19-65 15,25 12-26-15,5-3-21 0,10 0 2 16,5 1-11-16,6 2 6 16,0-1-6-16,-2 3 0 15,2-2-34-15,-8 2-87 16,-4-3-86-16,-2-5-83 16,-10 4-286-16,-10-2-219 0</inkml:trace>
  <inkml:trace contextRef="#ctx0" brushRef="#br0" timeOffset="11638.43">5702 17872 876 0,'0'0'840'0,"0"0"-621"0,0 0-71 15,0 0 16-15,0 0-6 16,0 0-28-16,0 0-59 15,39-11-1-15,1-14-13 16,12-4-23-16,6-5-16 16,5 1-15-16,0-1-3 15,25-2-118-15,-18 7-166 16,-5 7-531-16</inkml:trace>
  <inkml:trace contextRef="#ctx0" brushRef="#br0" timeOffset="14639.99">18621 17519 1128 0,'0'0'321'0,"0"0"-72"16,0 0 6-16,0 0-12 15,0 0-52-15,0 0-57 16,-12-41-40-16,40 35-7 16,14-4 4-16,14-3-5 15,25-2-24-15,20-6-15 16,19-3-19-16,2 1-8 15,-23 6-11-15,-30 8 1 16,-30 5-9-16,-12 4-1 0,-3 0-29 16,-8 2-94-1,-4 9-129-15,-19 17-19 0,-16-2-222 16,-8-4-241-16</inkml:trace>
  <inkml:trace contextRef="#ctx0" brushRef="#br0" timeOffset="14893.3">18717 17668 1733 0,'0'0'538'0,"0"0"-320"16,0 0 10-16,0 0 9 16,87-51-41-16,-17 24-98 15,33-5-46-15,27-7-10 16,7 3-12-16,-22 8-11 15,-36 9 1-15,-30 8-7 16,-12 2-11-16,5-1-2 0,-5 4 0 16,-1 0-12-16,-11 1-31 15,-6 0-92-15,0-5-122 16,-7-4-284-16,-5-3-451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48:49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7322 6509 992 0,'0'0'285'15,"0"0"-17"-15,0 0-46 16,0 0-69-16,0 0 22 15,85-34 18-15,3 16-21 0,40-6-16 16,21-3 1-16,3 0-25 16,-10 5-37-16,-23 6-30 15,-11 1-12-15,-22 5-22 16,-23 3-11-16,-20 2-13 16,-16 5-7-16,-3-2 0 15,-2 2-9-15,-7 0-40 16,-13 0-57-16,-2 0-74 15,-9 5-107-15,-57 16-57 16,2-1-219-16,-5-2-446 0</inkml:trace>
  <inkml:trace contextRef="#ctx0" brushRef="#br0" timeOffset="249.07">7380 6663 1476 0,'0'0'315'0,"0"0"-223"16,0 0 40-16,116 2 118 16,-14-9-26-16,39-13-35 15,21-4-35-15,1-3-56 16,-15 3-39-16,-26 3-16 16,-17 1-9-16,-20 3-14 15,-27 4-13-15,-19 5-5 16,-9 0-2-16,-8 4-15 0,-10 3-83 15,-43 5-144 1,-21 13-371-16,-26 3-1119 0</inkml:trace>
  <inkml:trace contextRef="#ctx0" brushRef="#br0" timeOffset="11459.88">19301 6911 768 0,'0'0'272'0,"0"0"-57"16,0 0 10-16,-97-2-20 15,52 13-28-15,-6 13-1 16,-3 14-10-16,-14 27-21 16,-8 31 2-16,-3 26-6 15,13 10-2-15,24-7-9 16,25-19-22-16,17-28-22 16,4-19-21-16,17-17-17 15,7-9-9-15,10-1-3 16,9-2-9-16,10-4-1 15,4-14 3-15,0-12 2 16,2-1 5-16,1-23-10 16,0-10-10-16,-1-8-4 0,-2-7-11 15,-1-9 0-15,-7 0-1 16,-3-1-5-16,-7 2 5 16,-7 2 0-16,-8 2 0 15,-6 3 0-15,-10 4 0 16,-7 0 1-16,-5 0-1 15,-3-1 2-15,-15 0-1 16,-6 5 0-16,-3 2 6 16,-1 7-1-16,1 8-6 15,0 8 0-15,0 5-11 16,-1 8-28-16,0 4-25 16,-2 0-27-16,0 7-61 15,-6 12-90-15,8-2-222 0,5-1-360 16</inkml:trace>
  <inkml:trace contextRef="#ctx0" brushRef="#br0" timeOffset="11627.8">19567 7033 1894 0,'0'0'558'15,"0"0"-317"-15,0 0-111 16,0 0-33-16,0 0-61 15,0 0-36-15,0 0-134 16,19 14-185-16,-3-4-604 0</inkml:trace>
  <inkml:trace contextRef="#ctx0" brushRef="#br0" timeOffset="12669.34">20340 8381 758 0,'0'0'409'0,"0"0"-87"0,0 0-66 16,-89-12-44-1,56 12-2-15,-3 0-57 0,-1 13-5 16,-3 7-16-16,1 6-14 16,1 10-2-16,3 11-14 15,-1 16-17-15,5 20-10 16,8 16 1-16,8 2-5 15,12-18-17-15,3-20-10 16,0-23-5-16,11-4 18 16,7 3-18-16,5 0-10 15,7 2-4-15,5-11 5 16,1-9-13-16,4-6 16 16,3-11 9-16,2-4 13 15,2-7-10-15,4-16-9 0,0-9-4 16,3-6 2-16,1-7-7 15,-3-2-7-15,-3-4-2 16,-3 0 0-16,-5-3-3 16,-7 0 0-16,-6-1-6 15,-7-2-9-15,-9 2 8 16,-9 0 1-16,-3 0-8 16,-6 4 7-16,-16 2-7 15,-8 5 5-15,-4 4-5 16,-4 6-1-16,1 5-1 15,0 10-6-15,0 11 5 0,-1 8-28 16,-4 2-30-16,-2 16-37 16,0 3-56-16,3 4-78 15,1 5-85-15,10-5-328 16,7-5-620-16</inkml:trace>
  <inkml:trace contextRef="#ctx0" brushRef="#br0" timeOffset="12836.25">20389 8436 1861 0,'0'0'541'15,"0"0"-153"-15,0 0-147 16,0 0-132-16,0 0-58 16,0 0-51-16,0 0-4 0,5 0-192 15,10 17-263-15,1-5-552 0</inkml:trace>
  <inkml:trace contextRef="#ctx0" brushRef="#br0" timeOffset="13924.13">21423 9815 1015 0,'0'0'323'16,"0"0"-18"-16,0 0-70 15,-82-33-5-15,48 28-40 16,-7 5-24-16,-3 0-27 16,-8 12-22-16,-1 14 4 15,-3 6-10-15,1 11-20 16,4 8-4-16,1 19-15 0,7 18-14 15,12 16-4-15,11 7-6 16,15-11-2-16,5-11-5 16,5-27-7-16,11-16-1 15,0-14 11-15,7-7-8 16,9-3-9-16,10 1 6 16,10-4-5-16,5-7-4 15,7-9 2-15,0-3 10 16,0-10 7-16,-4-12-16 15,-5-4-9-15,-7-9-6 0,-4-7 3 16,-3-7-14 0,-7-7 10-16,-4-7-11 0,-3-12 9 15,-12-14-8-15,-7 8 5 16,-8 11-4-16,0 9 4 16,-16 14-6-16,-9-2 1 15,-5-1-1-15,-3 9 0 16,1 12-1-16,-3 12-5 15,-1 7 6-15,-1 10-6 16,-3 0 0-16,-1 16-15 16,3 9-38-16,-1 6-38 15,6 2-68-15,3 12-51 16,9-9-256-16,10-9-443 0</inkml:trace>
  <inkml:trace contextRef="#ctx0" brushRef="#br0" timeOffset="14083.85">21529 9872 1850 0,'0'0'594'0,"0"0"-325"16,0 0-78-16,0 0-127 16,0 0-64-16,0 0-36 15,0 0-205-15,0-17-360 0</inkml:trace>
  <inkml:trace contextRef="#ctx0" brushRef="#br0" timeOffset="15688.9">22348 11139 785 0,'0'0'307'15,"0"0"-66"-15,0 0-15 16,0 0 12-16,0 0-52 16,0 0-25-16,-95-49-12 15,66 49-38-15,-2 0-27 16,-3 0 0-16,1 10-2 16,-2 8-16-16,1 10-9 15,1 11-2-15,-2 24 0 0,0 27 2 16,2 26 1-1,4 9-10-15,9-6-8 0,8-20 14 16,9-27-7-16,3-18 5 16,0-13-14-16,11-7-5 15,11 3 4-15,9 0 0 16,11 0 17-16,7-12-21 16,7-11 8-16,2-10-10 15,-2-4 8-15,-1-9-9 16,-2-14 0-16,-4-9 0 15,-4-2 2-15,-1-9-7 0,-5-2 1 16,-1-3-11 0,-3-1-2-16,-6-1 2 0,-4 2-1 15,-6-4 1-15,-9 1 12 16,-9 1-6-16,-1-1 4 16,-6 1-4-16,-15 1-1 15,-5 3-10-15,-5 5-9 16,-6 7 8-16,0 5-8 15,-2 7-1-15,-3 6 2 16,1 8-2-16,-1 8-7 16,0 0-2-16,0 11-20 15,3 7-31-15,1 3-52 16,10-1-67-16,9 5-43 16,10-7-299-16,9-6-276 0</inkml:trace>
  <inkml:trace contextRef="#ctx0" brushRef="#br0" timeOffset="15858.6">22545 11209 1802 0,'0'0'569'16,"0"0"-267"-16,0 0-58 16,0 0-118-16,0 0-62 15,0 0-59-15,0 0-5 16,-123-3-199-16,51 30-390 15,-15 0-963-15</inkml:trace>
  <inkml:trace contextRef="#ctx0" brushRef="#br0" timeOffset="19377.41">12232 8037 100 0,'0'0'1262'0,"0"0"-920"16,0 0-89-16,0 0-105 16,0 0-23-16,0 0 47 15,161-1 0-15,-18 1-14 16,26 0-19-16,4 0-37 16,-6 0-11-16,-18 0-3 15,-1 0-16-15,-2-4-10 16,-1-2-1-16,-8 0-28 15,-9-2-3-15,-7-1 1 0,-12 1-1 16,-6-1 2-16,-20 1-8 16,-19 4 6-16,-17 0-6 15,-6 1 0-15,0 0 1 16,-1-1 1-16,0 0-13 16,-13 0-2-16,-3-3-10 15,-3 4 19-15,-2-3-2 16,-4 1-9-16,0-1 1 15,-5 1-8-15,0 1 7 16,-3-1-8-16,-1 2 0 16,-2 2 0-16,-1 0 0 15,-3 1 0-15,2 0 0 16,-2 0 0-16,0 0-1 0,0 0 0 16,0 0 0-1,1 0-1-15,-1 0 1 0,3 0-6 16,2 0 6-16,5 0-1 15,2 0 1-15,6 0 0 16,5 0 0-16,3 0 0 16,4 0 0-16,6 0 1 15,4 0 0-15,6-3 0 16,5-5 0-16,6-4 0 16,1 1 1-16,0-1-1 15,-6-1 0-15,-4-1 0 16,-9 2 0-16,-8-2 0 0,-5-3 1 15,-7-4 4-15,-6-4-5 16,-4-8 0-16,-1-4 5 16,-4-9-5-16,-2-7-1 15,-2-16 0-15,0-22 0 16,0-20 1-16,0-3 1 16,0 20-2-16,-6 26 6 15,-3 27-6-15,0 10-9 16,-3-6-1-16,-6 0-4 15,-3-1-16-15,-5 6 8 16,-2 4 4-16,-7 6 1 16,-6 3 1-16,-5 6-5 15,-21 7 4-15,-19 6 2 0,-23 0 5 16,-8 14 4-16,4 5-12 16,11-2 17-16,10-3 1 15,4 1 0-15,2-4 9 16,-1-1-9-16,2-2-6 15,-6 2 0-15,-6-2 5 16,-6 3 1-16,-6 3 0 16,3-1 0-16,-1 2 0 15,1-1 2-15,2 0-2 16,-2 0 1-16,4-2 0 16,1-2 0-16,23 0-1 15,11-3 0-15,18 0 0 16,0-2 0-16,-11 2 0 15,-7 1 0-15,-9-1 0 0,1 3 0 16,8-1 1-16,7-1-1 16,8 1 1-16,12-1-1 15,7 1 5-15,6-2-5 16,5 1-1-16,4 1-1 16,-1 0 2-16,-2 2 0 15,0 3 4-15,-3-2-4 16,2 1 0-16,1-2 0 15,6-1 0-15,3-3-1 16,5-2 1-16,4-2 0 16,1 0 0-16,2 4-1 15,0 9-5-15,2 8 6 0,11 7 0 16,2 9 1-16,6 5 0 16,4 5 16-16,-1 2 17 15,3 10 7-15,3 10-7 16,0 14-4-16,-2-7 5 15,-6-9-5-15,-4-11-12 16,-3-13-6-16,3 3-11 16,-2 1-1-16,2-7 1 15,-1-5-1-15,-1-9 6 16,-1-5-6-16,0-7 1 16,0-9-1-16,6-7 1 15,5-1-1-15,7-13 0 16,8-11 0-16,2-2-66 15,-7 2-90-15,-10 1-84 0,-10 6-297 16,-13 3-411-16</inkml:trace>
  <inkml:trace contextRef="#ctx0" brushRef="#br0" timeOffset="19556.37">12618 8143 2414 0,'0'0'287'16,"0"0"-145"-16,0 0-97 15,0 0-26-15,0 0-19 16,0 0-70-16,0 0-158 0,124-26-519 16</inkml:trace>
  <inkml:trace contextRef="#ctx0" brushRef="#br0" timeOffset="20815.96">26065 7065 1709 0,'0'0'347'16,"0"0"-79"-16,0 0-98 15,0 0-69-15,0 0-52 16,0 0 49-16,34 92 2 15,2-47-43-15,9-2-33 16,7-6-18-16,8-8 6 16,-2-12-6-16,-3-6-6 0,-10-11 1 15,-12 0 0-15,-12-21-1 16,-12-12 0-16,-9-9 0 16,0-8 0-16,-2 1 6 15,-5 4 0-15,-1 10 18 16,5 11 64-16,0 15 17 15,3 9-33-15,0 2-42 16,0 36-20-16,9 30 38 16,10 25 16-16,2 11-4 15,-1-4-10-15,-5-22-8 16,-4-22-12-16,-4-13 1 16,-3-5-16-16,-1 2-4 15,-1 4-10-15,-2 0 7 16,0-10-8-16,-5-8 1 15,-9-8-1-15,-6-8 0 0,-9-7 0 16,-5-3 0-16,-8-5-28 16,-5-11-35-16,-2-6-18 15,2-2-30-15,8 2-36 16,9-1-43-16,16-17-101 16,11 8-269-16,3-3-545 0</inkml:trace>
  <inkml:trace contextRef="#ctx0" brushRef="#br0" timeOffset="21044.5">26973 7163 1664 0,'0'0'392'0,"0"0"-119"16,0 0-83-16,0 0-76 15,0 0-29-15,0 0-46 16,80 0-21-16,-51 0-18 16,-2 0-1-16,-2-2-65 15,-2-3-161-15,-10 1-326 16,-4-2-624-16</inkml:trace>
  <inkml:trace contextRef="#ctx0" brushRef="#br0" timeOffset="21228.7">26975 7345 1612 0,'0'0'513'0,"0"0"-258"16,0 0-60-16,0 0 46 16,0 0-82-16,0 0-80 15,94 12-42-15,-61-11-37 16,23-1-3-16,-8 0-230 15,3 0-430-15</inkml:trace>
  <inkml:trace contextRef="#ctx0" brushRef="#br0" timeOffset="22062.25">27892 7031 1437 0,'0'0'561'0,"0"0"-193"15,0 0-5-15,0 0-74 16,0 0-75-16,0 0-90 15,0 0-58-15,-21-20-42 16,21 57-17-16,0 13 16 16,6 6-7-16,6 2-14 15,-1 0-2-15,-1-4-1 16,2-1-66-16,0 17-125 16,0-11-306-16,-8-12-700 0</inkml:trace>
  <inkml:trace contextRef="#ctx0" brushRef="#br0" timeOffset="23443.52">26641 8506 975 0,'0'0'537'15,"0"0"-208"-15,0 0-34 16,0 0-68-16,0 0-132 16,0 0-40-16,0 0 57 15,-39 15 18-15,39 12-45 16,2 1-30-16,14-1-24 16,6-7-10-16,6-3-6 15,2-8-9-15,2-6 3 16,-3-3-1-16,-4-6-7 15,-5-16 5-15,-5-6-6 0,-7-3 9 16,-4 2-8-16,-2 4 0 16,-2 8 17-16,0 8 44 15,0 9-3-15,0 1-36 16,0 33-22-16,3 28 25 16,3 22 29-16,1 15 2 15,-1-17-24-15,-5-18 10 16,-1-22-11-16,0-6-8 15,0 0-5-15,-7 2-13 16,-9-2-4-16,-4-7-2 16,-2-10 2-16,-5-11 5 0,0-8-7 15,0-6-7 1,2-19-55-16,7-14-72 0,11-34-119 16,7 8-315-1,0 4-357-15</inkml:trace>
  <inkml:trace contextRef="#ctx0" brushRef="#br0" timeOffset="23607.02">27006 8646 1430 0,'0'0'519'16,"0"0"-246"-16,0 0-141 16,100-20-35-16,-43 14-43 15,5-1-39-15,3 3-15 16,3 4-6-16,-16 0-196 15,-19 0-420-15</inkml:trace>
  <inkml:trace contextRef="#ctx0" brushRef="#br0" timeOffset="23745.41">27222 8771 1091 0,'0'0'531'0,"0"0"-306"16,0 0-99-16,90-31-86 15,2-2-40-15,-5 4-28 16,-8 0-566-16</inkml:trace>
  <inkml:trace contextRef="#ctx0" brushRef="#br0" timeOffset="24111.96">27836 8368 1542 0,'0'0'518'0,"0"0"-168"15,0 0-158-15,0 0-21 16,0 0-49-16,110-27-35 16,-77 27 7-16,-5 6-17 15,-5 8-10-15,-7 8-4 16,-10 3 1-16,-6 8 7 16,-5 5 7-16,-20 3 10 15,-9 4 11-15,-8 0-30 16,-1-1-22-16,4-3-1 15,7-7-17-15,12-7-8 0,11-9 0 16,6-7 1-16,3-5 1 16,12-3 10-16,18-3 28 15,28 0-20-15,28-2-41 16,-1-5 0-16,-7-4 0 16,-15 5 0-16,-22-2 0 15,-5 4 0-15,-6 1-57 16,-20 3-138-16,-26 5-107 15,-20 12-283-15,-13 2-428 0</inkml:trace>
  <inkml:trace contextRef="#ctx0" brushRef="#br0" timeOffset="24750.51">26614 9707 1292 0,'0'0'385'0,"0"0"8"16,0 0-102-16,0 0-68 0,0 0-74 16,0 0-85-16,0 0-42 15,27 8 23-15,-3 17 22 16,6-2-22-16,5-1-22 15,-1-4-16-15,-1-8 1 16,-4-8-8-16,-4-2 1 16,-5-4 6-16,-4-16-6 15,-3-6 0-15,-4-7 5 16,-1-2-6-16,-4 3 0 16,-1 7 9-16,-3 9-8 15,2 11 19-15,-2 5-3 0,3 13-16 16,1 20 14-16,2 13 21 15,4 22 26 1,1 19-8-16,-2-5-5 0,0-9-4 16,-6-8-17-16,-3-16-11 15,0 4-8-15,-5 3-3 16,-11-8-5-16,-5-12-1 16,0-9 5-16,-3-13-4 15,-1-14-1-15,0 0 8 16,-1-25-8-16,2-25-57 15,5-1-97-15,19-32-159 16,0 13-273-16,22 18-388 0</inkml:trace>
  <inkml:trace contextRef="#ctx0" brushRef="#br0" timeOffset="24900.25">27218 9859 1591 0,'0'0'389'0,"0"0"-83"16,0 0-137-16,0 0-34 15,84-23-72-15,-43 17-39 16,-3 0-24-16,-4 3-23 16,-9 3-122-16,-10 0-367 15,-9 0-589-15</inkml:trace>
  <inkml:trace contextRef="#ctx0" brushRef="#br0" timeOffset="25049.95">27306 9985 1597 0,'0'0'364'16,"0"0"-100"-16,0 0-163 16,0 0-18-16,124-12-40 15,-39-8-43-15,19-8-43 16,-16 3-304-16,-22 0-720 0</inkml:trace>
  <inkml:trace contextRef="#ctx0" brushRef="#br0" timeOffset="25457.14">28041 9595 1733 0,'0'0'501'15,"0"0"-138"-15,0 0-177 16,0 0-42-16,0 0-62 0,91-28-19 16,-58 28 3-1,-3 1-26-15,-6 9-8 0,-8 2-19 16,-4 8-1-16,-9-1 2 15,-3 5 4-15,0 2-6 16,-15-1-5-16,-1-1-1 16,-4-5-5-16,3-3 5 15,5-5-5-15,4-5 7 16,3-3 5-16,5-1 20 16,0-2 1-16,0 1-8 0,8 6-13 15,9 1 13 1,5 6 4-16,5 1-9 0,3 2-12 15,-1 5-8-15,0 2 14 16,-9 0 2-16,-7 3-1 16,-13-1-1-16,0 1-1 15,-29 0 2-15,-11-1-5 16,-26 0-10-16,-27-1-1 16,-24-1-36-16,-7-14-132 15,29-5-356-15,26-5-738 0</inkml:trace>
  <inkml:trace contextRef="#ctx0" brushRef="#br0" timeOffset="25765.16">26757 11144 1905 0,'0'0'366'15,"0"0"-89"-15,0 0-168 16,0 0-50-16,0 0-36 0,101-30-20 15,-72 30-3-15,-7 0-97 16,-5 1-110-16,-10 7-345 16,-5 1-359-16</inkml:trace>
  <inkml:trace contextRef="#ctx0" brushRef="#br0" timeOffset="25922.6">26764 11283 1083 0,'0'0'400'0,"0"0"-42"15,0 0-147-15,0 0-59 16,0 0-31-16,0 0-14 16,0 0-55-16,123 3-30 15,-71-3-22-15,26-3-2 0,-13-8-195 16,-7-1-416-16</inkml:trace>
  <inkml:trace contextRef="#ctx0" brushRef="#br0" timeOffset="26634.3">26693 10995 811 0,'0'0'974'15,"0"0"-661"-15,0 0 24 16,0 0-42-16,0 0-68 16,0 0-111-16,0 0-65 15,-21-14-9-15,41 55 48 16,6 7-12-16,4 3-9 16,6-4-45-16,3-5-15 0,1-9-9 15,-3-13-6-15,-1-8 5 16,-7-12-5-16,-7-3-2 15,-6-23 7-15,-5-13-1 16,-5-11 2-16,-3-4-7 16,-2-2 1-16,-1 8 6 15,0 11 1-15,0 17 8 16,0 9 24-16,0 11-8 16,0 15-8-16,2 33-4 15,6 31 65-15,4 30 2 16,8 13-14-16,1 1-15 15,1-13-2-15,-3-15-1 0,-7-22-30 16,-5-18-4 0,-6-18-13-16,-1-11 7 0,0 1-7 15,-8-1 0-15,-5-4 10 16,-6-9-11-16,-5-11 1 16,-4-2 9-16,-4-12-10 15,-2-9-11-15,1-4-25 16,3-1-57-16,5-1-18 15,8 2-65-15,9-4-39 16,16-18-239-16,15 6-193 16,7-1-956-16</inkml:trace>
  <inkml:trace contextRef="#ctx0" brushRef="#br0" timeOffset="26814.9">27647 11180 2096 0,'0'0'374'0,"0"0"-27"16,0 0-201-16,0 0-55 16,0 0-62-16,0 0-16 15,0 0-7-15,98-1-6 16,-78 2-75-16,-2 1-139 16,-4 1-130-16,-5-3-358 0</inkml:trace>
  <inkml:trace contextRef="#ctx0" brushRef="#br0" timeOffset="26973.28">27615 11392 899 0,'0'0'1097'0,"0"0"-860"16,0 0-77-16,0 0-86 16,0 0-15-16,150-3-35 15,-44-25-17-15,8-8-7 16,-29 5-206-16,-27 2-530 0</inkml:trace>
  <inkml:trace contextRef="#ctx0" brushRef="#br0" timeOffset="27357.42">28437 10803 2051 0,'0'0'300'0,"0"0"-52"0,0 0-98 15,0 0 56-15,-11 96-61 16,11-51-17-16,-1 3-28 16,1 2-36-16,0-4-28 15,0-3-18-15,0-3-3 16,1-10-9-16,8-5-6 16,3-8 1-16,3-11-1 15,5-6-10-15,3-13-8 16,7-19-9-16,1-13-1 15,1-7 7-15,-4 1 9 16,-6 7 6-16,-7 13 6 16,-3 17 0-16,-7 14 1 0,-1 12 10 15,-1 36 16-15,3 26 0 16,4 29-3-16,-1 12-11 16,-4-4-11-16,-5-11-2 15,0-26-9-15,-18-17-62 16,-14 7-131-16,3-21-278 15,2-9-468-15</inkml:trace>
  <inkml:trace contextRef="#ctx0" brushRef="#br0" timeOffset="29728.39">28486 6777 641 0,'0'0'203'0,"0"0"5"15,0 0-27-15,0 0 3 16,0 0-25-16,-79-89-3 16,55 72-4-16,-4-1-5 15,-5 0 7-15,-8 2-14 16,-6 1-8-16,-5 8 0 15,-9 2-2-15,-14 5-42 0,0 0 7 16,1 9-36-16,-1 8 10 16,15 3 7-16,-1 7-37 15,10 7-17-15,9 7-10 16,6 3 5-16,6 10-1 16,0 15-1-16,6 20 9 15,6 21 5-15,6-9-1 16,8-20 6-16,4-22-4 15,0-20 9-15,10 8-7 16,7 7-5-16,11 5 6 0,8-1 1 16,11-2-7-16,11-5 12 15,20 2-6-15,20-4 0 16,13-12-4-16,-7-9-13 16,-23-17-1-16,-21-11-9 15,-17 0-6-15,2-12 1 16,5-9-1-16,2-11 0 15,-7-10 1-15,-4-8 1 16,-6-8 7-16,-5-3-9 16,-6-7 0-16,-3-10-1 15,-5-14-11-15,-7-12-1 16,-4 10-7-16,-5 17-4 16,0 24-15-16,0 14-1 15,-3-5 8-15,-8-4 1 16,-5-3 11-16,-1 6-13 0,-3 7 9 15,0 6-10 1,2 10-5-16,-3 5 13 0,1 5 2 16,-2 3 4-16,-3 3 5 15,-3 6 1-15,-5 0 8 16,-1 0-7-16,-3 10 1 16,4 4 12-16,3 1-1 15,6 0-14-15,3 1-9 16,8 0-57-16,7-2-300 15,4-7-412-15</inkml:trace>
  <inkml:trace contextRef="#ctx0" brushRef="#br0" timeOffset="29904.52">28604 6665 1766 0,'0'0'293'15,"0"0"-28"-15,0 0-127 16,0 0-86-16,0 0-52 16,0 0-87-16,0 0-266 15,11 8-663-15</inkml:trace>
  <inkml:trace contextRef="#ctx0" brushRef="#br0" timeOffset="31003.43">27704 6807 864 0,'0'0'282'0,"0"0"16"15,0 0-47-15,0 0-29 16,0 0-10-16,105-83-28 16,-77 52-29-16,3-6-19 15,2-8 20-15,2-7-17 16,0-18-28-16,-5-19-22 15,-12-19-14-15,-18-10-28 0,-15 6-25 16,-36 8-11 0,-22 15-11-16,-13 6-5 0,-17 7-26 15,-8 7-17-15,-5 7 39 16,-3 6-12-16,-4 5-2 16,-4 5 1-16,-3 7 13 15,-3 7-8-15,-4 4 16 16,4 1-8-16,1 7 3 15,3 1 1-15,2 5 3 16,2 4 2-16,-5 1 0 16,-4 5 0-16,1 3 0 15,-6 1 0-15,3 0-2 16,5 0-5-16,2 7 7 0,5 5 0 16,-3 0 0-16,3 5 0 15,-4 0 0-15,-2-1 8 16,0 0-8-16,0 2 13 15,0-1 5-15,5-2-18 16,-3 0 0-16,4-1 15 16,4 1-14-16,2-1 0 15,13 2 1-15,5-1 11 16,2 4-5-16,6-1 4 16,-1 2-6-16,-3 4-5 15,4 0 0-15,3 1 1 16,14-1-2-16,15-5 0 15,16-2 0-15,3 0 1 0,-6 4 12 16,-3 1-13-16,-8 4 0 16,3 1 10-16,-2 0-8 15,1 5 7-15,-4 0-8 16,-1 3 8-16,3 4 12 16,2-2-6-16,4 3-9 15,3 1 2-15,4 1 7 16,2-2 1-16,3-1 5 15,4-3-3-15,3-4-1 16,5-7 2-16,4-4-6 16,7-4-7-16,4-5 5 15,5-5-11-15,4-2 2 16,2-2 5-16,2-3-5 16,0 0-1-16,0 0 8 0,0 0-9 15,0 0 0 1,0 0-2-16,0 0-16 0,0 0-73 15,-3-17-183-15,-1-2-355 16,0-3-615-16</inkml:trace>
  <inkml:trace contextRef="#ctx0" brushRef="#br0" timeOffset="31510.24">21554 5819 1167 0,'0'0'503'0,"0"0"-188"16,0 0-84-16,0 0-73 16,0 0-4-16,0 0-48 15,-62 115-6-15,46-63 25 16,0 8-10-16,0 4-30 15,1 0-20-15,0-1-13 16,2-5-4-16,2-6-10 16,1-5-5-16,4-5 0 15,3-4-11-15,3-7-1 16,0-4 3-16,0-3-9 0,9-5-6 16,10-4 4-1,8-1-2-15,9-6-1 16,13-5 4-16,23-3 11 0,25-16-2 15,24-12-8 1,6-4-3-16,-11-1-5 0,-27 10-7 16,-31 6-6-16,-16 3 5 15,-8 2 1-15,1-3 0 16,-4 1 0-16,-3 0 0 16,-10 4-1-16,-6 4 0 15,-6 2 1-15,-4 1-1 16,-2 3-5-16,0 0-1 15,0 0-20-15,-5 0-2 16,-45 18-38-16,0 4-89 16,-9 3-453-16</inkml:trace>
  <inkml:trace contextRef="#ctx0" brushRef="#br0" timeOffset="34106.31">19156 5390 1167 0,'0'0'323'15,"0"0"20"-15,0 0-57 16,0 0-31-16,0 0-57 0,-82-48-13 15,51 52-63-15,-4 19-11 16,1 11-38-16,3 9-13 16,4 9-8-16,12 4-8 15,6 0-14-15,9-3-11 16,6-3-8-16,15-9-10 16,10-7-1-16,8-9 1 15,0-10 0-15,1-10 0 16,-4-5 5-16,-3-8-5 15,-5-15 0-15,-6-7 0 0,-7-7-1 16,-7-6-1 0,-8-5 0-16,0-3-17 15,-17 0-16-15,-5 4-4 0,-5 7 7 16,-1 8-4 0,1 11-29-16,3 11-24 0,5 10-104 15,5 0-18-15,8 14-27 16,6 9-48-16,17-2-218 15,3-6-294-15</inkml:trace>
  <inkml:trace contextRef="#ctx0" brushRef="#br0" timeOffset="34475.31">19311 5303 163 0,'0'0'1417'0,"0"0"-1059"15,0 0-215-15,0 0-22 0,0 0 17 16,15 106-12-16,-8-69-41 16,1 1-7-16,-2-4-33 15,0-4-20-15,-3-7-10 16,-3-3 0-16,1-11-6 16,-1-5 0-16,0-4 21 15,0-2 60-15,0-21-23 16,0-9-46-16,0-11-11 15,3-3-8-15,8 2 5 16,2 8 7-16,1 10 4 16,-1 16 0-16,3 10-4 0,2 10-13 15,-1 20 11 1,0 9 7-16,-1 5-10 16,-3 2-7-16,-4-3-2 0,-3-1 0 15,0-4-52-15,3 1-173 16,-5-13-70-16,-1-10-690 0</inkml:trace>
  <inkml:trace contextRef="#ctx0" brushRef="#br0" timeOffset="34886.49">19644 5355 962 0,'0'0'228'16,"0"0"13"-16,0 0-77 0,0 0-34 15,0 0-26-15,0 0-31 16,80 45-6-16,-65-48 6 16,0-14-23-16,-1-2-13 15,-3-6 6-15,-2 0-2 16,-4 2 5-16,-2 6 40 15,-3 3 4-15,0 4 35 16,-2 8 27-16,-11 2 31 16,-6 2-57-16,-5 18-69 15,-1 6 3-15,2 5-8 0,5 3-2 16,6 0-11 0,5 2-11-16,7-3-7 0,0-5-12 15,10-4-9-15,5-6 1 16,6-4-1-16,1-5-1 15,2-9-45-15,6 0-87 16,19-16-187-16,-7-8-250 16,-3-6-1021-16</inkml:trace>
  <inkml:trace contextRef="#ctx0" brushRef="#br0" timeOffset="35269.11">20124 4964 1824 0,'0'0'534'16,"0"0"-204"-16,0 0-186 15,0 0 6-15,0 0-1 16,-12 107-51-16,12-57-53 16,0 0-3-16,0 0-10 15,0-5-12-15,0-4-11 16,0-7 0-16,0-6-9 15,0-10-6-15,1-8-9 16,4-10-6-16,1 0 5 16,5-19-17-16,5-10 9 15,3-3 14-15,5 3 1 16,0 2 9-16,1 11 5 16,-2 8-5-16,-2 4 1 0,-2 4-1 15,-1 4 0 1,-5 9 0-16,-1 4-10 0,-3 4 10 15,-3-4-8-15,-1 0-1 16,-2-3-97-16,0-4-180 16,-2-4-286-16,1-6-383 0</inkml:trace>
  <inkml:trace contextRef="#ctx0" brushRef="#br0" timeOffset="35562.41">20470 5050 1684 0,'0'0'386'16,"0"0"-71"-16,-34 82-131 15,29-47-34-15,5 1-26 0,0-4-36 16,11-4-37-16,7-8-16 16,4-9-7-16,3-11 2 15,2 0-8-15,3-15-8 16,3-10-7-16,-6-8-5 15,-3-4-1-15,-8-4 0 16,-12 2-1-16,-4 1-11 16,-7 6-25-16,-17 11-17 15,-7 11-60-15,-4 10-81 16,4 10 47-16,4 25-98 0,8-5-280 16,10-4-379-16</inkml:trace>
  <inkml:trace contextRef="#ctx0" brushRef="#br0" timeOffset="35842.97">20800 4782 1588 0,'0'0'617'15,"0"0"-363"-15,0 0-27 16,0 0-32-16,0 0-23 15,0 0-73-15,82 95-38 16,-69-39-10-16,0 3-16 16,0 2-17-16,1-5 10 0,0-7-4 15,2-8-3-15,-4-10-5 16,-1-7-8-16,-1-9-8 16,-6-10-3-16,0-5-53 15,-4-11-75-15,0-10-230 16,0-5-480-16</inkml:trace>
  <inkml:trace contextRef="#ctx0" brushRef="#br0" timeOffset="36007.81">20637 5005 98 0,'0'0'1622'0,"0"0"-1244"16,0 0-138-16,0 0-109 15,119-60-52-15,-72 38-65 0,33-15-14 16,-10 6-239-16,-5 0-846 0</inkml:trace>
  <inkml:trace contextRef="#ctx0" brushRef="#br0" timeOffset="36868.41">21457 4920 795 0,'0'0'712'0,"0"0"-339"16,0 0-200-16,0 0-107 16,0 0-2-16,0 0 14 15,0 0 5-15,99 0-37 16,-68 0-27-16,-1-9-9 0,-6-8-8 15,-7-5 8 1,-7-3-2-16,-7-3-1 0,-3-2 0 16,-3 0 11-16,-13 5 28 15,-6 6 36-15,-3 6 24 16,-5 11 0-16,-3 2-12 16,0 21-19-16,2 15-15 15,6 9-4-15,6 8-24 16,11 1-13-16,8 1-14 15,5-4-5-15,21-7-2 16,13-8-5-16,12-15-25 16,5-11-72-16,1-10-100 15,-6-15-6-15,-8-18-141 16,-13-9-211-16,-12-8 274 16,-8-4 205-16,-7-1 83 0,-3 3 116 15,0 10 109-15,0 10 55 16,0 11-18-16,0 11-53 15,0 10-84-15,0 0-85 16,9 17 8-16,5 9 92 16,2 10-19-16,2 3-29 15,-1 1-27-15,-1-2-34 16,-1-4-12-16,-2-9-8 16,-4-7-5-16,-3-8-6 15,-3-10 6-15,-3 0 11 16,0-19 44-16,0-14-32 15,2-5-19-15,4-8 13 16,4 0 2-16,4 5 7 0,3 10-3 16,1 9-11-16,3 10-18 15,0 9 0-15,-1 3 0 16,2 10-1-16,2 17 1 16,-2 4 13-16,-4 6-3 15,-2 1 2-15,-4 2-12 16,-4-3-7-16,-2-7-72 15,-3-11-177-15,-2-9-380 16,1-10-786-16</inkml:trace>
  <inkml:trace contextRef="#ctx0" brushRef="#br0" timeOffset="37075.73">22334 4565 525 0,'0'0'1356'16,"0"0"-821"-16,0 0-355 15,0 0 24-15,0 0-32 16,-28 97-42-16,28-54-39 16,0 1-40-16,14 0-24 15,6-3-16-15,7-5-11 16,5-10-1-16,0-8-120 16,12-18-172-16,-7-10-167 15,-9-12-370-15</inkml:trace>
  <inkml:trace contextRef="#ctx0" brushRef="#br0" timeOffset="37349.49">22620 4531 1119 0,'0'0'506'15,"0"0"-13"-15,0 0-344 16,0 0 23-16,-59 73-12 16,49-35-59-16,5-2-35 15,5-1-20-15,0-7-22 16,8-6-22-16,11-10 13 15,5-10-3-15,6-2 3 16,1-18 4-16,-1-9-10 16,-3-7-8-16,-6-5-1 15,-9 0 2-15,-11 1-1 16,-1 6-1-16,-12 8-13 0,-10 13-41 16,-1 11-53-1,3 3 5-15,3 20-39 0,17 13-174 16,0-3-334-16,14-5-614 0</inkml:trace>
  <inkml:trace contextRef="#ctx0" brushRef="#br0" timeOffset="37724.79">23058 4534 1330 0,'0'0'553'0,"0"0"-201"16,0 0-91-16,0 0-81 15,0 0-70-15,-91 36-8 16,72-2-15-16,2 4-27 0,7 3-32 16,7 0-6-16,3-6-20 15,4-5-2-15,14-10 0 16,3-12-1-16,4-8-21 16,1-10-3-16,-1-19 17 15,-3-10 0-15,-4-9 7 16,-3-19 0-16,-7-23 1 15,-5-23 0-15,-3 10-1 16,0 26 0-16,0 29 1 16,0 37 6-16,0 9 6 15,0 2 5-15,0 15-16 16,-3 34 4-16,3 28 10 16,0 19-6-16,3-4 2 0,11-21-11 15,-1-26-12 1,9-11-151-16,-4-11-192 0,1-7-481 0</inkml:trace>
  <inkml:trace contextRef="#ctx0" brushRef="#br0" timeOffset="38408.68">23259 4488 1265 0,'0'0'388'15,"0"0"-143"-15,0 0-135 16,0 0-6-16,0 0-45 15,0 0-7-15,38 77-2 16,-13-72 21-16,2-5 3 0,0 0-7 16,-1-13-21-16,0-9 2 15,-2-4-27-15,-8-5-6 16,-7 1 16 0,-7 4 3-16,-2 4 23 0,-14 10 7 15,-11 12 2-15,-5 0-41 16,0 15-6-16,3 11-4 15,8 8-4-15,6 3-11 16,13-1-19-16,0-2-17 16,28-4-83-16,27-9 2 15,3-10-112-15,11-11-9 16,4-2 59-16,-14-24-42 16,-2-6-7-16,-11-7 133 15,-16-5 95-15,-13 1 117 16,-13 5 133-16,-4 4 18 0,-9 9 3 15,-10 9-12-15,-5 8-41 16,-1 8-85-16,-2 8-66 16,0 15-1-16,0 9-15 15,8 8-11-15,2 3-16 16,13 1-10-16,4 0-14 16,6-7-1-16,16-5 0 15,6-11 0-15,7-11-22 16,1-10-8-16,-2-7-14 15,-3-21 10-15,-4-12 25 0,-11-23 9 16,-13-24 0 0,-3-26-5-16,-9-9 6 0,-7 21 1 15,7 28 17 1,6 41 20-16,0 17 8 0,1 8-23 16,-2 6-14-16,3 1-9 15,1 21-2-15,0 16 2 16,0 11 26-16,8 10-1 15,6 4-10-15,1 5 11 16,-2 0 6-16,1-5-14 16,-2-3-18-16,3-3-13 15,0-15-209-15,-5-22-712 0</inkml:trace>
  <inkml:trace contextRef="#ctx0" brushRef="#br0" timeOffset="38837.46">24478 4191 1702 0,'0'0'559'0,"0"0"-259"15,0 0-142 1,0 0-55-16,0 0-35 0,25 77 57 16,-7-26-40-16,0 7-31 15,2-1-30-15,-3-4-14 16,-2-9-8-16,-4-13-2 15,-1-11 0-15,-2-15 0 16,2-5 0-16,5-25 8 16,6-16-8-16,6-22-30 15,3-22 2-15,-3 5-53 16,-5 11-58-16,-9 20-52 16,-2 28 15-16,-2 8-76 15,4 13-256-15,-4 13-147 16,-2 11-443-16</inkml:trace>
  <inkml:trace contextRef="#ctx0" brushRef="#br0" timeOffset="39578.51">24957 4332 1367 0,'0'0'362'0,"0"0"-105"16,0 0-179-16,0 0-44 15,0 0 26-15,0 0 20 16,0 0-20-16,55 56-20 16,-40-52-7-16,0-2 14 15,0-2 17-15,0-8 18 0,0-14-14 16,-2-4 2 0,-6-6 30-16,-4-2 0 0,-3 0-11 15,-4 3-28-15,-14 7-27 16,-1 8-4-16,-5 9 20 15,-1 7-28-15,-2 11-10 16,1 15-1-16,5 10-11 16,7 8-7-16,9 1 1 15,5 3-28-15,15-6-86 16,18-5-125-16,12-11 45 16,11-15 35-16,4-11-47 15,1-5-54-15,-1-18-20 16,-8-11 91-16,-9-4 129 15,-10-2 66-15,-9-1 63 16,-11 4 137-16,-7 4 49 0,-6 8-6 16,0 8-6-16,0 11-38 15,-10 6 4-15,-2 0-106 16,0 18-42-16,-3 9-20 16,6 7-2-16,4 3-11 15,5 2-21-15,6 2 1 16,17-7-2-16,4-5 2 15,8-9 4-15,3-11-6 16,-1-9 1-16,-1-8-1 16,-2-17-8-16,-4-12-4 15,-5-7 5-15,-5-8-2 16,-10-5 9-16,-4-17 6 16,-4-19-6-16,-2 11 1 0,0 13 16 15,0 21 6 1,0 31 48-16,0 8-43 0,0 9-28 15,0 20 0-15,0 37 0 16,10 27 17-16,4 12 0 16,0-13 1-16,-3-19 18 15,-7-22-9-15,-4-6-12 16,0 0-15-16,0 0-29 16,0-7-95-16,-6-18-113 15,-6-7-144-15,-4-4-259 0</inkml:trace>
  <inkml:trace contextRef="#ctx0" brushRef="#br0" timeOffset="40339.35">25500 4156 1612 0,'0'0'302'16,"0"0"-163"-16,0 0-72 15,134 0-10-15,-28 0-32 16,-2 0-16-16,-17 0-9 15,-29-2-21-15,-22-6-42 16,2-1-153-16,-5-7 1 16,-3-2 107-16,-15-3 95 15,-12 1 13-15,-3 0 107 16,0 1 88-16,-15 6 6 0,-4 6 11 16,-5 7-26-1,-3 0-88-15,-3 10-6 0,-1 11 16 16,4 7-17-16,0 3-36 15,6 3-18-15,9-1-17 16,7 0-20-16,5-5 0 16,4-6-2-16,17-10 1 15,9-7 1-15,4-5-7 16,4-8-7-16,-2-17-7 16,0-5 2-16,-4-4 8 15,-6 1 6-15,-3 1 5 16,-10 5 0-16,-5 10 1 15,-8 8 13-15,0 9 38 16,-8 0-7-16,-7 22-9 16,-3 6 18-16,5 7-29 0,4 2-13 15,9-2-6-15,0-3 3 16,18-4 2-16,12-10-10 16,7-7 14-16,8-9-6 15,1-2 3-15,0-11-4 16,-5-14-1-16,-9-8 2 15,-6-8 11-15,-11-4-4 16,-11-5-7-16,-4 0-9 16,-7 5 0-16,-17 7-1 15,-6 8-11-15,0 11 11 16,6 9-5-16,8 6-3 16,8 4 8-16,7 8-7 0,1 13-9 15,3 8 17 1,12 2 0-16,6 6 8 0,-1 0-8 15,3 1 10-15,-7-1-2 16,-1-1-7-16,-4-3 17 16,-4-2-4-16,-1-6 2 15,1-3 4-15,-1-6-10 16,1-3-4-16,-1-6-5 16,1-2-1-16,3-4-6 15,4-1-100-15,-1-11-359 16,-1-5-1006-16</inkml:trace>
  <inkml:trace contextRef="#ctx0" brushRef="#br0" timeOffset="40481.8">26890 4238 2172 0,'0'0'332'0,"0"0"29"0,0 0-237 15,0 0-121-15,0 0-3 16,0 0-92-16,0 0-207 15,18 39-927-15</inkml:trace>
  <inkml:trace contextRef="#ctx0" brushRef="#br0" timeOffset="49041.23">27883 9164 1024 0,'0'0'381'0,"0"0"-42"0,0 0-12 16,0 0-35-1,0 0-8-15,-4-9-51 0,4 8-62 16,7-1-52-16,8-1-38 16,10-1-20-16,14-1-9 15,9-3-16-15,7 4-21 16,1-5-15-16,-3 4 1 15,-4-2-1-15,-10 1-1 16,-9 2 0-16,-12 0-22 16,-11 3-59-16,-7-1-59 15,-10 2-125-15,-11 0-236 16,-6 0-365-16</inkml:trace>
  <inkml:trace contextRef="#ctx0" brushRef="#br0" timeOffset="49291.91">27874 9235 1972 0,'0'0'345'0,"0"0"-63"0,0 0-59 16,0 0-27-16,0 0-52 15,0 0-36-15,106 14-34 16,-65-14-33-16,-1 0-13 15,1 0-19-15,-3 0-8 16,-2-5 1-16,-5 1-2 16,-6-1-41-16,-5 2-110 0,-20 1-183 15,0 2-318-15,-8 0-1046 16</inkml:trace>
  <inkml:trace contextRef="#ctx0" brushRef="#br0" timeOffset="54927.45">19208 8551 187 0,'0'0'0'0</inkml:trace>
  <inkml:trace contextRef="#ctx0" brushRef="#br0" timeOffset="58073.5">21357 10692 9 0,'0'0'56'16,"0"0"29"-16,61-85 22 16,-42 50-61-16,0-6-16 15,-2-1-15-15,-3-3-15 16,0-1-3-16,-2 1-79 16,-3-14-57-16,-3 13 99 15,-3 5-9-15</inkml:trace>
  <inkml:trace contextRef="#ctx0" brushRef="#br0" timeOffset="62614.54">23481 7349 544 0,'0'0'202'0,"0"0"-9"15,0 0-11-15,0 0 15 0,0 0-15 16,0 0 33-16,0 0 4 16,-65 22 22-16,65-22-40 15,0 0-31-15,7 0-23 16,1 0-11-16,7 0-6 15,10 3 6-15,10-3-54 16,11 1-31-16,7-1-9 16,10 0-12-16,4 0-9 15,3-4-9-15,2-4-12 16,-8-2 6-16,-8 0-5 0,-14 2 0 16,-10-2 0-1,-13 3-1-15,-11 0-19 0,-8-2-80 16,-7-1-110-16,-45 3-269 15,3-1-247-15,-6 1-801 0</inkml:trace>
  <inkml:trace contextRef="#ctx0" brushRef="#br0" timeOffset="63157.17">23477 7144 947 0,'0'0'344'16,"0"0"-91"-16,0 0 31 15,0 0-28-15,0 0-49 16,0 0-74-16,0 0-11 15,30-58-3-15,-30 58-16 16,0 0-27-16,-3 3-18 16,-14 12-35-16,-8 10 31 15,-9 7 0-15,-8 6-13 16,-1 3-9-16,-1-3-11 16,4-5-5-16,8-5 1 15,8-10-2-15,12-6 0 16,7-4-8-16,5-2-7 15,2 1 7-15,16 1 59 0,10 2-16 16,11-1-10-16,3-2 5 16,7-2-15-16,0-1-8 15,2 0 8-15,-1 0-19 16,-3-1 4-16,-4-1-6 16,-4 1 19-16,-7-2-2 15,-5 1-10-15,-9-1-8 16,-3 0-1-16,-9-1-6 15,-3 2 0-15,-3-2 0 16,0 0-1-16,0 1-14 16,0 3-23-16,-16 6-125 15,-4 0-157-15,1-1-716 0</inkml:trace>
  <inkml:trace contextRef="#ctx0" brushRef="#br0" timeOffset="63885.37">23786 8805 859 0,'0'0'216'15,"0"0"44"-15,0 0-41 16,0 0 15-16,0 0-15 16,0 0-17-16,0 0-41 15,-36-18-29-15,36 18 9 16,0 0 4-16,0 0-20 15,16 1 17-15,7 8-38 16,10 1-41-16,10-2-15 0,12-1-8 16,20-4-3-1,26-3-11-15,18 0 1 0,4-6-6 16,-25-4-11-16,-29 2 5 16,-33 4-15-16,-12-1-3 15,-5 2 2-15,-7 2-6 16,-6 0 6-16,-6 1 1 15,-12 0-25-15,-33 0-90 16,-52 0-239-16,6 0-361 16,-7 2-610-16</inkml:trace>
  <inkml:trace contextRef="#ctx0" brushRef="#br0" timeOffset="64364.05">23902 8553 804 0,'0'0'314'0,"0"0"-27"16,0 0 36-16,0 0-12 0,0 0-54 15,0 0-55-15,0 0-27 16,6-13-32-16,-25 29-62 16,-8 9 7-16,-7 7 5 15,-4 7-14-15,-2 2-20 16,6 1-22-16,4-3-4 15,9-4-10-15,6-4-4 16,12-4-12-16,3-3-6 16,9-1 11-16,13-5 13 15,10-3 8-15,4-1-6 16,5-6 6-16,6-4 5 0,3-3-11 16,1-1-14-1,1 0-1-15,-4 0-12 0,-8 0-8 16,-4 4-77-16,7 18-165 15,-9 0-356-15,-7 2-558 0</inkml:trace>
  <inkml:trace contextRef="#ctx0" brushRef="#br0" timeOffset="64928.28">23722 10031 1242 0,'0'0'363'16,"0"0"27"-16,0 0-94 16,0 0-65-16,0 0-1 15,0 0-63-15,0 0-40 16,35 7 11-16,21-5-21 16,27-2-19-16,4 0-18 15,-7 0-22-15,-8 0-19 16,-19-2-13-16,1-2-11 15,-1 1-14-15,-15-2 1 16,-14 2-2-16,-11 1-1 16,-8 1-20-16,-5 0-47 15,0-2-65-15,-21-2-95 0,-35-2-266 16,5 2-244 0,-8-2-865-16</inkml:trace>
  <inkml:trace contextRef="#ctx0" brushRef="#br0" timeOffset="65363.86">23818 9746 1425 0,'0'0'317'0,"0"0"-65"0,0 0-64 15,0 0 21 1,0 0-88-16,0 0-22 0,0 0-12 16,23-39-15-16,-23 43-14 15,-4 14 9-15,-10 13 53 16,-5 6-38-16,-8 8-7 16,-4 6-19-16,-5 0-11 15,1-3 4-15,4-6-6 16,7-8-5-16,9-7-13 15,10-7-7-15,5-3-12 16,10-6 30-16,17-5 20 16,13-3 1-16,12-3-6 0,23 0-15 15,-2-3-8 1,1-7-13-16,1 1-7 0,-15 2-7 16,-2-1 0-16,-14 6-1 15,-14-1-13-15,-13 3-77 16,-8 0-81-16,-9 20-79 15,-2 2-391-15,-14 2-711 0</inkml:trace>
  <inkml:trace contextRef="#ctx0" brushRef="#br0" timeOffset="65939.61">23763 11427 1677 0,'0'0'401'16,"0"0"-54"-16,0 0-128 16,0 0 39-16,0 0-85 15,0 0-41-15,0 0 6 16,123 27-24-16,-35-21-32 16,18-6-10-16,-5 0-7 15,-22-2-19-15,-25-5-8 16,-18-1-11-16,0-2-17 15,-4-1-9-15,-2 0 1 0,-12 3-1 16,-9-1-1 0,-7 1-14-16,-2 1-48 0,0-1-43 15,-14 1-58-15,-11 1-45 16,-29 0-244-16,5 1-147 16,-2 2-538-16</inkml:trace>
  <inkml:trace contextRef="#ctx0" brushRef="#br0" timeOffset="66400.71">24093 11103 1355 0,'0'0'605'0,"0"0"-449"16,0 0 22-16,0 0 30 15,0 0 32-15,0 0-101 16,0 0-36-16,3-43-38 16,-3 43-15-16,-10 10-2 15,-10 10-3-15,-10 12-2 16,-7 6 13-16,-6 4-13 16,1 4-16-16,-1-2 16 15,7 1-13-15,5-3 6 16,10-2-21-16,9-1 2 15,10-5-1-15,2-3-4 16,13-3 3-16,15-4 5 0,9-4 7 16,8-7-6-1,8-6 6-15,7-4-6 0,4-3-6 16,0-5-6-16,1-10 0 16,-7 1-2-16,-8-2-5 15,-9 3-1-15,-13 4 0 16,-10 3-1-16,-8 2-1 15,-7 2-21-15,-1 1-32 16,-2-1-36-16,0 0-42 16,-14-8-100-16,-3 0-299 15,-6-2-296-15</inkml:trace>
  <inkml:trace contextRef="#ctx0" brushRef="#br0" timeOffset="66612.17">24529 11475 1905 0,'0'0'1069'0,"0"0"-939"16,0 0-12-16,0 0-59 16,0 0 86-16,0 0-91 15,0 0-38-15,-11-27-16 16,11 22-43-16,2-21-141 15,5 1-431-15,-4-9-1360 0</inkml:trace>
  <inkml:trace contextRef="#ctx0" brushRef="#br0" timeOffset="71723.85">8533 14615 421 0,'0'0'648'0,"0"0"-393"16,0 0-21-16,0 0-49 15,0 0-102-15,0 0-48 16,13-8-17-16,14 17 1 16,13 4 32-16,23 3-10 0,31 6 26 15,30-4-3-15,19-2-5 16,8-9-2-16,4-7-1 15,-3 0-7-15,8-6-7 16,4-5-2-16,3-1-14 16,-6 3 25-16,-3-2-29 15,-6 4-11-15,-9 3 17 16,-9 1-3-16,-8 0-5 16,-10 1 2-16,-10-2-1 15,-3 0-6-15,-5 0-6 16,-20-1 6-16,-15 2 16 15,-17 1-21-15,-10 0-1 16,0 1 8-16,-2-1-2 16,-6 1-14-16,-9 0 8 15,-11 1-9-15,-5 0 1 0,-1 0 0 16,-2-2 0-16,0 2-1 16,0 0 0-16,0 0-10 15,0 0-14-15,4 6-55 16,2 9-257-16,3 0-571 0</inkml:trace>
  <inkml:trace contextRef="#ctx0" brushRef="#br0" timeOffset="73084.24">16771 14837 884 0,'0'0'250'0,"0"0"41"16,0 0-26-16,0 0 24 16,0 0-170-16,0 0-53 15,0 0-30-15,48-40-11 16,-1 38 10-16,22-2 8 15,28-4-10-15,28-4 10 16,11-2-3-16,-9-2-16 0,-30 5-13 16,-35 6-4-1,-17 0-7-15,-15 4 0 0,-4 0-1 16,-7 1-4-16,-7 0-14 16,-12 0-54-16,-23 19-115 15,-11-2-184-15,-6-3-353 0</inkml:trace>
  <inkml:trace contextRef="#ctx0" brushRef="#br0" timeOffset="73247.71">16932 15017 1562 0,'0'0'250'0,"0"0"-113"15,121-46-20-15,-12 5 60 16,37 2-43-16,6 6-86 0,-28 14-47 15,-27 19-1-15,-48 0-109 16,-21 0-423-16</inkml:trace>
  <inkml:trace contextRef="#ctx0" brushRef="#br0" timeOffset="86040.11">19272 6157 1020 0,'0'0'243'0,"0"0"25"15,0 0 28-15,0 0-72 16,0 0-80-16,0 0-56 15,0 11-46-15,0 12-25 16,0 10 15-16,0 4 16 16,0 4-17-16,0-2-19 15,0-3-5-15,-1-4-6 16,1-2 0-16,-3-5-1 0,0-3-21 16,-6-5-73-1,0-7-63-15,-3-3-25 0,-4-7-10 16,-4 0-17-16,2-9 29 15,-1-11 40-15,2-2 98 16,3-5 42-16,2 5 67 16,0 4 37-16,6 5 61 15,1 8 48-15,4 5-90 16,1 0-60-16,0 11-37 16,0 10 66-16,3 5 13 15,6 4-25-15,4 1-30 16,1-2-14-16,5-2-15 15,2-5-4-15,0-5-6 16,0-6-10-16,-1-3 12 16,-1-8-13-16,-2 0 0 0,0-8 1 15,1-9 0-15,-2-5 6 16,-4-3-7-16,-1-3 0 16,-4 2-7-16,-4 1 6 15,-3 4 1-15,0 8 1 16,0 6 6-16,0 7-7 15,-2 0-1-15,-8 8-11 16,1 11 11-16,-3 1-7 16,-1 6-35-16,2-2-78 15,-2 3-96-15,5-6-182 16,2-7-497-16</inkml:trace>
  <inkml:trace contextRef="#ctx0" brushRef="#br0" timeOffset="86222.84">19526 6508 1500 0,'0'0'493'0,"0"0"-235"16,0 0-138-16,0 0-66 15,0 0-33-15,0 0-21 16,0 0-109-16,-36 4-490 0</inkml:trace>
  <inkml:trace contextRef="#ctx0" brushRef="#br0" timeOffset="88545.26">28281 14725 1485 0,'0'0'237'16,"0"0"-155"-16,0 0 2 15,0 0-4-15,0 0 2 16,0 0 61-16,75 45-28 16,-24-28-16-16,10-2-15 15,18 2 5-15,22-3 3 16,26-3-14-16,13-2-20 16,1-1-3-16,-6-5-6 15,-14 5-20-15,-2-3-1 16,-2 1-10-16,-2-2-6 15,-2-1-1-15,-1-2 1 0,-8-1 0 16,-5 0 0-16,-7-7-2 16,-5-5-1-16,-13 1 7 15,-14-3 11-15,-15 4-9 16,-6-2 17-16,7-2-16 16,2-4-4-16,7-4 5 15,-5 0 11-15,1-2-8 16,-3-2-2-16,3-1-2 15,-2 0-2-15,0-5-4 16,0 1 2-16,-2-3 1 16,-6 2 4-16,-4-1-1 15,-4-2 2-15,-4 1-7 16,-4-1-13-16,-4-3 7 0,0 1-7 16,-3-2 6-16,-6 0-6 15,-2 0-1-15,-1 1-1 16,-6-1-6-16,-3 3-7 15,0-1-1-15,0 1 5 16,-5 3 8-16,-6-1 1 16,-1 0-1-16,-5 2-10 15,1-2-13-15,-5 2-2 16,-3 1 9-16,-4 1-4 16,-6 0 2-16,-4 3 7 15,-5 1 2-15,-8 1-5 16,-5 1 2-16,-6 2 2 0,-3 3-7 15,-6 2 11 1,0 0 2-16,-2 5 6 0,-12-2 6 16,-14 0-5-16,-12-1-1 15,-4 2-7-15,10 3 1 16,10 4 6-16,5 3 0 16,-4 1-1-16,-4-1 0 15,1 3-1-15,2 0 1 16,1 0 0-16,-2 0 1 15,-1 0 0-15,0 8 0 16,6-2 0-16,15 0 0 16,15-1-4-16,13 1 3 15,7-2 1-15,-9 2-2 16,-1 0 1-16,-4 2-5 16,3 0 6-16,4 2 0 0,1 0 9 15,1-1-8-15,4 3-1 16,3 0 1-16,1-2 0 15,5 4-1-15,1-3 1 16,5 1-1-16,0 1 0 16,3 0 1-16,2 2-1 15,0 1 0-15,1 1 0 16,-3 5 0-16,-1-2 0 16,-2 5 0-16,0 0 0 15,-1 2 8-15,2 0-7 16,1-1 5-16,2-1 0 15,3 1-5-15,3-2 1 16,4 0 4-16,2 1 0 16,2 0 1-16,2 5 5 15,1-1-3-15,2 5 14 0,1 3-8 16,3-1-5-16,0 0 5 16,0 1 3-16,3-1 6 15,7-3-14-15,6-1 4 16,5-3-2-16,3 0 10 15,5 3 4-15,2-3-2 16,3-1 7-16,-1-1-5 16,-2 0-7-16,0-3-1 15,-1-2-16-15,-2 2 11 16,1-3 4-16,0-3-2 16,0-3 12-16,1-1-8 15,4-4-5-15,0-1 1 0,2-2 4 16,2-1-5-16,-1-2-4 15,2 0 1-15,-4 0 5 16,0 0 2-16,-1-1-1 16,1 1-8-16,-3-1 1 15,1-3-1-15,-1 0-8 16,1 0 7-16,-2 0-1 16,-1-3-5-16,-4-2 5 15,-3-1-7-15,-6 1 2 16,-4 0-1-16,-4 0 0 15,-4 4-1-15,-3-1 2 16,-1 2-2-16,-1-1-2 16,0-1-25-16,0-1-33 0,0-5-72 15,-16-4-85-15,1 0-310 16,-3-3-401-16</inkml:trace>
  <inkml:trace contextRef="#ctx0" brushRef="#br0" timeOffset="95101.02">16006 502 998 0,'0'0'770'0,"0"0"-518"15,0 0 23-15,-28-80-54 16,25 75-64-16,-1 5-60 15,4 30-53-15,-1 29-24 16,1 5-13-16,-2 1 7 16,1-2-2-16,-2-17-3 15,0 8-2-15,-2 3 0 16,2-6 1-16,1-9 1 16,2-9-9-16,0-9 1 15,0-12-1-15,0-7 1 16,0-5-1-16,0-7 1 0,11-15 12 15,5-11-7-15,6-4-1 16,5-2 1-16,4 7-6 16,3 10-8-16,1 7 2 15,-2 11 0-15,-4 4-7 16,-5 2 1-16,-6 10 3 16,-9 7-1-16,-9 2 10 15,0 3 4-15,-11 1-2 16,-9 3 4-16,-4-1-4 15,-1-1 6-15,2-4-8 16,4-4 1-16,6-7 0 0,5-3 0 16,8-6-1-1,0-2-6-15,3 0-5 0,18 0-3 16,8 0 13-16,10-8-5 16,6-5-9-16,0-5 13 15,-2-6-10-15,-4-2-15 16,-5-6 9-16,-9 0-7 15,-8-1 25-15,-4 1 0 16,-7 5 8-16,-3 7 5 16,-3 9 8-16,2 7 19 15,-1 4-31-15,4 7-1 16,5 15-7-16,1 8 5 0,2 4 0 16,-3 3 0-16,-1-3-4 15,-1-5-2-15,-4-5-69 16,-1-8-203-16,-3-10-496 0</inkml:trace>
  <inkml:trace contextRef="#ctx0" brushRef="#br0" timeOffset="95261.11">16352 423 1177 0,'0'0'242'16,"0"0"-146"-16,0 0-67 15,0 0-14-15,0 0-15 16,115 72-5-16,-63-50-165 16,-2 1-589-16</inkml:trace>
  <inkml:trace contextRef="#ctx0" brushRef="#br0" timeOffset="95596.56">16725 602 1182 0,'0'0'290'0,"0"0"-60"16,0 0-77-16,0 0 0 16,0 96-32-16,3-69 3 15,0-1-51-15,-2-3-42 16,-1-3-13-16,0-4-12 16,0-7 1-16,0-1-5 15,0-8 5-15,0 0 38 0,0-16 35 16,6-14-39-1,4-5-20-15,4-4 8 0,7 1 2 16,3 9-1-16,0 8-5 16,4 11-16-16,0 10-8 15,4 0-1-15,-1 17 15 16,0 5-5-16,1 2-8 16,-2 5-1-16,-4 0-1 15,0-4-21-15,5 3-153 16,-7-6-368-16,-4-12-620 0</inkml:trace>
  <inkml:trace contextRef="#ctx0" brushRef="#br0" timeOffset="96195.82">17363 418 1618 0,'0'0'515'0,"0"0"-222"16,0 0-101-16,0 0-70 15,0 0-67-15,0 0-1 16,-73 75 13-16,61-40-19 16,8 2-24-16,4 1-6 15,0-1-8-15,3-5-8 16,11-3 11-16,4-8-12 16,2-7-1-16,2-8 0 0,-1-6-7 15,0-3-13-15,-2-17-26 16,-4-6-5-16,-2-8 17 15,-5-2 25 1,-3-3 9-16,-4 3 1 0,-1 7 8 16,0 7 6-16,0 8 15 15,0 4 16-15,0 10-11 16,0 0-17-16,0 0-17 16,6 11 7-16,6 6-7 15,1 6-1-15,4 5 1 16,1 1 4-16,-1-1-5 15,-1-2 0-15,0-2 0 16,-4-7 2-16,-3-8-2 16,1-5-6-16,-4-4 5 15,-1-4-6-15,1-14 1 0,-2-9-5 16,3-4 4 0,-2-1 5-16,-2-1 2 0,2 8 0 15,-2 4 0-15,0 8 1 16,0 8-1-16,1 5 0 15,2 0-7-15,4 8 7 16,7 11 1-16,-1 5 0 16,3 2 1-16,1 1-1 15,-1-2 0-15,1-4-1 16,-4-2 0-16,0-6-100 16,1-10-194-16,-4-3-203 15,-4 0-162-15</inkml:trace>
  <inkml:trace contextRef="#ctx0" brushRef="#br0" timeOffset="96572.77">17860 492 1030 0,'0'0'347'0,"0"0"-139"15,0 0-134-15,0 0-20 16,0 0 21-16,0 0-2 16,0 0-28-16,74 18-23 15,-47-18-3-15,1 0-18 16,1-5 2-16,-7-10 7 15,-1 1-1-15,-7-3 4 16,-4 0-6-16,-7 5 31 16,-3 4 93-16,0 6 18 0,0 2-45 15,0 4-57 1,0 14-26-16,3 8 25 0,5 8 14 16,2 8 1-16,2 5 10 15,1 4 2 1,1-2-20-16,-4 2-13 0,-2-3-3 15,-3-4-8-15,-5-5-14 16,0-3-8-16,0-5 1 16,-13-4-7-16,-8-6 0 15,-1-6 5-15,-7-5 0 16,1-8-6-16,0-2-25 16,6-39-88-16,6-2-178 15,12-5-414-15</inkml:trace>
  <inkml:trace contextRef="#ctx0" brushRef="#br0" timeOffset="96797.06">18477 574 365 0,'0'0'1514'0,"0"0"-1216"15,0 0-153-15,0 0-84 16,0 0 0-16,0 0-24 16,0 0-24-16,84-6-13 15,-50-3-25-15,5-4-249 16,-9 3-312-16,-11 1-471 0</inkml:trace>
  <inkml:trace contextRef="#ctx0" brushRef="#br0" timeOffset="96946.58">18538 674 1205 0,'0'0'328'16,"0"0"-54"-16,0 0-145 15,0 0-18-15,0 0-55 16,0 0 4-16,97-9-60 16,-37-24-10-16,-9 3-285 15,-13 4-312-15</inkml:trace>
  <inkml:trace contextRef="#ctx0" brushRef="#br0" timeOffset="97164.29">18919 365 1415 0,'0'0'336'0,"0"0"-190"15,0 0-74-15,0 0 72 16,0 0-13-16,115 88-29 15,-79-57-13-15,-4 0-29 16,-6 2-19-16,-10 1-11 16,-12 3-12-16,-4 3-6 15,-61 28-12-15,3-12-123 16,-18-3-592-16</inkml:trace>
  <inkml:trace contextRef="#ctx0" brushRef="#br0" timeOffset="97594.66">16429 1319 1360 0,'0'0'352'0,"0"0"-19"16,0 0-69-16,0 0-43 15,0 0-50-15,-95 23-74 16,73 33-22-16,5 27-11 16,5-2-14-16,11-6-14 15,1-15-15-15,13-18-7 16,9 1-8-16,4 1-5 16,7-8-1-16,5-7-4 15,1-11-131-15,18-18-182 16,-12-14-309-16,-8-14-451 0</inkml:trace>
  <inkml:trace contextRef="#ctx0" brushRef="#br0" timeOffset="97774.08">16562 1172 1435 0,'0'0'500'0,"0"0"-212"16,0 0-185-16,0 0-46 15,0 0-19-15,18 107 45 16,12-27 13-16,9 21-29 15,-1-9-23-15,-5-20-29 16,-6-23-7-16,-4-20-8 16,23 2-87-16,-6-6-291 0,0-11-598 0</inkml:trace>
  <inkml:trace contextRef="#ctx0" brushRef="#br0" timeOffset="98591.59">16920 1325 1551 0,'0'0'320'15,"0"0"-28"-15,0 0-159 16,0 0-62-16,0 0-31 16,0 0 9-16,-26 109 0 15,26-66-16-15,0 0-24 16,2-4-8-16,6-4 6 0,1-6 2 16,2-10-9-1,-3-7-9-15,-1-10-51 0,-2-2 22 16,-2-21 9-16,2-11 27 15,-1-7 2-15,0-2 6 16,1 0-4-16,-2 10 8 16,0 6 14-16,0 10 1 15,0 9-9-15,3 6-8 16,3 3 4-16,1 18-11 16,6 6 10-16,3 6-11 15,1 1 0-15,4-6 1 16,-1-5-1-16,2-10-6 15,-3-9-29-15,-1-4-21 16,-4-14-37-16,-4-13-20 16,-6-8 33-16,-4-4 51 15,-3-3 22-15,0 8 7 0,0 4 13 16,-4 9 6-16,-1 7 21 16,2 9 22-1,3 2-18-15,0 3-31 0,0 3-12 16,6 6-1-16,11 5 0 15,4 0 0-15,4 0-1 16,0 0 0-16,2 2 1 16,-6-1 0-16,-3 4 5 15,-6 1-4-15,-7 2 0 16,-5 0 1-16,0 1 4 16,-6 0-5-16,-3-4 15 15,-1-2-8-15,3-5-8 16,6-8 0-16,1-4-1 15,1 0-76-15,17-20-14 16,4-10-29-16,4-7 2 0,-2-6 9 16,-3 0 33-16,-4 3 48 15,-6 5 28-15,-5 8 22 16,-3 8 36-16,-3 7 58 16,0 7 20-16,0 5-16 15,0 0-32-15,0 6-48 16,0 9-22-16,0 5-17 15,0 4 5-15,9 3-4 16,6 2-1-16,5 0 7 16,-1 1-8-16,0 0 1 15,-1-2 2-15,-6 0-2 0,-3 0 0 16,-6-1-1-16,-3-2 1 16,0-2 0-16,-6-3-1 15,-9-12-123-15,1-4-160 16,4-4-628-16</inkml:trace>
  <inkml:trace contextRef="#ctx0" brushRef="#br0" timeOffset="99056.19">17658 1397 1167 0,'0'0'168'0,"0"0"-103"0,0 0-34 15,0 0-4 1,0 0 0-16,87 8-11 0,-66-28-16 16,-3-2 2-16,-5-4 6 15,-4-3 1-15,-3-3 1 16,-5-1 12-16,-1 3 33 16,0 8 63-16,0 6 27 15,0 11 29-15,0 5-86 16,0 5-63-16,0 19-13 15,0 10-4-15,0 4-7 16,8 4 5-16,3-2-5 16,3-2-1-16,-2-5 0 15,2-6-1-15,-4-6 1 0,-2-11-1 16,0-10-6 0,-2 0 7-16,4-22 65 0,0-10 23 15,6-7-2-15,5 2 9 16,0 4-19-16,3 10-13 15,3 7-27-15,1 8-13 16,2 8-9-16,-2 0-5 16,-2 19-9-16,-8 7 0 15,-7 12 1-15,-11 7-1 16,-8 27-37-16,-13-9-130 16,-6-9-461-16</inkml:trace>
  <inkml:trace contextRef="#ctx0" brushRef="#br0" timeOffset="99860.15">20084 47 935 0,'0'0'543'0,"0"0"-294"16,0 0-16-16,0 0-20 15,0 0-92-15,-88 13-66 16,58 28-6-16,0 5 2 15,2 6-12-15,5 0-11 16,10-4-11-16,7-5-1 16,6-4-1-16,4-4-6 0,14-4 1 15,6 0-2-15,3 0 1 16,0 0-9-16,-2-1 1 16,-5 1 0-16,-4-2 1 15,-8 0 5-15,-7-1 5 16,-1 0-6-16,-8-4-5 15,-11-2 0-15,0-3 5 16,-2-6-5-16,2-8 0 16,3-5 8-16,5 0-8 15,5-1 19-15,6-6 20 16,0 2-24-16,6-2-10 16,10 6-5-16,6 1 7 15,2 0-8-15,5 13 9 0,-1 12 10 16,0 9 24-1,-4 7 8-15,-5 9 9 0,-5 8 15 16,-5 3-14-16,-3 6-12 16,-2 1-2-16,1 1-11 15,1-5-18-15,0-8-8 16,4-13-4-16,-1-13-5 16,2-14-1-16,3-16 2 15,3-5-2-15,11-38-1 16,8-37-79-16,7-33-158 15,-5 13-297-15,-12 11-647 0</inkml:trace>
  <inkml:trace contextRef="#ctx0" brushRef="#br0" timeOffset="100177.53">20440 572 1722 0,'0'0'337'15,"0"0"-66"-15,0 0-143 16,0 0 27-16,-32 91-41 16,33-56-35-16,18-1-1 15,4-2-32-15,5-3-19 16,2-8-7-16,1-8-7 16,-3-7-1-16,-3-6-6 0,-5-8 5 15,-1-15 1 1,-6-8-3-16,-3-6-3 0,-4-6-6 15,-6 0 0-15,0 1-7 16,-7 4-19-16,-5 10-19 16,-2 11-12-16,-1 13-80 15,2 4-101-15,6 35-127 16,4 1-258-16,3-3-559 0</inkml:trace>
  <inkml:trace contextRef="#ctx0" brushRef="#br0" timeOffset="100406.25">20973 825 1947 0,'0'0'350'0,"0"0"-183"0,0 0-107 15,0 0 34-15,33 74-7 16,-16-40-19-16,-2 2-34 15,0 1-15-15,-4-1-13 16,-4-7-6-16,1-7-44 16,5-16-115-16,-4-6-350 15,0-1-819-15</inkml:trace>
  <inkml:trace contextRef="#ctx0" brushRef="#br0" timeOffset="100629.69">21231 202 1773 0,'0'0'672'0,"0"0"-520"16,0 0-87-16,0 0 11 16,16 80 65-16,3-35-26 15,4 5-38-15,2 0-45 16,1 0-20-16,-1-5-2 15,0-4-10-15,7 2-83 16,-7-11-184-16,-7-11-357 0</inkml:trace>
  <inkml:trace contextRef="#ctx0" brushRef="#br0" timeOffset="101144.14">21763 169 1510 0,'0'0'880'16,"0"0"-650"-16,0 0-82 15,0 0-98-15,0 0-8 16,0 0-19-16,0 0-9 16,93 8 9-16,-77 24-2 15,-7 7 10-15,-7 5 16 0,-2 2 6 16,0 0-12-1,0-3-13-15,0-3-14 0,0-5-14 16,0-9 0-16,9-6 0 16,5-8-9-16,3-12-27 15,1 0-10-15,-3-14 31 16,1-8 15-16,-5 0 0 16,-2 5 12-16,-4 5-2 15,-3 6 32-15,-1 4 2 16,2 2-11-16,3 0-20 15,5 13-7-15,7 10 32 16,2 4 4-16,3 10-17 16,2-1-4-16,-1 3 6 15,-2-3-6-15,-5-2-11 16,-2-2 1-16,-6-3 4 0,-6-6-9 16,-3-2-5-1,0-2 13-15,-9-5-7 0,-10-4 1 16,-7-2 1-16,-5-2-3 15,-5-5-6-15,-1-1-23 16,1 0-31-16,0-8-101 16,11-2-415-16,8 1-847 0</inkml:trace>
  <inkml:trace contextRef="#ctx0" brushRef="#br0" timeOffset="101287.34">22260 923 1542 0,'0'0'1275'16,"0"0"-1004"-16,0 0-120 0,0 0-104 16,0 0-33-16,0 0-14 15,0 0-117-15,-82 36-633 0</inkml:trace>
  <inkml:trace contextRef="#ctx0" brushRef="#br0" timeOffset="102789.32">22275 1412 227 0,'0'0'949'0,"0"0"-710"15,-2-73-28-15,-4 51 9 16,-2 7-12-16,2 9-28 15,-4 6-25-15,-3 0-30 16,-3 10-72-16,-4 16-29 16,0 9-10-16,1 9-5 15,6 1-1-15,7-1-2 16,6-5-6-16,3-4 0 0,17-5 0 16,5-4 0-1,5-2 1-15,1-2-1 0,0-5 0 16,-2 2 0-16,-8-1 0 15,-5 1 1-15,-8 1 0 16,-8 2 5-16,0-3-5 16,-5-2 1-16,-6-4-1 15,0-5 1-15,3-4 4 16,1-4-5-16,2 0 5 16,4 0 5-16,-1-4 39 15,2 0 13-15,0 2-26 16,0 1-17-16,11 1-13 0,9 0 2 15,5 11 6-15,7 11 7 16,-1 5 25-16,1 11 4 16,-7 6 4-16,-1 4 2 15,-3-1 3-15,-4 1-14 16,-3-8 2-16,-2-7-13 16,2-8-7-16,-2-10 2 15,1-8 1-15,2-7 11 16,4 0 9-16,2-9-9 15,8-13-15-15,2-5-13 16,2-2-14-16,-3 1 0 16,-6 3 0-16,-5 8-64 15,-3-4-87-15,-4 6-355 0,-7-2-651 16</inkml:trace>
  <inkml:trace contextRef="#ctx0" brushRef="#br0" timeOffset="104064.47">22755 1581 1053 0,'0'0'401'16,"0"0"-107"-16,0 0-26 15,0 0-41-15,0 0-60 16,0 0-44-16,0 0-59 15,-70 34-24-15,70 2 18 16,0 6 10-16,5 1-7 16,14 1-3-16,6-6-19 15,5-6-6-15,4-8-18 16,2-10 4-16,2-8-8 16,-3-6-1-16,-5 0-8 0,-6-17-2 15,-6-5 13-15,-9-6 1 16,-7-7-3-16,-2-1-3 15,-10-6 2-15,-13-1-1 16,-4-1 2-16,-4 3-11 16,-2 7 2-16,4 12-1 15,3 10 11-15,4 12-12 16,3 8-78-16,19 30-171 16,0-1-88-16,6-8-431 0</inkml:trace>
  <inkml:trace contextRef="#ctx0" brushRef="#br0" timeOffset="104262.61">23165 1484 1028 0,'0'0'946'0,"0"0"-604"16,0 0-47-16,0 0-116 15,0 0-64-15,0 0-48 16,0 0-32-16,0-6-29 15,0 6-6-15,0 0-101 16,0 0-143-16,0 0-263 16,0 0-681-16</inkml:trace>
  <inkml:trace contextRef="#ctx0" brushRef="#br0" timeOffset="104748.09">23162 1167 1343 0,'0'0'807'0,"0"0"-539"15,0 0-21-15,-6-74-110 16,14 57-59-16,8 2-41 16,2 3-21-16,3 9-4 15,1 3-12-15,-4 0 9 16,-1 18 2-16,-4 3-10 15,-5 9 7-15,-3 3-7 16,-5 3 1-16,0-1 11 16,0-2-13-16,-7-5 1 15,0-7-1-15,1-9 1 0,3-6 5 16,3-5 22-16,0-1 32 16,0 0 0-16,0 0-30 15,0 0-20-15,12 0-2 16,5 0-1-16,7 0-5 15,0 3 4-15,3 4-5 16,-3 2 0-16,-3 4 5 16,-6 2-5-16,-3 5 0 15,-8 2 6-15,-4 3 10 16,0 3 5-16,-3 2 4 16,-10-4 4-16,-4-1-13 15,-3-1-11-15,-6-7 0 0,-1 0-5 16,-2-8-1-1,-1-1-43-15,2-6-62 0,9-2-233 16,6 0-450-16</inkml:trace>
  <inkml:trace contextRef="#ctx0" brushRef="#br0" timeOffset="105476.79">23782 1598 104 0,'0'0'1133'0,"0"0"-728"15,0 0-54-15,0 0-114 16,0 0-42-16,0 0-52 16,0 0-64-16,-3 46 45 15,16-14 29-15,0 5-37 16,0 3-36-16,0 1-38 16,-4-4-16-16,-1-6-14 15,-2-5-12-15,-1-8 0 16,-2-18-154-16,-2-1-435 0,-1-23-1014 15</inkml:trace>
  <inkml:trace contextRef="#ctx0" brushRef="#br0" timeOffset="107724.34">23829 867 13 0,'0'0'1011'0,"0"0"-750"15,0 0-93-15,0 0 50 16,0 0-10-16,0 0-75 16,0 0-1-16,-52-12-30 15,49 12-34-15,-2 3-23 16,2 11 8-16,0 6-9 15,3 7 7-15,0 2 2 16,0 2 0-16,9 0-4 16,6-2 4-16,2-4 4 15,2-5-15-15,1-5-2 16,0-4 0-16,0-5-8 16,-4-5-5-16,-1-1-15 15,-1 0-3-15,-1-12 10 16,-4-8-1-16,-2-3-1 15,-5-5-8-15,-2-5-2 16,0-3 3-16,-9-3-4 16,-10 3-6-16,1 6 1 0,-3 4-1 15,2 11 0-15,3 6 6 16,2 9-6-16,2 0-39 16,1 9-75-16,2 13-65 15,9 0-44-15,7 5-124 16,13-7-273-16,4-7-408 0</inkml:trace>
  <inkml:trace contextRef="#ctx0" brushRef="#br0" timeOffset="107971.05">24120 869 508 0,'0'0'799'16,"0"0"-599"-16,0 0 68 15,0 0-57-15,0 0-54 16,0 0-58-16,0 0-18 16,6 52-8-16,-6-47-16 15,0-5-5-15,-6 0 14 16,-7 0-26-16,-1-9-18 16,-1-5-22-16,5-3-48 15,2 1-80-15,8-2-117 16,0 5-365-16,0 2-604 0</inkml:trace>
  <inkml:trace contextRef="#ctx0" brushRef="#br0" timeOffset="108337.24">24104 610 905 0,'0'0'974'0,"0"0"-698"15,0 0-41-15,0 0-95 16,0 0-3-16,0 0-70 16,0 0-27-16,46-53 18 15,-24 35-7-15,4 2 7 0,-3 0-1 16,-3 6 3 0,-4 3-14-16,-3 4-5 0,-2 3-7 15,0 0-8 1,0 10 8-16,4 8-1 0,5 9 9 15,1 5-2-15,3 6 19 16,1 2-7-16,-1 2-26 16,-2-2-16-16,-2-3-8 15,-3-3-1-15,-5-4-1 16,-4-5-14-16,-2-8-56 16,-6-4-69-16,0-4-102 15,-6-9-96-15,-9 0-379 16,-3-12-606-16</inkml:trace>
  <inkml:trace contextRef="#ctx0" brushRef="#br0" timeOffset="108506.85">24333 794 514 0,'0'0'1327'16,"0"0"-978"-16,0 0-102 15,0 0-103-15,0 0-36 16,0 0-59-16,0 0-33 15,102-72-16-15,-46 38-41 16,-9 5-187-16,-7 2-553 0</inkml:trace>
  <inkml:trace contextRef="#ctx0" brushRef="#br0" timeOffset="109142.13">24517 115 1458 0,'0'0'341'0,"0"0"-98"16,0 0-103-16,0 0-34 15,52-75-47-15,-24 72-26 16,4 3-5-16,-1 7 0 15,-1 15-1-15,-5 13 7 16,-1 6 14-16,-6 11 14 16,-3 5 38-16,-5 0-3 0,1-1-18 15,-2-7-22-15,1-6-27 16,2-9-14-16,0-9-10 16,1-9 0-16,1-7 2 15,2-9-7-15,-1 0 13 16,4-20-13-16,0-10 11 15,-3-7-5-15,-6-3 5 16,-5-1-11-16,-4 7-1 16,-1 6 2-16,0 12 7 15,0 8 1-15,0 8 10 16,0 6-7-16,2 20-11 16,14 25 17-16,14 24 44 15,10 24 21-15,6 6-24 16,-4-18 4-16,-10-22-13 15,-9-21 5-15,0-5-16 0,2 8-11 16,1 2-1-16,0 4-7 16,-3-9-9-16,-7-10-4 15,-7-9-7-15,-4-9 1 16,-4-9-1-16,-1-1 6 16,0-5-5-16,-1 2 5 15,-12 1-6-15,-7 1-1 16,-6 5 0-16,-5 2 0 15,-3 7-8-15,-7 6-32 16,-3 6-85-16,-20 20-75 16,10-7-386-16,0-8-835 0</inkml:trace>
  <inkml:trace contextRef="#ctx0" brushRef="#br0" timeOffset="110854.15">23959 621 188 0,'0'0'105'0,"0"0"505"16,0 0-371-16,0 0-74 16,0 0-38-16,0 0 19 15,0 0-4-15,-14-47-9 16,13 40-7-16,-4 2-11 16,1-1-12-16,0 1-10 15,-2-3-7-15,1-1-15 16,-2 1-7-16,0-1 13 15,-1-3 2-15,-1-1-12 0,0-1-10 16,-3 0-6-16,1 0-5 16,-2 0-15-16,-2 0-2 15,-1 0 2-15,-1 2 2 16,-2 1-6-16,-4 1 3 16,-3 2-14-16,-6 0 10 15,-5 4-1-15,-6-2-4 16,-5 5-1-16,-3 1-10 15,-2 0-1-15,-1 0-3 16,5 7-5-16,1 0 1 16,5 3-1-16,0-1 0 15,1 1 5-15,0 0-5 16,2 2 5-16,-2 2-6 0,-1-2 0 16,1 2 0-1,-1-2 0-15,4 1-4 0,0-1 4 16,3-1 2-16,3 0-1 15,0-1 5-15,2-1-5 16,1 0 1-16,2 2-1 16,1-5 6-16,2 2-6 15,-2-3-1-15,2-1 1 16,0-1 12-16,-2-2 1 16,3-1-7-16,-5 0-1 15,-2 0 3-15,-3-1-1 16,-3-8-2-16,-1 1 12 15,1-1-7-15,1-2-3 16,5 2 1-16,-1-2-2 16,5 0 4-16,1 0-4 0,2-3-1 15,0-2 2-15,1 1-1 16,0-2-5-16,-1-2 7 16,-1 3-9-16,1 0 2 15,1 3 4-15,-1-2-6 16,4 3 2-16,1 2 4 15,2 1 0-15,1 1-5 16,0 0 7-16,-1 3-7 16,2 2 0-16,-5 0 0 15,4 2 0-15,-4 1 0 0,0 0-1 16,2 0 0 0,-5 8 0-16,1 4 0 0,-1 0-7 15,0 2 6 1,0-1 0-16,6 2 1 0,3-6 0 15,5-2 0-15,3-3-1 16,3-2 1-16,2-1 0 16,1-1 0-16,0 0 0 15,0 0 5-15,0 0-5 16,0 0-1-16,0 0-11 16,0 0-9-16,0 0-30 15,0 0-34-15,0 0-74 16,11-7-195-16,-2-4-210 15,1-5-187-15</inkml:trace>
  <inkml:trace contextRef="#ctx0" brushRef="#br0" timeOffset="111401.79">21509 168 217 0,'0'0'603'16,"0"0"-365"-16,0 0-8 0,0 0-9 15,0 0 10-15,0 0-24 16,0 0-39-16,0-10-36 16,-1 10-26-16,-2 0-8 15,2 0-31-15,-2 0-24 16,1 8-18-16,-1 8-8 16,0 7 3-16,-1 5 9 15,-2 5 10-15,-1 4-2 16,2-2-9-16,2-1 0 15,2-1-4-15,1-5-4 16,0-2 4-16,1-2-2 16,11-5 6-16,0-2 8 15,4-2 6-15,1-5-1 0,3 0-4 16,6-4 9-16,-1-3 2 16,4-3 2-16,-1 0-5 15,-1 0-18-15,-5 0-6 16,-3-6-11-16,-5 2-3 15,-2-1-7-15,-2 1 0 16,-1 2-18-16,-3-1-72 16,6 0-162-16,-4 3-221 15,-5 0-425-15</inkml:trace>
  <inkml:trace contextRef="#ctx0" brushRef="#br0" timeOffset="111606.19">21905 652 1445 0,'0'0'904'16,"0"0"-612"-16,0 0-93 16,0 0-66-16,0 0-64 15,0 0-53-15,0 0-16 16,3 15-215-16,6-2-328 15,2-2-543-15</inkml:trace>
  <inkml:trace contextRef="#ctx0" brushRef="#br0" timeOffset="118390.12">22885 1246 773 0,'0'0'568'15,"0"0"-328"-15,0 0-36 0,0 0-41 16,0 0 23-1,0 0-28-15,0-3-32 0,-3-5-30 16,-3-3-17-16,-4-4-6 16,1-3-4-16,-6-3-11 15,1-5-24-15,-3 1-7 16,-3-4-7-16,-2 3-4 16,-4-1-1-16,-2 2-5 15,-2 3 2-15,-3 4-4 16,-3 4 2-16,1 4 1 15,-1 4 2-15,-1 4 4 16,-2 2-16-16,-2 0 13 0,-3 7-13 16,-1 4 5-1,0 0 0-15,4 1 0 16,3 0-4-16,2 0 4 0,1 0-5 16,0 1 8-16,3 1 3 15,-4 3-11-15,-2 1 6 16,-1 1-6-16,-7 2 8 15,-3-2-8-15,-3 3 5 16,-5-2-5-16,-2 1 0 16,-1-3 0-16,0-2 0 15,4-1 1-15,2-5 7 16,5-3-8-16,-1-3 3 16,1-4-2-16,4 0 1 0,4 0-2 15,1-4 0 1,5-8-1-16,7 0 2 0,3-4 11 15,6-1-5-15,5-1-7 16,2-2 5-16,1 1-5 16,2-3 1-16,2 3 4 15,-1-1-6-15,1-1 0 16,-2 1 0-16,0 0-1 16,0 2 1-16,0 1 0 15,-1 2 0-15,1 3 8 16,-3 1-2-16,0 3 0 15,1 1-5-15,1 4 7 16,1 0-1-16,0 1-1 16,-1 1-5-16,2 1 5 15,-1 0-6-15,-2 0 0 0,1 1 0 16,0 4 0 0,-3 5-1-16,2-2 1 0,0 3 0 15,0-4 0-15,3 3 1 16,1-1-1-16,0-1-1 15,2 2 1-15,2-1 0 16,-2-1 0-16,1 1 0 16,1-2 0-16,-2 1 0 15,4-3 0-15,-2 0 0 16,3-4 0-16,0-1 1 16,0 0 5-16,0 0-5 15,0-6 7-15,-3-8-8 16,3-6-7-16,0-2 7 15,0-2 0-15,0 3-7 16,3 0 7-16,7 3 0 0,2 0 0 16,2 4-1-16,-1 4 0 15,3 3 1-15,1 6-1 16,2 1-4-16,2 3 5 16,2 12 0-16,1 4 12 15,1 6-4-15,-3-1-8 16,-2 0 1-16,-1 0 0 15,-1-2 0-15,-5-3-1 16,-1-1-59-16,0 2-158 16,-4-6-283-16,-5-5-595 0</inkml:trace>
  <inkml:trace contextRef="#ctx0" brushRef="#br0" timeOffset="118556.92">21241 926 1728 0,'0'0'515'0,"0"0"-351"16,0 0-113-16,0 0-51 16,-110 58-508-16</inkml:trace>
  <inkml:trace contextRef="#ctx0" brushRef="#br0" timeOffset="137574.54">28850 12709 418 0,'0'0'137'0,"0"0"519"16,0 0-375-16,0 0 7 15,24-75-30-15,-21 64-40 16,-2 5-26-16,-1 4-40 15,0 2-58-15,0 27-52 0,-3 35-14 16,-6 5 69-16,0 0-16 16,-3-2-32-16,6-18-22 15,-1 5-12-15,-3 3-4 16,2-8-11-16,1-8 0 16,-3-11-7-16,2-8-17 15,-1-12-69-15,-2-6-37 16,-5-2 12-16,1-16-11 15,-4-12 19-15,3-8 40 16,2-4 24-16,2-2 31 16,-2 3 15-16,5 7 10 15,0 11 35-15,2 11 41 0,4 9-21 16,2 1-41-16,-1 14-11 16,2 11 66-16,0 6 6 15,0 4-18-15,5 0-27 16,9-1-10-16,3-1-10 15,7-7-5-15,3-4-2 16,1-6-12-16,3-10 7 16,2-6-7-16,0 0-1 15,1-15-1-15,3-7-46 16,-4-4-27-16,-2-1 10 16,-2 0 8-16,-8 4 14 15,-2 5 14-15,-8 6 17 16,-5 3 4-16,-4 6 7 15,-2 3-2-15,0 8-14 16,-16 14 13-16,-5 9 3 0,2 9 2 16,-4 4 7-16,4 1-2 15,4-2 1-15,2-2-8 16,1-3 0-16,3-9-1 16,0-4-103-16,5-8-240 15,1-10-393-15</inkml:trace>
  <inkml:trace contextRef="#ctx0" brushRef="#br0" timeOffset="137740.69">29370 13125 1661 0,'0'0'520'0,"0"0"-427"15,0 0 30-15,0 0 39 16,0 0-71-16,-85-4-91 15,26 4-48-15,-19 2-321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52:21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25412 4878 1839 0,'0'0'277'0,"0"0"-87"16,0 0-34-16,0 0-80 15,14 81 22-15,-6 81 127 16,1 37-34-16,3 19-78 0,1-6 28 15,1-9-16-15,-4 1-26 16,-5 0-69-16,-5-7-16 16,-15-18-9-16,-11-28-5 15,-2-43-48-15,1-37-90 16,8-35-25-16,2-22-79 16,-5-14-24-16,-12-40-26 15,4-16-256-15,0-18-464 0</inkml:trace>
  <inkml:trace contextRef="#ctx0" brushRef="#br0" timeOffset="532.98">25219 4831 1510 0,'133'-36'196'15,"54"-4"-74"-15,54 2 75 16,22 12 17-16,-11 10-68 15,6 4-40-15,-11 8-23 16,-14 2-27-16,-28 2-30 16,-33 0-20-16,-45 5-5 15,-43 7 8-15,-32 2 2 16,-21 8 8-16,-7 11 23 16,-6 28 28-16,-13 33 37 15,-10 31 13-15,-25 17-11 0,-6 1-17 16,2-6-22-1,9-8-4-15,7 6-11 0,10 1-10 16,8 5-10-16,0-4-28 16,11-9-1-16,7-15 0 15,-5-18-5-15,-1-22 0 16,-7-20 5-16,-5-17 0 16,0-11-5-16,-21 0 0 15,-24 3-1-15,-43 0-5 16,-63-8-15-16,-47-1 4 15,-41-5-2-15,-32 0 3 16,-13 2 6-16,-7 1 8 16,15-2-11-16,41-2 12 15,54-7 0-15,61-2 15 16,48-4-9-16,32 0 0 0,23 0 3 16,4 0-2-1,5 0-6-15,4-2-1 0,4-5-36 16,0-8-75-16,1-26-139 15,5 1-254-15,-3-4-271 0</inkml:trace>
  <inkml:trace contextRef="#ctx0" brushRef="#br0" timeOffset="973.44">25282 5661 1264 0,'0'0'358'0,"0"0"-89"0,0 0 11 16,10-77-80-16,5 64-61 15,0 10-45-15,4 3-16 16,-2 14-11-16,-5 17 4 15,-9 10 16-15,-3 9-15 16,-16 4-14-16,-17 6-13 16,-12-1-21-16,-9 0-9 15,-5-3-14-15,-1-3 1 0,3-8-2 16,11-12-1-16,9-14-17 16,11-13 18-16,10-6 0 15,10-17 1-15,6-8 0 16,0 1 5-16,9 5-5 15,12 6 1-15,2 9-2 16,6 4 1-16,2 4 0 16,0 13 5-16,2 9-5 15,3 4-1-15,2 4-8 16,30 16-122-16,-8-8-351 16,-2-11-693-16</inkml:trace>
  <inkml:trace contextRef="#ctx0" brushRef="#br0" timeOffset="1498.86">26361 6878 1702 0,'0'0'350'16,"0"0"-77"-16,0 0-27 0,8-75-49 15,9 68-86-15,7 7-49 16,1 7-14-16,2 22-4 15,-6 14-3-15,-8 9-2 16,-11 7-10-16,-2 2 2 16,-21-1-1-16,-12-1-15 15,-6-4-4-15,-5-5-4 16,0-10-6-16,4-11 5 16,8-13-5-16,9-15 5 15,9-2 3-15,10-22 0 16,4-6-8-16,0 2 8 15,11 7-4-15,5 11-4 16,3 9-1-16,5 0 15 16,7 12 2-16,6 10 11 0,10-2-12 15,17 6-4-15,21-4-4 16,19-5-7-16,-7-9-1 16,-18-8-1-16,8-5-79 15,-30-12-181-15,-7-8-473 0</inkml:trace>
  <inkml:trace contextRef="#ctx0" brushRef="#br0" timeOffset="2964.15">10660 6224 107 0,'0'0'1215'16,"0"0"-922"-16,0 0 27 15,0 0-44-15,0 0-98 16,0 0-54-16,33-63-27 16,47 50 4-16,38 2-11 15,18 2-5-15,12 1-31 16,-8 1-18-16,-18-2-2 15,-25 1-11-15,-22 2-11 16,-29 2-5-16,-16 2-7 16,-7 0-14-16,-6 2-75 15,-4 0-93-15,-14 0-46 16,-17 4-126-16,-10 3-405 0</inkml:trace>
  <inkml:trace contextRef="#ctx0" brushRef="#br0" timeOffset="3202.45">10746 6379 1741 0,'0'0'266'0,"0"0"-97"16,0 0 23-16,112-12 33 15,-25-5-29-15,23-3-46 16,8-3-57-16,-19 7-32 15,-25 5-33-15,-29 6-17 0,-8 2-10 16,5 2-1-16,0-1 0 16,2 2-91-16,10 0-148 15,-11 0-223-15,-4 0-441 16</inkml:trace>
  <inkml:trace contextRef="#ctx0" brushRef="#br0" timeOffset="7359.5">18792 7210 644 0,'0'0'575'16,"0"0"-378"-16,0 0 25 0,0 0-19 15,0 0-49 1,0 0-41-16,0 0-44 0,-3-6-25 16,22 6 45-16,10 6 6 15,6 4-4-15,7 0-36 16,9 1 7-16,6 1-10 16,17 2 12-16,19 1-6 15,-7-2-13-15,-7-2-16 16,-10-2-10-16,-13-2-1 15,7-1-5-15,7 4-7 16,-4-3 3-16,-3 0 2 16,-4-2-5-16,-2-1 0 15,-3 1 1-15,-1-4 1 16,-2-1-2-16,0 0 0 16,1 0 1-16,-1 0 1 0,1 0-1 15,2 0 4-15,-1-1-1 16,0-2 10-16,-1 0-4 15,1-1 3-15,2 1-2 16,4-3 5-16,2 1 1 16,3-2-5-16,3 0-5 15,2 0 5-15,2-1-6 16,1 0-1-16,-2 2 1 16,-2-1 3-16,0 1 3 15,-4 2 1-15,-1-1-1 0,-4 0 2 16,1 1-5-1,-2 1 4-15,-1 0-4 0,-2-1-6 16,0 0 3-16,-1 0-3 16,-4 2-3-16,0-3 10 15,-4 2 1-15,-1-1-7 16,-1 1-2-16,-2 0-1 16,1 1-1-16,-2-2 0 15,1 1 0-15,-2 2 6 16,0-1-4-16,-1 0 1 15,-3-1-3-15,-1 2 4 16,-5-1-2-16,-6 2-7 16,-1 0 10-16,-6-3-10 15,-3 3 7-15,-1 0-7 16,-2-3 10-16,-2 2-5 0,0 0 1 16,3 1-1-1,-2-2-4-15,2 1 4 0,-5 0-5 16,-1-1 0-16,-1 1 0 15,-2 1 0-15,-3 0 0 16,0 0 1-16,0 0-1 16,0 0 5-16,0 0-6 15,0 0-1-15,-3-2-8 16,-19 2-73-16,-64 0-141 16,3 0-453-16,-13 2-1024 0</inkml:trace>
  <inkml:trace contextRef="#ctx0" brushRef="#br0" timeOffset="11170.44">26541 4766 578 0,'0'0'208'0,"0"0"-43"0,0 0 57 15,0 0 16 1,0 0 2-16,0 0-58 0,0 0-42 16,-2-20-48-16,2 35-39 15,0 13 69-15,8 27 14 16,-1 29-26-16,-4 27 8 16,-3 13 11-16,0 1-23 15,0-9-7-15,-1-9-24 16,1-6-5-16,0-3-7 15,0-2-12-15,0 1-14 16,0-3-8-16,0-2-7 16,0-18-8-16,-2-15-13 0,-2-13 9 15,-3-7-10 1,-3 2 6-16,1 5-5 0,-4 2 0 16,1-11 0-16,1-7 0 15,1-8-1-15,6-11-5 16,1-8-19-16,1-3-21 15,1-13-69-15,-2-36-146 16,0 2-227-16,-3-5-376 0</inkml:trace>
  <inkml:trace contextRef="#ctx0" brushRef="#br0" timeOffset="11663.24">25498 5517 725 0,'0'0'260'0,"0"0"-45"0,0 0-38 15,0 0-17-15,0 0-28 16,81 8 93-16,26-8 1 15,63 0-16-15,29 0-48 16,9 0-26-16,-15 0-31 16,-37 0-19-16,-17 0-26 15,-19 7-8-15,-32-2-11 16,-27 0-23-16,-22-2-8 16,-14-1-4-16,-1-1-5 15,-4 1 1-15,-3-2-1 16,-12 0-1-16,-5 0-35 0,-65 0-110 15,-3 0-353-15,-22-5-626 16</inkml:trace>
  <inkml:trace contextRef="#ctx0" brushRef="#br0" timeOffset="12438.16">18792 6367 715 0,'0'0'289'0,"0"0"-12"0,0 0 27 16,0 0-18-16,0 0-32 16,0 0-25-16,0 0-57 15,-9-95-35-15,10 63-18 16,13-9-45-16,8-7-13 16,7-4-27-16,7-2-16 15,7 1-9-15,-3 7-3 16,-1 8-5-16,-8 5-1 15,-9 10 0-15,-6 3-22 16,-8 4-86-16,-6 2-86 0,-2 3-130 16,-13 2-313-16,-4 4-643 0</inkml:trace>
  <inkml:trace contextRef="#ctx0" brushRef="#br0" timeOffset="12666.4">18882 5750 1196 0,'0'0'311'0,"0"0"-37"16,0 0-107-16,0 0-12 15,98-59-22-15,-58 48-31 16,0 8-25-16,1 3-28 0,-4 0-14 16,-1 10-6-1,-8 10-9-15,-10 3-6 0,-5 5-5 16,-10 0-7-16,-3-1-2 15,-1-1-55-15,-12-9-197 16,1-9-389-16</inkml:trace>
  <inkml:trace contextRef="#ctx0" brushRef="#br0" timeOffset="12902.32">19255 5090 1735 0,'0'0'285'16,"0"0"14"-16,0 0-128 16,0 0-109-16,0 0 66 0,0 0-1 15,19 118-18 1,-3-63-37-16,2 6-35 0,-2 0-20 16,-4-1-16-16,-2-5-1 15,-6-7-80-15,-1-8-171 16,-3-13-121-16,-3-13-299 15,-9-11-217-15</inkml:trace>
  <inkml:trace contextRef="#ctx0" brushRef="#br0" timeOffset="13108.46">19211 5006 1277 0,'0'0'376'0,"0"0"-101"0,36-72-107 16,-9 51-22-16,6 11-54 15,4 9-28-15,3 1-13 16,-6 18-18-16,-7 12-16 16,-12 9-4-16,-9 8-7 15,-6 2 3-15,-6 2-9 16,-16-3-1-16,-9 9-118 16,4-14-227-16,7-11-429 0</inkml:trace>
  <inkml:trace contextRef="#ctx0" brushRef="#br0" timeOffset="13289.95">19581 5196 502 0,'0'0'1110'0,"0"0"-809"16,0 0-7-16,0 0-115 0,49 80-69 15,-38-53-57-15,-5-3-37 16,-3-2-5-16,-3-5-11 15,0-11-127-15,-9-5-224 16,-2-1-410-16</inkml:trace>
  <inkml:trace contextRef="#ctx0" brushRef="#br0" timeOffset="13436.71">19603 4796 1145 0,'0'0'237'0,"0"0"-49"0,0 0-135 15,0 0-36-15,0 0-17 16,57 76-1-16,-29-44-203 16,-3-2-539-16</inkml:trace>
  <inkml:trace contextRef="#ctx0" brushRef="#br0" timeOffset="13842.07">19784 4964 1111 0,'0'0'256'0,"0"0"41"16,0 0-176-16,0 0 28 16,81 10-29-16,-56 16 1 15,-4 8-16-15,-9 3-15 0,-8 6 2 16,-4-2-36-16,-6 0-27 16,-9-5-15-16,0-8-5 15,3-7-4-15,6-9-5 16,3-11-40-16,3-1 2 15,0-20 5-15,12-12-7 16,2-11 6-16,2-6 27 16,-2-6 7-16,-4-4 6 15,-6 2 16-15,0 6 18 16,-3 7 20-16,-1 15 11 16,0 12 14-16,0 12-6 15,2 5-40-15,1 17-27 16,1 28 12-16,2 5 12 0,-2 11 23 15,2 6-21-15,2-12-17 16,4 2-14-16,1-9-6 16,2-10-1-16,6-15-27 15,0-13-80-15,10-17-89 16,-6-14-110-16,-5-9-415 0</inkml:trace>
  <inkml:trace contextRef="#ctx0" brushRef="#br0" timeOffset="14359.72">20130 4925 418 0,'0'0'508'0,"0"0"-251"16,0 0-85-16,0 0-74 16,0 0-24-16,48 73-44 0,-30-71-11 15,-2-2-1-15,-4-4 1 16,0-13 36-16,-6-3 16 15,-2-3-5-15,-1-2 18 16,-3 0 27-16,0 4 9 16,-4 6 23-16,-7 6-23 15,-5 6-11-15,-2 3-31 16,0 7-27-16,-1 19 1 16,2 6 23-16,4 7-20 15,9 2-22-15,4-1-11 16,1-3-11-16,20-5-5 15,9-13-5-15,4-9 7 0,2-10 0 16,1-6 1 0,-4-21-8-16,-6-12-1 0,-5-12 0 15,-7-19 0 1,-11-20-1-16,-4-24 0 0,0 8 0 16,-13 22 1-16,6 28 0 15,1 29 1-15,3 8 17 16,-2 4 53-16,2 7-26 15,3 8-33-15,0 20-12 16,0 17 0-16,11 23 13 16,7 23 5-16,7 16 30 15,-1-3 17-15,-5-23-11 0,-5-20-33 16,-4-22-21 0,14 4-77-16,-3-8-238 0,-2-11-463 0</inkml:trace>
  <inkml:trace contextRef="#ctx0" brushRef="#br0" timeOffset="14782.82">20817 4470 472 0,'0'0'1337'0,"0"0"-941"0,0 0-151 15,0 0-170-15,0 0 7 16,62 78 80-16,-25-20-10 15,5 4-68-15,2 2-43 16,-2-4-21-16,-2-14-11 16,-10-13 0-16,-9-15-8 15,-6-16 7-15,-6-6 4 16,0-23 6-16,4-19-18 16,0-19-5-16,-2-1-20 0,0-1-45 15,-4 4-58-15,1 19-21 16,2 8 12-16,10 24-89 15,-1 12-261-15,0 0-213 16</inkml:trace>
  <inkml:trace contextRef="#ctx0" brushRef="#br0" timeOffset="15784">21564 4503 1377 0,'0'0'343'0,"0"0"134"16,0 0-288-16,0 0-30 16,0 0-65-16,0 0 22 0,-81 70 8 15,60-33-30-15,3 2-40 16,8-2-24 0,5-2-18-16,5-5-11 0,0-6-1 15,11-7 0-15,5-9-35 16,1-8-6-16,2-1 13 15,0-18-11-15,-1-9-12 16,0-6 24-16,-3-2 22 16,-2-4 5-16,-2 1 1 15,-4 3 0-15,0 5 5 16,-4 7 0-16,-1 10 0 0,0 8 15 16,-2 3 16-1,0 3-4-15,0 8-21 0,0 12 5 16,4 8 8-16,4 3 1 15,5 4-9-15,5-1-17 16,6-4 0-16,4-3 0 16,2-8 0-16,3-8 0 15,-2-11-40-15,0 0-43 16,-1-24-96-16,-4-10-62 16,-6-12-88-16,-8-19 47 15,-10-25 72-15,-2-23 120 16,-6 8 87-16,-6 20 3 15,3 32 134-15,5 31 107 16,-1 3 3-16,0 7-80 16,2 5-27-16,2 7-70 0,1 13-40 15,0 15 28-15,0 11 39 16,11 9-24-16,5 9 4 16,6 0-14-16,5 3-24 15,5-7-21-15,3-6-5 16,1-10-10-16,0-13 0 15,-5-13-25-15,-5-11-40 16,-5-6 0-16,-5-21 8 16,-4-8 8-16,-5-7 22 15,1-5 12-15,-5-2 14 16,-2 6 0-16,-1 2 1 16,0 7 1-16,0 9 6 15,0 9 14-15,0 8 16 0,0 8-5 16,0 2-22-1,0 18-1-15,2 9 20 0,5 9-5 16,7 6-4-16,7 1-2 16,4 0-6-16,5-4-11 15,1-7 0-15,2-10 0 16,-3-8-1-16,-2-12-9 16,-6-4-9-16,-2-16-1 15,-2-15 0-15,-5-10-2 16,0-7 13-16,-3-7 7 15,-4-5 0-15,-1 0 1 16,-2 5 0-16,0 13 1 16,-1 14 17-16,-1 16 25 0,4 12-24 15,1 7-11 1,7 22 7-16,4 7 10 16,2 8-5-16,1 3-2 0,0 0-12 15,-2-4-6-15,-6-6 0 16,-1-6-102-16,-4-16-144 15,-4-6-309-15,-2-9-563 0</inkml:trace>
  <inkml:trace contextRef="#ctx0" brushRef="#br0" timeOffset="16381.28">22739 4070 1177 0,'0'0'209'0,"0"0"-32"0,0 0-94 16,0 0-10-16,30 76 10 16,-10-62-29-16,-1-6-30 15,0-5-10-15,-2-3 1 16,0-5 3-16,-1-15 34 16,-2-6 8-16,2-7-27 15,-4-7-11-15,-1-4 14 16,-4-1 26-16,-4 1 9 15,-3 8 2-15,0 11 20 16,-3 13-2-16,-7 12-5 16,-1 7-34-16,-5 23-31 15,1 9-9-15,0 8 10 0,9 2-16 16,6-3 4-16,3-5-9 16,24-7 4-16,12-10-4 15,11-11-1-15,9-11-9 16,2-2-23-16,-3-19-39 15,-8-9-2-15,-11-7 25 16,-13-11 25-16,-13-3 17 16,-10-8 6-16,-3 4 1 15,-3 5 15-15,-12 12 15 16,-1 14 20-16,1 16 1 16,2 6-19-16,2 2-23 15,6 19-4-15,4 6-5 16,1 5-1-16,1 4 0 0,15 5 0 15,4-2 1-15,6-1-1 16,-1-3 1-16,-2-2 0 16,-3-4 0-16,-6-2 1 15,-7-7-1-15,-7-3-1 16,0-3 0-16,-7-4 0 16,-10-5 0-16,-3-5-32 15,-13 0-73-15,3-13-205 16,2-4-613-16</inkml:trace>
  <inkml:trace contextRef="#ctx0" brushRef="#br0" timeOffset="16552.76">23729 3993 992 0,'0'0'1450'0,"0"0"-962"0,0 0-311 16,0 0-101-16,0 0-40 15,0 0-34-15,0 0-2 16,-86 21-116-16,53 2-235 16,-21-1-894-16</inkml:trace>
  <inkml:trace contextRef="#ctx0" brushRef="#br0" timeOffset="21525.57">12599 8129 720 0,'0'0'217'0,"0"0"-61"15,0 0-36-15,0 0-42 16,0 0-34-16,0 0 27 16,0 0 38-16,55 15 17 15,-16-8 4-15,22-2 9 0,29-4-26 16,29-1-37 0,21 0-20-16,5 0-7 0,0-4 25 15,-8 4-9-15,-3 0-25 16,-4 0-6-16,-4 0-10 15,-7 1 2-15,-6 3-12 16,-3 1 4-16,2-3 2 16,-6-2-8-16,3 3-1 15,-3-3-10-15,1 0 8 16,2 0 3-16,-2 0-2 16,-5-5-8-16,-2 2 7 15,-2-1 6-15,-1 1 8 16,-1 1 6-16,-1-1-7 0,-1 1 11 15,0 0-12 1,-3 1 3-16,0 1 4 0,-1 0-4 16,-3 0 0-1,-2 0-6-15,-14 0 6 0,-12 0 1 16,-13 0 3-16,-4 3-7 16,6 0 6-16,4 1 0 15,6-1-12-15,-4 1 9 16,-5-1 21-16,-7 2-27 15,-8-2 0-15,-4 0-5 16,-6 1 2-16,-3-3-1 16,-6 2 4-16,-4 0-5 15,-3-2-1-15,-3-1-4 16,-2 0-7-16,-3 1 5 16,0-1-5-16,0 0 1 15,0 0-2-15,0 0-1 16,-16 0-44-16,-53 0-139 0,2-5-392 15,-11-4-681-15</inkml:trace>
  <inkml:trace contextRef="#ctx0" brushRef="#br0" timeOffset="24491.63">8015 9624 916 0,'0'0'144'0,"0"0"-73"16,0 0 62-16,99-63 25 15,-58 53-8-15,4 9-26 16,6 1 7-16,4 11 2 15,-2 11-33-15,-4 10 12 16,-9 7-40-16,-10 9-2 16,-9 10-19-16,-15 12-5 15,-6-5-11-15,0 5-1 16,-20-1-3-16,1-10-3 16,-5 8-4-16,7-8-11 0,4-6-2 15,10-7-10 1,3-9-1-16,18-6 6 0,18-7-6 15,12-7 1-15,13-11 0 16,7-6 5-16,1-3-5 16,-2-14-1-16,-7-7 0 15,-10-1-2-15,-11 1-3 16,-12 3 5-16,-12 6 0 16,-6 3 6-16,-6 5 0 15,-3 7 4-15,0 0 9 16,0 5 5-16,0 33-6 15,-5 39 66-15,-5 37 59 16,1 18-28-16,0 0-19 0,6-13-21 16,-1-15-14-1,4-3-2-15,0-6-10 0,0-4-3 16,2-5-11 0,6-7-16-16,4-11-1 0,-2-15-3 15,-5-14-3-15,-2-7 0 16,-2 3-11-16,1 2 0 15,-2-1 9-15,0-4-8 16,0-8-1-16,0-5 0 16,-6-2 0-16,-1-4 1 15,-2-1-1-15,-2-3 5 16,1 1-5-16,-1-1 0 16,-1-1 0-16,-1 0 1 15,-2 1-1-15,-4-1 0 16,-4 0-1-16,1 3 1 0,-2-2 1 15,0-3-2 1,2 0 0-16,1 2 1 0,0-2-1 16,0-2 0-16,6-1 0 15,0-2-9-15,3-1-13 16,5 0-41-16,-2 0-35 16,3-1-66-16,6-6-185 15,0 0-317-15</inkml:trace>
  <inkml:trace contextRef="#ctx0" brushRef="#br0" timeOffset="24650.82">8809 12003 2046 0,'0'0'523'16,"0"0"-447"-16,0 0 36 15,0 0-72-15,0 0-30 16,0 0-10-16,0 0-177 15,-50-22-509-15</inkml:trace>
  <inkml:trace contextRef="#ctx0" brushRef="#br0" timeOffset="28432.86">3196 14249 544 0,'0'0'207'15,"0"0"-78"-15,0 0-2 16,0 0-24-16,0 0 10 16,0 0 21-16,-82-13 36 15,67 11 8-15,6 0 41 16,-1 1-5-16,7-1-33 15,3 2-23-15,0-3-14 16,0 3-35-16,0 0-15 0,3 0-22 16,16 0-18-16,8 0 0 15,9 3-8-15,11 0-4 16,6 0-9-16,5 0-2 16,5 0-5-16,2-1 1 15,-1 0-2-15,2 1-4 16,-5 0 0-16,3-2-4 15,-3 2-4-15,-1 0 7 16,0-1-12-16,-2 0 6 16,-2 1 5-16,-6-2-8 15,-1-1 2-15,-7 0 11 16,-1 0-7-16,-3 0-4 16,-4-4-2-16,-1-3-10 15,0-2-1-15,-5 2 0 16,-1 0 0-16,-6 1 0 0,-6 2 0 15,-2 1 1-15,-4 0-1 16,-1 2 0-16,-2 1 0 16,-2-1 5-16,-3 1-5 15,1 0 0-15,-2 0 0 16,0-2 0-16,0 2 0 16,0 0-1-16,0 0-8 15,0 0 8-15,1 0-14 16,-1 0 3-16,0 0 5 15,0 0-10-15,0 0-17 16,0 0-18-16,0 0-167 16,2 4-313-16,4 2-399 0</inkml:trace>
  <inkml:trace contextRef="#ctx0" brushRef="#br0" timeOffset="30018.31">5744 14305 560 0,'0'0'237'15,"0"0"-42"-15,0 0 23 16,0 0-63-16,0 0-5 16,0 0 17-16,0 0 11 15,0-15-5-15,0 14-13 16,0-1-21-16,0 1-16 15,0 1-20-15,0 0-14 16,1-2-1-16,4 2-25 0,5 0-21 16,7-1 32-16,3 0-6 15,6 1-23-15,2-2-14 16,3 2-1-16,5-1-15 16,3 1-2-16,1 0 4 15,5-2-2-15,-3 2-6 16,1 0-2-16,-3 0 4 15,-4 0 11-15,0 0-7 16,-5 2-1-16,2-2-2 16,-2 0 1-16,-1 0 2 15,3 0-7-15,0 0 1 0,-2 0-2 16,0 0 1 0,-1 0-7-16,-3 0 10 0,3 0-5 15,-2 0 1-15,2 0 2 16,0-4-2-16,3 1 2 15,-2 1 5-15,6 0-13 16,-2-3 8-16,1 2 0 16,-2 1-3-16,1-1 5 15,0-1 1-15,-1 1-2 16,-1 0 2-16,1-1-3 16,1 1 11-16,2 0-1 15,3-1 2-15,-1-1-7 16,0 1-13-16,1-2 5 15,-3 2-5-15,-1 1 5 16,0-2 0-16,-2 2 2 0,2 0-2 16,-5 0 1-16,2 3 1 15,-2-3 1-15,2 1 1 16,0-1 2-16,1 0 0 16,-1 1-6-16,-4-1 3 15,-6 0-1-15,-6 2-2 16,-4-1 0-16,-4 0 1 15,-4 1-5-15,-1 1 7 16,-2 0-8-16,-1 0 5 16,-1 0-5-16,0-2 1 15,3 2-1-15,-3 0 6 16,0 0-7-16,0 0 0 0,0 0-1 16,0 0 0-1,0 0-22-15,0 0-38 0,-45 22-155 16,2 2-330-16,-14 3-581 15</inkml:trace>
  <inkml:trace contextRef="#ctx0" brushRef="#br0" timeOffset="31063.81">9902 13615 942 0,'0'0'495'0,"0"0"-177"16,0 0 34-16,0 0-16 16,-34-71-13-16,4 66-161 15,-10 5-39-15,-9 19-21 0,-3 16 0 16,2 13-30-16,9 8-16 16,11 6-15-16,15-4-5 15,13-3-14-15,4-6-11 16,24-10-5-16,13-10-6 15,12-7 0-15,2-12-3 16,0-10-88-16,8-13-120 16,-15-14-261-16,-10-6-230 0</inkml:trace>
  <inkml:trace contextRef="#ctx0" brushRef="#br0" timeOffset="31251.35">10066 13391 1555 0,'0'0'600'0,"0"0"-328"0,0 0-154 16,0 0 86-16,0 112-16 16,0-54-66-16,3 5-44 15,12 0-34-15,3 0-23 16,3-3-14-16,0-7-7 16,-2-11-7-16,1-14-153 15,-4-13-320-15,-2-13-432 0</inkml:trace>
  <inkml:trace contextRef="#ctx0" brushRef="#br0" timeOffset="31878.99">10381 13515 1644 0,'0'0'508'0,"0"0"-337"0,0 0-58 16,0 0 28-16,-36 111-13 15,20-62-13-15,2 2-27 16,1-3-42-16,4-6-25 15,3-7-6-15,6-10-14 16,0-9 3-16,0-12-4 16,0-4-13-16,6-13-17 15,5-16-26-15,5-8-33 16,-1-4 34-16,7-2 7 16,-1 3 8-16,1 9 23 15,-4 12 17-15,2 9-1 16,-5 10-4-16,1 8 5 15,-2 19 12-15,2 6 15 0,-1 4 7 16,1 1-7-16,2-9-15 16,8-4-11-16,3-11 1 15,10-12-2-15,3-2-20 16,3-21-76-16,-1-13-76 16,-6-7-56-16,-7-5 70 15,-7 0 28-15,-8 0 71 16,-7 7 48-16,-4 10 11 15,-5 11 21-15,0 10 87 16,-10 8-7-16,-4 0-48 16,2 11 36-16,2 6-31 15,2 3-21-15,8-1-12 16,0 3-9-16,3-3 2 16,12 1-5-16,0-3-1 0,1-1-10 15,1-2 11-15,-3-1-7 16,-3-3-5-16,-2 0 5 15,-5-3 0-15,-4 4 5 16,0-1 4-16,-7 1-2 16,-5 0 3-16,1-1-11 15,1-5-4-15,6 0-2 16,4-5-4-16,0 0-12 16,16-20-141-16,8-8-67 0,24-30-167 15,-8 8-147 1,-2 2-70-16</inkml:trace>
  <inkml:trace contextRef="#ctx0" brushRef="#br0" timeOffset="32120.6">11152 13450 195 0,'0'0'552'0,"0"0"-194"0,0 0 47 16,0 0 107-16,0 0-276 15,0 0-141-15,0 0-12 16,-3 3 23-16,2 23-7 16,1 4-29-16,0 2-16 15,14 0-18-15,6 0-8 16,5 1-13-16,2 0-6 15,-3-3-3-15,-2-1 5 16,-8 0-11-16,-8-6 1 16,-6-3 7-16,-3-3 1 15,-15-4-1-15,-6-6 1 16,-3 0-3-16,0-7-6 16,5 0-35-16,7-24-186 0,6 0-385 15,9-5-1183-15</inkml:trace>
  <inkml:trace contextRef="#ctx0" brushRef="#br0" timeOffset="32291.43">11542 13629 1872 0,'0'0'331'16,"0"0"-86"-16,0 0-114 15,0 0 59-15,98 0-111 16,-52-3-55-16,3 0-24 15,-4 0-33-15,-7 0-142 16,-12 1-445-16,-13-1-635 0</inkml:trace>
  <inkml:trace contextRef="#ctx0" brushRef="#br0" timeOffset="32452.4">11583 13776 1737 0,'0'0'316'15,"0"0"-62"-15,0 0-147 16,0 0 41-16,0 0-87 16,122-17-61-16,-51-12-11 15,-13 5-275-15,-6-2-570 0</inkml:trace>
  <inkml:trace contextRef="#ctx0" brushRef="#br0" timeOffset="32699.4">12478 13314 595 0,'0'0'1630'0,"0"0"-1139"16,0 0-199-16,0 0-27 16,-56 85-143-16,48-44-56 15,5 7-4-15,1 1-11 16,2-1-2-16,0 2-4 15,5-5-9-15,6-2-9 0,-3-7-16 16,-2-7-11-16,-1-5 0 16,-5 0-87-16,-2-6-210 15,-12-8-657-15</inkml:trace>
  <inkml:trace contextRef="#ctx0" brushRef="#br0" timeOffset="33492.61">3378 15363 955 0,'0'0'294'0,"0"0"-19"15,0 0 75-15,0 0-49 16,0 0-95-16,0 0-62 16,16-11-56-16,25 18-24 15,26 9 10-15,33 1 8 16,25 0 8-16,17-6-14 15,-8-4-15-15,-12-7-22 16,-22 0 6-16,-9 0-25 16,-15-2-8-16,-16-4 1 15,-17-1-1-15,-4 2-6 0,4-4-6 16,2 0-7-16,9 0-17 16,35-8-142-16,-14 4-377 15,7-4-596-15</inkml:trace>
  <inkml:trace contextRef="#ctx0" brushRef="#br0" timeOffset="34688.55">10339 14523 1079 0,'0'0'291'0,"0"0"37"15,0 0-80-15,0 0-60 16,0 0-74-16,0 0-49 15,0 0 41-15,11 28 24 0,9-7-31 16,6 0-15 0,13-3 2-16,6-6-21 0,7-5-24 15,1-7-29-15,-3 0 2 16,-9-12-13-16,-11-10 7 16,-6-4-7-16,-11-4 10 15,-5-1-5-15,-5 5 4 16,-3 6 37-16,0 5 20 15,0 9 11-15,0 6-35 16,0 8-42-16,0 21 0 16,9 15 12-16,6 20 16 15,10 23-1-15,5 12-2 0,-2-9 8 16,-8-20-7 0,-10-24 0-16,-4-16-6 0,-6 2-3 15,0-2-5-15,-6 2-2 16,-15-10-11-16,-7-6 1 15,-6-7-1-15,-4-9-44 16,1-2-38-16,5-45-110 16,12 4-291-16,12-7-387 0</inkml:trace>
  <inkml:trace contextRef="#ctx0" brushRef="#br0" timeOffset="34848.05">11073 14698 1465 0,'0'0'588'0,"0"0"-290"0,0 0-124 16,0 0-36-16,0 0-60 16,102-31-50-1,-65 23-28-15,-3 3 0 0,2 1-79 16,-12-1-204-16,-9 5-472 0</inkml:trace>
  <inkml:trace contextRef="#ctx0" brushRef="#br0" timeOffset="34995.04">11192 14797 1465 0,'0'0'317'15,"0"0"-109"-15,0 0-126 16,0 0 32-16,144-19-38 16,-43-9-76-16,7-7-48 15,-28 5-220-15,-25 3-970 0</inkml:trace>
  <inkml:trace contextRef="#ctx0" brushRef="#br0" timeOffset="35405.8">11961 14359 1807 0,'0'0'470'16,"0"0"-175"-16,0 0-146 15,0 0 18-15,0 0-62 16,97-15-16-16,-72 16-17 15,-4 9-39-15,-5 2-10 16,-3 3 4-16,-5 3 0 0,-6 4 13 16,-2 4 0-1,0 4-2-15,-13 1-7 0,-3 0-4 16,0-3 2-16,1-4 4 16,4-5-9-16,3-7-6 15,5-3-2-15,1-5 1 16,2-3-5-16,0-1-2 15,10 0-4-15,16 0 21 16,14-4 2-16,14-6-8 16,8-2-5-16,7-4-10 15,1 0 0-15,-1 0-5 16,-5 4 0-16,-12 2-1 16,-12 3 0-16,-17 2 0 15,-11 2-1-15,-12 3-13 0,0 0-14 16,-21 8-64-16,-60 37-35 15,5 1-492-15,-10 4-917 0</inkml:trace>
  <inkml:trace contextRef="#ctx0" brushRef="#br0" timeOffset="36292.97">3964 16402 1237 0,'0'0'292'15,"0"0"-211"-15,0 0-34 0,0 0-5 16,0 0-13-16,172-2 22 15,-32 11 47-15,26 1 3 16,2-3-1-16,-13-4 2 16,-22-3-14-16,-15 0 7 15,-24 0-43-15,-23 0-27 16,-24 0 2-16,-11-1 1 16,-5-2-10-16,3-3-9 15,-7-1-8-15,-9 1 1 16,-9 4-1-16,-6 0-1 15,4 0-11-15,21 2-21 16,-2 0-464-16,14 0-842 0</inkml:trace>
  <inkml:trace contextRef="#ctx0" brushRef="#br0" timeOffset="37077.82">10949 15487 1600 0,'0'0'403'16,"0"0"-111"-16,0 0-151 15,0 0 58-15,0 0-44 16,9 84-94-16,12-56-26 16,7-2-21-16,5-5 1 15,0-7-7-15,-2-6-7 16,-4-8 5-16,-6 0-5 16,-6-14 1-16,-6-12 5 15,-4-6 7-15,-5-2-13 0,0 5 30 16,0 0 7-1,0 12-17-15,0 10-8 0,0 7-10 16,0 7-3-16,0 22-5 16,14 28 5-16,9 24 21 15,2 21 9-15,2 8 2 16,-5-7-5-16,-11-28 1 16,-4-23 8-16,-7-15-7 15,0-8-10-15,-4 0 5 16,-13 2 15-16,-8-1-12 15,-5-8-15-15,-4-6 0 16,-2-8-12-16,5-8-22 16,1 0-67-16,8-48-114 15,9 3-351-15,12-8-625 0</inkml:trace>
  <inkml:trace contextRef="#ctx0" brushRef="#br0" timeOffset="37255.03">11473 15819 1936 0,'0'0'469'0,"0"0"-236"16,0 0-128-16,0 0-5 15,0 0-51-15,110-29-28 16,-68 23-20-16,-5 2-1 16,-7 4-49-16,-11 0-133 15,-16 11-162-15,-3 8-324 16,-4 1-333-16</inkml:trace>
  <inkml:trace contextRef="#ctx0" brushRef="#br0" timeOffset="37337.85">11674 15986 354 0,'0'0'0'0,"100"-46"-241"0</inkml:trace>
  <inkml:trace contextRef="#ctx0" brushRef="#br0" timeOffset="37765.04">12408 15523 168 0,'0'0'1771'16,"0"0"-1289"-16,0 0-259 16,0 0-136-16,0 0 4 0,79-19-51 15,-40 19-16-15,-3 0-8 16,-4 11-1-16,-8 2-1 15,-10 4-4-15,-8 0 4 16,-6 4 22-16,-2 1 15 16,-13 1-29-16,-7-2-7 15,1 0-8-15,2-4-6 16,2-4 13-16,8-5-14 16,5-1 7-16,4-4 10 15,0 3 1-15,3 1 21 16,12 3 6-16,6 4-5 0,5 1-17 15,3 1-2 1,1 2 1-16,-2 2 6 0,-4 0-2 16,-9-1-7-16,-9 2-1 15,-6 3 15-15,-14 2 14 16,-23 3-10-16,-30 6-22 16,-33 3-4-16,-40-1-11 15,-20-4-25-15,-14-10-98 16,39-12-166-16,25-11-731 0</inkml:trace>
  <inkml:trace contextRef="#ctx0" brushRef="#br0" timeOffset="39723.33">5920 13561 529 0,'0'0'275'0,"0"0"-42"0,0 0-32 15,0 0-59-15,0 0-5 16,0 0 20-16,0 0-26 16,-48-19-28-16,36 18 18 15,0-1-33-15,0 2-7 16,-1 0-19-16,-5 0 0 16,3 0-22-16,-6 3 6 15,-1 9 2-15,-5 5-2 16,1 2 21-16,1 8 0 15,-2 4 3-15,2 5-6 16,4 6-6-16,3 4-11 16,2 4-16-16,4-1 6 15,4 1-16-15,1-3 3 0,7-3 3 16,0-5 16 0,0-3-13-16,13-3 12 0,2-3-7 15,6-1-5-15,4-6-3 16,5-1-2-16,0-5 4 15,4-3-2-15,1-3-8 16,-1-5 3-16,2-1-2 16,-3-5 1-16,1 0-6 15,-7 0-5-15,3 0-1 16,-5-2-7-16,-3-5 10 16,-1-6 3-16,-3 1-8 15,0-5 2-15,-1-2 5 0,-1-3 7 16,-1 0-9-1,1-2 10-15,-2 0-16 0,-1 0 3 16,-4 2-7-16,0-2 5 16,-2-2-6-16,-2-1 0 15,-2-3 5-15,-2-2-6 16,-1-2 0-16,0 1-1 16,0-1-11-16,0 4-2 15,0 5 7-15,0 1-11 16,-1 4 3-16,-2 4 14 15,-2 1-8-15,1 0-5 16,-3 2 14-16,-1-1-6 16,-1-2-3-16,-4 1-2 0,-1-2-1 15,-5 1 3 1,2 1-3-16,-5-1 0 0,1 3 0 16,0 3 3-1,0 0-4-15,1 3-1 0,0 2-1 16,-1 2-11-16,-1 1 2 15,5 2 7-15,-2 0-4 16,1 0 6-16,2 6 9 16,-2 2-3-16,6 3-10 15,-1 0 1-15,-1 0-9 16,5 5-159-16,2-4-324 16,1-4-300-16</inkml:trace>
  <inkml:trace contextRef="#ctx0" brushRef="#br0" timeOffset="43088.26">6861 14537 692 0,'0'0'311'0,"0"0"-77"15,0 0-16-15,0 0 6 16,0 0-43-16,0 0 2 16,0 0-35-16,-19-47-15 15,2 47 22-15,-2 0-7 16,-8 12-9-16,-6 12-40 15,-4 12-34-15,-4 13-2 16,-3 19 13-16,3 19-4 0,10 19-16 16,9-7-11-16,17-23-9 15,5-25-5 1,2-16 2-16,14 2-18 0,7 3 7 16,5 1-13-16,5-7 9 15,4-6 11-15,-1-7-14 16,-2-6-3-16,5-7-2 15,1-8 8-15,2 0-10 16,0-6 2-16,2-13-4 16,1-5 2-16,0-5-7 15,-3-6 0-15,-3 1 5 16,-8-1-4-16,-1 1-1 16,-11 0 8-16,0 0-1 15,-7-2-2-15,-3-4 7 0,0-2 4 16,-6-2 1-16,2 0-5 15,-4 1-2-15,-1 2-10 16,0 2-1-16,0 3-1 16,-9 3-6-16,-3 3-2 15,-3 3 0-15,-4 2 1 16,1 4 8-16,-1 4-6 16,-2 5 6-16,-1 2-2 15,-1 3-10-15,-2 4-9 16,-2 2 3-16,0 1-6 15,3 0-3-15,3 0-1 16,2 1 4-16,3 5-2 16,2 4-1-16,3 2 2 0,3 4-29 15,5 12-168-15,3-3-269 16,0-3-314-16</inkml:trace>
  <inkml:trace contextRef="#ctx0" brushRef="#br0" timeOffset="43220.28">7073 14633 624 0,'0'0'929'0,"0"0"-811"16,0 0-118-16,0 0-216 0</inkml:trace>
  <inkml:trace contextRef="#ctx0" brushRef="#br0" timeOffset="44500.82">8030 15490 447 0,'0'0'221'15,"0"0"-36"-15,0 0-13 16,0 0 30-16,0 0-13 16,0 0 32-16,0 0-5 15,-4-39-38-15,-4 38-24 16,-4 1-33-16,-2 0 0 16,-3 0 26-16,-4 14-42 15,-1 6-16-15,1 5-5 16,0 6-23-16,2 8-4 0,5 2 3 15,1 5-16-15,7 3-11 16,6-2-13 0,0 4 13-16,0-1 1 0,6 1 2 15,10 1-4-15,2-3-5 16,2-3 10-16,3-5 0 16,4-3-5-16,3-6-1 15,6 0 5-15,1-3-1 16,5-2-13-16,1-4 11 15,-1-1-16-15,1-8 14 16,-4-4 1-16,-2-6-8 16,0-4-3-16,-2 0-2 15,-4-6 16-15,-1-9-14 16,-5-4 6-16,-2-5-11 16,-2-5-7-16,-2-3 2 0,-4-5-5 15,3-3-5-15,-8-4 6 16,-1-2-6-16,-6-2 5 15,-1 2-4-15,-2 0-1 16,-2 2 0-16,-11-3-1 16,-5 2 0-16,-2 1-6 15,-2 3-8-15,0 6 5 16,-1 3-7-16,1 6-8 16,-2 6 1-16,2 5 4 15,-1 3 1-15,-2 5-2 16,-2 4 5-16,0 3-1 15,-1 0-2-15,3 0-8 16,-2 4 17-16,2 5-13 0,3 1 7 16,2-1 1-16,3 0 2 15,5-1-3-15,3 0-1 16,2 0-10-16,0 1-14 16,2 2-1-16,2 8-164 15,0-1-357-15,0-5-408 0</inkml:trace>
  <inkml:trace contextRef="#ctx0" brushRef="#br0" timeOffset="44655.24">8254 15478 1810 0,'0'0'353'0,"0"0"-114"15,0 0-82-15,0 0-120 16,0 0-37-16,0 0-36 15,0 0-161-15,28-10-555 0</inkml:trace>
  <inkml:trace contextRef="#ctx0" brushRef="#br0" timeOffset="51857.36">2207 13191 935 0,'0'0'229'0,"0"0"-71"16,0 0 40-16,0 0 15 15,0 0-43-15,-3 2-56 16,6-2-19-16,6 0-14 0,9 3 38 16,3 2 10-1,6 1-36-15,6-1-7 0,7 1-8 16,0-1-18-16,5-1-13 15,4-1 12-15,5 1-4 16,1-2-18-16,-1-1-1 16,1 2 18-16,0-2-21 15,0 1-12-15,-4-1-3 16,1-1 0-16,0 2 1 16,3-1-1-16,2 1-7 0,3-2 1 15,-2 2-3 1,2-2 0-16,1 0-3 0,0 0-5 15,-1 0 7 1,-2 0-2-16,0-2-5 0,-1-3 0 16,-2 2 8-16,-3 1-8 15,-1 0 0-15,-2 1 0 16,0 1 5-16,-4 0-4 16,1 0-1-16,2 0 8 15,-5 0-3-15,2 0-6 16,-3-2 0-16,4 2 11 15,-1-4-10-15,1 3 5 16,3-2-5-16,-1 0 1 16,1 2 4-16,-1 0-5 15,-2-1 1-15,-1 1-1 0,1 1 1 16,-4-1 4 0,1-1-5-16,2 0 0 0,-1 1 1 15,1-3-1-15,1 1-1 16,-2 0 1-16,-1-1-1 15,-1 2-1-15,-6-1 0 16,-5 1 1-16,-3 0 0 16,-2 2 0-16,0 0 0 15,4-1 0-15,3 1 1 16,9-3 8-16,7 2-1 16,-1-2 7-16,3 1-15 15,-1-1 1-15,-2 3 10 16,1-2-5-16,-4 2-6 15,0 0 2-15,-6 0 5 16,-5 0-6-16,2 0 0 0,-1 0 1 16,3 0-1-16,4 0 1 15,2 2 5-15,1 1-1 16,6-1-4-16,1-2-1 16,3 1 5-16,5-1 0 15,7 0-5-15,-3 2 0 16,-3 1 0-16,-3 1 0 15,-7 1 0-15,-6 0 5 16,-8-1 1-16,-4-1-7 16,1-1 0-16,-1 1 7 0,3-1-6 15,7-2 5 1,5 0 2-16,10 0 4 16,3 0 3-16,2 0-6 0,1 0-3 15,-7 0-5-15,-5 0 8 16,-8 0-8-16,-11 0 5 15,-6 0-5-15,-6 0-1 16,-3 0 2-16,0 0-1 16,3 0-1-16,-2 0 7 15,5-3-1-15,-3-1 2 16,4 1-3-16,-1-1-4 16,0-1 0-16,-1 2 0 15,2-2 5-15,0-1-5 0,3 0 1 16,1-1 8-1,-1 0-10-15,5-1 1 0,-5 0-1 16,-1-1 1-16,-4 1 0 16,-1 0 0-16,-3-1 5 15,-2 1-6-15,-1-1 1 16,-2 3 0-16,-1-2 1 16,-1-1 9-16,3 2-10 15,-3-3 4-15,2 1-4 16,-3-1-1-16,3-2 8 15,-1 2-8-15,-1-2 1 16,3-1-1-16,-3 2 1 16,-2-1-1-16,2 2 6 15,-3 1-6-15,0-1 0 16,-2-2 1-16,-1 1 0 0,0 0 5 16,-1-1-6-16,-2-1 0 15,0-1 0-15,-3 0 1 16,4 1 4-16,-4-3 6 15,0-1 16-15,0 0-14 16,-4-1-11-16,-5-2 5 16,-5 0-5-16,-5 0-2 15,-3-1-1-15,-5 1-8 16,-6 3 3-16,-1 0-12 16,-4 1 1-16,-2 3 16 15,-3 1-7-15,1 3 8 16,-4 1 1-16,6-1 0 15,-2 4-1-15,-1-1 0 0,1 1-1 16,-3 1-4 0,0 0 5-16,-2-1 1 0,0 2 0 15,-5-2-1-15,-3 1-6 16,-3-1-6-16,-5-1 11 16,-1 0 0-16,-2-2-7 15,4 2 8-15,-1 0 0 16,5-3 0-16,0 1 1 15,-2 1-2-15,-3 0 1 16,-1-1-1-16,-6 1-13 16,-3 2 4-16,-2-2 10 15,1 2 1-15,4 0 1 16,4 0-1-16,3 0-1 16,4 0 0-16,-2 0 1 0,1 1-1 15,-3-2 0-15,1 1-8 16,-4 2-1-16,1 0 9 15,-1 1-7-15,-3-1-5 16,-1 1-5-16,-12 1 16 16,-12 0 0-16,-13-1 1 15,-1 2 0-15,7-1 0 16,10 1-12-16,22 0 12 16,11 0 1-16,13 0-1 15,4 0-5-15,-6 0 3 16,-5 0 1-16,-6 0 0 15,3 0 0-15,1 0 1 16,2 0-1-16,-2 0 1 0,-2 0 0 16,-1-2-1-1,-4 2 1-15,-2 0 1 0,-1 0-1 16,0 0-17-16,-3 0 17 16,-2 0 0-16,1 0 1 15,-1 0 1-15,5 2-2 16,1 1 0-16,5-2-6 15,3-1-9-15,4 0 7 16,2 0 8-16,0 0-1 16,2 0 1-16,0 0 0 15,2 0 0-15,0 0 0 16,3-1-9-16,-2-2 1 16,-4 3 2-16,-3-2 0 0,-1 2 6 15,1 0-8-15,2 0-3 16,7 0 11-16,4 0 0 15,5 0 0 1,0 0-1-16,8 0 1 0,-1 0 0 16,2 0 1-16,-1 0-1 15,3 0 0-15,-2 0-1 16,4 0-5-16,-2 0-3 16,0 0 9-16,-1 0-2 15,-2 0-9-15,-2 0 11 16,-3 0 0-16,2 5-1 15,-5 2 0-15,0 1-4 16,2 1 5-16,1-1 0 16,5 1 1-16,-1 0 0 0,6-1 0 15,0-1-1-15,4 1 1 16,2 1-1-16,1-1 0 16,2 3-1-16,2 1 0 15,1 1 1-15,0 4 0 16,5 2 1-16,0 5-1 15,3 5 1-15,0 3-1 16,0 6 1-16,0 3 9 16,3 3 5-16,0-2 3 15,3-1 2-15,-2-4 1 16,1-7-2-16,-1-1-4 16,1-5-4-16,1-3 2 15,0-3 1-15,4-1-5 0,2-1 0 16,1-1-2-16,4 0 8 15,5 1-4-15,5-3-4 16,6-1 2-16,4-3-3 16,4-4 2-16,3-2 1 15,-3-1-9-15,-7-2 0 16,-4 0-16-16,4 0-92 16,-7 0-183-16,-2 0-542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53:20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20327 5791 137 0,'0'0'516'15,"0"0"-214"-15,0 0-51 16,0 0-1-16,0 0 42 15,0 0-11-15,-24-67-54 16,22 67-45-16,-1 0-51 16,0 8-63-16,-4 31-36 15,0 35 36-15,-2 28 38 0,1 14-18 16,1-16-29 0,4-28-23-16,1-27-4 0,2-8-15 15,0 3-8-15,0 0-8 16,0 2 11-16,0-11-12 15,-6-9-36-15,-3-5-49 16,-10-6-33-16,-5-9-25 16,-6-2-76-16,-1-9 17 15,-2-15-19-15,5-8 92 16,4-3 31-16,6-2 74 16,5 5 24-16,4 9 72 15,4 7 47-15,4 9 44 16,1 7-50-16,0 0-55 15,1 19 10-15,10 8 65 16,5 6 4-16,-1 4-20 0,6 1-26 16,4-3-28-16,3-2-21 15,4-4-6-15,2-9-14 16,1-3-11-16,-3-8-4 16,0-9-6-16,-6 0 8 15,-2-3-9-15,-6-16 0 16,-1-5-18-16,-7-9-28 15,-3-6-3-15,-2 0-11 16,-4 1 32-16,-1 7 18 16,0 10 10-16,0 8 1 15,0 10 0-15,0 3 1 16,-3 6-1-16,-8 17-1 16,-3 9 1-16,-4 8 11 15,0 2-6-15,-1-1-6 0,1-2 1 16,2-5 0-16,1-6-1 15,4-4-6-15,1 0-139 16,1-7-154-16,2-6-457 0</inkml:trace>
  <inkml:trace contextRef="#ctx0" brushRef="#br0" timeOffset="197.44">20545 6520 1943 0,'0'0'347'0,"0"0"-90"15,0 0-151-15,0 0-59 16,0 0-17-16,0 0-30 16,0 0-13-16,-26 22-230 15,17-13-457-15</inkml:trace>
  <inkml:trace contextRef="#ctx0" brushRef="#br0" timeOffset="10515.53">15721 4817 441 0,'0'0'274'0,"0"0"-154"16,0 0-74-16,0 0-12 15,-104 58-4-15,54-29-7 16,-10 9 32-16,-5 3-17 16,-5 2 5-16,4 2 2 15,7-1 1-15,8-2-14 16,5 0-18-16,5-1-12 15,5 2 5-15,1 3-6 16,2 0-1-16,5 2 0 16,-1-1-1-16,7 1 1 0,-2 2-1 15,2 2 0 1,-2-2-6-16,3 1-10 16,-3 2-15-16,-1-2-22 0,1 4-5 15,3-4-8-15,-2-1 27 16,1-2-5-16,0 2 12 15,2-2 23-15,0 1 9 16,0 0 1-16,2 3 1 16,0-2-1-16,5 2-1 15,3 2-29-15,2 1-51 16,5 3 20-16,3-2 18 16,0-1 32-16,0-1 11 15,0-6 10-15,0-2 7 0,0-2 23 16,-8-3 17-16,-2 5-8 15,-6 2-26-15,-4 8-10 16,1 2-12-16,-5 4 0 16,-1 2 0-16,-1 3-1 15,-2 11-26-15,-5 14-35 16,-1 17 60-16,3 4-75 16,7-6 53-16,13-12 23 15,8-11 1-15,3-3 9 16,2 2-3-16,10 0 6 15,4 4 2-15,6-1-8 16,-1 0-7-16,3-1-16 16,-6-23-46-16,-7-10-179 0</inkml:trace>
  <inkml:trace contextRef="#ctx0" brushRef="#br0" timeOffset="10682.81">14298 9772 487 0,'-11'80'94'0,"0"12"-58"16,8-10-26-16,0-2-1 16,-2 4-8-16,0 0-1 15,1 3-2-15,-2 5-25 16,2-2-16-16,1-4-31 16,1-21-27-16,1-13 56 0</inkml:trace>
  <inkml:trace contextRef="#ctx0" brushRef="#br0" timeOffset="11084.38">14240 11042 182 0,'0'85'104'15,"0"7"-2"-15,0-25-14 0,0-12-16 16,3 9 24-16,7 11-21 16,-1 14 0-16,3 11-49 15,-2-8-10-15,-2-10-9 16,-1 0-6-16,1 5 0 16,2 5-1-16,1 2-10 15,-1 4-146-15,0-6 94 16,1 0-20-16,0-4-29 15,2 1 49-15,-3 0 52 16,4-5 10-16,-2 2 43 16,0-7 18-16,2-2-1 0,2-1 21 15,1-1-18 1,1-1 1-16,0-11-31 16,-3-7-14-16,5 5-12 0,2 11-7 15,6 8-10-15,7 12-28 16,-1-8-34-16,-4-21-3 15,-2-9-85-15,-6-15 109 16,-1-5 38-16,9 1 13 16,1 4 10-16,4 0 57 15,-3-4 13-15,0-3-7 16,-2-5-19-16,-2 0-28 16,-1-3-26-16,-3-2-8 15,14 8-14-15,-6-5-36 0,-4-5-37 16</inkml:trace>
  <inkml:trace contextRef="#ctx0" brushRef="#br0" timeOffset="11240.82">15451 14487 214 0,'0'0'360'0,"0"0"-192"16,88 29-113-16,-52-16-12 16,-2 1 25-16,-1 0-28 15,0-1-22-15,2 4-18 16,1-3-34-16,3 0-80 15,19-1-13-15,-7-4-61 16,-6-1-187-16</inkml:trace>
  <inkml:trace contextRef="#ctx0" brushRef="#br0" timeOffset="11538.81">16241 14702 320 0,'0'0'371'0,"0"0"-140"16,93 21-101-16,-53-10-28 15,2 2-18-15,4 0-25 16,6-2-27-16,7 1-19 15,19-2-5-15,22-3-8 16,21 0-53-16,9-5-39 16,-4 0-20-16,-9-2-37 15,-10 0-5-15,0 0 57 16,-3 0 42-16,-3 0 42 16,-4 1 13-16,-1 8 100 15,-5 2 70-15,-2 4-12 16,-14 1-47-16,-14-2-25 15,-15 0-18-15,-1 0-36 16,9 2-16-16,23 1-9 0,26-2-7 16,24-3-38-16,4-6-55 15,-2-6-38-15,-35 0-92 16,-26 0 12-16</inkml:trace>
  <inkml:trace contextRef="#ctx0" brushRef="#br0" timeOffset="11698.45">20106 14864 783 0,'112'-9'265'16,"6"6"-153"-16,-23 3-19 16,-4 0 17-16,-6 0-30 15,2 6-44-15,1 0-17 16,1 0-16-16,8-4-3 16,6-2-97-16,-3 0-96 0,-22 0-181 15,-19-2-276-15</inkml:trace>
  <inkml:trace contextRef="#ctx0" brushRef="#br0" timeOffset="11872.49">22470 14754 1077 0,'0'0'334'16,"0"0"-239"-16,93 0-70 15,-55 0-15-15,0 0-10 16,1 4-17-16,5-1-1 15,4-1-99-15,33-2-125 0,-13 0-67 16,-4 0-23-16</inkml:trace>
  <inkml:trace contextRef="#ctx0" brushRef="#br0" timeOffset="12044.19">23760 14764 1194 0,'0'0'226'15,"0"0"-155"-15,0 0-39 16,0 0 22-16,94 16-30 16,-64-13-13-16,6-3-11 15,9 0-76-15,38-6-66 16,-10-8-51-16,-4-3-157 0</inkml:trace>
  <inkml:trace contextRef="#ctx0" brushRef="#br0" timeOffset="12231.64">24760 14625 312 0,'0'0'587'0,"0"0"-337"16,85 0-140-16,-54 0-24 15,-2 0-12-15,-5 0-9 16,-4 0-36-16,1 0-16 16,-3 0-5-16,4-5-6 15,4-3-2-15,7-3-23 16,7-3-40-16,39-16-28 15,-10 5-99-15,-2-1-135 0</inkml:trace>
  <inkml:trace contextRef="#ctx0" brushRef="#br0" timeOffset="12366.77">25762 14372 152 0,'0'0'832'16,"0"0"-622"-16,118-35-58 16,-75 19-28-16,-4-3-15 15,-4 0-42-15,-4-2-38 16,-1-6-29-16,0-4-9 15,17-27-109-15,-8 8-103 16,-3 0-161-16</inkml:trace>
  <inkml:trace contextRef="#ctx0" brushRef="#br0" timeOffset="12523.11">26582 13439 108 0,'0'0'300'15,"78"-86"344"-15,-32 30-482 16,4-5-88-16,-4-1 16 15,-7 1 0-15,-8 2-45 0,-7-3-34 16,-5-10-11-16,-4-18-8 16,6-25-82-16,-6 18-93 15,0 12-184-15</inkml:trace>
  <inkml:trace contextRef="#ctx0" brushRef="#br0" timeOffset="12679.52">27118 11568 199 0,'0'-85'736'0,"0"-10"-535"16,-7 17-52-16,-4-2-48 0,1-3-15 16,2-7-47-1,5-7-39-15,3-7-17 0,0-6-73 16,12-17-54-16,2 30-103 16,-4 7-152-16</inkml:trace>
  <inkml:trace contextRef="#ctx0" brushRef="#br0" timeOffset="12838.96">27179 9336 682 0,'0'-87'165'0,"0"2"-51"15,-1 27 0-15,-10-6 10 16,-8-6-82-16,-8-12-31 16,-6-9-4-16,-1 7-7 15,3 5-16-15,-2-1-52 16,0-9-90-16,8 20-171 0</inkml:trace>
  <inkml:trace contextRef="#ctx0" brushRef="#br0" timeOffset="13003.99">26548 7092 15 0,'0'0'855'0,"-52"-135"-699"16,36 90-30-16,4 3-45 15,-3-8-39-15,-2-8-42 16,-8-36-19-16,4 16-140 16,2 8-364-16</inkml:trace>
  <inkml:trace contextRef="#ctx0" brushRef="#br0" timeOffset="13385.68">25640 5456 1129 0,'0'0'155'15,"-85"-61"-106"-15,34 22-13 16,-4-3-36-16,3-1-36 16,-4 1-25-16,0-2-60 15,-5 0-77-15,-7-2 50 16,-15-10-22-16,-24-5 24 15,-25-3 55-15,-11 7 91 0,4 9 35 16,5 11 10-16,12 4-11 16,0 6 17-16,1-2 40 15,6 5 39-15,2 0-2 16,2 2 5-16,5 2 2 16,2 3-14-16,4 1-38 15,4 1-9-15,4 1-23 16,2 0-9-16,1 0-23 15,0-1-19-15,-5 0-38 16,-2 1-91-16,-8-2-41 16,26 5-112-16,7 1-53 0</inkml:trace>
  <inkml:trace contextRef="#ctx0" brushRef="#br0" timeOffset="13532.35">21053 4403 595 0,'-101'8'199'0,"-5"3"-20"16,15 3-45-16,-2 1-63 16,-2 1-43-16,-8 0-28 15,27-3-77-15,8-5-216 0</inkml:trace>
  <inkml:trace contextRef="#ctx0" brushRef="#br0" timeOffset="13708.53">18658 4589 778 0,'-97'10'175'0,"9"0"-22"15,25-2-59-15,15-1-30 16,2 1-35-16,-6 2-29 16,-11-3-12-16,-8 3-108 15,-28-3-113-15,17-2-53 16,9-5-126-16</inkml:trace>
  <inkml:trace contextRef="#ctx0" brushRef="#br0" timeOffset="13912.96">17242 4649 182 0,'0'0'183'0,"0"0"-86"16,0 0-54-16,0 0 25 15,-82-14 21-15,75 11 12 16,1 2-8-16,1-2-43 15,1 3-29-15,-3 0-4 16,-3 0-17-16,-2 0 2 16,-7 5-1-16,-5 5-1 15,-19 6-8-15,1-4-72 16,4-1-89-16</inkml:trace>
  <inkml:trace contextRef="#ctx0" brushRef="#br0" timeOffset="14107.48">16097 4775 1077 0,'0'0'196'15,"0"0"-141"-15,0 0-33 16,-100 39-22-16,68-22-50 15,9-3-246-15,0-4-661 0</inkml:trace>
  <inkml:trace contextRef="#ctx0" brushRef="#br0" timeOffset="14269.83">15491 4913 1781 0,'0'0'216'16,"0"0"-216"-16,0 0-59 16,0 0-166-16,45 82-640 0</inkml:trace>
  <inkml:trace contextRef="#ctx0" brushRef="#br0" timeOffset="15000.92">20974 4087 466 0,'0'0'252'15,"0"0"356"-15,0 0-330 16,0 0-51-16,0 0-16 16,103-57 1-16,4-3-34 15,55-24-7-15,27-6-25 16,8 1-40-16,-14 14-25 16,-34 18-21-16,-20 5-21 15,-34 14-39-15,-30 12 1 16,-28 9 0-16,-19 5-1 15,-5 1-57-15,-7 0-90 0,-6-9-166 16,-15 4-347-16,-12 2-525 16</inkml:trace>
  <inkml:trace contextRef="#ctx0" brushRef="#br0" timeOffset="15264.11">22003 3249 1300 0,'0'0'378'0,"0"0"-162"16,0 0-71-16,90-23 9 0,-41 19-34 15,11 4-37 1,7 0-13-16,1 7-32 0,1 10-3 16,-6 6-12-1,-8 4-5-15,-10 7-4 0,-11 3-2 16,-13 2-11-16,-12 4 5 15,-9-1 3-15,-7 1-8 16,-16-2-1-16,-16 0-16 16,8-9-150-16,8-17-419 0</inkml:trace>
  <inkml:trace contextRef="#ctx0" brushRef="#br0" timeOffset="16585.92">23104 2830 378 0,'0'0'63'16,"0"0"583"-16,0 0-375 15,0 0-5-15,0 0 17 16,0 0-42-16,0 0-52 0,-75-51-51 16,55 53-40-16,-6 22-45 15,0 13-20-15,-3 15 7 16,7 2 17-16,5 4 3 15,13-4-32-15,4-5-14 16,12-7-7-16,16-8 5 16,8-10-10-16,7-11-1 15,5-11 7-15,1-4-8 16,-1-21-1-16,-6-11 0 16,-8-7-1-16,-9-7 1 15,-11-3 1-15,-14-4 0 16,0-4 1-16,-24-2 1 15,-12 4 9-15,-1 7 0 16,0 14-2-16,1 17-9 16,3 18 0-16,4 3-12 0,4 28 0 15,9 10 10-15,11 6-23 16,5 2-32-16,17-7-68 16,17-7-55-16,8-11-85 15,28-14-116-15,-13-9-143 16,-7 0-213-16</inkml:trace>
  <inkml:trace contextRef="#ctx0" brushRef="#br0" timeOffset="17103.05">23338 2799 730 0,'0'0'409'0,"0"0"-45"15,0 0 6-15,0 0-64 16,-9-76-73-16,9 76-97 16,0 3-77-16,8 20-32 0,8 9 41 15,7 9 6 1,0 3-21-16,4-1-23 0,0-4-13 15,3-9-11-15,-4-5-6 16,-1-10 0-16,-4-7-15 16,-6-8-39-16,-2 0 17 15,-2-20 35-15,2-8-25 16,-3-8-12-16,-1-6 22 16,0 4 17-16,-4 1 0 15,-2 11 26-15,-3 9 30 16,0 12 2-16,0 5-24 15,3 4-33-15,3 18-1 16,5 8 2-16,8 5 4 0,4-3-5 16,7-4 0-16,4-8 0 15,2-8 0-15,2-8-1 16,-3-4 0-16,-4-9 0 16,-6-20 1-16,-5-12 5 15,-6-22-6-15,-11-30 2 16,-3-29 6-16,-15-4-2 15,-3 20 2-15,2 31 2 16,8 39 1-16,5 16 11 16,1 8 23-16,2 7 6 15,0 5-33-15,0 5-17 16,19 23 5-16,6 14 1 16,6 9-5-16,4 7-1 15,-4 0-1-15,-1 0-1 0,-5-4-69 16,-6 3-156-16,-7-11-162 15,-10-16-461-15</inkml:trace>
  <inkml:trace contextRef="#ctx0" brushRef="#br0" timeOffset="17275.59">23783 2534 1322 0,'0'0'286'0,"0"0"-159"16,0 0-84-16,95-38-19 16,-14 13-24-16,22-4-5 0,-15 7-111 15,-21 2-557-15</inkml:trace>
  <inkml:trace contextRef="#ctx0" brushRef="#br0" timeOffset="17485.85">24411 2314 1003 0,'0'0'723'0,"0"0"-462"16,0 0-42-16,-37 105 23 16,37-52-14-16,0 6-58 15,13 5-52-15,11 1-37 16,4 1-32-16,2-1-38 16,0-3-5-16,-3-3-6 15,-5-7-21-15,-5-7-115 16,-6-15-146-16,-8-12-31 15,-3-20-38-15,-11-18-38 0,-5-11-523 0</inkml:trace>
  <inkml:trace contextRef="#ctx0" brushRef="#br0" timeOffset="17713.32">24417 2447 760 0,'0'0'574'16,"0"0"-357"-16,-6-72 74 15,6 46-103-15,4 5-49 16,16 4-37-16,3 4-40 15,6 6-19-15,2 7-12 16,0 0-3-16,-1 5 5 16,-7 12-6-16,-7 4-13 15,-8 5-2-15,-8 6-3 16,0-1-9-16,-18 5 8 0,-9 0-8 16,-3-4-18-16,0-4-98 15,0-10-135-15,8-7-298 16,10-11-664-16</inkml:trace>
  <inkml:trace contextRef="#ctx0" brushRef="#br0" timeOffset="22148.59">24757 2438 1302 0,'0'0'354'16,"0"0"-69"-16,0 0-22 16,0 0-102-16,0 0-86 15,0 0-19-15,-60 97 54 0,58-45-29 16,2-1-35-1,0-4-12-15,17-6-12 0,5-10-20 16,4-9-1-16,-2-13 14 16,3-9-15-16,-2-6 0 15,-4-21 0-15,-3-9 7 16,-3-8 3-16,-8-2-4 16,-2 2 3-16,-4 8 3 15,-1 10 8-15,0 11 14 16,0 8 23-16,0 4-17 15,0 3-19-15,0 0-12 16,0 19-9-16,9 6 1 16,4 9 5-16,8 4-5 0,8-1 5 15,8-6-4 1,8-8 4-16,10-10-6 0,5-10 6 16,-1-3-5-1,-4-17-1-15,-7-12-1 0,-14-8-17 16,-12-8 2-16,-14-9 10 15,-8-16 6-15,-15-19 0 16,-7 6 2-16,4 10-1 16,2 15 5-16,8 24-3 15,1 1 16-15,1 8 4 16,4 10 23-16,1 10 7 16,1 5-35-16,0 3-17 0,4 21 6 15,13 11-6 1,5 12 13-16,2 7-8 0,1 2 1 15,-1 2-7-15,-1-5 2 16,-4-3-2-16,-4-6-39 16,-3-2-148-16,-5-13-182 15,-7-9-378-15</inkml:trace>
  <inkml:trace contextRef="#ctx0" brushRef="#br0" timeOffset="22316.92">25182 2416 1692 0,'0'0'507'0,"0"0"-357"0,0 0-84 16,106-52-33-16,18 4-17 16,-10 3-16-16,0-2-358 0</inkml:trace>
  <inkml:trace contextRef="#ctx0" brushRef="#br0" timeOffset="22695.94">26435 2098 1580 0,'0'0'509'15,"0"0"-221"-15,0 0 12 16,-6-81-39-16,6 74-87 15,0 7-80-15,0 9-56 16,21 35-19-16,12 33-2 16,11 25 10-16,3 9-8 15,-1-6-7-15,-7-26-5 16,-9-26-7-16,-5-12-14 0,2-9-99 16,15-7-234-1,-4-7-316-15,-2-14-754 0</inkml:trace>
  <inkml:trace contextRef="#ctx0" brushRef="#br0" timeOffset="23049.39">27037 2160 441 0,'0'0'1499'16,"0"0"-1215"-16,0 0-40 16,0 0-143-16,0 0 10 15,-92 79-17-15,80-37-17 16,3 3-26-16,6-2-20 15,2-3-16-15,1-4-7 0,0-9-8 16,7-10 0 0,4-11-5-16,2-6-13 0,2-6 8 15,1-19 9-15,2-6-6 16,3-6 6-16,-3 1-4 16,-1 6 4-16,-3 7 1 15,-3 10 0-15,-2 9 9 16,1 4-9-16,2 11 0 15,3 16 29-15,3 8 10 16,4 2-6-16,1 1-21 16,-1-3-11-16,2-5-1 15,-3-6-14-15,-2-12-103 16,2-12-171-16,-3-12-209 16,-8-12-330-16</inkml:trace>
  <inkml:trace contextRef="#ctx0" brushRef="#br0" timeOffset="23456.26">27324 2140 1163 0,'0'0'210'0,"0"0"-107"15,0 0 30-15,0 0 1 16,0 0 18-16,82 81-77 16,-46-72-36-16,-2-4-19 15,-4-5-6-15,-6 0-4 16,-9-10-3-16,-8-10 14 15,-7-4 60-15,0-5 52 16,-9-2-21-16,-3 4-2 16,0 6 20-16,2 8 0 0,5 9-21 15,5 4-60-15,0 16-42 16,0 18-6-16,17 12 1 16,8 24 8-16,14 18 2 15,4 13 5-15,-5-9 10 16,-10-22-20-16,-13-19 8 15,-12-15-7-15,-3 0-3 16,0 1-3-16,-8-4-1 16,-17-11 6-16,-11-11-5 15,-10-10-2-15,-8-1-1 16,0-19-33-16,-1-12-38 16,9-9-58-16,15-7-47 0,29-18-24 15,2 9-138 1,21 7-375-16</inkml:trace>
  <inkml:trace contextRef="#ctx0" brushRef="#br0" timeOffset="24054.97">27842 2160 601 0,'0'0'786'15,"0"0"-603"-15,0 0-53 16,0 0-84-16,0 0-17 15,0 0-17-15,0 0-2 16,0 0 1-16,13 36 6 16,-3-36-1-16,1-2 19 15,1-11 6-15,-5-9-8 0,1-4 0 16,-4-1 12-16,-2-1 38 16,-2 6 47-16,0 5 13 15,-2 9 18-15,-7 8 7 16,-4 0-76-16,-7 23-56 15,0 10 5-15,0 6 21 16,4 6-11-16,10-1-18 16,6-4-2-16,7-7-1 15,22-5 3-15,11-14-21 16,12-12 5-16,6-2-4 16,2-24-4-16,-5-11-3 15,-9-11 0-15,-9-4-5 16,-14-6-1-16,-10 3 6 0,-10 5 9 15,-3 12-7-15,-4 8 10 16,-11 11-17-16,1 11 6 16,1 4-7-16,4 2-1 15,5 2-12-15,2 11 12 16,2 5 1-16,6 3 0 16,12 3 0-16,3 4 0 15,3 3 0-15,-2 3 1 16,-1-1 4-16,-6 3-3 15,-4 0-1-15,-1-4 10 16,-3-2 2-16,-1-3 2 16,2-6-3-16,0-4-6 0,2-5-6 15,0-3 0-15,6-6-33 16,17-5-135-16,-1-11-355 16,-3-8-767-16</inkml:trace>
  <inkml:trace contextRef="#ctx0" brushRef="#br0" timeOffset="24192.68">28887 2222 2141 0,'0'0'648'16,"0"0"-309"-16,0 0-119 15,0 0-34-15,0 0-94 16,0 0-64-16,0 0-28 16,-21-5-121-16,0 7-252 15,-10 1-1063-15</inkml:trace>
  <inkml:trace contextRef="#ctx0" brushRef="#br0" timeOffset="28682.11">16641 6304 324 0,'0'0'85'16,"0"0"-35"-16,0 0-18 15,-97-9-6-15,64 9-9 16,-3 0-4-16,-3 0-1 16,-2 4 7-16,-2 6 10 0,-5 1 8 15,2 2-7-15,-2 1-11 16,-1 3-4-16,1 0-5 16,-1-1-3-16,1 4-1 15,-4 2 4-15,0 0-9 16,-2 3 9-16,-1 1-9 15,-2 1 0-15,0 2 0 16,-2 2 13-16,1 4-6 16,-2-2-8-16,3 4 0 15,1-1 1-15,1 1 5 16,5-1-6-16,1 0 0 16,3 3 7-16,0 0 9 15,1 4 11-15,-1 0-4 0,2 3-1 16,1 1-6-1,3 1-3-15,2 1-2 0,4 0-5 16,1-2-4-16,5-3 5 16,1-1-6-16,5-2 5 15,3-1 4-15,3 3-3 16,3 0-1-16,3-3-5 16,1 2 0-16,1 1 11 15,2-3-12-15,2 0 0 16,1-1 0-16,1 0 1 15,2 0 0-15,0-3 0 16,0 2 1-16,0-4-1 0,6 1-1 16,3-4 8-1,3-5-1-15,3-1 9 0,3-4-3 16,9-4-7 0,1-2 2-16,5-3 1 0,4 1-3 15,4 0-5-15,5 2 9 16,1-2-10-16,1 1 1 15,1 0 8-15,1-4-8 16,2-1 4-16,2-1-5 16,2-6 0-16,4-2 2 15,4 0-1-15,3 0 7 16,3 0 2-16,3-2-10 16,1 2-1-16,-2 0-2 0,-1 0-4 15,-3 0 0 1,1 2 7-16,-1 4 0 0,1-2 0 15,0 4-9-15,0-2-6 16,0 0 15-16,3-2-17 16,-2-1 16-16,3-1 0 15,-1 3 0-15,-2 0-5 16,-2 5-27-16,0 2 7 16,-4-1-10-16,-1 2-38 15,1-3-4-15,-2-1 55 16,4-4 15-16,2-3 2 15,4-2-3-15,0 0 9 16,4 0 0-16,-1 0 12 16,0 0 4-16,-1 0-5 15,-2 0-2-15,-3 0-9 0,1 0-2 16,0 0-22-16,0 0 2 16,2 0-33-16,1 0-7 15,-3-2 33-15,1 0 22 16,-2-2 7-16,-3 3 6 15,-2-1 1-15,-3 2 2 16,1 0 2-16,-4 0 10 16,1 0 13-16,-1 2 4 15,1 2-22-15,-1-1 7 16,-1 4-6-16,-2-1 2 16,0 0-3-16,-3 0-3 15,-2-1 7-15,2 0-10 16,1-2 15-16,1 0-1 15,0-3-4-15,-1 0-4 0,1 0-10 16,-2 0 33-16,-2 0 23 16,0 0-31-1,1 0 3-15,0 3 11 0,-1-3-12 16,1 0-17-16,-2 2-14 16,0-1 8-16,-4-1-10 15,0 0 2-15,-2 0 4 16,2 0-5-16,0 0-1 15,1 0 1-15,-1 0-1 16,1 2 1-16,-3-1 6 16,0 1-1-16,-2-2 1 0,-1 1 5 15,2-1-2 1,-2 0 0-16,1 0 5 16,3 0-1-16,1-1-12 15,2-4 5-15,3-1-6 0,2 2 0 16,3 0 8-16,2 0-8 15,-1 2 7-15,-1 0-7 16,-2 1 0-16,1-1 6 16,-1-1-1-16,-2 0 1 15,0 0 6-15,-1-2-4 16,-3 0-2-16,0 0-6 16,-3 1 6-16,2 0-7 15,-3 0 1-15,2-2-1 16,0 0 0-16,1 1 7 15,-1-1-7-15,2 0 0 0,-2 1 1 16,4 0 0-16,-2 1-1 16,2-1-7-16,0 1 7 15,-4 2 0-15,-3-3 0 16,-2 3 0-16,-3-1 0 16,-1 0 0-16,0 0-6 15,2 0 6-15,0 1 0 16,1-1 1-16,2 1-1 15,-2 2 0-15,-2 0 0 16,1 0 0-16,-2 0 0 16,1 0 1-16,-1 0-1 15,2 0 0-15,3-1 0 16,3-2 0-16,3 0 1 16,3 0 7-16,6 1-8 0,0-1-2 15,2 2 2-15,2 1 0 16,0 0-1-16,-1 0 1 15,1 0 0-15,-3 5 0 16,-2-1 1-16,0 2-1 16,0-3 0-16,3 1 0 15,2-1 6-15,6-2-4 16,3 2-1-16,3 0 6 16,2-2 15-16,-3 1-12 15,-1-2 6-15,-4 0-16 16,-2 0 1-16,-1 0-1 15,2-2 2-15,1-3-2 16,4-5-6-16,-1 6-4 0,1-4 9 16,0 3 1-16,0 2-1 15,2 0 1-15,2 0 0 16,2 2 1-16,-1-1-1 16,-4 2 10-16,0 0-9 15,0 0 18-15,-2 0 39 16,-1 0-24-16,-3 0-17 15,-3-5 11-15,-4 1-2 16,-2-4 12-16,-1 0 6 16,0-1-5-16,0-2-4 15,-3 0 2-15,2 0 11 16,-2-3-1-16,-2 0-16 16,0 0-3-16,-2 0-9 0,0-2-6 15,-1 1 3 1,0-4-10-16,-1 0-6 0,-1 0 1 15,-2-4 0-15,-3-2 0 16,-1 1 8-16,-1-2-9 16,-2 0 2-16,0-2 4 15,-1-2-5-15,-3-1 12 16,0 1-7-16,-2-2-4 16,-4-4 15-16,0-3 3 15,-3-3 0-15,-3-2 5 16,-2-6-11-16,-3-2-3 15,-2 0-2-15,-4-1-7 16,-6-1 7-16,-3-1-1 16,0 1-8-16,-4 1 0 15,-10 3 1-15,-7 3 11 0,-4 4-11 16,-6 2 0-16,-7 2 0 16,-5 4 0-16,-5 0-1 15,-7 3 1-15,-4 0-1 16,-18-3 0-16,-18-3 0 15,-15-9-2-15,-4 3-13 16,10 3 7-16,10 7 6 16,21 11 1-16,12 3-5 15,10 6-2-15,2 1 8 16,-23-5-2-16,-25-5 1 0,-30-6 1 16,-10 0-10-1,-3 0 8-15,0 3-10 0,8 3-16 16,1 2 9-16,-1-1-2 15,2 5 8-15,1 0-3 16,1-1 16-16,-3 4-2 16,-3 1 2-16,-5 0-8 15,-7-1 8-15,-8-2-1 16,-5-1 1-16,-10-2-1 16,-6 2-35-16,-1 2-4 15,4 0-2-15,6 5-1 16,8 0 24-16,7 3 3 15,3 2 16-15,-2 3 1 16,-5-1-1-16,-5 0 0 16,-7 2 0-16,-3 1 0 0,0 0-1 15,-3 0 0-15,-1 0 1 16,2 0 0-16,2 0 0 16,7 0 0-16,2 1 0 15,6 2 0-15,3 2 0 16,3 0 0-16,4-2 1 15,2 1-1-15,1-1 0 16,6 2 2-16,2 1-1 16,6 0-1-16,4 1 2 15,5 1-2-15,10 2 1 16,0 0-1-16,3 1 0 16,3 1-1-16,0 2 1 15,0 0 1-15,2 1 0 16,1 0-1-16,-1 2 0 15,2-3 0-15,4 1 0 0,2 3 0 16,16-1 0-16,14-3 1 16,15-3-1-16,1 1 1 15,-10 4 0-15,-7 2-1 16,-10 0 0-16,0 0 0 16,1 1 0-16,-3-2 0 15,3-1 0-15,-3 1 0 16,1 0 0-16,2 2 2 15,1 1-1-15,2-2 0 16,5 3 0-16,0-1-1 16,9 0 1-16,7-3 9 0,10-1-10 15,10-2 0 1,10-3 0-16,13-2 0 0,5-1-129 16,1-8-455-16</inkml:trace>
  <inkml:trace contextRef="#ctx0" brushRef="#br0" timeOffset="28821.65">16665 6549 2146 0,'0'0'0'0,"0"0"-79"15,0 0-743-15</inkml:trace>
  <inkml:trace contextRef="#ctx0" brushRef="#br0" timeOffset="29574.48">26991 7144 962 0,'0'0'751'15,"0"0"-402"1,0 0-77-16,0 0-58 0,0 0-25 15,108-5-46-15,2-19-10 16,17-1-39-16,-2 0-31 16,-33 5-33-16,-30 8-10 15,-19 3-11-15,-9 2 1 16,-4 1-10-16,-6 1-44 16,-6 1-131-16,-18-2-130 15,-19 2-273-15,-11-2-916 0</inkml:trace>
  <inkml:trace contextRef="#ctx0" brushRef="#br0" timeOffset="29883.84">27178 6850 1572 0,'0'0'475'0,"0"0"-251"16,0 0 0-16,0 0-24 15,0 0-59-15,0 0-85 16,0 0-24-16,-15-18-14 16,-3 44-8-16,-6 11 23 15,-2 12 30-15,0 3-23 16,3-1-16-16,10-6-6 0,7-5-6 16,6-7 0-1,3-5-3-15,21-3 2 0,9-7 4 16,13-4-2-16,9-6 7 15,6-6-13-15,5-2-7 16,28-15-34-16,-18-9-248 16,-5-4-557-16</inkml:trace>
  <inkml:trace contextRef="#ctx0" brushRef="#br0" timeOffset="30965.74">28383 6693 1267 0,'0'0'378'15,"0"0"-51"-15,0 0-27 0,0 0-80 16,0 0-37 0,-83-37-40-16,63 38-63 0,-4 19-41 15,-1 11-10-15,3 10-2 16,3 10-2-16,9 2-5 15,10 1-6-15,0-3-12 16,18-6-1-16,9-8-1 16,6-10-1-16,4-15 1 15,0-12 0-15,0-1-1 16,-2-24-19-16,-6-11 2 16,-7-7-6-16,-8-7 3 15,-11-4 4-15,-3-1 8 16,-10 3 9-16,-11 4 0 15,-3 12-4-15,-1 13 4 16,2 16 0-16,1 7-8 0,1 14-6 16,6 14 4-1,7 5-12-15,8 2-62 0,7-1-79 16,21-5-45-16,14-7-74 16,8-10-34-16,3-9 70 15,-2-3 124-15,-9-14-26 16,-11-10 77-16,-12-7 71 15,-7-5 174-15,-3 0 73 16,-3 0 28-16,-3 6 20 16,0 7-61-16,-2 8-9 15,-1 8-52-15,2 7-73 16,-2 5-55-16,1 18-27 16,4 9 6-16,1 11 18 0,3 1-6 15,1 2-20 1,6-5-8-16,1-7-8 0,2-7 0 15,-1-10-1-15,-3-12-27 16,1-5-28-16,0-12 31 16,-2-14-12-16,0-7-13 15,-2-5 28-15,-2 0 16 16,-2-1 6-16,-4 8 0 16,1 6 0-16,-4 10 0 15,-1 10 21-15,0 5-4 16,0 0-17-16,3 17-4 15,6 7 4-15,5 5 7 16,8 1-1-16,11-1-6 16,6-5 0-16,5-7 0 0,1-8 0 15,-5-9-30 1,-9 0-26-16,-11-23 1 0,-10-11 34 16,-10-12 20-16,-5-21 1 15,-12 0 0-15,-2-3 18 16,1 5 20-16,6 18 38 15,3 6 14-15,3 15 4 16,4 14-22-16,2 12-33 16,0 0-26-16,2 20-11 15,11 16-2-15,5 10 2 16,2 12-1-16,-1 3 11 16,-3-1-11-16,-2-2-1 15,-7-7-32-15,-7 0-133 16,0-13-180-16,0-14-381 0</inkml:trace>
  <inkml:trace contextRef="#ctx0" brushRef="#br0" timeOffset="31136.83">28927 6612 1602 0,'0'0'273'16,"0"0"-111"-16,0 0-103 15,111-10-28-15,-43 3-12 16,7 0-19-16,8-3-189 16,-9 0-355-16,-19 1-514 0</inkml:trace>
  <inkml:trace contextRef="#ctx0" brushRef="#br0" timeOffset="31303.94">29421 6483 687 0,'0'0'955'15,"0"0"-288"-15,0 0-459 16,0 0-64-16,0 0-68 15,-15 80 56-15,15-36-29 16,0 7-39-16,9 2-24 16,5-2-23-16,2 0-11 15,0-3-6-15,-4-5-34 16,-3 0-204-16,-3-13-323 16,-6-15-321-16</inkml:trace>
  <inkml:trace contextRef="#ctx0" brushRef="#br0" timeOffset="31514.64">29399 6422 1450 0,'0'0'370'15,"0"0"-76"-15,0 0-91 16,0 0-76-16,0 0-47 16,89-44-44-16,-59 58 13 15,-3 8-7-15,-6 6-12 16,-11 2 5-16,-8 7-8 15,-2 3-10-15,-12 1-5 16,-9 0-12-16,1 5-56 16,4-10-152-16,7-9-430 0</inkml:trace>
  <inkml:trace contextRef="#ctx0" brushRef="#br0" timeOffset="32098.3">29740 6522 1850 0,'0'0'481'16,"0"0"-128"-16,0 0-149 16,0 0-102-16,0 0-66 15,0 0-4-15,-11 80 30 16,18-37 1-16,2 0-14 16,1 1-20-16,3-6-19 15,0-8-4-15,-1-8-6 16,1-9-1-16,-3-12-50 15,2-1-30-15,2-19 49 16,2-12-10-16,-1-9-44 0,1-4 24 16,-4-2 38-1,-3 2 23-15,-4 7 1 0,-1 11 12 16,-4 8 46-16,0 9 38 16,0 9-32-16,0 0-37 15,0 10-27-15,0 11 1 16,0 5 8-16,8 6-8 15,8-3 4-15,7-4-4 16,5-3 0-16,-1-10-1 16,-1-4 0-16,0-8 0 15,-7-2-6-15,-2-19-5 16,-5-10-2-16,-6-10 13 16,-4-20 0-16,-2-21 0 0,0 2-6 15,-5 10 12 1,-1 12-1-16,1 29-5 0,1 4 29 15,-1 9 17-15,2 13 4 16,3 3-34-16,0 20-14 16,0 14 2-16,3 13-3 15,11 5 0-15,3 3-1 16,0-1 7-16,1-4-6 16,-5-4-1-16,-1-10 0 15,-4-7-53-15,-5-11-107 16,-3-18-160-16,-2 0-285 15,-11-11-586-15</inkml:trace>
  <inkml:trace contextRef="#ctx0" brushRef="#br0" timeOffset="32262.01">29879 6456 1458 0,'0'0'796'0,"0"0"-581"0,0 0 9 16,0 0-79-16,0 0-82 15,93-28-39-15,-18 8-24 16,40-11-90-16,-15 4-387 16,-9-2-1154-16</inkml:trace>
  <inkml:trace contextRef="#ctx0" brushRef="#br0" timeOffset="32719.66">30775 6382 1553 0,'0'0'403'0,"0"0"-156"16,0 0-126-16,0 0-63 16,5 85 39-16,6-37-26 15,0 7-22-15,0-4-27 16,-2-4-20-16,-1-8 7 0,-3-13-9 16,-3-10 0-16,-2-13-32 15,0-3 2-15,0-19 11 16,-5-15-11-16,2-12 22 15,3-9 8-15,0 0 21 16,9 3 15-16,8 13 49 16,2 12 36-16,3 18-50 15,3 9-45-15,1 12 9 16,3 16-12-16,-3 8-4 16,0 4-8-16,-4 2-11 15,-4-5 1-15,0-5-1 16,10-8-153-16,-6-9-186 15,-2-10-597-15</inkml:trace>
  <inkml:trace contextRef="#ctx0" brushRef="#br0" timeOffset="33088.11">31189 6336 1367 0,'0'0'257'0,"0"0"-72"15,0 0-49-15,-3 77 6 16,19-53-47-16,5-4-11 16,4-5-25-16,4-8-21 0,-2-5-17 15,-1-2-3-15,-3-10 6 16,-4-11-15-16,-4-7 7 16,-7-5 3-16,-5-3 15 15,-3 0 18-15,-2 2 20 16,-10 8-2-16,-6 7-1 15,0 10-13-15,-4 9-18 16,-3 9-20-16,-2 19-11 16,0 13 2-16,7 5-3 15,6 9 3-15,9-1-3 16,5-1-5-16,11-3 0 16,17-8 8-16,10-11-9 15,9-15-64-15,32-18-125 16,-14-19-186-16,-6-9-507 0</inkml:trace>
  <inkml:trace contextRef="#ctx0" brushRef="#br0" timeOffset="34327.07">31615 6210 1299 0,'0'0'407'0,"0"0"-18"16,0 0-190-16,0 0-110 15,0 0-18-15,0 0 45 16,-38 97-25-16,36-56-13 15,2 5-7-15,0-1-20 16,0-6-24-16,6-5-15 16,4-9-11-16,1-9-1 15,1-11-14-15,3-5-62 0,1-15 61 16,3-16 14 0,2-10-21-16,-1-5 22 0,-1-5 1 15,-1 1 8-15,-5 9 7 16,-2 9 22-16,-5 10 15 15,-3 11 34-15,-2 10 3 16,-1 1-51-16,2 10-29 16,1 15-4-16,1 8-4 15,5 6 4-15,1 3-6 16,4-2 2-16,2-1 5 16,1-9-7-16,-1-5 1 15,1-10 0-15,-2-10-1 16,-2-5-7-16,2-8 7 15,-2-18 7-15,1-10-6 16,-4-8-1-16,1 1 1 0,0-1 0 16,-3 7 1-16,0 9-1 15,-2 9 7-15,-1 8-8 16,-2 8 1-16,2 3-1 16,2 0-15-16,7 17 15 15,4 6 0-15,2 3 1 16,0 3-1-16,2-1 2 15,-1-2-2-15,-3-5 1 16,2-6-1-16,-1-5-61 16,-1-10-90-16,1 0-4 0,2-14-46 15,2-14 3 1,0-10 41-16,1-5 78 0,-3-4 58 16,-4-3 21-16,-3 5 40 15,-5 7 67-15,-4 11 14 16,-5 11 2-16,0 11 22 15,0 5-62-15,-6 10-29 16,-5 14-32-16,1 10-20 16,3 4 4-16,3 4-5 15,4-4 0-15,0-2 7 16,11-7-8-16,8-7 9 16,4-7-8-16,2-8-1 15,4-7 0-15,0-5 0 16,0-14-8-16,-5-10-34 15,-5-6 27-15,-9-5 15 0,-7-6 0 16,-3 0 0 0,-1 2 8-16,-13 13-8 0,0 9 32 15,-2 15-8-15,3 7-6 16,1 2-12-16,5 20-6 16,2 7-1-16,5 2-5 15,6 3 6-15,12-5-13 16,8-2-47-16,2-8-56 15,-1-7 2-15,-2-9 7 16,-4-3 21-16,-2-7-4 16,-3-14 65-16,-3-7 25 15,-4-1 21-15,-1-1 47 16,-3 8 43-16,-2 7 12 0,-3 5 11 16,0 10-41-1,0 0-56-15,0 11-27 0,0 12-9 16,0 9 7-16,0 2-8 15,1 1 0-15,2-3 9 16,-1-4-8-16,-1-6 1 16,-1-5-1-16,0-6 0 15,0-5-1-15,0-6-25 16,0-2 24-16,0-19 1 16,-1-11 0-16,1-24 12 15,8-23-12-15,12 3 23 16,4 9 9-16,0 17 9 15,-8 31-1-15,5 5-11 16,3 11-19-16,-1 4-9 0,2 25 1 16,0 11 15-16,-3 7-16 15,-2 7 1-15,-4 1 4 16,-5 1-5-16,-2-7 0 16,-8-2-1-16,-1 2-70 15,-1-12-193-15,-14-10-524 0</inkml:trace>
  <inkml:trace contextRef="#ctx0" brushRef="#br0" timeOffset="34472.36">33366 6285 529 0,'0'0'1635'15,"0"0"-1360"-15,0 0-131 16,0 0-144-16,0 0-141 0,-94-17-866 15</inkml:trace>
  <inkml:trace contextRef="#ctx0" brushRef="#br0" timeOffset="41794.7">16754 7000 199 0,'0'0'36'0,"0"0"32"16,0 0 287-16,0 0-68 15,0 0-100-15,0 0-74 16,0-19 1-16,0 15 14 16,0-1 4-16,-3 0 16 15,0 2-11-15,-3-2-13 16,-1-1 3-16,-2 1-16 15,-1-1-34-15,-4 0-19 16,2-2 14-16,-4 1-18 16,1 0 13-16,-3 0 6 15,0 0-24-15,-3-1-19 0,-1 4 4 16,-3-1-9-16,1 4 4 16,-2-1-7-16,-2 2 7 15,0 0 5-15,-4 0-10 16,1 8 1-16,-2-1-5 15,0 4 5-15,0-1-8 16,1 1 6-16,3-2-9 16,-1 2 10-16,4-1-3 15,2 0-12-15,2 1 1 16,3 0 5-16,2 0-4 16,-2 3-4-16,2 5-7 0,-2-1 12 15,0 5-4 1,2 2-2-16,1 0 1 0,2 3-1 15,2-2-4-15,0 6-1 16,3-2 10-16,2 4-11 16,-2 0 6-16,3 1 9 15,1-3-7-15,2 1 7 16,3 0 1-16,0-1-2 16,0 1 1-16,0 0 4 15,0-2-3-15,9 1-5 16,6-3 2-16,2 1-1 15,3-2 2-15,4 1-1 16,4-2-2-16,5-1 4 16,2-2 6-16,2-2-8 15,1 0-2-15,1-5-4 16,-1-3 4-16,-1-1-10 16,1-2 8-16,-1-5-7 0,-5 0 4 15,1-1 1-15,-1-5 1 16,0 0-2-16,3 0 0 15,-1 0 0-15,2-9-5 16,-2 1 5-16,2-3 0 16,-2 0-5-16,-1 0 5 15,-2 0-5-15,-1-3 1 16,-1-2 5-16,-3-1 2 16,0-3 2-16,-1 1-4 15,-1-3 2-15,-3 0 2 16,-3 0-2-16,-2-2 0 15,-4-2-8-15,0-1 15 16,-4-2-4-16,-4-4-1 0,-1-1-4 16,-3-1 4-16,0-1-10 15,0-1 11-15,0 1-6 16,-7 0 0-16,-1-3 0 16,-4 3-5-16,0-1 5 15,-1 4-5-15,-1 6 1 16,1 3-1-16,-2 4 0 15,2 3 5-15,-2 1-5 16,-2 4-1-16,-1-1 1 16,-4 1 0-16,0 1 0 15,-2 1-1-15,0 3 0 16,0-1 0-16,0 2 1 0,3 2-1 16,-3 2 0-16,2 0 0 15,3 2 0-15,-2 0 0 16,3 0 0-16,3 0 0 15,2 0 0-15,5 0 0 16,2 0-1-16,3 0-5 16,0 0-26-16,0 0-41 15,-2 0-59-15,5 4-108 16,0-2-409-16,0-2-656 0</inkml:trace>
  <inkml:trace contextRef="#ctx0" brushRef="#br0" timeOffset="46450.39">3426 4336 1003 0,'0'0'489'16,"0"0"-272"-16,0 0 48 0,-81-78-42 15,39 58-43 1,-10 3 0-16,-9 3-30 0,-19 12-24 16,-20 2-35-16,-27 30-18 15,-10 23 18-15,4 19-23 16,9 14-28-16,17 9-1 15,5 10 0-15,8 12 3 16,6 7 9-16,12 2-20 16,18-3 5-16,12-2-1 15,19-8 5-15,15 1-14 16,12 2 1-16,9-7 0 16,27 1-5-16,13 0 4 15,18 2-5-15,21-2 4 16,16-9-1-16,16-6 3 15,14-17 8-15,9-12-13 0,4-14 7 16,-1-21 2-16,-2-15 4 16,-4-16-5-16,-2-15 4 15,-4-23-1-15,-6-18-3 16,-7-16-3-16,0-20-13 16,-5-17-13-16,-4-10 0 15,-3-9 8-15,-12-5-1 16,-3 1-2-16,-12 3 11 15,-13 0-17-15,-16 4 0 16,-15-1 0-16,-13 0 0 16,-13 2 0-16,-12 1 0 15,-6 7 0-15,-27 7 0 16,-19 7 0-16,-2 23 0 16,0 18 0-16,-20 6 0 0,-20 6 0 15,-24 2 0-15,-19 5 0 16,0 22-41-16,8 15 12 15,-5 5 16-15,-9 21-7 16,-6 11 2-16,-2 12-7 16,5 5-7-16,13 6 7 15,15 3-4-15,27-5 11 16,23-10-37-16,23-6-58 16,15-3-85-16,14 22-59 15,4-8-432-15,12-4-22 0</inkml:trace>
  <inkml:trace contextRef="#ctx0" brushRef="#br0" timeOffset="47247.3">3239 4374 560 0,'0'0'241'16,"0"0"32"-16,0 0-67 15,0 0-15-15,5-72-31 16,-5 58 8-16,0 0-7 15,0 3 2-15,0 1-13 0,0 1 1 16,0 3 2-16,0 3-2 16,-3 3-20-16,1 0-32 15,1 0-45-15,-2 9-27 16,-1 13-16-16,-1 11 9 16,2 9 26-16,3 8 2 15,0 7 17-15,0 2-1 16,0 4-12-16,8 10 7 15,3 16-23-15,0 17 16 16,2 6 5-16,-4-9-12 0,-3-11 8 16,0-9-22-1,-3-15 11-15,-1-9-4 0,-2 9-1 16,0 7-8-16,0 1-11 16,0-1 6-16,0-20-2 15,0-12 1-15,0 6-10 16,0 5 1-16,0 7 1 15,0-4-9-15,0 0 4 16,0-3-1-16,0-1 3 16,0-6-10-16,-3-5 13 15,1-2-6-15,-1-2-3 16,-1-1 1-16,-4 1 2 16,2-1 2-16,-1 1-10 15,1-1 13-15,-3 2-1 0,0 0 6 16,-3-1-19-16,3-2 0 15,3-4 0-15,-1-6 0 16,2-1 0-16,4-4 0 16,-1-4 0-16,2-2 0 15,0-6 0-15,0-1 0 16,0-3 0-16,0-4 0 16,0-1 0-16,0 0 0 15,0 0 0-15,-1 0 0 16,-4 0 0-16,-1-1-14 15,-7-5-130-15,-5 0-100 16,-3 1-211-16,2-4-673 0</inkml:trace>
  <inkml:trace contextRef="#ctx0" brushRef="#br0" timeOffset="49008.66">2738 5141 428 0,'0'0'1316'16,"0"0"-1010"-16,0 0-26 15,0 0-29-15,0 0-26 16,0 0-56-16,36-77-46 15,-34 74-21-15,-2 2-26 16,0 1-12-16,0 0-8 16,0 0-8-16,-6 4-11 15,-14 11-1-15,-10 8 15 16,-7 6 20-16,-5 3-5 16,-1-1-14-16,3 0-14 15,4 1-14-15,9-6-6 16,5-1-8-16,8-4 1 15,7-4-10-15,4-4 0 0,3-3 0 16,0-4-1-16,1 2-1 16,16-4 1-16,8 1 0 15,11-5 0-15,7 0 1 16,11 0 5-16,1-6-6 16,-1-5 1-16,-7 2 4 15,-9-1-5-15,-10 4 1 16,-11 2-1-16,-7 2 2 15,-7 2-2-15,-3 0 2 16,0 0-1-16,0 0 5 16,-13 2-4-16,-12 13 4 15,-13 2-5-15,-4 9 0 16,-10 3 7-16,4 3 1 16,0-1 9-16,5 1 3 15,6-1 1-15,11-5-1 0,4 1-3 16,9-2-1-16,5 1-7 15,5-2 2-15,3-2-3 16,0 1 2-16,14-3-4 16,5-2 11-16,8-4-18 15,4-2 0-15,7-9 0 16,3-3 0-16,9 0 0 16,-1-11 0-16,-3-6 0 15,-6-2 0-15,-7-1 0 16,-6 4 0-16,-12 2 0 15,-6 4 0-15,-2 3 0 16,-7 4 0-16,0 3-164 0,0 0-133 16,-3 0-467-16</inkml:trace>
  <inkml:trace contextRef="#ctx0" brushRef="#br0" timeOffset="50580.28">3745 5090 494 0,'0'0'652'0,"0"0"-311"0,0 0 20 16,0 0-26-16,0 0-59 15,0 0-58-15,0 0-57 16,-78-56-52-16,61 56-34 16,-3 11-25-16,-2 5-14 15,1 7-4-15,0 2-4 16,6 1-8-16,3-1-7 15,5-1-7-15,5-1-4 16,2-6-2-16,0-3 1 16,12-6-1-16,6-4 0 0,3-4 0 15,4 0 0 1,2-12 0-16,1-10-18 0,-5-3-2 16,2-4-7-16,-7-5 12 15,-6-2 6-15,-6 2 9 16,-3-1 0-16,-3 7 2 15,0 7 8-15,0 8 16 16,0 5 22-16,0 6-8 16,0 2-4-16,0 0-16 15,0 20-13-15,0 12-5 16,10 13 27-16,4 8 36 16,2 4 7-16,4 1-11 15,-1-5-1-15,5-2-13 16,-2-5-11-16,-2-1-6 0,-4-3-3 15,-4-3 6-15,-3-3-12 16,-5-5-8-16,-4-2-1 16,0-5-4-16,-8-2-1 15,-9-3-6-15,-4-4 10 16,-4-5-10-16,4-6 5 16,-6-4-5-16,3-4 7 15,2-15-2-15,5-4-6 16,4-4 0-16,7 2-1 15,3 0-5-15,3 4-1 16,0 3-8-16,6 6 13 16,6 0-8-16,0 7-2 15,-3 0-8-15,0 3 2 0,1 2-22 16,-5 0-28 0,-2 0-32-16,-2 8-56 0,-1 9-105 15,0-1-371-15,0-3-432 0</inkml:trace>
  <inkml:trace contextRef="#ctx0" brushRef="#br0" timeOffset="50721.43">3866 5574 1721 0,'0'0'569'15,"0"0"-351"-15,0 0-102 16,0 0-116-16,0 0-14 15,0 0-586-15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54:55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10952 17311 22 0,'0'0'1263'16,"0"0"-946"-16,0 0-68 16,0 0-7-16,0 0-28 15,0 0-11-15,0 3-43 16,33-7-25-16,9-4-41 0,13 3-34 15,3-1-24-15,-1 3-13 16,-4 2-15-16,-5-1-8 16,-6 2 0-16,-12 0-28 15,-9 0-77-15,-9 0-134 16,-12 0-102-16,0 0-266 16,-18 0-99-16</inkml:trace>
  <inkml:trace contextRef="#ctx0" brushRef="#br0" timeOffset="165.44">11057 17544 1287 0,'0'0'811'0,"0"0"-627"16,0 0-2-16,0 0-55 16,0 0 17-16,0 0-50 0,0 0-55 15,49-3-39-15,12-15-43 16,-7 1-242-16,-8-3-477 0</inkml:trace>
  <inkml:trace contextRef="#ctx0" brushRef="#br0" timeOffset="2102.28">20100 17449 833 0,'0'0'591'0,"0"0"-311"0,0 0-84 16,0 0 12-16,0 0 21 16,0 0 3-16,8-22-52 15,26 18-35-15,11 4-40 16,13 0-20-16,7 0-9 16,6 0-17-16,0 0-23 15,-4 0-17-15,-6 0-10 16,-7 0-8-16,-7 0 0 15,-8-3-1-15,-7 0-1 0,-8 0-41 16,-6 2-43-16,-5-6-53 16,-4 4-107-16,-9-6-118 15,0 2-292-15,0 0-394 0</inkml:trace>
  <inkml:trace contextRef="#ctx0" brushRef="#br0" timeOffset="2321.32">20251 17657 1160 0,'0'0'824'0,"0"0"-477"16,0 0-188-16,0 0-22 16,0 0 93-16,104-3-60 0,-51-10-85 15,3 3-35-15,-1-1-32 16,-1 2-18-16,-6-1 0 15,-7-1-74-15,7-9-111 16,-9 3-271-16,-13-2-314 0</inkml:trace>
  <inkml:trace contextRef="#ctx0" brushRef="#br0" timeOffset="62199.88">16580 7678 127 0,'0'0'0'0,"0"0"-94"16</inkml:trace>
  <inkml:trace contextRef="#ctx0" brushRef="#br0" timeOffset="62681.37">16579 9980 480 0,'0'0'375'0,"0"0"-323"15,0 0-52-15,0 0-416 0</inkml:trace>
  <inkml:trace contextRef="#ctx0" brushRef="#br0" timeOffset="66096.9">15708 6174 113 0,'0'0'899'0,"0"0"-673"16,0 0-67-16,0 0-25 15,0 0 7-15,0 0-16 16,0 0-41-16,-2 14-43 15,18-4 37-15,8 2 48 16,4 0-11-16,5 3-30 16,8-3-15-16,5-2 4 15,6 0 11-15,9-1-3 16,4-2-23-16,1-1-8 16,2-2-6-16,-3 0-8 0,1-1-8 15,-3-1-7-15,-1-2-1 16,1 0 6-16,0 0-3 15,0-2 0-15,-4-5 10 16,-2 0-5-16,-2-1-7 16,-6 2-6-16,-6 0-1 15,-4-1-3-15,-3 4-1 16,-4-1-1-16,-3-1-4 16,0 0 2-16,0-1 1 15,-2 0 0-15,3-2 10 16,0 0-13-16,1-4 3 15,1-1-1-15,1 0 1 16,-1-3-9-16,0-1 1 0,0-1 7 16,1 0 8-1,-2-4-4-15,-1 2-3 0,-2-1 2 16,-1 0-11-16,-4-1 1 16,-1-1 1-16,-1-3 5 15,-5 1-5-15,-1-1 10 16,-4-3-7-16,-1 0-5 15,-7 0 0-15,-2-1 8 16,-1 1-7-16,0-1-1 16,-7 2-8-16,-5 2 8 15,-3-3-12-15,-4 5-6 16,-4-3 3-16,-2 4 0 0,-1 0 6 16,-3 1-8-16,-5 6-4 15,-1 1 16-15,-2 0 4 16,-7 3-21-16,-2 3 4 15,-4 1-7-15,-1 3 8 16,-1 1 17-16,-2 1 6 16,3 1-5-16,-2 2-1 15,1 0-12-15,-2 0 11 16,1 0-14-16,0 0 6 16,-1 3 8-16,1 2 1 15,3 1 0-15,0-3-16 16,1 3 4-16,2-1 12 15,3 1 10-15,2-1-10 0,0 1 0 16,-1-1 1 0,1 3 6-16,-3-1-6 0,5 3 0 15,-1-3 4-15,5 3-5 16,1 0 1-16,5 0-1 16,4 1 1-16,4 0-1 15,1 1 1-15,3 1-1 16,-1 2 0-16,0 4 0 15,2-2 2-15,1 3-1 16,1 1 0-16,0-4 1 16,3 0-1-16,0 0-1 15,2-3 2-15,1-1 8 16,1-3-1-16,1 1-3 16,1 2-5-16,0-3 5 15,1 4-6-15,2 4 2 0,2 0 7 16,1 4-2-1,0 2 4-15,0 3 5 0,10 2 7 16,6-2 1-16,1 3-3 16,3-2 6-16,-1-1-3 15,2-4-5-15,-2-1 1 16,-2-7-4-16,-2-2 0 16,-3-5-5-16,-3-1 1 15,-2-5-11-15,-3-2 5 16,-1 0-5-16,0 0 0 15,2-1 0-15,1-10 6 16,3-2-7-16,-5 0-24 16,-1 1-29-16,-3-6-144 0,-7 2-443 15,-11 4-1000-15</inkml:trace>
  <inkml:trace contextRef="#ctx0" brushRef="#br0" timeOffset="73678.75">10723 17273 185 0,'0'0'739'16,"0"0"-502"-16,0 0-34 0,0 0 7 15,0 0 19 1,0 0-43-16,-14-8-16 0,14 4-51 16,0 4-31-1,0 0-12-15,0 0-21 0,0 0-4 16,0 0-13-16,9 0 32 16,7 2 2-16,6 4-16 15,3 2-12-15,3-2-1 16,3-1-1-16,5 4-6 15,3-4 0-15,-2 0-8 16,1 2 2-16,-1-2-9 16,-1 0-5-16,-1-2-1 15,-3-2-3-15,-3 1 5 16,0-2-8-16,-5 0 3 16,3 0-3-16,0 0 0 0,-2 0-2 15,3 0 1-15,2-3 1 16,0 0 1-16,0 0-4 15,-1 1 6-15,1-3-12 16,-1 2 12-16,-3-1-12 16,0-1 8-16,-1 2-2 15,1-2 1-15,-1 1 2 16,-3-1 6-16,-1 0-14 16,0-1 16-16,-2 2-10 15,0-1 2-15,0 1-8 16,-4 1 6-16,3-3-6 15,-2 3-1-15,-1-2 7 16,3 2-6-16,-2-3 5 16,-1 0-3-16,3-1 3 15,1 0 0-15,1-3 3 0,-2 0-8 16,1 1 10-16,1-1-10 16,0 0 8-16,0 1-8 15,-4 1 5-15,2 1-5 16,-3-2-1-16,0 1 1 15,-3-1 5-15,3 1-5 16,-2-4 1-16,2 2-1 16,0-4 12-16,0-4-2 15,0 1 1-15,1-4-3 16,-2 2-2-16,0-5 1 0,-1 2-7 16,-3 0 0-1,0 0 5-15,-1-4 0 0,-3 0 0 16,-1-1-6-16,2 2 1 15,-2-1 8-15,-4-2-8 16,-1 3 0-16,0-2 0 16,0 3-2-16,0-4-4 15,-4 3 3-15,-5 0 1 16,0 0-11-16,1-1 1 16,-3 0-4-16,0-1 9 15,0-2-4-15,-2 0 1 16,0-2-6-16,-5 1-5 15,3-1 5-15,-4 0 0 0,-1-2-4 16,2 3 0 0,-3 1-1-16,2 1-1 0,-2 0 0 15,-1 2 5-15,1-3-8 16,0 4-3-16,0-1 15 16,-1-1-8-16,1 3-2 15,-3 0-5-15,0 1 0 16,-1 2-13-16,0 0 14 15,0 1 13-15,-3 1 2 16,3 3 2-16,-2 0 0 16,-1 4-3-16,1-1-27 15,-1 3-13-15,1 0 21 16,0 1-2-16,1 4-3 16,1-1 17-16,0 1 5 15,-1 2 1-15,0 1 4 0,-4 1-3 16,-2 1-6-16,0 0 11 15,-3 0-1-15,1 0-1 16,-2 1 8-16,-4 4-5 16,4 3-1-16,-3 0 6 15,2 5 0-15,-3-4 1 16,4 3-1-16,2 0 2 16,1-1-1-16,3 0 2 15,2 0-1-15,1 0-1 16,0-1 0-16,3 2 0 15,3-2-1-15,2 0 1 16,2 0 0-16,-1-1 1 16,2 1-1-16,3 1 1 0,-1-1 0 15,-1 3 0-15,3-1-1 16,-4 2 0-16,1 5-1 16,-3 3 1-16,-1 0 0 15,-1 4 1-15,-2-3 0 16,1 1 1-16,2-2 7 15,-1-2 0-15,5-2-8 16,2-1 0-16,2-2 11 16,1 1 1-16,1-2-5 15,3-1-1-15,0 4 5 16,0-2 2-16,2 3-1 16,1 1 1-16,1 2-2 0,1 1 8 15,1 2 4 1,0 2 8-16,0 1-7 0,0-2 0 15,0 1 1 1,0-2 1-16,3-1-3 0,0 2 6 16,1-3-9-16,-1 2 1 15,0-3 0-15,0 2-5 16,0-1-8-16,0 1 4 16,2-1 1-16,1 3 1 15,1 0 7-15,-1-2-1 16,0 4 3-16,0-5-6 15,0-1 0-15,3 0 0 16,-2-3-1-16,1 2-2 16,2-1-3-16,1 2 1 15,-1 0 3-15,3 1-8 0,-2 1 4 16,5-1-2-16,-4 0-4 16,0-1-5-16,2-1 7 15,-2-2-1-15,-1 0 7 16,1-1-1-16,1 0 2 15,-2-3-1-15,0 1-4 16,0-1 1-16,0-4 5 16,0 0-7-16,0 0-3 15,-2 1 2-15,2-2 2 16,-1-1 2-16,1 0 0 16,-1-1-4-16,2 0-2 15,0 0 4-15,0-2 1 16,3 2-2-16,-3-1 4 0,3-3-12 15,-2 1 10-15,2 0-10 16,0-1 8-16,3-1-1 16,-1-1 1-16,0-1-8 15,-2 0 7-15,2 0-1 16,-1 0-1-16,-3 0 0 16,4-1 0-16,-4-4-5 15,-2 0 0-15,-1 2 0 16,-4 0 0-16,0 1 1 15,-3 2-1-15,0 0 0 16,-3 0-1-16,2 0 2 16,-2-1-2-16,0 1 0 15,0 0 1-15,0 0-1 16,0 0 0-16,0 0 0 0,0 0-6 16,0 0-2-16,0 0-1 15,0 0-25-15,0 0-22 16,0 1-83-16,-8 21-156 15,-6-2-426-15,-6 0-1221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55:09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25109 2437 1313 0,'0'0'631'0,"0"0"-498"16,-44-84 54-16,10 62 28 16,-9 15-18-16,-20 10-89 15,1 23-48-15,-5 18-6 16,4 11-27-16,21-1-12 15,10 4-5-15,21-8-10 16,11-10 0-16,15-7 0 16,22-10 1-16,8-3 0 0,7-7 0 15,3-4-1-15,-4 1 0 16,-3-3 1-16,-12 3 0 16,-11-1-1-16,-11 2 0 15,-10 5 1-15,-4 4 0 16,-9 4 13-16,-15 2-8 15,-12 3-5-15,-7 1-1 16,-9-2 0-16,-3-2-8 16,4-6-104-16,6-18-180 15,18-2-276-15,15-11-812 0</inkml:trace>
  <inkml:trace contextRef="#ctx0" brushRef="#br0" timeOffset="185.9">25346 2518 1765 0,'0'0'373'16,"0"0"-144"-16,0 0 31 15,12 99-55-15,-6-59-120 16,-3 0-57-16,-2 1-20 16,-1-7-8-16,0-6-133 15,-7-9-214-15,-5-8-399 16,0-11-531-16</inkml:trace>
  <inkml:trace contextRef="#ctx0" brushRef="#br0" timeOffset="324.54">25334 2313 768 0,'0'0'119'0,"0"0"-46"16,64 81-73-16,-26-44-20 15,-3-6-677-15</inkml:trace>
  <inkml:trace contextRef="#ctx0" brushRef="#br0" timeOffset="788.56">25664 2403 1160 0,'0'0'360'0,"0"0"-13"15,0 0-114-15,0 0-80 16,0 0-77-16,-79 6-54 15,65 19-7-15,5 5-14 16,3-1 0-16,6 0 1 16,0-4-2-16,0-4-1 15,11-7-5-15,1-8-20 16,0-6-10-16,-3-3 21 16,1-15 15-16,-4-7 0 15,-1-3 1-15,-2 3 14 16,-2 3 30-16,-1 8 41 15,2 9 9-15,1 5-39 16,4 5-41-16,3 21-4 16,10 12 8-16,5 10 5 15,8 8 22-15,4 7 39 0,0 2-24 16,-4-1-12-16,-4-3-16 16,-9-7-16-16,-9-7-4 15,-8-7-4-15,-3-8 6 16,-6-10-4-16,-15-7 7 15,-6-10 4-15,-5-5-3 16,-4 0-10-16,-3-18-8 16,-1-3-1-16,4-6-17 15,5 1-31-15,7 1-45 16,9 1-93-16,7 4-29 16,8-11-99-16,0 5-307 15,12 1-420-15</inkml:trace>
  <inkml:trace contextRef="#ctx0" brushRef="#br0" timeOffset="1359.19">26088 2453 1585 0,'0'0'485'16,"0"0"-272"-16,0 0-104 15,0 0-45-15,0 0 59 16,0 0-15-16,38 86-3 16,-30-56-54-16,-1 0-6 0,-1-3-23 15,-3-5-16-15,1-5-5 16,-1-5 5-16,-3-7-5 16,0-5-1-16,0 0 2 15,0-7 11-15,0-15-13 16,-3-11-7-16,-2-6-3 15,5-3 9-15,0 4 1 16,0 8-1-16,5 7 0 16,6 12 0-16,1 7 0 15,3 4-5-15,1 0 5 16,2 12 0-16,1 5-1 16,-4 2 2-16,2 1 0 15,-5 1-1-15,-3-4 1 0,-2-2-6 16,-4-5 6-16,-2-3 1 15,1-5-1-15,-2-2 11 16,0 0 20-16,0-14 62 16,0-10-51-16,0-3-32 15,8-5-1-15,2 4-1 16,6 8-7-16,1 8 0 16,2 9 0-16,3 3-1 15,2 10 0-15,2 12 1 16,1 9 0-16,0 5-1 15,-2 0-8-15,-3 1 8 16,-4-2-33-16,2 3-145 16,-8-8-184-16,-4-9-453 0</inkml:trace>
  <inkml:trace contextRef="#ctx0" brushRef="#br0" timeOffset="1883.26">26794 2316 1706 0,'0'0'298'16,"0"0"-74"-16,0 0-55 15,-50 73 6-15,41-34-72 16,4 4-27-16,5-1-30 16,0-1-18-16,2-5-13 15,7-6-9-15,3-9-5 16,-1-7 8-16,2-11-8 0,0-3 0 15,0-14-1-15,5-16 1 16,-3-6 0-16,0-8-2 16,-5-2-3-16,-3 0-8 15,-7 7 10-15,0 6 1 16,0 11 0-16,-5 10-5 16,-1 10-2-16,-3 2-10 15,5 12 0-15,2 8 7 16,2 3-30-16,9-1-27 15,12 1 14-15,9-5 17 16,4-3 12-16,6-7 5 16,1-7 13-16,-2-1 6 15,-1 0 0-15,-5-12 1 0,-5-2 8 16,-8-1-7-16,-4 6 54 16,-5 2 33-16,-4 7-4 15,3 0-38-15,2 7-21 16,5 10 14-16,1 9-9 15,0 1 4-15,-5 2-22 16,0-3-10-16,-7-1-2 16,-1-8-11-16,-5-7-137 15,-6-10-120-15,-12-10-222 16,0-12-549-16</inkml:trace>
  <inkml:trace contextRef="#ctx0" brushRef="#br0" timeOffset="2380.43">27572 2311 1570 0,'0'0'261'16,"0"0"63"-16,0 0-151 16,0 0 11-16,-87 16-92 15,71 15-29-15,1 8 14 16,6 7-10-16,4 3-26 16,5-2-25-16,0-1-1 0,8-8-15 15,5-8 0 1,-1-10 1-16,3-13-1 0,-2-7-24 15,3-13 9-15,0-20-22 16,-4-14 16-16,-1-25 20 16,-4-26 1-16,-6-31 7 15,1-7 7-15,-2 35 11 16,0 34 19-16,0 46 29 16,0 21 60-16,0 0-70 15,0 7-50-15,0 20-12 16,0 13-1-16,0 12 12 15,3 8-11-15,10 1-1 16,3 2-1-16,5-4-5 0,4-5-39 16,7-9-137-16,19-14-279 15,-5-14-177-15,-6-15-385 0</inkml:trace>
  <inkml:trace contextRef="#ctx0" brushRef="#br0" timeOffset="2517.12">27936 2380 920 0,'0'0'880'15,"0"0"-554"-15,0 0-93 16,0 0-116-16,0 0-48 16,0 0-47-16,0 0-22 15,122-10-22-15,-51 10-130 16,-10 0-186-16,-14 2-540 0</inkml:trace>
  <inkml:trace contextRef="#ctx0" brushRef="#br0" timeOffset="2652.85">28001 2584 1855 0,'0'0'295'0,"0"0"17"0,0 0-203 15,0 0-90-15,0 0-19 16,133-25-122-16,-24-4-407 16,17-5-856-16</inkml:trace>
  <inkml:trace contextRef="#ctx0" brushRef="#br0" timeOffset="2889.59">30033 1576 2123 0,'0'0'515'0,"0"0"-280"15,0 0-159-15,0 0-55 16,0 0-21-16,7 138 6 15,14-33 22-15,6 13 8 16,1 5 13-16,-6-6-8 16,-6-9-25-16,-5-6-16 15,-5-8-17-15,-6-20-200 16,0-23-474-16,-7-23-817 0</inkml:trace>
  <inkml:trace contextRef="#ctx0" brushRef="#br0" timeOffset="3116">28966 2815 2254 0,'0'0'317'15,"0"0"-160"-15,0 0-32 16,170 21 58-16,72-49-5 16,65-13-56-16,38-8-36 15,-1-1-37-15,-29 6-14 16,0 2-26-16,-22 8-9 15,-48 8-24-15,-75 12 22 16,-79 9-11-16,-61 3-53 16,-79 2-199-16,-17 2-378 15,-23 7-469-15</inkml:trace>
  <inkml:trace contextRef="#ctx0" brushRef="#br0" timeOffset="3372.18">29215 3199 2371 0,'0'0'478'16,"0"0"-239"-16,0 0-118 15,0 0-23-15,0 0-52 16,0 113 3-16,0-58 19 0,0 8-37 15,9-2-22-15,0-6-9 16,2-6-9-16,2-9-17 16,12-15-115-16,-4-11-174 15,3-14-524-15</inkml:trace>
  <inkml:trace contextRef="#ctx0" brushRef="#br0" timeOffset="3583.92">29852 3144 2277 0,'0'0'505'16,"0"0"-306"-16,0 0-97 15,12 82 64-15,3-6-49 0,7 20-30 16,-1-5-3-16,-6-17-38 16,-7-23-32-16,-6-17-14 15,-2-1 0-15,0-1-48 16,-8-7-105-16,-25-25-106 15,0-8-387-15,-1-18-822 0</inkml:trace>
  <inkml:trace contextRef="#ctx0" brushRef="#br0" timeOffset="3739.04">29685 3417 1825 0,'0'0'351'0,"86"-9"-63"0,12-4-85 15,33-1-18-15,7 4-109 16,-9 3-76-16,-24 1-11 16,-40 3-277-16,-19-2-378 0</inkml:trace>
  <inkml:trace contextRef="#ctx0" brushRef="#br0" timeOffset="4106.94">30595 3255 1879 0,'0'0'319'0,"0"0"-93"16,0 0-143-16,0 0-13 15,0 0-29-15,0 0-12 16,17 76-14-16,2-73-3 0,1-3 0 16,-1-7 4-16,0-13-1 15,-4-5-1-15,-2-3-7 16,-4-4 7-16,-7 3 32 15,-2 4 51-15,-5 3 5 16,-15 10 8-16,-6 6-20 16,-6 6-12-16,-1 9-14 15,0 19 2-15,3 12-16 16,7 7-8-16,7 8 6 16,13 2-9-16,3-2-5 15,15-6-4-15,15-10-21 16,10-9-3-16,6-12-5 15,5-13-1-15,4-5-8 0,-1-9-46 16,10-37-126 0,-15 3-200-16,-10-6-785 0</inkml:trace>
  <inkml:trace contextRef="#ctx0" brushRef="#br0" timeOffset="4295.99">30877 2994 1932 0,'0'0'535'15,"0"0"-258"-15,0 0-81 0,0 0-105 16,0 0-58-16,0 0-33 16,85-7-52-16,-43-5-261 15,-2 0-424-15</inkml:trace>
  <inkml:trace contextRef="#ctx0" brushRef="#br0" timeOffset="4762.53">31216 2819 720 0,'0'0'1413'16,"0"0"-930"-16,0 0-191 0,0 0-111 15,0 0-56 1,0 0-68-16,0 0-23 0,22-3-14 16,0 2-12-16,3-1 0 15,1-1-7-15,4-1 10 16,0-2-10-16,1 0 8 16,-4-3-7-16,-5 1-1 15,-6 2 6-15,-8 4 1 16,-5 0 14-16,-3 2-4 15,0 2-4-15,-11 14-13 16,-11 12 9-16,-5 9 5 16,-4 1 18-16,3 0-3 15,4-2 2-15,7-9-2 16,9-1 1-16,6-6-5 16,2-3-1-16,16-6 5 0,19-4 9 15,21-7 11 1,26 0-14-16,-1-6-11 0,-4-8-13 15,-9-1-6-15,-16 0-5 16,-1-1-1-16,-5 1-6 16,-15 4-9-16,-20 8-18 15,-40 3-24-15,-16 17-141 16,-25 3-533-16</inkml:trace>
  <inkml:trace contextRef="#ctx0" brushRef="#br0" timeOffset="15534.14">27883 4945 1279 0,'0'0'503'16,"0"0"-345"-16,0 0-29 15,0 0-13-15,0 0 27 0,26 38-37 16,-7-28-7 0,5 0-38-16,3-7-28 0,1-3-14 15,0-6-4-15,-1-16-4 16,0-9-4-16,-6-7 1 15,-7-4 2-15,-6-1 2 16,-8 1 27-16,0 6-15 16,-10 3-13-16,-8 8-2 15,-6 12-7-15,-6 9-2 16,-7 4-4-16,-6 22 3 16,-10 26 2-16,-3 27 4 15,7 20 27-15,13-6 11 16,21-16 14-16,12-25 3 15,3-19-6-15,12 3-5 16,10-1-3-16,8-1-1 0,7-7-9 16,7-9-6-16,5-8-6 15,3-6-6-15,-4 0-10 16,-5-15-8-16,3-21-40 16,-11 4-204-16,-10-5-663 0</inkml:trace>
  <inkml:trace contextRef="#ctx0" brushRef="#br0" timeOffset="16390.31">28102 4193 548 0,'0'0'312'15,"0"0"15"-15,0 0 30 0,0 0-57 16,0 0-51-16,0 0-47 15,0 0-19-15,-6-5-63 16,11 2-59-16,10-2-24 16,9 0-16-16,10-2-3 15,11-1 6-15,6 4-3 16,8-1-8-16,3 3-1 16,-3-1-6-16,-2 0-4 15,-11 0 4-15,-10 0-5 16,-11 0 1-16,-11 3 4 15,-8 0-6-15,-6 0 12 16,0 0-11-16,0 0 10 16,-17 9-5-16,-13 11 12 0,-11 10-2 15,-4 6 17-15,-3 2 4 16,9-2-16-16,6-3 11 16,11-2-4-16,9-6-4 15,5-3 0-15,8-4-3 16,0-2-3-16,9-3-2 15,15-3 4-15,10-1 1 16,8-5 1-16,7-4-7 16,1 0-14-16,-1 0-1 15,-6-6-9-15,14 6-71 16,-11 0-301-16,-10 0-435 0</inkml:trace>
  <inkml:trace contextRef="#ctx0" brushRef="#br0" timeOffset="16865.14">26560 5685 1465 0,'0'0'279'0,"0"0"-81"15,0 0 46-15,0 0-104 16,0 0-1-16,0 0 83 15,292 61-9-15,-13-95-45 16,51-12-38-16,13 0-28 16,-15 7-50-16,9 6-17 15,1 3-4-15,-15 6-4 16,-24 0 0-16,-38 2-4 16,-47 0-11-16,-52 5-11 0,-57 0 5 15,-45 8-5 1,-35 4 5-16,-19 2-4 0,-3 1-2 15,-3 1 1 1,-22 1-1-16,-56 0-21 0,-68 23-132 16,6 1-405-16,-6 1-680 15</inkml:trace>
  <inkml:trace contextRef="#ctx0" brushRef="#br0" timeOffset="17743.09">27797 6254 1242 0,'0'0'258'0,"0"0"47"16,119-56 1-16,-73 32-34 15,-7 2-55-15,-10 5-27 16,-12 7-40-16,-9 5-20 16,-8 3-33-16,0 2-38 15,-12 2-16-15,-40 23-4 16,-47 23-11-16,-39 17-7 0,5 1-7 16,22-15 13-1,47-15-2-15,34-13 4 0,7 2-8 16,6 2-12-16,9-1-8 15,8-2-1-15,26-2-1 16,19-7 1-16,23-4 0 16,1-8 14-16,7-3-9 15,-1 0-4-15,-17-8 4 16,0-3-4-16,-13 2 1 16,-16-1-2-16,-12 6 2 15,-11 1 4-15,-4 3-5 16,-2 0 6-16,-14 0 13 15,-31 23 5-15,-34 21-17 16,-1 3 1-16,3 1 13 16,15-3 4-16,23-8 7 0,7-1-26 15,6 1 28-15,11-7-19 16,15-10-1-16,0-4-7 16,25-5 1-16,27-9 12 15,29-2 1-15,25-11 8 16,-4-7-18-16,-19-1-4 15,-26 7-8-15,-20 4-5 16,3-1-43-16,5-2-96 16,10-10-115-16,-16 5-395 15,-11-3-695-15</inkml:trace>
  <inkml:trace contextRef="#ctx0" brushRef="#br0" timeOffset="18282.21">28622 6493 1547 0,'0'0'547'16,"0"0"-304"-16,0 0-4 15,0 0-57-15,0 0-55 16,0 0-78-16,0 0 16 16,56 10-20-16,-31-10-20 15,-2 0-13-15,1 0-3 16,-5-12 4-16,-2-5-6 15,-6-5-6-15,-3-2 0 16,-6-4 8-16,-2 5 16 16,0 1 31-16,-10 8 16 15,-12 9-13-15,-8 5-15 16,-7 7-22-16,-8 22-5 16,4 12-4-16,2 8 14 0,7 6 12 15,13-1 0 1,14-4-12-16,5-8-9 0,13-6 2 15,13-10 8-15,12-9 8 16,11-7 12-16,6-8-7 16,3-2-16-16,-2-5-16 15,-6-9-9-15,-9-5-6 16,-7-2-100-16,-3-17-121 16,-8 5-281-16,-9-1-683 0</inkml:trace>
  <inkml:trace contextRef="#ctx0" brushRef="#br0" timeOffset="18890.08">28910 5796 1064 0,'0'0'726'16,"0"0"-418"-16,0 0 57 15,0 0-66-15,0 0-73 16,0 0-138-16,0 0-51 0,-8-14-22 15,35 11-3-15,12-1 3 16,11-3 0-16,4 1-4 16,-2-3-2-16,-4 1 1 15,-11-1-5-15,-7 3-4 16,-11 2-1-16,-6 2 7 16,-9-1 4-16,-4 3-2 15,0 0 1-15,-3 9 2 16,-18 15-1-16,-12 13 2 15,-10 10 22-15,-3 6-6 16,0 1-5-16,8-4 9 16,11-7-1-16,10-8-5 0,9-9-2 15,7-7-5-15,1-6 1 16,10-6-5-16,15-4 8 16,11-3 8-16,10-1-2 15,8-15-12-15,6-4-6 16,4-5 1-16,4-1-7 15,3-1 2-15,-3 4-7 16,-10 4-1-16,-14 5 0 16,-18 7-20-16,-20 7-7 15,-6 0-12-15,-76 46-43 16,-4 2-210-16,-19 6-964 0</inkml:trace>
  <inkml:trace contextRef="#ctx0" brushRef="#br0" timeOffset="21180.66">29051 4306 1086 0,'0'0'368'0,"0"0"5"16,0 0-59-16,0 0-57 16,0 0-144-16,0 0-64 15,3-13-22-15,-3 22-5 16,0 12-7-16,0 12 21 0,2 6 34 15,-1 7 12-15,2-3-13 16,0-3-2-16,3-4-24 16,-3-4-13-16,0-4-12 15,-2-6-8-15,-1-1-10 16,0-2 0-16,0-5 0 16,0-3-13-16,-6-3-97 15,-8-8-172-15,3-5-189 16,-1-9-387-16</inkml:trace>
  <inkml:trace contextRef="#ctx0" brushRef="#br0" timeOffset="21646.62">29257 4409 1035 0,'0'0'359'15,"0"0"-29"-15,0 0-90 16,0 0-30-16,0 0-65 16,0 0-25-16,0 0-19 15,-22 5-30-15,1 5 21 16,-3 0-11-16,-2 2-26 15,0 1-23-15,0 1-10 0,3 0-3 16,3-1-4-16,4-1-3 16,7-1 3-16,4-5-3 15,5 1-6-15,0 0 0 16,6 3 11-16,14-4 10 16,7 2 8-16,8-3-5 15,2-3 0-15,4 0-15 16,1-2-15-16,1 0 9 15,-4 0 3-15,-5 0 2 16,-6 0-4-16,-8-2-2 16,-8 2-8-16,-6 0 0 15,-4 0 0-15,-2 0-18 16,-2 10-90-16,-10 6-276 0,-2 1-662 16</inkml:trace>
  <inkml:trace contextRef="#ctx0" brushRef="#br0" timeOffset="22279.69">29742 5841 1633 0,'0'0'548'15,"0"0"-172"-15,0 0-64 16,0 0-85-16,0 0-82 16,0 0-59-16,0 0 63 15,12 90-45-15,-6-51-58 16,4 2-11-16,-1-2 1 0,0-3-9 15,0-4-14 1,-2-4-3-16,-2-5-10 0,-2-6-2 16,-2-5-11-16,-1-7-29 15,0-5-63-15,0 0-63 16,0-34-132-16,0-2-480 16,0-2-767-16</inkml:trace>
  <inkml:trace contextRef="#ctx0" brushRef="#br0" timeOffset="22578.05">29995 5838 1721 0,'0'0'538'16,"0"0"-223"-16,0 0-47 16,0 0-69-16,-98 56-70 0,76-33-50 15,1 4-7-15,6-3-21 16,4 0-2-16,4-2-4 15,7-3-1-15,0-6-7 16,10 0 11-16,11-2 8 16,13-5 2-16,7-3 4 15,9-3-23-15,6 0-6 16,3 0-11-16,1-4-8 16,-5-4-4-16,-7 0-8 15,-12 2-2-15,-13 1-20 16,-15 3-68-16,-19 2-76 15,-19 7-115-15,-8 5-526 0</inkml:trace>
  <inkml:trace contextRef="#ctx0" brushRef="#br0" timeOffset="23096.28">27342 7410 1765 0,'0'0'400'0,"0"0"-98"0,0 0-134 15,0 0-3-15,0 0 21 16,37 98-50-16,-23-48-49 16,-1 2-35-16,-4-2-20 15,-3-7-22-15,-3-5-1 16,-3-8-9-16,0-8-20 15,0-8-118-15,-18-14-149 16,-1-7-212-16,-1-12-310 0</inkml:trace>
  <inkml:trace contextRef="#ctx0" brushRef="#br0" timeOffset="23262.23">27273 7340 907 0,'0'0'1089'0,"0"0"-866"15,0 0-72-15,0 0-99 16,0 0-34-16,0 0-5 16,0 0-11-16,70 43-2 15,-42-19-126-15,-2-7-227 16,-7-5-509-16</inkml:trace>
  <inkml:trace contextRef="#ctx0" brushRef="#br0" timeOffset="23418.5">27621 7457 1793 0,'0'0'369'0,"0"0"-133"15,0 0-149-15,0 0-38 0,0 0-28 16,0 0-21-16,0 0-18 16,70 7-138-16,-57-5-176 15,-5-1-427-15</inkml:trace>
  <inkml:trace contextRef="#ctx0" brushRef="#br0" timeOffset="23580.76">27627 7593 1470 0,'0'0'407'0,"0"0"-124"16,0 0-172-16,0 0-11 15,0 0-37-15,104-6-38 16,-52-8-25-16,26-16-68 0,-16 4-291 15,-9-1-709-15</inkml:trace>
  <inkml:trace contextRef="#ctx0" brushRef="#br0" timeOffset="23855.21">28146 7215 1635 0,'0'0'570'0,"0"0"-280"16,0 0-31-16,0 0-68 15,0 0-47-15,0 0-3 0,4 80-38 16,10-47-25-16,-2 3-20 16,1-3-16-16,-3-1-18 15,0 0-18-15,-2-4 0 16,-3-5-6-16,-2-3-15 15,-3-9-67-15,0-5-62 16,-5-6-112-16,-9-9-341 16,-2-7-908-16</inkml:trace>
  <inkml:trace contextRef="#ctx0" brushRef="#br0" timeOffset="24501.4">27461 5884 1136 0,'0'0'313'0,"0"0"169"0,0 0-147 15,0 0-37-15,0 0-33 16,0 0-168-16,0 0-64 16,-16-17-10-16,16 42-23 15,0 12 10-15,1 9 23 16,8 7 10-16,1-4-7 15,1-2-16-15,1-8-13 16,-3-6-5-16,-2-7-2 16,-2-4-6-16,-5-7-123 15,0-6-237-15,0-6-448 0</inkml:trace>
  <inkml:trace contextRef="#ctx0" brushRef="#br0" timeOffset="24845.27">27621 5907 1517 0,'0'0'543'0,"0"0"-298"15,0 0-82-15,0 0 15 16,0 0 40-16,0 0-85 16,0 0-61-16,-48 76-38 15,35-56 1-15,-1-2-8 16,5-5 1-16,5-4-10 0,2 1 0 15,2-4-10-15,0 2-2 16,5 2 9-16,12 2 3 16,6-2 0-16,9-3 10 15,6-3 9-15,2-4 4 16,5 0-8-16,-5-1-3 16,-4-9-20-16,-6 1 7 15,-9 1-8-15,-9 3-9 16,-5 3 0-16,-4 0-1 15,-3 2-20-15,-9 2-13 16,-9 12-35-16,-12 6-546 0</inkml:trace>
  <inkml:trace contextRef="#ctx0" brushRef="#br0" timeOffset="32885.73">11926 9982 1726 0,'0'0'266'0,"0"0"-42"0,0 0-78 16,0 0-35-16,0 0-25 15,8-22-25-15,16 18-29 16,7-2-20-16,6 1-12 16,2-1-9-16,-2 1-81 15,-4-2-92-15,-6 2-162 16,-14 0-898-16</inkml:trace>
  <inkml:trace contextRef="#ctx0" brushRef="#br0" timeOffset="33057.32">11902 10095 1174 0,'0'0'284'0,"0"0"-25"15,0 0-84-15,0 0-22 16,0 0-30-16,85-9-46 16,-34-6-50-16,0-3-27 15,19-12-52-15,-18 4-186 16,-9 2-348-16</inkml:trace>
  <inkml:trace contextRef="#ctx0" brushRef="#br0" timeOffset="33296.12">12092 9726 1458 0,'0'0'484'0,"0"0"-260"0,0 0-63 16,0 0-46-16,91-14-14 15,-42 18-9-15,6 11-15 16,0 4-12-16,-5 0-3 16,-7 3-11-16,-13 2-26 15,-14 0-11-15,-16 5-4 16,-4 6 1-16,-41 12-8 16,-40 14-3-16,-55 14-196 15,13-12-306-15,0-16-1020 0</inkml:trace>
  <inkml:trace contextRef="#ctx0" brushRef="#br0" timeOffset="39454.39">16206 8011 380 0,'0'0'111'16,"0"0"-34"-16,0 0-12 16,0 0 27-16,0 0-39 15,0 0-14-15,-43-22-20 16,35 19 9-16,-3 0 9 15,-2 2-7-15,-3 1-17 0,-5 0-5 16,-3 0-7-16,-4 0-1 16,-5 0 6-16,-3 7-6 15,-3-1-1-15,-3 2-22 16,-1 4 7-16,0 2-10 16,-2 2 25-16,0 2-22 15,1 3-26-15,0 2-17 16,1 2-34-16,-12 11 22 15,10-3 28-15,5-3-47 0</inkml:trace>
  <inkml:trace contextRef="#ctx0" brushRef="#br0" timeOffset="40610.93">14835 8688 188 0,'0'0'138'16,"-91"70"-51"-16,33-24-34 15,-1 2-20-15,0-2-2 16,-2 3-10-16,1-1 18 16,5 0 29-16,4 3-17 15,8 4-21-15,5 2 7 16,10 5 1-16,6 13-12 16,10 13-12-16,9 14-5 15,3 1 3-15,0-7-11 16,12-7 7-16,0-8 4 0,1 0-11 15,2 1 5-15,0-3-3 16,6-1 6-16,-2-3 2 16,4-11-1-16,-4-8-4 15,-1-13-3-15,3 0 10 16,6 5-4-16,5 3 2 16,9 4 8-16,3-6-9 15,3-8 7-15,5-2-4 16,3-8-7-16,5-4 1 15,2-6-1-15,16-6 1 16,-5-6-1-16,2-4 0 16,4-2-3-16,-2-3-2 15,25 0 4-15,10 0-5 16,4 0-1-16,-6 0-11 0,-10-5 11 16,-9-2 0-16,2-1-9 15,1-5-9-15,3-1 19 16,2-2 0-16,-3-1 0 15,-2 2 6-15,-6-2 4 16,-3 1-8-16,-1-2 6 16,-13-1-7-16,-11 2 0 15,-12 3 0-15,-1-5 1 16,10-6 8-16,7-3-9 16,6-7 25-16,-1-3 1 15,-5 1-6-15,-2-2 36 16,-7 3-19-16,-5 0 0 15,-2 4-9-15,-5-1 14 16,-3 0-17-16,-1-5 3 16,-5 1 8-16,-1-5 9 0,0-4-1 15,-2 0-14-15,1-2-2 16,-3-4 3-16,1 1-4 16,-1-4-8-16,-4 1-10 15,-2-1 11-15,-1-2-5 16,-1-1-3-16,-3 1 6 15,-4-3 7-15,-3-2-10 16,-6-2-4-16,-5-13 0 16,0-14-2-16,-14-14-3 0,-11-2-6 15,-7 8 2 1,1 24 3-16,1 17-5 0,2 14 7 16,-3 2-7-1,-10-6 8-15,-11-5-8 0,-21-12-1 16,1 8 7-16,-2 3-6 15,-4 3 11-15,11 5-6 16,-9-2-5-16,0 3 1 16,3 6-1-16,-2 3 6 15,4 5-6-15,2 6 1 16,1 4-1-16,2 3 0 16,5 3 0-16,1 2-1 15,2 5 1-15,5 2-1 16,3 4 0-16,1 2-18 15,2 0 18-15,3 0 1 0,0 0 0 16,1 8 8-16,3 3-8 16,1 2-1-16,-4 1 0 15,3 1 0-15,-2-1 1 16,2 1 1-16,5-3 4 16,4 0-5-16,4-2-1 15,6-1 0-15,2-3 0 16,5 0 0-16,3-1-2 15,3 0-11-15,2-1-50 16,3 1-45-16,3 3-33 16,0-1-40-16,0-2-192 0</inkml:trace>
  <inkml:trace contextRef="#ctx0" brushRef="#br0" timeOffset="69191.06">11902 14634 1007 0,'0'0'217'0,"0"0"-39"0,0 0-27 16,0 0 18-16,0 0-13 15,0 0-30-15,0 9-32 16,15-2 14-16,3 1-11 0,6 5 8 16,6 0 2-16,1-1-16 15,5 3-13-15,3-4-2 16,1 0 6-16,5-3-14 16,-1-2-8-16,1-4-12 15,1-2-11-15,-1 0-1 16,-2-6-4-16,-2-4 1 15,-4-1-8-15,-2-3-1 16,-3 1 3-16,-2-3-1 16,0-1 7-16,-2 0-14 15,-1-5 2-15,0-2 1 16,0-5 5-16,3-1-4 16,-1-5-1-16,3-4-4 15,-2 1-6-15,-4 1-4 16,-2-2-1-16,-4 3-1 15,-2-1 2-15,-5-1-7 0,-1 4 0 16,-3-3 1-16,-3 4 4 16,0-1-6-16,-3 2 1 15,-3 3 0-15,0 2 0 16,0 3-1-16,0 0-1 16,-1 0 0-16,-7-5-5 15,-1 0-3-15,-3-2 2 16,-1-3-5-16,-1 3-8 15,-4 1 5-15,-1 0-3 16,-1 2-4-16,-2 2-5 16,-3 1 9-16,0-1 12 15,-1 3-1-15,2 4 5 0,2 1 1 16,0 2-1-16,2 2-17 16,1 5 2-16,-2 1 1 15,-3-1-2-15,0 2 4 16,-4 2 7-16,-4 0-8 15,-2 2 4-15,-5-1 2 16,2 3 1-16,0-1 7 16,1 2-6-16,-3 0 6 15,3 0 0-15,1 0-5 16,-3 0 4-16,2 2-5 16,-1 3 1-16,3 1 5 15,0 0 0-15,-1 2-6 0,1 1 7 16,1 0-1-16,2 2 0 15,1 1-8-15,3 0 8 16,2 0 1-16,-2 2-1 16,5 2 0-16,-4 1 1 15,2 1 0-15,2 1 1 16,0-1-1-16,2 0 0 16,1 3 1-16,-2 3-1 15,0 2 1-15,0 1-1 16,0 7 2-16,3-3 5 15,-1 5 5-15,1 1-1 16,3-2 2-16,3 1 1 16,0-2-4-16,5 3 5 15,4 0 3-15,1-2 2 0,2 2-4 16,0-3 5-16,0 1-3 16,8-2 3-16,2 1-3 15,5-3 4-15,2 4-10 16,-1-3 9-16,5 2-3 15,-2-2 2-15,4 0-1 16,0-1-2-16,3-2 2 16,-4-2 1-16,2-1-4 15,-2-6-5-15,-1 0-10 16,-3-3 11-16,0-6-12 16,-3 3 8-16,1-4 5 15,1-4 1-15,-1 1-4 16,1 0-2-16,-1-4-7 15,-1 0 5-15,1 0-6 0,-2-3 1 16,-1 0-1-16,-2 0 1 16,0 0 6-16,0 0-7 15,-2 0-1-15,3 0 0 16,-5 0 0-16,-1-2-14 16,-1 1-11-16,-5 1-47 15,0 0-65-15,-6 3-102 16,-9 8-347-16,-12-2-254 0</inkml:trace>
  <inkml:trace contextRef="#ctx0" brushRef="#br0" timeOffset="69393.88">11893 14861 2313 0,'0'0'283'0,"0"0"-196"16,0 0-67-16,0 0 6 15,0 0-5-15,0 0-21 16,0 0-175-16,6 1-464 0</inkml:trace>
  <inkml:trace contextRef="#ctx0" brushRef="#br0" timeOffset="77665.85">25816 11464 1262 0,'0'0'350'0,"0"0"-41"16,0 0-8-16,0 0-43 16,0 0-134-16,-15-10-71 15,15 27-35-15,0 9-6 16,11 10 12-16,5 3 9 15,3 2 0-15,7-4-14 16,2-6-6-16,0-8-1 16,2-8-4-16,-3-8 2 15,-2-7-8-15,-3 0 11 16,-2-16-2-16,-2-10-2 16,-3-7 1-16,-2-5 0 0,-4 1-10 15,-1 4 9-15,-4 4-7 16,-1 12-1-16,-2 6 21 15,1 8 4-15,-2 3-20 16,1 10-6-16,4 14 0 16,1 13 30-16,2 5 13 15,3 5-12-15,-2-2-14 16,2-1-5-16,1-5-2 16,-2-5 1-16,-2-3-1 0,0-4 2 15,-3-6-3 1,-3-5-1-16,-2-3-7 0,0-4-1 15,-7-1 12-15,-10-2-4 16,-5-3 1-16,-7-3-4 16,-4 0-5-16,-1-2-25 15,0-7-7-15,2-1-29 16,5 1-77-16,7 1-59 16,9 3-99-16,7 0-288 15,4 3-439-15</inkml:trace>
  <inkml:trace contextRef="#ctx0" brushRef="#br0" timeOffset="77977.94">26380 11715 1126 0,'0'0'908'0,"0"0"-661"0,0 0 15 15,0 0 50-15,3 77-79 16,0-44-73-16,1 2-39 16,2 1-20-16,-2-2-47 15,1 0-26-15,-2-4-11 16,0-2-2-16,2-8-15 15,-4-3 0-15,2-8-81 0,-1-9-73 16,-2-6-141-16,0-12-417 16</inkml:trace>
  <inkml:trace contextRef="#ctx0" brushRef="#br0" timeOffset="78476.29">26013 11043 1316 0,'0'0'372'0,"0"0"-93"15,0 0-50-15,0 0-57 16,-69 76-33-16,50-49-17 16,1 0-19-16,3-3-15 15,0-3-28-15,5-6-15 16,1-2-20-16,1-7-8 15,4-3-5-15,2-3 10 0,2-2 50 16,0-16 33 0,0-8-68-16,0-11-20 0,9-4-11 15,8 0 3 1,2 7-8-16,-1 8-1 0,1 10 0 16,1 10 0-16,-1 6 0 15,3 1 0-15,1 18 1 16,-1 7 0-16,-2 5-1 15,-1 5 1-15,2 0-1 16,25 22-114-16,-4-10-338 16,4-6-287-16</inkml:trace>
  <inkml:trace contextRef="#ctx0" brushRef="#br0" timeOffset="79272.76">25877 12799 98 0,'0'0'1443'0,"0"0"-1062"0,0 0-43 15,0 0-55-15,0 0-55 16,0 0-100-16,0 0-77 15,0-5-22-15,12 27 8 16,6 1 5-16,7 2-8 16,7-1-14-16,6-4-8 15,3-6-5-15,-2-6-1 16,-2-8-5-16,-6 0 1 16,-5-16 3-16,-7-10-5 15,-9-12-11-15,-5-4-4 16,-5-4-13-16,0 2 20 15,0 10 8-15,-5 10 6 16,1 11-6-16,1 11 9 0,0 2-9 16,3 18 0-1,0 16 0-15,0 12 19 0,0 11 8 16,7 7 12-16,9 11 9 16,1-5-8-16,1 0-5 15,0-3-1-15,-5-14-3 16,-2 3-17-16,-5-6-8 15,-6-9-5-15,0-7 0 16,-5-9 5-16,-8-8-5 16,-3-6-1-16,-3-9-7 15,-1-2-33-15,-1-9-48 16,6-31-115-16,2 1-335 16,10 0-247-16</inkml:trace>
  <inkml:trace contextRef="#ctx0" brushRef="#br0" timeOffset="79634.05">26483 13067 1403 0,'0'0'548'16,"0"0"-313"-16,0 0-83 15,0 0-22-15,0 0-17 16,102-44-47-16,-75 41 2 15,-6 0-6-15,-3 3 0 16,-6 0-7-16,-5 0-7 16,-5 9-3-16,-2 6 6 0,0 5 15 15,-7 6-15-15,-7 5-6 16,-4 2-5-16,-1 4-8 16,1 0 1-16,4-4 4 15,3-4-12-15,6-9-10 16,5-6-1-16,0-9-13 15,15-5 25-15,12 0 1 16,10-4 4-16,7-10-20 16,2-4-8-16,-8-4-3 15,-6-12-104-15,-11 5-132 16,-15 0-615-16</inkml:trace>
  <inkml:trace contextRef="#ctx0" brushRef="#br0" timeOffset="80091.66">26114 12185 1669 0,'0'0'328'16,"0"0"-126"-16,0 0-14 0,-22 82-1 15,13-50-39 1,3-1-29-16,0-6-31 0,0-4-37 16,0-5-25-16,3-5-13 15,2-3-4-15,-1-7 3 16,2-1 28-16,0-4 56 15,0-16-3-15,0-10-60 16,5-6-21-16,8-3-3 16,4 6-9-16,0 6 1 15,4 8-1-15,0 12-1 16,1 7 1-16,4 0 0 16,1 17 0-16,-1 9 1 15,3 1 9-15,-4 8 7 16,2 0-16-16,3 4 0 15,1 6-1-15,31 23-24 0,-9-10-174 16,-1-7-610-16</inkml:trace>
  <inkml:trace contextRef="#ctx0" brushRef="#br0" timeOffset="80803.83">26163 14235 166 0,'0'0'1568'0,"0"0"-1191"16,0 0-99-16,0 0-86 16,0 0-54-16,0 0-35 15,0 0 18-15,57 67-26 16,-24-41-30-16,6 0-12 16,1-4-20-16,2-4-18 15,-5-7-9-15,-6-6 0 16,-7-5-5-16,-7-6 5 15,-4-15 2-15,-5-10-8 16,-2-7 0-16,-5-1-1 16,-1 0-12-16,0 8 11 15,0 9 2-15,0 10 0 16,0 7 1-16,0 5-1 16,0 0 0-16,0 21-7 0,9 10 7 15,6 9 1-15,9 12 19 16,2 4-2-16,3 3 7 15,1-1-5-15,-5-5-7 16,-4-5-12-16,-5-3 0 16,-7-7-1-16,-7-4-1 15,-2-5 0-15,-9-2-10 16,-12-7-19-16,-7-3-27 16,-4-6-34-16,-2-8-69 15,-11-9-121-15,8-13-232 16,9-4-286-16</inkml:trace>
  <inkml:trace contextRef="#ctx0" brushRef="#br0" timeOffset="81194.67">26809 14425 153 0,'0'0'1707'15,"0"0"-1497"-15,0 0-121 16,0 0-10-16,0 0 45 15,99-54-77-15,-78 54-18 16,-7 0-10-16,-5 5 0 16,-6 10 12-16,-3 2 18 15,0 5-8-15,-1 2-7 16,-8 0-9-16,-1-2-14 16,1-2-1-16,3-7 1 15,1-5 20-15,5-4 34 0,0-1-6 16,2-1-16-1,14-1 9-15,11 1 4 0,6 0-28 16,3 1-8-16,2 0-6 16,-5 1 3-16,-5 1-10 15,-9 1-5-15,-8 2-1 16,-11 6 5-16,0 1 6 16,-16 5-12-16,-12-1-15 15,-7 1-48-15,-5-5-69 16,-21-15-117-16,9 0-234 15,4-15-355-15</inkml:trace>
  <inkml:trace contextRef="#ctx0" brushRef="#br0" timeOffset="81630.09">26447 13711 833 0,'0'0'993'16,"0"0"-736"-16,0 0-59 16,0 0-63-16,0 0 18 15,-55 88-40-15,43-48 9 16,1 1-19-16,1-5-23 0,2-6-22 15,4-6-22-15,2-10-18 16,1-3-11-16,1-6-1 16,0-5 3-16,0 0 17 15,0-19 5-15,4-11-11 16,9-12-11-16,3-8 6 16,0 1-14-16,5 5 7 15,1 11-7-15,1 13-1 16,-1 11 1-16,5 9 0 15,4 0-1-15,2 17 1 16,4 12-1-16,2 7 1 16,2 8 0-16,-1 6-1 0,0 21-76 15,-7-8-216-15,-14-10-586 16</inkml:trace>
  <inkml:trace contextRef="#ctx0" brushRef="#br0" timeOffset="85228.04">26796 11531 20 0,'0'0'2013'0,"0"0"-1707"0,0 0-137 16,0 0-74-16,0 0-34 15,0 0-19-15,0 0-26 16,98-14-10-16,-69 11-5 15,-1 3-1-15,-1-3-38 16,1 3-117-16,-7 0-129 16,-6 0-284-16</inkml:trace>
  <inkml:trace contextRef="#ctx0" brushRef="#br0" timeOffset="85409.23">26844 11681 1378 0,'0'0'402'16,"0"0"-68"-16,0 0-150 16,0 0-30-16,0 0-51 15,0 0-54-15,0 0-21 16,58 4-20-16,5-18-8 16,-7-3-192-16,4-4-530 0</inkml:trace>
  <inkml:trace contextRef="#ctx0" brushRef="#br0" timeOffset="85904.88">27853 11324 1358 0,'0'0'523'0,"0"0"-161"15,0 0-42-15,0 0-71 16,0 0-95-16,0 0-75 16,0 0-16-16,-30 74 3 15,26-27-15-15,4 8-20 16,0-1 1-16,0 0 2 15,3-3-3-15,4-5-13 16,1-7-10-16,-3-5-7 16,-4-5 0-16,-1-7-1 15,0-5-46-15,-3-3-72 0,-11-11-102 16,-9-6-105 0,2-18-347-16,3-6-624 0</inkml:trace>
  <inkml:trace contextRef="#ctx0" brushRef="#br0" timeOffset="86158.16">27783 11260 1520 0,'0'0'357'16,"0"0"-59"-16,0 0-109 16,103-49-36-16,-61 42-50 15,4 5-36-15,-4 2 2 16,-6 0-28-16,-8 12 1 0,-7 3-21 15,-7-1-4-15,-8 5-1 16,-6 2 3-16,0 1 17 16,-11 3-1-16,-11 0-8 15,-8 0-9-15,-4 0-12 16,-5-3-6-16,-15-2-72 16,12-7-277-16,9-9-787 0</inkml:trace>
  <inkml:trace contextRef="#ctx0" brushRef="#br0" timeOffset="86788.95">28546 11012 211 0,'0'0'1163'0,"0"0"-805"0,0 0 4 16,0 0-101-1,0 0-77-15,-99 16-20 0,66 17 15 16,0 13-46-16,7 9-54 15,5 4-19-15,9 5-13 16,9 1-5-16,3-1-8 16,7-2-5-16,14-2-11 15,6-7-4-15,3-5-7 16,6-9-7-16,-1-13-11 16,17-20-66-16,-10-6-188 15,-7-9-527-15</inkml:trace>
  <inkml:trace contextRef="#ctx0" brushRef="#br0" timeOffset="87336.56">28683 11154 140 0,'0'0'1864'0,"0"0"-1549"16,0 0-60-16,0 0-127 15,0 0-17-15,0 0 23 16,0 0-48-16,36 82-25 16,-17-58-34-16,-1-5-11 15,1-2-5-15,-4-6-10 0,0-3 5 16,-3-5-6 0,1-3 6-16,1-4 3 0,4-14-7 15,1-9 10-15,1-2-11 16,-4-2 7-16,-4-1-7 15,-5 8 0-15,-4 6 6 16,-1 8 1-16,-2 7 5 16,0 3 14-16,0 4-18 15,0 18-8-15,0 12 11 16,0 10 15-16,-2 6 3 16,2 6-5-16,0 4 0 15,0 1 11-15,2 0-4 16,8-2-4-16,-1-2-4 0,0-6 0 15,0-9-4 1,-3-10-4-16,-3-7-8 0,-2-11-7 16,-1-6 5-16,0-3-5 15,0-5 0-15,-6 0 10 16,-10 0-2-16,-9 0-8 16,-5 0 0-16,-4 0-1 15,-4-3-12-15,1 0-21 16,3 2-32-16,2 1-28 15,7-6-85-15,9 2-175 16,8-3-397-16</inkml:trace>
  <inkml:trace contextRef="#ctx0" brushRef="#br0" timeOffset="87624.09">29208 11310 1737 0,'0'0'511'0,"0"0"-178"16,0 0-82-16,0 0-61 15,0 0-90-15,0 0-60 16,0 0-20-16,25 0-11 15,-11 0-3-15,3 0-5 16,0 0-1-16,-2 0 0 16,1 0-66-16,2 0-159 0,-3-3-247 15,-6-1-363-15</inkml:trace>
  <inkml:trace contextRef="#ctx0" brushRef="#br0" timeOffset="87825.64">29173 11463 1592 0,'0'0'512'15,"0"0"-202"-15,0 0-79 16,0 0-25-16,0 0-75 0,0 0-16 16,0 0-46-16,71 15-49 15,-49-15-15-15,2 0-5 16,15-15-84-16,-6-3-248 15,-4 0-504-15</inkml:trace>
  <inkml:trace contextRef="#ctx0" brushRef="#br0" timeOffset="88170.64">29605 11229 1629 0,'0'0'502'0,"0"0"-178"16,0 0-64-16,0 0-37 15,0 0-84-15,0 0-33 16,0 0-35-16,-5 17-35 15,5-1-5-15,8 4-6 16,2 3-4-16,-1 4 6 16,-2 2 8-16,4 0-8 15,-4-1-6-15,1-1-9 16,-2-1-11-16,-3-5-1 16,0-3-7-16,-3-5-84 15,0-2-101-15,0-8-522 0</inkml:trace>
  <inkml:trace contextRef="#ctx0" brushRef="#br0" timeOffset="88854.87">29895 10869 25 0,'0'0'1310'16,"0"0"-954"-16,0 0 126 15,0 0-243-15,0 0-2 16,0 0-66-16,0 0-42 15,-13 45-28-15,13-6-29 16,4 7-4-16,4 8-14 16,1 3 15-16,2 4 1 15,0-2-4-15,0 5-15 0,-2-3-6 16,1-2-9-16,-2-2-3 16,-1-5-12-16,-2-3-3 15,-1-6-17-15,-4-8 5 16,0-9-6-16,0-9-1 15,0-9-56-15,0-8-81 16,0-12-53-16,0-12-355 16,0-8-900-16</inkml:trace>
  <inkml:trace contextRef="#ctx0" brushRef="#br0" timeOffset="89471.57">30155 11229 1646 0,'0'0'370'0,"0"0"-67"15,0 0-63-15,0 0-76 16,0 0-68-16,0 0-23 15,0 0 6-15,74 23-17 16,-55 1-4-16,-5 4-3 16,-5 5-10-16,-6 2 2 15,-3-2-5-15,0 4-9 16,-10-4-2-16,-8-4-10 0,1-3-9 16,0-6 0-1,5-6-6-15,4-6-5 0,2-7 7 16,5-1-7-1,1-1 13-15,0-16-14 0,3-5 0 16,10-7-9-16,6-3-5 16,3-1 2-16,1-3 5 15,1 1-5-15,-2 2-6 16,-3 1 17-16,-3 1 0 16,-3 5 0-16,-4 1 1 15,-1 4 1-15,-7 6-1 16,1 2 6-16,-2 6 2 15,0 5 7-15,0 2 13 16,0 0-16-16,-3 5-4 16,-8 14-8-16,-1 6 0 0,-1 9 12 15,3-1 3-15,3 3 0 16,6-1-1-16,1-4-2 16,0-1 0-16,11-5-3 15,3-3-8-15,1-4 5 16,3-5-6-16,-1-5-1 15,2-5-30-15,9-3-83 16,-4-14-154-16,-4-5-574 0</inkml:trace>
  <inkml:trace contextRef="#ctx0" brushRef="#br0" timeOffset="89807.03">30482 10880 939 0,'0'0'1145'16,"0"0"-862"-16,0 0 33 16,0 0-93-16,0 0-55 15,0 0-72-15,86 30-33 16,-53 12-14-16,1 9-8 0,-1 10 5 15,-3 6-9-15,-5 2 13 16,-4 0 10-16,-9-3-11 16,-4-1-5-16,-8-4-10 15,0-5-8-15,-6-2-8 16,-14-7-9-16,-5-1-3 16,-7-6-6-16,-6-7-5 15,-26 1-91-15,7-8-124 16,5-12-465-16</inkml:trace>
  <inkml:trace contextRef="#ctx0" brushRef="#br0" timeOffset="91163.24">27161 13031 1489 0,'0'0'532'0,"0"0"-256"16,0 0 14-16,0 0-46 0,0 0-76 15,0 0-82-15,0 0-38 16,-7 0-22-16,29-2-14 16,11-1-5-16,7-3-7 15,-1 2-7-15,0 2-44 16,-8 0-127-16,-1-1-149 16,-9 3-258-16,-9 0-272 0</inkml:trace>
  <inkml:trace contextRef="#ctx0" brushRef="#br0" timeOffset="91317.05">27231 13134 1107 0,'0'0'409'0,"0"0"-84"16,0 0-86-16,0 0-72 16,0 0-80-16,0 0-50 15,87-21-37-15,1-5-9 16,-9 1-176-16,-3 2-354 0</inkml:trace>
  <inkml:trace contextRef="#ctx0" brushRef="#br0" timeOffset="91581.08">27831 12714 1570 0,'0'0'590'0,"0"0"-327"16,0 0-32-16,0 0-67 0,0 0-21 16,0 0-35-16,-9 113-32 15,12-66-37-15,4-3-10 16,4 2 16-16,1-3-15 16,-2 0-15-16,1-4-6 15,-1-2-9-15,-5-6 0 16,-5-4-91-16,-2-10-171 15,-13-10-339-15,-1-7-350 0</inkml:trace>
  <inkml:trace contextRef="#ctx0" brushRef="#br0" timeOffset="91842.45">27779 12651 1493 0,'0'0'406'0,"0"0"-158"15,0 0-84-15,115-26-24 16,-69 26-27-16,2 0-10 16,-9 4-19-16,-8 9-22 15,-9 4-20-15,-10 1-9 16,-5 3-5-16,-7 3-14 16,0 2-1-16,-16 1-5 15,-8-2-7-15,-4-4 5 16,-5-3-6-16,-1-5-66 15,1-6-108-15,0-7-106 0,9 0-274 16,12-9-592-16</inkml:trace>
  <inkml:trace contextRef="#ctx0" brushRef="#br0" timeOffset="92143.2">28667 12221 980 0,'0'0'659'0,"0"0"-433"16,0 0 70-16,0 0-93 16,0 0-12-16,-101 75 0 0,78-27-27 15,4 9-44-15,6 6-51 16,12 13-12-16,1 11-17 15,19-10-5-15,3-10-7 16,3-16-13-16,0-18-13 16,3-2-1-16,3-1-1 15,1-13-65-15,7-17-170 16,-9-5-387-16,-8-15-653 0</inkml:trace>
  <inkml:trace contextRef="#ctx0" brushRef="#br0" timeOffset="92659.74">28695 12425 1864 0,'0'0'342'0,"0"0"-124"0,0 0-107 15,0 0-5-15,0 0 15 16,0 0-24-16,61 83-38 15,-37-63-30-15,-2-3-17 16,2-5-2-16,-5-5-4 16,-1-7 2-16,-1 0-7 15,-3-7 14-15,0-13-15 16,-2-3-2-16,-3-6 2 16,-5 2-7-16,-1 0 7 15,-3 7 12-15,0 6-2 0,0 5 22 16,0 6 24-16,0 3 1 15,0 0-24-15,0 18-24 16,0 10 3-16,0 16 15 16,0 16 6-16,15 23-6 15,0-5 12-15,1-6-11 16,-2-13 4-16,-4-15-8 16,-2 2-3-16,-1 1-5 15,-4-8-1-15,-3-8-7 16,0-8-1-16,0-8-5 15,0-5 4-15,-7-5-5 16,-6-3 5-16,-7-2 3 0,-5 0-9 16,-5 0-1-16,-3 0-27 15,0 0-20-15,5 0-33 16,6-5-61-16,12-21-126 16,7 4-364-16,3-8-888 0</inkml:trace>
  <inkml:trace contextRef="#ctx0" brushRef="#br0" timeOffset="93745.19">29236 12726 1585 0,'0'0'483'0,"0"0"-159"0,0 0-61 16,0 0-68-16,0 0-87 15,0 0-69-15,0 0-14 16,9 0 2-16,10 0-20 15,5 0-6-15,2 0-1 16,-2 0-24-16,0-4-157 16,1 0-127-16,-4 0-267 15,-9 2-195-15</inkml:trace>
  <inkml:trace contextRef="#ctx0" brushRef="#br0" timeOffset="93892.45">29261 12816 916 0,'0'0'494'0,"0"0"-232"16,0 0-61-16,0 0-82 16,0 0-47-16,0 0-50 15,0 0-19-15,90-13-3 16,-33-4-179-16,-2-1-316 0</inkml:trace>
  <inkml:trace contextRef="#ctx0" brushRef="#br0" timeOffset="94321.34">29619 12477 1390 0,'0'0'403'16,"0"0"-101"-16,0 0-119 15,0 0-34-15,0 0-37 16,0 0-11-16,97 17 2 15,-80 1-23-15,-2 3-4 16,-8 3-23-16,-7 2-17 16,0 3-5-16,-4 1-5 15,-15-1-9-15,-4-3-8 16,-2-4-3-16,-4-5-5 16,4-5 11-16,3-9-6 15,7-3 2-15,3 0 4 16,6-5 18-16,3-5 1 0,3 5 10 15,0 3-25-15,0 2 1 16,3 0-8-16,10 2-9 16,5 8 12-16,4 4 0 15,7 2 1-15,-1-1-1 16,2-1 0-16,-2-3-12 16,0-3-1-16,-4-2 1 15,-1-3-2-15,-1-3-61 16,5-3-141-16,-6-11-154 15,-5-6-546-15</inkml:trace>
  <inkml:trace contextRef="#ctx0" brushRef="#br0" timeOffset="94597.02">29924 12151 1914 0,'0'0'368'0,"0"0"-49"16,0 0-116-16,0 0-54 16,0 0-65-16,3 113-3 15,10-57-9-15,5 7-32 16,4 15 10-16,-1-7 12 16,2 1-17-16,-4-3-6 0,-5-13-15 15,-3 1-7-15,-5-8-7 16,-3-8-10-16,-3-9 0 15,0-9-48-15,0-12-121 16,0-6-350-16,-3-5-370 0</inkml:trace>
  <inkml:trace contextRef="#ctx0" brushRef="#br0" timeOffset="95327.45">30197 12470 593 0,'0'0'1234'0,"0"0"-916"15,0 0 30-15,0 0-119 16,0 0-94-16,0 0-67 16,0 0-17-16,92-12 9 15,-70 39 6-15,-7 6-27 16,-7 0 0-16,-6 3-18 16,-2-2 4-16,-6-1-10 15,-13 0-6-15,-1-5-3 16,-3-4-4-16,4-4-1 15,7-7 1-15,4-6-1 16,7-7 0-16,1 0 0 0,1-8-1 16,18-12-35-1,4-7-7-15,6-3 13 0,2-2 13 16,-1-1 1-16,-5 0 9 16,-4 1 5-16,-6 1 1 15,-6 6 0-15,-2 6 6 16,-4 5 0-16,-1 7 28 15,-2 4 10-15,0 3-16 16,0 0-4-16,-3 16-10 16,-7 8-7-16,1 6 11 15,2 5 3-15,4 3-3 16,3-3 0-16,0-2-9 16,0-2-8-16,11-6 5 15,4-2-6-15,0-6-1 16,-1-7-51-16,6-10-84 0,-4 0-333 15,-2-11-452-15</inkml:trace>
  <inkml:trace contextRef="#ctx0" brushRef="#br0" timeOffset="95582.43">30541 12160 1972 0,'0'0'364'16,"0"0"-100"-16,0 0-95 16,0 0 40-16,90 64-63 15,-48-21-62-15,4 10-19 0,-4 2-25 16,-4 3 2 0,-8 0-9-16,-10-2-2 0,-13-5-11 15,-7 0-13-15,-9-3-6 16,-25 1-1-16,-56 9-95 15,7-12-391-15,-11-8-1080 0</inkml:trace>
  <inkml:trace contextRef="#ctx0" brushRef="#br0" timeOffset="98053.07">14019 14472 1311 0,'0'0'324'0,"0"0"-74"16,0 0-86-16,0 0-62 16,0 0-39-16,0 0 46 15,0 0-8-15,85 51-13 16,-37-31 4-16,10 0-5 15,5 0-16-15,15 1-4 16,16-4 11-16,14 0-5 16,2-3 5-16,-8-4-33 15,-10-2-12-15,-5-6-6 16,-1 0-12-16,-10-1-3 16,-13-1 4-16,-15 0-4 15,1 0-3-15,18 0-3 0,26 0 0 16,21 0 3-16,3-5-8 15,-13 0 8-15,-11 2-9 16,-10-2 6-16,-1 2-6 16,-12 0-7-16,-10 0 6 15,-13 2 1-15,-5 1 0 16,5-2 0-16,6 2 1 16,4 0-1-16,-2-2 1 15,-3 1 8-15,-1-3-9 16,3 2 0-16,1-2 0 15,0 0 11-15,2-1-10 16,-3 0 0-16,-1-1 1 0,1 2-1 16,-2-3 7-16,-1 1-8 15,1-2 1-15,2 2-1 16,1-2 0-16,-3 3 0 16,0-1 6-16,-3 2 0 15,-2 0 2-15,-4-2-1 16,-4 1 12-16,-2-1-11 15,-4 1 4-15,-3-2 4 16,-3-1-2-16,-4 0-5 16,0 1 1-16,-2-2-1 15,-2 1-7-15,-1 1 7 16,2-3-8-16,0 0 5 0,0-1-4 16,2-3 4-16,0-2-5 15,2 0 0 1,-3-2 0-16,3-3 5 0,-3 0-6 15,0 0 0-15,-2-3 1 16,-1 0 0-16,-4-3-1 16,0-2 0-16,-3-3 1 15,-5-3-1-15,-1-2-1 16,-5-4-10-16,0-2 10 16,-3-3-13-16,-11 0 2 15,-2-2-6-15,-4-1 0 16,-2 3 0-16,-2 3-1 15,-3 3 4-15,-3 5 5 16,1 3-4-16,-4 3 5 16,-2 3-1-16,-4 3-4 0,-7 2 4 15,-5-1-5-15,-8 3 4 16,-8 2 11-16,-3 0 6 16,-4 1-6-16,2 3-14 15,0 1 6-15,0 0 7 16,-1 1-6-16,3 2 0 15,-2 0-1-15,0 1-8 16,0-1 7-16,-1 1 0 16,-2 1 1-16,-2-1 1 15,-13 4-4-15,-13-3 5 16,-16 1-30-16,1 1 15 16,21 1 20-16,25 0 1 15,3 1 0-15,-11-2-46 0,-12 0 14 16,-12-2 26-16,8 4-7 15,11 0-10-15,1 0-2 16,1 2 1-16,-2-1 2 16,0 2 5-16,-1 0 7 15,-2 0-1-15,1 0 1 16,0 0-8-16,1 0-19 16,1 0-7-16,12 2 23 15,11 4 21-15,13-2 0 16,9 3-5-16,-5 0-55 15,2-1 42-15,-3 5 17 16,9-3-1-16,2 2 1 16,1-1 1-16,1 3 0 0,-1 1 0 15,-3 1 0 1,-1 0 1-16,-1 0-1 0,2 2 0 16,3-1 0-1,0-1 1-15,8-2 0 0,1 2 0 16,2-2 0-16,1 3 7 15,1-1-1-15,0 1 1 16,-1 1-2-16,4 2 1 16,-1 0 7-16,4 4-5 15,1 1 5-15,2 4 3 16,1 4 4-16,1 5-5 16,4 3 9-16,2 2 5 15,1 3 18-15,3 0 6 16,0-1-26-16,0-2-14 0,4 0 5 15,5 0 26-15,5 2 9 16,4-3 3-16,1 0-5 16,5-2-17-16,3-1-16 15,4-5-2-15,4-3 7 16,3-1 19-16,4-6 0 16,-1-1-14-16,0-5-1 15,-4 0-17-15,-4-5-1 16,-3-1-4-16,-5-3-5 15,-4-3 0-15,-7 0 0 16,-4-1 0-16,-3-3-1 16,-4 1 0-16,-1-1-1 15,-2 0-6-15,0 0-1 16,0 0-5-16,0 0-8 16,0 0-2-16,0 0-47 0,0 2-122 15,0-2-334-15,-5 0-392 16</inkml:trace>
  <inkml:trace contextRef="#ctx0" brushRef="#br0" timeOffset="98218.48">14472 14679 1748 0,'0'0'487'0,"0"0"-386"15,0 0-49-15,0 0-40 0,0 0-12 16,0 0-618-16</inkml:trace>
  <inkml:trace contextRef="#ctx0" brushRef="#br0" timeOffset="103000.78">2431 13402 101 0,'0'0'1954'16,"0"0"-1646"-16,0 0-28 0,0 0-130 15,0 0-14-15,-17 74-74 16,17-13-1-16,0 22-3 16,2 13-2-16,5-4 7 15,-2-24-15-15,1-20-6 16,-3-19-23-16,0 2-9 15,0 1-8-15,1 2 10 16,-4-5-12-16,0-8-13 16,0-8-93-16,-7-13-175 15,1 0-182-15,0-10-338 0</inkml:trace>
  <inkml:trace contextRef="#ctx0" brushRef="#br0" timeOffset="103284.02">2356 13433 1386 0,'0'0'364'16,"0"0"-43"-16,0 0-36 16,26-84-85-16,2 69-70 15,9 9-50-15,5 4-13 16,7 2 20-16,-1 6-27 16,0 11-21-16,-8 1-8 15,-4 4 5-15,-6 2-11 16,-11-1-5-16,-8 0-10 0,-10 1-8 15,-1 1 16 1,-12-1-11-16,-10 0 4 16,-11 0-5-16,-3-3 6 0,-3-1-11 15,-1-4-1-15,4-5-31 16,5-4-98-16,7-7-140 16,9 0-203-16,9-12-475 0</inkml:trace>
  <inkml:trace contextRef="#ctx0" brushRef="#br0" timeOffset="103652.13">3481 13073 1510 0,'0'0'369'0,"0"0"16"16,0 0-78-16,0 0-127 16,0 0-57-16,-87 126-52 15,41-17 18-15,6 16-6 16,12 3-2-16,20-10 11 16,8-14-27-16,21-7 6 15,9-22-35-15,0-21 13 16,-2-18 25-16,-1-10-25 15,7 1-8-15,5-3-5 16,1-3-3-16,-2-10-20 0,-4-8-12 16,-1-3 0-1,-2-11 2-15,-1-12-3 0,4-7-31 16,14-23-131-16,-8 10-177 16,-3-1-724-16</inkml:trace>
  <inkml:trace contextRef="#ctx0" brushRef="#br0" timeOffset="105312.73">3663 13332 1219 0,'0'0'280'0,"0"0"-11"16,0 0-33-16,0 0-20 16,0 0-47-16,0 0-36 15,0 0-48-15,-24-21-51 16,24 36-11-16,14 9 12 15,5 6 53-15,5 3-14 16,1-1-28-16,5-2-4 0,-3-4-8 16,4-5-16-16,-1-6-7 15,-3-4-5-15,-2-8 0 16,-4-3 6-16,-3 0-5 16,-2-14 8-16,-5-12-3 15,-1-6-3-15,-2-7 3 16,-5-2 3-16,-3-3-9 15,0 5-6-15,0 8 19 16,-6 12 13-16,1 10 13 16,5 9-6-16,0 7-26 15,0 22-13-15,15 10 1 16,6 10 12-16,1 3 7 16,1 1-13-16,-2-5 5 15,-2-2-4-15,-4-5-8 16,-3-4 1-16,-5-8 1 0,-5-5-1 15,-2-5 6-15,0-5-1 16,-8-3-4-16,-11-2 8 16,-8-2-1-16,-7-4-8 15,-5-1 0-15,-4-2 8 16,4 0-9-16,5-4-27 16,5-4-25-16,9 3-33 15,6-2-89-15,14-1-71 16,0 1-109-16,3 0-365 0</inkml:trace>
  <inkml:trace contextRef="#ctx0" brushRef="#br0" timeOffset="105617.69">4267 13366 1237 0,'0'0'524'16,"0"0"-279"-16,0 0 9 0,0 0-33 16,0 0-47-1,0 0-66-15,0 0-61 0,24 4-17 16,0-7-9-1,3-1-10-15,-1-1-5 0,0 5-6 16,-5 0-111-16,0 0-191 16,-7 0-335-16,-8 8-376 0</inkml:trace>
  <inkml:trace contextRef="#ctx0" brushRef="#br0" timeOffset="105800.14">4243 13537 1124 0,'0'0'744'0,"0"0"-489"16,0 0-35-16,0 0-59 0,0 0-7 15,0 0-102-15,0 0-28 16,78-15-15-16,-41 2-5 16,-1 2-4-16,10-8-144 15,-7 2-168-15,-12 2-416 0</inkml:trace>
  <inkml:trace contextRef="#ctx0" brushRef="#br0" timeOffset="106048.65">4649 13236 1737 0,'0'0'517'16,"0"0"-308"-16,0 0-23 0,0 0 55 15,-3 78-57-15,6-48-56 16,12 5-35-16,0-3-38 16,1-1-24-16,-2-3-20 15,0-4-4-15,-2-4-6 16,-4-5-1-16,2-2-1 16,-2-6-36-16,1-7-96 15,-2 0-201-15,-4-8-379 0</inkml:trace>
  <inkml:trace contextRef="#ctx0" brushRef="#br0" timeOffset="106326.71">4817 12676 1588 0,'0'0'726'0,"0"0"-521"16,0 0-35-16,0 73 50 15,14-8-101-15,16 22-31 16,9 26-9-16,7 3-5 16,0-3-9-16,-3-13-8 15,-13-27 6-15,-5-13-13 16,-10-18-17-16,0-6-18 16,-4 3-9-16,1-3-6 15,-2-3 0-15,-7-11-16 16,-3-15-96-16,0-7-65 0,-15-15-282 15,-1-8-576-15</inkml:trace>
  <inkml:trace contextRef="#ctx0" brushRef="#br0" timeOffset="106857.89">5204 13129 1921 0,'0'0'338'0,"0"0"-187"16,0 0-17-16,0 0 34 16,86 33-51-16,-54-11-41 15,-4 2-18-15,-6 8-17 0,-8 3 1 16,-10 1-16 0,-4 2-5-16,0-1-4 0,-15-5-10 15,0-3 1-15,-4-7-8 16,7-7 1-16,0-6-1 15,5-8 1-15,2-1 7 16,5-3-8-16,0-11-9 16,3-5-12-16,14-4-4 15,5-6-7-15,3 0 16 16,2-2-12-16,-2-3 5 16,-5 0 11-16,1 0 5 15,-9 2 6-15,1 2 2 16,-8 5 4-16,-4 6 21 0,-1 7 20 15,0 7 24-15,0 5-13 16,-1 0-4-16,-7 13-25 16,-2 12-7-16,2 9 33 15,4 7-11-15,2 0-14 16,2 1-5-16,0-1 7 16,11-3-1-16,5-6-7 15,2-5-14-15,0-7 3 16,0-7-12-16,-3-7 0 15,-2-4-8-15,-4-2-39 16,3-6-40-16,3-34-140 16,-6 4-487-16,-3-6-1001 0</inkml:trace>
  <inkml:trace contextRef="#ctx0" brushRef="#br0" timeOffset="107144.51">5454 12647 1965 0,'0'0'279'0,"0"0"-95"15,0 0 49-15,102 108 16 16,-46-52-74-16,4 7-64 16,3 2-22-16,-1 13-49 15,-11-8 27-15,-11 0-7 16,-10-1-4-16,-18-8-8 15,-2 4-12-15,-10-3-6 0,-4-3-6 16,-18-6-15-16,-10-1-9 16,-8-4-8-16,-6-3-5 15,-11-3-71-15,-46 0-105 16,14-11-454-16,-5-9-1540 0</inkml:trace>
  <inkml:trace contextRef="#ctx0" brushRef="#br0" timeOffset="108436.97">787 13714 127 0,'0'0'1133'0,"0"0"-831"15,0 0 47-15,0 0-70 0,0 0-91 16,0 0-65-1,0 0-61-15,-3 45 58 0,28-8-49 16,10 4-4-16,4-2-8 16,7-1-7-16,3-11-3 15,0-7-10-15,-1-6-16 16,-5-5-23-16,-10-6 13 16,-8-3-12-16,-11 0 10 15,-4-3 8-15,-8-16-2 16,-2-5-4-16,0-9-2 15,-6-6-10-15,-3 3 12 0,0 6 5 16,3 10-3 0,2 9-7-16,2 8-7 0,2 3-1 15,0 11-14 1,15 17 6-16,9 8 8 0,4 9 1 16,2 4 15-16,1-3 7 15,-4 0 2-15,-1-5-5 16,-4-3-10-16,-4-5 5 15,-8-4 6-15,-4-5 3 16,-6-4-5-16,0-3-10 16,-3-3 8-16,-15-2-2 15,-7-1-5-15,-8-5-2 16,-7 1-8-16,-2-5 0 16,5-2-4-16,2 0-47 15,10 0-61-15,12-1-149 16,7-5-324-16,6-2-386 0</inkml:trace>
  <inkml:trace contextRef="#ctx0" brushRef="#br0" timeOffset="108766.9">1606 14009 506 0,'0'0'1086'0,"0"0"-578"0,0 0-234 16,0 0-15-16,0 0-77 16,0 0-84-16,0 0-21 15,0 67 35-15,14-39-39 16,0 2-23-16,0 2-19 15,4 2-4-15,-5-5-6 16,-1 0-7-16,0-5-13 16,-4-5 0-16,-1-4-1 15,-4-10-19-15,-3-5-131 16,0-8-207-16,-12-11-643 0</inkml:trace>
  <inkml:trace contextRef="#ctx0" brushRef="#br0" timeOffset="109298.66">844 13176 1407 0,'0'0'394'16,"0"0"-224"-16,0 0-87 16,0 0-43-16,0 0-13 15,0 0-10-15,0 0 0 16,4 23-15-16,2 0 16 16,-1 6 18-16,2 3 5 0,-1-1-7 15,0 1 12-15,-4-3-17 16,1-4 3-16,-3-7-12 15,0-6-2-15,0-3 3 16,0-6-8-16,0-3-2 16,0 0 4-16,0-9 23 15,-2-15 1-15,-7-10-39 16,3-7-24-16,6-2-6 16,0 6-4-16,0 5 18 15,12 9 10-15,3 11-3 16,6 6 2-16,7 6-1 15,7 0 2-15,2 15 6 16,6 6 1-16,-4 2 15 0,-3 3 17 16,-2 1 8-16,-4-1 2 15,-3 1-2-15,-3-1-16 16,-4 2-3-16,0-3-10 16,-1-3-12-16,8-5-9 15,-5-5-366-15,-5-11-1250 0</inkml:trace>
  <inkml:trace contextRef="#ctx0" brushRef="#br0" timeOffset="109698.95">1816 13766 1295 0,'0'0'488'0,"0"0"-148"15,0 0-35-15,0 0-29 0,0 0-80 16,0 0-121-16,0 0-33 16,0 2-5-16,6-2-10 15,8-3 6-15,8-7-14 16,2-2-4-16,4-2-7 16,-1-1-3-16,-2 2-5 15,-5 2 0-15,-1 5-9 16,-5 1-100-16,-1 5-267 15,-10 0-435-15</inkml:trace>
  <inkml:trace contextRef="#ctx0" brushRef="#br0" timeOffset="109914.58">1816 14012 864 0,'0'0'965'0,"0"0"-578"15,0 0-128-15,0 0-18 16,0 0-18-16,88-31-92 16,-52 14-51-16,0-3-41 15,-2 1-23-15,-4-2-5 16,-3 0-11-16,-3 2 0 16,-2-1-80-16,-2 6-234 15,-10 4-539-15</inkml:trace>
  <inkml:trace contextRef="#ctx0" brushRef="#br0" timeOffset="116478.93">6375 13152 856 0,'0'0'865'0,"0"0"-543"0,0 0 26 16,0 0-77-16,0 0-52 16,0 0-62-16,-20-9-72 15,20 9-37-15,6 0-24 16,15 0-6-16,6 0 5 16,3 0-14-16,1 0 4 15,-4 0-11-15,-2-1-1 16,-8-1-1-16,-4 2-16 15,-4 0-76-15,-1 0-111 16,-3 0-276-16,0 2-192 16,-5 4-501-16</inkml:trace>
  <inkml:trace contextRef="#ctx0" brushRef="#br0" timeOffset="116764.11">6364 13372 1495 0,'0'0'679'0,"0"0"-339"0,0 0-67 15,0 0-59-15,0 0-45 16,0 0-52-16,0 0-7 16,45 7-15-16,-17-7-23 15,2 0-12-15,0 0-20 16,4-7-2-16,-2-3-23 15,-4 0-8-15,-4 1-6 16,-8-1 0-16,-4 3 0 16,-3 5-1-16,-4-1-56 0,-4 3-77 15,-1 0-96-15,0 11-327 16,-1-2-567-16</inkml:trace>
  <inkml:trace contextRef="#ctx0" brushRef="#br0" timeOffset="117695.53">7602 13110 1443 0,'0'0'377'0,"0"0"-34"16,0 0-94-16,0 0-60 16,0 0-28-16,0 0-67 15,0 0-33-15,12 18 27 16,12-12-7-16,4 0-18 0,5-4-20 15,0-2-8-15,1 0-16 16,-4 0-7-16,-2-9-4 16,-4-3-2-16,-7 1-5 15,-3-1 5-15,-6-2-5 16,0 2-1-16,-5-2 11 16,-3 2-4-16,0 2 4 15,-2 3-4-15,-10 2 5 16,-6 3 0-16,-4 2 1 15,-2 0-12-15,-6 9 14 0,2 8 1 16,-4 7 8 0,-1 8 12-16,2 7 14 0,3 6 5 15,4 1 14-15,8 3-13 16,8-4-4-16,7-3-10 16,1-7 3-16,4-5-12 15,14-6-4-15,9-4-4 16,3-3-2-16,4-5 8 15,5-5-7-15,0-5-9 16,2-2 2-16,1-8-4 16,2-11-1-16,0-5-1 15,-2-2-1-15,-5 2-4 16,-7 0-6-16,-10 7 0 16,-7 2-18-16,-9 5-16 15,-4 4-58-15,0 3-74 16,-22 3-86-16,1 0-246 15,0 2-564-15</inkml:trace>
  <inkml:trace contextRef="#ctx0" brushRef="#br0" timeOffset="119248.3">7884 12512 202 0,'0'0'1019'16,"0"0"-700"-16,0 0 23 15,0 0-46-15,0 0-43 16,0 0-27-16,0 0-48 15,-43-23-60-15,43 23-37 16,0-2-22-16,3 2-23 0,16-3-15 16,11-1 6-16,6-1 23 15,10-5-16-15,2 0-10 16,4 1-7-16,-6-1-7 16,-1 2-1-16,-8-1-8 15,-5 2 0-15,-10 3 5 16,-8-1-3-16,-7 4-3 15,-4 1 0-15,-3 0 1 16,0 0-2-16,-3 1 1 16,-18 13 0-16,-9 10-1 15,-9 7-1-15,-8 5 2 16,0 3-1-16,1 1 1 0,6-1 0 16,5-2 8-1,6-2 4-15,6-4 11 0,6-2 8 16,8-7 5-16,4-2-6 15,5-6-3-15,0-1 2 16,3-3 1-16,11-3-5 16,6-1 1-16,9-4 1 15,4-2 1-15,4 0-4 16,6-5-1-16,2-7-10 16,1-4-2-16,-4-2-10 15,-6 1 8-15,-6 1-8 16,-8 3 0-16,-9 4 0 15,-5 4-1-15,-7 3-9 16,-1 2-21-16,0 0-73 16,-1 0-65-16,-20 16-132 0,0-2-467 15,3 0-494-15</inkml:trace>
  <inkml:trace contextRef="#ctx0" brushRef="#br0" timeOffset="119548.87">8415 12576 1855 0,'0'0'602'0,"0"0"-224"0,0 0-139 15,0 0-56 1,0 0-54-16,0 0-6 0,0 0-57 15,18 106-17-15,-9-69-7 16,-1 2-9-16,2-3-9 16,-4-5-1-16,0-6-7 15,0-3-5-15,-3-8-5 16,1-6-6-16,-4-4 0 16,0-2-1-16,0-2-43 15,0 0-142-15,-13 0-371 0</inkml:trace>
  <inkml:trace contextRef="#ctx0" brushRef="#br0" timeOffset="120448.25">7092 13761 232 0,'0'0'784'0,"0"0"-520"16,0 0 3-16,0 0 30 15,0 0-7-15,-85-15-29 16,85 13-34-16,0 1-56 15,11-1-44-15,26-2-44 0,45-4 24 16,53-8-5-16,37-6 0 16,22-2-39-16,9-6-26 15,0-2-2-15,7-2-4 16,11-3 17-16,-2 0-25 16,-7 2 17-16,-12-1-29 15,-20 4-4-15,-23 2 8 16,-24 2-3-16,-35 4-3 15,-34 6-1-15,-25 4-7 16,-12 5 7-16,-2-5 0 16,-1 3-7-16,-6-1 11 15,-2 3-4-15,-10 5-1 16,-3 0 2-16,-3 2-7 16,0 2-2-16,0-2 1 15,0 2-1-15,0 0-6 0,-16 2-21 16,-54 29-33-16,1 0-118 15,-14-4-561-15</inkml:trace>
  <inkml:trace contextRef="#ctx0" brushRef="#br0" timeOffset="122161.52">8127 14036 814 0,'0'0'261'0,"0"0"30"16,0 0 43-16,0 0 18 16,0 0-6-16,0 0-43 15,0 0-55-15,2-10-68 16,-28 10-60-16,-30 16-57 15,-38 18-17-15,-35 12 20 0,4 2 10 16,25-6-29 0,36-16-5-16,30-9-8 0,1 0-7 15,8 0-7-15,5-2-8 16,13-3-8-16,7 0-4 16,7 1-6-16,23 3 6 15,10-1 0-15,26-1 8 16,0-4-7-16,8-5 1 15,-2-5-2-15,-13 0 0 16,1 0 0-16,-11-8 0 16,-10-2 0-16,-9 1-2 15,-8-1 2-15,-8 3 0 16,-5 0 1-16,-6 4 0 16,-3 3-1-16,0 0 0 15,0 0 1-15,-6 0-1 16,-14 3 9-16,-8 13-9 15,-11 9 0-15,-7 4 5 0,-3 8-4 16,1 1 24-16,3 3 1 16,9-5-14-16,11-4 3 15,10-4-3-15,8-6 3 16,7-6-9-16,0-4-5 16,19-3 7-16,8-4 2 15,9-5-4-15,8 0 8 16,7-7-13-16,6-8 5 15,6-5-6-15,4-1 1 16,1-1 26-16,-4 2-15 16,-11 2-4-16,-13 7-8 0,-15 3 0 15,-13 5-12-15,-9 3-20 16,-3 0-73-16,-3 3-84 16,-9 6-140-16,-4 0-547 0</inkml:trace>
  <inkml:trace contextRef="#ctx0" brushRef="#br0" timeOffset="123094.57">7844 15037 1463 0,'0'0'519'16,"0"0"-214"-16,0 0-1 16,0 0-65-16,0 0-67 15,0 0-87-15,0 0-49 16,-6 26 27-16,16-2-5 16,-2 1-22-16,1 1-22 15,-3-3-7-15,1-4-6 16,-4-5-1-16,0-4-36 15,-3-5-93-15,0-5-122 0,0-8-91 16,-5-6-433-16</inkml:trace>
  <inkml:trace contextRef="#ctx0" brushRef="#br0" timeOffset="123384.72">7774 14720 1189 0,'0'0'294'15,"0"0"-118"-15,0 0 24 16,-32 73 4-16,25-41-51 16,2-2-55-16,4-3-29 15,1-8-18-15,0-8-11 16,0-7-5-16,0-4 55 0,0-3 27 16,0-13-30-1,4-9-57-15,2-6-18 0,-1-1-6 16,-2-1-6-16,-3 3-9 15,3 4-32-15,-3 10-11 16,3 7 0-16,3 9-87 16,0 0-89-16,3 13 21 15,7 22-58-15,-2-2-101 16,0-4-475-16</inkml:trace>
  <inkml:trace contextRef="#ctx0" brushRef="#br0" timeOffset="123606.46">7921 14918 1423 0,'0'0'402'0,"0"0"-75"16,0 0-124-16,0 0 12 16,0 0-77-16,0 0-70 15,0 0-27-15,84-56-18 16,-66 52-14-16,0 1-3 15,-3 2-6-15,-2 1-87 16,2 0-144-16,-3 7-138 16,-6 2-305-16</inkml:trace>
  <inkml:trace contextRef="#ctx0" brushRef="#br0" timeOffset="123779.12">7950 15075 1107 0,'0'0'681'0,"0"0"-409"16,0 0-121-16,0 0-64 16,0 0-38-16,0 0-24 15,97-27-24-15,-72 20-1 16,14-3-78-16,-6 1-171 16,-3 1-57-16</inkml:trace>
  <inkml:trace contextRef="#ctx0" brushRef="#br0" timeOffset="124068.09">8367 14793 1152 0,'0'0'971'16,"0"0"-679"-16,0 0-55 15,0 0-39-15,0 0 26 16,0 0-41-16,15 74-41 16,-3-39-19-16,-1 2-33 15,-1 3-24-15,3-5-30 16,-2-4-13-16,-2-3-13 16,0-6 2-16,-5-5-10 15,-1-6-2-15,-3-2-52 16,0-7-91-16,-4-1-95 0,-11-1-419 0</inkml:trace>
  <inkml:trace contextRef="#ctx0" brushRef="#br0" timeOffset="124691.58">7498 13883 500 0,'0'0'850'0,"0"0"-514"16,0 0 57-16,0 0-76 15,0 0-51-15,0 0-48 16,0 0-45-16,-36-44-70 15,36 44-61-15,0 0-25 16,1 12-11-16,13 8 0 16,4 6 12-16,1 3 9 15,-2 0-8-15,0-2-5 16,-3-3-7-16,-3-2-6 16,-1-3 0-16,-4-2-1 0,-2-2-17 15,-1-4-82-15,-1-5-124 16,-2-1-251-16,0-5-204 0</inkml:trace>
  <inkml:trace contextRef="#ctx0" brushRef="#br0" timeOffset="125113.31">7668 13796 1190 0,'0'0'343'15,"0"0"-71"-15,0 0-142 16,0 0-50-16,0 0 66 16,0 0 21-16,0 0-3 15,-54 79-13-15,36-60-34 16,-1-1-19-16,-1-4-22 16,1-1-22-16,4-4-7 15,0 1-10-15,6-6-7 16,3 2-5-16,3 1-7 15,3-2-4-15,0 2-4 16,0 3 17-16,8-1 6 16,8 3 11-16,4-4-8 15,5 0-1-15,5-2-5 0,4-3-6 16,2-1-1-16,4-2-11 16,-4 0 0-16,-3 0-6 15,-5-2-6-15,-4-2 10 16,-9-1-4-16,0 1-5 15,-8 2-1-15,-4 0 0 16,-1 1-66-16,2-3-76 16,-1-1-186-16,2 0-635 0</inkml:trace>
  <inkml:trace contextRef="#ctx0" brushRef="#br0" timeOffset="126570.07">8704 14272 198 0,'0'0'540'0,"0"0"-254"16,0 0-88-16,0 0-1 16,0 0-31-16,0 0-13 15,0 0-17-15,-6 0-10 16,6 0-6-16,2 0 16 0,10 0 9 15,4 0-13-15,2-4-25 16,6-6-37-16,1-3-26 16,2-3-23-16,-3-1-11 15,-1 0-3-15,-4-1-1 16,-7 0-4-16,-2-2 7 16,-7 1-2-16,-3 0-1 15,0 2 0-15,-1 3 3 16,-11 3 11-16,1 3 21 15,-5 7 7-15,-2 1-21 16,-4 0-7-16,-5 9 5 16,-1 11 24-16,1 8 23 15,0 7 0-15,7 5-9 0,4 3 10 16,4 2-2 0,9-1-8-16,3-1-15 0,0-6-3 15,14-3-5-15,5-4-8 16,5-5-4-16,0-8-1 15,4-8 0-15,-1-2-4 16,6-7-4-16,0 0-4 16,4-11-3-16,0-8 0 15,3-1-12-15,-4-4 0 16,-4 0 6-16,-7 4-7 16,-6 4 1-16,-10 1-15 15,-4 7-36-15,-5 1-50 16,-3 7-82-16,-9 0-146 0,-3 0-652 15</inkml:trace>
  <inkml:trace contextRef="#ctx0" brushRef="#br0" timeOffset="127462.39">8880 13679 783 0,'0'0'303'16,"0"0"19"-16,0 0-27 15,0 0-41-15,0 0 11 16,0 0-6-16,0 0-62 16,-71-25-50-16,71 25-36 15,0 0-38-15,0-1-22 16,13 1-23-16,10-3-10 0,14-1-3 16,5-2-3-1,3-1 2-15,-2-2-8 0,-6 3-5 16,-9 0 0-16,-7 3 0 15,-7 1 1-15,-8 0-1 16,-3 2 0-16,-3 0 5 16,0 0-6-16,-3 12 0 15,-12 9-2-15,-6 8 2 16,-6 5 1-16,-1 5-1 16,-2 1 10-16,6-1 7 15,0-4 11-15,6-6 5 16,6-6 2-16,8-5-4 15,2-9-4-15,2-1-2 0,0-6 7 16,14-1 1-16,8-1 10 16,5 0-7-16,4-1-9 15,2-11-15-15,0-3-11 16,0-1 6-16,-5-4-5 16,-3 4-1-16,-8 3-1 15,-2 3-30-15,-8 5-38 16,-5 3-43-16,-2 2-67 15,0 0-157-15,0 3-338 16,-6 2-600-16</inkml:trace>
  <inkml:trace contextRef="#ctx0" brushRef="#br0" timeOffset="128546.38">9379 13748 742 0,'0'0'929'16,"0"0"-555"-16,0 0-111 15,0 0-78-15,0 0-23 16,0 0-71-16,0 0 51 15,0 57-15-15,6-30-31 16,1-4-41-16,0 0-19 16,1-4-18-16,-5-2-9 0,3-5-8 15,-3-4 0 1,0-3-2-16,-1-3-33 0,0-2-92 16,1 0-109-16,-1 0-101 15,-1-10-353-15</inkml:trace>
  <inkml:trace contextRef="#ctx0" brushRef="#br0" timeOffset="128906.11">9358 13525 508 0,'0'0'825'0,"0"0"-574"15,0 0-38-15,0 0-34 0,0 0 25 16,0 0-46-16,0 0-24 16,-42 70-21-16,42-53-36 15,0-3-22-15,0 1-7 16,0-2-14-16,14-4 1 16,0-1-10-16,3-4 8 15,1-3-14-15,-1-1-8 16,0 0 1-16,-2-4-11 15,-6-8 8-15,-2-2 3 16,-2-3-4-16,-5 0-7 16,0 1 7-16,0 0-7 15,-2 4 8-15,-8 5-9 0,-5 4-39 16,-8 6-102 0,4 11-145-16,0 3-333 0</inkml:trace>
  <inkml:trace contextRef="#ctx0" brushRef="#br0" timeOffset="133558.69">8345 15940 836 0,'0'0'234'0,"0"0"-47"16,0 0 17-16,-110-43-29 16,66 40-16-16,-5 3-19 15,0 2-15-15,-2 15-77 16,2 6-26-16,3 7-11 0,1 9-4 15,5 4 12-15,5 8 8 16,4 4 10-16,3 2 4 16,2 2 9-16,6 3 4 15,3 1 10-15,8 3 4 16,2-2 0-16,4 1 1 16,1 1-1-16,2-3 13 15,0-1-23-15,0-2-9 16,6 1-20-16,6-2 7 15,5-2 7-15,2-1-1 16,5-2 7-16,2-3-4 0,6-6 0 16,4-4-9-1,3-9-6-15,1-6 0 0,6-8-1 16,-1-4-3 0,1-6-11-16,3-5 2 0,-7-3 8 15,3 0-2-15,-2-3-1 16,0-13 2-16,2-4-7 15,-5-5-4-15,-1-3-4 16,0-2-3-16,-5-2-5 16,-3 0 0-16,-4 1 0 15,-3 0 0-15,-1 2-1 16,-4-3-1-16,-1-1 1 16,0-1 6-16,-5-6-5 15,2-2-1-15,-4-2-1 16,-3-1-6-16,-2-3-4 0,-3-2-1 15,-3-1-7-15,0-4-8 16,0-4-5-16,-7-2 19 16,-9 2-17-16,-4-2-15 15,-1 2-1-15,-3 4 5 16,1 7 2-16,-3 6-19 16,2 7-2-16,0 3 12 15,-1 9 12-15,-2 1-7 16,-1 6-5-16,0 2 14 15,-2 7 23-15,-3 2-7 16,3 3-18-16,-4 2-16 16,1 0-13-16,3 0 21 15,5 0 20-15,6 0 10 0,5 0-6 16,8 0-2-16,1 0-24 16,4 1-2-16,1 5-27 15,1 17-31-15,13 0-15 16,2 0-65-16</inkml:trace>
  <inkml:trace contextRef="#ctx0" brushRef="#br0" timeOffset="133761.42">8812 16081 1023 0,'0'0'688'15,"0"0"-502"-15,0 0 44 0,0 0-99 16,0 0-36-16,0 0-59 16,0 0-36-16,-55-8-36 15,65 8-171-15,-2 0-312 16,-5 0-659-16</inkml:trace>
  <inkml:trace contextRef="#ctx0" brushRef="#br0" timeOffset="140382.58">10891 17167 146 0,'0'0'1261'0,"0"0"-983"16,0 0-117-16,0 0-38 15,0 0 17-15,0 0-23 16,58 16-28-16,-20-13-15 16,5-2-9-16,14 0 6 15,20-1-13-15,25 0 8 16,26-1 14-16,10-6-26 16,-3 3-29-16,-10 2-5 15,-13 1 1-15,1 1-5 16,-8 0-14-16,-6 0 8 15,-8 0-1-15,-5 0 1 16,-15 0 7-16,-11 3-2 16,-14-1 6-16,0-2 0 0,9 1 1 15,8 0-2-15,9 2-1 16,0 0 0-16,2-1 2 16,-1 1 0-16,3 1 2 15,-1-1-2-15,1 0-2 16,-2-2 4-16,1 2-8 15,-2 0 1-15,-1 1 1 16,2-1-2-16,-2-1-5 16,1 0 8-16,0 1-12 15,-1-1 2-15,1 1 4 16,0 1-12-16,-2-1 9 16,1 1-8-16,-2-1 8 15,0 0-9-15,-1 2 6 0,-1 0 0 16,13-1 6-16,11 3-5 15,16-2 10-15,5-1-4 16,-8 0-2-16,-7-2 11 16,-23 0-2-16,-13-1-13 15,-11-1 10-15,-5 2 5 16,24-2-11-16,-1 0-4 16,11 0 19-16,10 0-7 15,-20 0-5-15,8 0 2 16,-2 0 5-16,-17-3 2 15,5-2-14-15,-5 0-2 16,-4 1 8-16,-6-3-7 0,3 1 2 16,-3 0 1-1,-1 1-2-15,0 0 6 0,-5 1-6 16,-1 0-8-16,-2 0 13 16,-2 1-5-16,-2 3-2 15,-5-2-7-15,-3 1 11 16,-4-1-5-16,-5 2 0 15,-5-1-5-15,-6 1 0 16,-2-1 0-16,-3-1-1 16,-3-3-6-16,0-4-54 15,-25-13-165-15,0-1-339 16,8-4-1393-16</inkml:trace>
  <inkml:trace contextRef="#ctx0" brushRef="#br0" timeOffset="141929.16">20345 17244 553 0,'0'0'629'0,"0"0"-403"16,0 0 1-16,0 0-53 16,0 0-15-16,0 0-39 15,0 0-31-15,4 7-13 16,13-4 30-16,5 1 17 15,8-1-19-15,7 4-9 16,7-7 6-16,6 1-6 16,7-1-18-16,4 0-11 15,3 0-14-15,2-1-20 16,-1-6-10-16,1 1-11 16,-1-1-2-16,-5-3 4 15,-3-4-12-15,-3 2 0 16,-5-2 7-16,-6-5-2 15,-3-1 1-15,-2-2 5 0,-6-2-3 16,-2 0 2-16,-1-3-4 16,-3 1 1-16,1-3-2 15,-1 0-5-15,1-2-1 16,1-3 1-16,0 0 0 16,1 0 0-16,-3 0 0 15,-2 2-1-15,-4 0-6 16,-2 1 5-16,-5-3 0 15,-3 1-7-15,-2-1 1 16,-5 0-4-16,0-2-2 16,-3-1-5-16,0-1-5 15,0 1-10-15,0 4 9 16,-8 2-1-16,-2 6 1 0,-2 3 5 16,0 3-5-1,-4 6 7-15,2 0 7 0,-3 2-2 16,-3-1 1-16,-2 1-7 15,-4 0-9-15,-2 2 7 16,-2 1-7-16,-1-1 7 16,-2 2 4-16,-1 2-2 15,-1-1-6-15,2 2 2 16,1-1 14-16,0 3 7 16,4 0-5-16,1 2-2 15,0 0-1-15,0 0 0 16,1 0-9-16,0 0-5 0,1 6 5 15,4 0 7 1,-3 2 1-16,0 3 8 0,-4 3 2 16,0 6 0-16,-4 0 1 15,3 3 14-15,-1 4-14 16,3-1 0-16,4 3 5 16,1 0 9-16,4 2 1 15,3 2 5-15,2 2 14 16,7 2-4-16,3 1 14 15,3 1 3-15,0 2-1 16,3 1-9-16,9 1-2 16,1 5 0-16,3 3 1 15,1-2 0-15,1 3 1 0,-2 2-1 16,2-4 1-16,-1 0-5 16,-1-5-2-16,2-4-7 15,-2-6-3-15,2-5-2 16,-1-10-4-16,2-4-4 15,-1-3-2-15,1-3-2 16,1-8-1-16,1 1-4 16,3-3 5-16,2 0-6 15,1-3 0-15,0-5 4 16,-3 2-5-16,-9-1-16 16,-6 6-14-16,-3-2-22 15,-6 3-146-15,-6 0-388 16,-8 0-799-16</inkml:trace>
  <inkml:trace contextRef="#ctx0" brushRef="#br0" timeOffset="142107.09">21285 17370 785 0,'0'0'1440'15,"0"0"-1277"-15,0 0-140 16,-123 4-23-16,67 13-155 16,-6 0-801-16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3:57:47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8906 5118 182 0,'0'0'770'16,"0"0"-444"-16,0 0-83 16,0 0-53-16,0 0-35 15,0 0-28-15,6 7-52 16,12 2 20-16,10 3 4 16,8 0-11-16,7 3 7 15,5-3 12-15,7-1-17 0,5 1-9 16,2-2-16-16,4-1-11 15,5-3-6-15,1 1-15 16,0-4 3-16,2 3-12 16,-5-1-12-16,-2 0-2 15,-3-1 8-15,2 0-3 16,-1-2 3-16,4 0-5 16,4-2-4-16,2 3-9 15,-2-1 13-15,0 1 1 16,-3 1-13-16,0 1 9 15,0-2-1-15,-1 2-1 16,-4-2 1-16,1-2-3 16,-2 3 0-16,-1-3 1 0,-3 1-6 15,-4-1 5-15,-1 1 0 16,-3-1-4-16,-5 1 4 16,-1-1-5-16,-3 1 5 15,-4-1-5-15,3-1 0 16,0 0 8-16,7 0 0 15,3 0 3-15,3 0 0 16,5 0-12-16,-3-1 1 16,-2-2 7-16,-5 1-8 15,-5 1 0-15,-2-1 7 0,-1 1-5 16,-1-1-2 0,2 1 8-16,-3 0-7 0,-1-2 5 15,-1 2 0-15,-2-1-5 16,0 1 0-16,2-2 0 15,-1 1 0-15,1-1 0 16,1-1 0-16,-1 3 0 16,-4-2-1-16,-1 2-1 15,-3-1 1-15,-2 2-1 16,-3-1 1-16,-1-1 0 16,-2 2 1-16,-2-3-1 15,2 1 7-15,2-3-7 16,1 2 5-16,4-1-5 15,-1-1 0-15,2-2 0 16,-4 2 7-16,0-2-7 0,0 2 1 16,-1 0-1-16,-1-2 6 15,-3 2-5-15,1-1 0 16,-1 0-1-16,-3 1 0 16,0 1 0-16,-2-1-6 15,-2 2 6-15,-1 0 5 16,2-2-4-16,-3 1-1 15,3 0 1-15,0-2 0 16,1-1-1-16,5 0 0 16,0-3 1-16,4 0 0 15,2-2 0-15,1-3 0 16,2-2 1-16,-3 1-1 16,0-1 0-16,0 0 1 0,-6 0-1 15,1 0 0-15,-3 0 0 16,-1 0 0-16,2-2 0 15,-4-3-1-15,2 1-5 16,0 0 5-16,-3 1 1 16,1 0-1-16,1 0 0 15,-1 3 0-15,-1 0-1 16,3-2 0-16,-5 2 0 16,4-2-11-16,-2 0 11 15,-1-3-5-15,0-1-3 16,1 0-2-16,-2-4 10 15,-2-2-16-15,1-4-2 0,-5-2-8 16,-1 0 0 0,-1-1 4-16,-1 0 11 0,-1 5 2 15,-3 1 2-15,0 0-2 16,0 3 8 0,0 2-11-16,0 0 4 0,-6 0-3 15,-1 0 6 1,-4 2-5-16,-2-1 3 0,-1 1 7 15,-2 0-10-15,-1 1-2 16,0 0 1-16,-3 1 1 16,-1 0 4-16,-1 0-8 15,1 0 14-15,-4-1-8 16,-1 2 4-16,1 0 4 16,-3-1-9-16,-2 2 3 15,-3 1-4-15,-1 1-13 0,-4 0 11 16,0 1-11-16,-3 2 6 15,-1-1-1-15,-4 2 3 16,-3 0 16-16,-5 2 1 16,-2-1-1-16,-4 2-1 15,0-2 1-15,-2 0 13 16,-1 3-13-16,-1-3 0 16,-2 2 0-16,-2-2 0 15,1 0-1-15,-4-1 2 16,-3 0-1-16,-1-1 0 15,-2-2 0-15,-1 2 0 16,-1 2 0-16,3-1-1 16,0 1 0-16,3 1-11 0,0 1 11 15,3 0-15-15,3 1-2 16,2 2 18-16,1-2 24 16,-1 4-18-16,4 1-6 15,-2 0-21-15,2 1 7 16,0 3 14-16,0 0 0 15,-2 0 8-15,-3 0-7 16,-1 0-2-16,-6 0 1 16,-11 3-7-16,4 1 6 15,1 0 0-15,0-1-9 16,6 4 1-16,-2-2 3 16,0 1-1-16,4 1 7 15,4 0-1-15,1 0-6 16,2 1-12-16,6-1 19 15,0 3 11-15,3-4-3 0,3 2-8 16,2 1 0-16,1-1 0 16,4 1 0-16,2-1-2 15,0 2-4-15,0-3 6 16,-1 3-1-16,-3 2-1 16,-1-1 2-16,-6 4-1 15,5-1 1-15,-1 1 0 16,3-3 0-16,2 2 1 15,5-1-1-15,4-1 2 16,2-1-2-16,2 2 1 16,4-3 0-16,1 3-1 15,2 1 8-15,1 0-8 0,0 1 0 16,-3 0 0 0,0 3 2-16,-2 1 8 0,-1-2 9 15,0 0-18-15,3 1 8 16,0 0-8-16,-1 1 0 15,-2 1 0-15,-1-2 7 16,0 1 4-16,1 0-3 16,0-2-8-16,7 0 7 15,1 3-7-15,1-1 5 16,3 3 3-16,-1-1-1 16,1 1 2-16,0 2 1 15,5 1 5-15,-2 0 9 16,0 0-13-16,3 0 6 0,0 4-1 15,0-1-4 1,3 0 4-16,1 2-1 0,1 1 1 16,3-1 2-16,2 1 0 15,1-2 4-15,1-1-5 16,0 1-2-16,0-3 1 16,0-1-1-16,0 0 4 15,3 2-10-15,3-2 4 16,2 1 1-16,3-1 0 15,4 1 3-15,0 1 0 16,1-3 0-16,2 2-2 16,0-2 1-16,4 1 5 15,-2-1-10-15,1 2 0 0,-1-4-2 16,0 0 2 0,2-2-11-16,-1-1 9 0,0-2 2 15,0-2-3-15,3-2 15 16,-2-3-13-16,2-2 7 15,0 1-12-15,1-3 9 16,-1 1-14-16,-1-3 9 16,-1 1-9-16,3-1 0 15,-1 0 10-15,0 1-5 16,-3 0-5-16,3 0 5 16,-2-1 0-16,0-2 6 15,1 3-11-15,1-2 9 16,1 0-2-16,2 0-1 15,0-2 4-15,-1 1-11 0,-1 1 12 16,-3-3-10-16,-3 2 5 16,-2 0-6-1,-4-1-1-15,2-1 1 0,-3 0-1 16,-2 1 0-16,-2-1-1 16,-2 0 1-16,1 2-1 15,-5-2 1-15,-1 0-6 16,1 0 0-16,-2 0-3 15,0 1-18-15,0-1-8 16,0 0-47-16,-2-1-69 16,-11-10-198-16,-1-3-853 0</inkml:trace>
  <inkml:trace contextRef="#ctx0" brushRef="#br0" timeOffset="185.33">9292 5240 2393 0,'0'0'326'0,"0"0"-199"16,0 0-77-16,0 0-15 16,0 0-35-16,0 0-130 15,-94 3-1123-15</inkml:trace>
  <inkml:trace contextRef="#ctx0" brushRef="#br0" timeOffset="10482.01">8985 3959 1265 0,'0'0'323'0,"0"0"-25"16,0 0-47-16,0 0-49 15,0 0-16-15,0 0-52 16,0 0-63-16,9-22-33 0,13 15-9 15,8-2-14 1,6 1-9-16,5-2-4 0,0 2-1 16,-5 0 5-16,-5 3-5 15,-9 1-1-15,-8 4-1 16,-8 0-5-16,-6 0 5 16,0 0 0-16,-6 11-5 15,-12 13 7-15,-11 5-1 16,-3 8 8-16,-5 1-1 15,1 0 4-15,4-5 5 16,9-4 1-16,6-5 2 16,9-7 2-16,3-4-6 15,5-4 9-15,0 0 1 16,7-3-5-16,8-1 2 16,7-1-2-16,5-3-9 0,3-1-9 15,0 0 6-15,1 0-8 16,-1-3-19-16,1-7-159 15,7-7-155-15,-10 2-376 16,-3 1-577-16</inkml:trace>
  <inkml:trace contextRef="#ctx0" brushRef="#br0" timeOffset="10729.87">9523 3959 1493 0,'0'0'510'0,"0"0"-276"16,0 0-88-16,0 0 55 15,0 0 22-15,0 0-96 16,3 95-58-16,3-68-18 16,-1-2-9-16,1-1-20 15,-3-1-5-15,1-2-2 16,-4-2-14-16,0 3-1 15,0 5-44-15,0-5-162 16,3-7-405-16</inkml:trace>
  <inkml:trace contextRef="#ctx0" brushRef="#br0" timeOffset="11450.91">10638 3987 1054 0,'0'0'381'15,"0"0"104"-15,0 0-184 16,0 0-35-16,0 0-73 16,0 0-56-16,0 0-47 15,22-42-41-15,6 38-28 0,8-2-12 16,6 2-3-16,0-1 2 15,0 3-7-15,-6-1-1 16,-7 2 0-16,-11-1 0 16,-6 2 0-16,-9 0 0 15,-3 0 0-15,0 0 2 16,-12 13-1-16,-5 6-1 16,-11 4 11-16,0 4 1 15,-5 1 6-15,-3-1-8 16,9 0 3-16,3-4 2 15,7-2-1-15,8-4-5 16,6-3 0-16,3-1 1 16,0-3 5-16,4-1-9 0,12-2 3 15,6-1 0-15,6-1-7 16,5-5 8-16,1 0-10 16,1 0 0-16,0-2-30 15,7-15-118-15,-9 2-203 16,-8-1-474-16</inkml:trace>
  <inkml:trace contextRef="#ctx0" brushRef="#br0" timeOffset="11870.23">11172 3991 1440 0,'0'0'509'0,"0"0"-277"16,0 0-111-16,0 0-6 16,0 0-30-16,0 0-2 15,0 0-14-15,23 23-16 16,-20-7-23-16,-3 2 6 16,0 1-6-16,-3 1 4 15,-13-1-10-15,-2 1-9 16,-6-3-7-16,0-2-7 15,2-2 0-15,4-6 0 16,6-5 0-16,5-2 6 16,4 0-1-16,3-5 8 15,0-3-13-15,0 1 27 0,1 4-20 16,7 3 10 0,5 0-17-16,1 1 20 0,5 12-1 15,2 3 1-15,1 1-2 16,4 0-5-16,2 4-14 15,5-3 0-15,10-1 0 16,39-9-76-16,-8-5-296 16,0-3-1029-16</inkml:trace>
  <inkml:trace contextRef="#ctx0" brushRef="#br0" timeOffset="12538.29">12019 3962 1192 0,'0'0'361'0,"0"0"127"15,0 0-270-15,0 0 15 16,0 0-57-16,0 0-50 16,0 0-55-16,9-24-43 15,21 23-22-15,7-2 5 16,6 0-11-16,2 2-1 15,-1-1 1-15,-9 2 0 16,-8 0 0-16,-12 0 0 16,-7 0-8-16,-8 2 4 0,0 9-2 15,-14 4 7-15,-10 7-1 16,-6 3 11-16,-4 2-1 16,-2 2 11-16,0-3 12 15,6-2-1-15,5-1-2 16,6-5-5-16,8-2-13 15,7-4-6-15,4-1-5 16,0-1 7-16,10 0-7 16,11-3 7-16,6-2-8 15,4-5-8-15,8 0-19 16,19 0-114-16,-9-9-185 16,-10-4-411-16</inkml:trace>
  <inkml:trace contextRef="#ctx0" brushRef="#br0" timeOffset="13018.33">12406 4081 1485 0,'0'0'530'0,"0"0"-316"16,0 0-107-16,0 0-33 15,0 0-22-15,0 0-12 0,0 0-19 16,93-7-9 0,-81 7-6-16,-6 0 3 0,-4 4 7 15,-2 5-15-15,0 2-1 16,-6 1 0-16,-8 2 2 16,-4 2 5-16,2-3-5 15,-1-3-1-15,5-2 7 16,5-4-8-16,4-1 2 15,3-3 17-15,0 2 27 16,0-2 18-16,0 0-7 16,7 5-15-16,5-1-11 15,2 3 20-15,8 2-12 16,0 1-14-16,-1-1-5 16,-3 2-1-16,-3 0 1 0,-6 0 1 15,-4-2-4-15,-4-1-3 16,-1 0 5-16,0 1 1 15,-10-1-2-15,-10 1-3 16,-6-1-5-16,-6-2-4 16,-7-3-6-16,-25 0-34 15,9-1-171-15,0-2-411 0</inkml:trace>
  <inkml:trace contextRef="#ctx0" brushRef="#br0" timeOffset="16248.61">15357 5163 990 0,'0'0'482'0,"0"0"-191"0,0 0-55 15,0 0 16-15,0 0 29 16,113 21-33-16,-29-18-85 16,35-3-65-16,17 0-48 15,1 0 1-15,-4-3-19 16,-18-2-22-16,0-1 1 16,-23 3-10-16,-21 0 0 15,-23 2 7-15,-13 0-8 0,-4-1-1 16,-6 2-5-16,-4 0-21 15,-15-1-73-15,-6 1-121 16,-16-2-89-16,-11 0-290 16,-5 1-392-16</inkml:trace>
  <inkml:trace contextRef="#ctx0" brushRef="#br0" timeOffset="16526.52">15530 5424 1425 0,'0'0'323'0,"0"0"-81"16,0 0-48-16,0 0 68 15,92 29 34-15,2-24-47 0,38-2-95 16,14-3-55-16,-3 0-48 16,-21-8-9-16,-23-4-14 15,-20 4-8-15,-19-1-5 16,-14 4-8-16,-9 0-7 15,0 0 1-15,2 0 1 16,-8 1-1-16,-13 1-1 16,-9 3-17-16,-9 0-34 15,-47 17-140-15,-9 5-404 16,-21 0-1020-16</inkml:trace>
  <inkml:trace contextRef="#ctx0" brushRef="#br0" timeOffset="21250.2">22809 2554 80 0,'0'0'1317'0,"0"0"-768"0,0 0-328 16,0 0-15-16,0 0 17 15,0 0-56-15,10-15-79 16,13 1-41-16,14-2-15 16,9-1-17-16,8-2-5 15,6 1 4-15,-2-3-8 16,-3 1-5-16,-10 0-1 16,-9 2 0-16,-11 0-1 0,-9 3 1 15,-10-2 0-15,-6 2 1 16,0 2 1-16,-4 3 7 15,-17 5-9-15,-7 5 6 16,-11 2 5-16,-10 24-2 16,-5 11 12-16,0 11 22 15,2 8-15-15,10 4 7 16,11-1-8-16,10 0-6 16,13-5 12-16,8-6 3 15,6-8-14-15,23-6-8 16,10-10-2-16,10-10-3 15,5-12-8-15,2-2-1 16,1-23-29-16,12-33-100 0,-14 3-198 16,-11-1-424-16</inkml:trace>
  <inkml:trace contextRef="#ctx0" brushRef="#br0" timeOffset="21616.97">23368 1777 1081 0,'0'0'763'0,"0"0"-547"16,0 0-51 0,0 0-61-16,85-56 13 0,-41 47-47 15,3 2-27-15,-2 2-10 16,-5 5-11-16,-6 0 2 15,-14 2-11-15,-7 15-1 16,-11 5 15-16,-2 12 22 16,-21 9 15-16,-12 6-5 15,-10 11-16-15,0-2 9 16,2 0-2-16,10-5-16 16,13-7-6-16,15-7-13 15,6-7-3-15,30-8-4 16,28-6-2-16,26-10-5 15,18-8-1-15,-5 0-7 16,0-17-136-16,-32 3-217 0,-22-1-563 16</inkml:trace>
  <inkml:trace contextRef="#ctx0" brushRef="#br0" timeOffset="21902.06">22257 3180 1971 0,'0'0'266'0,"0"0"-157"16,171 22 5-16,46-36 184 16,65-30-84-16,47-16-59 15,10-4-27-15,-32 4-56 0,-8 0-26 16,-20 2-13-1,-26 2-5-15,-40 12-16 0,-59 11-12 16,-57 15-1-16,-47 7-17 16,-30 8-40-16,-18 3-62 15,-55 7-98-15,-14 10-329 16,-30 3-771-16</inkml:trace>
  <inkml:trace contextRef="#ctx0" brushRef="#br0" timeOffset="23140.59">23001 3559 1386 0,'0'0'374'0,"0"0"-69"0,0 0 11 15,0 0 21-15,0 0-104 16,-109-25-97-16,17 69-46 16,-24 28-24-16,8 3-22 15,25-9-8-15,35-19-1 16,30-18-8-16,8 3-10 16,10-3-13-16,13-1-4 15,41-9-1-15,35-18 1 16,25-2 1-16,-6-19-1 15,-23-2 6-15,-37 7-5 16,-27 6 8-16,-5 3-9 0,-7 2 0 16,-6 2 0-16,-3 2 12 15,-22 6 3-15,-18 16-9 16,-15 14-5-16,-8 9 5 16,-3 8 0-16,5 6-5 15,9 1 6-15,13-3-6 16,14-6 0-16,14-5-1 15,11-11 0-15,0-7-6 16,20-9-5-16,13-6-20 16,13-12-46-16,40-18-56 0,-9-13-202 15,-5-9-412-15</inkml:trace>
  <inkml:trace contextRef="#ctx0" brushRef="#br0" timeOffset="23522.83">23353 3779 1018 0,'0'0'1107'15,"0"0"-886"-15,0 0-80 16,0 0-84-16,0 0 2 16,0 0-17-16,0 0-17 15,103 23-11-15,-67-23-4 16,-2-14-9-16,-4-6 7 15,-5-5-1-15,-5-5-5 16,-2 1-1-16,-8 0 7 0,-4 3-1 16,-6 6 72-16,0 7 57 15,-16 9-22-15,-9 4-21 16,-10 13-47-16,-4 17 2 16,0 12 5-16,4 8 5 15,8 3-12-15,10 2-13 16,13-3-12-16,4-5-9 15,11-9-11-15,17-9 0 16,8-12-1-16,7-10-1 16,5-7-41-16,2-19-44 15,11-42-125-15,-12 5-447 16,-13-5-938-16</inkml:trace>
  <inkml:trace contextRef="#ctx0" brushRef="#br0" timeOffset="23936.8">23747 3173 1906 0,'0'0'332'0,"0"0"-17"16,0 0-195-16,0 0-29 15,0 0-34-15,0 0 4 16,0 0 6-16,101 6-19 0,-59-6-10 15,3 0-12 1,0-8-5-16,-6-3-10 0,-6 3-5 16,-10 2-5-16,-8 2 0 15,-9 4 11-15,-6 0-6 16,0 3 16-16,-8 17 5 16,-12 10 44-16,-7 9-1 15,-3 7-15-15,2-1-19 16,4 1-3-16,9-5-7 15,5-7-4-15,10-7-11 16,0-11-11-16,19-5 1 16,27-11 7-16,30-5 15 15,6-17 13-15,-1-1-20 16,-5-7-8-16,-20 5-8 16,6-6-21-16,11-10-88 0,-18 7-138 15,-21 8-707-15</inkml:trace>
  <inkml:trace contextRef="#ctx0" brushRef="#br0" timeOffset="26534.96">5733 8293 196 0,'0'0'824'16,"0"0"-574"-16,0 0 13 16,0 0 18-16,0 0-50 0,0 0-36 15,0 0-30 1,-16-14-20-16,16 14-31 0,0 0-20 16,0 0-7-16,16 0-7 15,8 0 24-15,7 0-6 16,10 0-23-16,9 0-21 15,8 0-3-15,7 0-2 16,3 0-11-16,3 0-8 16,-2 0 1-16,-3-3-11 15,-2-1-13-15,-1-1 2 16,-3 0 3-16,-2 0 8 16,-3 0-1-16,-6-1-11 15,-4 0 2-15,-11 1 1 0,-10 1-10 16,-4 1 1-16,-7 1-1 15,-6 0 5-15,-2 1-6 16,-5 1 0-16,3 0 0 16,-3 0 0-16,0 0-12 15,0 0-38-15,-21 5-89 16,-3 7-144-16,-6 1-666 0</inkml:trace>
  <inkml:trace contextRef="#ctx0" brushRef="#br0" timeOffset="28133.74">5942 9544 84 0,'0'0'727'0,"0"0"-418"16,0 0-84-16,0 0 10 16,0 0 20-16,0 0-3 15,0 0-64-15,-58 13 1 16,58-11-12-16,3 0-54 15,12 2-22-15,15 1 47 16,10 1-6-16,21-4-37 0,28-2-37 16,29 0-6-1,3-14-2-15,-16-1-16 0,-31 1-16 16,-32 5-11-16,-11 1-10 16,2-2 7-16,0 0-5 15,1 1 0-15,-10 1-3 16,-9 2 1-16,-5 3-7 15,-8 3-1-15,-2 0 1 16,0 0-14-16,-6 4-62 16,-37 35-83-16,-1-3-447 15,-6 3-1257-15</inkml:trace>
  <inkml:trace contextRef="#ctx0" brushRef="#br0" timeOffset="28749.81">5845 10816 939 0,'0'0'698'16,"0"0"-468"-16,0 0 73 15,0 0-32-15,0 0-33 0,0 0-50 16,0 0-56-1,1 3-5-15,46 4 2 0,33-6-10 16,25-1-14-16,11-1-31 16,-6-15 2-16,-23-1-11 15,-30 4-14-15,-13 2-12 16,-6-1-14-16,1-1-10 16,2-3-1-16,-3-1-13 15,-10 5 1-15,-13 2 5 16,-2 3-7-16,-8 2-6 15,-5 5-39-15,0 0-45 16,-12 0-57-16,-27 16-87 16,3 2-298-16,2-2-550 0</inkml:trace>
  <inkml:trace contextRef="#ctx0" brushRef="#br0" timeOffset="29869.64">8208 8153 1332 0,'0'0'485'16,"0"0"-219"-16,0 0-50 15,0 0 2-15,0 0-31 16,0 0-21-16,-3 4-42 15,6-3-49-15,18 4-15 16,13 0-3-16,26-3-8 0,32-2 4 16,29 0-1-16,9-5-21 15,-5-7-10-15,-30 0 12 16,-32 6-4-16,-18 0-14 16,-12 1-14-16,0-1 9 15,-8 2-10-15,0 0-1 16,-14 1 0-16,-6 3-11 15,-5 0-12-15,0 0-45 16,-47 44-104-16,0 1-379 16,-19 2-886-16</inkml:trace>
  <inkml:trace contextRef="#ctx0" brushRef="#br0" timeOffset="30387.03">8202 9472 1211 0,'0'0'364'15,"0"0"-2"-15,0 0-39 16,0 0-57-16,0 0-25 16,0 0-68-16,0 0-10 15,101 0-1-15,-7-15-18 16,23-3-9-16,6-3-41 16,-23 3-19-16,-28 4-24 15,-29 8-3-15,-6-2-24 0,1 1-9 16,-5 0-4-16,-5 2-11 15,-12 2 0-15,-10 3-29 16,-6 0-76-16,-4 13-99 16,-53 30-65-16,5-2-382 15,-12-2-1238-15</inkml:trace>
  <inkml:trace contextRef="#ctx0" brushRef="#br0" timeOffset="30912.11">8047 10758 1655 0,'0'0'568'0,"0"0"-384"15,0 0 46-15,0 0 8 16,0 0-4-16,128 0-61 16,-34-7-18-16,21-7-17 15,6-5-21-15,-23 2-34 16,-25 2-26-16,-25 3 3 16,-5 2-11-16,5-3-7 15,4-1-1-15,0-2-13 16,-8 4-2-16,-10 2-8 15,-6 0-18-15,-7 3 0 16,-9 3 0-16,-5 2 0 16,-4 1 0-16,-3 1-45 15,0 0-68-15,-13 0-68 0,-30 7-115 16,2 0-424-16,-5-7-1167 16</inkml:trace>
  <inkml:trace contextRef="#ctx0" brushRef="#br0" timeOffset="33715.49">9728 4316 603 0,'0'0'438'15,"0"0"-142"-15,0 0-51 0,0 0-39 16,0 0-35-16,0 0-23 16,-57-41-32-16,47 34-27 15,-2 1 13-15,-2-1-38 16,1 2 6-16,-2-1-12 16,0 0 6-16,-1 1-1 15,-1 1-10-15,-7 1-6 16,-1 1-13-16,-6-1-6 15,-4 3-8-15,1 0 8 16,-3 0-2-16,1 0-14 16,-1 0-3-16,1 0-2 15,3 0-6-15,2 0 5 16,2 0-5-16,3 0 0 16,2-4 0-16,4 3 10 15,1 0-2-15,4-2-3 0,0 3 1 16,0-2 3-1,2 1-10-15,1 1 0 0,-3 0 0 16,1 0 0-16,-3 0 1 16,0 0-1-16,-1 4 1 15,0 1-1-15,-1 4 0 16,-2-1 0-16,3 1 1 16,-1 2-1-16,2 1 1 15,-1 3-1-15,1-1 0 16,0 3 6-16,-1 3-5 15,0 2 0-15,0 0 0 16,1 1 0-16,0 2 0 16,2-1 0-16,2-2 1 0,1 2 4 15,0-4-5-15,1 3 7 16,4-1-1-16,0 2 1 16,2 2-1-16,2 1 1 15,3 1 2-15,0 0-8 16,0 1 5-16,2 0-1 15,7 0 2-15,2 0 11 16,0 0 10-16,5-3-5 16,1 2 0-16,2 0-6 15,3-1 1-15,1 0 5 16,5-1-3-16,2-1-6 16,3-2 1-16,0-3 7 0,1-3-2 15,0-1-5-15,-4-5 4 16,1-4-5-16,-2-2 3 15,-1-4-5-15,2-1 1 16,-3 0-4-16,8 0 4 16,-2-4-5-16,0-6 0 15,0 0-3-15,-2-1 1 16,-1-1-6-16,-2 1 5 16,-1 0-5-16,0-2 5 15,1-1-5-15,0 0 5 16,0-1 5-16,2-1-10 15,-5-1 4-15,3 1-4 16,-4 2 6-16,-3 0-6 16,-3 0 7-16,1 1-8 0,-4 1 0 15,3 0-1-15,-3 0 0 16,1-3 0-16,0 1 1 16,1-3 1-16,-1 0-1 15,0 0 0-15,0-4 1 16,-4 0 1-16,-3-1-1 15,1-3 0-15,-4 0-1 16,-3 1 0-16,0-1-1 16,-1 1-5-16,-2 1-1 15,0-2-4-15,0 3-1 16,0-3 0-16,-5 2-3 16,1 2-1-16,-2 1 2 15,-3 0 4-15,3 4-7 16,-2 2 4-16,1 0 4 0,-2 1-9 15,2 2-3-15,-1 1 9 16,-2-1-3-16,2 5 0 16,-1 0 4-16,-1-1-4 15,-2 2 5-15,3 0-5 16,-2 0-10-16,0 2 1 16,0 0-2-16,-2 2-1 15,1 1-3-15,1 0-16 16,6 7-216-16,3 4-408 15,2-2-822-15</inkml:trace>
  <inkml:trace contextRef="#ctx0" brushRef="#br0" timeOffset="34365.49">10517 5116 998 0,'0'0'555'0,"0"0"-241"15,0 0 0 1,0 0-73-16,0 0-13 0,0 0-49 16,0 0-49-16,-14-4-38 15,17 4-15-15,15 0-1 16,12 4 28-16,12 1-18 15,22-5-11-15,0 3-18 16,9-3-12-16,0 0-10 16,-12 0-10-16,7-5-14 15,-6-2-2-15,-5-3-8 16,0 0 7-16,-8 0-7 16,-9 1 5-16,-9 2-5 15,-8 1-1-15,-11 4 0 16,-8 0-6-16,-2 2-5 15,-2 0-38-15,0 0-77 16,11 8-150-16,-1 6-466 16,7 0-726-16</inkml:trace>
  <inkml:trace contextRef="#ctx0" brushRef="#br0" timeOffset="34936.73">12122 5081 1141 0,'0'0'385'0,"0"0"-41"16,0 0-63-16,0 0-31 16,0 0-17-16,0 0-33 15,0 0-43-15,-6 9-42 16,9-7-27-16,13 4-1 16,8 0-3-16,10 2 1 15,7-2-13-15,5 0-10 16,2-2-23-16,-1-1-14 15,0 0-4-15,-3-3-6 16,-5 0 0-16,0 0-6 16,-9 0-7-16,-8 0 5 15,-8 0-6-15,-6 0 0 16,-6 0 0-16,-2 0-1 16,0 0-18-16,-40 4-69 15,-4 3-120-15,-12-2-404 0</inkml:trace>
  <inkml:trace contextRef="#ctx0" brushRef="#br0" timeOffset="36649.85">10517 8224 1232 0,'0'0'329'0,"0"0"-82"16,0 0-55-16,0 0-28 0,0 0-68 15,0 0-28 1,0 0 58-16,121 8 91 16,-20-5-38-16,32-2-37 15,13-1-33-15,-5 0-41 0,-15 0-43 16,-22-1 23-16,-8-1-13 16,-19 2-14-16,-19 0-9 15,-16 0 1-15,-7 0 2 16,-1 0-9-16,0 0-5 15,0 0 7-15,-12 0-8 16,-9 0 0-16,-9 0 0 16,-2 0-1-16,-2 3-18 15,-2 18-96-15,-8 1-363 16,-11 2-257-16</inkml:trace>
  <inkml:trace contextRef="#ctx0" brushRef="#br0" timeOffset="37270.85">10717 9622 185 0,'0'0'1004'0,"0"0"-769"16,0 0 31-16,0 0-48 15,0 0-29-15,0 0-30 16,0 0-20-16,-63 29 19 16,81-20 5-16,11 1 9 15,27 2-33-15,37-4 2 16,36-5-24-16,19-3-28 16,0-4-3-16,-14-11-25 15,-24 2-2-15,-22 3-10 16,-24 2-20-16,-16 2-10 0,-14 3-8 15,-1 0-10 1,-6 1 0-16,-3 0-1 16,-15 2-41-16,-9 0-73 0,-9 22-87 15,-15 3-255 1,-10 2-317-16</inkml:trace>
  <inkml:trace contextRef="#ctx0" brushRef="#br0" timeOffset="37845.68">10690 10948 120 0,'0'0'939'0,"0"0"-677"15,0 0-14-15,0 0-26 0,0 0-46 16,0 0 28 0,0 0-31-16,-11 20 49 0,35-11-19 15,13-1-19-15,23 2-27 16,34-4-31-16,28-2-22 15,13-4-15-15,-3-2-8 16,-12-12-12-16,-20-7-17 16,-6-1-10-16,-17 1-7 15,-20 4-13-15,-14 2-8 16,-12 4-5-16,-1 0-8 16,-6 0 5-16,-1 1-6 15,-16 3 0-15,-7 3-32 16,-18 4-80-16,-73 11-122 0,2 7-305 15,-19 5-682-15</inkml:trace>
  <inkml:trace contextRef="#ctx0" brushRef="#br0" timeOffset="39584.77">20199 8536 1182 0,'0'0'390'0,"0"0"-79"15,0 0-59-15,0 0-40 16,0 0-3-16,0 0-47 15,0 0-45-15,0 9-32 16,1-9-25-16,15 0-11 16,10 0-4-16,5 0-9 15,6 0-26-15,2-2-4 16,-2-1 3-16,-2 0-9 16,-7 0-13-16,-8 0-60 15,-4 3-81-15,-7 0-131 16,-7 0-212-16,-2 0-142 0,0 0-520 15</inkml:trace>
  <inkml:trace contextRef="#ctx0" brushRef="#br0" timeOffset="39812.17">20121 8757 1181 0,'0'0'722'0,"0"0"-410"15,0 0-95-15,0 0-27 16,0 0-34-16,0 0-42 16,0 0-31-16,75 3-49 0,-37-10-17 15,1 0-10-15,0-3-7 16,-3 0-14-16,-3-3-124 16,7-14-177-16,-12 5-383 15,-7-2-646-15</inkml:trace>
  <inkml:trace contextRef="#ctx0" brushRef="#br0" timeOffset="40312.61">20482 8270 508 0,'0'0'1642'0,"0"0"-1152"15,0 0-248-15,0 0-113 0,0 0-11 16,0 0-69-16,0 0-29 16,-13 16-1-16,32 5 23 15,6 4-1-15,7 4-10 16,3-2 5-16,7-4-5 16,3-2-8-16,0-2-11 15,-1-5 1-15,-5-2-4 16,-6-3-8-16,-9-1 0 15,-9-3-1-15,-6-1 1 16,-6 1-1-16,-3 4 1 16,0 5 7-16,-12 3 7 15,-9 10 15-15,-11 5 10 0,-6 7 4 16,-8 3-1-16,-5 5 1 16,0 0 10-16,0-1-21 15,7 0 1-15,8-7-7 16,9-8-10-16,11-6-11 15,4-7 7-15,7-5-7 16,2-7-4-16,3-4-1 16,0-2 4-16,0 0-5 15,0 0-1-15,0 0-5 16,0-6-12-16,6-7-63 16,5-2-80-16,-4-7-68 15,-1 3-320-15,-4 1-709 0</inkml:trace>
  <inkml:trace contextRef="#ctx0" brushRef="#br0" timeOffset="40534.24">20519 9166 2392 0,'0'0'503'0,"0"0"-257"15,0 0-113-15,0 0-24 16,0 0-20-16,0 0-49 16,0 0-26-16,-9 5-14 15,-1 0-101-15,-35 9-122 0,1 2-446 16,-18-4-1185-16</inkml:trace>
  <inkml:trace contextRef="#ctx0" brushRef="#br0" timeOffset="42965.61">25133 3338 163 0,'0'0'1536'16,"0"0"-1061"-16,0 0-259 15,0 0-28-15,0 0 15 16,0 0-3-16,119 6-55 0,-19-12-70 16,30-11-13-16,10-7-16 15,-9 2-13-15,-28 3-27 16,-37 7-5-16,-21 3-1 16,-15 4 0-16,-5-1-5 15,-6 1-4-15,-8 3-34 16,-23-1-110-16,-18 3-210 15,-6-1-458-15</inkml:trace>
  <inkml:trace contextRef="#ctx0" brushRef="#br0" timeOffset="43331.22">25236 3028 1610 0,'0'0'404'0,"0"0"-85"16,0 0-105-16,0 0-52 15,0 0-45-15,0 0-62 16,0 0-6-16,14-15-19 16,-25 42-3-16,-6 13 23 15,-10 8-6-15,-7 7-12 16,-3 3-10-16,-2 0 2 15,5-2 17-15,6-10-13 16,9-5 5-16,9-10-10 0,10-9-8 16,0-4-2-1,18-4-2-15,15-4 5 0,13-4 8 16,11-3 4-16,10-3-17 16,1 0 1-16,0-6-12 15,-4-3-22-15,31-9-132 16,-14 3-322-16,-5-7-447 0</inkml:trace>
  <inkml:trace contextRef="#ctx0" brushRef="#br0" timeOffset="43888.28">26832 2967 552 0,'0'0'857'0,"0"0"-518"16,0 0-139-16,0 0-126 0,0 0 47 15,0 0 17-15,22 97-42 16,-15-65-28-16,-2-1-22 16,-2-6-16-16,-1-4-15 15,-2-3-3-15,0-9 1 16,0-4-7-16,0-5 4 15,0 0 29-15,0-6 113 16,-5-17-37-16,-1-9-60 16,4-8-25-16,2-2-1 15,5 3 7-15,17 5-8 16,7 10-7-16,5 12-11 0,5 7-2 16,1 5 5-1,3 15 2-15,-2 9 3 0,-4 7 3 16,-4 4-7-16,-3 2-8 15,-7 0-5-15,0-1-1 16,-4 1-9-16,-5-2-97 16,-4 2-151-16,-4-7-262 15,-3-13-441-15</inkml:trace>
  <inkml:trace contextRef="#ctx0" brushRef="#br0" timeOffset="44247.42">27498 2866 859 0,'0'0'1041'0,"0"0"-743"16,0 0-79-16,0 0-126 16,0 0-9-16,0 0-7 15,0 0 13-15,-40 104-37 16,40-68-20-16,4 0-6 15,10-4-6-15,7-3-15 16,-1-8 10-16,2-6-14 16,-1-9 5-16,-2-6-5 15,-3 0-1-15,1-15 5 16,-5-9-6-16,-2-9 0 16,-4-3-10-16,-6-6-10 0,0-5-20 15,-9-1-21-15,-9 0-35 16,-3 9-3-16,-1 11 2 15,1 20-56-15,-3 8-80 16,5 36-68-16,5 4-70 16,7-2-396-16</inkml:trace>
  <inkml:trace contextRef="#ctx0" brushRef="#br0" timeOffset="44637.02">27757 3107 1132 0,'0'0'357'0,"0"0"2"16,0 0-78-16,0 0-65 16,88-106-66-16,-48 47-45 15,1-24-32-15,-6 6-15 0,-8 7-29 16,-17 15-9-16,-10 24-2 16,0 6-4-16,-12 6-7 15,-13 13-7-15,-6 6-38 16,-2 2 13-16,4 15 10 15,7 5 3-15,12-1-6 16,8 1 5-16,2 0 5 16,5 0 8-16,11 0 0 15,3 1 1-15,4 0 6 16,3 4-1-16,1-1 6 16,0 4 9-16,1-4 15 15,-2 1-3-15,-1-1-5 16,2-4-5-16,-3-3-13 15,-2-2-1-15,-1-4-8 0,-1-3-1 16,0-5-12-16,-1-5-59 16,16-11-112-16,-1-10-141 15,-6-3-449-15</inkml:trace>
  <inkml:trace contextRef="#ctx0" brushRef="#br0" timeOffset="45184.64">28380 2684 512 0,'0'0'880'16,"0"0"-614"-16,0 0-91 16,0 0-84-16,0 0 36 0,0 0 13 15,-3 83-28-15,3-47-30 16,1 3-16-16,4-4-27 16,-2-3 0-16,0-7-29 15,2-4 1-15,-4-9-3 16,3-4-8-16,-2-3-17 15,-1-5 3-15,-1-2 13 16,0-17 1-16,0-14-12 16,0-9 7-16,0-9 5 15,0-2 1-15,0 3 0 16,0 12 9-16,3 11-1 16,2 13 3-16,1 9 3 15,3 5-14-15,6 2 7 0,3 17 2 16,4 6-2-16,0 4 11 15,-3 5-10-15,-3-1 6 16,-6-2-2-16,-4-4-7 16,-3-4-6-16,-3-7 6 15,0-6-5-15,0-8 8 16,0-2 7-16,0-6 91 16,0-17 28-16,1-13-80 15,5-8-35-15,3-2 2 16,5 1-14-16,2 11 8 15,5 9-6-15,1 13-10 16,1 9-3-16,4 3 3 16,0 15 0-16,-1 12 2 15,0 7-1-15,-3 5 11 16,-6-1-12-16,-1 1-6 0,-5-2-49 16,4 2-128-16,-5-8-133 15,2-11-402-15</inkml:trace>
  <inkml:trace contextRef="#ctx0" brushRef="#br0" timeOffset="45988.19">29083 2562 1505 0,'0'0'274'15,"0"0"-1"-15,0 0-110 16,0 0-5-16,-99 64-54 0,81-30-23 15,5 5-21-15,2 0-18 16,7-1-14 0,4-5-7-16,0-6-3 0,3-7-6 15,9-8-5-15,3-9-7 16,4-3-14-16,3-5 13 16,1-15-5-16,-1-4-31 15,0-5 1-15,-3-2 20 16,-5-1 4-16,-2 4 12 15,-4 6 7-15,-5 5 8 16,-3 7 24-16,0 5 24 16,0 3-19-16,0 2-18 15,0 2-21-15,-3 13-4 0,-2 9 0 16,4 3 8-16,1 6-3 16,0 0 7-16,6-3 1 15,6-2-4-15,3-7-8 16,2-7 5-16,3-9 6 15,-1-5-12-15,4-9-1 16,-3-18 0-16,0-12-8 16,-2-17-16-16,-8-26 3 15,-8-29-12-15,-2-17 0 16,-8-8-8-16,-5 5 12 16,1 32 29-16,3 27 1 15,1 30 11-15,2 23 16 16,-2 5 15-16,2 10-5 0,-2 4-31 15,2 18-5 1,-3 31-2-16,8 26 6 0,1 22-5 16,19 10 11-16,14-4-3 15,1-22-8-15,-4-22-1 16,-2-18 0-16,1-9-20 16,7-4-29-16,3-4-23 15,2-7-22-15,-7-16-20 16,-4-1 44-16,-8-22 43 15,-6-7 22-15,-3-2 5 16,-6 0 10-16,-1 8 36 16,-3 6 0-16,0 8 38 15,-1 9-23-15,1 0-23 16,3 10-17-16,1 14-3 16,2 8 2-16,2 7-4 0,1 1-3 15,-3 1-12 1,-5-4-1-16,-2-6-1 0,-2-7-85 15,0-7-125-15,-2-17-69 16,-8 0-382-16,-1-14-677 0</inkml:trace>
  <inkml:trace contextRef="#ctx0" brushRef="#br0" timeOffset="46124.84">29657 2207 1046 0,'0'0'165'15,"0"0"-119"-15,0 0-15 0,0 0-11 16,95 100-20 0,-56-61-3-16,-3-3-356 0</inkml:trace>
  <inkml:trace contextRef="#ctx0" brushRef="#br0" timeOffset="47116.62">29776 2492 950 0,'0'0'520'0,"0"0"-258"16,0 0-72-16,0 0-70 15,0 0-48-15,0 0-11 16,0 0-13-16,60 9 3 16,-37 7-8-16,0 4-9 0,1 2 6 15,-3 3-14-15,-5 0 0 16,-1 1-1-1,-3 2 6-15,-3-2-4 0,-3 3 0 16,-2-1 10-16,1 2-5 16,-2 0-6-16,1-1-4 15,1-1 9-15,1-3-13 16,0-4 3-16,-2-1-6 16,-1-3-6-16,-1-1-8 15,-2-3 1-15,0-1-1 16,-3-2 5-16,-12-3-5 15,-8 1 9-15,-2-7-8 16,-2-1 4-16,3-1 0 16,8-19 0-16,8-5-6 0,8-8-38 15,3-9-22 1,22-6-1-16,8 0 9 0,8-2-15 16,4 1-6-16,2 5 15 15,-2 3 42-15,-3 2-12 16,-8 5 27-16,-7 4 1 15,-12 5 1-15,-5 5 23 16,-8 6 53-16,-2 5 21 16,0 6 11-16,-2 3-18 15,-6 0-30-15,-2 7-40 16,0 12-14-16,-2 6-6 16,2 4-1-16,2 4-5 0,4-2 4 15,4 1 1 1,0-6 0-16,0-3-8 15,6-6-10-15,7-8-52 0,5-6 8 16,3-3-10-16,4-8-28 16,2-13 11-16,-2-2-40 15,-2-3 56-15,-5-3 6 16,-3 3 58-16,-8 6 9 16,-4 6 23-16,-3 4 56 15,0 8 20-15,0 2-18 16,0 0-32-16,-6 14-28 15,0 4-13-15,3 5-1 16,3 1-6-16,0-2 7 16,2-2-6-16,11-3-1 15,6-8 13-15,4-4-7 0,-1-5-7 16,2-5-4-16,1-12 3 16,-2-9 0-16,-4-7-17 15,-2-9 3-15,-5-5 14 16,-6-20 2-16,-2-18-1 15,-4 3 2-15,0 9 9 16,0 17 35-16,0 25 42 16,0 6 39-16,0 5-17 15,0 15-28-15,0 5-52 16,-3 12-28-16,3 17-1 16,0 14 0-16,3 10 11 15,9 5-10-15,6 1-1 16,1-1 1-16,1-4-2 15,-4-2-16-15,-3-4-121 0,-13 2-111 16,0-12-305-16,-10-13-484 16</inkml:trace>
  <inkml:trace contextRef="#ctx0" brushRef="#br0" timeOffset="47320.34">30570 2291 1311 0,'0'0'260'0,"0"0"-28"16,0 0-82-16,0 0-30 16,0 0 0-16,103 19-46 15,-72 15-25-15,-3 4-19 0,-2 3-10 16,-9-2-9-16,-8-3-11 16,-6-4-39-16,-3-3-170 15,-10-9-145-15,-3-7-304 16</inkml:trace>
  <inkml:trace contextRef="#ctx0" brushRef="#br0" timeOffset="47456.91">30778 2326 836 0,'0'0'291'0,"0"0"4"16,30-72-88-16,-19 56-89 16,2 12-61-16,4 4-41 15,9 0-16-15,33 18-95 0,-6 1-94 16,-2 0-322-16</inkml:trace>
  <inkml:trace contextRef="#ctx0" brushRef="#br0" timeOffset="48210.19">31183 2239 719 0,'0'0'739'0,"0"0"-402"0,0 0-25 16,0 0-94-16,0 0-81 15,0 0-88-15,0 0-18 16,-78 37 12-16,63 4-3 16,5 5-5-16,4 0 0 15,6-3-9-15,0-5-8 16,3-6-8-16,12-10-9 0,7-7 19 16,5-13-17-16,3-2-3 15,1-14-41-15,-3-13-20 16,-1-7-1-16,-7-7 24 15,-4-4 13-15,-5-3 15 16,-7 3 1-16,-4 7 9 16,0 8 10-16,-3 10 8 15,-9 11 3-15,-6 9-9 16,2 0-12-16,-2 20 1 16,4 7-2-16,4 7-6 15,10 3 6-15,0-2-8 16,12-6-27-16,15-4-8 15,5-11-2-15,7-8-27 16,2-6-37-16,2-3-55 16,-6-15 42-16,-4-9 63 0,-5-2 60 15,-7-3 6-15,-7-2 57 16,-7 3 53-16,-1 6 46 16,-5 6-23-16,-1 10-25 15,0 6-38-15,0 3-37 16,0 8-39-16,0 15 1 15,-5 8 0-15,0 5 5 16,1 5-5-16,1 0-1 16,0-2 1-16,0-1-1 15,0-6 0-15,1-6-1 0,0-9 0 16,2-7 1-16,0-7 0 16,0-3 7-1,0-8 19-15,0-16-14 0,4-10 4 16,6-7 15-16,6-4 17 15,3-2-15-15,0 8 6 16,-1 8 7-16,-2 11 2 16,-4 13-33-16,3 7-3 15,0 5-11-15,6 19 1 16,0 5 4-16,-3 6 6 16,-1 3-6-16,-3-2-6 15,-4 0-12-15,-5-5-110 16,-5 4-90-16,0-12-310 15,-6-9-680-15</inkml:trace>
  <inkml:trace contextRef="#ctx0" brushRef="#br0" timeOffset="48354.85">32061 2360 232 0,'0'0'1301'15,"0"0"-1125"-15,0 0-176 16,0 0-201-16</inkml:trace>
  <inkml:trace contextRef="#ctx0" brushRef="#br0" timeOffset="64930">6569 7883 307 0,'0'0'29'0,"0"0"-29"15,0 0 0-15,0 0 189 16,0 0-65-16,0 0-124 16,-2 2-42-16,2 2-98 0</inkml:trace>
  <inkml:trace contextRef="#ctx0" brushRef="#br0" timeOffset="66636.09">23399 8245 162 0,'0'0'974'15,"0"0"-695"-15,0 0-126 16,0 0-45-16,0 0 45 0,0 0 7 16,47 48-31-16,-4-27 18 15,8 4-33-15,9 0-35 16,9-3-2-16,14-1-2 15,16-1-11-15,14-6-20 16,3-2 1-16,-21-6-6 16,-20-4 7-16,-27-2 5 15,-2 0-14-15,7 0-2 16,8 0-4-16,7-3 5 16,-1-7-3-16,-3-2-9 15,0-4-2-15,-1-2-2 16,1-3-4-16,-6-2 1 0,2-2-10 15,-3 0 5 1,-1 0-1-16,-1-1-1 0,-3-3-1 16,-4-2 2-16,-2-1 1 15,-7 0-2-15,-3 1-1 16,-6 2 8-16,-3-1-10 16,-5 2 5-16,-4 4 2 15,0-2-8-15,-2 3-5 16,-2-3-1-16,-4-1 6 15,0-1-5-15,-4-2-1 16,-2-2 0-16,-4-2 0 16,0-2 1-16,-5 2-1 15,-10-4-12-15,-4 2-8 0,-5 0 11 16,-4-1-3 0,-7 3-1-16,-5-2-7 0,-9 4-8 15,-8 0 13-15,-18-2 7 16,-21-3-4-16,-18 0 11 15,-5 3 0-15,5 10-22 16,13 6-1-16,13 9 5 16,14 4 13-16,14 2 6 15,15 2 1-15,2 1 0 16,-5 0 0-16,-7 0 1 16,-8 1-1-16,1 7-1 15,0 6 0-15,3 0 0 16,1 2 1-16,1 1-1 0,2 0 0 15,4-3 1 1,2 4 5-16,2-4 0 16,3 4-5-16,2-1 0 0,2 1 7 15,3 4-1-15,-1 0-6 16,2 3 0-16,0 3 11 16,2-1 1-16,5 4-4 15,1 2 8-15,3 2-8 16,4 1 12-16,4 5 3 15,3-1-2-15,6 3-7 16,4 0 0-16,4-2 9 16,0 0-6-16,0-2-17 15,11-2 11-15,2-4-4 16,6-3-2-16,2-7 0 16,4-1-5-16,5-5 6 0,5-3-1 15,5-4 6 1,3-5-11-16,3-3-1 0,-1-2 1 15,0 0-1-15,-5 0-39 16,-4-6-30-16,-6-2-99 16,-2-2-176-16,-7 0-351 15,-9-1-794-15</inkml:trace>
  <inkml:trace contextRef="#ctx0" brushRef="#br0" timeOffset="66788.23">23629 8199 1707 0,'0'0'240'0,"0"0"-129"15,0 0-67-15,0 0-44 16,0 0-87-16,0 0-542 0</inkml:trace>
  <inkml:trace contextRef="#ctx0" brushRef="#br0" timeOffset="67418.56">22376 9053 165 0,'0'0'1005'16,"0"0"-762"-16,0 0 19 0,0 0-34 15,0 0-18 1,0 0-76-16,0 0-41 0,-71 0-11 15,83-2-44-15,10-1-11 16,11 0-6-16,9-2-5 16,5 1-5-16,2 2-11 15,-4 0-1-15,-4 2-94 16,-1 0-186-16,-12 8-338 16,-13 0-615-16</inkml:trace>
  <inkml:trace contextRef="#ctx0" brushRef="#br0" timeOffset="67598.95">22330 9223 1237 0,'0'0'343'0,"0"0"-82"16,0 0-134-16,0 0-2 16,0 0-37-16,0 0-32 15,119-8-4-15,-69-4-30 16,2-2-22-16,9-10-121 15,-13 4-241-15,-10-1-408 0</inkml:trace>
  <inkml:trace contextRef="#ctx0" brushRef="#br0" timeOffset="67830.78">22679 8866 1475 0,'0'0'335'0,"0"0"-159"16,0 0-94-16,0 0 36 16,85 32 29-16,-48-10-55 15,-1 2-10-15,-4 4-14 16,-12-2-29-16,-14 7-27 16,-6 4-11-16,-44 13 0 15,-49 23-1-15,-75 22-108 16,11-13-275-16,-6-12-1075 0</inkml:trace>
  <inkml:trace contextRef="#ctx0" brushRef="#br0" timeOffset="72748.95">12169 7679 149 0,'0'0'977'0,"0"0"-680"15,0 0-69-15,90-72-36 16,-51 57-69-16,4 5-69 15,2 7-16-15,1 3-15 16,-3 23 16-16,-7 11-4 16,-9 28 12-16,-18 21 2 15,-11 21 15-15,-29 9 33 16,-11-4-18-16,-2-12-12 16,11-12 16-16,12-16-19 15,10-19-13-15,11-13-12 0,0-12-20 16,14 4-1-1,12 0-1-15,10-1-16 16,9-10 14-16,7-8-3 16,2-10-12-16,-5 0-1 0,-6-12-15 15,-10-7 7-15,-12-3 9 16,-6-2 0-16,-9 7 1 16,-4 5 5-16,-2 6 19 15,0 6 3-15,0 1-14 16,-3 23-14-16,-8 24 22 15,-4 36 28-15,3 44 5 16,6 23-4-16,6 13 13 16,8 1 20-16,17-17-39 15,2-4 22-15,3-3 4 16,-4-12-16-16,0-4 5 0,-5-1 2 16,-3-8 4-1,-11-6-20-15,-7-3-17 0,0-7-7 16,-16-18-11-16,1-19-2 15,0-21-8-15,0-11 5 16,-4 0-5-16,-4 0 0 16,-4-2 0-16,2-7 1 15,-2-7-1-15,2-6 0 16,-3-6 0-16,-2-3 0 16,-1 0 0-16,-2-5-1 0,-2-7-13 15,1 0-11 1,1-2-8-16,2 0-5 0,2-1-28 15,3 0-14-15,3-2-64 16,11-11-59-16,6 5-385 16,5-4-756-16</inkml:trace>
  <inkml:trace contextRef="#ctx0" brushRef="#br0" timeOffset="72937.38">12836 10822 937 0,'0'0'1734'0,"0"0"-1498"15,0 0 3-15,0 0-168 16,0 0-40-16,0 0-26 16,0 0-5-16,-112-12-108 0,76 18-445 15,-13 5-1396-15</inkml:trace>
  <inkml:trace contextRef="#ctx0" brushRef="#br0" timeOffset="74260.02">6227 15554 1020 0,'0'0'212'0,"0"0"-6"16,0 0 41-16,0 0-67 16,0 0-73-16,0 0-47 15,0 0 25-15,100 25 42 16,-3-17-16-16,25 1-37 0,17 0 6 16,7-2 5-1,2-1-1-15,-2-4-20 16,12-2 16-16,8 0-29 0,8-2-12 15,14-11-17-15,13-1 14 16,11-1 26-16,6-2-13 16,1 3-18-16,-7 2-19 15,-8-1-11-15,-11 4 5 16,-8 2 3-16,-12 0-3 16,-13 0 9-16,-14 1-9 15,-11 0-6-15,-8 1 1 16,-9-1-1-16,-9 2 6 15,-5 2 0-15,-7-1 0 16,-3 3 2-16,-15 0-2 16,-16 0 12-16,-17 0-5 15,-4 0-1-15,1 0-11 16,5 0 0-16,4 0 1 0,-1 0 8 16,-1 0 1-16,3-3-5 15,5 2 0-15,0-2 3 16,3 2-8-16,0-2 10 15,1 0-4-15,-1 0 1 16,0-1 2-16,0 0 0 16,2 0 4-16,-1 0 5 15,2-1-2-15,2 2 1 16,-2 3 9-16,-3 0-8 16,-3 0-10-16,-7 0 0 0,-3 0 0 15,-9 0-8 1,-5 0 10-16,-4 0 1 0,0 0-6 15,-2 0 9-15,-3 0-8 16,-2 0-1 0,-4 0 0-16,-4 0-5 0,-3 0 10 15,0 0-5-15,-3 0 6 16,-3 0 1-16,1 0 4 16,-4 0-4-16,0 0-1 15,-3 0-3-15,2 0 0 16,-2 0-8-16,0 0 0 15,0 0 0-15,0 0-1 16,0 0-9-16,-3 0-35 0,-37 3-22 16,2 4-97-1,-2-4-508-15</inkml:trace>
  <inkml:trace contextRef="#ctx0" brushRef="#br0" timeOffset="75558.31">13986 15625 555 0,'0'0'735'16,"0"0"-411"-16,0 0-76 0,0 0-89 15,0 0 20-15,121 3 1 16,-14 1-16-16,44 1-8 15,22-2-22-15,1-3-4 16,-8 0-19-16,-21 0-35 16,-4-10-2-16,-6 0-22 15,-13-6-16-15,-9-2-2 16,-14-3-17-16,-20-1 2 16,-20 2-8-16,-15 1 13 15,-7-4-11-15,6-7 1 16,4-8-1-16,6-9-5 15,-6-3-7-15,-3-3-1 0,-5 2 1 16,-6-3 0 0,-5-1 0-16,-7 0-1 0,-6-3-18 15,-8-2 17-15,-7-1-16 16,0-4-7-16,-17-2 8 16,-10 1 14-16,-9-1-34 15,-6 2 2-15,-10 1-12 16,-6 6 13-16,-8 5-18 15,-16-3 15-15,-18 3 9 16,-19 2-6-16,-5 7 0 16,6 11 11-16,6 11-19 15,9 8 22-15,-5 4 17 16,2 5-58-16,3 2 29 16,7 3 24-16,20 0 6 0,13 0 0 15,14 0-5-15,3 3 6 16,-8 7 0-16,-7 0-1 15,-6 3 0-15,2 3 1 16,4 2 1-16,2 4 0 16,5-2 0-16,2 4-1 15,5-1 2-15,0 0 12 16,1 4-6-16,1-1-7 16,-1 3-1-16,1 0 6 15,2 3-5-15,4 1 5 16,5 2-4-16,4 2 5 15,3 1 7-15,5 4-2 16,2 3-2-16,1 2 5 16,4 3 14-16,2 2-5 0,2 0 2 15,4 2-2-15,0-1 8 16,4-2 4-16,3-1-6 16,0 0-9-16,0 0 4 15,8 0 5-15,7 3 6 16,3-2-1-16,5 0-12 15,7-1-3-15,5-4-1 16,7-1 14-16,4-6 2 16,5-2 7-16,1-5-15 15,-1-3-14-15,-6-1 5 0,-3-6 14 16,-6-4 10-16,-1-4-11 16,-5-4-10-16,-4-4-6 15,3-5-1-15,-3-1-1 16,3 0-4-1,1-3 2-15,2-5-11 0,-1 0 1 16,-1-2-1-16,-2-1 0 16,2 1-1-16,-3-1-6 15,-4 1-11-15,-5 2-18 16,-7 2-2-16,-8 2-29 16,-12 0-76-16,-15 1-176 15,-12-4-938-15</inkml:trace>
  <inkml:trace contextRef="#ctx0" brushRef="#br0" timeOffset="75737.88">14425 15756 2275 0,'0'0'769'0,"0"0"-647"16,0 0-56-16,0 0-34 15,0 0-23-15,0 0-9 16,0 0-137-16,-75 13-517 0</inkml:trace>
  <inkml:trace contextRef="#ctx0" brushRef="#br0" timeOffset="77608.04">21019 10997 1333 0,'0'0'496'0,"0"0"-283"16,0 0-30-16,0 0-17 16,0 0 22-16,0 0-34 15,18 4-54-15,13 0-11 16,17 0-17-16,10 1-12 16,8-4-18-16,4-1-14 15,-1 0-17-15,-1-1-2 0,-7-8-9 16,-10 2-9-16,-11 1-63 15,-17-2-152-15,-10 2-256 16,-13 0-355-16</inkml:trace>
  <inkml:trace contextRef="#ctx0" brushRef="#br0" timeOffset="77826.39">20960 11262 1045 0,'0'0'912'0,"0"0"-677"0,0 0-87 16,0 0 34-16,119-22 19 15,-54 8-71-15,7-3-52 16,1 0-45-16,-2 2-18 16,-5 1-15-16,-5 2-10 15,33-13-129-15,-15 6-183 16,-6-5-472-16</inkml:trace>
  <inkml:trace contextRef="#ctx0" brushRef="#br0" timeOffset="78524.58">25084 9890 1096 0,'0'0'410'0,"0"0"-43"0,0 0-70 16,0 0-29-16,0 0-38 15,0 0-51-15,0 0-65 16,31 2-16-16,3-2 0 16,14 0-29-16,7 0-20 15,6 0-19-15,6-6-10 16,1-2-10-16,-3-2-10 15,-7 0 2-15,-12 3-2 16,-13 0-10-16,-13 1-39 0,-14 3-68 16,-8-2-90-1,-16 2-175-15,-7-2-444 0</inkml:trace>
  <inkml:trace contextRef="#ctx0" brushRef="#br0" timeOffset="79033.09">25192 9618 939 0,'0'0'494'0,"0"0"-217"16,0 0-21-16,0 0-9 16,0 0-46-16,0 0-39 15,0 0-64-15,11-33-50 16,-20 43-17-16,-7 7 24 16,-2 7 27-16,-6 3 2 15,-2 3-16-15,3 1-13 16,0 0-9-16,4 0 5 15,4-2-10-15,1-5-8 16,7 1-11-16,4-3-5 16,3 0 12-16,0 1 7 15,7-1 2-15,11 2 7 0,5-7 16 16,7 0-14-16,4-4 1 16,4-6-2-16,3-4-1 15,1-3-15-15,-2 0-4 16,-3-1-13-16,-5-6-11 15,-4-2 4-15,-7 3-5 16,-8-1-1-16,-5 3 0 16,-4 3-33-16,-4 1-51 15,0 0-61-15,-31 0-86 16,0 4-441-16,-10 7-644 0</inkml:trace>
  <inkml:trace contextRef="#ctx0" brushRef="#br0" timeOffset="81962.46">5732 9581 1362 0,'0'0'490'0,"0"0"-337"16,0 0-64-16,0 0-11 0,0 0 46 16,0 0 5-1,89 43 12-15,-45-28-17 0,6-3-14 16,4-4-16-16,4-2-17 16,3-3-23-16,0-1-2 15,3-2-9-15,4 0-2 16,0-11-5-16,4-5-8 15,-1-3-8-15,-2-4-4 16,-2-2 4-16,-4-5-4 16,-3-2-1-16,-8-4 2 15,-5 0-1-15,-6-3-3 16,-7 0 5-16,-1 1 2 16,-5 0-19-16,-1-1 14 15,-3 5-13-15,-9 3 7 16,1 1-8-16,-7 2 1 0,-4 1-1 15,-2 0 0-15,-3-3-1 16,0 0-8-16,0-1-4 16,-2-6 1-16,-5-1-1 15,-2 1 6-15,-3-4-10 16,1 1 4-16,-2 0-10 16,-5-1-11-16,-1 3 1 15,-1 4 8-15,-2 0 0 16,0 4 5-16,-1 4 5 15,-1-1-14-15,0 6 7 16,1 3 3-16,-1 3 6 16,0 2-5-16,-2 1 5 15,-2 3 0-15,0 1 3 16,-4 1 3-16,-2 4-7 0,0 1 3 16,-6 2-2-16,1 0 1 15,-3 0 11-15,-3 1-1 16,2 3 1-16,-3 3-1 15,1-2 1-15,-3 1 0 16,2 2 1-16,-3 0-1 16,1 2 1-16,3 1-1 15,-1 1 1-15,4 1-1 16,2 3 1-16,0-1 0 16,4 4 0-16,-1 1-1 15,-1 3 1-15,2 4 1 16,-2 1 5-16,7 3 4 15,1 0-4-15,0 3 2 0,7-1 0 16,-2 3 0 0,6-1 0-16,2 3 3 0,1 0-6 15,2 2 0-15,4 1 19 16,3-1-5-16,2 2 10 16,2 2 4-16,3-4-7 15,0 2-6-15,3 1-1 16,8 0-2-16,5 2 1 15,2-2 2-15,6 0 10 16,3-4-2-16,1-2 1 16,5-7-3-16,0-4 0 15,1-5-6-15,-1-4 3 16,0-5-6-16,-2 0-6 0,0-5 4 16,2-2-1-16,-6-4-6 15,4-1 2-15,-1 0 2 16,0 0-12-16,0-5 1 15,-2-3 4-15,-3-1-6 16,-4 1 0-16,-6 3 1 16,-3 1-1-16,-6 1 0 15,-3 0-1-15,-3 3-5 16,0-2-4-16,0 2-7 16,0 0-4-16,0 0-22 15,0 0-34-15,0 0-72 16,-6 0-149-16,-7 2-283 15,-2 1-614-15</inkml:trace>
  <inkml:trace contextRef="#ctx0" brushRef="#br0" timeOffset="87014.92">29639 7797 1054 0,'0'0'378'16,"0"0"-27"-16,0 0-34 16,0 0-86-16,0 0-47 15,0 0-57-15,-6-4-54 16,6 4-25-16,8 0-11 15,8 0-12-15,7 0 8 16,4 0 0-16,2-3-17 16,-2-5-7-16,0-2-1 15,-5-4-7-15,-1-3 0 16,-8 0 7-16,-3-3-7 16,-7 4 0-16,-3-1 7 0,0 3-7 15,0 3 13-15,-3 5-1 16,-10 1 2-16,-2 5 8 15,-7 0 1-15,-5 8-5 16,-3 14 8-16,-4 9 21 16,1 8 9-16,5 5 16 15,4 1 3-15,7 1-11 16,9-5-14-16,6-5-15 16,2-5-8-16,12-3-5 15,9-5-8-15,6-5-3 16,3-4-5-16,-1-5-5 15,1-4-1-15,-1-5-1 16,-3 0-8-16,0-2-81 16,-1-13-59-16,11-23-159 0,-8 4-458 15,-3-2-717-15</inkml:trace>
  <inkml:trace contextRef="#ctx0" brushRef="#br0" timeOffset="87682.28">30046 7260 1166 0,'0'0'355'16,"0"0"10"-16,0 0-56 15,0 0-97-15,0 0-56 16,0 0-47-16,0 0-36 16,-8-10-15-16,24 14 14 15,6 5 20-15,8-2-30 16,4 1-16-16,5-1-18 15,2-3-11-15,0-1-11 16,-5-1 4-16,-3-2-10 16,-7 0 0-16,-3 0 1 15,-10 0 1-15,-3 0-1 16,-7 0 0-16,-3 0 5 0,0 0-5 16,0 0-1-16,0 0 7 15,-11 1-5-15,-7 8 5 16,-11 3-6-16,-5 5 0 15,-8 4 1-15,2 3-1 16,0 1 8-16,4 4-3 16,6-3 8-16,8 0-1 15,5-2 5-15,8-1-3 16,6-4 3-16,3-2 2 16,0 1 2-16,12-4 6 15,11-3 2-15,5-3 3 16,6-3-3-16,7-5-6 15,5 0 2-15,-3-2-7 16,-1-8-8-16,-9-2-10 0,-7 2 11 16,-7 0-12-16,-9 4-2 15,-3 0-4-15,-5 4-30 16,-2 2-45-16,0 0-71 16,-15 0-228-16,1 0-323 15,1 0-513-15</inkml:trace>
  <inkml:trace contextRef="#ctx0" brushRef="#br0" timeOffset="88192.35">30698 7422 1309 0,'0'0'550'0,"0"0"-186"16,0 0 0-16,0 0-70 15,0 0-93-15,0 0-72 16,0 0-39-16,-8-12-27 16,8 12-36-16,0 4-14 15,0 11-5-15,0 6 13 16,0 4 10-16,3 6-8 15,2-1-5-15,1-3 3 16,0 0 7-16,-3-3-5 16,0-3-11-16,-3-2-6 15,0-2-5-15,0-3 0 16,0-1-1-16,0-1-10 16,-5-1-91-16,-11-3-78 0,1-2-358 15,-3-6-921-15</inkml:trace>
  <inkml:trace contextRef="#ctx0" brushRef="#br0" timeOffset="88893.91">29633 8355 1270 0,'0'0'331'0,"0"0"-2"16,0 0-47-16,0 0-77 15,0 0-56-15,0 0-20 16,0 0 0-16,-24-6-10 16,24 6-14-16,2 0-14 15,17 0-20-15,27 0 4 16,38-5 26-16,51-6-5 15,34-4-30-15,20 0-9 16,1-2-9-16,-13 7-10 16,-6-1-7-16,-15 0-19 0,-16 2-4 15,-17-3 1-15,-31 2 1 16,-23 0 1-16,-23 0 5 16,-10 1-1-16,-3 1-7 15,-2-2-8-15,-3 2 6 16,-12 1-4-16,-7 3-1 15,-7 3 0-15,-2 1-1 16,0 0-15-16,-21 0-38 16,-25 14-67-16,-44 20-123 15,5-3-398-15,0-1-1300 0</inkml:trace>
  <inkml:trace contextRef="#ctx0" brushRef="#br0" timeOffset="89614.16">30440 8730 844 0,'0'0'289'0,"0"0"-32"15,0 0 31-15,91-49-8 0,-63 33-30 16,-7 0-37-16,-3 4 4 16,-9 4-2-16,-6 2-19 15,-3 3-28-15,-1-2-19 16,-22 3-17-16,-26 2-52 15,-36 0-35-15,-33 26-17 16,-13 8-5-16,16 3 4 16,36-4-3-16,33-11 0 15,16 0 1-15,6 2 1 16,7 0-14-16,7 1-11 16,10-4-1-16,16-2-6 0,22-6 0 15,12-8 1 1,11-5 5-16,7 0 6 0,-3-5-5 15,-5-7-1-15,-11 0 1 16,-13 0-1-16,-12 4 1 16,-11 2 0-16,-8 3 0 15,-5 3 1-15,0 0 4 16,-6 0-5-16,-16 15 8 16,-11 8-8-16,-9 9 5 15,-6 4 6-15,2 1 5 16,7-1 17-16,5-2 2 15,13-6 3-15,6-5-13 16,9-7-10-16,6-2 4 16,0-6-4-16,22-2 2 15,14-3 12-15,25-3-30 0,27 0 0 16,20-11 0 0,-4-6 0-16,-21 2 0 0,-28 6 0 15,-22 5 0-15,-4 0 0 16,-3 3 0-16,-7 0-93 15,-10 1-105-15,-9 1-87 16,0 7-258-16,0 0-584 0</inkml:trace>
  <inkml:trace contextRef="#ctx0" brushRef="#br0" timeOffset="90663.49">30983 8852 1154 0,'0'0'348'16,"0"0"-54"-16,0 0-58 15,0 0-48-15,0 0-43 16,0 0 14-16,0 0-20 16,-6 48-36-16,22-35-15 15,3-3-9-15,7-2-21 16,3-6-26-16,2-2-17 16,3 0-4-16,-7-10-5 15,-3-5-6-15,-7-3 0 16,-7-3 1-16,-6-1 11 0,-4 1-11 15,0 2 6 1,-11 1 1-16,-5 7-7 0,-3 4 19 16,-5 7 4-16,-3 0 1 15,-4 14 8-15,-4 8 11 16,2 7 7-16,4 7-9 16,3 2 7-16,9-1-9 15,8-1-5-15,9-2-5 16,0-6-15-16,10-4 6 15,14-6-11-15,4-4 2 16,4-6-4-16,2-7-8 16,-1-1 0-16,1-1-8 15,-4-12-59-15,-5-5-43 16,12-24-155-16,-8 6-417 16,-7-3-863-16</inkml:trace>
  <inkml:trace contextRef="#ctx0" brushRef="#br0" timeOffset="91145.25">31217 8427 963 0,'0'0'1075'0,"0"0"-863"16,0 0 111-16,0 0-98 15,0 0-81-15,0 0-74 16,0 0-31-16,70-27-14 0,-31 25-10 16,3 2 2-1,-2-1-5-15,-6-1-2 0,-4 2-2 16,-9 0 2-16,-6 0-10 16,-9 0 1-16,-5 0 0 15,-1 5 23-15,0 9 2 16,-13 8 13-16,-8 4 22 15,-4 6-3-15,-2 0-7 16,-1-1-4-16,6 0 4 16,5-6-11-16,6-6-8 15,7-2 5-15,4-7-13 16,0-4 14-16,10-2 16 16,14-2 6-16,10-2-8 15,11 0-11-15,10-10-17 0,7-4-5 16,0-1-9-1,1-2-10-15,-8 5-1 0,-11 1 1 16,-14 3-1-16,-15 3-17 16,-10 3-54-16,-16 2-95 15,-15 12-115-15,-7 2-470 0</inkml:trace>
  <inkml:trace contextRef="#ctx0" brushRef="#br0" timeOffset="92879.85">28971 10442 1166 0,'0'0'333'16,"0"0"2"-16,0 0-22 15,0 0-92-15,0 0-62 16,0 0-40-16,0 0-38 16,-29 0-19-16,46 0-35 15,6 0-7-15,10 0 5 0,9 0-4 16,4 0-11-16,2-3 0 15,1-1-10-15,-2-1-97 16,-4-2-151-16,-3-3-135 16,-8 0-283-16,-15-2-601 0</inkml:trace>
  <inkml:trace contextRef="#ctx0" brushRef="#br0" timeOffset="93033.84">29233 10265 1030 0,'0'0'256'16,"0"0"-163"-16,0 0 5 0,0 0-61 15,0 0-37-15,0 0-165 16,0 0-393-16</inkml:trace>
  <inkml:trace contextRef="#ctx0" brushRef="#br0" timeOffset="93261.86">29132 10539 1159 0,'0'0'399'0,"0"0"-131"16,0 0 2-16,0 0-64 0,0 0-10 15,0 0-90-15,0 0-35 16,31 6 29-16,2-6-18 15,6 0-27-15,3-6-29 16,4-7-16-16,-1 2-10 16,30-9-106-16,-10 1-212 15,-4 0-473-15</inkml:trace>
  <inkml:trace contextRef="#ctx0" brushRef="#br0" timeOffset="93810.65">30756 10201 1128 0,'0'0'353'0,"0"0"-28"15,0 0-29-15,0 0-85 16,0 0-70-16,0 0-55 16,0 0-34-16,-9 6 5 0,26-1 8 15,8-2-5-15,6-3-15 16,8 0-17-16,-3-2-16 15,-4-10-4-15,-3-3 1 16,-11 0-8-16,-5-4 5 16,-7 2-6-16,-6 0 16 15,0 0-15-15,-4 6 28 16,-14 3 4-16,-6 5 0 16,-7 3-9-16,-7 5 1 15,-2 17 9-15,-3 7 7 16,3 12 20-16,7 4-1 15,6 2 3-15,10 1-12 16,10-4-17-16,7-6-7 16,0-4-12-16,18-7-4 0,9-6-5 15,4-8-6-15,3-4 5 16,4-9-5-16,-1-2-41 16,15-34-84-16,-9 4-196 15,-8-7-535-15</inkml:trace>
  <inkml:trace contextRef="#ctx0" brushRef="#br0" timeOffset="94268.19">30968 9629 1724 0,'0'0'476'0,"0"0"-118"16,0 0-79-16,0 0-102 16,0 0-64-16,0 0-65 15,0 0-22-15,70-11-7 16,-16 10-2-16,5-2 1 16,1-1-8-16,-3-1-8 15,-10 0 5-15,-9 0-7 16,-13 0 1-16,-10 5 1 15,-9-2-1-15,-6 2 0 16,0 0 5-16,-4 0 9 16,-16 10 2-16,-12 11-7 15,-7 8-3-15,-5 5 11 16,1 5 0-16,6 0 2 0,5 0 2 16,10-6 1-16,8-1-5 15,8-7-6-15,6-4-11 16,0-4 8-16,17-5-8 15,8-6 7-15,5-4 2 16,5-2-9-16,5-6-1 16,1-11-44-16,25-19-88 15,-11 3-217-15,-8 2-536 0</inkml:trace>
  <inkml:trace contextRef="#ctx0" brushRef="#br0" timeOffset="94748.63">31478 9610 1719 0,'0'0'470'15,"0"0"-132"-15,0 0-137 16,0 0-76-16,0 0-31 16,0 0-38-16,92 7 5 15,-62 5-15-15,-6 0 14 16,-7 4-21-16,-7 0-1 15,-7 1-16-15,-3 3-2 16,0-1-2-16,-15 1-5 16,-6 0 0-16,-6 0-5 15,-3-3 1-15,1-4-8 0,3-4-1 16,6-5 0 0,6-1 1-16,5-3 5 0,6 0 2 15,2 0-1-15,1 0 11 16,0 0-3-16,0 0-7 15,0 0-8-15,4 6 1 16,9 4 6-16,3 0 17 16,1 7 11-16,2-2 1 15,0 0 7-15,1-1 2 16,3 0 3-16,-1-5-4 16,4-3-20-16,0-4 3 15,4-2-3-15,-1 0-3 16,-1-5-12-16,-1-7-4 0,-8 1-5 15,-4 0-15-15,-7 2-57 16,-8 4-87-16,-6 3-159 16,-14 2-677-16</inkml:trace>
  <inkml:trace contextRef="#ctx0" brushRef="#br0" timeOffset="95520.28">30127 10846 844 0,'0'0'279'0,"0"0"-2"16,0 0 17-16,0 0-28 16,0 0-27-16,0 0-55 15,0 0 1-15,-5 10-21 16,34-5 21-16,30 1-11 16,54-2-29-16,57-4-10 15,38 0-11-15,18-8-23 0,3-9-35 16,-14-2-18-16,-3 2-9 15,-13-3-6-15,-17 3-3 16,-22 0-17-16,-20-4 8 16,-21 0 5-16,-31 3-5 15,-25 3-2-15,-23 2-2 16,-5 2 4-16,1 1-5 16,0-2 2-16,-3 3-6 15,-7 0 0-15,-13 4-3 16,-4 3-3-16,-6 1-5 15,-3 1 1-15,0 0-2 16,0 0 0-16,-6 0-19 16,-17 3-41-16,-32 17-8 0,-58 13-73 15,8-2-190 1,-3-4-644-16</inkml:trace>
  <inkml:trace contextRef="#ctx0" brushRef="#br0" timeOffset="97090.8">31162 11311 15 0,'0'0'1384'16,"0"0"-908"-16,0 0-131 0,0 0-5 16,0 0-96-16,-109-19-94 15,27 19-44-15,-20 18-22 16,4 7-18-16,22 1 0 15,29-6-8-15,24-5-12 16,5-1-13-16,9 1-16 16,7-1-10-16,2-2-6 15,27 1 5-15,15-4 12 16,27-2 8-16,22-4-5 16,-2-3-11-16,-8 0-4 15,-14 0 1-15,-18-3-6 0,-1-5-1 16,1 0 2-1,-15 0 4-15,-11 5-6 0,-13 0 1 16,-8 3 0 0,-2 0 0-16,-5 0 11 0,-19 4 3 15,-10 11-2-15,-14 9-1 16,-12 6 0-16,-5 7 2 16,-4 4 8-16,5 4 10 15,8-6-7-15,14-5-2 16,15-9-4-16,13-6-2 15,13-7-4-15,1-2 1 16,13-1 2-16,20-3 11 16,15-4 18-16,11-2-1 15,7 0-14-15,4-8-12 16,-1-3-11-16,-2-4-5 0,-7 1-1 16,-11 0-1-16,-13 4-22 15,-12 3-8-15,-14 6-20 16,-7 5-103-16,-3 10-168 15,0 3-556-15</inkml:trace>
  <inkml:trace contextRef="#ctx0" brushRef="#br0" timeOffset="97864.71">31612 11335 616 0,'0'0'1100'15,"0"0"-847"-15,0 0-19 16,0 0-60-16,0 0-31 15,0 0-35-15,0 0-15 16,30 48-36-16,-9-41-23 0,1-3-18 16,-1-4-5-1,2 0-4-15,-1-6-1 0,-3-13 2 16,-4-3-2-16,-4-4 1 16,-3-2-1-16,-6 3 3 15,-2 3 1-15,0 5 2 16,-3 5 41-16,-13 9 10 15,-8 3-10-15,-6 7-29 16,-7 18-1-16,-2 11 35 16,1 4-7-16,7 9-13 15,7-2 2-15,11 0-4 16,12-3-3-16,1-5 0 0,8-5-5 16,12-7-1-16,7-8-7 15,4-8-1-15,2-10-8 16,4-1-10-16,0-12-1 15,-1-12-55-15,12-30-118 16,-8 4-330-16,-7 1-726 0</inkml:trace>
  <inkml:trace contextRef="#ctx0" brushRef="#br0" timeOffset="98345.16">31909 10955 1228 0,'0'0'884'16,"0"0"-601"-1,0 0 77-15,0 0-148 0,0 0-70 16,0 0-79-16,0 0-30 16,57-22-11-16,-18 19-8 15,4 1-13-15,-1-1 7 16,-3 0 2-16,-3 1 7 15,-6 2-10-15,-9 0-6 16,-7 0 7-16,-8 0-8 16,-6 0-5-16,0 5-1 15,-3 10 6-15,-12 7 17 16,-5 8 4-16,-7 5 4 16,1-1-6-16,0-2 2 15,7-3 21-15,9-8-9 0,5-5-3 16,5-4-13-16,2-6 8 15,21-1-4-15,25-5 17 16,36 0 11-16,32-20-13 16,14-10-21-16,2-4 15 15,-12 0-16-15,-32 7-13 16,-20 7-1-16,-24 4 0 16,-19 7-9-16,-6 2-16 15,-10 3-1-15,-6 0-11 16,-7 4-16-16,-89 5-34 15,4 12-97-15,-26 1-672 0</inkml:trace>
  <inkml:trace contextRef="#ctx0" brushRef="#br0" timeOffset="99533.43">29381 12709 1420 0,'0'0'402'0,"0"0"-108"16,0 0-38-16,0 0-57 15,0 0-74-15,0 0-79 16,46-19-22-16,-10 19-13 16,3 0-11-16,1 2-8 15,-3 7-83-15,0 9-144 16,-10-2-311-16,-13-2-347 0</inkml:trace>
  <inkml:trace contextRef="#ctx0" brushRef="#br0" timeOffset="99729.34">29385 12891 1491 0,'0'0'372'0,"0"0"-53"16,0 0-143-16,0 0-44 16,0 0-64-16,142 6-4 15,-41-2-7-15,13 0-40 16,-7 1-17-16,-7-4-49 15,-13-1-162-15,-20 0-354 0,-15 0-427 16</inkml:trace>
  <inkml:trace contextRef="#ctx0" brushRef="#br0" timeOffset="100215.28">31178 12775 1567 0,'0'0'250'16,"0"0"-52"-16,0 0-44 16,0 0-52-16,0 0-34 0,0 0 4 15,0 0-3-15,106 14-7 16,-80-14-5-16,-3 0-11 15,-2-6-10-15,-6-5 4 16,-2-6-9-16,-3 3-1 16,-6-3-9-16,-4 2 19 15,0 0 15-15,0 4 14 16,-11 2-12-16,-6 6-9 16,-6 3-17-16,-7 0-19 15,-7 14-4-15,-3 13-7 16,2 4 1-16,3 8 14 15,6 0 19-15,10 2-8 16,7-3-14-16,10-2 22 16,2-3 2-16,5-2 1 15,15-2-3-15,8-7-9 0,3-5 1 16,6-6-9-16,-1-3-9 16,-2-6-8-16,-2-2 4 15,-4 0-5-15,-1-14-19 16,7-24-131-16,-5 4-326 15,-6-5-640-15</inkml:trace>
  <inkml:trace contextRef="#ctx0" brushRef="#br0" timeOffset="100793.39">31669 12118 742 0,'0'0'815'0,"0"0"-506"0,0 0 52 15,0 0-109-15,0 0-142 16,0 0-56-16,0 0-14 16,-37-14-9-16,60 14-4 15,12 0-6-15,8 0-3 16,5 0-17-16,-3 0 0 15,-4 0 7-15,-9 0-7 16,-9 0 9-16,-9 0-1 16,-10 3-8-16,-4 2 1 15,-3 9 4-15,-20 6 9 16,-10 6-3-16,-9 9-2 16,-4 5 19-16,2-1 6 15,5 0 0-15,10-6-16 0,9-3 5 16,10-4-6-16,8-4 2 15,2-3 3-15,12-2-5 16,15-5 5-16,9-2 8 16,6-6-11-16,4-2-8 15,-1-2-12-15,4-5 0 16,17-22-170-16,-10 3-368 16,-8-3-456-16</inkml:trace>
  <inkml:trace contextRef="#ctx0" brushRef="#br0" timeOffset="101222.32">32121 12209 1375 0,'0'0'401'16,"0"0"-56"-16,0 0-165 0,0 0-56 16,0 0-39-16,100-8-17 15,-63 8 20-15,-6 9-19 16,-4 2-22-16,-10 1-6 15,-10 2-13-15,-7 1-7 16,0 2-7-16,-7 0-13 16,-14 3 11-16,-3-1-3 15,-5-3 1-15,3-1-2 16,2-5-1-16,6-3-6 16,8-2 5-16,3-4 24 15,7 1 0-15,0-2-7 0,0 1-2 16,8 4-11-1,10 0 11-15,3 4 0 0,4-1-6 16,4 3 1 0,-1 0-2-16,-1 3-5 0,-4-2 3 15,-6 1-6-15,-5 1 1 16,-8 0 5-16,-4 1-4 16,0 0 1-16,-17 4-3 15,-13 0-6-15,-12-2 2 16,-9 2-1-16,-22 1-1 15,13-5-134-15,11-5-511 0</inkml:trace>
  <inkml:trace contextRef="#ctx0" brushRef="#br0" timeOffset="101722.46">30413 13311 1545 0,'0'0'330'16,"0"0"-46"-16,0 0-91 15,0 0-57-15,130 18 86 16,55-18-7-16,49 0-46 15,33-7-84-15,1-8-34 16,-23 1-21-16,-4-1-3 16,-18 1-11-16,-22-1-16 15,-34-2 0-15,-46 2 10 16,-39 2-9-16,-32 2 1 16,-18 3 7-16,-2-1-9 0,-8 2-5 15,-5 2 5-15,-17 3-2 16,-5 2-35-16,-77 3-59 15,3 13-220-15,-16-1-446 16</inkml:trace>
  <inkml:trace contextRef="#ctx0" brushRef="#br0" timeOffset="102457.46">31418 13714 899 0,'0'0'579'0,"0"0"-352"16,0 0 88-16,0 0 42 16,0 0-52-16,0 0-61 15,0 0-82-15,-10-54-44 16,-20 54-67-16,-13 13-27 0,-8 4-6 16,-4 4 6-16,0 5 1 15,6 1-5 1,10 0 2-16,9-2-5 0,9-2-2 15,12-1-14-15,8-3 5 16,1-3-5-16,16 0 7 16,14-4-7-16,8-5 9 15,10-2 10-15,5-5-5 16,-3 0-6-16,-5 0 0 16,-9-5-9-16,-9 0 8 15,-10 1-7-15,-9 1 0 16,-5 3 7-16,-3 0-8 15,0 0 1-15,-12 2 1 16,-10 8 10-16,-13 10-3 16,-11 7 1-16,-3 6 2 0,-3 3 3 15,1 4 5-15,8-1-1 16,8 1 7-16,9-5-13 16,10-4-11-16,8-5 10 15,8-5-11-15,0-8 11 16,14-1-2-16,13-5 5 15,12-4 8-15,24-3 4 16,23-9-11-16,-1-7 31 16,-7-4-25-16,-12-1-20 15,-19 4-1-15,1-2-1 16,-2 0-12-16,-13 5-22 16,-12 3-22-16,-11 5-40 15,-8 1-58-15,-2-1-66 16,-12 1-381-16,-6-2-429 0</inkml:trace>
  <inkml:trace contextRef="#ctx0" brushRef="#br0" timeOffset="104329.13">31958 13842 1159 0,'0'0'508'0,"0"0"-252"0,0 0 69 15,0 0-86-15,0 0-55 16,0 0-60-16,0 0-54 16,-13 0-24-16,31 7-7 15,10-1 3-15,9 0-6 16,9-1-9-16,2-5-15 15,-2 0-6-15,-7 0-5 16,-7-12 0-16,-10-3 5 16,-8-2-4-16,-8 0-1 15,-6-3 5-15,0 1-6 16,-6 3 19-16,-11 3-10 16,-5 5-9-16,-5 8 9 0,-4 0-9 15,-5 12 11 1,-2 13-5-16,1 8-5 0,6 7 16 15,7 1 5-15,5 0 5 16,8-4 2-16,7-1 4 16,4-5-11-16,7-5 1 15,11-3-1-15,7-4 5 16,5-4-15-16,3-5-3 16,1-8-8-16,1-2-1 15,-1 0-5-15,9-30-96 16,-5-1-190-16,-9-2-542 0</inkml:trace>
  <inkml:trace contextRef="#ctx0" brushRef="#br0" timeOffset="104855.92">32276 13488 1330 0,'0'0'328'0,"0"0"12"16,0 0-86-16,0 0-64 0,0 0 1 16,0 0-53-1,0 0-34-15,28-19-20 0,1 9-39 16,7 1-26-16,4 1 2 15,1 1-20-15,0 0 7 16,-3 2-7-16,-8 1 0 16,-7 3 0-16,-7 1 0 15,-8 0-1-15,-5 0-1 16,-3 0-11-16,0 4 12 16,-2 10 1-16,-10 8 0 15,-7 4 10-15,-5 5 10 16,-3 5 3-16,2-2-1 15,-1 2 5-15,4-3 2 16,7-3-1-16,3-5-10 16,8-5 4-16,2-3-8 0,2-4 4 15,2-4 1-15,14-1-1 16,4-4 6-16,9-1 5 16,6-3-10-16,3 0-2 15,4-7-9-15,-3-5-8 16,1-2-1-16,-4 1-9 15,10 2-126-15,-7 3-447 16,-6 4-800-16</inkml:trace>
  <inkml:trace contextRef="#ctx0" brushRef="#br0" timeOffset="110010.22">26505 8861 834 0,'0'0'270'0,"0"0"-22"16,0 0 2-16,0 0-8 15,0 0-43-15,0 0-31 16,-27 0-35-16,27 0-13 16,0 0-23-16,13 3-29 15,9 0 47-15,8 4 15 16,9-3-22-16,11 4-26 16,7-1-21-16,8 0 13 15,19-1-11-15,14 1-24 16,15-2-17-16,2-1-6 15,-19-1 1-15,-24-1-1 16,-22-1 2-16,-6 1-10 16,8-2 14-16,4 1-13 15,7 0-1-15,-6 0 7 16,-4-1 1-16,-3 0 2 0,-1 2-4 16,0-2-1-16,0 0-2 15,2 0-4-15,-1 0 5 16,-2 0-4-16,1-3-7 15,-4 1 5-15,0-1-6 16,-2-2-1-16,0 2 1 16,-1-1 1-16,-1-1 1 15,-1-2 4-15,-3-1-6 16,-1-1 6-16,-2-2-5 16,-2 0 0-16,-6-1 0 15,0-2 0-15,-4 0 0 16,-4-2 0-16,1-3 1 15,-2 1-2-15,1-3 0 0,-1-3 0 16,0-3 0 0,1-3-2-16,-2 0-10 0,1-5 0 15,-4 3-4-15,2 0-4 16,-4 0-1-16,-2 3 0 16,-2-1 5-16,-1-2-5 15,-2 0 1-15,-1-2-2 16,-3 0 1-16,0 0 6 15,0 1-3-15,0 1 0 16,-4 0 5-16,-5-1-13 16,-4 0 8-16,-4-3-1 15,-2-1-23-15,-7 2 10 0,0 0 13 16,-6 0-17-16,-2 1-17 16,-3 4 13-16,-4 1 27 15,-3 1 11-15,-5 4-5 16,-1 2-38-16,-2 2 7 15,-3 2 17-15,-3 2 4 16,-3 3 2-16,-4 3 1 16,-3-2 14-16,-3 4 1 15,-1 1 0-15,0 1-1 16,2 1-1-16,1 2 0 16,4 0 0-16,2 3 1 15,3 0 0-15,2 0 0 16,3 0 1-16,-1 0 0 0,0 0-1 15,-4 6 0-15,-1-1 0 16,-5 1 1-16,0 2 12 16,-2 2-4-16,-2 0-8 15,0 1-1-15,-1 0 0 16,3 3 0-16,7-3 1 16,9 3-1-16,9-2 1 15,8-1-1-15,5 3 1 16,2 0 0-16,1 4 6 15,1 2 2-15,-1-1 3 16,-2 2 3-16,0 1-4 16,-1-2 1-16,0 1-3 15,0-1 7-15,2 0 2 16,4 0 8-16,-2 0-8 16,4-1-7-16,0 3 1 0,1 2-6 15,0 3-5-15,0 2 14 16,4 3 14-16,3 2-11 15,3 1-6-15,4 4-6 16,1 1 4-16,6 2 13 16,0 2 19-16,0-4-5 15,9 1 1-15,3-1-7 16,4 1-1-16,2-2-5 16,1-2 10-16,1-1 1 15,-1 0 0-15,-1-7-14 16,-3 0-10-16,1-7 6 15,-2 0 12-15,1-6-4 16,-3 0-1-16,1-5-2 0,4-2-4 16,2-2-8-16,2-3-1 15,7-3 11-15,5-1-4 16,7 0-11-16,-1 0 3 16,1 0-8-16,-1-5 0 15,-6-1-1-15,-5 0-6 16,-7 2-15-16,-5 2-15 15,-6-1-4-15,-6 3 4 16,-1 0-11-16,-1 0-44 16,-1 25-137-16,-1-2-324 15,0-3-710-15</inkml:trace>
  <inkml:trace contextRef="#ctx0" brushRef="#br0" timeOffset="111767.58">26477 10947 1222 0,'0'0'300'16,"0"0"-138"-16,0 0-7 15,0 0 55-15,0 0-28 0,0 0-22 16,0 0 0-16,111 48-21 16,-54-38-20-16,7-1-6 15,8-2-27-15,4-1-9 16,-1 0-27-16,2-2-8 15,-2 1 6-15,-1-3-11 16,1 1-8-16,-2-3-4 16,-1 0-4-16,-2 0-5 15,-1-7 1-15,-1 0 2 16,-6 1-5-16,-2-3-1 16,-5 3 2-16,-7 0-3 15,-5 1-4-15,-2-1 5 16,-4 0 8-16,-1-1 3 0,1 0-4 15,-1-1-1-15,0-1 5 16,1-1-4-16,2 0-4 16,1-2 1-16,-1 0-7 15,-2 0 1-15,-2-1-10 16,-3-1 16-16,-2 0-4 16,0-1-11-16,-3-1 14 15,1 0-1-15,-1-2 2 16,3 1-8-16,-2-1 1 15,2-2 4-15,-3 2-13 16,-1-1 8-16,-2 2-8 16,-3-1 0-16,-1 0 7 15,-7-2-7-15,-1-1 7 0,-3-4-7 16,-3-2 0-16,-1-3 1 16,-2-1-1-16,-1 0 1 15,-2-2-1-15,0 3-1 16,0-4 0-16,0 3-6 15,-7-2 5-15,0 2-5 16,-3 0 5-16,-1 0-9 16,-1 2 1-16,-4 0-2 15,-1 2-5-15,-5 1 1 16,-4-1 0-16,-3 0-2 16,-6 1 5-16,-4 2-3 15,-7-1 0-15,-2 3 0 16,-4-1 3-16,-1 3 3 0,0 2-1 15,1 1 4 1,-2 3-2-16,-1 0-11 0,-3 2 2 16,-8 2 16-16,-14 1 0 15,-22 2-10-15,-17 0 10 16,-2 2-11-16,9 4-14 16,24 1 25-16,25 0-5 15,14 0 6-15,0 0 0 16,-5 0 1-16,-8 0 0 15,-10 1 0-15,7 5 1 16,2 0-1-16,5 3 1 16,3 0-1-16,5 2-1 15,6-2 0-15,5 2 0 16,7-2 0-16,4 3 0 0,1 0-1 16,1 2 0-16,-1 1-1 15,0 4 1-15,0-2 0 16,0 5-4-16,2 0 5 15,1 4 1-15,0 2 0 16,6 3 0-16,-1 5 6 16,5 2 1-16,1-1 5 15,2 5 7-15,1-3 5 16,1 1-8-16,3 1-2 16,2 0 4-16,-1-1-5 15,2 0 8-15,0 3 5 16,3-1-9-16,0-2 0 15,0-1 14-15,7 0-10 0,7-4-1 16,5-2 3 0,5-1-1-16,3-1-1 0,7-5-1 15,1-2-3-15,2-4-1 16,0-1-4-16,1-4-4 16,2-3-1-16,-1-3 1 15,-3-4-8-15,-2-2 0 16,-3-2-1-16,-4-1 2 15,-6 0-2-15,-8 0 0 16,-2 0-23-16,-8 2-46 16,0-1-57-16,0 0-78 15,0-1-145-15,-2 0-589 0</inkml:trace>
  <inkml:trace contextRef="#ctx0" brushRef="#br0" timeOffset="114296.25">26357 12961 992 0,'0'0'204'15,"0"0"-84"-15,0 0-7 16,0 0 99-16,0 0-16 16,0 0-39-16,0 0-6 15,111 14-24-15,-74-9-1 16,5-1-14-16,1 2 1 16,2 1-17-16,1-2-10 15,-1-1 1-15,1 2-23 0,-3-4-11 16,3 0-12-1,-1-2 6-15,1 0-11 0,-1 0-8 16,1-4-2-16,-1-4-5 16,1 1-6-16,-1-1 1 15,0-1-1-15,-2 1-4 16,0 0-2-16,-4-2 3 16,0 3 1-16,-1-1 2 15,0-1-4-15,-1 1-1 16,2-1-9-16,3 1 14 15,-2 0 0-15,2 2-6 16,1-2-1-16,-1 0 5 16,-1-1-5-16,-2 2 2 15,-3-2 2-15,-6 3-1 16,-2-1-2-16,-2 0 6 0,-4-2-2 16,1 1 4-16,0-4-1 15,1 1-1-15,3-2-3 16,0-1 0-16,0-1-3 15,0 0-3-15,1-2 2 16,-1 1 1-16,0 0-3 16,-3 0 6-16,-1-1-5 15,-3 3-1-15,1-3 3 16,-5 0-1-16,4 0-1 16,-3-1 2-16,-2 1 0 15,0 1-3-15,-3-1 2 16,-1 3-1-16,-1-1 2 0,-1 1-7 15,2-1 8-15,-1-1-8 16,2 1-1 0,1 0 5-16,1-2 0 0,-1 3-5 15,2 0-1-15,-3 3 1 16,1 0 5-16,-1 0-5 16,0 2 0-16,-3-1 5 15,0 3-6-15,3-1 2 16,-3 2-1-16,0-4 0 15,0 2 8-15,1-3-3 16,-1 2-5-16,-1-2 4 16,2 1-4-16,-2-1-1 15,-2-1 6-15,0-1-6 0,-2-1 0 16,0-1 0 0,-2-2 0-16,-2 0 0 0,0-1 0 15,-6-2-2-15,-6 2 1 16,-3 0 0-16,-7-1 1 15,-3 0-1-15,-8 3 0 16,-3-1 0-16,-7 0-8 16,-4 3 2-16,-5-1 5 15,-6 1 1-15,-6 2 0 16,-18-1 0-16,-15 1 1 16,-12-1 0-16,6 2-1 15,25 5-8-15,23 3 1 16,18 1 2-16,-3 1 0 15,-1 1 5-15,1 0-7 16,2 0 7-16,2 0-8 0,0 0-5 16,-3 0 5-16,-6 6-4 15,-3 0 5-15,-5 2 8 16,-7 1 0-16,-1-1 0 16,-3 1 1-16,1-1 0 15,4 0 0-15,2 0 0 16,6-3 0-16,8 2 0 15,1 1 0-15,7-2 0 16,-1 2 0-16,0 0-1 16,1 1 0-16,1 1 0 15,-1 2-1-15,0-3 1 16,2 4-1-16,1-1 1 16,2-1 0-16,1 2 0 0,4-2-1 15,5 2 1-15,0-1 0 16,2 3 0-16,4 2 0 15,1 0 0-15,1 4 0 16,3-1 0-16,3 6 0 16,0 1 0-16,5 0 0 15,1 3 0-15,0 3 0 16,0 1 2-16,0 3-1 16,0 3 5-16,0 0-6 15,0 2 2-15,4 2 4 0,-1 1 1 16,0 0-6-1,3-1 11-15,0 1-6 16,3-5 4-16,3-2 2 16,0-4-4-16,4-4-7 0,-1-2 0 15,1-3 8-15,3-1-9 16,1-3 8-16,3-3-7 16,5-2 6-16,5-3 5 15,3-3-4-15,1 1-2 16,2-4-5-16,-4-3 5 15,-2-1-6-15,-6-1 0 16,-7 0 2-16,-7-2-2 16,-7 0-20-16,-5 0-13 15,-1 0-30-15,0 0-33 16,0-2-75-16,-13-15-209 0,-2 1-373 16,-1 1-703-16</inkml:trace>
  <inkml:trace contextRef="#ctx0" brushRef="#br0" timeOffset="114461.7">26750 13075 2155 0,'0'0'284'15,"0"0"-214"-15,0 0-64 16,0 0-6-16,0 0-197 15,61-80-541-15</inkml:trace>
  <inkml:trace contextRef="#ctx0" brushRef="#br0" timeOffset="114965.39">27378 8966 62 0,'0'0'55'16,"0"0"29"-16,0 0-84 15,0 0-46-15</inkml:trace>
  <inkml:trace contextRef="#ctx0" brushRef="#br0" timeOffset="115303.64">27531 11037 910 0,'0'0'611'16,"0"0"-520"-16,0 0 12 15,0 0-4-15,0 0-18 0,0 0-77 16,0 0-4-16,15 3-121 16,-6 14-136-16,-4 4-89 0</inkml:trace>
  <inkml:trace contextRef="#ctx0" brushRef="#br0" timeOffset="115602.89">27643 13065 2118 0,'0'0'267'0,"0"0"-191"16,0 0-48-16,0 0-28 15,0 0-93-15,0 0-394 16,-51-78-334-16</inkml:trace>
  <inkml:trace contextRef="#ctx0" brushRef="#br0" timeOffset="117096.29">13862 7447 985 0,'0'0'780'15,"0"0"-530"-15,0 0-22 16,0 0-93-16,0 0-52 15,-101 6-15-15,71 16 24 16,3 7-2-16,8 6-26 16,4 5 6-16,9 2 2 15,6 2-15-15,0-2 12 16,8-4-23-16,12-4-3 16,4-3-8-16,6-8 2 15,3-6-7-15,1-3-9 16,2-10-1-16,0-4-8 15,-1-3-2-15,-3-16-1 16,-3-11-1-16,-4-7-7 16,-5-5 0-16,-5-5 1 0,-9 0-1 15,-6 0 5 1,0 1-6-16,-10 7-9 0,-8 9-15 16,-6 6-4-16,-3 12-5 15,-6 8-8-15,1 4-35 16,-1 6-111-16,9 25-122 15,12-6-350-15,9-1-518 0</inkml:trace>
  <inkml:trace contextRef="#ctx0" brushRef="#br0" timeOffset="117284.56">14353 7511 1545 0,'0'0'546'0,"0"0"-230"16,0 0-144-16,0 0-72 16,0 0-49-16,0 0-51 15,0 0-2-15,-5 0-156 16,7 0-203-16,6 0-416 0</inkml:trace>
  <inkml:trace contextRef="#ctx0" brushRef="#br0" timeOffset="117675.2">14751 7236 33 0,'0'0'1670'15,"0"0"-1200"-15,0 0-296 16,0 0-14-16,-73 92 28 15,54-50-37-15,0 5-35 16,3 5-32-16,3 1-21 16,9 1-23-16,4-5-16 15,0-5-13-15,4-7-10 16,14-11 8-16,3-9-8 16,0-8 0-16,4-9 8 0,2 0 1 15,0-16-9 1,-2-8 1-16,-1-8-2 15,-8-2 0-15,-5-2 0 16,-5 5-14-16,-6 2 2 0,0 9-15 16,-7 8-3-16,-9 8 2 15,-4 4-47-15,-4 1-54 16,0 14-42-16,4 5-41 16,7-3-143-16,9-5-430 0</inkml:trace>
  <inkml:trace contextRef="#ctx0" brushRef="#br0" timeOffset="117968.67">15071 7277 1352 0,'0'0'407'0,"0"0"-113"15,0 0-133-15,0 0 0 16,0 0-42-16,-48 77-23 15,48-51-2-15,1 0-16 16,14 0-16-16,6 0-14 16,1 2-8-16,2-4-16 15,-3-1-9-15,0 0-13 16,-3-3-2-16,-6-1 1 16,-5-3-1-16,-7 0-2 15,0 2-22-15,-10-3-58 16,-17-1-82-16,-28-5-95 15,7-2-358-15,3-7-483 0</inkml:trace>
  <inkml:trace contextRef="#ctx0" brushRef="#br0" timeOffset="118121.57">15046 7296 1099 0,'0'0'285'16,"0"0"-91"-16,0 0-113 15,121-26-46-15,-76 26-25 16,26 0-10-16,-10 0-102 16,-8 0-527-16</inkml:trace>
  <inkml:trace contextRef="#ctx0" brushRef="#br0" timeOffset="118539.53">15520 7207 327 0,'0'0'1001'0,"0"0"-612"15,0 0-49-15,0 0-123 16,-100 17-51-16,79 2-32 16,3 6-14-16,1 6-39 15,5-2-32-15,8 0-20 16,2 0-14-16,2-4-14 16,3-4 10-16,11-6-11 15,4-5 0-15,0-6-1 16,3-4-16-16,-1-7-4 15,1-12 5-15,-1-6 2 0,-3-4 14 16,-3-3 6 0,-5 1 5-16,-2 4 19 0,-4 6 26 15,-3 7 58-15,0 10-2 16,0 4-58-16,0 5-39 16,0 17-7-16,0 14-1 15,0 7 2-15,0 10 20 16,0 3 10-16,0 2-1 15,2 2 7-15,5-2-6 16,1-6-16-16,-2-6-11 16,1-8-11-16,-4-7-1 15,-3-10 0-15,0-5-31 16,-13-16-89-16,-4 0-262 0,-2-8-974 16</inkml:trace>
  <inkml:trace contextRef="#ctx0" brushRef="#br0" timeOffset="119037.29">15945 7407 1307 0,'0'0'547'0,"0"0"-220"16,0 0-81-16,0 0-1 16,0 0-46-16,0 0-45 0,0 0-29 15,22 7-29-15,3-7-39 16,8 0-21-16,4 0-17 15,2-1-5-15,0-5-5 16,-6-1-9-16,-4 1-1 16,-5-2 0-16,-6 3-46 15,-3-2-86-15,-3-9-174 16,-3 3-277-16,-4 0-450 0</inkml:trace>
  <inkml:trace contextRef="#ctx0" brushRef="#br0" timeOffset="119284.21">16179 7178 363 0,'0'0'1361'0,"0"0"-871"0,0 0-308 16,0 0-56-16,-5 84 109 15,5-42-38-15,0 6-43 16,8 0-67-16,1-1-15 15,2 1-30-15,0-4-12 16,-2-1-15-16,0-4-8 16,-2-3-6-16,-2-8-1 15,1-9-43-15,4-10-80 16,-1-7-244-16,0-2-480 0</inkml:trace>
  <inkml:trace contextRef="#ctx0" brushRef="#br0" timeOffset="119711.8">16674 7265 1356 0,'0'0'599'15,"0"0"-268"-15,0 0-61 16,0 0-45-16,0 0-59 16,0 0-75-16,0 0-40 0,-34 14-26 15,19 13 20 1,-2 7 2-16,5 3-10 0,2 1 1 16,7-1-8-16,3-3-10 15,0-3-6-15,10-6-7 16,4-5 2-16,1-7-8 15,1-6-1-15,2-7 6 16,-1 0 3-16,5-6 0 16,0-12-1-16,-1-8-7 15,0-5 0-15,-5-3-1 16,-5-2 0-16,-5 0-17 16,-6 4-22-16,0 7-22 15,-2 6-38-15,-14 11-97 0,-10 8-178 16,3 7-228-1,5 6-268-15</inkml:trace>
  <inkml:trace contextRef="#ctx0" brushRef="#br0" timeOffset="119885.01">16853 7354 700 0,'0'0'1043'0,"0"0"-564"16,0 0-333-16,0 0-55 15,0 0-42-15,0 0-31 16,0 0-18-16,19 0 0 16,1 0-137-16,-1 0-409 15,-1-4-448-15</inkml:trace>
  <inkml:trace contextRef="#ctx0" brushRef="#br0" timeOffset="120281.56">17079 7071 1005 0,'0'0'687'16,"0"0"-443"-16,0 0-63 16,0 0-35-16,0 0 32 0,52 107-34 15,-48-64 9 1,-4 3-17-16,-1-2-49 0,-16-3-24 15,-8-7-8-15,-2-3-19 16,-1-4-20-16,1-10-10 16,6-5-5-16,3-7 0 15,4-5 7-15,4-5 4 16,6-12-6-16,4-2-5 16,0-1-1-16,3 3 1 15,11 7 9-15,3 3-9 16,2 7-1-16,6 0 1 15,2 0 0-15,3 10-1 16,-3 3 0-16,2-2-1 16,-4 3-5-16,-4-3-57 15,-5-3-154-15,8-6-81 0,-6-2-299 16,-3 0-160-16</inkml:trace>
  <inkml:trace contextRef="#ctx0" brushRef="#br0" timeOffset="120687.42">17359 7057 804 0,'0'0'813'16,"0"0"-563"-16,0 0-73 16,0 0 2-16,0 0-32 15,-15 100-5-15,15-65-40 16,13 2-34-16,1-4-19 0,2-7-16 15,-1-6-12 1,1-7-11-16,-4-9-1 0,1-4 0 16,0-1 2-16,-1-17-4 15,1-6-1-15,-3-6-5 16,2-6 0-16,-4 2-1 16,-4 1 6-16,-1 10 0 15,-1 6 3-15,-2 11 37 16,0 6 7-16,0 9-29 15,0 20-14-15,-5 13 35 16,-1 11 37-16,0 3-40 16,1 1 3-16,1-3 5 15,4-3-28-15,0-1-14 16,0-6-8-16,0-7-1 16,0-9-56-16,5-16-91 0,1-9-325 15,-2-3-403-15</inkml:trace>
  <inkml:trace contextRef="#ctx0" brushRef="#br0" timeOffset="121135.55">17760 7134 1166 0,'0'0'794'0,"0"0"-497"16,0 0-159-16,0 0-52 15,0 0 14-15,0 0-20 16,0 0-25-16,73-5-2 16,-57 16-16-16,1 2 26 0,-7 0 10 15,-2 4-18-15,-7 3-22 16,-1 4-2-16,-1 3 4 16,-16 4 26-16,-5-1-11 15,-2 0-20-15,-1-1-5 16,1-8-2-16,6-2-8 15,3-5-5-15,8-6 5 16,4-2 4-16,1-4-2 16,2-2 2-16,0 0 11 15,11 0 8-15,11 0 19 16,5 0-26-16,7 0-11 16,2 0-11-16,1-7-8 15,-1 3 5-15,-8 2-5 0,-8 0-1 16,-9 1 0-16,-6 1-1 15,-5 0-23-15,0 0-30 16,0 0-30-16,-6 0-67 16,-28 5-173-16,4 4-341 15,-1-5-837-15</inkml:trace>
  <inkml:trace contextRef="#ctx0" brushRef="#br0" timeOffset="121908.54">18228 7333 464 0,'0'0'1190'15,"0"0"-687"-15,0 0-293 16,0 0 7-16,0 0-10 16,0 0-61-16,0 0-41 15,9 7-35-15,11-4-1 16,8-1-6-16,6-2-30 0,5 0-16 15,-2 0-10-15,-1 0-1 16,-8-2-5-16,-5-2-1 16,-8-2-54-16,-7 1-86 15,-5-10-203-15,-3 1-336 16,0-3-873-16</inkml:trace>
  <inkml:trace contextRef="#ctx0" brushRef="#br0" timeOffset="122150.56">18307 7178 1288 0,'0'0'757'0,"0"0"-483"16,0 0-142-16,0 0-24 16,0 0 116-16,21 107-31 15,-6-61-59-15,1-2-69 16,0 1-2-16,-2-4-20 15,-2-5-14-15,0-4-17 16,-4-3-11-16,-1-8-1 16,-2-4-24-16,-1-2-115 15,6-12-195-15,-2-3-333 16,-2 0-672-16</inkml:trace>
  <inkml:trace contextRef="#ctx0" brushRef="#br0" timeOffset="122542.44">18941 7177 1557 0,'0'0'574'15,"0"0"-324"-15,0 0-103 16,0 0 27-16,0 0 29 15,-77 88-78-15,62-51-42 16,4 1-15-16,2-1-5 16,6-1-12-16,3-7-20 15,0-4-10-15,2-6-11 16,13-6 1-16,0-5-1 0,4-5 2 16,2-3 2-16,1 0-4 15,5-15-8-15,-1-6 8 16,-1-6-9-16,-3-5-1 15,-7-3 6-15,-6-3-6 16,-3 0-9-16,-6 1-17 16,0 6-5-16,0 10-18 15,-10 8-23-15,-2 9-102 16,-9 4-146-16,4 2-153 16,4 8-234-16</inkml:trace>
  <inkml:trace contextRef="#ctx0" brushRef="#br0" timeOffset="122730.45">19180 7236 1196 0,'0'0'831'0,"0"0"-439"0,0 0-151 16,0 0-76-16,0 0-50 15,0 0-71-15,0 0-34 16,0-7-10-16,0 7-78 15,0 0-156-15,4 0-230 16,2 4-151-16</inkml:trace>
  <inkml:trace contextRef="#ctx0" brushRef="#br0" timeOffset="123133.48">19411 7109 1679 0,'0'0'392'0,"0"0"-74"15,0 0-173-15,0 0 7 16,0 0-15-16,0 0 8 16,-46 78-60-16,37-41-34 15,2-1 11-15,5-1-20 16,2-5-11-16,0-3-11 0,12-8-5 15,1-4-6 1,5-4 0-16,2-5-8 0,0-6 13 16,4 0-5-16,0-9-8 15,0-8 5-15,2-6-5 16,-4-6 0-16,-5-2 6 16,-4-6-6-16,-6 0 1 15,-4 2-1-15,-3 4-1 16,0 9-7-16,-3 5-2 15,-9 6-30-15,-6 7-33 16,2 4-57-16,-2 0-95 16,1 9-125-16,4 5-236 15,7-3-372-15</inkml:trace>
  <inkml:trace contextRef="#ctx0" brushRef="#br0" timeOffset="123636.07">19884 7031 1290 0,'0'0'406'16,"0"0"-51"-16,0 0-132 15,0 0-14-15,0 0-40 16,0 0-61-16,0 0-47 0,-90-14-1 16,65 28 4-1,1 2-12-15,5 4-19 0,2 1-12 16,7-2-11-16,4 1-2 16,6-3-8-16,0-2 0 15,7-6 1-15,13-3-1 16,1-5 1-16,4-1-1 15,3-5-6-15,1-12 0 16,-1-4 6-16,-3-1 6 16,-7 1 2-16,-3 3 2 15,-7 4 7-15,-4 7 29 16,-2 2 17-16,-2 5-22 16,0 0-38-16,0 16 6 15,0 11-9-15,3 8 10 0,1 7 11 16,-1 3-9-16,1-3-4 15,1-3-8-15,0-5 1 16,1-6-1-16,-2-7-42 16,8-14-137-16,-3-5-340 15,3-2-382-15</inkml:trace>
  <inkml:trace contextRef="#ctx0" brushRef="#br0" timeOffset="124028.23">20184 6919 960 0,'0'0'695'16,"0"0"-399"-16,0 0-165 0,0 0 6 15,0 0-24 1,-91 70-35-16,80-41-17 0,4 1-25 16,4-1-23-16,3-7-7 15,0-6 2-15,4-5-2 16,11-8 1-16,3-3 3 15,5-5-4-15,2-13 2 16,0-6-7-16,0-4 11 16,-3 2 8-16,-3-2 69 15,-6 6 20-15,-2 6 10 16,-5 10-9-16,-5 6-31 16,-1 0-43-16,0 21-24 15,0 11 19-15,0 10 2 0,0 10 11 16,0 4-4-16,0-2-13 15,0-2-14-15,0-9-11 16,0-9-1-16,0-12-1 16,0-8-33-16,0-9-91 15,16-5-152-15,-1-14-257 16,3-8-631-16</inkml:trace>
  <inkml:trace contextRef="#ctx0" brushRef="#br0" timeOffset="124218.4">20507 7054 1172 0,'0'0'777'15,"0"0"-494"-15,0 0-135 0,0 0-56 16,0 0-19-16,0 0-22 16,0 0-4-16,50 11-20 15,-25-11-27-15,3 0-3 16,14 0-129-16,-9 0-190 15,-5 0-466-15</inkml:trace>
  <inkml:trace contextRef="#ctx0" brushRef="#br0" timeOffset="124411.38">20440 7318 1633 0,'0'0'498'15,"0"0"-281"-15,0 0-49 0,0 0 13 16,0 0-60-16,91-16-53 16,-45 5-48-16,1-1-5 15,-1 1-15-15,10-7-118 16,-11 3-140-16,-6-2-440 0</inkml:trace>
  <inkml:trace contextRef="#ctx0" brushRef="#br0" timeOffset="124704.86">21175 6977 1888 0,'0'0'493'0,"0"0"-276"15,0 0-71-15,0 0 56 16,0 0-20-16,-1 90-72 16,1-44-50-16,0 7-4 15,1 2-11-15,5 1-7 16,0-5-14-16,1-8-14 16,-3-4-9-16,3-10-1 15,-2-7-37-15,5-9-108 16,1-6-392-16,2-7-602 0</inkml:trace>
  <inkml:trace contextRef="#ctx0" brushRef="#br0" timeOffset="127834.56">20496 6754 713 0,'0'0'174'0,"0"0"209"0,0 0-91 16,0 0-63-16,0 0-45 15,-105-26-39-15,57 18-15 16,-8-1-47-16,-8 2-16 16,-7-1 1-16,-3 3 0 15,-2 0 4-15,-2-2-10 16,-10 2-13-16,-15-1-2 16,-18-2-10-16,-7 0 0 15,1-1-1-15,5 2-3 16,9 0-9-16,-2-1-5 0,0 2-8 15,6-2-4-15,0 2 2 16,6 0-3-16,1-2 0 16,3 0-4-16,-1 3 4 15,-3-2 3-15,0 0 0 16,-5 3-9-16,1-1 0 16,3 1 1-16,0 3 0 15,2 0-1-15,1 1 0 16,1 0 1-16,-2 0 1 15,0 4-1-15,-3 3 5 16,-4 1-5-16,2-1-1 16,-1 0 2-16,7 0-1 15,7-2-1-15,16 0 0 16,17-2 0-16,13-2 1 0,4 1-1 16,-6-1 0-16,-11 1 1 15,-9 3 0-15,0 0 0 16,-2 0-1-16,-14 0 0 15,-17 5 0-15,-12-3 0 16,8 2 0-16,22-3 0 16,27-4 0-16,13 2 0 15,-6-3-1-15,-8 3 0 16,-9 0 1-16,3 4-1 16,-4 0 0-16,-1 1 1 0,1 5-1 15,1 0-11 1,4 2 6-16,4-2 6 0,6 1 0 15,4-1 0-15,6-1 2 16,1 1-2-16,4 1 0 16,-1 1 0-16,-1 1 0 15,0 0-1-15,1 3 1 16,-5 4 0-16,0-1 0 16,-2 5 0-16,-4 1 0 15,-3 0 2-15,-3 2 4 16,-1 0-5-16,-1 1 7 15,2-1-7-15,0-2 0 16,5-1-1-16,3 0 1 16,7-1 0-16,3 0 5 0,8-3-6 15,4 2-1-15,2 2 1 16,-1 2 1-16,1 5-1 16,-2 3 1-16,3 4 0 15,2 5 0-15,1 1 15 16,3 2 7-16,6-2 5 15,3 4-11-15,2-5-4 16,7-1-11-16,0-2-2 16,0-4 0-16,7 1 0 15,4-4 0-15,1-1 0 16,4 0-1-16,5-5 1 16,6-1-7-16,8-2 7 15,9-5-1-15,20 4 1 0,24-4 6 16,27 0 0-16,4-2-5 15,-1-7 0-15,-9-6 0 16,-5-6 1-16,5-2 7 16,8 0-8-16,0-4 0 15,3-6 0-15,3 1 9 16,3-2-10-16,1-2-1 16,4-3 1-16,0 0 0 15,-1-1 0-15,0 0 0 16,-2 1 0-16,-4-2 0 15,1-1 1-15,-1 1-1 16,1-3 1-16,0 4-1 16,2-3 2-16,4 1-1 0,4 0 0 15,3 2 1 1,1 0 4-16,-2 3-5 0,-2-1 2 16,-1-1-3-16,-3 0 0 15,-3-1 0-15,-2-2-1 16,-4-1 1-16,-1-1-5 15,-2-1 5-15,-3-1 6 16,-4 2 0-16,-9 0-6 16,-7 1 0-16,-7 4 0 15,-14 3 0-15,-14 4 0 16,-13 2 0-16,1 0 1 16,9 0 0-16,8-1 0 0,20-1 0 15,-8 1 5 1,-1-1 0-16,-2 1-5 0,-10 2 0 15,9 0 5-15,-4 1-5 16,0-1 5-16,0 1 0 16,0 0-5-16,1-1 7 15,1 1-7-15,-2-1 0 16,0 1 8-16,-4-1-7 16,-2 3-2-16,-4 0 0 15,-5 2 1-15,-4 1 5 16,-5 0-5-16,-6 0-1 15,-1 0 1-15,-2 0 0 16,1 0 5-16,-1 0 2 16,6 0-8-16,2 0 6 15,2 0-4-15,3 0 5 0,1 0-6 16,-1 1 0 0,1 2 5-16,1 0-6 0,-1-3 1 15,-3 3 5-15,-2 0 0 16,-6-2-4-16,-5-1 7 15,-4 0-1-15,-4 0-2 16,-2 0 9-16,-1 0 5 16,1 0-5-16,-1-4-2 15,2-2 1-15,2 0-4 16,3 1-1-16,2-2-7 16,0-1-1-16,1 3 8 15,2-1-9-15,-5-4 0 16,-1 3 1-16,-2-3 0 15,-2 1 0-15,-1-1 7 16,-3-3-8-16,1-1 2 0,-4 0-1 16,1-1 1-16,-3 0-2 15,-3 0 0-15,0-1-6 16,-3 1 0-16,0-3 5 16,-4 1 0-16,0-2 0 15,-2-2 0-15,-3-3-7 16,-2-3 1-16,0 0-4 15,0-1 2-15,-2-1-1 16,-10 3 8-16,-1-2-5 16,-8 2 6-16,-2 1-8 15,-5 0-13-15,-5 0 10 16,-4 3 11-16,-3 0 1 16,-2 5 0-16,-3-1 1 0,0 2-1 15,-2 2 0-15,0 1-1 16,-2-1 0-16,0 4-5 15,3 0-8-15,-3-1 0 16,4 2 14-16,-3 2-1 16,5-2 1-16,1 5 1 15,2-4 0-15,1 2 1 16,-1 0-1-16,1-3 0 16,0 5 1-16,3-2-1 15,2 1 0-15,4 1 0 16,2 2-1-16,-1-1 1 15,0 1-1-15,0 2 1 0,-2-3-1 16,1 0 0-16,-1 2 0 16,-1 0-5-16,1-1 4 15,0 1 2-15,-2-2-1 16,-2 0 1-16,0-3 0 16,-1 2-1-16,3-1 0 15,5 0 7-15,3 0-6 16,4 0-1-16,1 2 1 15,3-1-1-15,2-1 0 16,0 2 0-16,3 1 0 16,0-1 0-16,-1 0 0 15,0 1 0-15,2 2-1 16,0 0 0-16,-1 0-1 16,-1 0-7-16,-2 0-5 0,-4 0-19 15,-7 0-6-15,-27 11-22 16,6 0-399-16,1-9-678 15</inkml:trace>
  <inkml:trace contextRef="#ctx0" brushRef="#br0" timeOffset="134927.53">26663 7291 848 0,'0'0'300'0,"0"0"18"16,0 0-39-16,0 0-21 15,-39-84-39-15,33 67-25 0,2 5 5 16,1 5-75-16,1 4-69 16,1 3-30-16,1 0-7 15,0 9-18-15,3 14-9 16,12 13 9-16,3 6 6 16,1 5 6-16,-1-3 3 15,-3-3-6-15,-2-7-9 16,-4-7 0-16,-4-3-53 15,-5-7-99-15,0-4-32 16,-5-6-42-16,-11-6-13 16,-10-1-26-16,-2-5 34 15,-5-12 54-15,-1-4 85 16,0-2 77-16,4-2 15 0,3 0 48 16,6 3 58-16,9 7 51 15,5 5 22-15,5 9-23 16,2 1-91-16,5 6-7 15,11 13 30-15,8 2 26 16,3 3-51-16,4 1-26 16,5-5-12-16,0 0-7 15,3-3-2-15,1-6-5 16,-1-4-11-16,-2-6-6 16,-4-1-56-16,-6-4-51 15,-5-11-5-15,-8-5 6 16,-4-6 18-16,-6-2 50 15,-4-2 44-15,0 4 7 16,0 4 23-16,0 7 31 16,-1 13 32-16,-4 2-45 0,0 15-28 15,0 16-1 1,-1 12-7-16,3 6-12 0,3 31-32 16,0-15-242-16,6-9-688 0</inkml:trace>
  <inkml:trace contextRef="#ctx0" brushRef="#br0" timeOffset="135894.18">26921 9276 717 0,'0'0'383'16,"0"0"-127"-16,-30-83 32 16,20 52-14-16,0 9-17 0,3 5-69 15,3 7-31-15,2 6-18 16,1 4-69-16,1 4-43 15,0 17-27-15,3 13 14 16,8 11 15-16,2 8-5 16,-1 5-10-16,0-4-8 15,-2-1-5-15,-1-6 0 16,-3-5 0-16,-3-8-1 16,-1-7-15-16,-2-7-61 15,0-7 11-15,-2-8-16 16,-10-5 35-16,-4 0 10 15,-2-12 2-15,-3-10 4 16,0-2 24-16,5-4 6 16,2 6 0-16,7 6 0 0,2 7 27 15,4 5 10 1,1 4-13-16,0 0-17 0,0 0 0 16,12 12 8-16,4 3 24 15,5 1-9-15,0 1-15 16,4-3-8-16,1-5-1 15,0-1-4-15,0-5 5 16,-4-3-7-16,1 0-49 16,-4-15-11-16,-4-4-10 15,-2-8-7-15,-7-2-15 16,-4-4 11-16,-2 0 53 16,0 5 26-16,0 5 2 15,0 10 24-15,-2 8 38 0,1 5 2 16,1 9-29-16,0 17-6 15,0 10 15-15,0 7-10 16,0 6-20-16,3-2-8 16,0-4-6-16,6 6-27 15,0-11-252-15,-5-8-769 0</inkml:trace>
  <inkml:trace contextRef="#ctx0" brushRef="#br0" timeOffset="159416.36">18373 16358 857 0,'0'0'250'0,"0"0"-99"15,0 0 8-15,0 0 54 0,0 0-34 16,0 0-71-16,-20 0-30 16,20 3-23-16,11 1-10 15,4 0 52-15,6 2-8 16,3 1-11-16,2-1-5 15,3 1 13-15,2 0-21 16,5-1-13-16,1 2-1 16,6-2-14-16,1 0-8 15,3-1 5-15,1 0-10 16,4-2 7-16,3-2-7 16,5-1 1-16,3 0-10 15,4 0 6-15,3 0-4 16,15 0-7-16,12 0 1 15,15-1-2-15,1-7-2 16,-10 1 1-16,-10 0-8 0,-10 2 2 16,1-1-1-16,-14 0 8 15,-12 4 0-15,-12-1-7 16,-3 0 4-16,7 0-5 16,10 2 10-16,8-2-11 15,-1 1 10-15,2 0-9 16,1-1 12-16,1 0-5 15,3 1-2-15,0-3-5 16,2 0 5-16,12-2-5 16,12 2 0-16,-10-1 0 15,-8 0 7-15,-12 2-2 16,0 0 0-16,19-2-5 16,0-1 7-16,-11 2-7 15,-9 1 7-15,-11 1-2 0,7-2 4 16,7 2-2-16,-3 1-8 15,-3-1 2-15,-5 2-2 16,-1 0 0-16,-2-1-2 16,-2 1 1-16,-1-1 1 15,1 0 1-15,-4 2-1 16,0-3 8-16,-1 1-8 16,-3 1 0-16,-1 0 0 15,-2-1 0-15,0 1 8 16,-2-1-8-16,3 1 0 15,1 1 1-15,2-2-1 16,3 1 2-16,-1 0-1 16,4-2 0-16,0 1 0 15,2-1 1-15,-2 2-2 16,-1-2 0-16,1 2-5 16,-2-1 4-16,0 2 1 0,-4-2 1 15,0 2-1-15,-2-2-1 16,0 1 1-16,-3 1 5 15,-3-2-5-15,-4 2 0 16,-4-1-1-16,-1 1 1 16,-4 0 6-16,-1-2-6 15,1 2-1-15,0 0 1 16,2 0 1-16,2 0 0 16,2 0-1-16,2 0 0 15,4 0 1-15,3 0-1 0,2 0 1 16,1 0 0-16,1 2-1 15,2 2 6-15,1 0-5 16,3-1-1-16,0 1 0 16,4-1 0-16,3 2 0 15,2-3-1-15,3 3 1 16,2-2 1-16,1-1 0 16,1 3 0-16,0-3 0 15,2 1 0-15,-2 0 0 16,-2 0 11-16,0 0-12 15,0-1 1-15,14-1-1 16,-10 3 0-16,5-1 8 16,-1-1-8-16,-11 1 1 0,4-2-1 15,0 0 0-15,-3-1 0 16,1 0-1-16,2 0 1 16,3 0 0-16,0 0 0 15,2 2 1-15,-4-1 0 16,-5 3-1-16,-6-1 9 15,-6-1-9-15,-4-1 9 16,0 2-8-16,-2-1 12 16,0-1-12-16,1 0 16 15,3 3-10-15,5-4 1 16,5 4-7-16,3-2 6 16,1 1-7-16,-1 2 0 15,-4-2 0-15,-4 2 6 0,-1-2-7 16,-1 1 1-1,5-1 0-15,18-1 1 0,-3 3 9 16,4 0-10-16,3-2 1 16,-9 1-1-16,7 1 11 15,-1 0-10-15,-2-3 0 16,-4 0 0-16,-7 1-1 16,-6-3 0-16,-5 0-1 15,-1 0 0-15,3 0 0 16,3 0 1-16,6 0 0 15,5 0 0-15,5 0-6 16,4 0-2-16,12 0-8 16,-8 0 5-16,1 2 11 15,-4 6 0-15,-13-2-1 0,5-2 1 16,-3 0-1-16,-6-1 0 16,-2 0 0-16,-2-1-13 15,-1-2-1-15,-4 0 15 16,1 0-15-16,-2 0 4 15,2 0 4-15,-4 0-4 16,0-5 10-16,-2 2-15 16,-2-4 5-16,-1 2 2 15,0 0-6-15,-1-3 5 16,0 2-1-16,-1-1 4 16,1 2 7-16,-2-2-1 15,1 1-20-15,-1 1-23 16,-1-1-4-16,-1 1 15 0,-3 2 12 15,-1-2 19-15,-2 2 2 16,1 0 1-16,-1 1 0 16,-2 1-1-16,0-2 0 15,-1-1-6-15,1 3-20 16,-3-2 3-16,0 0 8 16,0 0-6-16,-3 1 19 15,3-3-7-15,-1 2 8 16,-1-1-14-16,-1 1 0 15,0-2-3-15,-1 0-1 16,-1 0 7-16,-3 0 4 16,1-2-4-16,-3 4-9 15,-2-3 9-15,-1-2 12 16,-2 3-25-16,2-2 16 16,-1-3-18-16,3 1 10 0,-1-3-3 15,2-2 5-15,2-1-3 16,-2-2-12-16,5-2 2 15,0-2 6-15,1-3-4 16,-1-4-12-16,3-3-4 16,0-1 11-16,1-2-13 15,1-2-5-15,-1 1-13 16,0-3-24-16,2 0 26 16,-3-1 15-16,0-1-2 15,-6 3-43-15,-4 3-35 16,-3 5 72-16,-2 4 9 15,-6 1 27-15,-3 5 10 16,-3 2-2-16,0 2-3 0,0 3 7 16,-6-1 5-1,-5 2 0-15,-7 1 0 0,-4 2 1 16,-6 0 4-16,-5 0-5 16,-6 0 1-16,-4 2 11 15,-3-2-3-15,-3 3-1 16,1 1 33-16,-1-3 45 15,2 3-10-15,-2-1-39 16,3 1-17-16,-5 1-12 16,-3 1-7-16,1-2 10 15,-4 1 8-15,3 0 22 16,-4 1-1-16,1 0 5 16,-1-1-18-16,0 0-10 15,0 2 1-15,0-3 9 0,-2 1-14 16,-1-1 0-16,0-2 0 15,-5 0 1-15,0 1 6 16,1-4 5-16,-1 2-11 16,5-2-4-16,3 2-9 15,6 2 5-15,0-1 4 16,2-1 16-16,-3 2-9 16,-4-4-9-16,-3 2-7 15,-4-4 0-15,0 4 8 16,-3-3 5-16,-2 1 7 15,4 0-5-15,-1 1-16 0,2-2-1 16,1 3 1 0,5-1 1-16,1 3 12 0,4 0-5 15,3 1-7-15,-2 1 5 16,0-1-5-16,-4 1 1 16,-6 0 8-16,-15-3-3 15,-22-5-7-15,-19 0 1 16,-6-1 37-16,10-1-38 15,12 1 0-15,28 5 2 16,13 1-1-16,11-1 0 16,4 2 0-16,-9-3 1 15,-9 2 0-15,-7-3 4 16,0 0 1-16,5 3-6 16,4-1-1-16,2 0 0 15,5 1 1-15,1 2 0 0,3-3 1 16,-1 4-1-1,-1-1 1-15,-4 1 10 0,-4-1 3 16,-6-1-14-16,-4 1 10 16,-3-2-11-16,-2 1 0 15,3 0 1-15,0 2 5 16,6 2-6-16,4 1 2 16,5 0-1-16,3 0 0 15,1 0 1-15,3 3 8 16,-1 0-8-16,3 1-1 15,1-2 1-15,0 0 4 16,2 1 0-16,-2 0 1 0,3 0-1 16,-2 0-6-16,-2 0 0 15,-1 0 0-15,-5-1 1 16,-6 0 0-16,-3 1 0 16,-5-3 8-16,-4 0 3 15,0 0-12-15,0 0 1 16,4 0 0-16,2 0 0 15,3 0 1-15,3-2-1 16,3-1-1-16,1 2 2 16,4 0-1-16,-1-2 0 15,4 3 0-15,0-3 0 16,-1 3 0-16,5 0 0 16,-2-2 0-16,5 2 0 15,-1 0-1-15,1 0 2 16,1 0 4-16,-2 0-5 0,1 0 0 15,-3 0-1-15,-3 0 0 16,-3 0 0-16,-3 0 0 16,-4 2 0-16,-2 1 1 15,-4 0 5-15,0 1 3 16,-3 0-8-16,4-1-1 16,2 0 1-16,2 1 1 15,3 0-2-15,4 0 6 16,-1-1-5-16,1-1 6 15,0 3-6-15,-4-2 0 16,-1 0 1-16,-3 1-2 16,1-3 1-16,-1 2-1 15,3-2 6-15,1-1-6 0,2 0 1 16,4 0-1-16,1 0 0 16,-2 0 1-16,2 0-1 15,-3 0 2-15,-4 0-1 16,-3 0-1-16,-2 0-1 15,-6 0 1-15,-1 2 5 16,-3 0-5-16,2 0-1 16,-3-1 0-16,4 1 1 15,2-2-2-15,0 0 2 16,-2 1-1-16,5-1 0 16,-1 2 1-16,-1-1-1 15,-1 1 0-15,1 0 0 16,-1-1 1-16,3 2 0 0,1-3-1 15,-1 3-10-15,0-2 10 16,-5 0 0-16,-13 2 1 16,7-2 0-16,-5 2-5 15,-9-1-15-15,18 1 19 16,-9 0 1-16,5-1-6 16,17-1 4-16,-3 1-10 15,7-1 12-15,8-1-1 16,4 2 1-16,5-2 0 15,4 0-1-15,6 0 1 16,5 0-1-16,3 0 0 16,5 0-7-16,2 0-2 0,-3 0 9 15,2 0 1 1,-5 0-1-16,-6 0 1 0,-6 0-8 16,-7 1 2-16,-8 1 4 15,-7 0-4-15,-8 1 5 16,-14 0-17-16,4 1 0 15,-5 0 12-15,-1 0-5 16,10 1 10-16,-2 0 1 16,2-1-1-16,6 2 0 15,7-2-11-15,5 2 2 16,9-2 10-16,6 0 0 16,4 2 0-16,-1-1 0 15,2-1 0-15,-1 1 0 16,1 0 0-16,-2 2 1 15,0-2-1-15,-1 2 1 0,0-1-2 16,-1 1 1 0,1-2-1-16,0 2 0 0,-2-1 0 15,-2 1-6-15,-1 1 6 16,0 1 0-16,-2-1 0 16,2 2 1-16,3-3 0 15,5 2 0-15,4-3-1 16,8-1 0-16,3-1 1 15,5-1 0-15,0 2-1 16,-2 0 0-16,-2 4 0 16,-3 0 0-16,-1 8 1 15,-5 1-1-15,0 3 2 16,-4 4 6-16,-2 4-6 0,-3 1 13 16,-3 3-1-1,0 1 9-15,0 2 8 0,-2-5 9 16,5 1-9-16,4-6-9 15,4-2 7-15,7-4-10 16,5-3-6-16,4 0-5 16,4 0-1-16,2 3 3 15,0 1-3-15,0 1 9 16,0 2-2-16,2 1 4 16,4-2-1-16,0 4 5 15,0-4-7-15,3 1-4 16,0 0 5-16,0 0 0 0,2-1-2 15,-1-3-1 1,-1 1 11-16,-1-4-17 0,-2 0 3 16,0 2 0-16,-1-1-2 15,-1 1 1-15,1 0-2 16,1-2-5-16,-2 0 8 16,1-2 8-16,1-1-16 15,0-3 14-15,1-3 0 16,2 0-3-16,2-3 1 15,3-1 8-15,4 1 2 16,6-2 5-16,4-1-5 16,4-1-8-16,1 1-2 15,-2 1-4-15,-3-2-7 16,-1 2-1-16,-5-1 1 0,-3 1-1 16,-3-3 0-16,-3 2 0 15,-1 0 0-15,0-1-1 16,0-1 0-16,1 0-1 15,1 0 1-15,2 0-1 16,-2 0 0-16,1 0 0 16,-5 0-7-16,-1 0-8 15,-3 0-29-15,-3-1-72 16,-3-3-162-16,0-2-222 16,-12-3-891-16</inkml:trace>
  <inkml:trace contextRef="#ctx0" brushRef="#br0" timeOffset="159591.85">18883 16530 2179 0,'0'0'225'0,"0"0"-225"16,-128 4-179-16,71-3-13 15,2 1-462-15</inkml:trace>
  <inkml:trace contextRef="#ctx0" brushRef="#br0" timeOffset="164995.37">18051 17244 1166 0,'0'0'288'16,"0"0"-42"-16,0 0 22 15,-105-40-42-15,65 40-86 16,-5 3-54-16,0 17-19 15,1 11-7-15,7 5 2 16,5 1-5-16,10-1-17 16,11-3-15-16,8-3-11 0,3-6-7 15,2-5 2-15,13-3-9 16,3-7 2-16,4-2 2 16,3-7-4-16,4 0-10 15,-1-16-3-15,-1-7 7 16,1-3-6-16,-4-3-12 15,-5-5 23-15,-5 5 1 16,-2 2 6-16,-5 5 6 16,-4 10-11-16,0 3 6 15,-3 9 0-15,3 0-6 16,2 9 5-16,5 11 12 16,2 6-6-16,4 4-2 15,1 1 4-15,1-5-13 0,0 1 1 16,3-5 4-1,-1-5-5-15,0-5-1 0,-2-5 0 16,-5-7 0-16,2 0 0 16,-4-12 2-16,-1-12-2 15,-1-7 1-15,0-4 7 16,-1-2-8-16,0 4 0 16,0 4 1-16,-1 8 5 15,1 7-6-15,-1 6 0 16,1 8 0-16,1 0-1 15,4 4 1-15,0 11 12 16,4 4 0-16,1 6 10 0,1-1-11 16,3 2-5-16,3-6-6 15,3 0-1-15,0-7-5 16,4-7-12-16,-1-6-72 16,2-10-108-16,-2-19-62 15,-1-13-65-15,-8-8-29 16,-6-8 127-16,-8 4 168 15,-8 6 59-15,0 5 56 16,0 14 62-16,-8 11 27 16,0 9 31-16,0 9-28 15,1 5-69-15,-1 19-41 16,1 7-12-16,2 1-11 16,5 2-2-16,0-4-7 15,3-5-5-15,9-5-1 16,2-6-8-16,0-11-8 0,0-3 3 15,2-9 12-15,1-19-16 16,0-5 16-16,0-6 1 16,-2 0 5-16,-6 5 4 15,-3 11 8-15,0 10 25 16,-3 10 43-16,0 3-23 16,4 22-22-16,5 25 30 15,11 25 31-15,3 20-4 16,4 5-3-16,-5-13-9 15,-6-19-18-15,-8-22-28 16,-5 1-17-16,-1 10-4 16,-5 6 2-16,0 3-5 15,-5-5-14-15,-11-8 8 16,-4-15 2-16,-3-13-10 0,-6-11 8 16,0-11 0-16,-6-11 7 15,1-18-16-15,1-12-29 16,3-1-36-16,6 0-38 15,5 5-52-15,9 4-18 16,10 3-76-16,0 6-280 16,3 2-251-16</inkml:trace>
  <inkml:trace contextRef="#ctx0" brushRef="#br0" timeOffset="165881.16">19204 17106 446 0,'0'0'906'15,"0"0"-614"-15,0 0-38 16,0 0-112-16,0 0-17 15,0 0-45-15,0 0-3 0,-15 101-7 16,15-60-21-16,0-6-20 16,0-4-11-16,0-7-7 15,3-7-11-15,-2-6 2 16,1-7-1-16,-2-4 1 16,0 0 10-16,0-17-2 15,0-12-9-15,-2-15 12 16,-2-9-5-16,1-5-1 15,3 2-6-15,0 12 0 16,0 11-1-16,9 15-12 16,6 12 12-16,1 6 0 15,6 10 1-15,5 13 12 16,-1 9-4-16,-3 3-3 0,-3-2-4 16,-5-2-1-1,-5-5 1-15,-2-4 5 0,-4-7-6 16,0-6-1-16,-4-8 1 15,0-1 8-15,0-8 32 16,0-18 16-16,0-15-30 16,0-5-17-16,5-3-4 15,6 9 2-15,3 8-8 16,3 12 0-16,1 14 5 16,0 6-5-16,4 9 0 15,0 19 8-15,2 10 1 16,-1 5-9-16,-1 6-1 0,-1-2-6 15,-1-1-4-15,0-5-10 16,1-9-123-16,12-16-186 16,-6-10-401-16,-2-6-582 0</inkml:trace>
  <inkml:trace contextRef="#ctx0" brushRef="#br0" timeOffset="166212.44">19860 16909 1362 0,'0'0'317'0,"0"0"-23"16,0 0-132-16,0 0-15 16,0 0-53-16,-64 109-34 15,53-62 1-15,4 1-20 0,1-2-13 16,5-7-16 0,1-8-4-16,0-9-7 0,0-10-1 15,7-10 0-15,0-2 3 16,4-10-3-16,2-14 0 15,1-6 6-15,-2 0-5 16,1 4 1-16,-5 6 5 16,-2 10-5-16,-2 8-2 15,3 2-15-15,-1 12 15 16,2 11 0-16,1 3 1 16,1 4 0-16,-2 0 0 15,1-3-1-15,-1-1-70 16,0 1-112-16,-3-5-288 15,-2-11-268-15</inkml:trace>
  <inkml:trace contextRef="#ctx0" brushRef="#br0" timeOffset="166692.29">19972 17012 1204 0,'0'0'313'15,"0"0"-81"-15,0 0-98 16,0 0-12-16,0 0-23 15,0 0-37-15,95 4-16 16,-78 16 3-16,-5 6 4 16,-6 5 8-16,-3 2 3 15,-3 6-2-15,0-3-22 16,-9 1-12-16,-2-7-11 16,-1-10-10-16,3-4-6 15,3-7-1-15,5-9 2 16,1-2-2-16,0-22-6 0,10-12-18 15,13-8 0-15,5-7 24 16,3 1 0-16,2 0 1 16,-5 6 8-16,-2 5-2 15,-10 10-1-15,-2 5 3 16,-8 11 6-16,-3 6 16 16,-2 7 2-16,-1 2-12 15,0 20-12-15,2 7 29 16,-1 10 22-16,1 8 4 15,1 1-3-15,1-3-13 16,5-3-12-16,3-6-10 0,3-8-7 16,1-11-1-16,7-7-5 15,0-7-11-15,7-3 14 16,5-7-7-16,5-13-9 16,7-9-33-16,31-18-122 15,-10 5-157-15,-12 6-392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01:01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25110 16771 1249 0,'0'0'320'0,"0"0"-18"16,0 0-97-16,0 0-54 16,0 0-59-16,-18-44-52 15,18 57-29-15,11 15 6 16,10 10 30-16,1 8 24 16,4-3-11-16,-1 3-11 15,0-6 0-15,0-2-15 16,2-4-14-16,-2-6-11 0,-2-6-8 15,0-7 7 1,-7-7 1-16,-1-8 1 0,-5 0-9 16,1-13 26-16,-4-14-12 15,1-11-2-15,-2-11-12 16,-3 0 7-16,1 4-1 16,-3 9-1-16,1 11 6 15,-2 16-11-15,3 9-1 16,5 9-13-16,8 35 12 15,6 29 1-15,5 20 9 16,0 1 3-16,-8-20 1 16,-5-22 8-16,-2-18-2 15,-2 5-1-15,2-2-6 0,0 2 2 16,-5-7-5 0,-5-8-8-16,-2-8 10 0,0-2 2 15,-11-8 28-15,-9-1 6 16,-7-3-23-16,-8-2-10 15,-3 0-8-15,-5-10-5 16,2 1-1-16,4-1-2 16,0 3-19-16,6 0-18 15,5 3-29-15,5 2-58 16,6 2-63-16,15 0-75 16,0 0-248-16,3 0-417 0</inkml:trace>
  <inkml:trace contextRef="#ctx0" brushRef="#br0" timeOffset="539.09">25874 17033 1086 0,'0'0'359'16,"0"0"-66"-16,0 0 16 16,0 0-88-16,0 0-79 0,0 0-80 15,0 0 29-15,23 95 24 16,-4-43-26-16,-3 3-22 16,2-3-26-16,-4-3-22 15,-3-6-10-15,-2-2-9 16,5 5-29-16,-2-12-180 15,0-8-411-15</inkml:trace>
  <inkml:trace contextRef="#ctx0" brushRef="#br0" timeOffset="1568.67">25428 16482 1137 0,'0'0'287'16,"0"0"-126"-16,0 0-34 16,0 0 19-16,-67 75-8 15,52-45-44-15,-1 1-13 16,2-1-21-16,2-5-21 15,0-2-20-15,3-7-9 16,5-7-8-16,-1-6-2 0,4-3 10 16,-3-5 30-16,4-18 34 15,0-14-34-15,0-10-17 16,5-4-9-16,10 1-2 16,5 4 21-16,2 10 0 15,5 16-27-15,5 15 0 16,6 6-6-16,2 27 0 15,4 12 12-15,2 10-9 16,27 25-3-16,-10-14-171 16,-2-8-409-16</inkml:trace>
  <inkml:trace contextRef="#ctx0" brushRef="#br0" timeOffset="1976.8">26590 17023 1587 0,'0'0'311'0,"0"0"-96"15,0 0-61-15,0 0-91 16,0 0-30-16,0 0-29 16,116-22-4-16,-72 18-145 15,5-1-160-15,-12 3-240 16,-13 2-333-16</inkml:trace>
  <inkml:trace contextRef="#ctx0" brushRef="#br0" timeOffset="2138.01">26582 17224 1023 0,'0'0'295'16,"0"0"-51"-16,0 0-35 15,0 0-70-15,0 0-34 16,0 0-67-16,104-43-17 16,-43 14-21-16,33-19-107 15,-17 9-251-15,-13 3-519 0</inkml:trace>
  <inkml:trace contextRef="#ctx0" brushRef="#br0" timeOffset="2357.98">27057 16897 1060 0,'0'0'259'0,"0"0"-71"0,0 0-35 15,97-3-32-15,-51 11-34 16,6 7 18-16,-2 5 30 15,-6 4-54-15,-9 2-34 16,-13 2-16-16,-12 5-7 16,-10 5-6-16,0 2-11 15,-10 3-7-15,-8 3-24 16,6-9-178-16,3-15-355 0</inkml:trace>
  <inkml:trace contextRef="#ctx0" brushRef="#br0" timeOffset="2801.24">28223 16832 1949 0,'0'0'510'0,"0"0"-454"15,0 0-7-15,-44 79 8 16,44-29 98-16,1 8-76 15,14 9-15-15,2 1-28 16,2 2-22-16,-3-4-13 0,-5-7-1 16,-5-11-18-16,-5-12-87 15,-1-18-32-15,0-14 18 16,-13-7 4-16,-10-36-66 16,-5-33-5-16,-2-37 105 15,6-17 67-15,15 4 14 16,9 24 47-16,2 39 41 15,11 21 20-15,4 14-21 16,2 6 26-16,4 2-15 16,6 6-30-16,1 10-17 15,2 6 4-15,-1 16 3 16,-3 10 4-16,-4 6-16 16,-6 4-24-16,-8 6-13 15,-7 4-7-15,-3-1-2 16,0 2-9-16,-3-2-156 0,-7-7-124 15,-2-11-331-15,3-21-857 16</inkml:trace>
  <inkml:trace contextRef="#ctx0" brushRef="#br0" timeOffset="3392.68">28524 16900 1177 0,'0'0'760'0,"0"0"-491"16,0 0-58-16,0 0-90 15,0 0-10-15,80 24-36 16,-52 2-1-16,-3 7-5 16,-4 2-12-16,-9 1-20 15,-7 0-14-15,-5-1-13 0,-3-4-2 16,-14-4-7-16,-5-9-1 16,0-7 2-16,3-11-1 15,5-7-1-15,8-19-27 16,6-10-48-16,0-4-8 15,16-1-4-15,13 7-2 16,4 4-24-16,5 9 22 16,2 7-1-16,-1 4-1 15,0 4-19-15,-6 3 4 16,-9 0 57-16,-5 1 34 16,-10 0 17-16,-3 2 13 15,-6 0 58-15,0 0 25 0,0 0-10 16,0 4-32-16,-2 5-14 15,0 4-7-15,2 2-20 16,0 4-2-16,0-2-4 16,13-2 5-16,6-1-6 15,5-4-5-15,6-4 16 16,3-6-2-16,2 0-1 16,-2-16-13-16,-6-8 14 15,-9-5-9-15,-7 0 2 16,-6-5 12-16,-5 4 32 15,-3 5 1-15,-14 10 5 16,-4 10-11-16,-2 5-20 16,-2 0-21-16,0 12-5 15,4 10-1-15,10 7 0 16,10 2-14-16,1 1-47 0,15-1-48 16,15-3-54-16,28-9-172 15,-5-8-232-15,-2-11-132 0</inkml:trace>
  <inkml:trace contextRef="#ctx0" brushRef="#br0" timeOffset="3926">29396 16886 912 0,'0'0'385'15,"0"0"130"-15,0 0-257 16,0 0-58-16,0 0-83 16,-88-17-50-16,67 40-5 15,2 7-17-15,3 6-5 16,5 4-12-16,6 1-2 15,5-1-16-15,0-1 4 0,18-5-7 16,5-10-7-16,5-12-14 16,3-12-87-16,1-7-54 15,1-25-33-15,-1-24-20 16,-8-31 114-16,-5-33 76 16,-7-21 18-16,-6 3 7 15,-5 28 6-15,-1 42 34 16,0 31 11-16,0 20 56 15,-3 7 2-15,-5 10-24 16,-3 0-27-16,1 26-41 16,-2 28-5-16,10 24-7 15,2 20-10-15,20 7 7 16,10-8 0-16,2-23-9 16,-3-27 0-16,-1-14-17 0,3-13-60 15,7-6-68-15,1-7 58 16,1-7-30-16,-11 0 15 15,-10-19 102-15,-8 3 18 16,-5 0 97-16,-4 5 76 16,-2 5-45-16,0 4 4 15,0 2-65-15,0 0-59 16,1 8-25-16,2 4-1 16,-1 4 1-16,1-1-1 15,-2-5-1-15,-1-4-60 16,0-6-67-16,0-9 23 0,-6-39-220 15,-1-1-227-15,-2-3-38 16</inkml:trace>
  <inkml:trace contextRef="#ctx0" brushRef="#br0" timeOffset="4398.24">30122 16783 1345 0,'0'0'196'16,"0"0"194"-16,0 0-151 0,0 0-117 15,0 0-77-15,0 0-1 16,-82 64 13-16,72-28-17 15,4 5 4-15,6-1-8 16,0 0-18-16,9-7-11 16,12-5-5-16,5-14-4 15,7-11-1-15,3-3-15 16,1-20-37-16,-1-13-20 16,-5-9-7-16,-1-21 32 15,-9 1 32-15,-3-2 18 16,-4 2 6-16,-6 19 23 15,-3 8 42-15,-2 14 58 16,-3 16 3-16,0 5-62 0,0 19-52 16,0 12 9-16,3 10 19 15,0 7-11-15,1 3 8 16,1 1-16-16,-4-2-18 16,-1-6-9-16,0-6-63 15,0-16-153-15,0-13-263 16,-4-9-458-16</inkml:trace>
  <inkml:trace contextRef="#ctx0" brushRef="#br0" timeOffset="5232.16">30146 16808 1490 0,'0'0'262'0,"0"0"-98"0,0 0-82 16,116 10-22-16,-56-6-56 15,1-2-4-15,2-1-121 16,-1 1-118-16,-2-2-38 16,-6 0 142-16,-12 0-156 15,-16-3-66-15,-15-3 357 16,-11-4 88-16,0 5 311 16,-8 0-76-16,-4 1-14 15,-1 4-106-15,3 0-72 16,0 0-37-16,2 9-29 15,2 4-21-15,4 3-14 16,2 1-11-16,0-2 9 16,11-1 6-16,8-4-2 0,5-6-3 15,1-4 14 1,3-1 6-16,-2-16 5 0,-4-5-3 16,-2-6-27-16,-13 0-10 15,-7-2-3-15,0 5 11 16,-10 5-10-16,-11 9-12 15,-1 8-12-15,2 3 2 16,2 12-5-16,9 10-13 16,9 6-28-16,2 4-37 15,21-1-10-15,12-2-55 16,8-7-77-16,5-8 101 16,1-11 25-16,-1-3 63 15,-11-5 46-15,-7-13 16 0,-11-4 44 16,-10-1 61-16,-6-3 40 15,-3 2 5-15,0 4-15 16,-6 3 29-16,-6 8-43 16,-4 4-33-16,-3 5-41 15,-2 5-41-15,-5 17-10 16,1 6-6-16,3 5 5 16,7 3-4-16,6 1 4 15,5-2-10-15,4-8 5 16,8-4-6-16,12-13-9 15,8-10 9-15,7-7 0 16,4-22-36-16,0-11-12 0,2-26 15 16,-1-27 27-1,-4-38 6-15,-4-16 9 0,-6 8-3 16,-13 36 8-16,-5 48 14 16,-5 30 45-16,-3 21 24 15,0 4-55-15,0 0-39 16,-11 31-3-16,-1 36 0 15,-1 37 12-15,4 23 21 16,4 11 11-16,1-5 1 16,-2-12-12-16,2-9-29 15,4-7-4-15,0-17-63 16,0-24-229-16,0-28-539 0</inkml:trace>
  <inkml:trace contextRef="#ctx0" brushRef="#br0" timeOffset="5456.69">29809 17531 2196 0,'0'0'299'15,"0"0"-144"-15,158-25 21 16,-16 7-61-16,11-1-46 15,-21 8-33-15,-43 2-13 16,-41 5-23-16,-14-1-23 16,7-5-160-16,-7 3-314 15,-10-2-422-15</inkml:trace>
  <inkml:trace contextRef="#ctx0" brushRef="#br0" timeOffset="5652.52">29943 17690 2181 0,'0'0'294'0,"0"0"76"15,101-3-139-15,-5-10-58 16,-2 4-79-16,-6-2-48 16,-19 5-19-16,-25 3-15 15,0-5-12-15,-2-10-71 16,-14 1-201-16,-21-4-894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10:36.2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19560 2160 715 0,'0'0'572'0,"0"0"-437"15,0 0 125-15,0 0 18 16,0 0-24-16,0 0-72 15,3-65-62-15,-3 76-63 16,4 15-18-16,3 8 48 16,3 7-15-16,6 1-23 15,6-1-5-15,3-1-16 16,5-7-15-16,2-7-4 16,7-6-3-16,-3-6-5 15,0-14 5-15,-5 0-6 16,-7-12-33-16,-6-15 17 0,-5-8-5 15,-5-7 3-15,-5-4 1 16,-2 4 11 0,-1 4 6-16,0 12 6 0,0 9 24 15,0 14 34-15,0 3-37 16,0 37-27-16,0 32 27 16,2 26 21-16,11 17 22 15,2-1-24-15,6-5 13 16,-5-12-13-16,-1-18-5 15,-6-16-13-15,-4-17-7 16,-4-11 0-16,-1 2-9 16,0 1 3-16,-6-1-9 0,-10-9 3 15,-8-6 9-15,-6-6 12 16,-7-6-12-16,-8-7 9 16,-4 0-12-16,-10-3-5 15,-3-11-2-15,-5-3-8 16,1 1 1-16,4 2-1 15,5 1-7-15,15 5-20 16,12 1-49-16,20 0-35 16,29-8-109-16,20 1-424 15,13-3-491-15</inkml:trace>
  <inkml:trace contextRef="#ctx0" brushRef="#br0" timeOffset="3739.19">20330 2213 763 0,'0'0'282'0,"0"0"-10"0,0 0 7 16,0 0-2-16,0 0-29 16,0 0-40-16,0 0-70 15,0-53-65-15,0 80-38 16,0 13 55-16,0 10 41 16,0 7-31-16,0 1-33 15,0-2-28-15,0-6-18 16,0-1-11-16,0-6-10 15,0-4-1-15,0-5-34 16,0-8-155-16,0-9-127 16,0-7-351-16,0-10-416 0</inkml:trace>
  <inkml:trace contextRef="#ctx0" brushRef="#br0" timeOffset="4093.86">20515 2249 1247 0,'0'0'280'16,"0"0"-47"-16,0 0-21 15,-32 83 31-15,19-35-51 16,4 2-55-16,5 1-18 16,4-2-24-16,0-6-50 15,0-7-21-15,10-10-8 0,2-8-5 16,0-11 4-16,3-7-8 15,0 0 18-15,5-22-16 16,2-9 5 0,1-5-13-16,-2-8 0 0,-6-4-1 15,-5-5-16-15,-6 2-33 16,-4 4-23-16,-2 7-3 16,-14 13 4-16,-1 15 5 15,-2 12-48-15,1 7-17 16,5 20-2-16,5 9-11 15,8 18-30-15,5-7-120 16,10-9-233-16</inkml:trace>
  <inkml:trace contextRef="#ctx0" brushRef="#br0" timeOffset="4549.83">20964 2230 1106 0,'0'0'246'15,"0"0"48"-15,0 0-87 16,0 0-27-16,0 0-39 16,-93-26-45-16,74 47-19 15,1 6-23-15,6 2-20 16,3 1-12-16,6 0-12 16,3-7 1-16,0-3-5 0,7-7 1 15,6-8-5 1,4-5 18-16,2-8-5 0,0-13-13 15,-2-7 7-15,0-3-9 16,-4 0 0-16,-5 3 0 16,-2 3 8-16,-5 10 33 15,1 10 25-15,-2 5-22 16,1 9-33-16,2 21-10 16,4 12 28-16,3 10 5 15,2 8 3-15,4 1 17 16,-2 5-14-16,0-3-7 15,-6-2-10-15,-7-6-8 16,-1-5-6-16,-7-9-2 16,-19-5 1-16,-6-9 7 15,-10-9-14-15,0-10 0 0,-1-8-1 16,3 0-48-16,8-23-85 16,19-40-84-16,10 6-269 15,3-5-275-15</inkml:trace>
  <inkml:trace contextRef="#ctx0" brushRef="#br0" timeOffset="4979.22">21161 2232 1199 0,'0'0'287'0,"0"0"-29"15,0 0-97-15,9 79-25 16,7-56-8-16,5-1-37 15,4-3-18-15,4-8-18 16,-1-8-20-16,-1-3-5 0,0-5-11 16,-4-16-2-16,1-8-10 15,-4-3 3-15,-1-2 1 16,-4 0 14-16,-3 7 15 16,-6 7 39-16,-3 10 33 15,-3 10-9-15,0 4-57 16,0 22-25-16,0 24 39 15,-3 23 19-15,3 20-7 16,0 9-10-16,0-7-26 16,8-19-11-16,0-20-7 0,-3-14 2 15,-2-6-11 1,-2 3-8-16,-1-3 0 0,0-3 1 16,-6-9 8-16,-12-9-9 15,-5-8-2-15,-9-7-9 16,-2 0-32-16,-2-21-56 15,0-25-104-15,5-44-144 16,10 6-298-16,8-6-675 0</inkml:trace>
  <inkml:trace contextRef="#ctx0" brushRef="#br0" timeOffset="5353.6">21511 1584 1365 0,'0'0'320'16,"0"0"35"-16,0 0-205 0,0 0-9 15,0 0 9-15,-27 72-69 16,11-38-28-16,-2-2 9 16,0-3-1-16,3-5-7 15,2-7-20-15,5-8-10 16,4-7-7-16,4-2 17 15,0-7 14-15,0-16-36 16,9-9-12-16,7-7-8 16,4-3-25-16,3 5 5 15,1 5 1-15,1 12 6 0,-2 11 2 16,3 9-4 0,0 2 11-16,1 18 5 0,1 9 7 15,-2 7 21-15,-7 3 6 16,-2 6 4-16,-11-1-17 15,-6 0-14-15,0 15-35 16,0-14-452-16,0-14-869 0</inkml:trace>
  <inkml:trace contextRef="#ctx0" brushRef="#br0" timeOffset="5939.93">22154 2548 1859 0,'0'0'522'15,"0"0"-223"-15,0 0-124 16,0 0 16-16,0 0-61 0,0 0-47 16,95 4 5-16,-33-4-39 15,8-3-20-15,3-7-22 16,-19-1-5-16,1-2-2 16,-14 1-34-16,-11-2-76 15,-16-8-117-15,-10 2-152 16,-4-1-407-16</inkml:trace>
  <inkml:trace contextRef="#ctx0" brushRef="#br0" timeOffset="6167.48">22445 2274 598 0,'0'0'1209'15,"0"0"-663"-15,0 0-321 0,0 0-67 16,0 0 65-16,-24 89-5 15,17-36-64-15,2 10-80 16,1 3-8-16,1 1-3 16,1-4-20-16,1-5-7 15,1-6-12-15,0-7-22 16,0-9-2-16,9-5-79 16,8-11-144-16,5-15-460 0</inkml:trace>
  <inkml:trace contextRef="#ctx0" brushRef="#br0" timeOffset="7907.7">23101 2254 988 0,'0'0'311'0,"0"0"5"15,0 0-7-15,0-94-3 0,0 69-71 16,0 8-22-16,0 3-23 16,-3 5-44-16,2 6-38 15,1 0-48-15,0 3-32 16,0 0-17-16,-2 0-5 16,2 0-6-16,-1 0 0 15,-2 0-2-15,-4 3-5 16,-6 6 7-16,-2 5 0 15,-5-1 8-15,-1 1-1 16,3-4 4-16,1 0-4 16,4-3-5-16,0 3 4 15,2 2-6-15,-2 10 1 16,1 9 5-16,-2 25-5 16,1 21 29-16,4 19 6 15,4 7-15-15,5-5 3 0,0-9-6 16,0-27-3-16,6-12-9 15,2-17-5-15,3-12 0 16,2 0-1-16,2-1 1 16,0-3-1-16,-2-7-31 15,0-10-42-15,1 0-67 16,10-27-126-16,-4-4-266 16,-1-6-546-16</inkml:trace>
  <inkml:trace contextRef="#ctx0" brushRef="#br0" timeOffset="8149.12">23228 2367 1766 0,'0'0'500'0,"0"0"-234"16,0 0-149-16,0 0 115 15,-1 81-35-15,1-33-53 16,0 5-39-16,0 4-44 15,0-3-25-15,0-2-20 16,0-5-8-16,0-8-8 16,0-7 0-16,0-10-59 15,0-10-90-15,0-12-140 16,6-14-80-16,-1-9-397 0</inkml:trace>
  <inkml:trace contextRef="#ctx0" brushRef="#br0" timeOffset="8329.6">23316 2545 1295 0,'0'0'667'0,"0"0"-361"15,0 0-124-15,0 0-48 16,0 0-42-16,0 0-8 16,118 0-26-16,-66 0-31 15,2 0-27-15,1-1-29 16,11-11-127-16,-16 3-207 15,-9-5-502-15</inkml:trace>
  <inkml:trace contextRef="#ctx0" brushRef="#br0" timeOffset="8762.41">23710 2356 1179 0,'0'0'380'15,"0"0"-74"-15,0 0-89 16,0 0-42-16,0 0-56 15,0 0-47-15,0 0-15 16,-6 79-12-16,19-71-17 16,4-1-10-16,-1-7-6 15,2 0 2-15,0-5-3 16,-2-12-2-16,0-5-8 16,-2-1 5-16,-5 0-4 15,0 1 4-15,-6 3-5 16,-2 8 31-16,-1 5 41 0,0 6 13 15,0 0-48-15,0 20-27 16,2 10 19-16,1 10 24 16,1 7-16-16,4 7 27 15,4 2-6-15,3 1-7 16,1 0-25-16,-1-4-12 16,-2-5-4-16,-5-4-4 15,-5-10 2-15,-3-3-3 16,-2-10-6-16,-17-4 6 15,-9-6 0-15,-9-4-6 16,-4-5-34-16,-2-2-34 16,4 0-56-16,8-14-61 0,13-25-38 15,8 0-349-15,10-1-551 16</inkml:trace>
  <inkml:trace contextRef="#ctx0" brushRef="#br0" timeOffset="9080.09">24078 1989 1827 0,'0'0'393'16,"0"0"-11"-16,0 0-199 15,0 0-19-15,0 0-34 16,120 62-25-16,-56 13-39 0,7 23 24 15,-7 12-17-15,-16-3-13 16,-18-11-12-16,-18-14-3 16,-12-4-21-16,0-12-15 15,-9-14-1-15,-8-12-7 16,-5-7 1-16,-9 4 4 16,-8 1 3-16,-10 0-9 15,-5-6-8-15,2-8-69 16,-16-5-50-16,16-8-144 15,10-11-450-15</inkml:trace>
  <inkml:trace contextRef="#ctx0" brushRef="#br0" timeOffset="10085.53">24800 2505 1075 0,'0'0'201'16,"0"0"-49"-16,0 0-39 15,0 0-33-15,0 0-37 16,0 0-43-16,0 0-76 15,-1 0-215-15,1-2-462 0</inkml:trace>
  <inkml:trace contextRef="#ctx0" brushRef="#br0" timeOffset="10340.32">25037 2199 1575 0,'0'0'280'0,"0"0"40"16,0 0-105-16,0 0-103 15,0 0-4-15,0 97 59 16,3-37-8-16,2 7-72 16,1-1-32-16,-3-1-29 15,0-5-16-15,-2-1-8 0,3-6-2 16,-2-7-76-16,6-9-165 15,-2-14-244-15,0-16-360 0</inkml:trace>
  <inkml:trace contextRef="#ctx0" brushRef="#br0" timeOffset="10693.87">25351 2249 64 0,'0'0'1520'15,"0"0"-1248"-15,0 0-30 16,0 0-33-16,-96 115-26 16,78-60-73-16,8 2-5 0,5 2-29 15,5-4-28 1,2-7-22-16,14-9-14 0,5-15-3 16,4-12-9-16,4-12 15 15,2-7 1-15,0-22-4 16,1-11-3-16,-5-9-7 15,-5-8-2-15,-9-2 0 16,-8 0 0-16,-5 4-21 16,0 10-11-16,-17 13 5 15,-3 15-11-15,-3 17-39 16,2 2 7-16,3 22-17 16,9 8 6-16,9 6-80 0,3 2-60 15,48 3-121 1,0-8-344-16,2-12 148 0</inkml:trace>
  <inkml:trace contextRef="#ctx0" brushRef="#br0" timeOffset="11128.03">25816 2334 947 0,'0'0'311'16,"0"0"37"-16,0 0-98 16,0 0-14-16,0 0-46 15,0 0-104-15,0 0-46 16,-88-13 6-16,76 47 1 15,4 0-18-15,7 3-11 16,1-7-8-16,0-5-1 16,4-8-9-16,7-6 1 15,1-10 14-15,0-1 6 0,3-14 7 16,0-10-17-16,-1-3-4 16,-2-1 7-16,-2 3 30 15,-6 8 18-15,2 5 33 16,-5 7-1-16,2 5-41 15,2 11-34-15,1 17 5 16,1 14 15-16,4 20 10 16,-2-2-4-16,-2 8 36 15,2 0-33-15,-5-5-15 16,-2 2-12-16,-2-2 1 16,0-7-2-16,-13-11-5 15,-4-6-3-15,-5-10-2 16,-3-6-4-16,-5-9 0 0,-3-8 8 15,-3-6-14-15,-3-4-1 16,-1-16-45-16,7-8-54 16,20-28-140-16,10 8-275 15,3-4-512-15</inkml:trace>
  <inkml:trace contextRef="#ctx0" brushRef="#br0" timeOffset="11811.8">26323 2198 1262 0,'0'0'252'16,"0"0"24"-16,0 0 43 15,0 0-78-15,0 0-80 16,-119 37-18-16,62 33 24 15,-1 24-29-15,12-1-28 16,16-16-21-16,18-20-29 16,12-16-21-16,0 5-17 15,10 5-10-15,12 3-6 16,8-10 0-16,6-9-6 16,3-13-31-16,0-10-111 15,12-12-151-15,-12-17-332 16,-8-12-790-16</inkml:trace>
  <inkml:trace contextRef="#ctx0" brushRef="#br0" timeOffset="12021.63">26419 2346 1482 0,'0'0'571'16,"0"0"-292"-16,0 0-117 15,0 0-15-15,-8 75 50 16,8-27-39-16,0 8-38 15,0 3-38-15,0 1-29 16,8-2-32-16,0-5-14 16,0-5-7-16,-2-7-19 15,-2-11-125-15,-1-16-181 16,1-13-357-16,-3-1-814 0</inkml:trace>
  <inkml:trace contextRef="#ctx0" brushRef="#br0" timeOffset="12194.88">26510 2588 1617 0,'0'0'540'0,"0"0"-326"15,0 0-99-15,0 0-43 16,0 0-22-16,0 0-27 16,0 0-11-16,120 5-12 15,-72-1-3-15,9-4-184 16,-12 0-158-16,-13 0-550 0</inkml:trace>
  <inkml:trace contextRef="#ctx0" brushRef="#br0" timeOffset="12631.08">26844 2411 1523 0,'0'0'283'15,"0"0"-76"-15,0 0-137 16,0 0-2-16,0 0 28 15,0 0 6-15,0 0-30 16,77 61-32-16,-50-52-11 16,0-6-9-16,-5-3-6 15,1 0-4-15,-4-11 4 16,-4-7-3-16,-2-4-11 16,-2-5 9-16,-5-2 1 0,-3 4 19 15,-2 3 27-15,-1 6 44 16,0 7 11-1,0 6-10-15,0 3-44 0,0 8-33 16,0 16-12-16,0 12-11 16,0 11 11-16,0 9 2 15,11 18-7-15,1-7 7 16,5 1 7-16,-1-1 6 16,-3-16-11-16,-3 5-4 15,-5-10-6-15,-5-7-5 16,-2-8 5-16,-17-8-6 15,-2-3 0-15,-7-7-16 16,-2-7-31-16,-3-6-56 16,2-6-57-16,-4-41-74 15,8 3-294-15,7-9-359 0</inkml:trace>
  <inkml:trace contextRef="#ctx0" brushRef="#br0" timeOffset="13027.29">27033 2031 1461 0,'0'0'243'0,"0"0"-16"0,0 0-88 16,0 0 26-16,0 0-67 15,-78 73-24-15,65-49-31 16,0-1-21-16,4-5-11 16,3-6-5-16,1-6-5 15,5-6 12-15,0 0 8 16,9-11 43-16,8-13-21 16,5 0-28-16,3-5-3 15,2 6 5-15,-2 6 8 16,-2 6-1-16,1 9-5 15,0 2-5-15,1 16 2 16,-1 9 3-16,-2 9-10 16,1 2 5-16,-3 3-7 0,0-1-7 15,-2-1-95-15,5 6-140 16,-6-8-315-16,-4-9-591 0</inkml:trace>
  <inkml:trace contextRef="#ctx0" brushRef="#br0" timeOffset="13288.6">27501 2062 1508 0,'0'0'586'0,"0"0"-474"16,0 0-26-16,69 71 53 15,-14 3 25-15,12 24-56 0,-5 14 22 16,-19-1-33-16,-30-5-46 16,-14-14-19-16,-28-12-19 15,-10-17-2-15,-23-4-11 16,-23-12-114-16,-15-5-159 16,9-9-293-16,17-21-792 0</inkml:trace>
  <inkml:trace contextRef="#ctx0" brushRef="#br0" timeOffset="17149.32">19347 1895 1418 0,'0'0'261'0,"0"0"-73"16,0 0-20-16,0 0-28 16,-102-17-19-16,77 17-2 15,9 0-27-15,5 0-22 16,7 0-2-16,2 0-14 15,2 6-11-15,0 19-29 16,0 16 60-16,0 26 26 16,0 25-22-16,0 20 1 15,0 12 5-15,0-2-16 16,0-5-10-16,0-4-6 16,-7 3-7-16,-2-4-13 15,-4-3-11-15,2-6-3 0,1-1-6 16,2-18-3-16,5-19-3 15,3-19 0-15,0-13-6 16,9 0 1-16,18-2-1 16,33-2-10-16,54-21-12 15,82-12-46-15,54-34-59 16,-35-1-205-16,-22-6-373 0</inkml:trace>
  <inkml:trace contextRef="#ctx0" brushRef="#br0" timeOffset="18034.23">27961 1894 133 0,'0'0'822'16,"0"0"-545"-16,0 0-20 15,0 0-8-15,0 0-60 16,0 0-55-16,0 0-20 16,80-66-9-16,-51 61-27 15,-1 0-8-15,0 1-8 16,-2 1-2-16,-2 2-7 16,-4 1 1-16,-3 0-5 15,-1 11-4-15,-2 9 5 16,-2 13 28-16,-5 10 31 0,-2 23 15 15,-4 21-14 1,1 19-10-16,-2 6-18 0,1-6-8 16,5-7-8-16,-2-10-8 15,2 2-2-15,0-1-23 16,-1-3 3-16,0-16 0 16,-2-17-5-16,-3-12-7 15,0-6-4-15,0 7-4 16,0 5 4-16,-6 4-11 15,-8-2 1-15,-5-5-8 16,-7-3 5-16,-8-3-5 16,-8-2 5-16,-24 0-1 15,-26-3-6-15,-41-7-19 0,-25-4-77 16,-34-10-106-16,38-8-134 16,9-5-673-16</inkml:trace>
  <inkml:trace contextRef="#ctx0" brushRef="#br0" timeOffset="19042.07">17606 2752 1428 0,'0'0'529'0,"0"0"-275"16,0 0-57-16,0 0-14 15,0 0-9-15,90-6-28 0,-28 4-33 16,28 2-27-16,22 0-9 15,4 0-22-15,-18 0-25 16,-29 0-9-16,-28 0-4 16,-10 0-16-16,-1 0 5 15,-2-1-5-15,-4-2-1 16,-12 1 0-16,-5 2 1 16,-7 0 0-16,0-3 10 15,0 3-11-15,-18-2 11 16,-9 2-10-16,-8 0-1 15,-9 0 0-15,-9 0 0 16,-4 5 1-16,-1 3 0 16,0 1-1-16,4-2-7 15,9 0 7-15,9 0-2 0,9-2-24 16,10-1-40-16,17-4-86 16,0 0-184-16,1 0-627 0</inkml:trace>
  <inkml:trace contextRef="#ctx0" brushRef="#br0" timeOffset="32829.37">2264 2859 1147 0,'0'0'313'16,"0"0"-109"-16,0 0-30 15,0 0-63-15,0 0-42 16,0 0 7-16,0 41 82 16,12-15-75-16,7-1-16 15,4 1-16-15,5-3-10 16,3-3-13-16,1-5-13 16,-1-3-5-16,0-6 0 0,-4-3-9 15,-6-3 13-15,0-1-14 16,-9-16 1-16,-2-6 7 15,-4-5-7-15,-3-4 11 16,-3-1-11-16,0 5 14 16,0 7 20-16,0 10 43 15,0 11-10-15,0 2-42 16,9 34-26-16,15 34 20 16,7 27 60-16,2 14-8 15,-2-3-5-15,-4-10 11 16,-5-15-15-16,-8-13-15 15,-3-18-7-15,-4-9-16 16,-7-7-1-16,0 4-5 0,0-2-2 16,0 1-8-1,-10-10 10-15,-4-9-7 0,-1-8-6 16,-6-5 3-16,-6-7 0 16,-7 0-7-16,-9-7-2 15,-2-9-34-15,-4-1-67 16,-17-3-105-16,14 4-291 15,7 3-251-15</inkml:trace>
  <inkml:trace contextRef="#ctx0" brushRef="#br0" timeOffset="34534.07">3269 3137 1351 0,'0'0'335'0,"0"0"-129"16,0 0-36-16,0 0-36 15,0 0-39-15,0 0-36 0,0 0-26 16,64-9-17-16,-25-1-1 16,0 1-9-16,1-2-6 15,-6 2-65-15,-8 1-117 16,-14 6-123-16,-8 2-246 16,-4 0-234-16</inkml:trace>
  <inkml:trace contextRef="#ctx0" brushRef="#br0" timeOffset="34689.99">3314 3232 743 0,'0'0'231'0,"0"0"41"16,0 0-51-16,0 0-54 0,0 0-11 15,0 0-71 1,0 0 22-16,46 31 1 0,-7-42-65 16,6-6-43-16,4-4-63 15,12-15-154-15,-13 4-342 16,-14 3-713-16</inkml:trace>
  <inkml:trace contextRef="#ctx0" brushRef="#br0" timeOffset="34913.88">3578 2917 1365 0,'0'0'288'15,"0"0"-73"-15,0 0-94 16,0 0 1-16,103 27 36 15,-60-1-37-15,0 9-26 0,-5 5 52 16,-10 2-48 0,-13 3-23-16,-14 3 19 0,-5 4-29 15,-29 5-43-15,-15 1-7 16,-7-2-16-16,-7-3-4 16,15-14-226-16,16-22-441 0</inkml:trace>
  <inkml:trace contextRef="#ctx0" brushRef="#br0" timeOffset="36292.41">4698 2732 428 0,'0'0'212'15,"0"0"19"-15,0 0-19 16,0 0-24-16,0 0 5 16,0 0-23-16,0 0 17 15,-24-31-24-15,5 31 19 16,-1 0-48-16,-8 0-54 16,-2 15 8-16,-4 12 4 15,-5 10-15-15,2 8 5 0,9 5-1 16,4 0-33-16,12-3 7 15,9-6-13-15,3-2-21 16,9-4-21 0,15-2-1-16,7-5 0 0,5-5 0 15,4-6 1-15,2-3 0 16,-2-6-84-16,18-8-110 16,-10-3-137-16,-12-9-349 0</inkml:trace>
  <inkml:trace contextRef="#ctx0" brushRef="#br0" timeOffset="36529.81">4829 2515 1750 0,'0'0'301'0,"0"0"-64"15,0 0-8-15,0 0-107 16,0 0-40-16,0 0-54 15,-1 83 74-15,22-33-8 16,5 7-52-16,3 0-24 16,-2-4-12-16,4-6-6 15,-2-4-1-15,-4-10-62 16,8-9-213-16,-8-11-339 16,-3-10-483-16</inkml:trace>
  <inkml:trace contextRef="#ctx0" brushRef="#br0" timeOffset="37451.47">5174 2561 1129 0,'0'0'593'15,"0"0"-432"-15,0 0-26 16,0 0 9-16,-64 83 35 16,50-39-53-16,4 3-30 15,1 2-27-15,6-1-30 16,3-6-27-16,0-7-5 15,0-7-7-15,9-12-1 16,0-7-13-16,-2-8-47 0,1-1 15 16,2-13 44-1,1-15-26-15,-2-10-15 0,-2-7 39 16,0-5 4-16,-2 1 7 16,-2 3 2-16,0 10-8 15,0 9 5-15,-3 10 1 16,0 8 13-16,0 7-6 15,0 2-5-15,3 0-9 16,0 11-6-16,6 9 5 16,1 6 1-16,4 3 0 15,4 3 0-15,2-3-7 16,2-5 7-16,0-4-1 16,-3-8-13-16,-5-5-61 15,-3-7-18-15,-5 0 57 16,-1-10 36-16,-5-9 0 0,0-6 0 15,0-5 0 1,0 0 0-16,-2 2 1 0,-2 3 1 16,-1 5 5-16,4 8 10 15,-2 3 3-15,3 6-5 16,0 3-15-16,9 0-1 16,6 8 0-16,6 9 1 15,-2 7 0-15,-1 2 0 16,-2 2 2-16,-5 2-1 15,-2 2 7-15,-3-3-6 16,-6 0 7-16,0-5-1 16,0-4-8-16,0-8 1 0,-3-5 7 15,0-6-7 1,3-1 5-16,0-12-6 0,7-13-80 16,10-11-71-1,5-6 30-15,5-3 34 0,-2-2 7 16,-5 5 33-16,-4 4 38 15,-4 7 9-15,-7 9 1 16,-2 10 33-16,-3 6 54 16,0 6 38-16,0 0-21 15,-2 4-58-15,-4 13-19 16,0 7 12-16,0 1 18 16,6 3-18-16,0-2-18 15,3-1-9-15,9-1-2 16,6-4-5-16,0-1 0 15,6-2-5-15,-2-3 5 0,-1-2-5 16,-6 0-1-16,0-4 0 16,-8-1 0-16,-4-2 0 15,-3-3 1-15,0 1-1 16,-7-1 0-16,-14 3 9 16,-6 1-8-16,-3 0-1 15,-1 1-1-15,7 0-15 16,9-6-62-16,6 1-210 15,6-2-268-15</inkml:trace>
  <inkml:trace contextRef="#ctx0" brushRef="#br0" timeOffset="37740.75">6145 2416 1898 0,'0'0'347'0,"0"0"-115"16,0 0-107-16,0 0-38 15,0 0 38-15,19 90 24 16,4-44-72-16,6 4-33 15,10 1-26-15,7-3-12 16,5-2-6-16,6 10-68 0,-14-12-315 16,-23-10-1755-16</inkml:trace>
  <inkml:trace contextRef="#ctx0" brushRef="#br0" timeOffset="38459.06">2088 4400 1487 0,'0'0'364'0,"0"0"-10"0,0 0-48 15,0 0-61 1,0 0-89-16,-82 29-69 0,67 45-24 16,3 27-17-16,12 8-2 15,0-18-7-15,8-28-1 16,6-22-15-16,3-9-13 16,10 4-8-16,4 3-6 15,2-1 0-15,5-7-11 16,-3-11-140-16,5-20-176 15,-10-5-198-15,-6-16-575 0</inkml:trace>
  <inkml:trace contextRef="#ctx0" brushRef="#br0" timeOffset="38669.42">2219 4456 1756 0,'0'0'357'16,"0"0"-101"-16,0 0-158 15,0 0-15-15,36 83 87 16,-8-33 10-16,2 4-73 16,0 2-58-16,0-1-30 15,-5-4-10-15,-1-1-8 16,-6-5-1-16,0-5-33 16,-5-6-224-16,-1-12-246 15,-6-13-429-15</inkml:trace>
  <inkml:trace contextRef="#ctx0" brushRef="#br0" timeOffset="38894.55">2510 4675 1850 0,'0'0'270'15,"0"0"-133"-15,0 0-57 16,0 0-26-16,0 0-22 16,92-62-15-16,-54 39-17 0,-4-2-36 15,-1-7-192-15,-8 6-319 16,-11 2-925-16</inkml:trace>
  <inkml:trace contextRef="#ctx0" brushRef="#br0" timeOffset="39548.19">2592 4336 1450 0,'0'0'284'0,"0"0"-36"16,0 0-107-16,0 0-61 0,0 0-18 15,0 0-25-15,0 0-17 16,-4 0-8-16,5 0-6 15,6-1-4-15,-2-2 3 16,1 1-4-16,-3-3-1 16,0 3 0-16,-3 0 1 15,3-3 1-15,-3 2-1 16,0 1 11-16,0 0 56 16,0 1 32-16,0 1-2 15,0 0-21-15,3 0-26 16,0 8-21-16,9 11-18 15,3 6 39-15,4 7 50 16,6 5-33-16,2 0-25 16,3-2-16-16,3-2-5 15,-2-5-2-15,-1-4-10 16,-6-7-2-16,-3-7-8 0,0-6 1 16,-8-4-1-16,-1-7 6 15,-3-14 0-15,-3-11-6 16,0-5-26-16,-4-5-16 15,-2 0 6-15,0 6 11 16,0 9 13-16,0 7 11 16,-3 9 1-16,1 8 1 15,2 3 7-15,0 3-8 16,0 21-1-16,5 8 1 16,11 11 12-16,3 5 7 15,5 5 13-15,3-2-1 16,1-2-10-16,1-3-13 15,-4-4-7-15,-4-4 6 16,-5-1-6-16,-4-4-1 0,-6-4 0 16,-6 0-5-16,0-3 5 15,-13-6-1-15,-10-3 1 16,-7-9-13-16,-8-8-114 16,-13-33-124-16,6-12-229 15,5-8-469-15</inkml:trace>
  <inkml:trace contextRef="#ctx0" brushRef="#br0" timeOffset="39817.45">2932 3973 1881 0,'0'0'352'0,"0"0"-236"15,0 0-56-15,81 55 67 16,-14-4 22-16,28 28 6 15,14 23-28-15,-9 8-36 16,-24-2-24-16,-31-13-14 16,-26-13-23-16,-16-2-12 15,-3-13-8-15,-3-12-4 16,-9-14-6-16,-4-9-1 16,-5 2-5-16,-3-5-12 15,-3-7-75-15,-4-37-231 0,4-16-177 16,11-22-827-16</inkml:trace>
  <inkml:trace contextRef="#ctx0" brushRef="#br0" timeOffset="39993.79">3842 4204 1898 0,'0'0'317'0,"0"0"-185"16,0 0-79-16,0 0-22 15,0 0-13-15,0 0-5 16,0 0-13-16,112-4-25 16,-69-9-281-16,-13-1-555 0</inkml:trace>
  <inkml:trace contextRef="#ctx0" brushRef="#br0" timeOffset="40165.23">3832 4478 1998 0,'0'0'473'0,"0"0"-394"16,0 0-14-16,0 0-38 15,0 0-9-15,0 0-3 16,113-27-14-16,-21-13-1 16,-8 2-158-16,-8-3-482 0</inkml:trace>
  <inkml:trace contextRef="#ctx0" brushRef="#br0" timeOffset="40676.57">5022 3821 960 0,'0'0'298'0,"0"0"-30"16,0 0 24-16,0 0-24 16,0 0-16-16,0 0-47 15,0 0-16-15,-60-1-89 16,38 37-40-16,-2 14 13 15,2 8 7-15,8 3-21 16,9-2-27-16,5-6-19 16,8-7-7-16,17-8-6 0,10-9-11 15,5-11 2-15,11-11 3 16,4-7-51-16,0-7-147 16,15-40-75-16,-12 3-324 15,-14-4-720-15</inkml:trace>
  <inkml:trace contextRef="#ctx0" brushRef="#br0" timeOffset="40888.81">5290 3512 1614 0,'0'0'366'0,"0"0"-23"16,0 0-231-16,0 0-60 0,15 83 86 15,10-28-14 1,5 8-32-16,3 4-14 0,1-1-23 15,-1-6-26-15,0-5-22 16,-2-7-7-16,-2-9-9 16,-4-12-148-16,8-23-104 15,-9-4-329-15,-8-11-352 0</inkml:trace>
  <inkml:trace contextRef="#ctx0" brushRef="#br0" timeOffset="41711.06">5669 3573 1224 0,'0'0'368'0,"0"0"-98"16,0 0-49-16,0 0-122 16,0 0 6-16,0 0 6 15,-18 106-17-15,18-58-41 0,0 5-28 16,0-3-11-16,0-5-13 16,0-3 1-16,6-11-2 15,0-12-1-15,0-8-11 16,0-11-40-16,2-8 24 15,-2-21 13-15,1-9-43 16,0-9 33-16,-2-1 24 16,4 0 1-16,1 8 1 15,-1 8 0-15,0 11 1 16,0 9 5-16,-3 12-6 16,5 0 1-16,2 9 4 15,2 12-5-15,3 4 5 0,1 6-5 16,2-4-1-16,1-1 1 15,-2-6-1 1,-2-7 0-16,-3-10-6 0,-5-3-100 16,-1-13 26-16,-1-11-1 15,-5-9 13-15,1-2 37 16,-4-3 19-16,1 3 12 16,-1 4 1-16,0 6 12 15,2 9 5-15,1 6 6 16,1 7-16-16,5 3-2 15,3 0-6-15,5 10 0 16,0 8-1-16,3 5 1 16,-2 8 1-16,-6 2 8 15,-2 5-1-15,-10-1 8 0,0 0 9 16,0-1-10-16,0-8-5 16,-10-6-4-1,7-10-6-15,1-7 0 0,2-5 0 16,0-17-19-16,12-17-55 15,8-12-1-15,2-7-1 16,6-2 12-16,-4-2 24 16,-4 4 29-16,-4 5 11 15,-7 9 0-15,-1 8 26 16,-7 12 52-16,2 8 58 16,-3 10-24-16,0 1-60 15,0 13-38-15,0 11 7 16,3 6 7-16,6 1-1 15,6 5-9-15,6 1-17 0,2-3 8 16,6 0-8 0,-1 1 5-16,-1-5 0 0,-6-3-6 15,-3-3 0-15,-6-2 1 16,-9-7-1-16,-3-2 1 16,0-3-1-16,-6-3 2 15,-12-4 4-15,-5-3-6 16,0 0-67-16,2-26-151 15,10-1-280-15,5-7-466 0</inkml:trace>
  <inkml:trace contextRef="#ctx0" brushRef="#br0" timeOffset="41995.86">6716 3375 1778 0,'0'0'237'0,"0"0"-62"16,-28 98-49-16,25-51 1 16,3 0-47-16,0-2 7 15,18-5-23-15,1-7-35 16,5-8-11-16,0-10-6 16,0-10 8-16,-1-5-5 15,0-5-1-15,1-19 9 16,-2-10-4-16,-1-12-8 15,-6-7-5-15,-4-6-6 16,-11 0-9-16,0 7-76 0,-45 21-76 16,-4 14-221-1,-11 17-686-15</inkml:trace>
  <inkml:trace contextRef="#ctx0" brushRef="#br0" timeOffset="42280.91">4883 4933 1711 0,'0'0'927'0,"0"0"-827"0,136-86-64 16,23 2 4-16,40-17 95 15,29-5-13-15,-6 8-30 16,-16 8-34-16,0 4-29 16,-18 6-23-16,-21 8-6 15,-24 10 0-15,-43 15-28 16,-24 7-139-16,-34 12-191 16,-26 12-432-16</inkml:trace>
  <inkml:trace contextRef="#ctx0" brushRef="#br0" timeOffset="42483.89">5572 4937 2179 0,'0'0'330'16,"0"0"-234"-16,0 0-47 15,127-20 91-15,19-40 44 16,30-19-47-16,13-6-57 15,-21 5-49-15,-40 13-31 16,-9-1-12-16,-40 12-217 16,-15 5-474-16</inkml:trace>
  <inkml:trace contextRef="#ctx0" brushRef="#br0" timeOffset="43692.45">28781 2588 1612 0,'0'0'294'0,"0"0"-27"0,0 0-42 15,0 0 5-15,0 0-29 16,0 0-3-16,97 29-50 15,-24-20-57-15,23-1-24 16,18-4-17-16,-9-1-25 16,-22-1-14-16,-26-2-10 15,-17 0 0-15,2 0 0 16,-2 0-1-16,-4-3-6 16,-12-3-35-16,-13-5-45 15,-11 0-75-15,-18-4-153 16,-15 0-249-16,-7 1-505 0</inkml:trace>
  <inkml:trace contextRef="#ctx0" brushRef="#br0" timeOffset="44121.98">28966 2352 1809 0,'0'0'290'0,"0"0"-165"15,0 0 97 1,0 0-6-16,0 0-40 0,0 0-54 16,0 0-41-16,-55-52-41 15,29 74-19-15,-7 11 3 16,-5 9 21-16,2 6-15 15,5 5-9-15,7 3-6 16,10-1 2-16,10-4-16 16,4 1 20-16,11-4-6 15,15-5 5-15,12-7 0 16,8-4 3-16,6-11-4 16,5-5-7-16,4-7-6 15,0-7 0-15,-1-2-4 0,-5 0-2 16,-4 0 2-1,-10-2-2-15,-8-4-21 0,-9-3-56 16,-12 1-90-16,-12-5-144 16,-7 3-295-16,-16 1-951 0</inkml:trace>
  <inkml:trace contextRef="#ctx0" brushRef="#br0" timeOffset="46284.55">29973 2324 945 0,'0'0'317'0,"0"0"-76"16,15-97 69-16,-11 59-38 16,-1 12-44-16,-3 8-46 15,0 11-8-15,0 7-68 16,0 14-67-16,0 30-23 0,0 28 17 15,-3 1 24-15,0-5-24 16,-1-8-18-16,1-16-15 16,0 4 8-16,-3 0-7 15,3-11-1-15,0-10-2 16,2-12 1-16,1-11-4 16,0-4 5-16,0-12 10 15,0-20-10-15,3-10-1 16,11-5-15-16,7 0-2 15,9 6-2-15,4 9-11 16,4 13-11-16,-3 12 5 16,-2 7 0-16,-6 3 11 15,-8 15 11-15,-10 7 3 0,-9 4-4 16,0 1 8-16,-19 4 8 16,-11 1 0-16,-2-2 1 15,-3-2 1-15,4-5-2 16,6-4 2-16,6-3-2 15,8-7-1-15,8-4-18 16,3-4-63-16,6-4 3 16,21 0 45-16,7-9-18 15,9-12-46-15,2-9 27 16,-1-6 31-16,-5-5 39 16,-6-3 1-16,-9 0 7 15,-7 5 41-15,-4 9 54 16,-7 10 21-16,-2 11-10 0,-2 9-15 15,1 0-54-15,0 20-27 16,2 13 3-16,3 8 26 16,0 5-14-16,-1-2-18 15,2-3-14-15,-5-8 0 16,-1-6-143-16,-1-10-141 16,-2-15-444-16</inkml:trace>
  <inkml:trace contextRef="#ctx0" brushRef="#br0" timeOffset="46432.04">30386 2065 1285 0,'0'0'210'0,"0"0"-99"16,0 0-62 0,0 0-36-16,0 0-4 0,72 75-9 15,-42-36-200-15,-2-5-594 16</inkml:trace>
  <inkml:trace contextRef="#ctx0" brushRef="#br0" timeOffset="46785.94">30574 2334 1410 0,'0'0'250'0,"0"0"-146"15,0 0 8-15,0 0 65 0,0 87-35 16,3-50-15-1,2 1-23-15,-1-2-45 0,-1-1-34 16,0-7-13-16,-3-6-6 16,1-8-4-16,-1-5-2 15,0-9 8-15,0 0 12 16,3-21 36-16,2-10-30 16,6-9 0-16,5-5 8 15,4 3 12-15,5 4-1 16,0 12-2-16,-1 12-10 15,0 11-9-15,-2 3-14 16,-3 12 1-16,1 16 5 16,-4 7-2-16,-2 5-13 15,-4 2 3-15,-2 0-4 16,0 0-57-16,4 4-140 16,-1-11-328-16,-1-14-549 0</inkml:trace>
  <inkml:trace contextRef="#ctx0" brushRef="#br0" timeOffset="47395.68">31330 2207 1820 0,'0'0'290'0,"0"0"-62"16,0 0-19-16,0 0-70 15,0 0-26-15,-80 25-34 16,49 12 15-16,-4 8-22 15,4 4-3-15,1 4-20 16,10-2-28-16,7-5-9 16,10-4-12-16,3-9 0 15,11-7-9-15,14-13 0 0,8-13-12 16,4-1-39-16,0-26-26 16,1-10 8-16,-4-8 14 15,-1-5 22-15,-8-1 22 16,-4 1 19-16,-7 10 1 15,-7 7 1-15,-3 11 20 16,-4 10 32-16,0 8 14 16,0 4-28-16,0 0-21 15,0 16-12-15,0 10 3 0,-5 9 7 16,3 6-5 0,2 5-9-16,0-4 0 0,0-5-1 15,10-5 1-15,2-10-2 16,3-10-1-16,0-12-8 15,4 0 9-15,1-20 1 16,1-10 1-16,1-6 9 16,-2-5-5-16,-3 1-4 15,-3 3 4-15,-1 5 1 16,-5 9 11-16,-2 6 23 16,-3 9-4-16,1 5-4 15,-1 3-16-15,2 0-16 16,5 17 0-16,3 6 5 15,2 4 4-15,3 2-10 16,-3 0 0-16,0-5-9 0,-1-5-30 16,-1-6-130-16,-1-9-114 15,2-13-90-15,-3-11-297 16,-3-7-603-16</inkml:trace>
  <inkml:trace contextRef="#ctx0" brushRef="#br0" timeOffset="47741.48">31812 2166 1324 0,'0'0'273'0,"0"0"4"16,0 0-180-16,0 0-10 16,0 0 25-16,0 0-31 15,0 0-21-15,45 85-20 16,-27-73-15-16,-2-4-9 16,-4-8 3-16,-1 0 47 0,0-5 8 15,0-9 15 1,-2-1 16-16,0-3 10 0,-5 7-5 15,-1 2-1-15,-1 6-16 16,-2 3-43-16,0 8-31 16,0 15-8-16,0 11-4 15,0 12 20-15,0 7-4 16,9 7 3-16,5 4 4 16,3 1-3-16,1 0-4 15,-1-2-11-15,-4-5-6 16,-6-7-6-16,-7-7-1 15,-3-11 0-15,-24-8-25 16,-15-8-119-16,-59-10-198 16,9-7-337-16,-7 0-1046 0</inkml:trace>
  <inkml:trace contextRef="#ctx0" brushRef="#br0" timeOffset="48063.69">30061 3084 1425 0,'0'0'348'0,"0"0"-74"16,0 0 65-16,0 0-70 15,0 0-78-15,0 0-121 16,0 0 16-16,-84 101 5 16,67-44-25-16,6 6-18 15,9-4-12-15,2-3-14 16,13-3-4-16,13-9-16 16,6-5-2-16,4-10-50 15,13-19-124-15,-11-10-212 16,-6-3-451-16</inkml:trace>
  <inkml:trace contextRef="#ctx0" brushRef="#br0" timeOffset="48597.22">30155 3199 1625 0,'0'0'272'16,"0"0"-8"-16,0 0-87 16,0 0-64-16,0 0-34 15,103-14-27-15,-63 39 7 16,-2 7 19-16,-7 6-13 15,-12 3-14-15,-13 0-3 16,-6-2-14-16,-9-3-16 16,-13-6-10-16,-5-9-7 15,2-9-1-15,4-12-14 16,4 0-35-16,11-17-67 16,6-15-19-16,5-7-28 15,20-6 3-15,8-1 39 16,4 0 59-16,2 5 45 15,-5 2 10-15,-2 3 7 0,-9 7 10 16,-6 6 27-16,-6 6 29 16,-6 7 30-16,-3 6 26 15,-2 4-33-15,0 3-51 16,-2 18-21-16,-8 9-4 16,1 11 17-16,0 4-2 15,4 2 1-15,5-4-9 16,0-5-11-16,11-7-7 15,4-11-1-15,4-10 1 16,-1-10-1-16,0 0 9 16,3-21-10-16,-3-11 0 15,1-6 2-15,-1-4-2 0,-6-4 1 16,-6-2-1-16,-6 2-6 16,0 10-11-16,-6 10 6 15,-8 13-1-15,-2 13-41 16,4 3-55-16,5 17-42 15,14 13-38-15,16-4-164 16,7-8-245-16</inkml:trace>
  <inkml:trace contextRef="#ctx0" brushRef="#br0" timeOffset="48860.37">30866 3031 1430 0,'0'0'217'0,"0"0"76"0,0 0-112 15,0 0 5 1,0 0-105-16,0 0-26 0,0 0 4 16,-37 97-15-16,57-69-9 15,3 1-8-15,3 2 6 16,-4-5-8-16,-5 1-8 16,-7-4-10-16,-6-2 6 15,-4-3-2-15,-1-4 1 16,-15-2-6-16,-2-5-6 15,-2-1 0-15,2-6-91 16,6-10-98-16,6-9-429 16,6-8-431-16</inkml:trace>
  <inkml:trace contextRef="#ctx0" brushRef="#br0" timeOffset="49127.83">31122 2962 1192 0,'0'0'689'15,"0"0"-535"-15,0 0 68 16,0 0-28-16,-41 91-21 16,35-54-36-16,6 0-31 15,0-2-39-15,2-2-17 16,13-6-16-16,4-3-8 16,2-2 0-16,1-2-6 15,-1-3-10-15,-3-1-4 16,-6 1-4-16,-6 0-1 15,-6 0 5-15,-3 3-5 16,-22 4 1-16,-13-1-2 0,-11 1 0 16,-30-6-122-16,8-6-202 15,10-10-633-15</inkml:trace>
  <inkml:trace contextRef="#ctx0" brushRef="#br0" timeOffset="50465">31682 3493 1326 0,'0'0'499'0,"0"0"-304"16,0 0 5-16,0 0-28 16,0 0-77-16,0 0-42 15,0 0-22-15,111-88-16 16,-78 50-7-16,-3-4-7 16,-5-3 8-16,-6-3-1 15,-10 4 6-15,-4 2 19 0,-5 9 25 16,0 10 5-16,-2 9 1 15,-7 8-13-15,-2 6-27 16,-2 1-14-16,-3 19-10 16,-1 9 0-16,5 5-1 15,2 4-10-15,9 0 10 16,1 1 0-16,0-2-11 16,7-2 12-16,2-1 1 15,-2-4-1-15,0-2 0 16,-3-2 1-16,-1-2-1 15,-3-2 0-15,0-2 2 16,0-2-1-16,0-2 0 0,0-2-1 16,1-5-1-16,14-3-15 15,15-5 3-15,9-1-41 16,10-8-66-16,0-11-75 16,-5-9-58-16,-10-8-94 15,-10-6 87-15,-11-5 144 16,-7-1 110-16,-6 0 6 15,0 6 141-15,0 6 93 16,-6 13-23-16,2 6-18 16,-1 7-25-16,2 10-48 15,0 0-68-15,-1 20-34 16,-2 10-6-16,-5 15 13 16,4 3 2-16,-2 5-1 15,0-1 3-15,3-5-9 16,3-7-14-16,2-7-6 0,1-11 0 15,0-9-17-15,0-12-48 16,6-1 20-16,7-21 21 16,3-10-49-16,4-10 12 15,2-4 43-15,-4-3 17 16,1 5-9-16,-2 4 10 16,-4 7 13-16,-2 11 10 15,-5 9 6-15,-2 11-3 16,0 1-16-16,4 11-1 15,1 15-7-15,6 5 14 16,3 3-9-16,1 1 1 16,3-2-7-16,-2-7 0 15,-1-7 0-15,-2-9-1 0,-2-10-15 16,-3 0-14-16,-2-21-3 16,-3-8 4-16,-2-10 18 15,-5-8 10-15,0-6 0 16,0-19 0-16,-2 8 24 15,-4-2 11-15,0 5 11 16,1 22 27-16,0 8 33 16,2 14 23-16,3 14-63 15,0 3-47-15,0 24-8 16,0 23-11-16,13 25 13 16,3 1-12-16,0-5 1 15,-3-8-1-15,-4-15-1 16,-1 3 0-16,-4 2-30 0,-4-2-175 15,0-15-155-15,-3-13-473 16</inkml:trace>
  <inkml:trace contextRef="#ctx0" brushRef="#br0" timeOffset="50993.49">32468 3182 1450 0,'0'0'265'0,"0"0"-105"15,0 0-44-15,0 0-35 16,0 0 5-16,102 25-25 16,-77 0-17-16,-4 6-13 15,-3 2-13-15,-9-1-2 0,-3 0 1 16,-6-5-7-16,0-6-1 16,-4-4-8-16,-7-8-1 15,2-6-1-15,-1-3-45 16,5-7-6-16,5-15-19 15,0-9-10-15,5-5 40 16,12-4 29-16,7-3 12 16,3 2 1-16,1 4 18 15,-3 6 12-15,-3 7 17 16,-8 9 14-16,-4 6-1 16,-7 9-15-16,-3 0-21 15,0 12-6-15,0 14 10 16,0 10 12-16,-5 3-4 15,-1 5-20-15,-1-1-10 0,4-6-7 16,1-8 6-16,2-9-5 16,0-11-1-16,0-6 1 15,0-3 8-15,9-12 2 16,0-13-10-16,2-6 8 16,-1-6-8-16,-4-3 0 15,-2-2 1-15,-2-1-1 16,-2 4-1-16,0 5-1 15,0 12-17-15,0 11-26 16,0 10-127-16,1 3-306 16,10 14 166-16,2 0-424 0</inkml:trace>
  <inkml:trace contextRef="#ctx0" brushRef="#br0" timeOffset="51396.02">33016 3144 1637 0,'0'0'383'16,"0"0"-183"-16,0 0-62 16,0 0 14-16,-24 90 17 15,24-40-37-15,0 7-26 16,10 0-26-16,7 1-25 16,-2-5-25-16,-1-3-12 15,-4-8-8-15,-7-5-9 16,-3-9 0-16,0-9-1 15,0-11-9-15,-6-8-10 16,-5-9 4-16,-4-23-70 0,-1-22 41 16,-1-27 25-1,13-27 2-15,4-4 7 16,1 20 1-16,16 28 9 0,-2 32 0 16,0 12 1-16,3 2-1 15,2 7 1-15,3 6 0 16,1 5 9-16,1 12-4 15,0 19-5-15,2 9 7 16,-3 7-7-16,-7 2 5 16,-8-3-5-16,-8-2-1 15,-1-6-35-15,-15-4-188 16,-7-11-368-16,4-12-731 0</inkml:trace>
  <inkml:trace contextRef="#ctx0" brushRef="#br0" timeOffset="51786.06">33268 3093 90 0,'0'0'1662'0,"0"0"-1491"16,0 0-108-16,0 0-11 16,0 0 69-16,0 0-12 15,86 70-16-15,-56-62-55 16,-3-4-19-16,-6-4-6 15,-3 0 1-15,-6-15 14 16,-3 0 12-16,-3 0 6 0,-3 1 15 16,-3 4 16-1,1 5 28-15,-1 5-39 0,0 2-40 16,0 19-24-16,0 11 5 16,2 11 2-16,4 6-1 15,0 7-2-15,2-2 6 16,0 0 4-16,0-3 7 15,-4-5-13-15,-4-5-1 16,0-6 2-16,0-6-5 16,-11-5-5-16,-6-7 8 15,-6-8-7-15,-7-5-2 16,-3-4-18-16,-16-18-165 16,10-11-198-16,7-5-757 0</inkml:trace>
  <inkml:trace contextRef="#ctx0" brushRef="#br0" timeOffset="51959.07">33772 3324 1942 0,'0'0'329'15,"0"0"-258"-15,0 0-57 16,0 0-14-16,0 0-168 15,0 0-691-15</inkml:trace>
  <inkml:trace contextRef="#ctx0" brushRef="#br0" timeOffset="64402.21">15418 11520 1156 0,'0'0'192'15,"0"0"-132"-15,0 0-12 16,0 0 66-16,80 17 36 16,-36-14-15-16,11 0-15 15,8-3-18-15,7 3-22 0,3-1-8 16,14 4-7-16,18 2-19 15,21 2-7-15,2-2 7 16,-4 1-20-16,-12-8-2 16,-11-1 6-16,5 0-8 15,1-1-10-15,4-9 2 16,-4 2-4-16,-3-1 0 16,-3 1-1-16,-2 1-7 15,-2 0 7-15,-1 3-8 16,-4-2 5-16,2 2 0 15,2-2-6-15,1 3 2 16,2-4 7-16,3 1-2 16,-3-1 2-16,2 0-2 0,-1 0 4 15,0-4-4 1,4 0 2-16,-1 0-3 0,3 0 0 16,-2 0 3-16,1 0-2 15,2-1 4-15,-1 3-1 16,0-2 1-16,-3 1-5 15,-5 2-5-15,-4-1 16 16,-4 2-17-16,-1-2 1 16,-2 2 13-16,-1-3 11 15,1 0-1-15,-1 0 0 16,-1-1 4-16,2 2-3 16,1-4-7-16,0 4 0 15,2-1 0-15,-1 3-3 0,-1-3 2 16,-5 3-2-1,1-4-6-15,-14 3 1 0,-10-2 1 16,-10 2 2-16,-2-4 0 16,9 0 4-16,9-5-16 15,8-5 12-15,-2 0-12 16,13-7 8-16,10-2 0 16,12-8-2-16,-8 6 8 15,-21 5-4-15,-20 9 4 16,-11 0-9-16,22-7-5 15,21-6 5-15,21-9 0 16,-9 2-5-16,-22 9 0 0,-22 7 10 16,-13 4-2-16,10-6 15 15,7-4-11-15,6-6 16 16,-2-2-10-16,-3-2 2 16,-4-2 0-16,1 1 0 15,-3 0-9-15,-2-1 0 16,-2-1-2-16,-1 2 4 15,-5 1-4-15,0-5 1 16,-5 2-4-16,-3-1 2 16,-4-4 0-16,-6-2 3 15,-3-2-11-15,-7-2-1 16,-5-3 0-16,-7 1 0 16,-7 1-1-16,0-2-10 15,-7 4 5-15,-12-2 5 16,-6 3 1-16,-3-2-8 0,-7 1-4 15,-3-1 3-15,-8 3 9 16,-7 0-12-16,-6 4 6 16,-19-4-9-16,-21-2-6 15,-20-4 15-15,-9 5-4 16,3 6-5-16,4 6-13 16,7 6 13-16,-5 3-5 15,-3 1 8-15,-5 0-1 16,-3 2-2-16,1-1 14 15,-3 1 0-15,1 2-19 16,1-1 8-16,0 1 11 16,-2 3-8-16,-4 0 0 15,-4 1-11-15,-2 4 8 0,-3 1 5 16,2 2-14 0,6 1 12-16,6 4-15 0,10 3-3 15,3 1 12-15,8 2-10 16,-1 1 16-16,-2 2 3 15,1 0-6-15,-3 0-5 16,4 0 17-16,1 0-1 16,0 6-14-16,3 1 3 15,2-1-12-15,1 0 24 16,7-2-1-16,18-3-4 16,15 1-9-16,16-2-13 15,2 0-8-15,-13 0 25 0,-19 0 10 16,-24 0 0-1,-13 0 0-15,-1 0-29 0,6 0 18 16,26 0-4-16,21 0 15 16,11 0-35-16,5 0 35 15,-7 0-1-15,-10 0-8 16,-3 0-19-16,4 0 18 16,5 0 9-16,1 0-12 15,-1 0 7-15,-5 0-17 16,-2 0 12-16,-3 0-3 15,-2 0-36-15,0 0 6 16,3 0 3-16,3 0 29 16,3 0 11-16,4 0-21 0,4 0-49 15,3 0 65 1,0 0-12-16,-2 0 16 0,2 0-29 16,1 0 6-16,4 0 3 15,1 0 4-15,3 0-1 16,-1 3 9-16,-1 4 9 15,0 1-21-15,0 1 21 16,2 4 1-16,1 1 0 16,-2 2 0-16,3 0 1 15,2 0-1-15,-1 1 1 16,3 2 1-16,1 0 9 16,0 4 2-16,-1 1-12 15,4 0 5-15,3 2-5 16,2-2-1-16,4 5 18 15,4-2-11-15,2 4-6 0,3 4 42 16,2 4-21 0,3 0 11-16,-1 5-7 0,2 2 14 15,-4 2 5-15,2 4-2 16,-1 1 6-16,-3 2-4 16,-1 1-5-16,4 2 11 15,-1-3-8-15,1 0 2 16,2-1-1-16,-1 1-3 15,5 1 8-15,2 3-3 16,2 2 5-16,0-3-7 16,0-1-13-16,0-4-3 15,3 0-7-15,4-2 2 0,-2-1 7 16,1 0-6 0,0 3-5-16,0 1-2 15,2 4 1-15,-1 5-5 0,-1 0 4 16,-3 4-5-16,-1-4-3 15,-2-1 1-15,0-3-1 16,0-3 7-16,-5-5-14 16,-1-1 10-16,0-4 3 15,2-3-5-15,1-2-2 16,1-1-1-16,2-4-1 16,0-2 2-16,0-3-7 15,0 1 5-15,0-5-5 16,5 3 0-16,3-2 6 0,0 0-5 15,4 1 4 1,1-4-5-16,-1-1 0 0,3-2 8 16,-1-1 5-1,-1-1-14-15,4 0 1 0,-2-3 5 16,1 2-5-16,-2-1 1 16,0-1 9-16,0-2-11 15,-1-2 0-15,-2 0 1 16,0-4 5-16,-2-3-12 15,0-1 1-15,3-5-4 16,2 0 9-16,1 0 1 16,3-10-1-16,1-6-14 15,0-5-52-15,2-1-85 16,-2-10-207-16,-5 7-357 16,-8 3-928-16</inkml:trace>
  <inkml:trace contextRef="#ctx0" brushRef="#br0" timeOffset="64557.15">16077 11445 2277 0,'0'0'283'16,"0"0"-198"-16,0 0-61 16,0 0-24-16,0 0-136 15,0 0-243-15,44-84-483 0</inkml:trace>
  <inkml:trace contextRef="#ctx0" brushRef="#br0" timeOffset="66768.27">21633 3195 1118 0,'0'0'361'15,"0"0"-55"-15,0 0-40 16,0 0-89-16,0 0-67 16,0 0-23-16,-20 64 16 15,14-24-10-15,-1 4-24 16,0 0-24-16,3-1-23 15,1-5 2-15,0-3-23 16,0-4 5-16,0-5-6 16,1-5-22-16,2-6-73 0,0-6-78 15,0-9-153 1,0-4-75-16,0-13-325 0</inkml:trace>
  <inkml:trace contextRef="#ctx0" brushRef="#br0" timeOffset="67056.6">21556 3178 789 0,'0'0'339'0,"0"0"-73"16,0 0-4-16,0 0-83 15,0 0-50-15,-99 21-37 16,77-1 16-16,5-1-28 16,1-2-17-16,6-4-21 0,3-6-2 15,4-2-5-15,3-5 11 16,0 0 14-16,5-9 22 15,10-10-18-15,6-3-38 16,6 1-6-16,4 3-7 16,2 6-5-16,3 9-7 15,0 3 5-15,1 6-5 16,-2 10 0-16,-2 3-1 16,-5 1-29-16,7 11-144 15,-8-7-292-15,-10-4-314 0</inkml:trace>
  <inkml:trace contextRef="#ctx0" brushRef="#br0" timeOffset="67239.06">22263 3268 1758 0,'0'0'304'0,"0"0"-93"15,0 0-129-15,0 0-82 16,0 0-32-16,0 0-303 16,0 0-941-16</inkml:trace>
  <inkml:trace contextRef="#ctx0" brushRef="#br0" timeOffset="72027.57">15887 8571 871 0,'0'0'594'0,"0"0"-297"16,0 0-62-16,0 0-27 16,0 0-42-16,0-77-30 15,0 44-36-15,-2-4-30 16,2-6-24-16,0-17-2 0,0-18-10 15,0-16-3-15,0-5-10 16,-1 3 3-16,-4 23 3 16,-3 23-6-16,2 16-5 15,-1 12-2-15,1 2 11 16,-1 5-1-16,-1 3-10 16,-2 11-5-16,-2 1-9 15,-10 27 0-15,-10 14 0 16,-7 13 11-16,-3 4-11 15,1 2-2-15,5-5 2 16,6-9 0-16,6-10-1 0,9-12 1 16,7-11 0-1,5-8 0-15,3-5 2 0,0-14 11 16,7-16-7-16,9-11-5 16,11-11 9-16,5-4-8 15,2 0 4-15,0 6-6 16,1 10-5-16,-6 14 4 15,0 11-6-15,-2 14 1 16,-2 1 5-16,-1 20 0 16,-2 8-5-16,-2 3-7 15,-1 4-21-15,-3 1-62 16,8 13-140-16,-3-7-122 16,-6-12-401-16</inkml:trace>
  <inkml:trace contextRef="#ctx0" brushRef="#br0" timeOffset="72195.18">16228 7749 1356 0,'0'0'329'16,"0"0"-85"-16,0 0-99 15,0 0-74-15,0 0-71 16,0 0-118-16,-100 54-829 0</inkml:trace>
  <inkml:trace contextRef="#ctx0" brushRef="#br0" timeOffset="73877.88">26662 7677 377 0,'0'0'575'0,"0"0"-60"16,0 0-263-16,0 0 36 16,0 0-15-16,0 0-17 15,0 0-34-15,11-32-37 16,-11 27-41-16,-7 5-38 16,-12 0-31-16,-17 0-25 0,-27 0-22 15,-29 17 0 1,-26 12 10-16,-6 6 7 15,8 2-8-15,29-5 1 0,34-12-10 16,20-3 2-16,15-8-12 16,9 5-4-16,4 0-14 15,5 1 1-15,18 3-1 16,30 4 0-16,33 1-1 16,25-3-6-16,-2-4 6 15,-19-5 1-15,-28-8 0 16,-16-1 0-16,1-2-14 15,1 0 7-15,-4 0-7 16,-12 0 2-16,-13 0 3 0,-8 0 3 16,-6 0 5-16,-2 2 0 15,-22 8 0-15,-28 7 0 16,-30 14-9-16,-21 12 9 16,3 1 1-16,19-3 5 15,25-9 12-15,15-3 7 16,-2 5-2-16,3 6 1 15,2 4 1-15,13 1 3 16,12-4 1-16,13-5 1 16,6-1-2-16,37 1 3 15,42-5 0-15,43-10 6 16,25-12-11-16,8-9 10 16,-8-9-10-16,-22-11-5 15,-13 1-7-15,-28 3-8 0,-29 5-5 16,-27 2-1-16,-14 4 0 15,-5-1-1-15,-9 2-20 16,-5 2-58-16,-1-1-55 16,-39 3-94-16,-1 13-105 15,-5 0-573-15</inkml:trace>
  <inkml:trace contextRef="#ctx0" brushRef="#br0" timeOffset="75313.08">25776 9008 3 0,'0'0'1871'0,"0"0"-1374"0,0 0-179 15,0 0-58-15,0 0-109 16,0 0-81-16,-35 99 29 15,35-2 15-15,0-1-48 16,0-18-17-16,0-25 5 16,0-15-18-16,0 1-19 15,0 0-10-15,0 1-1 16,0-10-6-16,0-11-28 16,0-11-66-16,0-8-62 15,2-17-106-15,5-12-313 16,2-8-264-16</inkml:trace>
  <inkml:trace contextRef="#ctx0" brushRef="#br0" timeOffset="75632.74">25972 9063 1397 0,'0'0'306'16,"0"0"-33"-16,0 0 1 15,-47 106-39-15,17-55-51 16,-6 4-36-16,-1-1-48 15,-3-3-46-15,4-6-27 16,5-10-9-16,8-13-2 16,8-12 14-16,9-10 48 15,5-3 25-15,1-17-46 16,3-4-34-16,12 1-9 16,5 6-8-16,6 6 8 15,1 11-7-15,2 0 2 0,1 6-4 16,2 12-4-16,-3 3 3 15,0-2-4-15,-7 1 0 16,-1-4 5-16,-3-4-5 16,-5-3-53-16,4-6-108 15,-5-3-339-15,-3 0-316 0</inkml:trace>
  <inkml:trace contextRef="#ctx0" brushRef="#br0" timeOffset="75841.52">26075 9293 1842 0,'0'0'367'0,"0"0"-140"0,0 0-119 16,0 0 54-16,0 0-69 16,102-5-63-16,-72-2-15 15,-3 0-15-15,-5-1-33 16,-3 2-140-16,-7 0-104 15,-3 1-355-15,-6 0-500 0</inkml:trace>
  <inkml:trace contextRef="#ctx0" brushRef="#br0" timeOffset="76001.18">26055 9481 1326 0,'0'0'477'15,"0"0"-316"-15,0 0-39 16,0 0 2-16,0 0-48 0,108-9-37 16,-30-11-39-16,-10-1-136 15,-5-1-510-15</inkml:trace>
  <inkml:trace contextRef="#ctx0" brushRef="#br0" timeOffset="76250.08">26689 9085 1156 0,'0'0'1067'0,"0"0"-804"16,0 0-43-16,0 0 5 16,-2 87-6-16,2-39-87 15,0 6-23-15,0 1-40 16,3-3-35-16,0-5-21 15,0-8-13-15,0-7 0 16,-3-11-20-16,0-6-100 16,0-15-145-16,-12-4-331 15,-2-18-907-15</inkml:trace>
  <inkml:trace contextRef="#ctx0" brushRef="#br0" timeOffset="76753.47">25928 7011 1485 0,'0'0'537'16,"0"0"-203"-16,0 0-16 15,0 0-48-15,0 0-101 16,0 0-71-16,0 0-65 16,-8 36-18-16,20 9 9 15,5 9 26-15,-4 7-8 16,3-3-3-16,-3-7-4 0,-2-6-28 15,-3-6-1-15,-5-7-6 16,-2-6-7-16,-1-3-92 16,0-9-142-16,0-9-312 15,0-5-355-15</inkml:trace>
  <inkml:trace contextRef="#ctx0" brushRef="#br0" timeOffset="77060.32">26160 7008 1333 0,'0'0'526'16,"0"0"-56"-16,0 0-262 16,0 0-71-16,0 0-19 0,-101 91 16 15,58-37-18 1,-1 0-42-16,3 1-12 0,8-12 20 16,12-10 6-16,12-11-28 15,9-7-19-15,13-4-8 16,22-7 16-16,13-4 2 15,11 0-13-15,10-7-31 16,-2-6 1-16,-1-4-8 16,-2-1 6-16,-3-1-4 15,-6 2 4-15,-8 3 0 16,-15 4-7-16,-14 6 1 16,-16 4-65-16,-2 4-71 15,-44 29-108-15,3-3-422 16,0-1-1169-16</inkml:trace>
  <inkml:trace contextRef="#ctx0" brushRef="#br0" timeOffset="79328.53">27300 7417 1079 0,'0'0'241'0,"0"0"-2"15,0 0 59-15,0 0-18 16,0 0-113-16,0 0-102 16,0 0 3-16,27 52 75 15,-3 10-2-15,3 3-41 16,2-12-16-16,7 2-41 15,5-10-11-15,5-11-8 16,4-13-11-16,1-14-2 16,1-7-2-16,-3-9-3 15,-7-21 5-15,-9-10-2 0,-9-11-1 16,-13-6-7 0,-10-4 6-16,-1-1-6 0,-9 5 8 15,-6 8-9-15,5 14 24 16,1 15 24-16,6 18 21 15,3 7-45-15,0 41-23 16,10 29 4-16,15 31 21 16,5 9 16-16,3-4-10 15,0-10 0-15,-3-16-11 16,0-3-2-16,-7-14-7 16,-7-15-2-16,-6-17-10 15,-4-7 0-15,-3 4 1 16,-2-1-1-16,-1 2 0 15,0-12 6-15,-14-8 5 0,-9-6-1 16,-10-6-4-16,-7-2-6 16,-5-2 0-1,-2-9-1-15,2-3 0 0,2-1 0 16,5 4-14-16,8 1-15 16,8 5-11-16,10 1-26 15,6 3-62-15,6 1-142 16,12 0-240-16,9-1-212 15,4-5-801-15</inkml:trace>
  <inkml:trace contextRef="#ctx0" brushRef="#br0" timeOffset="79629.29">28292 7906 2006 0,'0'0'371'16,"0"0"121"-16,0 0-327 16,0 0-43-16,0 0-8 15,19 83 34-15,-8-32-2 16,1 4-59-16,0-1-41 16,-3-2-17-16,-2-3-5 15,-2-3 3-15,0-7-6 16,-2-6-12-16,-3-8-8 15,0-7-1-15,0-7 0 0,0-6-58 16,0-5-70-16,-3-2-67 16,-5-33-311-16,0 0-299 15,4-5-657-15</inkml:trace>
  <inkml:trace contextRef="#ctx0" brushRef="#br0" timeOffset="79966.19">28549 7919 1687 0,'0'0'478'0,"0"0"-162"16,0 0-83-16,0 0-42 15,0 0-92-15,0 0-15 16,0 0 42-16,-83 104-11 16,55-60-16-16,1 0-11 15,3-4-7-15,8-6-27 0,6-8-18 16,7-5-13-16,3-6-2 15,6-2 6-15,19-6-2 16,11 0 2-16,13-7 2 16,9 0-2-16,6-2-6 15,0-10-12-15,-1-3-9 16,-8 1 12-16,-9 2-12 16,-14 3 0-16,-13 3-1 15,-9 1-8-15,-8 2-30 16,-2 0-42-16,0-3-58 0,-13-2-70 15,1 3-138-15,0-4-436 16</inkml:trace>
  <inkml:trace contextRef="#ctx0" brushRef="#br0" timeOffset="80964.31">28891 6920 1106 0,'0'0'311'0,"0"0"75"15,0 0-18-15,0 0-70 16,0 0-117-16,0 0-102 16,0 0 20-16,63 154-11 15,-11-38 3-15,-2 0-3 16,-11-15-10-16,-10-21-15 16,-6-11-4-16,-7-18-31 15,-7-10-12-15,-3-4-15 0,0 2-1 16,0-2-76-1,-6-1-209-15,0-13-335 0,-4-19-537 0</inkml:trace>
  <inkml:trace contextRef="#ctx0" brushRef="#br0" timeOffset="81302.51">29336 7113 1609 0,'0'0'367'15,"0"0"-110"-15,0 0-146 16,-10 85 61-16,5-30 9 16,4 5-55-16,1 1-37 0,0-7-27 15,10-8-34 1,6-9-2-16,1-12-20 0,2-11-5 16,0-11 13-1,1-3 4-15,2-26 5 0,1-12-16 16,-4-12-5-16,1-22-2 15,-13-23-1-15,-5 8-32 16,-2 11-2-16,-6 18-27 16,-10 31 7-16,-6 7 10 15,-2 12-9-15,-2 8-65 16,3 29 1-16,7 14 7 16,10 9-64-16,10 18-149 15,18-12-190-15,4-15-380 0</inkml:trace>
  <inkml:trace contextRef="#ctx0" brushRef="#br0" timeOffset="81745.06">29791 6975 1094 0,'0'0'296'16,"0"0"2"-16,0 0-14 16,-73-87-89-16,51 82-31 15,2 5-63-15,2 9-63 16,5 13-21-16,1 8-7 15,6 3 2-15,6-2-11 16,0-4 5-16,3-5-4 16,10-9-1-16,4-9 8 15,2-4 0-15,2-7 14 16,1-15 4-16,1-9 12 16,-5-1 24-16,-2 3 5 0,-7 1 8 15,0 12 11-15,-6 7-5 16,1 9-24-16,2 9-50 15,5 20 5-15,7 24-2 16,5 24 14-16,9 20-1 16,-4-5 9-16,-7-16 8 15,-6-20-13-15,-9-16-8 16,-3 6 4-16,-3 7-11 16,0-2-11-16,-7-5 13 15,-11-10-5-15,-6-9 2 16,-5-9-6-16,-6-9 1 0,-4-9-5 15,-5 0 4 1,-3-8-6-16,3-8-48 0,0-10-103 16,13 1-225-1,14 1-431-15</inkml:trace>
  <inkml:trace contextRef="#ctx0" brushRef="#br0" timeOffset="82465.67">30404 6800 823 0,'0'0'617'0,"0"0"-397"0,0 0 50 15,0 0-128-15,0 0-36 16,0 0 26-16,0 0-26 16,4 95-27-16,18-66-18 15,3-5-13-15,6-5-7 16,4-7-6-16,1-9-7 15,0-3 2-15,0-7-5 16,-4-12-6-16,-4-12 1 16,-4-2-4-16,-8-7-4 15,-4-2-3-15,-7-1 5 16,-5 5 24-16,0 8 22 16,0 7 8-16,0 10 6 15,-4 10 4-15,1 3-46 0,3 19-23 16,0 18 3-16,0 13-5 15,0 8 5-15,13 7-1 16,4-1-10-16,5 4 17 16,1-3-12-16,3-2-4 15,-3-2 4-15,-3-9 3 16,-4-9-8-16,-8-8-1 16,-5-6 7-16,-3-7-6 15,-8-2 0-15,-14-6-1 16,-8-3-29-16,-6-3-46 15,-22-8-121-15,9-7-260 16,3-10-343-16</inkml:trace>
  <inkml:trace contextRef="#ctx0" brushRef="#br0" timeOffset="82999.09">30580 6249 1106 0,'0'0'210'0,"0"0"80"16,0 0 1-16,0 0-65 15,0 0-60-15,0 0-72 16,0 0-33-16,-84 10 8 16,64 31-3-16,0 6-5 15,5-2-5-15,2-1-20 16,6-8-15-16,2-5-10 16,3-11-4-16,2-9-6 15,0-9 5-15,0-2 10 16,5-14 83-16,11-17-27 15,2-10-39-15,5-10-8 16,2-4-10-16,0-2-15 0,1-1 0 16,-1 5-15-16,-1 10-9 15,-3 16 0-15,-6 14 13 16,1 13-2-16,2 10-8 16,6 24 10-16,4 15 11 15,4 9 12-15,-1 5 12 16,0 12 12-16,-7-8 12 15,-2-1 7-15,-5 0-14 16,-7-13-25-16,-2 3-16 16,-1 0-45-16,-1-16-440 15,-3-13-774-15</inkml:trace>
  <inkml:trace contextRef="#ctx0" brushRef="#br0" timeOffset="83443.77">31236 6984 1192 0,'0'0'369'0,"0"0"15"0,0 0-3 15,0 0-57-15,0 0-78 16,0 0-114-16,0 0-65 15,-40 29 36-15,40 17-19 16,0 10-24-16,1 3 13 16,10-3-14-16,1-4-19 15,1-6-8-15,-2-10-17 16,1-5-9-16,-5-4-5 16,-2-7 5-16,-2-4-6 15,-3-5-69-15,0-11-118 16,0 0-160-16,0-15-506 0</inkml:trace>
  <inkml:trace contextRef="#ctx0" brushRef="#br0" timeOffset="83811.06">31505 7011 772 0,'0'0'1232'0,"0"0"-921"15,0 0 40-15,0 0-120 16,0 0-50-16,0 0-49 15,0 0 4-15,-94 57-66 16,62-27-20-16,1 1-16 16,0 3-1-16,5-2-7 15,4 1-2-15,9-5 3 16,2-2-2-16,10-4-7 0,1-2-9 16,6-2 0-16,21-3 3 15,29-3 11-15,37-7 20 16,39-5-4-16,12 0-7 15,-6-7-19-15,-35 0-4 16,-37 1-9-16,-23 4 1 16,-15 2 5-16,-4-2-5 15,-7 1 1-15,-4 1 5 16,-10 0-6-16,-3 0-1 16,-10 0-6-16,-33 3-16 15,-74 22-47-15,4-2-221 16,-20 1-789-16</inkml:trace>
  <inkml:trace contextRef="#ctx0" brushRef="#br0" timeOffset="85884.58">28105 8933 1420 0,'0'0'529'0,"0"0"-234"15,0 0-53-15,0 0-80 16,0 0-37-16,16 120 66 16,6-33-20-16,2-2-66 0,-5-14-39 15,-7-23-19-15,-6-15-11 16,0 1-18-16,-1 0-9 15,-1 0-7-15,-4-10-2 16,0-12-32-16,0-9-82 16,0-3-94-16,-13-34-346 15,-1-5-214-15,-4-4-486 0</inkml:trace>
  <inkml:trace contextRef="#ctx0" brushRef="#br0" timeOffset="86419.43">28066 8839 1122 0,'0'0'283'0,"0"0"11"0,0 0 0 16,0 0-55-16,0 0-101 15,0 0-67-15,0 0-26 16,-38 28 8-16,18 0 8 16,-2-1 0-16,3-2-15 15,5-8-16-15,3-5-9 16,6-7-10-16,4-5-5 16,1 0 5-16,1-12 46 15,15-13 12-15,7-9-39 16,5-2-9-16,3 4 7 15,2 8-2-15,0 11-8 0,0 12-11 16,1 1 2-16,-1 20-8 16,-2 11 6-16,-2 7-6 15,-6 5 1-15,-1 2-2 16,-2-2-31-16,10 8-209 16,-5-12-402-16,-4-9-1061 0</inkml:trace>
  <inkml:trace contextRef="#ctx0" brushRef="#br0" timeOffset="87076.68">27826 10040 1446 0,'0'0'289'0,"0"0"-36"16,0 0 17-16,0 0-37 16,0 0-47-16,0 0-76 15,0 0-62-15,-88 52-24 16,57-2 12-16,4 4 4 15,5 3-5-15,8-2-10 16,7-6-8-16,7-5-7 16,0-9-2-16,7-7-2 15,7-11-5-15,-1-8-1 16,2-9 6-16,2-9 13 16,1-19-5-16,1-14 1 15,3-21-9-15,-4 2 0 16,0-4 1-16,-3 4-6 0,-3 18 7 15,-3 9-7-15,-3 12-1 16,0 20 0-16,1 2-9 16,1 26 8-16,2 15 1 15,4 10 1-15,1 6-1 16,2 0 0-16,2-3 0 16,4-7-24-16,4-10-77 15,3-14-144-15,-2-12-68 16,5-28-166-16,-8-13 111 15,-8-9-401-15</inkml:trace>
  <inkml:trace contextRef="#ctx0" brushRef="#br0" timeOffset="87466.43">28135 10203 413 0,'0'0'414'0,"0"0"-45"15,-1-93-40-15,-5 64-35 0,-1 8 11 16,2 11-73-16,2 8-37 16,-2 2-73-16,-1 12-69 15,0 15-24-15,-2 9 36 16,3 6 0-16,4 3-25 15,1 1-13-15,4-5-8 16,15-2-7-16,8-6-3 16,5-11-7-16,3-10-1 15,3-12 5-15,-1 0-6 16,-3-26-16-16,-7-9-32 16,-6-10-17-16,-8-9 20 15,-10-18 33-15,-3-17 10 0,-3 4 1 16,-7 12 1-16,1 15 0 15,3 24 0 1,1 3 24-16,0 7 22 0,5 14 9 16,0 10-23-16,0 9-26 15,4 21-5-15,10 13 8 16,3 11 1-16,0 5-4 16,1 2 0-16,-3-3-5 15,-2-4 5-15,-2-6-5 16,-5-4-1-16,-2-6-84 15,-4-9-189-15,0-9-238 16,0-12-434-16</inkml:trace>
  <inkml:trace contextRef="#ctx0" brushRef="#br0" timeOffset="87648.08">28280 10125 1096 0,'0'0'825'0,"0"0"-684"16,0 0-13-16,0 0-32 16,0 0-12-16,119-51-48 15,-55 25-20-15,22-5-16 16,-15 6-139-16,-14 3-441 0</inkml:trace>
  <inkml:trace contextRef="#ctx0" brushRef="#br0" timeOffset="90652.49">28650 9956 783 0,'0'0'392'0,"0"0"-102"16,0 0 27-16,0 0 0 0,-36-81-57 16,30 72-32-16,3 9-46 15,2 0-88-15,-1 23-55 16,2 13-14-16,0 9 14 16,0 6-6-16,10-1-12 15,4-6-4-15,0-7-16 16,3-7 7-16,1-10-6 15,-1-10-1-15,0-10 5 16,0-2 0-16,1-23 4 16,1-9-8-16,-4-10-1 15,-3-6 5-15,0-1-6 16,-1 1 1-16,-2 4-1 16,-1 11 1-16,-2 11-2 0,0 11 1 15,0 11 0-15,5 2-5 16,2 13 5-16,6 12 6 15,7 3-5-15,-1 2 1 16,5 0-1-16,4-5 0 16,-1-8 7-16,0-7-8 15,-5-10-2-15,-4-3-32 16,-1-19-17-16,-7-9-3 16,-6-5 2-16,-3-5 15 15,-4 1 17-15,-3 2 14 16,0 4 0-16,0 12 6 0,0 7 8 15,-6 9 20-15,-1 6 20 16,-3 7-30-16,-3 17-2 16,-2 5-16-16,1 7 11 15,4 3-2-15,5-3-8 16,5-3 0-16,0-7-1 16,5-9 0-16,7-8 0 15,3-9 0-15,0 0 2 16,2-17-2-16,-1-6-9 15,-2-2-8-15,-3 0 10 16,-1 2 7-16,-4 5-1 16,-1 3-4-16,-4 7 5 0,1 4 10 15,-2 4 13 1,1 0-16-16,1 11-7 0,2 8 6 16,2 2-5-16,4 1-1 15,1-2 1-15,4-3 0 16,-2-7 1-16,3-6 4 15,-2-4-6-15,0-6 1 16,-1-14 7-16,-4-12-7 16,-3-6 0-16,-2-10 4 15,-4-16-4-15,0-23-1 16,-10 4 1-16,1 9 0 16,1 16 15-16,3 23 39 15,2 9 10-15,0 9 8 16,3 17-31-16,0 9-28 15,0 28-8-15,10 15-6 16,10 22 6-16,8 16-5 16,6 14 1-16,-2 5 9 0,-13-5-10 15,-18-6-2-15,-11-9-77 16,-17-22-475-16,-8-14-945 0</inkml:trace>
  <inkml:trace contextRef="#ctx0" brushRef="#br0" timeOffset="90928.3">28014 11151 2397 0,'0'0'366'16,"-19"84"-263"-16,19 8-2 15,0 20 55-15,12 9-41 16,3-5-58-16,-4-21 0 16,-3-2-20-16,-5-7-17 15,-1-14-13-15,-2-15-5 16,0-16-2-16,0-7-84 16,0-6-94-16,-5-26-291 15,-6-2-125-15,-3-21-633 0</inkml:trace>
  <inkml:trace contextRef="#ctx0" brushRef="#br0" timeOffset="91154.09">27889 11392 1685 0,'0'0'336'16,"0"0"-67"-16,55-81-33 16,-17 55-22-16,10 7-79 15,5 8-35-15,1 11-14 16,-2 0-38-16,-9 22-24 15,-8 11-7-15,-12 8-1 16,-12 6-2-16,-9 5-5 16,-2-1-8-16,-10-1-1 15,-9-5-4-15,0-8-73 16,-8-18-134-16,5-9-167 16,3-10-466-16</inkml:trace>
  <inkml:trace contextRef="#ctx0" brushRef="#br0" timeOffset="91456.14">28338 11182 1590 0,'0'0'342'0,"0"0"-45"15,0 0-108-15,0 0-25 16,97-18-47-16,-67 36-17 16,-2 7-3-16,-7 3-25 15,-6 3-16-15,-6 1-18 16,-7-2-15-16,-2-4-10 15,0-9-5-15,-2-9-7 16,-4-8 11-16,0-4 1 0,0-21-13 16,3-11-25-1,3-9-10-15,3 2-9 0,12-3-24 16,4 5-5-16,1 7-20 16,1 7-18-16,1 8-22 15,-2 7-60-15,-3 2-92 16,6 3-95-16,-8 4-209 15,-4-1-371-15</inkml:trace>
  <inkml:trace contextRef="#ctx0" brushRef="#br0" timeOffset="92880.54">27849 11328 1302 0,'0'0'232'0,"0"0"-31"15,0 0 61-15,0 0 7 16,0 0-92-16,0 0-70 16,0 0-57-16,18-6 25 15,28 53 87-15,8 12-23 16,4 7-52-16,-9-9-48 15,5 4-15-15,-8-11 3 16,-8-11-14-16,-10-13-5 16,-9-11 3-16,-11-14-10 15,-7-4 10-15,-1-38 3 0,-10-30-1 16,-11-36-7-16,-3-13-5 16,3-2 5-16,6 15-5 15,8 28-1-15,4 26-2 16,3 25-8-16,0 17-5 15,0 4-18-15,0 2-44 16,0 5-86-16,12 0-77 16,10 6 70-16,25 13-64 15,-5-4-234-15,0-1-175 0</inkml:trace>
  <inkml:trace contextRef="#ctx0" brushRef="#br0" timeOffset="94052.71">28584 10955 1610 0,'0'0'322'0,"0"0"-180"16,0 0 51-16,0 0-36 16,0 0-29-16,-85 92-18 15,74-42 15-15,5 1-46 16,6 1-36-16,0-9-2 15,1-6-19-15,14-10-10 0,0-9-6 16,4-11 0-16,2-7 2 16,-2-8 5-16,1-19-13 15,-5-7-13-15,-4-7-22 16,-4-2 5-16,-6-2 15 16,-1 1 14-16,0 8 0 15,-1 7 1-15,-6 7 1 16,3 11 5-16,2 8 10 15,2 3-2-15,0 16-13 16,0 18 5-16,0 10 8 16,10 8 1-16,2 0 3 15,5-6-12-15,2-4 0 16,1-13-5-16,1-9 1 16,-1-9 4-16,-1-11-6 15,-1-10 6-15,-3-18 0 0,-2-12-6 16,-6-10-35-16,-5-20 1 15,-2-20-1-15,-8-18 14 16,-8 8 9-16,1 19 11 16,3 30 1-16,6 25-6 15,2 5 6-15,-1 6 6 16,2 10 10-16,2 8-8 16,1 36-8-16,0 30 1 15,4 2 7-15,8 0-7 16,6-11 5-16,2-18-5 0,5 2 1 15,3-2-1 1,1-13-1-16,-4-13-8 0,-1-15-63 16,-6-2-91-16,1-25 16 15,-5-13 2-15,-1-5-48 16,-4-5 58-16,-3 3 89 16,-1 4 35-16,-3 9 10 15,-2 8 37-15,0 8 45 16,0 8 48-16,0 9-17 15,0 0-42-15,0 16-28 16,3 8 38-16,3 11 7 16,3 4 4-16,5 3-34 15,-1-2-8-15,3-2-22 16,-2-7-13-16,0-7-5 16,-1-8-4-16,-3-10-4 0,1-6-1 15,-2-6 10 1,1-19-11-16,2-7-2 0,-2-6-23 15,0-3 8-15,-2 2 11 16,-2 2 6-16,0 8 1 16,0 5-1-16,-3 10 0 15,0 8 13-15,3 6 2 16,2 0-9-16,2 10-4 16,6 11 13-16,4 4 3 15,1 4-5-15,1-2-4 16,-4-3-2-16,0-7-6 15,-1-5 0-15,-3-9 0 16,0-3 1-16,1-9-2 16,-2-16-2-16,0-11-22 15,-1-6 6-15,-2-6 0 0,-2-2 11 16,-2 0 7-16,-4 5 1 16,-2 9 1-16,0 16 5 15,0 12 46-15,-5 8-6 16,-8 25-27-16,-5 29 1 15,-3 25 12-15,4-3 13 16,6-6-2-16,8-12-13 16,3-18-5-16,7-3-13 15,16-3-5-15,6-15-7 16,9-16 0-16,8-6 5 16,2-28-6-16,17-48-73 15,-14 5-243-15,-8-2-730 0</inkml:trace>
  <inkml:trace contextRef="#ctx0" brushRef="#br0" timeOffset="94722.47">31301 7833 967 0,'0'0'363'16,"0"0"-100"-16,0 0 106 15,0 0-30-15,0 0-142 16,0 0-63-16,0 0-28 16,-20 67 67-16,20-3-19 15,10 4-57-15,6 0-29 16,4-5-16-16,6-3-20 0,0-7-1 16,0-7-19-16,-2-4-6 15,-5-11-5-15,-5-4-1 16,-7-10-44-16,-7-11-118 15,-15-10-163-15,-12-15-342 16,-2-8-611-16</inkml:trace>
  <inkml:trace contextRef="#ctx0" brushRef="#br0" timeOffset="95021.36">31256 7735 1303 0,'0'0'324'16,"0"0"-58"-16,0 0-124 0,-84 58 18 15,54-21 36-15,0 1-67 16,4-1-37-16,2-6-23 16,9-9-22-16,5-6-12 15,5-9-12-15,5-7 7 16,0-3 82-16,19-21 45 16,10-11-89-16,10-12-7 15,7-4-16-15,2 4-1 16,2 5-22-16,-3 16 5 15,-1 13-20-15,-3 13-7 16,-1 9-9-16,-4 18 9 16,-3 13 6-16,-4 5-5 15,-3 8-1-15,13 22-59 0,-10-11-138 16,-2-12-514-16</inkml:trace>
  <inkml:trace contextRef="#ctx0" brushRef="#br0" timeOffset="95860.59">31318 8785 886 0,'0'0'519'16,"0"0"-296"-16,0 0 91 16,0 0 17-16,0 0-106 15,0 0-127-15,0 0-61 16,-13 17 10-16,18 41 21 16,6 9-7-16,0-10-11 15,2 7-37-15,-4-8-4 0,0-5-3 16,-3-7-6-16,1-6-5 15,-2-11-128-15,-4-8-147 16,-1-19-296-16,0-15 78 16,-10-13-395-16</inkml:trace>
  <inkml:trace contextRef="#ctx0" brushRef="#br0" timeOffset="96064.53">31326 8777 405 0,'0'0'590'15,"0"0"-374"-15,15-101 24 16,4 72-27-16,8 12-53 15,6 11-24-15,4 6-13 16,2 6-17-16,-5 18-20 16,-6 8-22-16,-8 11-11 15,-11 3-16-15,-9 7-6 0,-3 0-11 16,-17-1-8-16,-5-4-6 16,-3-5-6-16,3-9-21 15,-2-12-132-15,7-9-177 16,7-13-399-16</inkml:trace>
  <inkml:trace contextRef="#ctx0" brushRef="#br0" timeOffset="97228.55">31600 8657 121 0,'0'0'1298'0,"0"0"-1078"0,0 0 32 15,0 0-82-15,0 0-42 16,87 42 1-16,-64-12-30 15,-1 6-24-15,-5 0-14 16,-4 1-11-16,-6-1-17 16,-6-4-6-16,-1-5-12 15,0-7-6-15,-1-7-9 16,-6-7 11-16,0-6-9 16,1-2 11-16,2-18-6 15,2-8-7-15,2-5-37 16,2-4-22-16,15 1 1 15,5 5-11-15,2 2-18 16,2 5-24-16,0 7-22 0,-4 3 8 16,1 3 18-16,-6 0 8 15,-3 1 17-15,-5 4 46 16,-2-1 25-16,-2 2 11 16,-5 3 21-16,0 2 56 15,0 0 11-15,0 0-24 16,0 7-8-16,-6 5 31 15,-2 5-11-15,4 0-14 16,4 2-1-16,0-2-8 16,0-2-16-16,6-3 2 15,4-3-16-15,2-5 3 16,3-4-1-16,0 0 14 16,3-10-4-16,-2-12-9 15,2-5-10-15,-4-6-4 16,-3-2 4-16,-5-3-7 0,-2 2 2 15,-4 6 8-15,0 7 6 16,-10 10 4-16,-4 13-10 16,-4 0-8-16,-5 17-11 15,1 9 1-15,1 8 2 16,11 2-1-16,7 3-3 16,3-1 1-16,16-6-28 15,17-5-66-15,9-9-36 16,8-11-69-16,3-7-41 15,-4-3-66-15,-9-21-59 16,-8-4-137-16,-12-4 228 16,-9-5 274-16,-5 0 192 15,-6 1 101-15,0 2 4 16,-8 6-7-16,-2 6-46 16,-1 8-47-16,-2 7-11 0,1 7-65 15,-3 0-66-15,0 14-23 16,-1 7-9-16,-1 9 1 15,3 4 7-15,3 4-10 16,6-1-7-16,5-1-7 16,0-5-1-16,16-6-5 15,3-9 0-15,3-7 1 16,-2-9 4-16,2-3-6 16,-3-20-33-16,-4-10-28 15,-1-8 3-15,-8-10 19 16,-5-18 18-16,-1-26-1 15,-1-25 16-15,-8 7 6 0,3 23 15 16,3 35-2-16,3 35-2 16,0 4 29-16,0 10 21 15,-3 6-40-15,0 14-21 16,1 20 1-16,1 11 4 16,1 8-5-16,0 2-2 15,9-1 2-15,9-1 0 16,1-8 0-16,4-9 0 15,0-8-4-15,1-14-16 16,-4-9-17-16,-1-5 3 16,-4 0 17-16,-3-5 17 0,-3-4 2 15,-3 6-1 1,-2 3 1-16,4 0-2 0,-2 9 2 16,1 10 11-1,-1 6-6-15,1 0-1 0,-5 0-4 16,-1-2-1-16,-1-4-1 15,0-7-55-15,-1-12-166 16,-8 0-152-16,2-11-543 0</inkml:trace>
  <inkml:trace contextRef="#ctx0" brushRef="#br0" timeOffset="97357.26">32494 8149 922 0,'0'0'183'16,"0"0"0"-16,0 0-122 15,0 0-35-15,0 0-15 0,-5 111-11 16,11-64-55-16,9-5-334 16</inkml:trace>
  <inkml:trace contextRef="#ctx0" brushRef="#br0" timeOffset="97782.81">32676 8226 963 0,'0'0'284'0,"0"0"-22"16,0 0 55-16,0 0-116 16,0 0-95-16,0 0-55 15,0 0 5-15,-42 68-12 16,42-26-3-16,0 0-11 16,6-3-9-16,10-7-11 0,4-6-1 15,1-9-8-15,1-9 14 16,-1-8-8-16,-2 0-1 15,1-18-6-15,-4-8-38 16,-4-8 7-16,-5-10 16 16,-7-5 9-16,0-8 6 15,0-5 0-15,-6 0 1 16,0 4 7-16,-1 15 24 16,1 14 26-16,3 14 5 15,0 12-16-15,3 3-29 16,0 22-17-16,0 13 8 15,12 9-3-15,3 8 3 16,0 2-3-16,3 1 0 0,-5-6-6 16,1-4 0-16,-7-6 0 15,-2-10-1-15,-4-6-93 16,-1-14-143-16,0-7-331 16,-4-2-398-16</inkml:trace>
  <inkml:trace contextRef="#ctx0" brushRef="#br0" timeOffset="97949.62">32717 8228 892 0,'0'0'412'0,"0"0"-309"16,0 0 8-16,0 0-40 0,88 22-23 15,-43-15-29 1,30-2-19-16,-13-4-163 0,-5-1-218 0</inkml:trace>
  <inkml:trace contextRef="#ctx0" brushRef="#br0" timeOffset="98684.53">33095 8171 849 0,'0'0'195'15,"0"0"9"-15,0 0-60 16,0 0-12-16,0 0-26 15,0 0-13-15,-17 81-21 16,29-66-17-16,3-2-6 16,-1-7-2-16,3-2 1 0,-1-4 30 15,0-4-9-15,-4-10-3 16,-1-6-17-16,-4-6-6 16,-7-1-18-16,0-1 0 15,-11 0-13-15,-8 6 13 16,-7 5-13-16,-2 8-5 15,-2 9-1-15,4 0-5 16,2 12-1-16,6 13 0 16,6 4 0-16,9 6-1 15,3 0-9-15,15-1-5 16,10-3-78-16,9-7-111 16,2-9-32-16,3-8-22 15,-2-7 39-15,-1-3 43 0,0-15 103 16,-5-7 73-16,-1-5 8 15,-6 0 114-15,-3 1 43 16,-8 4 31-16,-5 3 13 16,-7 6 11-16,-1 8-27 15,0 7-36-15,-13 1-45 16,-5 8-52-16,-6 14-36 16,0 6-2-16,3 5 8 15,5 1-6-15,7 2-2 16,6-4-6-16,3-5-8 15,0-7-7-15,10-9 8 16,4-7-3-16,5-4 5 16,0-9 20-16,3-14-3 15,-3-12-20-15,-4-5-2 0,-8-10 7 16,-7-18-12-16,0-22 8 16,-13-24-8-16,-2-11 8 15,2 24-7-15,5 26 17 16,5 36 20-16,2 24 7 15,-3 5-13-15,3 10-27 16,-2 0-6-16,1 25-7 16,2 28 5-16,0 27 2 15,30 27 20-15,15 9 17 16,9-3 5-16,1-9-14 16,-13-12-7-16,-15 0-12 15,-24-5-9-15,-3-24-81 16,-20-14-445-16</inkml:trace>
  <inkml:trace contextRef="#ctx0" brushRef="#br0" timeOffset="99097.89">31754 9518 2038 0,'0'0'287'0,"0"0"-214"16,0 0-3-16,52 89 37 15,-24-37 22-15,4 4-53 16,-4 3-25-16,-1-1-18 15,-8-12-22-15,-4-10-10 16,-4-14 8-16,-4-16-7 16,2-6 9-16,2-28 9 15,1-27-11-15,1-27-9 16,-1-27 0-16,0-3-13 16,-5 20-23-16,-1 27-24 15,2 34 7-15,-1 16-29 16,5 5-12-16,3 6-86 0,7 4-113 15,19 21-25 1,-6 8-52-16,0 1-496 0</inkml:trace>
  <inkml:trace contextRef="#ctx0" brushRef="#br0" timeOffset="100066.37">32415 9444 932 0,'0'0'888'0,"0"0"-709"15,0 0 152-15,0 0-127 16,0 0-66-16,0 0-62 16,0 0-19-16,-99 48 9 15,81-5-13-15,5 0-15 16,4 0-13-16,9-5-13 16,0-7-6-16,15-9-5 0,10-10 8 15,5-12 2-15,4-3-11 16,2-21-27-16,-2-8-14 15,-5-7-11-15,-7-4 3 16,-8-5 11-16,-7 2 29 16,-7-1 9-16,0 4 0 15,0 11 10-15,-3 8 12 16,-3 10 20-16,2 7 12 16,1 7-17-16,0 2-23 15,0 18-13-15,1 9 6 16,2 6-5-16,0 2 5 15,5 0-1-15,8-4-5 16,5-4-1-16,2-9 0 0,2-8 0 16,0-10-1-1,2-2-47-15,-3-14-64 0,-2-13-76 16,-5-11-51-16,-4-9-64 16,-7-20-11-16,-3-19 143 15,0 7 139-15,0 8 32 16,-3 18 99-16,2 22 83 15,-3 5 14-15,0 6-15 16,1 13-3-16,2 7-105 16,-1 13-54-16,2 18-1 15,0 7 25-15,0 11 8 16,14 2-12-16,1 2-4 0,5-1 0 16,3-5-22-16,-1-8 5 15,1-6-11-15,-4-12-1 16,-1-12-4-16,-2-9 5 15,-2-1-4-15,1-21-3 16,-3-9-52-16,-1-7 9 16,-2-2 4-16,-1-2 29 15,-2 3 9-15,0 3 1 16,-3 9 1-16,0 9 11 16,-2 8 16-16,-1 6 3 15,0 4-14-15,2 5-16 16,1 16-1-16,0 9 12 15,3 6 15-15,1 6-5 0,5-2-5 16,0-1-4 0,4-7-5-16,0-6-1 0,0-9-1 15,-1-9-4-15,3-8 10 16,-2-1 16-16,5-20-12 16,0-10-10-16,-3-6-4 15,-2-6 5-15,-5-3-5 16,-3-4-1-16,-2 3 7 15,-1 10-7-15,-4 7 7 16,1 13-8-16,-2 11 0 16,1 6-11-16,1 8-7 15,2 18 11-15,7 8 6 16,-1 7 1-16,2 3-1 16,1-3 0-16,-2-5 0 15,1-3-104-15,3-5-78 0,-3-8-304 16,0-11-464-16</inkml:trace>
  <inkml:trace contextRef="#ctx0" brushRef="#br0" timeOffset="100410.95">33417 9149 1249 0,'0'0'185'16,"0"0"-134"-16,0 0 52 0,0 0 65 15,82 0-67 1,-55 0-50-16,-2-9-20 0,1-10-25 16,-6-5-5-16,-1-5 14 15,-5-3-15-15,-3-1 43 16,-4 4 5-16,-2 8 52 16,-5 10 14-16,0 11 13 15,-5 2-53-15,-8 27-45 16,-6 13 8-16,-1 11 43 15,1 5 20-15,8 0-2 16,10-4 2-16,1-4-32 16,10-9-11-16,17-9-17 15,10-8-13-15,12-12-11 16,10-10-5-16,-4-12-11 16,-13-12-105-16,-17-9-619 0</inkml:trace>
  <inkml:trace contextRef="#ctx0" brushRef="#br0" timeOffset="106690.91">24356 6652 170 0,'0'0'903'0,"0"0"-638"15,0 0-22-15,0 0 28 16,0 0-37-16,-90-57-77 15,56 64-64-15,-3 22-34 16,-4 11 12-16,3 12 20 16,8 2-26-16,10 1-15 15,10-2-28-15,10-5-7 0,7-9-9 16,18-7-5-16,10-8 8 16,5-15 4-16,4-9 7 15,-1-6-16-15,-3-23-4 16,-6-11-10-16,-7-5 1 15,-9-7 8-15,-9-1 1 16,-9-5 1-16,0 3-1 16,-19 6 0-16,-4 6-13 15,-4 14-4-15,-3 14 7 16,4 13-11-16,-1 5-10 0,6 21-14 16,8 9-10-16,9 8-52 15,14 10-130-15,13-7-255 16,6-10-45-16</inkml:trace>
  <inkml:trace contextRef="#ctx0" brushRef="#br0" timeOffset="107257.16">24448 6617 1292 0,'0'0'306'15,"0"0"30"-15,0 0-26 16,0 0-150-16,0 0-98 15,0 0-35-15,0 0 40 16,-1 96 3-16,9-52-37 16,0 1-17-16,0-6-1 0,1-5-14 15,1-6-1-15,-3-7 0 16,2-9 0-16,2-6 0 16,-1-6-25-16,4-8 25 15,4-17 0-15,2-6 1 16,1-3-1-16,0-2 1 15,-3 5 0-15,-4 8 0 16,-4 7-1-16,-3 7 1 16,-1 9 17-16,0 0-17 15,3 11 11-15,5 8 1 16,-1 2-5-16,3 2-8 16,0-5-1-16,1-3 1 15,0-5 7-15,1-7-7 0,1-3 1 16,-2-3-2-16,-1-14-7 15,-3-7 7-15,-1-4 0 16,-4-6 0-16,-5-2-5 16,-2-1 6-16,-1 5 0 15,0 6 2-15,-3 9 20 16,-10 14 16-16,-5 3 20 16,-8 23-40-16,-3 15 4 15,-1 11 36-15,3 3 1 16,9-1-29-16,8-3-8 15,10-6-10-15,3-10-11 16,28-10-1-16,29-9 13 16,29-13-13-16,32-17-136 15,-15-8-220-15,-15-6-802 0</inkml:trace>
  <inkml:trace contextRef="#ctx0" brushRef="#br0" timeOffset="109725.62">26168 6791 1330 0,'0'0'341'0,"0"0"-51"0,0 0-63 16,0 0-34-16,0 0-80 15,0 0-51-15,95-112-16 16,-59 65-19-16,-4-7-12 16,-9-4-3-16,-5-3 0 15,-10-3 19-15,-7 2-16 16,-1 7 3-16,0 11 13 15,-1 13-9-15,-7 14 13 16,-2 14-11-16,-2 3-9 16,-2 19-9-16,0 8 3 15,1 7-9-15,6 5 0 0,7 0 0 16,0-3 0-16,14-2-1 16,6-3-16-16,1-3 2 15,2-6-19-15,-4-5 11 16,-4-4 9-16,-3-3 8 15,-8 4 4-15,-4 0 1 16,0 5 1-16,-3 4 0 16,-10 4 10-16,2 0 17 15,1-1-11-15,4-4-5 16,5-2-4-16,1-6-6 16,0-3 0-16,11-6-1 15,11-5-39-15,6 0-68 16,6-16-10-16,2-9-113 15,-5-4-40-15,-7-6-37 16,-3-2 107-16,-6 0 148 0,-6 5 52 16,-3 4 93-16,-2 6 88 15,1 8 25-15,2 4-25 16,2 3-70-16,3 6-57 16,3 1-17-16,0 0 0 15,0 11 5-15,-6 9 5 16,-6 3-6-16,-3 7 11 15,0 0 4-15,-11 2 8 16,-5-1-22-16,2-4-18 16,0-5-15-16,5-5-8 15,1-5-1-15,5-5-10 0,3-7-82 16,0 0 5-16,2-12 1 16,10-8-54-16,4-6 26 15,2-4 38-15,1-3 46 16,-2-1 20-16,-1-2 10 15,-2 4 0-15,-1 2 33 16,-4 2 24-16,-1 6 19 16,-3 6 14-16,-2 7-14 15,-3 5 22-15,0 4-34 16,0 0-36-16,0 17-8 16,-8 8 20-16,-1 8 8 15,-1 1-7-15,3 3-14 16,1-1-4-16,6-5-13 15,0-3-8-15,9-6-1 0,11-8-1 16,6-8-12-16,6-6-80 16,1-1-68-16,1-19-42 15,-3-5-66-15,-1-6-38 16,-5-2 58-16,-2 0 136 16,-6 0 91-16,-3 5 21 15,-6 5 98-15,-4 4 53 16,-1 7 73-16,-3 5 9 15,0 4-48-15,0 3-66 16,0 0-48-16,-9 8-37 16,-3 14-1-16,-3 3 40 15,0 5-21-15,2 2-26 16,2-1 5-16,5-3-13 0,2-3-9 16,1-8-8-16,3-3-1 15,0-7 0-15,0-7-68 16,0 0 14-16,4-13 8 15,4-8-12-15,1-9 18 16,3-2 29-16,-3-5 11 16,1 1 0-16,2 5 10 15,-3 6 15-15,-1 7 32 16,-1 10-20-16,-3 6 8 16,1 2-26-16,1 10-5 15,1 13 24-15,2 5 4 16,0 5-12-16,0 1-6 15,3-3-12-15,-2-1-5 0,0-4-5 16,-3-9-2 0,0-7 0-16,-2-8-40 0,-2-2 6 15,1-7 17-15,2-15-56 16,3-7 15-16,2-6 30 16,1-2 19-16,1 1 8 15,0 3 0-15,1 7 1 16,-2 7 0-16,-3 8 1 15,-2 7 19-15,-1 4-13 16,-1 7-7-16,1 13 10 16,0 12 26-16,2 3-15 15,0 2-6-15,1-2-6 16,3-4-8-16,0-6 0 16,-2-7-1-16,2-11-92 0,0-7-27 15,0-5 4-15,3-17-57 16,-1-8 22-16,0-6 62 15,0-3 34-15,0 0 40 16,-1 5 14-16,-3 9 13 16,-3 6 36-16,-2 10 53 15,-4 6 16-15,-1 3-56 16,0 4-37-16,3 15 1 16,0 6 12-16,2 4-8 15,2 0-20-15,1-3-4 16,1-4-5-16,-2-7-1 15,3-4-16-15,-3-9-44 16,0-2 10-16,1-6 34 0,2-13-12 16,0-3 16-16,3-2 12 15,-3 2 5-15,-1 2 23 16,-3 7 28-16,-5 5 9 16,-1 8-5-16,0 5-36 15,0 21-4-15,-7 8 32 16,-5 10 8-16,-2 6-2 15,1 1-1-15,-2-4-17 16,3-2-13-16,0-11-9 16,0-7-18-16,3-8 0 15,3-12-11-15,1-7-20 16,2-6 19-16,3-19-42 16,0-11 20-16,0-4 24 0,10-3 10 15,5 4 0 1,1 6 6-16,-2 6 21 0,-1 12 9 15,-3 10 7-15,1 5-22 16,1 0-9-16,3 16 3 16,4 5 10-16,2 6 4 15,0-4-12-15,3-3-11 16,-1-6 2-16,1-9-7 16,-3-5-1-16,-1-4-5 15,-5-20-16-15,-4-10-1 16,-4-10 10-16,-6-18 11 15,-1-27 0-15,0-36 0 0,0-18-6 16,0 3 7 0,0 32 0-16,0 47 11 0,5 29 1 15,-5 23 4-15,0 6 24 16,0 3-11-16,0 17-22 16,-2 34-6-16,-1 34 8 15,3 28 3-15,9 5-3 16,13-18 6-16,2-30-4 15,-3-33-2-15,0-7-9 16,7-2 0-16,4-6-59 16,4-10-39-16,-1-12-58 15,-2-9 19-15,0-24 17 16,-3-9 46-16,-2-8 43 16,-5-3 23-16,-4-1 8 15,-6 2 46-15,-5 10 40 0,-7 10 41 16,-1 16 40-1,-10 14-23-15,-13 7-66 0,-7 26-39 16,-3 13 15-16,2 9-6 16,7 6-5-16,10-1-4 15,14-1-3-15,1-7 9 16,28-5-3-16,24-7-8 16,37-10-2-16,29-15-5 15,11-13-9-15,-18 0-18 16,-32-11 0-16,-37 1-27 15,-13 1-70-15,-21-6-139 16,-6 5-333-16,-3 0-414 0</inkml:trace>
  <inkml:trace contextRef="#ctx0" brushRef="#br0" timeOffset="109992.77">26882 7165 1134 0,'0'0'1062'16,"0"0"-819"-16,0 0 7 16,0 0-59-16,111-87-27 15,-17 60-79-15,22 1-37 16,-6 7-21-16,-23 7-18 15,-33 5-9-15,-23 4-1 0,-1 1-80 16,-5-1-184-16,-5-1-317 16,-14 1-295-16</inkml:trace>
  <inkml:trace contextRef="#ctx0" brushRef="#br0" timeOffset="110162.92">27097 7253 1111 0,'0'0'930'16,"0"0"-729"-16,0 0 22 0,0 0 32 16,125 0-28-1,-2-24-111-15,11-3-72 0,-15 4-44 16,-26 4-18-16,-44 5-353 16,-27 0-1120-16</inkml:trace>
  <inkml:trace contextRef="#ctx0" brushRef="#br0" timeOffset="114635.45">10797 11067 983 0,'0'0'708'16,"0"0"-495"-16,0 0 47 15,0 0-52-15,82-88 0 16,2 64-24-16,35-1-40 16,20 3-30-16,0 5-38 15,-11 1-25-15,-19 4-18 16,-23 2-10-16,-22 3-7 0,-22 0-10 15,-12 2-4 1,-5 0-2-16,-2-2-26 0,-4-1-55 16,-13 1-97-16,-12 3-119 15,-16 3-219-15,-8 1-143 0</inkml:trace>
  <inkml:trace contextRef="#ctx0" brushRef="#br0" timeOffset="114847.26">11055 11083 1532 0,'0'0'294'0,"0"0"-136"0,0 0-4 15,0 0 74 1,96-10-22-16,-4-7-81 16,29-6-31-16,-3 2-46 0,-24 3-30 15,-34 8-12-15,-31 3-6 16,-2-2-40-16,-2 2-89 15,-11-6-79-15,-7 4-149 16,-7-2-371-16</inkml:trace>
  <inkml:trace contextRef="#ctx0" brushRef="#br0" timeOffset="115746.75">5393 8084 735 0,'0'0'532'0,"0"0"-329"0,0 0 52 15,0 0-65-15,0 0-56 16,133-6 100-16,37 9-24 15,45 0-37-15,37-3-39 16,15-2-9-16,-9-9-23 16,15-4 1-16,7-4-17 15,-1-3-28-15,-15-1-1 16,-22 0-38-16,-29-1-5 16,-43 4-2-16,-55 6-3 15,-49 3-3-15,-37 6-6 16,-21 4-6-16,-8-3-14 15,0 4-7-15,-39 0-35 16,-50 7-136-16,-59 16-146 0,-37 7-123 16,27-3-97-1,21-8-514-15</inkml:trace>
  <inkml:trace contextRef="#ctx0" brushRef="#br0" timeOffset="116026.26">5717 8470 785 0,'0'0'1215'16,"0"0"-1007"-16,0 0-79 15,158-12 25-15,-5-2 75 16,32-3-5-16,5 1-58 16,-8 0-50-16,-19-1-41 0,-4 0-26 15,-7-2 14 1,-10-1-15-16,-15 4-18 0,-29 0-14 15,-29 3-10-15,-26 5-6 16,-16 2 6-16,-2 0-6 16,-7 2-18-16,-3 1-45 15,-9 3-55-15,-6 0-140 16,-9 0-396-16,-9 0-877 0</inkml:trace>
  <inkml:trace contextRef="#ctx0" brushRef="#br0" timeOffset="122012.84">15806 8445 214 0,'0'0'31'0,"0"0"11"16,0 0-26-16,0 0 45 15,0 0 105-15,0 0-86 16,-3 0-15-16,-1 0 5 16,1 0 5-16,-2 2-3 15,0-2-1-15,1 0-6 0,-1 0-15 16,-3 0-9-16,2 0 7 15,1 0-9-15,1 0-18 16,1 0-10-16,0 1-4 16,3 2-7-16,0 4-23 15,0-1-67-15,3 0-95 0</inkml:trace>
  <inkml:trace contextRef="#ctx0" brushRef="#br0" timeOffset="123022.56">16423 8571 401 0,'0'0'143'0,"0"0"16"16,0 0 10-16,0 0-10 16,0 0-29-16,0 0-27 15,0 0-19-15,0-4-18 0,0 11-28 16,0 11 30-16,-3 10 27 15,-1 4 3-15,1 9-18 16,0 2-22-16,1 3 17 16,2 5-7-16,0 5-23 15,0 2-14-15,0 5 29 16,8 0-16-16,1 2-13 16,3 1-1-16,0 1-17 15,-3 1 8-15,0 1 8 16,-2-2-4-16,-4 0 4 15,0-4-6-15,-3-3 10 16,0 1-12-16,0-2-5 0,0-2 8 16,0-1-11-16,0-1 14 15,0-1-6-15,0-1-3 16,0-1-1-16,0-2 0 16,-2 0-5-16,1 1-3 15,-2 0 1-15,1 4 5 16,-1-2-8-16,-2 1 1 15,2 1 4-15,-2-1-2 16,1-4 4-16,-1-1-5 16,1-5-8-16,-3 1 15 15,0-2-5-15,1 2-2 16,0-1-8-16,2 3 0 16,-1 0 7-16,3 3-2 0,0 2 3 15,2-2-2 1,0-3-1-16,0-5-5 0,0-2 0 15,0-2 0-15,7-2 7 16,-1-2-1-16,0-5-6 16,-1-4 8-16,-2-4 3 15,-2-4-1-15,1-3-1 16,0 1 4-16,-1-3-7 16,2 1 4-16,-3-4-1 15,1 3 1-15,-1-2-2 16,0 0-1-16,0 0 0 15,0 1 4-15,0 1-3 16,0-2 0-16,0 1-2 16,0-1-5-16,-1 1 4 15,-2-1-5-15,0 1 0 0,1-1 1 16,1-1 4-16,-1-1-6 16,1-4 1-16,1-1 5 15,-2-3-4-15,2 0-1 16,0 0 7-16,-1 0 2 15,-2 0 11-15,-2 0-7 16,-2-6-7-16,-8 3-6 16,-7 3-1-16,-14 0 0 15,-31 14-27-15,-68 27-95 16,9-4-125-16,-7-2-432 0</inkml:trace>
  <inkml:trace contextRef="#ctx0" brushRef="#br0" timeOffset="125338.15">16119 11304 217 0,'0'0'99'0,"0"0"-24"16,0 0-1-16,0 0-38 16,0 0-23-16,0 0-12 15,0 0 0-15,2 0 12 16,-2 0 2-16,0 0-7 16,0 0-6-16,0 0-1 15,0 0 6-15,0 0 1 16,0 0-8-16,0 0-1 15,0 0 1-15,0 0-22 0</inkml:trace>
  <inkml:trace contextRef="#ctx0" brushRef="#br0" timeOffset="129359.59">14674 8794 569 0,'0'0'140'0,"0"0"-60"15,0 0-23-15,-91 0 18 16,51 0 7-16,-7 5-18 16,-7 4 20-16,-5 5 13 15,-2 3 46-15,-1 5-60 16,3 3-10-16,2 2-17 0,5 2-18 16,6 1-9-1,-2 1-1-15,5 2-10 0,0 1 8 16,2 5-9-1,1 3 4-15,-2 5-12 0,5 4 10 16,0 3-9-16,2 4-9 16,4 3 13-16,4-1-5 15,3 2 0-15,2-2-8 16,4 1 8-16,-4 14-8 16,2 12 8-16,4 13-9 15,3 6 11-15,7-7-5 16,4-5 8-16,2-4-13 15,0 4 9-15,8 3 2 0,9 0 0 16,4 0 1 0,5 1 0-16,5-4-1 0,3 2 0 15,5-5-2-15,0-6 0 16,0-2 5-16,-2-17-2 16,-6-11-4-16,-7-11-2 15,0-4 0-15,3 4 1 16,4 2-2-16,7 0 14 15,3-9 5-15,4-11 0 16,6-11 45-16,7-14-13 16,7-1-11-16,17-26-22 15,-7-6 1-15,4-6-4 0,-3-4 10 16,-10 4-18 0,7-7-1-16,-6-1-2 0,-3 1-1 15,-4-1-1-15,-5-4-7 16,-3-3 10-16,-2-15-10 15,0-18 5-15,-1-20 0 16,-7-5-5-16,-11 2 0 16,-8 1 10-16,-11 8-3 15,-3-13-7-15,-4-5 10 16,-5-8-10-16,0-5 1 16,-5-7 5-16,-13 5 0 15,-9 4-6-15,-11 4-1 16,-9 7 30-16,-10 4 4 15,-8 12-6-15,-6 12-7 16,9 20 2-16,7 17-10 0,10 12 0 16,5 7 4-16,-4-2-8 15,-5 3 1-15,2 3-1 16,6 6 5-16,8 11-5 16,8 4-9-16,4 9-5 15,2 0-1-15,1 10 5 16,1 9 0-16,0 7-9 15,1 6-54-15,2 6-60 16,2 17-139-16,4-8-276 16,1-9-679-16</inkml:trace>
  <inkml:trace contextRef="#ctx0" brushRef="#br0" timeOffset="129493.87">14924 9177 1211 0,'0'0'0'16,"-101"41"-144"-16,58-22-192 0</inkml:trace>
  <inkml:trace contextRef="#ctx0" brushRef="#br0" timeOffset="159591.01">16595 4538 186 0,'0'0'114'0,"0"0"243"15,0 0-186-15,0 0-23 16,0 0 21-16,0 0 8 16,-21-32-31-16,21 27-3 15,0 2 8-15,0 2-21 16,0 0-30-16,0 1-28 16,11 0-13-16,5 0 0 15,8 4 7-15,5 3-2 16,9 0-1-16,5-1-5 15,8-1 2-15,4-1-8 16,2 1-3-16,-2-1-6 16,0 0-16-16,-1 2-9 15,-4-4-1-15,-2 3 1 0,-2-4 2 16,-1-1-2-16,-2 0-8 16,-1 0 1-16,3-1 9 15,-2-4-12-15,1-3-1 16,2 1 1-16,-3 1-2 15,0 2-5-15,-2 2 0 16,-1 0 11-16,3 2-10 16,0 0-1-16,2 0 1 15,0 0-1-15,1 0 7 16,0 0-8-16,0 0 1 16,1 2 0-16,0-2 0 15,1 1 0-15,3 0 1 16,-2 0-1-16,-2 2-1 15,2-1 2-15,-3 0-2 16,2-1 0-16,-2 0 1 0,0 2-1 16,0 0 2-16,1-1-2 15,0 3 0-15,0 0 1 16,0-1-1-16,-2 2 1 16,0 1 0-16,-2-1 0 15,2 2 1-15,0-5-2 16,1 3 1-16,-3-3-1 15,0 4 1-15,0-1 0 16,-1-2-1-16,3 4 1 16,-3-2 0-16,4 0 0 0,-3 1-1 15,3-2 1 1,-2-1-1-16,3-1 0 0,0-1 0 16,0-1 1-16,3 1-1 15,-1 0 1 1,1-2 0-16,0 1-1 0,-1 2 1 15,2-1-1-15,-2 1 2 16,0 0-1-16,-1 0 9 16,-2-1-4-16,-2 1 2 15,-1-2-2-15,-1 1 1 16,-1-1 1-16,4-1 1 16,1 0-2-16,5 0 8 15,1 0-3-15,2 0 2 16,0 0-2-16,-1 0 3 15,2 0-6-15,-3-1 4 0,1-1 0 16,-1 1-5-16,0-2-1 16,0 2 4-16,-1-3-2 15,1 1 3-15,-1 1 1 16,-2-2 1-16,2 1-4 16,-2 1 5-16,-1-1 2 15,0 1-4-15,0-1 2 16,-1 2-3-16,0-1 2 15,3-1 1-15,1 2-2 16,-2 1 5-16,3-2-1 16,-1 0-4-16,-2 1 2 15,0-3-3-15,0 2 0 16,-1 1-3-16,3-2 1 16,-1 1 1-16,2 1-3 15,0 1-7-15,0-1 9 0,-4 1-10 16,-2-2 12-16,-3 2-11 15,-4 0 16-15,-3-1-8 16,-5-1 0-16,-3 1 0 16,-7 0 3-16,-1-2 4 15,-5 1-1-15,-1-2 2 16,-3 1 1-16,-3 2-3 16,-3-2-10-16,-3 3-4 15,-2-1 0-15,0 1-1 16,-3 0-28-16,-15 0-74 15,-12 0-126-15,3 0-420 16,11-6-962-16</inkml:trace>
  <inkml:trace contextRef="#ctx0" brushRef="#br0" timeOffset="165516.8">22428 4660 196 0,'0'0'0'0,"0"0"640"16,0 0-425-16,0 0-66 15,0 0-40-15,0 0 20 16,0 0-14-16,0-33-15 15,3 30-5-15,2 0-7 16,3 2-24-16,3 1-5 16,3 0 18-16,5 0 3 15,6 0-1-15,5 0-11 16,3 4-9-16,6 3-1 16,1-1-12-16,6 0-9 15,-1 0-1-15,1-1-2 16,-1 0-10-16,0 1-5 15,-2-3 2-15,2 4-4 0,-5-3 8 16,2-1 0-16,0-2-4 16,1 1-2-16,3-2 5 15,1 0 14-15,5 0-12 16,1 0-11-16,0 0 6 16,3-5-6-16,1 1-4 15,0-1-4-15,-2 2-5 16,-2 0 8-16,-3 0-2 15,-1 0-1-15,-1 3 0 16,-1-2 1-16,2 2-1 16,-2-2 5-16,2 1-3 15,-1-1 3-15,1 1 0 16,-1-1-3-16,-2 1 0 0,3-1-1 16,-2 1-1-1,2-1 5-15,0 1-4 0,0 1-1 16,2-2-5-16,-2 2-2 15,3 0 7-15,2 0-5 16,1 0-2-16,2 0 1 16,-2 0 8-16,-1 0-3 15,-5 0 4-15,-4 0-9 16,-2 0 1-16,-1 0-1 16,-2 2 1-16,3 1-1 15,-1-2 5-15,3 1 2 16,-2-1-7-16,3-1 5 15,2 0 2-15,4 2-1 16,0-2-5-16,-1 0 7 0,1 0-8 16,0 0 0-16,-1 0 0 15,3 0-1-15,0 0 1 16,-2 0 3-16,-1 0-3 16,1-2-1-16,-3 1 0 15,-3-2 0-15,0 1 1 16,-4 1 9-16,0 1-4 15,1-2 0-15,-1-1 0 16,1 1 2-16,1-1-1 16,2 1 1-16,-1-1-7 15,4-1 7-15,-1 1-7 0,1 0 7 16,0 2-8-16,-4-2 2 16,-2 3 4-16,-1 0-5 15,-2 0 5-15,3 0-6 16,-3 0 2-16,2 0-2 15,0 0 0-15,-3 0 6 16,0 0 3-16,1 0-8 16,-3 0 11-16,0 0-12 15,-2 0 0-15,-1 0 0 16,-4 0 6-16,0 0-1 16,0 0-4-16,-2 0-1 15,2 0 9-15,1 0-9 16,0 0 9-16,2 0-9 15,0 0 6-15,4 0-5 16,-1 0 7-16,0 0-7 0,-3 0-1 16,0 0 1-16,-2 0 1 15,-3 3-1-15,-1-1 0 16,0 0 5-16,-2-1-5 16,2-1-1-16,3 0 1 15,-2 0 0-15,2 0 0 16,2 0 1-16,-4 0-1 15,0 0 0-15,-1 0 1 16,-2 0-2-16,-1 0 0 16,-2 0 0-16,0 0 7 15,-2 0-6-15,3 0 0 16,-2 0 0-16,1 0 0 16,3 0 5-16,1 0 0 0,3 0-5 15,0 0 4 1,0 0-4-16,0 0-1 0,-5 0 1 15,3 0 4-15,1 0-5 16,2 0 0-16,1 0 7 16,1 0-6-16,-1 0 5 15,0 0-5-15,1 0 5 16,-1 0-5-16,4 0 1 16,3 0 4-16,-1 0-6 15,2 0 2-15,1 0-1 16,-3 0 0-16,2 0 1 15,2 0 4-15,3 0-6 0,3 0 1 16,3 0 6-16,-2 0-6 16,-2 0 0-16,0 2-1 15,-1-2 1-15,4 0 0 16,-1 0 0-16,4 0 0 16,1 0-1-16,2 0 0 15,-1 0 7-15,-1 0-7 16,1 0 0-16,-5 0 0 15,-4 0 1-15,-3 0 0 16,1 0 0-16,-1 0 5 16,5 0-5-16,3 0 5 15,5 0-4-15,0 0-1 16,-1 0-1-16,-5 1 2 0,-3 2-1 16,-2 0 0-1,0-1 5-15,0 1-6 0,3 0 1 16,0 1 0-16,0-3 6 15,-3 4-6-15,-5-4-1 16,-3 2 0-16,-3-3 8 16,-4 0-7-16,-4 0-1 15,-4 0 0-15,0 0 2 16,1 0 5-16,0 0-1 16,1 0 5-16,4 0-6 15,-2 0-4-15,0 0 0 16,-1 0 6-16,-1-3-5 15,-1 2-1-15,0 1 5 16,1-2-4-16,-4 2-1 16,0 0 5-16,1 0-5 0,-2 0 7 15,1 0-7-15,-2 0 0 16,0 0 0-16,0 0 0 16,1 0 1-16,0 0-1 15,-5 0 1-15,3 0-2 16,-2 0 1-16,1 0 0 15,0 0-1-15,-1 0 1 16,2 2-1-16,-3 1 1 16,0-2 0-16,-2 1 0 15,1-2 0-15,-5 0 0 16,1 1 0-16,-2-1 0 16,1 0 1-16,-1 0-1 15,0 0 0-15,0 0 0 16,2 0 5-16,0-1-5 15,3-7 8-15,1 0-3 0,3-2 0 16,-2-2-5-16,2-4 5 16,0-2-5-16,0-4-1 15,0-2 1-15,-2-3 1 16,-1-4-2-16,0-2-1 16,-3-3 0-16,-1 0 0 15,-2-2 1-15,-2-1 0 16,0 3 0-16,-1 0-2 15,0 4 2-15,-1 0 0 16,-1 6 1-16,1 1-1 0,-1 4 1 16,1 3 6-16,-1 0-6 15,-1 3-1-15,0 1 1 16,0 0 0-16,0 1 0 16,0 1 0-16,0 0 0 15,0 3-1-15,0 1 1 16,0 3-1-16,-3 0 1 15,0 1-1-15,-1 0 0 16,-2 0 0-16,-3-3 0 16,-3 2 0-16,-3 0 0 15,-3-2-1-15,-3 3-5 16,-1-2 6-16,-1-1 0 16,-3 2 0-16,-3 0 0 15,1-2 0-15,-2 2 0 16,0 1-1-16,4 1 1 0,0-2 0 15,1 2 0-15,-2-2 0 16,3 3 0-16,-3 0 0 16,0-3 0-16,-1 1 0 15,-2-1 1-15,-1 1-1 16,0-2 0-16,-1 1 0 16,-1 1 0-16,1-2-1 15,-3 1 2-15,-5-1-2 16,-3 1 1-16,-6-5 0 15,-2 3 1-15,-4-1-1 16,-2-1 0-16,3 2 0 16,2 2 6-16,6-1-6 15,-2 1-1-15,3 1 1 0,-2-1 0 16,2 1 0 0,-1 0 0-16,1 0 0 0,-1-1-1 15,-1 1 1-15,0 0-1 16,-1 0 1-16,0 0 0 15,1 0-4-15,2-2 3 16,-3 3 2-16,-1-2-1 16,-5 1 1-16,-1 1-1 15,-3-1 1-15,-2 3-1 16,-2-2 1-16,1 1-1 16,-2 0 1-16,0 2-1 15,0 0 1-15,1 0 0 16,2 0-1-16,2 0 0 15,0 0 0-15,1 0 0 16,3 0-1-16,-4 0 1 0,0 0-9 16,0 0 9-16,0 0 0 15,1 0 0-15,-1 0 0 16,1 0-1-16,-1 0 1 16,-3 0 2-16,0 0-1 15,-3 0 1-15,-4 0-1 16,0 0 0-16,-7 2 1 15,2-2-2-15,0 2 1 16,3-1-1-16,1-1-1 16,4 2 1-16,-1 0-8 15,-2 0 8-15,-3 0-1 16,0 1 1-16,-14 0-1 0,7 0 2 16,2 0-1-16,0-1 0 15,15 0 2-15,-8-1-1 16,4 2 5-16,0-1-6 15,3-1 1-15,-5 0-1 16,1 0-1-16,-1-1 1 16,0 3-5-16,1-3 5 15,-2 3 0-15,1-2-1 16,-1 0 0-16,0 2 1 16,-2-2 0-16,0 1 1 15,-1 1-1-15,-4-3 0 16,-12 3 0-16,-13 0 5 15,-16-1-4-15,-7 2-1 0,0 1 1 16,-3-2-1-16,4 2-1 16,0-1-5-16,-1 0 5 15,4-2 1-15,-5 0-1 16,-3-2 2-16,-1 0 4 16,-3 0-4-16,4 0-1 15,3 0 0-15,6 0 0 16,4 0-7-16,2 0 7 15,3-2 0-15,4-1 1 16,6 0 1-16,5-1-1 16,6-1 0-16,14 0 0 15,15 1 0-15,11 0 0 16,5 0 0-16,-6-2-2 0,-4 1 1 16,-7-1 0-16,7 1-1 15,2 1 1-15,3 1-5 16,1 0 5-16,2 1 2 15,2 0-1-15,2 2-1 16,3 0 0-16,-1 0 0 16,2 0 0-16,-2 0 1 15,1 0 0-15,-3 0-1 16,-1 0 1-16,-4 0-1 16,1 4 0-16,-4-1 1 15,-2 1-1-15,-6 0 0 16,-5 3 0-16,-4-4 0 15,-1 3 0-15,-2-1-1 16,-1 2-5-16,-1-2 6 0,-1 2-1 16,-1-1 0-16,-1-2 1 15,0 1 5-15,-2 0-4 16,3-1-1-16,-1 0 0 16,1 0 1-16,1-1-1 15,0 1 1-15,2 1 0 16,3-2-1-16,0-1 0 15,3 0 0-15,3-1-1 16,3 0 1-16,2-1-6 16,1 0 6-16,1 3 1 15,1-3-1-15,-2 0 0 16,-1 3 0-16,0-3 0 16,-4 0 1-16,2 0 0 0,1 2 0 15,2-2-1-15,3 0 2 16,4 0-1-16,1 0-1 15,3 0 0-15,1 0 0 16,3 0 1-16,-1 0-1 16,1 0 1-16,0 0-1 15,1 0 0-15,-4 0 0 16,-1 0-1-16,-2 0 1 16,1 0 0-16,-1 0-1 15,1 0 1-15,-1 0-6 16,0 0 6-16,-2 0 0 15,0 0 0-15,1 0 1 16,0 0 0-16,1 0-1 0,1 0 0 16,-2 0 1-16,0 3 0 15,-3-2 0-15,-1 2 0 16,-1 2-1-16,-2-3 0 16,1 1 1-16,1 0 0 15,2 0 0-15,4-2-1 16,3-1 1-16,3 3-1 15,2-3 0-15,5 0 0 16,2 0 0-16,1 0 0 16,5 0 0-16,0 0 0 15,2 0 0-15,1-3 0 16,-1 3 0-16,4-3 1 0,-4 2-1 16,1-2 0-16,-2 0 0 15,3 1 0 1,-4-1 1-16,-2 1-1 0,0-1 0 15,1 0 0 1,-1 2 0-16,0-1 0 0,0-1 0 16,1 3 0-16,-2-3 0 15,0 2 0-15,-4-2 1 16,3 2-1-16,0 0 1 16,1 1-1-16,1 0 0 15,0 0 0-15,2 0 0 16,2 0 1-16,-2 0-1 15,0 0 0-15,-2 0 0 16,-1 0 0-16,-2 0 0 16,-1 0 0-16,-1 0 0 0,-1 0 0 15,1 0 1-15,0 0-1 16,1 0 0-16,1 0 1 16,3 0-1-16,2 0 0 15,1 0-1-15,5 0 1 16,-2 0 0-16,0 0 0 15,1 0-1-15,1 0 2 16,0 0-2-16,2 1-4 16,1-1 5-16,-1 1 1 15,1 1 0-15,0-1-1 16,-5 0 0-16,0 2 0 16,-2 0 1-16,0-1-1 15,-1-1 1-15,-1 2-1 16,1 0 1-16,0-3-1 15,0 5 1-15,2-5-1 0,-2 2 0 16,3-1 0-16,-2 1 0 16,0-2 0-16,-1 1 1 15,0 1-1-15,3-1 0 16,0 1 0-16,4-1 0 16,1-1 0-16,1 3 0 15,2-2 0-15,2 0 0 16,1 1 0-16,3-2 1 15,-1 1-1-15,2-1 0 16,-1 0 0-16,1 2 0 16,1-2 0-16,2 1 0 15,0-1 0-15,0 2 0 16,2 0-1-16,-1 3 0 0,1 1-5 16,-1 7 5-16,2 6-1 15,0 5 2-15,0 3-1 16,0 6 0-16,0 0 1 15,3 0 1-15,3-1-1 16,3-2 0-16,1-3 0 16,1 0 0-16,0 2 1 15,0-3-1-15,0 2 2 16,0-3-1-16,0 0 0 16,-2 0 1-16,0-2-1 15,0-3 0-15,-3 1-1 16,0-1 1-16,-1-3 0 0,-1 0 0 15,1-3-1 1,0-2 0-16,1-1 0 0,-1 1 1 16,-2-3 0-16,1-1-1 15,0-2 0-15,-1 2 0 16,2-1 1-16,0 0 0 16,-1 0 0-16,2 0 0 15,0-1 0-15,3-1 8 16,2 1-8-16,1-2 6 15,4 0-1-15,2-4 3 16,6 0 5-16,3 0-1 16,2 0-2-16,4 0-2 15,0 0-2-15,0-7-1 0,0 3-5 16,-3-1 0-16,-4-1 0 16,1 1 1-16,-3-1-1 15,-3 1 0-15,-6 2-1 16,0 0 1-16,-6 0 0 15,-3 0-1-15,-3 1 0 16,-2 2-24-16,1 0-25 16,-2 0-43-16,0 0-41 15,0 0-77-15,0 0-300 16,-6 0-247-16</inkml:trace>
  <inkml:trace contextRef="#ctx0" brushRef="#br0" timeOffset="165727.84">16823 4483 1101 0,'0'0'1056'0,"0"0"-864"16,0 0-55-16,0 0-82 15,0 0 1-15,0 0-56 16,0 0-67-16,-58-8-559 0</inkml:trace>
  <inkml:trace contextRef="#ctx0" brushRef="#br0" timeOffset="171198.15">17351 5564 385 0,'0'0'26'0,"0"0"470"15,0 0-331-15,0 0-47 16,0 0 21-16,0 0 8 15,49 4-6-15,-23 2-24 16,7 1-5-16,7 1 2 16,8-1-25-16,5 0-12 15,5-1 0-15,3-2-14 16,5 0-18-16,3-4-14 0,4 0-3 16,0 0 0-1,0 0-6-15,3 0-7 0,9 0 1 16,12 0 1-16,12-5-4 15,4-1 2-15,-7 0-3 16,-22 2-11-16,-20 1 6 16,-15 1 1-16,-1-1-2 15,10-1 3-15,20-4 1 16,23-1 8-16,8-4-9 16,-6 4 10-16,-24-1-8 15,-19 5-4-15,-11 3-5 16,9-3 8-16,11 0-10 15,7 0 9-15,1-2-9 16,1 1 1-16,-4 1 5 0,0-1 0 16,0 1 6-16,-1-1-3 15,2 2 3-15,-2 0 6 16,0-1-11-16,-2 2 5 16,-2 2-6-16,0-1 0 15,-1 1 0-15,-1-1-5 16,1 1 0-16,2-1 0 15,15-3 4-15,-8 1-4 16,1-1 0-16,2 0-1 16,-11 0 6-16,8 1 1 15,0 0 5-15,-3 2 0 16,1-3 7-16,-1 2-4 16,-2-1-1-16,0 1-2 15,-1-1 0-15,-2-1 1 16,-2 0-2-16,-3 1-5 0,-3 0 2 15,-3 0 6-15,-1 1-8 16,-3 3 1-16,-2-2 4 16,-3 1 1-16,2 1 3 15,-1-2-6-15,-2 1 1 16,0 0-2-16,0 1 4 16,-2 0-6-16,-1 0-5 15,-1 0 0-15,-3 0 8 16,1 0-3-16,-1 0-4 15,-2 1 7-15,2 2-2 16,-3 0-5-16,-2 0-1 0,-2 1 0 16,-1-1 0-16,-2 1 1 15,-1-1-1-15,-1 2 0 16,0 0 1-16,1-1-1 16,2-1-1-16,0 4-1 15,1-3 1-15,3 0 6 16,1 0-5-16,0-1-1 15,2 0 1-15,-1-1 0 16,0 0 7-16,1-1 2 16,-3 1-9-16,1 1 0 15,2-2 1-15,-2 0 3 16,1 1-4-16,-1 0-1 16,1 1 8-16,-2-3-7 15,2 3 0-15,-4-1 7 16,2 1-7-16,-2-2 5 0,2 1-4 15,-2-1 7 1,4 1-2-16,-1-2-6 0,0 3 8 16,5-1-3-16,-2 0-4 15,1-1 5-15,0-1-5 16,-2 0-2-16,0 1 8 16,-1-1 4-16,-2 0-11 15,2 0 0-15,-2 0 8 16,-2 0-7-16,0 0 4 15,2 0-5-15,-2 0 11 16,2 0-7-16,0 0-4 16,1 0-1-16,5 2 10 0,0 1-10 15,2 0 1-15,0-1 1 16,3-1 5-16,-2 3 5 16,3-1-10-16,-2-1-1 15,2 2 7-15,1-1-7 16,2 2 5-16,1-2-6 15,0-1 6-15,2-1-5 16,0 1 0-16,1-2-1 16,0 1 0-16,0-1 1 15,0 0 0-15,-1 0 0 16,0 0-1-16,-2 0 1 16,0 0 5-16,2 0-5 15,1 0 5-15,-2 0-5 16,-1 0 0-16,0 0 5 15,0 0-5-15,-1-1 5 0,2-2-5 16,1 1 7-16,2 2-7 16,4 0 0-16,0 0 7 15,-1 0-7-15,-2 0-1 16,-4 0 0-16,-1 0-5 16,-3 2 4-16,-3-1 1 15,-1 1 1-15,-5-1-1 16,-1 0 0-16,-5-1 0 15,-1 2 1-15,-3-2 0 16,1 0 5-16,2 0-5 16,0 0 7-16,-1 0-2 15,3 0 0-15,-1 0-4 16,1 0 4-16,-1 0-5 0,0-2 14 16,-1 1-15-16,3 1 11 15,-2-1-10-15,0-1 13 16,2 1 4-16,3-1-6 15,3-1-2-15,1-2-4 16,2 1 6-16,-2 0-6 16,-3 0 0-16,0-1-5 15,-1 0 10-15,-1-1-5 16,-2 1 3-16,2-1 1 16,-2-2 5-16,-3 2 0 15,0 1-1-15,-2-1-8 16,0 1 3-16,-1 0-8 0,0 1 8 15,-2 0-8-15,2 0 6 16,-2-1 1-16,2 2-2 16,-2 0 3-16,-2-1 3 15,-2 1-2-15,-3-1-2 16,-1 1-7-16,-3 0 10 16,-1 1-4-16,-2 0-1 15,-1 0-4-15,-2 1 8 16,-4-1-10-16,-1 2 10 15,-3 0-9-15,-2 0-1 16,1 0 6-16,-1-2-6 16,-1 2 0-16,2 0 0 15,-2 0 0-15,0 0 0 0,0 0 0 16,0 0 0 0,0 0 0-16,0 0-1 0,0 0 0 15,-21 0-62-15,-65 0-140 16,3-3-303-16,-12-4-704 0</inkml:trace>
  <inkml:trace contextRef="#ctx0" brushRef="#br0" timeOffset="179120.61">20276 8043 337 0,'0'0'970'0,"0"0"-638"16,0 0-83-16,0 0-10 15,0 0 30-15,63-14 3 16,-17 0-74-16,20-10-60 16,24-7-47-16,27-9-27 15,7 2-13-15,-9 3-22 16,-26 12-23-16,-29 9-5 0,-20 4 0 15,-13 5-1-15,-8 2-21 16,-5 1-99-16,-23 2-189 16,-19 0-68-16,-13 7-537 0</inkml:trace>
  <inkml:trace contextRef="#ctx0" brushRef="#br0" timeOffset="179501.48">20336 7592 1532 0,'0'0'297'0,"0"0"-48"0,0 0-72 15,0 0 8-15,0 0-90 16,0 0-43-16,0 0 60 15,-81 99-6-15,38-41-9 16,-2 3-13-16,7-4-1 16,8-5-14-16,15-6-33 15,13-5-4-15,5-10 1 16,41-4 1-16,40-10 5 16,51-11 12-16,24-6-5 15,4-16-5-15,-11-8-7 16,-25 0-17-16,-11 1-17 0,-23 6 0 15,-26 6 0-15,-26 4-1 16,-21 6-33-16,-10 1-104 16,-35 22-223-16,-17 5-368 15,-23 6-775-15</inkml:trace>
  <inkml:trace contextRef="#ctx0" brushRef="#br0" timeOffset="183678.44">12025 9117 1147 0,'0'0'200'0,"0"0"-27"16,0 0 22-16,-96-66-66 15,49 46-8-15,-4 0 20 16,-3 3 6-16,-1 1-25 16,4-1-61-16,2 5-33 15,-2 2-15-15,-4 3-7 16,-3 6-4-16,-17 1 4 16,-17 13-5-16,5 7 11 15,10 5 7-15,7 5 2 0,13 0-3 16,-7 10 19-16,-6 8 5 15,1 6 1-15,-2 16 8 16,-4 13-5-16,11-4 11 16,12-8-1-16,14-9-12 15,10 0 2-15,-2 21 11 16,3 22-5-16,11 4-19 16,12-7 29-16,4-12-5 15,11-11 3-15,9 3 2 16,7-2-30-16,4 2-7 15,5 0 38-15,4-14-13 16,-6-13-8-16,-4-14-2 0,3-4-5 16,7 4-2-1,9 4-8-15,5 3-2 16,6-6-2-16,-1-3-5 0,2-9 7 16,4-4-8-16,2-9 6 15,3-9-3-15,12-8 1 16,18-3-10-16,13-25 11 15,1-7-8-15,-22 1-2 16,-22 5-1-16,-22 5-3 16,-6 4 5-16,8-6-2 15,7-5-8-15,7-5 1 16,-4-1 8-16,-2-4-10 16,-7-5-1-16,1-3 1 0,-4-2 0 15,-5-4 0 1,2-4-1-16,-1 1-8 0,-3-2 1 15,-1-3-13-15,-4 1 12 16,-2-2 9-16,-4-3-8 16,-2 1-16-16,-4-2 5 15,-4 3 2-15,-4-1-4 16,-7 2-4-16,-9 2-1 16,0 0-2-16,0-1 17 15,-18-2 11-15,-6-3-1 16,-7 2-34-16,-9 1 1 15,-2 5-5-15,-6 7 1 16,2 8 10-16,-5 8-1 16,-2 3 4-16,-1 9-4 0,-3 4 2 15,-3 2 0-15,-1 6 17 16,0 4 1-16,1 4-14 16,1 3-5-16,2 2-6 15,7 0 10-15,5 0 9 16,9 0 9-16,4 2 6 15,4 0-1-15,1 2-4 16,2-1 4-16,1 0-13 16,2-1 1-16,8 1-10 15,4-1 2-15,-2-1-10 16,1 1-8-16,1 2-11 16,-5 1-6-16,0 6-15 15,3-2-281-15,2 0-430 0</inkml:trace>
  <inkml:trace contextRef="#ctx0" brushRef="#br0" timeOffset="183868.86">11707 9107 1920 0,'0'0'220'0,"0"0"-155"16,-85 0-43-16,-8 21-22 16,7 0-120-16,-5 4-534 0</inkml:trace>
  <inkml:trace contextRef="#ctx0" brushRef="#br0" timeOffset="185674.73">17788 13690 750 0,'0'0'250'0,"0"0"7"0,0 0 9 16,0 0-24-1,0 0 49-15,0 0-15 0,-30-11-55 16,30 9-21-16,0 2-27 16,0 0-27-16,0 0-32 15,17 0-19-15,8 0 11 16,15 0-3-16,8 0-20 16,10-1-55-16,7-5 10 15,3-4-8-15,1 1-11 16,-1-1-7-16,-2 2-6 15,-9 1-6-15,-8-1-7 16,-10 2 6-16,-13 3 0 16,-6-2-5-16,-11 4-10 0,-6-1-52 15,-3 2-34 1,0 0-42-16,-12 0-74 0,-12 8-243 16,-28 12-112-16,7-3-167 15,-1-1-446-15</inkml:trace>
  <inkml:trace contextRef="#ctx0" brushRef="#br0" timeOffset="185974.98">17802 13904 1358 0,'0'0'479'15,"0"0"-143"-15,0 0-126 0,0 0 56 16,0 0-14-1,0 0-47-15,0 0-44 0,113 0-25 16,-50-8-28-16,5 0-18 16,10-4-27-16,-1-1-21 15,-1 0-12-15,0 0-20 16,-7 1-2-16,-8 2-7 16,-13 3-1-16,-12 1 0 15,-14 2 0-15,-10 2-1 16,-11 2-44-16,-1 0-59 15,-6 0-68-15,-44 9-60 16,1 5-289-16,-8-3-346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19:08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19198 4352 757 0,'0'0'57'16,"0"0"-55"-16,0 0 14 15,0 0 3-15,0 0-8 16,0 0-9-16,1 1-2 0,-1 5-21 16,0 1 14-16,0 8 7 15,3-2 0-15,2-2-82 0</inkml:trace>
  <inkml:trace contextRef="#ctx0" brushRef="#br0" timeOffset="502.96">20869 4357 696 0,'0'0'137'0,"0"0"-3"0,0 0 57 16,0 0-23 0,0 0-93-16,0 0-46 0,0 0-16 15,0-10-5-15,0 10-7 16,0 0 8-16,0 0-8 15,0 0 0-15,0 0 7 16,0 0-7-16,0 0 9 16,0 0-10-16,0 0 7 15,0 0-7-15,0 0 0 16,0 0 0-16,0 0 1 16,0 0-2-16,0-1-9 15,7 1-9-15,0-1-78 16,1-2-409-16</inkml:trace>
  <inkml:trace contextRef="#ctx0" brushRef="#br0" timeOffset="1207.72">23993 4466 748 0,'0'0'191'16,"0"0"-11"-16,0 0-46 16,0 0-52-16,0 0-24 15,0 0-32-15,0 0 0 0,2 0 11 16,2 0-8-16,-3 1-3 15,2 2-3-15,1-2-2 16,-1 1-4-16,0 0-7 16,-2-2-4-16,1 3-6 15,1 5-28-15,-2-2-104 16,-1 0-201-16</inkml:trace>
  <inkml:trace contextRef="#ctx0" brushRef="#br0" timeOffset="1931.02">26423 4492 396 0,'0'0'136'0,"0"0"-23"16,0 0-15-16,0 0 36 16,0 0 13-16,0 0-3 15,0 0-21-15,9 0-29 16,-6 0-11-16,0 0-18 16,0 0 6-16,-2 0-20 15,-1 0-17-15,2 0-15 16,-2 0-3-16,0 0-11 0,1 0-5 15,4 0 0 1,4 0-31-16,20 0-96 0,0 0-153 16,4 0-462-16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14:04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6531 2527 886 0,'0'0'231'0,"0"0"37"15,0 0 55-15,0 0 10 16,0 0-100-16,0 0-103 16,-19 0-23-16,83 0 68 15,42 0-2-15,58-2-57 0,22-11 5 16,4-3-38 0,-16-1-41-16,-26 2-6 0,-14 3-18 15,-16 3-6-15,-27 3-12 16,-31 2 2-16,-26 2-2 15,-17 1 0-15,-6 1-30 16,-6 0-64-16,-5 0-60 16,-49 1-138-16,-5 10-201 15,-16 0-252-15</inkml:trace>
  <inkml:trace contextRef="#ctx0" brushRef="#br0" timeOffset="253.11">6806 2749 1625 0,'0'0'245'0,"0"0"-101"0,97 0 106 15,-2-7-10-15,27-6-22 16,13 0-24-16,-10 3-54 16,-12 3-39-16,-31 2-32 15,-19 3-24-15,-15 1-20 16,-7 1-4-16,6 0-12 15,3 0-9-15,0 0 0 16,-7 0 0-16,-10 0-21 16,-13 5-65-16,-20 13-123 15,-8 1-177-15,-22-2-370 0</inkml:trace>
  <inkml:trace contextRef="#ctx0" brushRef="#br0" timeOffset="7833.13">7313 8246 443 0,'0'0'46'0,"0"0"476"16,0 0-306-16,0 0-22 16,0 0 40-16,0 0-25 15,-21 4-27-15,21-4-31 16,0 0-24-16,0 0-38 16,10 0-16-16,5-1-25 15,12-1-16-15,12 2 1 16,13 0 27-16,20 0 10 15,-1 0-12-15,4 0-7 16,5 0-12-16,1 0 7 16,23 3 5-16,16 0-12 15,-1 1-2-15,-11-4-7 16,-25 3 4-16,-25-1-11 0,-13-1-8 16,-2 2-5-16,7-2-4 15,8 2-4-15,6-1-1 16,4-2 6-16,-1 0-5 15,2 0 8-15,2 0-1 16,1 0 6-16,-2-5-6 16,3 3 5-16,-4-1-4 15,3 1 2-15,-1-1-3 16,-1 0-3-16,-1 3-4 16,0 0 7-16,-4 0-2 15,4 0-6-15,-4 0 0 16,3 0-1-16,-1 0 0 15,3-1 0-15,-3 1 0 16,0-1 1-16,-4 1-1 16,-2 0 1-16,-4 0-1 0,-4 0 0 15,-2 0 0-15,0 0 0 16,-1 0 11-16,4 0-10 16,0 0 0-16,3-3 5 15,1-1-5-15,-2-1 0 16,-1 0 0-16,-1-1 0 15,-1 3 0-15,-1-2 0 16,1 0 0-16,1 2 0 16,-2 0 4-16,0 0-2 15,2 0-2-15,1 2 8 16,-1-1-7-16,3 2 11 16,-2 0 2-16,0 0-6 0,2 0 0 15,-2 0-3-15,0 0 6 16,5 0 5-16,4 0-2 15,0 2-3 1,0-2 4-16,3 0 1 0,-1 0 4 16,-3 0-5-16,-2 0-5 15,-6 0 1-15,-5 0 1 16,-6 0 5-16,-7 0 5 16,-7 0-10-16,-6 0 5 15,-5 0 6-15,-2 0 3 16,-1 0-6-16,-1 0 3 15,4-4 0-15,2 2-4 16,0-1 4-16,0 0-5 16,0 0-7-16,-5 1-1 0,-1 1-10 15,-3-2 5-15,0 0-5 16,-6 3 5-16,-2-1-5 16,-2 1 1-16,-2 0-2 15,0 0 0-15,0 0-15 16,-6 0-44-16,-55 0-109 15,1 0-115-15,-14 0-466 0</inkml:trace>
  <inkml:trace contextRef="#ctx0" brushRef="#br0" timeOffset="13816.59">7710 7394 152 0,'0'0'171'15,"0"0"-80"-15,0 0 3 16,0 0 14-16,0 0-4 0,0 0 17 16,-5 0 1-16,2 0 9 15,3 0-2-15,0 0-6 16,0 0 15-16,0 0 9 15,0 0 5-15,0 0 0 16,0 0-7-16,0 0 1 16,0 0-40-16,0-3-27 15,3-5 0-15,11-1-21 16,6-9-8-16,7-3 13 16,3-6 7-16,7-2-2 15,2-1-8-15,3-4-9 16,-2 0-8-16,-1 2-4 0,-2 3-10 15,-3-2-8 1,-2 4-4-16,-7 3-5 0,-1 1-4 16,-6 5-7-16,1 3 5 15,-8 3-6-15,-4 6 1 16,-4 3-1-16,-1 1-6 16,-2 2-49-16,0 0-60 15,0 0-76-15,-5 0-41 16,-4 0-153-16,-4 0-303 0</inkml:trace>
  <inkml:trace contextRef="#ctx0" brushRef="#br0" timeOffset="14132.13">7948 6886 801 0,'0'0'748'16,"0"0"-536"-16,0 0-77 15,0 0-28-15,0 0 23 16,0 0-16-16,0 0-33 16,108 0-32-16,-73 0-13 15,0 0 16-15,-4 0-11 16,-4 4-14-16,-6 5-5 15,-5 1-7-15,-5 1-3 0,-5 2-4 16,-6 2-2 0,0 4-6-16,-9 1 0 0,-21 16-8 15,3-8-151-15,2-5-356 0</inkml:trace>
  <inkml:trace contextRef="#ctx0" brushRef="#br0" timeOffset="14778.48">9802 7394 1151 0,'0'0'372'16,"0"0"-30"-16,0 0-98 16,0 0-18-16,0 0-54 15,0 0-33-15,0 0-8 16,66-28-20-16,-20 9-28 0,8-3-18 16,9-4-4-1,5-3-22-15,1-3-3 0,-2 1-12 16,-6 2-11-16,-9 4-1 15,-10 1-10-15,-9 8 4 16,-11 2-5-16,-10 3-1 16,-3 4-7-16,-8 0-38 15,-1 0-68-15,0-1-96 16,-6 2-64-16,-8-2-295 16,-3 1-368-16</inkml:trace>
  <inkml:trace contextRef="#ctx0" brushRef="#br0" timeOffset="15048.42">10356 6903 1461 0,'0'0'313'16,"0"0"-128"-16,0 0-102 15,0 0 69-15,0 0-13 16,88 6-44-16,-51-3-27 15,-1 1-4-15,4-1-15 16,-9-1-15-16,-7 1-2 16,-7 1-10-16,-8 2-13 15,-5 1-2-15,-4 5-6 16,-6 5 8-16,-12 5-9 16,-6 3-14-16,-12 8-87 15,8-6-251-15,4-9-727 0</inkml:trace>
  <inkml:trace contextRef="#ctx0" brushRef="#br0" timeOffset="15617.3">11349 7289 894 0,'0'0'398'15,"0"0"-21"-15,0 0-97 16,0 0-20-16,0 0-65 15,0 0-55-15,0 0-18 16,-19 10-18-16,30-10-16 0,12-3 8 16,10-7 31-16,11-5-34 15,10-3-35-15,7-5-25 16,6 0 11-16,2-2-18 16,4 3-11-16,-6-1-7 15,-7 3-8-15,-12 6 6 16,-14 1-6-16,-13 7-1 15,-8 1-35-15,-11 3-22 16,-2-1-43-16,0 0-77 16,-30-4-189-16,3 0-336 0,-1 0-497 0</inkml:trace>
  <inkml:trace contextRef="#ctx0" brushRef="#br0" timeOffset="15997.34">11761 6949 492 0,'0'0'1311'0,"0"0"-1009"16,0 0-134-16,0 0-64 16,0 0 18-16,0 0-6 15,83 4 21-15,-34-4-39 0,6 0-29 16,1 0-38-16,-2 0-11 15,-7 0-7 1,-11 0 1-16,-8 0-5 0,-11 4-9 16,-8-2 9-16,-5 4-9 15,-4 3 9-15,0 4 18 16,0 4 10-16,-6 4 5 16,-7 2-18-16,2 0-10 15,-2 1-4-15,1 1-9 16,0-5 7-16,0 0-8 15,3-5-1-15,2 0 0 16,1-5-23-16,-3 2-106 16,1 4-139-16,-1-3-230 15,-4-1-736-15</inkml:trace>
  <inkml:trace contextRef="#ctx0" brushRef="#br0" timeOffset="21583.93">21538 911 1104 0,'0'0'248'16,"0"0"-54"-16,0 0 51 15,-84-19-50-15,48 19-28 16,-6 17-33-16,-5 16-21 0,-7 26 3 15,-4 36-19 1,3 36-13-16,9 18 15 0,20-4-17 16,20-17 9-1,6-25-16-15,32-11 3 0,5-20-23 16,5-15-10-16,21-4-1 16,20-7-16-16,14-7 4 15,15-12 6-15,-23-19-5 16,-26-8-6-16,-14-11-7 15,-7-11-8-15,5-13-2 16,11-21-4-16,4-35-5 16,-10-34 1-16,-16-23 5 15,-21-12-5-15,-15 1-2 16,-21 17 9-16,-12 11-9 0,-1 34-1 16,1 31-15-16,3 30-14 15,-6 24 9-15,-28 12-32 16,-31 26-59-16,-8 48-115 15,17 1-267-15,31 0-307 0</inkml:trace>
  <inkml:trace contextRef="#ctx0" brushRef="#br0" timeOffset="22214.79">21905 3018 408 0,'0'0'299'0,"0"0"-55"16,0 0 16-1,0 0-45-15,0 0-19 0,-55-84-14 16,35 72 28-16,-2 2-30 15,-8 5-36-15,-7 5-46 16,-5 0-8-16,-7 19 7 16,-5 14 18-16,-4 22-8 15,-6 25-10-15,7 26-14 16,11 6 0-16,25-10-3 16,20-21-17-16,1-28-17 15,14-9-14-15,12-8-7 16,8 3-13-16,14 1 2 15,10-5-13-15,9-13 7 16,5-15-2-16,-2-7-5 0,0-19 10 16,-3-17-1-16,-7-13-4 15,-5-20 5-15,-4-24-10 16,-20-24 5-16,-18-8-6 16,-15 4 0-16,-26 31 0 15,-1 32-20-15,0 23-14 16,1 21-2-16,-12 11-33 15,-38 33-129-15,5 12-361 16,6 11-365-16</inkml:trace>
  <inkml:trace contextRef="#ctx0" brushRef="#br0" timeOffset="22867.94">21987 4521 74 0,'0'0'851'15,"0"0"-527"-15,0 0-9 16,0 0-19-16,0 0-29 16,0 0-56-16,0 0-35 15,-81-40-55-15,54 71-29 16,-7 27 20-16,-3 31 14 16,10 24-11-16,9 13 6 0,17-11-25 15,1-27-27 1,19-29-12-16,2-20 7 0,9-9-22 15,10 2-1-15,9-2-11 16,10-8-15-16,2-15-6 16,-3-7-2-16,-5-27 1 15,-5-14-2-15,-5-24 1 16,-11-30-5-16,-19-28 7 16,-13-15-8-16,-10 9 7 15,-19 28-7-15,4 38 11 16,5 23-4-16,0 15-8 15,-7 2-2-15,-4 9-4 16,-12 10-18-16,-4 4-54 16,-11 43-61-16,11-3-105 0,11-7-452 15</inkml:trace>
  <inkml:trace contextRef="#ctx0" brushRef="#br0" timeOffset="24062.15">22217 892 1113 0,'0'0'655'0,"0"0"-415"0,0 0-83 15,0 0-92-15,0 0-16 16,0 0 30-16,0 64-8 16,18-34-19-16,7-3-26 15,5-3-11-15,4-5-6 16,0-9 0-16,-2-3-3 16,-7-7-4-16,-4 0 5 15,-6-9 3-15,-5-10 1 16,-4-4-1-16,-3-3-1 0,-3 2-3 15,0 3 16 1,0 7 35-16,0 5 16 0,0 7-9 16,0 2-35-16,0 4-22 15,8 17-6-15,4 12 0 16,4 8 16-16,5 7-1 16,1 3 26-16,4 2 7 15,-2 3 1-15,-2-4-19 16,-3-2-13-16,-7-7-3 15,-6-2-5-15,-6-7-4 16,0-3 3-16,-4-6-7 16,-13-2 5-16,-5-4 2 15,-5-3-8-15,-4-2 5 16,1-5-6-16,0-3 0 16,5-6-10-16,7 0-37 0,8 0-63 15,10-20-146-15,11 1-242 16,7-3-307-16</inkml:trace>
  <inkml:trace contextRef="#ctx0" brushRef="#br0" timeOffset="24319.14">22736 1129 1759 0,'0'0'482'0,"0"0"-293"16,0 0-110-16,0 0 80 16,0 0-19-16,50 104-47 15,-28-65-39-15,0 2-27 16,-3-5-17-16,-5-5-8 16,-3-6-2-16,-5-6-9 15,-1-5-121-15,-5-14-203 16,-5 0-253-16,-9-12-607 0</inkml:trace>
  <inkml:trace contextRef="#ctx0" brushRef="#br0" timeOffset="24663.98">22444 495 1272 0,'0'0'541'0,"0"0"-311"0,0 0-53 16,0 0-68-16,0 0 43 16,0 0-23-16,-94 90-25 15,80-66-22-15,1-3-32 16,4-3-22-16,1-6-9 16,5-5-8-16,2-5-4 15,1-2 1-15,0 0 23 16,0-10 43-16,9-9-36 15,3-2-23-15,4 0 0 16,3 5-1-16,2 7-8 16,5 8-5-16,0 1 0 0,6 8-1 15,-2 14 1-15,-1 8-1 16,0 7-9-16,14 26-112 16,-6-7-358-16,-4-5-545 15</inkml:trace>
  <inkml:trace contextRef="#ctx0" brushRef="#br0" timeOffset="25436.47">22639 2881 1365 0,'0'0'477'16,"0"0"-195"-16,0 0-135 15,0 0-48-15,0 0-41 16,0 0 16-16,0 0 62 16,61 72-33-16,-28-45-44 15,0-4-26-15,1-3-13 16,-3-8-13-16,-2-7-6 0,-6-5 5 15,-4 0 0 1,-6-10 0-16,-6-11 6 0,-4-8-12 16,-3-3 2-16,0-2 4 15,-6 0 0-15,-3 3 0 16,1 9 0-16,3 10 9 16,2 10 19-16,3 2-22 15,0 19-11-15,5 13-1 16,11 12 6-16,2 4 3 15,4 1 3-15,0 1 10 16,1-5 5-16,-5-1-11 16,-5-3-5-16,-7-4-10 15,-6 0 0-15,0-5 1 0,-9-2-1 16,-10-7-1 0,-4-5 0-16,2-6-67 0,2-11-32 15,8-18-108-15,4-14-260 16,6-7-418-16</inkml:trace>
  <inkml:trace contextRef="#ctx0" brushRef="#br0" timeOffset="25729.43">23145 2960 646 0,'0'0'966'15,"0"0"-778"-15,0 0-57 0,0 0-28 16,0 0 30-16,0 0-52 15,98-38-13-15,-86 37-6 16,-5 1-19-16,-3 0-10 16,-4 7 6-16,0 9 45 15,0 2 4-15,-2 4-12 16,-3 0-31-16,2 2-17 16,2-4-5-16,1-3-10 15,0 0-7-15,9-10-4 16,9-4-2-16,2-3 6 15,7-7-6-15,2-13-39 16,-1-26-173-16,-7 5-292 16,-13-5-702-16</inkml:trace>
  <inkml:trace contextRef="#ctx0" brushRef="#br0" timeOffset="26113.1">22712 2198 1403 0,'0'0'325'15,"0"0"-14"-15,0 0-161 16,0 0 15-16,-50 78-10 16,43-41-15-16,6-2-31 15,-1-3-48-15,2-3-20 16,0-10-29-16,0-6 1 15,0-6-6-15,0-5-5 0,0-2-2 16,3-9 20-16,4-16 41 16,3-14-41-16,0-8-13 15,5-7-7-15,2 2 1 16,3 7 1-16,1 12 7 16,2 16 10-16,2 14-10 15,3 5 3-15,4 25-2 16,2 9 4-16,0 11 10 15,2 3-12-15,0 6-11 16,0 3-1-16,13 26-21 16,-11-14-272-16,-8-10-890 0</inkml:trace>
  <inkml:trace contextRef="#ctx0" brushRef="#br0" timeOffset="26801.13">23125 4379 1235 0,'0'0'330'0,"0"0"-9"15,0 0-122-15,0 0-72 16,0 0-62-16,0 0-17 16,0 0 47-16,8 52-17 0,9-32-29 15,3-1-15-15,4-5-12 16,-2-6-4-16,2-4-5 15,-5-4-1-15,-1-7-4 16,-3-11-1-16,-5-5 5 16,-2-5 0-16,-3-1-10 15,-4 4 8-15,-1 8-3 16,0 6 8-16,0 8 11 16,2 3-10-16,2 10-15 15,6 15 0-15,2 10 10 16,6 5 9-16,2 4 13 15,2 1 9-15,0-2-8 16,-4 0-11-16,-3-4-13 0,-7 0 2 16,-7-5-11-1,-1-3-1-15,-9-2 1 0,-12-7-1 16,-4-3 0-16,-2-9-33 16,3-10-56-16,-1-13-130 15,7-13-114-15,9-9-488 0</inkml:trace>
  <inkml:trace contextRef="#ctx0" brushRef="#br0" timeOffset="27155.76">23559 4412 1311 0,'0'0'265'0,"0"0"-51"16,0 0-69-16,0 0 3 15,0 0-52-15,96-34-51 16,-85 35-12-16,-2 17-1 15,-6 2-6-15,-3 5 5 16,0 3 6-16,-6-1 3 16,-5 0-9-16,2-3-7 15,1-5-9-15,4-7-5 16,2-5 0-16,2-3 4 16,0-1-5-16,11 0 16 15,9 2 29-15,9 0 1 16,4 0-11-16,-1 4-21 15,1-1-7-15,-7 2-7 16,-8 1-7-16,-7 0-1 16,-11 4 0-16,0 1 5 0,-22 0-6 15,-11-1-18-15,-11-3-76 16,-36-12-98-16,9 0-191 16,2-14-482-16</inkml:trace>
  <inkml:trace contextRef="#ctx0" brushRef="#br0" timeOffset="27577.72">23256 3710 985 0,'0'0'626'16,"0"0"-399"-16,0 0 44 15,0 0-117-15,0 0-55 0,0 0-35 16,0 0 29-16,-85 73-8 16,72-39-24-16,0-1-18 15,4-3-14-15,3-4-17 16,1-4-3-16,3-7-8 16,2-5 0-16,0-7 1 15,0-3-1-15,0-13 7 16,11-14 5-16,4-14-12 15,3-4 5-15,4-5 0 16,2 5-5-16,3 6 0 0,0 11 8 16,3 12-3-1,2 12 3-15,-3 4-2 0,3 7-1 16,-4 17 3-16,-2 5-9 16,-2 6 1-16,-6 3-2 15,-4 5 1-15,-1 0-105 16,0 13-170-16,-2-12-389 15,-4-13-763-15</inkml:trace>
  <inkml:trace contextRef="#ctx0" brushRef="#br0" timeOffset="27725.65">23838 3817 1839 0,'0'0'373'0,"0"0"-157"16,0 0-132-16,0 0 12 0,0 0-59 15,0 0-37-15,0 0-67 16,-13 0-288-16,-4 0-908 0</inkml:trace>
  <inkml:trace contextRef="#ctx0" brushRef="#br0" timeOffset="30933.04">20768 520 940 0,'0'0'284'0,"0"0"-57"16,0 0 13-16,-101-28-50 15,65 28-26-15,-1 5-12 16,6 15-44-16,5 7-48 15,7 10-21-15,10 8-3 16,9 0 8-16,0 1-10 16,16-5-13-16,11-6-10 15,4-11-10-15,4-8 1 16,1-11 5-16,-1-5-1 16,-2-11 7-16,-3-14-2 0,-7-11 1 15,-7-5-3-15,-9-6 1 16,-7-2-4-16,0 0-5 15,-12 3 0-15,-10 0 6 16,-3 6-6-16,-2 8-1 16,6 10 0-16,4 9-19 15,7 13-14-15,5 0-25 16,5 21 0-16,0 5 24 16,12 2-64-16,11 4-106 15,20 3-135-15,-4-7-144 16,-4-11-161-16</inkml:trace>
  <inkml:trace contextRef="#ctx0" brushRef="#br0" timeOffset="31502.6">20891 493 436 0,'0'0'329'0,"0"0"3"15,0 0-60-15,0-71-19 16,-2 61-28-16,2 7-30 16,0 3-106-16,0 9-55 15,6 17 34-15,7 6 6 16,3 4 6-16,0 3-15 15,-1 0-27-15,1-3-22 16,1-6-15-16,1-5 7 16,-1-7-7-16,-3-7 0 15,-2-8-1-15,0-3 0 16,-3-6 10-16,0-16-2 0,-1-3-8 16,-2-6 1-16,-2-3-1 15,-3 2 0-15,-1 3 0 16,0 5 1-16,0 9 5 15,0 7 2-15,0 6-7 16,0 2-1-16,2 0-5 16,4 7-1-16,4 7 5 15,2 4 0-15,6 1 0 16,3 1 0-16,1-5 0 16,2-2 0-16,-2-6 0 15,-4-4-1-15,-2-3-4 16,-3 0 6-16,-3-7 1 15,-3-10 5-15,-4-4 3 16,-1-4-2-16,-2-5-5 16,0-4 8-16,-6-5 6 0,-7 2-16 15,2 1 1-15,2 8 13 16,2 9 17-16,4 10 30 16,3 9-39-16,0 0-22 15,1 20-5-15,15 10 5 16,3 9 1-16,3 3 0 15,2 1 0-15,-4-2-1 16,-1-4 0-16,-3-7-72 16,-4-5-124-16,-6-1-142 15,-5-6-178-15,-1-9-263 0</inkml:trace>
  <inkml:trace contextRef="#ctx0" brushRef="#br0" timeOffset="31691.17">21131 506 983 0,'0'0'331'16,"0"0"-146"-16,0 0-105 16,0 0-29-16,82-30-15 15,-46 15-20-15,17-2-16 16,-9 3-192-16,-5 2-545 0</inkml:trace>
  <inkml:trace contextRef="#ctx0" brushRef="#br0" timeOffset="32337.26">21584 338 717 0,'0'0'375'0,"0"0"-68"16,0 0-103-16,0 0-83 15,0 0-42-15,0 0 41 16,-12 71 1-16,12-36-22 15,9 4-21-15,2-5-38 16,2 0-18-16,-2-8-10 16,-1-4-11-16,-1-5 6 15,-3-5-6-15,-3-7-1 0,-3-5-10 16,0 0 0-16,0-18-30 16,-5-7-15-16,-8-9 27 15,1-7 21-15,-2-9 6 16,1-6 2-16,3-1 7 15,4-1-7-15,4 9-1 16,2 13 6-16,5 10 2 16,11 12-8-16,7 9-11 15,0 5 11-15,3 5 2 16,-5 16-2-16,-3 5 1 16,-8 10 9-16,-7 3-10 15,-3 0 1-15,-3 0 5 0,-14-2-6 16,-3-3 0-16,-7 4-113 15,6-9-196-15,5-9-343 0</inkml:trace>
  <inkml:trace contextRef="#ctx0" brushRef="#br0" timeOffset="32921.71">21714 248 1207 0,'0'0'303'15,"0"0"-14"-15,0 0-178 16,0 0-61-16,0 0 71 16,0 0 5-16,27 97-52 15,-15-64-24-15,-2-1-7 16,1-3-22-16,0-4-10 0,2-4-5 16,-4-5-5-16,1-7 1 15,-3-4-2-15,-2-5 1 16,-1 0-2-16,3-17 1 15,0-8-30-15,-1-6 1 16,0-5 6-16,-2 2 0 16,1 0 14-16,-1 7 9 15,-3 10 5-15,-1 8-5 16,0 6 0-16,0 3 1 16,2 1 0-16,1 15-1 15,3 5 6-15,2 3-4 16,3 4 8-16,1-4-10 15,2-2 6-15,2-3-5 0,-1-5 0 16,0-5-1 0,-3-5 2-16,0-4 4 0,-5-1 7 15,1-14 0-15,-2-6-11 16,0-5 7-16,-2-6-8 16,-2-6 5-16,-2-1 0 15,0 0 1-15,0 5 12 16,0 9 11-16,0 10 4 15,0 9-9-15,0 6-25 16,3 3 0-16,4 18-1 16,4 9 0-16,2 3 1 15,1 5 1-15,-3-5 0 0,0 0-1 16,-5-3-27 0,-1-4-68-16,-5 4-180 0,-5-7-267 15,-7-6-333-15</inkml:trace>
  <inkml:trace contextRef="#ctx0" brushRef="#br0" timeOffset="33126.32">21842 420 1348 0,'0'0'330'16,"0"0"-146"-16,0 0-99 15,0 0 70-15,0 0-48 16,93-19-53-16,-56 10-30 0,0 2-24 16,5 7-34-16,-8 0-209 15,-14 0-367-15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15:18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14651 9282 613 0,'0'0'134'16,"0"0"2"-16,0 0 1 16,0 0 37-16,0 0-16 0,0 0-13 15,-25-1-16-15,25 1-24 16,0 0-8-16,0 0-33 15,14 0 3-15,11 5 25 16,9 3 0-16,15 5 2 16,22-4-17-16,21 2-7 15,20 1 1-15,2-4-6 16,-7 1-11-16,-10-2-11 16,-11-2-7-16,1 2-5 15,0-1 2-15,-2-1-2 16,0-1-7-16,-4 0 10 0,0-1-10 15,-13-1-3 1,-8-2 8-16,-13 1-7 0,-2 1-4 16,9 1 0-1,4 1 1-15,6 1-4 0,-4 1 2 16,0 0-2-16,-2 1 4 16,1-1 6-16,3-1 1 15,3 3-5-15,1-4-5 16,4 1 1-16,3-1 5 15,0 0-1-15,5 2-7 16,0-2 8-16,-1 3-5 16,1-2 1-16,-2-1-9 15,-2 2 4-15,2-4 4 16,-3 1 1-16,3-3 7 16,-1 0-1-16,1 0 1 0,-3 0-4 15,0 0-10 1,-4-3-1-16,-2-1 11 0,-3 1-6 15,-1-1-3-15,-3 1-6 16,-2 0 0-16,-3 1 3 16,-2 0-1-16,-3-1-2 15,-6 2 1-15,-5-2-5 16,-4 2 5-16,-7-1 1 16,-3-1-2-16,-4-1-5 15,0 0 5-15,-2 0 2 16,-1-1 1-16,-3-3-8 15,0 0 5-15,-3 0-5 0,-3-4 1 16,-3-2-2-16,-3-5-7 16,-3-3-40-16,-18-8-110 15,-65-20-171-15,2 4-408 16,-13 1-1153-16</inkml:trace>
  <inkml:trace contextRef="#ctx0" brushRef="#br0" timeOffset="3170.73">8499 6931 113 0,'0'0'0'15,"0"0"246"-15,0 0-159 16,0 0 17-16,0 0-61 16,0 0-18-16,0 0-14 0,-11-3-11 15,11 3-12 1,0 0-27-16,0 0 15 0,0 0 12 16,0 0 12-16,0 0 0 15,0-1 0-15,0 1 14 16,0 0 35-16,0 0 32 15,0 0 4-15,0 0 34 16,0 0-10-16,0 0 0 16,0 0 8-16,0 0 9 15,0 0 15-15,-3 0-4 16,0 0-3-16,0 0-11 16,2 0-6-16,1 0-16 15,-2 0-20-15,2 0-29 0,0 9-21 16,0 11 7-16,0 5 50 15,0 7 11-15,0 3-22 16,0 1-8-16,0 0-13 16,0-7-20-16,0 1-15 15,0-5-9-15,0-2-6 16,-3-5-4-16,0-3-1 16,2-5-1-16,1-3-36 15,0-7-153-15,0-5-354 16,9-11-1167-16</inkml:trace>
  <inkml:trace contextRef="#ctx0" brushRef="#br0" timeOffset="3905.45">9796 6852 107 0,'0'0'1231'16,"0"0"-860"-16,0 0-68 15,0 0-44-15,0 0-49 16,0 0-52-16,0 0-66 16,23-59-40-16,-7 59-26 0,3 0-14 15,1 0-2-15,2 7 1 16,-3 5-5-16,-2 3 0 15,-5 0-5-15,-6 4 8 16,-6 5-1-16,0 0 7 16,-5 3 11-16,-11 4 9 15,-5-3-1-15,2 0-5 16,-1-4 2-16,4-3-4 16,1-5 0-16,6-5 1 15,3-3-1-15,4-2-1 16,0-5-2-16,2 1 1 15,0-2 7-15,0 0 5 16,0 0 5-16,7 0-11 16,10 0 1-16,6-3-13 0,4-6-10 15,0 1-8-15,-2 0-1 16,-5-2-27-16,1 0-74 16,13-9-120-16,-3 5-434 15,2-4-960-15</inkml:trace>
  <inkml:trace contextRef="#ctx0" brushRef="#br0" timeOffset="4648.35">11175 6720 933 0,'0'0'535'0,"0"0"-203"0,0 0-48 16,0 0-58-16,0 0-37 15,0 0-56-15,0 0-28 16,97-47-44-16,-69 47-27 16,2 0-10-16,0 1-6 15,-5 9-4-15,-4 1 0 16,-8 5-13-16,-5 0 10 16,-4 2-4-16,-4 0 1 15,-3 2 4-15,-12 0 13 0,-4 1-7 16,-2-3 0-16,0-4-16 15,9-2 8-15,0-7-10 16,8 0 1-16,2-5 8 16,2 0-8-16,0 0 20 15,0 0 13-15,9 0 3 16,9 0 7-16,3 4 11 16,1-1-28-16,4 1-10 15,-1 4-10-15,2 2-1 16,0 3-4-16,-2 3 10 15,-5 1-2-15,-4 0-8 16,-9-1 5-16,-5 2-5 16,-2 1 7-16,-5 0 3 15,-14 0-1-15,-8 1-2 16,-6-3-9-16,-7 0-28 0,-32 4-99 16,11-4-373-16,-6-4-881 0</inkml:trace>
  <inkml:trace contextRef="#ctx0" brushRef="#br0" timeOffset="6158.37">9998 6590 514 0,'0'0'216'0,"0"0"28"0,0 0-22 16,0 0-44-16,-97-19 15 15,70 16-23-15,0 3-9 16,1 0-17-16,-2 0-34 16,1 3-21-16,-1 8-12 15,4 5-3-15,-4 7-3 16,3 6-13-16,-2 7 1 15,3 5 1-15,0 3-15 16,5 3 8-16,2 1-4 16,4 0 1-16,4-3-10 0,4 0-4 15,5-2-5-15,0-2 1 16,0-2-2-16,8-3-8 16,4-3 5-16,4-1-5 15,5-3 8-15,0-1-4 16,4-5 5-16,2-3-1 15,3-1 2-15,3-3-4 16,0-2-2-16,1-2-2 16,0-4-2-16,0-2 5 15,-1-2-2-15,-3-3 5 16,0-1-3-16,-3 0 2 0,1 0-2 16,-1-5 0-16,-2-3 1 15,1-1 1-15,-1-3-1 16,-1-4-1-16,-3 0 3 15,4-4-12-15,-4-3-6 16,-1-2-3-16,-3-1-7 16,-3-6 8-16,2-1-8 15,-4-1 4-15,-2 0-5 16,-5-2 5-16,-2 2-5 16,-3-3 0-16,0-1-1 15,0 4 0-15,0 0 0 16,0 4-15-16,-6 4-11 15,0 4 13-15,-3 1-1 16,0 4 8-16,-1 1-12 0,-2 3 3 16,0-1-3-16,-1 3 5 15,-4 0-2-15,2 1-3 16,-4 2-2-16,-2-2 1 16,-1 1-5-16,2 1 1 15,1-1 5-15,4 0-6 16,0 4 6-16,6 0 3 15,0 2-1-15,5-1 2 16,2 3 4-16,1 1-1 16,1-2-2-16,-2 2 1 15,1 0 2-15,-1 0-7 16,-1 0-7-16,-3 0-33 16,0 0-143-16,-12 8-186 0,2 4-344 15,-5-2-907-15</inkml:trace>
  <inkml:trace contextRef="#ctx0" brushRef="#br0" timeOffset="12451.07">21167 9188 735 0,'0'0'495'0,"0"0"-325"15,0 0 1-15,0 0-21 16,0 0-1-16,0 0-40 16,-2 0-48-16,2 0-34 15,0 0-12-15,0 0-15 16,0 0-1-16,0 0-48 15,0 6-120-15,2 1-162 16,6-1-479-16</inkml:trace>
  <inkml:trace contextRef="#ctx0" brushRef="#br0" timeOffset="12977.38">21781 9179 892 0,'0'0'343'0,"0"0"-92"15,0 0-74-15,0 0-2 16,0 0-5-16,0 0-42 16,0 0-41-16,-4 2-31 0,4-2-20 15,-2 0-17 1,2 1-10-16,0-1-2 0,0 0-7 15,0 0 0-15,0 0 0 16,0 0-80-16,7 0-167 16,7 0-310-16,2 0-410 0</inkml:trace>
  <inkml:trace contextRef="#ctx0" brushRef="#br0" timeOffset="13421.58">22519 9121 753 0,'0'0'395'0,"0"0"-121"0,0 0-53 16,0 0-13-16,0 0-6 15,0 0-59-15,0 0-45 16,-4 2-29-16,4-2-27 16,0 0-29-16,-3 1-11 15,-10 12-2-15,-1-1-120 16,-11 1-579-16</inkml:trace>
  <inkml:trace contextRef="#ctx0" brushRef="#br0" timeOffset="16452.6">23185 935 196 0,'0'0'227'15,"0"0"177"-15,0 0-109 16,0 0-39-16,0 0-15 15,0 0-9-15,-30 2-18 16,28-2-52-16,2 0-51 16,0 0-26-16,0 0-24 15,0 0-23-15,0 0-9 16,15 0-12-16,9 0-2 0,5 0-9 16,2 0-5-16,-1-3-1 15,-4 2-5-15,-2-1-84 16,-6 2-67-16,-1 0-131 15,-5 0-194-15,-5 0-49 16,-3 0-285-16</inkml:trace>
  <inkml:trace contextRef="#ctx0" brushRef="#br0" timeOffset="16634.56">23161 1049 636 0,'0'0'279'16,"0"0"-42"-16,0 0-62 15,0 0-36-15,0 0-17 16,0 0-33-16,0 0-1 0,58 12-25 16,-13-27-31-16,7-3-19 15,0-2-13-15,14-12-154 16,-14 7-155-16,-12 0-388 0</inkml:trace>
  <inkml:trace contextRef="#ctx0" brushRef="#br0" timeOffset="16902.4">23504 680 611 0,'0'0'760'0,"0"0"-520"16,0 0-98-16,0 0-94 0,0 0-12 15,0 0 33-15,0 0 13 16,113 62-16-16,-81-38-18 15,-4 0-3-15,-6 1 8 16,-7-1-10-16,-7 0-11 16,-8 2-11-16,0-1-6 15,-11 1 5-15,-12 3-12 16,-6-2-7-16,-1 0-1 16,11-2-87-16,6-8-266 15,11-9-719-15</inkml:trace>
  <inkml:trace contextRef="#ctx0" brushRef="#br0" timeOffset="17960.11">24247 577 35 0,'0'0'679'0,"0"0"-444"16,0 0-19-16,0 0-15 0,0 0-37 16,0 0 2-1,0 0-45-15,-54-29-9 16,42 29-9-16,-3 0-10 0,-1 0-15 15,-5 0-11-15,0 8-8 16,1 6-4-16,1 3 6 16,2 5 2-16,1 4-2 15,3 5 2-15,4 1 7 16,5 0-3-16,2-1-9 16,2 1-16-16,0-1-3 15,14-2 3-15,2-2 7 16,5-1-5-16,-2-6-7 15,4-3 0-15,-1-2-2 16,1-6 1-16,0-6 6 16,4-1 1-16,0-2-2 0,1-2-3 15,0-9-12-15,-1-6-1 16,-1-2-1-16,-2-3-9 16,-2-4-5-16,-3-3-9 15,-2 0-1-15,-4 0 0 16,-5-1 1-16,-5 3-1 15,-3 0-2-15,0 3-5 16,0 0-1-16,0 3-14 16,-9-1-1-16,-2 4 2 15,-1 0 6-15,0 1-1 16,-1 1-6-16,-1 3 1 16,-2 1 1-16,3 2 1 15,-4 3-5-15,-1 3-2 0,-4 3 1 16,-8 1-5-16,-4 2-21 15,-4 16 7-15,-8 13-74 16,11-1-546-16,6-5-882 0</inkml:trace>
  <inkml:trace contextRef="#ctx0" brushRef="#br0" timeOffset="18665.56">23760 2702 48 0,'0'0'847'15,"0"0"-569"-15,0 0 21 0,0 0-8 16,-82 0 1-16,75-1-30 16,4 1-38-16,3 0-67 15,0 0-48-15,0 0-35 16,0 0-31-16,3 0-6 15,15-2-17-15,12-3 41 16,10-1 15-16,5-5-35 16,4-1-25-16,0-2-5 15,-1 0-4-15,-6 0-5 16,-4 1-2-16,-6 2-15 16,-10 0-75-16,-2 2-95 15,-3-8-158-15,-6 3-259 16,-8 0-363-16</inkml:trace>
  <inkml:trace contextRef="#ctx0" brushRef="#br0" timeOffset="18968.2">23944 2406 1564 0,'0'0'335'0,"0"0"-100"16,0 0-147-16,0 0 9 15,0 0-19-15,104 0-4 16,-61 7-19-16,-1 1-19 16,-4 5-14-16,-5 0-11 15,-8-1-5-15,-9 2-5 16,-5 2 7-16,-8 3-7 16,-3 0 0-16,0 5 10 0,-14 1 4 15,-7 2-14-15,-4 4 0 16,-2-2 0-16,-1-1-1 15,4-1-16-15,3-5-79 16,18-7-59-16,3-6-142 16,5-9-439-16</inkml:trace>
  <inkml:trace contextRef="#ctx0" brushRef="#br0" timeOffset="19366.62">24815 2155 1101 0,'0'0'536'15,"0"0"-242"-15,0 0 7 16,0 0-16-16,0 0-32 15,0 0-75-15,0 0-47 16,-18-15-69-16,18 27-40 16,0 8-5-16,0 12 10 15,5 6 24-15,5 8-11 16,5 4 8-16,0 1 3 0,4-2-11 16,-1 1-11-1,-3-6 4-15,1 0-8 0,-2-6-4 16,-3-6-6-16,-1-3-7 15,-3-8-7-15,-2-5 1 16,-2-4-2-16,-3-3-9 16,0 0-18-16,-2-1-110 15,-10-3-180-15,-10-5-906 0</inkml:trace>
  <inkml:trace contextRef="#ctx0" brushRef="#br0" timeOffset="20437.5">24182 4468 973 0,'0'0'282'0,"0"0"-7"16,0 0-52-16,0 0 3 15,0 0-36-15,0 0-45 0,-17 0-18 16,17 0-17-16,0 0-25 16,0 0-8-16,0 0 4 15,0 0-12-15,10 0-14 16,13 0 29-16,5-2 11 15,8-6-30-15,1-4-22 16,2 0-11-16,-3-1-25 16,-2 0-5-16,-3 0-1 15,-4 2 0-15,-6 2 1 16,-8 4-2-16,-5 2 0 16,-5 2-1-16,0-1-44 15,-3 2-49-15,1 0-71 0,1 0-106 16,-2-1-65-16,0-2-253 15,0-1-567-15</inkml:trace>
  <inkml:trace contextRef="#ctx0" brushRef="#br0" timeOffset="20874.8">24430 4193 1230 0,'0'0'373'0,"0"0"-88"16,0 0-33-16,0 0-58 0,0 0-32 15,0 0-66 1,0 0-39-16,-7-6-30 0,19 7-17 16,8 6 47-16,3 3 7 15,4 1-31-15,3 0-6 16,-2 3-2-16,0-5-9 15,-2 1-4-15,-4-3-6 16,-4-2 0-16,-2 3-5 16,-4-3 5-16,-2 3-5 15,0 2-1-15,-3 3 9 16,1 1-9-16,-5 5 12 16,1 3-1-16,-4 4 5 15,0 1 2-15,0 0 0 0,-4 3 0 16,-7-2-8-1,1-1-2-15,-4-3-8 0,4-2 1 16,-1-8 0 0,3-3-1-16,2-5-1 0,-2-6-60 15,-1-6-106-15,0-12-191 16,2-9-489-16</inkml:trace>
  <inkml:trace contextRef="#ctx0" brushRef="#br0" timeOffset="22729.32">25471 4023 439 0,'0'0'250'0,"0"0"-25"15,0 0-36-15,0 0 0 0,0 0-36 16,0 0 10-16,0 0-2 15,-3-24-19-15,-1 21-21 16,1 0-11-16,-3 1-15 16,-1-1 7-16,-1 2-9 15,-1-2-23-15,-4 3-17 16,-1 0-18-16,-4 0-3 16,0 0-2-16,1 9 2 15,-3 2-7-15,5 2 0 16,-1 4 2-16,2 1-6 15,2 5 9-15,1 1-2 16,5 4 10-16,1 2 0 16,3 2 10-16,2 3-18 0,0-1 3 15,2 1-6-15,7-3 6 16,3-1 3-16,1-6-6 16,4-1 0-16,-1-8-3 15,3-3-6-15,1-4 1 16,1-2 13-16,0-4-1 15,0-3 6-15,4 0 4 16,2-7 1-16,1-8-5 16,1-4-11-16,-1-4-13 15,-3-2-4-15,0-1-6 16,-5 1 2-16,-2-2 1 16,-5 3 1-16,-1-3 1 0,-3 2 1 15,-3 0-3-15,-3-2 1 16,-1-1-2-16,-2 1 4 15,0 2-6-15,0-1-5 16,-3 5 5-16,-5 2-4 16,-1-1-1-16,-3 3 1 15,-1 1-2-15,-2 0 1 16,-2 4-1-16,0 2 0 16,-1 2-6-16,-2 1-1 15,0 6-8-15,0-1 0 16,-2 2 0-16,-2 0-2 15,-3 3 4-15,-4 9-13 16,-2 8 1-16,-6 5-11 16,-27 32-45-16,10-7-177 15,-5-3-622-15</inkml:trace>
  <inkml:trace contextRef="#ctx0" brushRef="#br0" timeOffset="25273.07">24833 6382 1041 0,'0'0'200'15,"0"0"20"-15,0 0 19 0,0 0-67 16,0 0-51-16,-83-58-25 15,53 58-27-15,-5 9-20 16,4 11 13-16,4 5 3 16,9 0 2-16,11 0-22 15,7 1-2-15,6-4 0 16,16 2 0-16,11-4 4 16,4 1-9-16,2-3-7 15,-2-2-10-15,-5-1-5 16,-7 2-8-16,-7-5-8 15,-11 3 1-15,-5-1 8 16,-2 1 0-16,-12 4-3 16,-14 1 0-16,-5-1 0 15,-7 0-5-15,-1-5-1 0,1-1-1 16,5-6-75-16,17-7-106 16,9 0-121-16,7-14-486 0</inkml:trace>
  <inkml:trace contextRef="#ctx0" brushRef="#br0" timeOffset="25613.4">25088 6372 1272 0,'0'0'391'16,"0"0"-62"-16,0 0-206 15,0 0-73-15,0 0 7 16,0 0 38-16,-51 106-25 0,44-67-38 15,7 0-11-15,0-7-9 16,0-5-6-16,13-8 1 16,2-10-5-16,6-6 13 15,1-3 7-15,4-8 6 16,0-15 3-16,3-7-13 16,-5-6-6-16,0-2-11 15,-8-2 6-15,-7-1-6 16,-7 5 1-16,-2 3-2 15,-10 8-11-15,-10 9-19 16,-6 9-34-16,-2 7 0 16,3 0-72-16,10 21-53 15,7-2-168-15,8-2-271 0</inkml:trace>
  <inkml:trace contextRef="#ctx0" brushRef="#br0" timeOffset="26062.57">25374 6082 1309 0,'0'0'251'16,"0"0"108"-16,0 0-101 16,0 0-151-16,0 0-50 15,0 0-17-15,3 80 86 16,5-22-7-16,-2 17-44 15,1 16-20-15,-1 16 15 0,-1-10-19 16,-1-19-17-16,1-25-20 16,2-20-7-16,0 1 0 15,1-4-7-15,1-3-1 16,-2-11-5-16,-2-9-9 16,-1-7 2-16,1-2-5 15,1-19 11-15,0-10-67 16,-3-9 12-16,-3-5 12 15,-5-2-25-15,-11 3-9 16,-9 4 38-16,-5 9 30 16,-6 9-2-16,-2 8-3 15,6 6 11-15,3 5 9 16,13 3-1-16,8 0-13 0,8 0-96 16,8 0-67-16,20 0 66 15,16-3-34-15,9-5-95 16,26-10-103-16,-15 1-200 15,-11 0 54-15</inkml:trace>
  <inkml:trace contextRef="#ctx0" brushRef="#br0" timeOffset="26587.06">25674 6370 367 0,'0'0'565'15,"0"0"-293"-15,0 0 85 16,0 0-54-16,0 0-74 16,0 0-88-16,0 0-79 15,0-17-39-15,0 36-4 16,0 6 24-16,3 6 9 15,2 0-15-15,1 2-3 0,-2-5-18 16,3-2-10-16,-4-5-5 16,0-7 0-16,-1-5-1 15,-2-4-16-15,0-5 6 16,0-5 9-16,-3-15-18 16,-3-7 3-16,-1-8 1 15,5-4 14-15,2-2 1 16,0 4 0-16,5 7 1 15,8 10 8-15,1 10 7 16,0 9-16-16,4 1 0 16,2 11 0-16,2 12 0 15,-1 4 9-15,0 4 9 16,-2-1-6-16,-7-3 4 16,0 0 2-16,-8-5 0 0,-1-7-17 15,-1-5 11-15,-2-4-11 16,0-6 8-16,0 0 33 15,0-8 91-15,0-12-26 16,0-11-68-16,0-5-27 16,8-3 1-16,8 1-4 15,3 9-3-15,2 7 2 16,1 12-8-16,0 8 0 16,0 2-1-16,2 12 0 15,-2 13 1-15,-1 5 0 16,-2 2 1-16,-4 1-2 15,0-1-9-15,-4-5-85 16,11 4-162-16,-4-10-109 0,-2-10-401 16</inkml:trace>
  <inkml:trace contextRef="#ctx0" brushRef="#br0" timeOffset="26971.63">26387 6183 730 0,'0'0'748'0,"0"0"-516"16,0 0-61-16,0 0-72 16,0 0 44-16,-85 37-43 15,70-11 5-15,-1 0-34 16,5 4-21-16,2-4-23 16,5-1 6-16,2-4-14 15,2-6-5-15,0-5-13 0,0-6 7 16,6-4-7-16,3 0 18 15,2-3-2-15,2-12-4 16,1-4-2-16,-1-3 0 16,-2-1-3-16,-2 2-7 15,-1 6-1-15,-5 5 11 16,-1 6 16-16,-1 4-4 16,-1 0-23-16,2 7-8 15,-1 11 8-15,4 3 1 16,3 3 0-16,2 2-1 15,-1-2 0-15,3-1-42 16,-1-1-129-16,3-4-154 16,-4-6-309-16,-2-8-291 0</inkml:trace>
  <inkml:trace contextRef="#ctx0" brushRef="#br0" timeOffset="27444.97">26442 6291 844 0,'0'0'321'16,"0"0"-27"-16,0 0-87 15,0 0-38-15,0 0-68 16,0 0-39-16,96-45-2 16,-75 45-4-16,-2 13 7 15,-7 2-1-15,-4 2-23 16,-7 2-5-16,-1 2 1 16,0 1-4-16,-11-3-13 15,-2 0-5-15,1-4-7 0,3-2-6 16,2-4 2-16,3-7-1 15,4-2 0-15,0-2-1 16,4-15-2-16,9-8-35 16,5-8-10-16,2-7 16 15,0-4-9-15,1-1 16 16,-4 2 24-16,-4 4 0 16,-3 8 12-16,-3 10 35 15,-4 10 50-15,-3 11-16 16,0 7-39-16,-6 23-20 15,-7 8 61-15,-4 12 31 16,2 3-1-16,0-1-32 16,6-3 4-16,6-5-27 15,3-4-7-15,3-7 3 16,13-5-16-16,10-8-11 0,5-6-5 16,3-6-2-16,2-8-11 15,3 0-8-15,-2-2-1 16,-2-9 0-16,5-1-84 15,-9 1-190-15,-8 5-440 0</inkml:trace>
  <inkml:trace contextRef="#ctx0" brushRef="#br0" timeOffset="28617.48">25747 7345 469 0,'0'0'538'0,"0"0"-294"16,0 0 7-16,0 0 5 15,0 0-14-15,0 0-69 16,0 0-32-16,-56-39-61 0,32 39-17 16,-6 5 19-1,-4 9 10-15,1 6-1 0,2 2-7 16,2 5-14-16,8 3-28 16,3 2 0-16,11 2-14 15,4 3-2-15,3-1 2 16,1-3-6-16,14-1-11 15,8-6-1-15,2-6-1 16,3-5-3-16,2-6 0 16,3-9-5-16,0 0 0 15,0-8-1-15,-4-11 1 16,-3-7 5-16,-4-6-5 0,-5-5 0 16,-8-3 1-16,-4 1-2 15,-5 0-1-15,0 6-15 16,-5 6 1-16,-6 7-3 15,2 9-12-15,-3 5-16 16,0 6-55-16,0 0-82 16,2 16-75-16,10 14-91 15,0-5-256-15,0-4-517 0</inkml:trace>
  <inkml:trace contextRef="#ctx0" brushRef="#br0" timeOffset="28887.63">26032 7475 1107 0,'0'0'493'15,"0"0"-303"-15,0 0-101 16,0 0 5-16,0 0-1 16,0 0 25-16,0 0-12 15,-4 20-32-15,-1-14-29 16,1-1-9-16,-1-4 1 15,4-1 7-15,-1 0 16 16,2-1 2-16,0-10-41 16,0-3-21-16,0 0-18 15,0 4-60-15,8 3-49 16,10 6-72-16,-5 1-187 16,2 0-343-16</inkml:trace>
  <inkml:trace contextRef="#ctx0" brushRef="#br0" timeOffset="29164.46">26270 7229 1750 0,'0'0'470'0,"0"0"-211"16,0 0-132-16,0 0-20 15,0 0 9-15,0 0 19 16,8 103-29-16,0-65-30 16,-1-1-28-16,-1-3-18 15,1-2-16-15,-2-2-7 0,0-4 2 16,-2-2-9-16,0-1-7 16,-2-4-68-16,7-4-142 15,0-5-347-15,-2-7-322 0</inkml:trace>
  <inkml:trace contextRef="#ctx0" brushRef="#br0" timeOffset="29660.41">26588 7218 1605 0,'0'0'317'0,"0"0"-48"0,0 0-123 15,0 0-23-15,0 0-39 16,101-41-22-16,-75 39-4 16,-3 2-25-16,-8 0-21 15,-4 7 0-15,-5 6-11 16,-4 2 5-16,-2 4 6 16,0 1-12-16,-6 1 1 15,-9 1 1-15,2-3-2 16,-4-2 1-16,7-5 1 15,1-3-1-15,3-5 0 16,5-3 9-16,1-1-10 16,0 0 6-16,0 0 6 15,0 3 4-15,5 1-2 0,7 4 4 16,2 0 40-16,4 5-16 16,-1 0-20-16,-3 1-8 15,-3 4 7-15,-4-1-3 16,-6 1 6-16,-1 1 13 15,-3-1 11-15,-15 0 7 16,-5-1-1-16,-6-1-25 16,-3-4-14-16,-3 0-8 15,1-5-6-15,-1-4 0 16,3-3-1-16,2 0-8 16,0-2-69-16,-10-9-143 15,10 5-360-15,0-2-732 0</inkml:trace>
  <inkml:trace contextRef="#ctx0" brushRef="#br0" timeOffset="31071.12">26025 8869 371 0,'0'0'868'0,"0"0"-664"16,0 0 96-16,0 0-15 15,-57-70-67-15,38 60-60 16,-8 6-49-16,-3 4 16 16,-3 6-46-16,0 14 0 15,5 13-1-15,4 7-16 0,6 6 0 16,11 0-17-16,7 0-16 16,0-3-20-16,12-6-1 15,7-4-2-15,5-6-5 16,3-8-1-16,3-10 1 15,-2-6 0-15,2-3 7 16,-2-9-2-16,0-15-5 16,-1-8 6-16,-4-9-6 15,-5-3 0-15,-8-4-1 16,-7 0-7-16,-3 4-35 16,0 7-6-16,-10 11 2 15,-7 12-20-15,-1 13-40 16,-1 1-101-16,1 14-16 0,9 22-112 15,8-1-205-15,1-8-362 16</inkml:trace>
  <inkml:trace contextRef="#ctx0" brushRef="#br0" timeOffset="31293.67">26270 8997 1079 0,'0'0'342'15,"0"0"-109"-15,0 0-108 0,0 0 22 16,0 0-20 0,0 0-64-16,0 0-11 0,-20 7-23 15,11-7-12-15,0 0-7 16,2-9-10-16,2-5-10 16,5-1-101-16,0-2-131 15,12 3-95-15,4 2-314 0</inkml:trace>
  <inkml:trace contextRef="#ctx0" brushRef="#br0" timeOffset="31753.71">26587 8584 967 0,'0'0'405'0,"0"0"-189"0,0 0-9 15,0 0-18-15,-85 46-4 16,71-24-75-16,4 5-38 16,7 1-8-16,3 1-20 15,0 0 10-15,6 0 22 16,9 1-6-16,6-6-20 16,0 2-11-16,4 0 1 15,-1-4-1-15,-2 0-12 16,-5-5-16-16,-4 0-2 15,-5-2-8-15,-8-1 0 16,0 0 5-16,-8 1-1 16,-11-2-5-16,-3-2 0 15,-1-6 1-15,2-5-1 16,2 0 3-16,5-12 3 0,6-10 2 16,8-9-8-16,1-8-1 15,18 0 0-15,8-3 1 16,5 1-2-16,0 3 2 15,1 5-1-15,-3 1 1 16,-2 6-1-16,-2 6-26 16,-4 4-24-16,-5 5-56 15,-1 4-84-15,-1 3-43 16,-2 4-249-16,-4 0-167 0</inkml:trace>
  <inkml:trace contextRef="#ctx0" brushRef="#br0" timeOffset="32039.2">26894 8642 1167 0,'0'0'601'16,"0"0"-305"-16,0 0-115 16,0 0-42-16,0 0-38 15,81-15-15-15,-50 30 13 16,0 3 17-16,-1 5-52 15,-6 6-22-15,-1 3 1 16,-6 6 11-16,-6-2-19 16,-6 3-9-16,-5-3-15 15,0-2-10-15,0-2 1 0,-13-5-2 16,-3-3-1-16,0-6-79 16,-2-6-104-16,-7-7-107 15,5-5-255-15,1 0-584 0</inkml:trace>
  <inkml:trace contextRef="#ctx0" brushRef="#br0" timeOffset="32262.33">26887 8897 1547 0,'0'0'663'0,"0"0"-422"16,0 0-60-16,0 0 13 0,0 0-47 15,0 0-80-15,110-23-12 16,-73 10-22-16,-1 4-19 16,-3-3-7-16,0 0-7 15,-3 5-15-15,13 2-116 16,-6 5-222-16,-6 0-423 0</inkml:trace>
  <inkml:trace contextRef="#ctx0" brushRef="#br0" timeOffset="33016.98">26452 10261 228 0,'0'0'110'16,"0"0"96"-16,0 0-85 15,0 0 15-15,0 0 4 16,0 0 12-16,0 0 6 15,7-66 14-15,-7 59-11 16,0 0 22-16,0 2-3 16,0 2-4-16,-2 1-15 15,1 2-16-15,-5 0-29 16,-2 0-36-16,-1 11-32 16,-7 9 1-16,-1 9 34 15,0 5-14-15,2 8 1 0,1 3-7 16,8 4-20-16,5 0-10 15,1 1-15-15,1-7 0 16,13-4 3-16,4-6-4 16,4-10-1-16,2-6-8 15,0-8 5-15,1-6-11 16,1-3 5-16,-1-7 10 16,-1-13-8-16,-2-8-8 15,-1-9 5-15,-6-7-5 16,-8-6 1-16,-5-1-1 15,-2-2-1-15,-3 4-1 16,-10 9-14-16,-3 10 0 0,0 11-1 16,1 11-22-16,2 6-62 15,1 2-84-15,3 4-96 16,9 16-66-16,0-2-229 16,3-2-384-16</inkml:trace>
  <inkml:trace contextRef="#ctx0" brushRef="#br0" timeOffset="33242.31">26812 10307 1189 0,'0'0'362'16,"0"0"-95"-16,0 0-120 16,0 0 24-16,0 0-33 0,0 0-50 15,0 0 15-15,-12 4-26 16,2-4-31-16,-3 0-25 15,2 0-6-15,2-12-15 16,6-2-7-16,3 0-81 16,0 1-55-16,16 3-121 15,5 3-249-15,-3 3-299 0</inkml:trace>
  <inkml:trace contextRef="#ctx0" brushRef="#br0" timeOffset="33849.04">27056 10112 1365 0,'0'0'340'0,"0"0"16"16,0 0-172-16,0 0-9 16,0 0-30-16,0 0-27 15,-80 78-11-15,70-47-35 16,6-1-27-16,4 1-8 15,0-2-19-15,4-4-9 16,14-6-8-16,2-5 7 16,6-7-8-16,3-7 2 15,2-2 6-15,-1-17-8 16,-3-5-1-16,-7-3-17 16,-8-5-2-16,-5 0 4 15,-5 2 15-15,-2 2 1 16,0 3 1-16,0 3-1 0,0 5 0 15,0 2 1-15,0 4-1 16,3 3 0-16,6 1 0 16,2 5 0-16,3 2 0 15,2 0 0-15,0 2 1 16,-3 11-1-16,2 4 10 16,-1 6 13-16,-3 4 10 15,0 2 13-15,-2 1 5 16,1-2-21-16,-2-2-5 15,-1-5 1-15,-1-4-10 16,3-4-1-16,0-8-7 16,2-5 1-16,3 0 6 15,6-12 6-15,4-12-8 0,0-6-5 16,-1-8-7-16,-4-2 14 16,-6-3-13-16,-7 0 4 15,-6 3-1-15,0 5-4 16,-8 8 5-16,-10 11-6 15,-5 7-1-15,-9 8 0 16,-7 1-44-16,-28 4-84 16,9 7-229-16,0-7-552 0</inkml:trace>
  <inkml:trace contextRef="#ctx0" brushRef="#br0" timeOffset="34721.68">22444 6628 1061 0,'0'0'853'16,"0"0"-537"-16,0 0-25 15,0 0-124-15,0 0-47 16,0 0-69-16,-6 77 78 16,20-18-14-16,1 11-40 15,2-9-36-15,-1 11-18 16,0-2-14-16,1-1-5 0,1-2-2 15,-3-5 0 1,3-11-87-16,5-9-187 16,-1-18-316-16,-5-16-455 0</inkml:trace>
  <inkml:trace contextRef="#ctx0" brushRef="#br0" timeOffset="35066.41">22792 6786 1337 0,'0'0'341'16,"0"0"-29"-16,0 0-151 16,0 0-74-16,0 0 33 15,-37 92-27-15,35-48-15 16,2 4-31-16,0-5-24 16,8-3-14-16,4-9-8 0,1-9 0 15,-1-11 5-15,1-11 3 16,0 0 4-16,0-17-2 15,4-11-10-15,-4-9 0 16,2-6-1-16,-6-4-18 16,-6-1-16-16,-3 3-1 15,-3 5-15-15,-16 10-1 16,-4 10 22-16,-1 15 9 16,4 5-6-16,3 17-42 15,7 9-29-15,10 6-29 16,0 1-78-16,41 1-91 15,-2-9-198-15,3-11-99 0</inkml:trace>
  <inkml:trace contextRef="#ctx0" brushRef="#br0" timeOffset="35703.35">23122 6641 932 0,'0'0'188'0,"0"0"35"16,0 0-74-16,0 0-31 15,0 0-64-15,-90 27-22 16,77 4-11-16,4 0-10 16,5 1-2-16,2-6-8 15,2-6 0-15,0-7-1 16,0-9 1-16,8-4 11 0,2-3 27 16,5-16 15-16,4-2-22 15,1-4 18-15,-1 1 6 16,-1 4 23-16,-1 6 14 15,-4 9-17-15,3 5-30 16,1 8-27-16,5 17 12 16,4 8 20-16,-1 10 11 15,-1 7-26-15,-8 3-4 16,-4 0-12-16,-8-1-1 16,-4-4 2-16,-4-4-8 15,-15-10-4-15,-5-10-7 16,-1-11 7-16,0-13-2 15,3-3 9-15,4-24-10 0,9-8-6 16,6-4 1 0,3-3 1-16,5 3-1 0,14 3-1 15,1 4-9-15,5 3 0 16,0 6 0-16,1 3-7 16,-1-1 2-16,1 3 7 15,-3 1-1-15,1 1 7 16,-2 1 0-16,-5 3 1 15,-4 4-2-15,-5 3 2 16,-4 1 24-16,-1 4 0 16,0 0-12-16,2 7-9 15,2 12 19-15,2 4 16 16,2 3 21-16,-1 2-10 16,-3 1-14-16,-2-2-17 15,-2-2-12-15,-3-3-5 0,0 0-1 16,0-6-30-16,-8-7-101 15,-14-9-88-15,0-2-278 16,1-12-432-16</inkml:trace>
  <inkml:trace contextRef="#ctx0" brushRef="#br0" timeOffset="35848.46">23288 6522 1045 0,'0'0'188'15,"0"0"-130"-15,0 0-34 16,0 0-3-16,61 73-21 16,-30-47-66-16,-2-2-315 0</inkml:trace>
  <inkml:trace contextRef="#ctx0" brushRef="#br0" timeOffset="36133.26">23552 6543 1320 0,'0'0'347'0,"0"0"56"16,0 0-221-16,0 0-23 15,0 0-80-15,0 0 8 16,0 0 37-16,55 75-17 16,-34-36-1-16,0 6-10 15,-2-2-20-15,-5 0-31 16,-1-2-24-16,-4-5-14 0,-2-6-7 15,-1-4 0-15,1-8 0 16,-3-7 0-16,0-5-14 16,-1-6-23-16,3 0-45 15,3-12-122-15,7-21-184 16,-3 4-370-16,-3-3-734 0</inkml:trace>
  <inkml:trace contextRef="#ctx0" brushRef="#br0" timeOffset="36304.59">23474 6774 1438 0,'0'0'364'16,"0"0"-96"-16,0 0-153 16,0 0-20-16,91-45-33 15,-46 29-31-15,17-1-31 16,-8 5-8-16,-12 1-351 0</inkml:trace>
  <inkml:trace contextRef="#ctx0" brushRef="#br0" timeOffset="37612.69">22973 7831 753 0,'0'0'679'16,"0"0"-426"-16,0 0-38 16,0 0-123-16,0 0 40 15,-3 85-5-15,3-36-16 16,12 6-47-16,3-4-33 15,0-2-18-15,-1-6-5 16,0-5-8-16,-2-8-12 16,0-8-125-16,-3-13-194 0,-3-8-237 15,-3-1-142-15</inkml:trace>
  <inkml:trace contextRef="#ctx0" brushRef="#br0" timeOffset="38068.39">23009 7790 910 0,'0'0'214'16,"0"0"-5"-16,0 0-39 16,89-88 7-16,-20 63-48 15,38-4-28-15,32-5-16 16,12 2 7-16,-11 3-7 16,-22 1-30-16,-42 9-12 15,-20 3-12-15,-17 4-15 16,-13 4 2-16,-6 2 6 0,-6 3 17 15,-2-1 24-15,-11 4 13 16,-1 0-38-16,0 14-22 16,0 12 28-16,0 9 40 15,-1 6 13-15,1 6-31 16,0 4 3-16,1 2-28 16,11 1-3-16,4-1-17 15,1-3-10-15,2-3-5 16,-3-8-7-16,-3-7-1 15,-3-8 0-15,-4-5 0 0,-4-10 0 16,-2-2 0 0,0-2 1-16,-18-3 0 0,-31 3-1 15,-39 3 0-15,-47 9 0 16,-32 8-1-16,-7 6-12 16,8 8-4-16,47-6 4 15,34-6 5-15,34-5 8 16,18 0-16-16,6 17-111 15,8-3-195-15,9-3-431 0</inkml:trace>
  <inkml:trace contextRef="#ctx0" brushRef="#br0" timeOffset="38503.76">24036 8935 1113 0,'0'0'342'0,"0"0"-10"0,0 0-69 16,0 0-95-16,0 0-54 15,0 0-65-15,0 0 32 16,-33 87 6-16,33-41-25 15,0 3-20-15,0-1-21 16,0 0-11-16,4-3-9 16,-1-4-1-16,-3-6-9 15,0-5-129-15,-2-6-80 16,-9-10-143-16,-3-7-258 0</inkml:trace>
  <inkml:trace contextRef="#ctx0" brushRef="#br0" timeOffset="38946.03">23782 8981 842 0,'0'0'350'0,"0"0"-145"0,0 0-79 16,89-44 0-16,-25 25 29 16,24-8-51-16,21-7 0 15,-11 5-7-15,-17 3-16 16,-29 9-23-16,-19 6-8 15,1 2-9-15,-3-2-8 16,-2 5-9-16,-11 2 11 16,-6 4-16-16,-6 0 4 15,1 12 36-15,1 6 19 16,3 9 36-16,0 5-2 0,5 7-15 16,1 2-17-16,2 3-28 15,3 2-12-15,0-1-19 16,0-3-7-16,-3-1-5 15,-4-6 0-15,-3-5-8 16,-5-6 0-16,-1-6 1 16,-2-7-1-16,-4-5 5 15,0-3-5-15,0-1 7 16,-11-1 2-16,-17 2 4 16,-17 1-7-16,-27 7-5 15,-31 12 7-15,-29 11-9 16,9 5-1-16,28-3-53 15,26 6-97-15,39-16-212 0,7-2-450 16</inkml:trace>
  <inkml:trace contextRef="#ctx0" brushRef="#br0" timeOffset="39436.06">24581 10580 1144 0,'0'0'326'16,"0"0"22"-16,0 0-114 15,0 0-67-15,0 0-62 0,0 0 8 16,0 0 49 0,-6 110-39-16,16-70-56 0,1 4-19 15,2-5-25-15,-2-2-11 16,-2-5-11-16,1-5-1 16,-6-8-26-16,-1-8-115 15,-3-11-58-15,0 0-1 16,-3-34-326-16,-10-2-90 15,0-1-96-15</inkml:trace>
  <inkml:trace contextRef="#ctx0" brushRef="#br0" timeOffset="39826.94">24538 10532 636 0,'0'0'375'16,"0"0"-78"-16,0 0-62 0,0 0-44 16,0 0-40-1,0 0-34-15,74-73-22 0,-27 61-4 16,9-2 7-16,4 1-17 15,-1-1-20-15,-3 2-3 16,-10 1-1-16,-6 0-11 16,-13 5-11-16,-9 1 6 15,-8 4-6-15,-7 1-2 16,-3 0-4-16,0 12-7 16,0 10 66-16,0 9 18 15,0 5-33-15,0 6-34 16,2 3 2-16,7 0-20 15,1-1-8-15,5-5 5 0,0-2-17 16,0-6 8 0,-1-6-7-16,-3-5-1 0,-3-6 0 15,-4-5 1-15,-2-5-1 16,-2-4 1-16,0 0 5 16,-18 0-2-16,-15 0-5 15,-10 0-12-15,-12-4-21 16,-10-3-31-16,-3-1-62 15,-19-18-116-15,17 1-249 16,13-10-676-16</inkml:trace>
  <inkml:trace contextRef="#ctx0" brushRef="#br0" timeOffset="40516.69">24259 7636 920 0,'0'0'219'16,"0"0"1"-16,0 0 47 16,0 0-23-16,0 0-33 15,0 0-70-15,0 0-47 16,-54-9-35-16,73 9-1 15,10 0 50-15,11-3 16 16,11-5-48-16,7 0-35 16,4-4-17-16,0 1-13 15,-4-1-10-15,-6 2-1 16,-9 3-44-16,-8-4-163 0,-13 5-253 16,-13-2-299-16</inkml:trace>
  <inkml:trace contextRef="#ctx0" brushRef="#br0" timeOffset="40755.75">24648 7417 1151 0,'0'0'343'16,"0"0"-137"-16,0 0-109 16,0 0 69-16,94 8 26 15,-42 4-59-15,3 4-28 0,-2 4-23 16,-9 2-20-16,-9 3-25 15,-12 0-10-15,-11 3-8 16,-12 2-5-16,-4 2-5 16,-26 4 0-16,-10 4-8 15,-9 3-1-15,-17 13-127 16,14-13-211-16,11-7-637 0</inkml:trace>
  <inkml:trace contextRef="#ctx0" brushRef="#br0" timeOffset="41237.01">24815 8994 1083 0,'0'0'286'0,"0"0"-8"0,0 0-52 16,0 0-26-16,0 0-49 16,0 0-71-16,0 0 31 15,7 21 39-15,34-21-24 16,11-1-27-16,9-10-31 15,5-3-34-15,-1-1-18 16,-2 2-8-16,-6-1-8 16,-10 2-52-16,-3-9-205 15,-14 4-278-15,-13-2-418 0</inkml:trace>
  <inkml:trace contextRef="#ctx0" brushRef="#br0" timeOffset="41481.23">25234 8744 1487 0,'0'0'289'16,"0"0"-72"-16,0 0-136 15,0 0 20-15,0 0 34 16,101 34 1-16,-50-20 25 16,2 3-63-16,-6 2-38 15,-10 3-23-15,-11 2-19 16,-16 5-8-16,-10 1 1 0,-13 7-4 15,-26 3 1-15,-9 1-8 16,-7 0-32-16,-14 4-158 16,13-8-336-16,11-15-786 0</inkml:trace>
  <inkml:trace contextRef="#ctx0" brushRef="#br0" timeOffset="42094.14">25318 10634 1182 0,'0'0'305'16,"0"0"2"-16,0 0-80 15,0 0-24-15,0 0-82 16,0 0-38-16,0 0 35 16,-11 47 4-16,44-44-33 15,13-3-17-15,11 0-23 0,7-12-21 16,0-3-14-16,-2-3-14 15,-9-2-1-15,-8 1-100 16,-9-13-197-16,-13 6-305 16,-14 3-426-16</inkml:trace>
  <inkml:trace contextRef="#ctx0" brushRef="#br0" timeOffset="42348.41">25613 10380 1569 0,'0'0'260'16,"0"0"-108"-16,0 0-96 16,0 0 103-16,0 0-20 0,112 20-19 15,-63-7-25-15,-1-1-24 16,-5 5-11-16,-5 0-9 16,-9 2-21-16,-9 3-11 15,-11 0-4-15,-9 5-8 16,0 0 10-16,-17 3-8 15,-8-2-8-15,-7-5-1 16,0-1-55-16,-11-12-113 16,11-5-120-16,4-5-377 0</inkml:trace>
  <inkml:trace contextRef="#ctx0" brushRef="#br0" timeOffset="44770.34">24720 5660 1505 0,'0'0'315'15,"0"0"-30"-15,0 0-131 16,0 0-85-16,0 0-12 15,-11 78 20-15,22-37-12 16,5 5-17-16,1 1-32 16,0-2-7-16,1-1-1 0,-4-8-8 15,-1-4-1-15,-1-5-115 16,-3-7-111-16,-3-9-159 16,-4-6-237-16</inkml:trace>
  <inkml:trace contextRef="#ctx0" brushRef="#br0" timeOffset="45058.43">24687 5521 874 0,'0'0'314'0,"0"0"-31"16,0 0-35-16,21-90-52 15,5 70-30-15,6 6-42 16,5 6-37-16,2 6-22 15,-2 2-25-15,-4 5-3 0,-6 10-15 16,-9 6-2-16,-4 4-2 16,-6 0-7-16,-8 1-3 15,0 1-1-15,-9 1-1 16,-13-3 0-16,-7-3-5 16,-2-2 5-16,-3-5-6 15,-5-3-6-15,5-5-76 16,-2-6-151-16,9-1-153 15,9 0-573-15</inkml:trace>
  <inkml:trace contextRef="#ctx0" brushRef="#br0" timeOffset="45644.86">25371 5101 770 0,'0'0'399'0,"0"0"-110"16,0 0-19-16,0 0-73 16,-83 11-15-16,55 26-45 15,-2 13 17-15,6 8-22 16,6 5-31-16,8 4-5 15,8-4-38-15,2-2-6 16,10-7-14-16,13-4-18 16,7-8-14-16,7-4 0 15,3-7-6-15,4-5-8 16,-1-8-84-16,10-9-154 16,-11-6-250-16,-9-3-242 0</inkml:trace>
  <inkml:trace contextRef="#ctx0" brushRef="#br0" timeOffset="46081.71">25547 5385 1071 0,'0'0'534'0,"0"0"-357"16,0 0-84-16,0 0 7 15,0 0 55-15,0 0-56 16,48 80-32-16,-19-61-35 15,-1-2-20-15,-1-7-10 16,-2-4-1-16,-5-6 0 16,-1 0 6-16,-6-9-7 15,1-12-13-15,-5-2 12 16,-2-5 1-16,-1-1-2 16,-3 4 2-16,-3 4 11 0,0 6 36 15,0 7 57-15,0 6 12 16,0 2-55-16,0 10-39 15,4 13-11-15,3 8 13 16,6 7 1-16,2 6 0 16,4 2-5-16,5 0 46 15,3 0-23-15,-2 0-27 16,-1-5-8-16,-6-2-7 16,-8-6 0-16,-7-3 0 15,-3-7-1-15,-10-6-13 16,-17-7-33-16,-6-9-46 15,-4-1-107-15,-15-32-92 16,9-4-376-16,4-6-783 0</inkml:trace>
  <inkml:trace contextRef="#ctx0" brushRef="#br0" timeOffset="46463.63">25705 4930 1151 0,'0'0'259'15,"0"0"19"-15,0 0-106 16,0 0-65-16,0 0-1 0,0 0-17 16,-53 92-27-16,42-58-22 15,1-5-16-15,1-3-6 16,1-8-6-16,4-6-2 15,2-5-9-15,2-7 8 16,0 0 37-16,0-12 55 16,0-12-61-16,6-10-28 15,8-7-5-15,4-1 5 16,3 3 19-16,0 6-1 16,1 12 10-16,3 10-16 15,1 11-9-15,-1 0-8 16,2 22-5-16,-3 7-1 15,-3 8 1-15,-3 6-2 16,4 20-78-16,-4-10-168 16,-6-7-400-16</inkml:trace>
  <inkml:trace contextRef="#ctx0" brushRef="#br0" timeOffset="46795.97">26095 5450 1249 0,'0'0'494'0,"0"0"-191"16,0 0-84-16,0 0-53 15,0 0-22-15,0 0-92 16,0 0 18-16,28 45 42 16,-10-15-46-16,0 4-33 15,-3-2-15-15,-3-2-12 16,-3 2-5-16,-3-5-1 16,-2 0-21-16,-2-7-123 15,-2-6-188-15,0-6-237 16,0-8-359-16</inkml:trace>
  <inkml:trace contextRef="#ctx0" brushRef="#br0" timeOffset="47039.86">26257 5431 75 0,'0'0'1146'0,"0"0"-843"0,0 0-20 16,0 0-19-16,0 0-76 15,0 0-96-15,0 0-56 16,0 3-16-16,-6 18 49 15,0 5 4-15,-1 2 1 16,3-2-23-16,2 0-16 16,2-3-11-16,0-5-9 15,9-3-6-15,7-5-7 16,5-5 4-16,0-5-5 16,5 0-1-16,2-8-85 0,5-25-146 15,-5 4-304 1,-7-2-592-16</inkml:trace>
  <inkml:trace contextRef="#ctx0" brushRef="#br0" timeOffset="47348.37">26226 4749 1290 0,'0'0'347'0,"0"0"-59"16,0 0-119-16,0 0-34 16,90 36 25-16,-37 3 2 15,14 21-22-15,-7 3-37 0,-6 3-22 16,-9 3-37-16,-16-13 12 16,-3 9-17-16,-10-8-8 15,-7-3-16-15,-9-5-6 16,0-3-3-16,-15-2-5 15,-6-3 0-15,-7-5-1 16,-4-4-25-16,-11-1-127 16,8-7-187-16,3-12-492 0</inkml:trace>
  <inkml:trace contextRef="#ctx0" brushRef="#br0" timeOffset="52094.56">28028 5947 1141 0,'0'0'269'0,"0"0"3"0,0 0 4 15,0 0-104-15,0 0-98 16,0 0-46-16,-9 16-13 16,15 11 24-16,9 4 16 15,1 3 6-15,5-5-25 16,3-2-8-16,1-6-12 15,2-7 1-15,0-6-4 16,0-8 5-16,0 0-12 16,-5-12 4-16,-1-7 5 15,-6-5-8-15,-4-5 4 16,-4 0-10-16,-4-1 6 0,-2 3 1 16,-1 6-1-16,0 7 32 15,0 6 28-15,0 6-3 16,0 2-34-16,3 3-21 15,6 18-8-15,7 8 4 16,6 10 6-16,5 3 7 16,2 1-6-16,4 0-3 15,4-4-3-15,-1-5 13 16,-3-5-1-16,-5-3-8 16,-8-9-8-16,-7-1-1 15,-8-5 1-15,-5 1-1 16,-5 0 7-16,-20 3-7 15,-13 2 5-15,-12 2-6 0,-8 0-45 16,-24-5-124 0,15-4-179-16,8-10-576 0</inkml:trace>
  <inkml:trace contextRef="#ctx0" brushRef="#br0" timeOffset="53306.19">28654 6007 350 0,'0'0'990'0,"0"0"-619"16,0 0-11-16,0 0-114 16,0 0-84-16,0 0-79 0,0 0-58 15,-6 46 4 1,20-13 27-16,4 2-28 0,1-2-17 16,1-1-10-16,0-6-1 15,-3-6-1-15,-4 0-118 16,-5-6-215-16,-8-9-687 0</inkml:trace>
  <inkml:trace contextRef="#ctx0" brushRef="#br0" timeOffset="53900.3">28113 5277 844 0,'0'0'289'16,"0"0"-18"-16,0 0 0 16,0 0-10-16,0 0-48 15,0 0-74-15,0 0-44 16,-21-17-29-16,21 17-21 16,0 0-11-16,0 0-11 15,-1 0-10-15,1 0-12 16,0 0 5-16,0 0-5 0,0 0 0 15,0 0-1-15,0 0-9 16,0 0-18-16,0 0-23 16,0 0-8-16,0 0 0 15,0 0-19-15,0 0-24 16,0 0-58-16,0 0-113 16,5 0-76-16,0 0-335 0</inkml:trace>
  <inkml:trace contextRef="#ctx0" brushRef="#br0" timeOffset="55104.56">28784 5995 1213 0,'0'0'305'0,"0"0"14"16,0 0-42-16,0 0-91 15,0 0-73-15,0 0-52 16,0 0-30-16,-18 0-19 15,5 17-3-15,-1 7 6 16,-3 2 17-16,1 1-2 0,2-3-5 16,3 1-2-16,4-6-5 15,1-2-6-15,6-6-6 16,0-3-6-16,0-3 10 16,10-4-8-16,8-1 19 15,9 0 0-15,3 0-3 16,3-8-11-16,1-2 1 15,3-2-7-15,-1 2-1 16,-2-1-17-16,-2 1-116 16,-9-1-97-16,-7 0-289 15,-13 4-407-15</inkml:trace>
  <inkml:trace contextRef="#ctx0" brushRef="#br0" timeOffset="55622.11">28059 5155 1232 0,'0'0'293'16,"0"0"22"-16,0 0-43 15,0 0-136-15,0 0-71 0,0 0 36 16,-54 86 15 0,43-43-37-16,2 0-33 0,3-4-8 15,4-3-18-15,1-10-13 16,1-6-5-16,0-7-1 15,0-9 1-15,0-4 4 16,0 0 7-16,0-19 10 16,0-10-13-16,4-13-10 15,2-8 1-15,5-6 11 16,3 0-12-16,2 6 14 16,1 11 7-16,0 11-9 15,2 14-12-15,2 14 0 16,2 3 0-16,5 21 0 15,6 8 0-15,-3 9 14 0,0 1 4 16,-6 1 4-16,-3 0-12 16,-4-3-9-16,-8-1-1 15,-2 3-143-15,-4-9-232 16,-4-13-436-16</inkml:trace>
  <inkml:trace contextRef="#ctx0" brushRef="#br0" timeOffset="55813.85">28437 5213 1661 0,'0'0'539'0,"0"0"-233"0,0 0-87 16,0 0-93-16,0 0-74 15,0 0-52-15,0 0-130 16,9-9-509-16,-3 13-832 0</inkml:trace>
  <inkml:trace contextRef="#ctx0" brushRef="#br0" timeOffset="57687.63">28690 6892 332 0,'0'0'280'16,"0"0"-64"-16,0 0 27 15,0 0 8-15,0 0-45 16,0 0 1-16,0 0 15 16,-27-53-40-16,14 49-32 15,-2 1-12-15,-3 3-1 16,-3 0-42-16,-4 9-16 16,-2 9 6-16,0 6-7 15,3 5-15-15,3 3-3 16,7 3-13-16,6 0 0 15,7 2-16-15,1 0 7 16,6-2-11-16,14-1 0 16,4-3-2-16,4-4 5 0,4-4-13 15,1-7 6-15,0-3 0 16,-2-6-2-16,-1-6-3 16,1-1-2-16,-1-5-8 15,1-15 2-15,-1-6 7 16,-2-6-10-16,-2-3 4 15,-7-7-5-15,-4 1 1 16,-6-2 4-16,-7-4-10 16,-2 5 10-16,-2 0-10 15,-12 5-1-15,-2 6-1 16,0 7-11-16,-4 6-4 16,-2 7-4-16,-3 6-5 0,-8 5-5 15,-6 10-9-15,-1 18-18 16,0 21-147-16,11-4-400 15,10-6-505-15</inkml:trace>
  <inkml:trace contextRef="#ctx0" brushRef="#br0" timeOffset="58671.7">28891 8335 104 0,'0'0'304'16,"0"0"-128"-16,0 0-27 16,0 0 16-16,0 0-2 15,0 0-18-15,0 0 20 16,-6-46-8-16,4 39 25 16,-1 1 8-16,1 0 9 15,1 1-20-15,-1 0-31 0,1 2 30 16,1-1-42-16,-2 1-5 15,1 2-14-15,-1 1-20 16,2 0-22-16,-1 0-27 16,1 0-20-16,0 14-16 15,0 12-1-15,4 6 25 16,4 8 7-16,3 1-9 16,0 1 4-16,-2-4-5 15,3-2-12-15,-3-1 7 16,-2-4-2-16,2-3-8 15,-3-4 1-15,-1-4-5 16,-2-7-4-16,0-3-4 16,0-3 2-16,-2-3-7 15,-1-1 0-15,2-3-1 0,-2 0 1 16,0 0 0-16,0 0-1 16,0 0-40-16,0 0-65 15,-21 0-125-15,-2 0-468 16,-2 0-856-16</inkml:trace>
  <inkml:trace contextRef="#ctx0" brushRef="#br0" timeOffset="59940.76">29271 9567 755 0,'0'0'292'0,"0"0"-55"15,0 0-9 1,0 0-14-16,0 0-25 0,0 0-34 15,0 0-16-15,-8-28-8 16,0 26-14-16,-3 2-17 16,-4 0-18-16,-6 0-17 15,-3 7-5-15,-2 5 18 16,0 6-5-16,-1 5-9 16,3 4-8-16,5 2-12 15,5 3-8-15,7 1-1 16,5 2 2-16,2 1 2 15,0 0 3-15,14-2-3 16,5-1 0-16,2-3-3 0,3-1-3 16,0 0-6-16,2-5-2 15,-2-4-10-15,-1-4 3 16,1-3 14-16,-2-9-5 16,0-1 3-16,1-3-6 15,2 0 9-15,2-7-3 16,1-8-12-16,1-4-3 15,-3-6-5-15,0-1-1 16,-5-3 6-16,-2-5 0 16,-3-2-9-16,-7 2 0 15,-3-1-5-15,-3 4 0 16,-3 2 1-16,0 1-2 0,-3 3 0 16,-7 3-11-1,-3-2-2-15,-1 7 1 0,-1 0 10 16,0 3-16-16,-1 2 2 15,1-1 5-15,-4 2-5 16,0 3 7-16,-3-1-14 16,0 4 11-16,0-1-9 15,-1 2 14-15,-1 2-11 16,-1 2-8-16,0 0 10 16,-4 0-2-16,1 8-6 15,-2 3 10-15,-1 6-14 16,3 2 5-16,1 15-47 15,10-3-294-15,2-6-728 0</inkml:trace>
  <inkml:trace contextRef="#ctx0" brushRef="#br0" timeOffset="66864.68">13169 8218 117 0,'0'0'141'15,"0"0"-140"-15,0 0-1 16,0 0 8-16,0 0 217 16,0 0 50-16,-13 0-74 15,3 0-52-15,-3 0-33 16,-3 0 20-16,-4 1-11 16,-1 1 6-16,-1 0-15 15,-3 1-24-15,-1-1-7 16,4 2 0-16,-4 0-4 15,0 0-15-15,-3 2-17 16,-5 1-9-16,-5 3-14 0,-4 1 1 16,-2 0 0-16,-4 0-2 15,-2 1-2-15,-1 0 6 16,-2 0 2-16,1-2 9 16,1-1-3-16,4-2 2 15,0 0-1-15,5-1-8 16,-2-1-5-16,3 0-5 15,2-1 2-15,0 0-3 16,1-3-8-16,0 2-1 16,5-1-2-16,-3 0-2 15,2 1 10-15,1 3-4 16,1-1-4-16,2 1-2 16,-2 2 2-16,-1 0 0 15,-1 3-7-15,-2 1 0 16,3 0-1-16,0 1 9 0,2 0-1 15,1-1-7-15,1 2 5 16,0 0-5-16,2 0 0 16,1 2 0-16,0-1-1 15,5-1 8-15,-4 2-8 16,3 1 1-16,-3-1 1 16,1 1-1-16,5-2 8 15,-2 1-8-15,3-1 0 16,4-1 8-16,3 2-7 15,3 0 5-15,1 4-6 0,4 3 0 16,2 9 5-16,1 5 1 16,1 6 5-16,0 3 3 15,13 2 6-15,8 0 1 16,4 0-7-16,8-1 8 16,8-2 2-16,6-3-2 15,6 1-4-15,6-6 8 16,17 3-3-16,17 2 0 15,20-3-3-15,9-5-2 16,-4-10 7-16,-10-14 5 16,-14-8-4-16,-3-2-4 15,-3-2-8-15,-12-8 1 16,-17-1 1-16,-14 2-6 0,-4-3 3 16,5-2-1-1,3-6-1-15,2-3 6 0,-2-4 5 16,-3 0 1-16,-1-3-3 15,-5 0 0-15,-2 1-6 16,-6-1 10-16,1 2 1 16,-3-2-4-16,-3 1-5 15,0 0-4-15,-4-2-5 16,-2-1-1-16,-4-5 4 16,-4-1-11-16,-1-4 1 15,-3-3-1-15,-5-2-1 16,-4 0 0-16,0-2-8 15,-1-1-5-15,-14-3-2 16,0 1-8-16,-4-2-2 16,-2 3-1-16,0 1-7 0,2 5 7 15,-1 4 0-15,4 2 3 16,-1 7 1-16,4 3-4 16,0 8 4-16,4 2 5 15,1 5 4-15,2 6-13 16,0 1 9-16,5 5 0 15,-2 2-1-15,1 0-7 16,-4 0-10-16,-1 12-18 16,-5 7 15-16,0 12-174 15,3-3-368-15,-1-8-607 0</inkml:trace>
  <inkml:trace contextRef="#ctx0" brushRef="#br0" timeOffset="67037.91">13154 8277 1401 0,'0'0'490'15,"0"0"-196"-15,0 0-81 16,0 0-112-16,0 0-48 16,0 0-53-16,0 0-97 15,83 3-243-15,-34-3-917 0</inkml:trace>
  <inkml:trace contextRef="#ctx0" brushRef="#br0" timeOffset="69313.77">20648 8085 317 0,'0'0'231'0,"0"0"36"16,0 0-47-16,0 0-16 16,0 0 4-16,0 0-16 15,0 0-43-15,-93-17-20 16,62 17-3-16,-8 0-23 16,-9 0-30-16,-7 0 4 15,0 5-1-15,-3 3 2 16,1 1-8-16,3 2-19 15,5 2 2-15,6-1 0 16,4 3-10-16,3 1-12 16,1 3 2-16,0 1-3 15,2 2-5-15,1 3 1 16,-1 2-11-16,3 0 7 0,2-1-1 16,1 2-8-1,6-3-2-15,1 1 4 0,1-3-14 16,2 1 13-16,0 0-7 15,0 2 20-15,-1 3-3 16,2 0-5-16,1 3-5 16,0 3 2-16,3 2-2 15,3 0-1-15,5 1 7 16,1 0-7-16,3 2-2 16,0-1-2-16,0 2 1 15,9-2-2-15,1 2-2 16,5-1 3-16,0-3 0 15,1-3-3-15,3 0-6 0,0 2 14 16,1-2-14 0,3 0 8-16,1-2 7 0,1-2-5 15,2-4-1-15,1-1 0 16,1-3 0-16,2 0 0 16,-1-3-9-16,3-4 0 15,-2-1 1-15,2-2 7 16,0 0-8-16,0-3 5 15,1-1-5-15,3 2 0 16,3 0 5-16,1-3-4 16,3 3-1-16,0-4 2 15,-1 0-1-15,2 2 0 16,0-1 5-16,-1-1-6 0,3-1 0 16,0 1 0-1,4 0 1-15,0-1 1 0,1-2-2 16,1-3 1-16,2 1-1 15,-2 1 0-15,2-2 0 16,0 0 2-16,-1 0-2 16,-3 0 1-16,-1 0-1 15,1 0 1-15,-3 0 4 16,2-2-4-16,0-2 1 16,-1 0-1-16,3-2 5 15,-1 2-5-15,-3-1 0 16,-1-2 5-16,-5 3-6 0,-1-4 1 15,-3 0 0 1,-2-1 10-16,0-3-11 0,3-1 6 16,1 1 0-16,0-1 0 15,-1 1 0-15,-1 1-4 16,-2 1-1-16,-3-2 10 16,0 3-10-16,-2-4 0 15,1 1 7-15,-2-1-7 16,-1-1-1-16,1 0 11 15,0 0-11-15,0-1 1 16,0 1 11-16,-1 0-10 16,0 1-1-16,-1 2 1 15,-1 0 5-15,-3-1-6 16,1 3 0-16,-2-1 4 16,-1 0-4-16,-1 1 0 0,0 0 10 15,-2-2-2 1,1 2 3-16,-1-1-2 0,0 0-2 15,-2 0 1-15,-1 1-2 16,-1 0 2-16,1-2 5 16,-2 1-4-16,1-4 4 15,-2 1-2-15,2-3 4 16,-1-1-4-16,0-4 2 16,-3 0-1-16,0-3 1 15,-1-2-4-15,-4-1-8 16,-2-4 5-16,-2-2 1 15,-2-1-7-15,0-3 5 16,-5 3-6-16,-6-4 1 0,-3 4 0 16,-4-2-1-16,0 2 0 15,-3 3 0-15,-1 1 1 16,-1-1-2 0,-3 3 0-16,-3 1-9 0,-2 0 4 15,-5 1-2-15,-2-2 8 16,-3 2-8-16,-1 2-7 15,-2-1 6-15,-1 5 8 16,-3-1 1-16,2 2-10 16,-2 0 10-16,-2 2-9 15,-3 0-6-15,-2 1-13 16,-5 0 14-16,-1 2 13 16,-2-1 0-16,-4 1-5 15,-2 1-4-15,-2 1-1 0,1 0-1 16,0 2 6-16,3 0 6 15,0 2-1-15,1 0 1 16,0 1-1-16,0 0 1 16,-2 1 0-16,3 2 0 15,0-1 0-15,4 3-11 16,3 2 11-16,5 0-1 16,5 0 1-16,3 0 6 15,6 9-6-15,0 0 0 16,1 4-1-16,0 2-11 15,0 1 11-15,2 1 0 16,0 0 0-16,6 0 1 16,5-5-1-16,5 0 0 0,4-4 0 15,7-3 1-15,2-1 0 16,2-1 1-16,0 0-1 16,4-3 0-16,1 2 0 15,0-2-18-15,0 0-90 16,0 0-141-16,0 0-355 15,0 0-463-15</inkml:trace>
  <inkml:trace contextRef="#ctx0" brushRef="#br0" timeOffset="69480.99">20386 8265 1788 0,'0'0'268'0,"0"0"2"0,0 0-168 16,0 0-68-16,0 0-34 16,0 0-60-16,0 0-334 0</inkml:trace>
  <inkml:trace contextRef="#ctx0" brushRef="#br0" timeOffset="73906.85">27439 8411 182 0,'0'0'823'16,"0"0"-600"-16,0 0-30 16,0 0 28-16,0 0-56 0,0 0-26 15,-54-59-13 1,36 45-19-16,-6-2-29 0,-3 1-7 15,-5-2 18-15,-6-1-10 16,-6 0-8-16,-7 2-14 16,-6-1-12-16,-8 3-7 15,-15 0-6-15,6 3-14 16,-2 5 1-16,-2 0 12 16,13 4 4-16,-7-1-7 15,2 3 2-15,6 0-8 16,1 0-10-16,4 3 6 15,1 6-1-15,-2 4-8 0,-1 1-9 16,-2 1 12-16,0 4-3 16,2 0-3-16,2 0 2 15,2 2 1-15,4 0 0 16,0 2 1-16,2 0 5 16,2 1-6-16,0-1 0 15,1-1 0-15,5 3-2 16,2-1-5-16,4 1 4 15,6 2 0-15,4 0-5 16,3 4 5-16,3 1-5 16,6 5 0-16,3 4 1 15,5 5 16-15,5 0-6 16,2 3 6-16,2 2 0 16,12-1-8-16,8-2 4 15,5-1 1-15,4-4-2 0,5 3-1 16,5-6 6-16,3 2-3 15,3-1 0-15,1 1 0 16,1-2-14-16,2 0 8 16,1 1 12-16,3-5-11 15,2-2 16-15,3-6-4 16,2-7-5-16,6-4-2 16,3-8 3-16,14-7 4 15,11-2-2-15,16-5-11 16,-12-7 9-16,-20 1-5 15,-20 3-4-15,-17-2 0 16,8 1-3-16,4-5 2 16,6 0-7-16,-6-3 11 0,-5 0-11 15,-3 1 14 1,-3-4 3-16,-1 0-3 0,-3-1-5 16,0 0 1-16,-1-1-2 15,-2-2 3-15,-1 0-6 16,0 0 6-16,-3 0-5 15,1 0 1-15,-7-1-2 16,1 0 1-16,-2-1 4 16,-3-3-4-16,-2 3 4 15,-3-4-1-15,-2 2 1 16,-2-3-4-16,-4 1 2 16,-4-2-3-16,-1 1-1 15,-4-3-4-15,-1-1-2 16,0 0 1-16,-4-3-1 0,-9-1 0 15,-1 3 1-15,-2 2 0 16,1 0-6-16,-1 4 0 16,-1 2-2-16,1 3 8 15,-1 1-1-15,-1 3-17 16,2 4 6-16,-2 0 11 16,0 3-8-16,2 1-6 15,-4 2 2-15,2 0-2 16,-3 1 3-16,2 3-5 15,1 1-1-15,-1 2-1 16,-2 2 2-16,3 2-4 16,-1 0 8-16,2 0-2 0,-2 0-2 15,1 6 1 1,1 4-4-16,0 1-14 0,2 3-52 16,0 9-131-16,4-4-334 15,2-3-256-15</inkml:trace>
  <inkml:trace contextRef="#ctx0" brushRef="#br0" timeOffset="79364.18">28543 4827 126 0,'0'0'378'0,"0"0"-175"16,0 0 4-1,0 0-12-15,0 0-59 0,0 0-52 16,0 0 9-16,-93-50-35 15,68 50-31-15,-6 0-11 16,-4 0-1-16,-2 5-8 16,-4 5 6-16,-3 2 8 15,2 3 15-15,-4 4-8 16,2 1 29-16,0 4-36 16,0 3-7-16,1 4 3 15,0 3 20-15,3 2-10 16,2 4 39-16,1 0-16 15,3 1-13-15,4-1 21 16,2 2 13-16,1-1-21 16,3 1 1-16,1 3-12 0,3 3 12 15,3 5 1-15,-2 16-21 16,1 15 14-16,0 16 44 16,3 9 8-16,8-3-32 15,4-9 10-15,3-3-2 16,0-7-6-16,4-3-31 15,5-3-5-15,3-2-8 16,-3 1-8-16,3 0 0 16,1 4-2-16,3 0-1 15,1-2-1-15,2 0 5 16,3 2-15-16,0 1 7 16,2 5-1-16,2-1 1 15,0-4 1-15,-4-15 0 16,-1-16 4-16,4 11-7 0,5 10 2 15,3 12 4-15,0 0-3 16,-8-21 3-16,-8-19 4 16,1 6-1-16,1 1-15 15,1 9 6-15,2 7 2 16,-5-8-2-16,5 7-5 16,0-1-1-16,0-7 1 15,-2-1 0-15,2-5 11 16,0-1-6-16,-1 1-5 15,-1 6 1-15,1-3 5 16,1 6-5-16,2-1-1 0,1 3 12 16,2-4-13-1,-2-3 1-15,2 2-2 0,-3-3 2 16,0-2-1-16,-2-2 0 16,1 1 1-16,-4-2 5 15,-1-2-6-15,-2-1 2 16,-1-2 4-16,0-1-5 15,-3-2 5-15,3-3 5 16,0 2-4-16,1 1 2 16,1 0-3-16,1 2 0 15,-2-1 3-15,2 0-8 16,-1-5 8-16,-1-4 3 16,1-4-5-16,2-1-7 15,1-6 0-15,2-2 8 16,3-4-2-16,3-3 3 0,2-3 1 15,1-3 4-15,2-2-5 16,2 2 1-16,2-1-1 16,0-2 0-16,0 1-1 15,2-1-2-15,1-1 3 16,-1-2 4-16,-1-4-11 16,3-1 5-16,-1 0 4 15,2 0-4-15,3 0 2 16,-2-4-8-16,2-2 1 15,-5 0 4-15,1-1-5 16,-3 2 0-16,0-4 0 16,-4 0 0-16,0-4 8 0,-2 1-7 15,-1-3 8-15,-1-1-1 16,0-3 0-16,1-2-1 16,2-6 7-16,0-1 0 15,-1-5-5-15,0-2 2 16,-2-3-10-16,-1-4 11 15,0 0-4-15,-1-5 5 16,0 0-4-16,-1-6 11 16,1-1-4-16,-1-5-7 15,3-14 4-15,3-16-14 16,-2-10 12-16,-2 9-3 16,-10 17-7-16,-4 1 5 15,0-1-1-15,-3-16 3 16,-2-13-1-16,-1 0-2 0,-3 8-6 15,0-3-5-15,2-5 4 16,-4-2 1-16,2-5 0 16,-5 0 6-16,-1 2 0 15,0 0-5-15,-10 0 0 16,-2-5 0-16,-3 2-1 16,0 3-1-16,-2 0 1 15,-5 3 0-15,-1 0-1 16,-3-3 1-16,0 3 1 15,-3 5 9-15,1 3-9 16,-2 5 5-16,-1 7-6 16,-1 4 0-16,4 13-27 15,7 14-15-15,2 12 27 16,-1 1-4-16,-2-7-2 0,-5-7 4 16,-3-9-1-1,0 3-4-15,3 4-1 0,1 4-8 16,0 5 4-16,3 6 6 15,0 2 4-15,1 6-10 16,-4 0 11-16,3 5 1 16,-4 1-2-16,0 1-4 15,0 2 0-15,-2 3 0 16,3 2 0-16,-3-1-1 16,1 1-9-16,-2 1 11 15,-1 0 10-15,0-2 9 16,-4 0-8-16,1 3 8 15,-3-2-32-15,1 1-3 0,0 1 17 16,0-1-4-16,0 1 13 16,-2-1-5-16,-1 0 0 15,0 1-9-15,0 0 1 16,-1 1-17-16,3 1 4 16,1 2-21-16,2 1 17 15,1-1 6-15,1 4 10 16,6-1 3-16,0 3-5 15,4 0 10-15,0 1-11 16,-1 2 14-16,-1 1-11 16,-1-1-4-16,-2 0 16 15,0 0-3-15,2-1 0 0,1 0 3 16,2 2-19-16,-1 1-4 16,3 0 1-16,2 2 10 15,-2 0-1-15,4 0-2 16,-2 0 10-16,-1 0-1 15,2 0-7-15,-4 0 4 16,3 3-3-16,-1 4-2 16,-2 3-3-16,0 4-13 15,5-2-134-15,4-7-1080 0</inkml:trace>
  <inkml:trace contextRef="#ctx0" brushRef="#br0" timeOffset="83405">28819 5967 416 0,'0'0'685'15,"0"0"-421"-15,0 0-10 16,0 0 22-16,0 0-53 16,0 0-55-16,-63-42-45 15,48 42-16-15,-3 11 7 16,4 11-27-16,3 6-1 16,3 8 4-16,4 9-8 15,4 1-19-15,0 3-3 16,1-4-8-16,10-3-5 0,3-6-20 15,3-5-12-15,1-6 0 16,3-3-14-16,0-7 5 16,3-7-4-16,4-7-2 15,2-1-20-15,3-9-76 16,1-14-91-16,2-5-164 16,8-22-184-16,-9 5-101 15,-7 1-266-15</inkml:trace>
  <inkml:trace contextRef="#ctx0" brushRef="#br0" timeOffset="83728.65">29153 5946 137 0,'0'0'916'0,"0"0"-618"15,0 0 44-15,0 0-42 0,0 0-86 16,0 0-84-16,-80-1-17 16,57 31 12-16,0 7-2 15,4 7 7-15,6 4-30 16,5-3-40-16,8-3-31 15,0-6-5-15,5-9-13 16,11-9-9-16,2-8 4 16,3-5 0-16,2-5 6 15,0-7-6-15,1-12-5 16,-3-5-1-16,-3-9-12 16,-4-5-5-16,-4-5-2 15,-7-4 4-15,-3 4-1 16,-3 5-13-16,-11 6 1 15,-4 11-7-15,0 10-47 16,2 7-68-16,5 4-65 0,10 2-97 16,1 11-290-16,0-2-152 15</inkml:trace>
  <inkml:trace contextRef="#ctx0" brushRef="#br0" timeOffset="83806.07">29153 5946 500 0</inkml:trace>
  <inkml:trace contextRef="#ctx0" brushRef="#br0" timeOffset="84311.84">29153 5946 500 0,'52'-17'847'0,"-51"8"-538"0,2 0 92 0,7 1-122 0,4 8-101 0,7 0-58 15,7 12-26-15,4 10-12 16,2 9-20-16,-3 5-6 0,-2 2-6 16,-8 2-11-1,-5-1-11-15,-7-6-18 16,-6-4 2-16,-3-8-6 0,0-7-4 15,-1-7 4-15,-9-7 6 16,-2 0-2-16,-1-17-1 16,3-12-7-16,0-9-2 15,6-7-12-15,4-3-22 16,0 1-9-16,9 7-22 16,6 6-8-16,4 7-3 15,2 5 7-15,0 4 17 16,0 3 9-16,1 5 10 15,0 0 18-15,0 6 9 0,3 1 6 16,-1 1-1 0,-1 2 1-16,0 0 0 0,0 14 1 15,-4 5 12-15,-3 4 20 16,-1 5 7-16,-6 3 18 16,-1 1-19-16,-5 0 3 15,-3-3-17-15,0-3-10 16,-2-4-6-16,-7-4 0 15,-1-5-1-15,-2-9 0 16,0-4 4-16,2-4-3 16,2-17 0-16,5-13-7 15,3-10-2-15,3-7-1 16,16-4-20-16,8 2-17 16,6 10-6-16,0 9-27 15,1 12-32-15,-2 11-58 0,-4 8-82 16,6 3-120-16,-7 4-237 15,-6 5-572-15</inkml:trace>
  <inkml:trace contextRef="#ctx0" brushRef="#br0" timeOffset="85108.5">29986 5782 199 0,'0'0'913'15,"0"0"-710"-15,0 0-16 16,0 0-25-16,0 0-18 16,0 0-30-16,0 0 5 0,0 0-34 15,11 74-8-15,-2-73 3 16,3-1-6-16,0 0-8 16,2-10 0-16,0-7-20 15,1-4 0-15,-6-2-2 16,-5-1-6-16,-4-2 2 15,0 0-6-15,-6 6-7 16,-6 3-21-16,1 5-4 16,0 10 4-16,-1 2-6 15,2 7-1-15,-1 14-4 16,2 7 5-16,6 2 0 16,3 2-21-16,5-1-54 15,17-3-29-15,11-3-17 16,9-8-62-16,3-9-89 0,4-8 56 15,-3 0 9-15,-3-17 30 16,-4-10 86-16,-6-2 70 16,-5-2 21-16,-4-4 58 15,-7 1 72-15,-4 3 8 16,-7 5 22-16,-3 2-5 16,-3 12 42-16,0 2-10 15,-6 10-30-15,-10 0-66 16,-3 13-46-16,-3 13 5 15,0 5 1-15,5 6-11 16,7 3-20-16,9-1-8 0,1-2-2 16,13-4-10-1,12-8 11-15,8-8-10 0,4-10 11 16,2-7 3-16,4-7-4 16,-4-17-10-16,-2-7 5 15,-2-9-6-15,-7-5-6 16,-4-6 6-16,-6-15 0 15,-8 3 0-15,-4-2 1 16,-3 3 0-16,-3 18 7 16,0 5 44-16,0 14 36 15,0 13 20-15,0 10-38 16,0 2-43-16,0 16-19 16,0 12-7-16,0 10 0 15,0 8 12-15,2 4-1 16,8 3-10-16,1-3-1 0,1-2 5 15,-2-4-6-15,-3-4-5 16,-2-7-64-16,-2-7-87 16,-3-9-135-16,0-6-313 15,-11-9-192-15</inkml:trace>
  <inkml:trace contextRef="#ctx0" brushRef="#br0" timeOffset="85321.15">30446 5721 546 0,'0'0'1503'0,"0"0"-1244"15,0 0 3-15,0 0 2 16,0 0-25 0,104-8-111-16,-52-1-43 0,2-3-36 15,-6 2-34-15,-5 3-15 16,-9 3-13-16,-8 4-122 15,-11 2-397-15,-12 7-710 0</inkml:trace>
  <inkml:trace contextRef="#ctx0" brushRef="#br0" timeOffset="95888.98">12838 4110 1461 0,'0'0'484'16,"0"0"-284"-16,0 0-51 16,0 0 47-16,0 0 15 15,0 0-39-15,97 0-39 16,-53-10-45-16,9-2-42 15,8-2-23-15,6-3-11 16,0-1-6-16,-5 2-5 16,-8 2-1-16,-12 1-12 15,-14 4-59-15,-14 3-87 16,-16 1-129-16,-14 2-224 0,-14 2-270 16</inkml:trace>
  <inkml:trace contextRef="#ctx0" brushRef="#br0" timeOffset="96244.59">12884 3708 789 0,'0'0'823'0,"0"0"-573"16,0 0-47-16,0 0-52 0,0 0-36 15,0 0-45 1,0 0 17-16,-36 116 23 0,16-54-7 16,-3 5-15-16,-1-3-1 15,6-14-19-15,3 0-21 16,6-7-11-16,6-8-11 16,3-6-6-16,6-6-1 15,14-4 2-15,10-5 2 16,6-6 4-16,6-5-4 15,6-3-7-15,0-2-7 16,1-12-7-16,1-3-1 16,-4 0-33-16,-6-3-66 15,1-1-130-15,-11 4-238 0,-10 5-282 16</inkml:trace>
  <inkml:trace contextRef="#ctx0" brushRef="#br0" timeOffset="96417.64">13488 4356 1592 0,'0'0'273'0,"0"0"-147"16,0 0-61-16,0 0-34 15,-79 55-31-15,49-35-54 16,-3-3-802-16</inkml:trace>
  <inkml:trace contextRef="#ctx0" brushRef="#br0" timeOffset="101455.11">6931 10599 831 0,'0'0'757'15,"0"0"-561"-15,-6-77 19 16,-3 57 28-16,0 10-51 16,-4 10-58-16,-4 11-75 15,-10 25-38-15,-7 15 8 16,-6 11 12-16,-5 6-17 16,-1-2-1-16,4-3-10 15,6-10-3-15,6-11-2 0,11-11-7 16,7-12 5-1,9-12-4-15,3-7 11 0,0-7 14 16,6-18 18-16,14-5-36 16,2-3-2-16,5 2 1 15,1 6-8-15,2 11-1 16,1 8 1-16,2 6 1 16,0 6 6-16,-2 11-1 15,1 3-4-15,-4 4-1 16,-1-3 0-16,-5-3-1 15,-1-6-106-15,6-8-157 16,-3-4-277-16,-5 0-175 0</inkml:trace>
  <inkml:trace contextRef="#ctx0" brushRef="#br0" timeOffset="101651.04">7217 10602 1536 0,'0'0'329'0,"0"0"-48"16,0 0-173-16,0 0 1 16,0 0-14-16,0 0-41 15,90-5-38-15,-69 5-16 16,-2 0-27-16,-4 7-102 16,-8 7-156-16,-5-3-192 15,-2-1-138-15</inkml:trace>
  <inkml:trace contextRef="#ctx0" brushRef="#br0" timeOffset="101816.49">7146 10767 575 0,'0'0'657'15,"0"0"-320"-15,0 0-79 16,0 0-63-16,0 0-29 16,0 0-101-16,0 0-24 15,38 2-17-15,-2-2-24 16,6-1-62-16,19-11-139 15,-10 2-295-15,-6-1-729 0</inkml:trace>
  <inkml:trace contextRef="#ctx0" brushRef="#br0" timeOffset="102021.56">7732 10629 1515 0,'0'0'357'16,"0"0"-41"-16,0 0-198 16,0 0 1-16,0 0-48 15,84-14-28-15,-49 6-24 16,-2 0-19-16,9-2-109 16,-9 1-244-16,-5-1-428 0</inkml:trace>
  <inkml:trace contextRef="#ctx0" brushRef="#br0" timeOffset="102546.03">8603 10246 1024 0,'0'0'697'0,"0"0"-381"15,0 0-57-15,0 0-61 16,0 0-17-16,-91-19-56 16,67 19-16-16,-3 5-23 0,0 4-16 15,1 1-19-15,2-1-3 16,7-4-3-16,7-2-5 16,4-1-13-16,6-1-13 15,0-1-4-15,0 1-1 16,0 2-9-16,9 4 9 15,3 5-3-15,0 4 17 16,1 4-11-16,2 8 14 16,-2 7-10-16,-2 5 17 15,3 8-9-15,-4 5 3 16,-4 3-12-16,-2-1 14 16,-2 1 16-16,-2-5 0 15,0 0-14-15,0-3-17 16,0-2 10-16,0-3 7 15,1-5-2-15,-1-4-7 0,2-9-4 16,-1-6-7-16,2-7-11 16,0-7 2-16,3-2-2 15,3-3 0-15,5 0 2 16,8-6 7-16,3-7-9 16,5-1-66-16,1 0-63 15,11-1-84-15,-7 2-241 16,-7 1-511-16</inkml:trace>
  <inkml:trace contextRef="#ctx0" brushRef="#br0" timeOffset="104270.62">8958 10422 443 0,'0'0'256'0,"0"0"6"16,0 0 29-16,0 0 28 15,0 0-83-15,0 0-3 16,0 0-23-16,-30-67-20 16,29 67-50-16,-1 0-40 15,2 2-42-15,0 17-28 16,0 8 58-16,2 9-2 15,12 3-15-15,6 2-25 16,7-4-27-16,4-4 5 16,4-8-13-16,2-7-10 15,1-7 5-15,-2-9 3 16,-3-2-8-16,-6-6-1 0,-2-10 0 16,-10-8-11-16,-7-5-1 15,-1-2 3-15,-7-4 8 16,0 1 1-16,0 4-1 15,0 7 1-15,-7 6 1 16,2 6 6-16,4 11 4 16,1 0-11-16,0 11 0 15,0 12 0-15,6 9 11 16,7 3-5-16,1 3 1 16,0-1-6-16,-1-2 0 15,-3-4 1-15,-4-2-1 16,-5-5 0-16,-1-5 5 15,0-2-6-15,-3-2 1 0,-10-3 5 16,-2-2-5-16,-6-3 5 16,-1-2-6-16,-2-1-11 15,-2-2-48-15,3-2-47 16,2 1-85-16,10-1-56 16,4 0-263-16,4 0-390 0</inkml:trace>
  <inkml:trace contextRef="#ctx0" brushRef="#br0" timeOffset="104566.26">9553 10612 1425 0,'0'0'399'15,"0"0"-20"-15,0 0-193 16,0 0-40-16,0 0 64 16,0 0-45-16,-10 78-40 15,10-48-43-15,0 1-24 16,0-3-19-16,0 0-13 16,0-1-16-16,1-5-10 15,1-1 1-15,-2-6-1 16,4-4-57-16,-4-6-118 0,0-5-301 15,0 0-519-15</inkml:trace>
  <inkml:trace contextRef="#ctx0" brushRef="#br0" timeOffset="105294.27">9920 10265 222 0,'0'0'1201'15,"0"0"-700"-15,0 0-139 0,0 0-82 16,0 0-47-16,0 0-93 15,0 0 11-15,-43 68-20 16,37-27-49-16,6 3-36 16,0-1-5-16,0 0-5 15,15-4-17-15,-3-2-4 16,4-3-8-16,-2-5-7 16,2-4-30-16,-4-4-82 15,3-6-134-15,-3-6-366 16,-5-9-482-16</inkml:trace>
  <inkml:trace contextRef="#ctx0" brushRef="#br0" timeOffset="105645.33">10136 10347 1452 0,'0'0'362'0,"0"0"8"0,0 0-181 16,0 0-3-16,0 0-13 15,-39 88-40-15,39-50-24 16,0-1-46-16,2-2-23 16,7-5-13-16,2-8-12 15,2-8-8-15,-1-8-6 0,1-6 6 16,1 0 10-16,2-20-7 16,-4-7-4-1,6-7-6-15,-8-5-12 0,-2-3-11 16,-7 1 4-16,-1 1-13 15,0 5-20-15,-10 10-6 16,-5 10 11-16,0 13 16 16,0 2-23-16,2 17-32 15,2 9 22-15,4 8-17 16,7 0-91-16,19 10-120 16,8-10-218-16,6-10-276 0</inkml:trace>
  <inkml:trace contextRef="#ctx0" brushRef="#br0" timeOffset="106088.53">10423 10278 185 0,'0'0'1128'16,"0"0"-763"-16,0 0-181 16,0 0-36-16,0 0-8 15,0 0-34-15,-75 79-29 16,71-55-40-16,2-2-16 15,2-5-8-15,0-5-12 16,0-7-1-16,5-5 8 16,2 0-4-16,2-10 20 15,1-11-11-15,1 1-5 16,0-3-7-16,-3 4 8 16,0 5 9-16,-4 6 27 15,1 8 13-15,-2 0-11 16,4 11 16-16,2 13 41 0,0 10-26 15,0 7-20-15,1 3-14 16,-2 6-10-16,1 0-1 16,-2-3 3-16,-2-6 4 15,-4-4-17-15,-1-8-13 16,0-5-1-16,-3-4-8 16,-11-5 5-16,-2-5 0 15,-4-4 1-15,-4-6-5 16,0 0-2-16,0 0-19 15,0-12-47-15,3-6-91 16,6-10-116-16,5 2-198 0,7 3-294 16</inkml:trace>
  <inkml:trace contextRef="#ctx0" brushRef="#br0" timeOffset="106561.88">10577 10254 1393 0,'0'0'402'0,"0"0"-64"15,0 0-171-15,0 0-27 16,0 0 10-16,0 0-9 16,8 90-41-16,6-57-24 15,2 0-32-15,4-6-17 0,0-3-14 16,0-5-1-16,-1-7-6 15,-1-9 2-15,0-3-8 16,-2-2 9-16,-2-15-2 16,-1-2-7-16,-4-3-1 15,-4 0 1-15,-1 2-1 16,-1 4 1-16,-3 6 1 16,0 7 0-16,0 3-1 15,0 0-14-15,3 17 14 16,0 5 0-16,2 8 11 15,-1 3 1-15,2 1 20 16,-1 1 6-16,-4-2-17 16,-1 0-8-16,0-6-4 0,-1-3 0 15,-10-5-8 1,-1-4 7-16,-4-3-7 0,2-6-1 16,-2-2 0-16,5-2-34 15,1-2-55-15,6 0-97 16,4 0-101-16,0-4-305 15,10-1-389-15</inkml:trace>
  <inkml:trace contextRef="#ctx0" brushRef="#br0" timeOffset="106780.19">11073 10531 1517 0,'0'0'357'0,"0"0"-52"15,0 0-151-15,0 0 55 0,0 0-42 16,0 0-49 0,11 93-35-16,-8-69-36 0,-2-3-32 15,-1-1-6-15,0-3-9 16,0-3-25-16,0-4-132 16,-6-10-105-16,-5 0-283 15,-2 0-615-15</inkml:trace>
  <inkml:trace contextRef="#ctx0" brushRef="#br0" timeOffset="107154.53">10873 10144 1020 0,'0'0'341'15,"0"0"-5"-15,0 0-159 16,0 0-21-16,0 0 40 16,0 0-48-16,0 0-24 15,-62 55-41-15,51-38-19 16,-1-4-24-16,6-2-21 16,0-3-8-16,5-5-4 15,1-3-6-15,0 0 23 16,0 0 2-16,7-15-4 0,8-2 2 15,2-1-14 1,2 0-2-16,-2 6-1 0,0 5 1 16,2 5-1-16,0 2 4 15,0 4-4-15,2 11-7 16,-3 3-1-16,-2 4-14 16,1 8-133-16,-4-6-338 15,-4-5-736-15</inkml:trace>
  <inkml:trace contextRef="#ctx0" brushRef="#br0" timeOffset="108032.15">11203 10253 1043 0,'0'0'336'0,"0"0"-12"16,0 0-92-16,0 0-20 15,0 0-78-15,0 0-53 16,0 0 3-16,69 19 23 16,-40 23-23-16,3 5-15 15,-7 7-15-15,-4 1-28 16,-11 0-6-16,-8-1-20 16,-2-4-2-16,-30 13-98 15,-3-14-111-15,-1-11-459 0</inkml:trace>
  <inkml:trace contextRef="#ctx0" brushRef="#br0" timeOffset="109422.11">10563 10196 454 0,'0'0'237'0,"0"0"-19"16,0 0 9-16,0 0-19 15,0 0-32-15,0 0-60 16,0 0-37-16,-30 28 16 16,21 8 9-16,2 22 7 15,7 21 13-15,0 0-34 16,13-6-39-16,5-8-24 0,5-14-14 16,8 4-13-1,13 5-65-15,34 7-53 0,-8-17-265 16,-4-12-914-16</inkml:trace>
  <inkml:trace contextRef="#ctx0" brushRef="#br0" timeOffset="110071.24">11518 10489 1423 0,'0'0'483'15,"0"0"-123"-15,0 0-117 16,0 0 2-16,0 0-53 16,0 0-68-16,0 0 4 15,61 4-41-15,-23-4-22 0,3 0-20 16,1 0-18-16,1 0-18 16,-6-4-7-16,-4-5-2 15,-5 2-10-15,-10 1-58 16,-6 0-57-16,-12 1-100 15,0 1-245-15,-3-1-262 0</inkml:trace>
  <inkml:trace contextRef="#ctx0" brushRef="#br0" timeOffset="110302.02">11661 10288 1646 0,'0'0'382'15,"0"0"-107"-15,0 0-134 16,0 0 108-16,-9 98-43 16,9-52-62-16,0 5-33 15,1-3-39-15,4-3-36 16,-2-6-18-16,1-5-11 16,-1-6-7-16,0-2 0 15,0-6-60-15,0 0-118 16,2-6-275-16,-2-9-485 0</inkml:trace>
  <inkml:trace contextRef="#ctx0" brushRef="#br0" timeOffset="111276.6">12180 10277 816 0,'0'0'389'0,"0"0"-21"16,0 0-3-16,0 0-65 15,0 0-66-15,0 0-79 0,0 0-45 16,-54 14 16-16,58 19-7 16,16 4-28-16,10 3-37 15,11-2-21-15,6-5-18 16,3-8-7-16,0-10 1 16,1-8-8-16,-13-7-2 15,-6 0-7-15,-11-17-10 16,-11-9 6-16,-7-1 10 15,-3-7 2-15,-4-1 0 16,-10 2 0-16,3 4 1 0,-2 8 10 16,4 9 10-1,5 12 21-15,1 0-26 0,1 26-16 16,2 15 20-16,0 10 14 16,6 10-10-16,5 0-6 15,3-1-9-15,-3-2-9 16,1-8 12-16,-3-6-6 15,-9-7-5-15,0-6 0 16,-7-6 6-16,-13-5-5 16,-5-6 4-16,-4-6-6 15,-2-7-19-15,1-1-26 16,2-4-52-16,7-14-86 16,14-21-180-16,5 3-389 15,2 3-842-15</inkml:trace>
  <inkml:trace contextRef="#ctx0" brushRef="#br0" timeOffset="111661.58">12751 10391 1553 0,'0'0'402'15,"0"0"-118"-15,0 0-107 16,0 0-7-16,0 0-36 15,0 0-7-15,48 93-27 16,-48-53-42-16,-12 1-9 16,-5-2-2-16,-5-4-10 15,0-5-11-15,2-7-13 0,2-8-5 16,2-4-2 0,3-11 0-16,4 0 7 0,0-4 1 15,7-11-8-15,2-2 1 16,0 2-6-16,6 3 0 15,8 8 5-15,2 4 0 16,-1 0-5-16,4 4 10 16,1 9-5-16,1 1-5 15,-1 0 1-15,-3-2-1 16,-1 0-1-16,-4-5-14 16,1-2-76-16,1-2-112 15,-2-3-277-15,1 0-391 0</inkml:trace>
  <inkml:trace contextRef="#ctx0" brushRef="#br0" timeOffset="112099.19">13224 10174 1285 0,'0'0'364'0,"0"0"109"16,0 0-185-16,0 0-30 15,0 0-63-15,0 0-92 16,0 0 50-16,-24 104-27 16,24-46-63-16,0 3-7 15,11-2 1-15,2-4-33 16,-1-4-13-16,0-7-10 15,1-7-1-15,-2-8-36 0,-1-7-100 16,-1-13-191 0,-3-9-413-16,0 0-609 0</inkml:trace>
  <inkml:trace contextRef="#ctx0" brushRef="#br0" timeOffset="112418.44">13425 10222 1536 0,'0'0'348'16,"0"0"6"-16,0 0-178 16,0 0 14-16,-40 89-5 15,40-47-49-15,0-1-42 16,0-2-37-16,11-6-30 16,3-6-14-16,4-10-13 15,2-12 10-15,0-5-9 0,0-5 15 16,-1-19-16-16,-1-7-4 15,-4-7-25-15,-5-5-16 16,-6-3 4-16,-3 3-9 16,0 1-34-16,-12 9-23 15,-6 13 25-15,1 15 10 16,0 5-11-16,4 18-30 16,6 12-62-16,5 5-33 15,7 13-34-15,13-9-115 16,6-8-601-16</inkml:trace>
  <inkml:trace contextRef="#ctx0" brushRef="#br0" timeOffset="112852.85">13789 10147 1164 0,'0'0'282'15,"0"0"62"-15,0 0-208 16,0 0 12-16,0 0-27 15,0 0-35-15,-59 92-39 16,59-66-20-16,0-4-10 16,0-7-11-16,7-6-6 15,2-6-5-15,2-3 5 16,2-4 17-16,0-16 0 16,-1-2-6-16,2-5-2 15,-7 4-2-15,-1 3 15 16,0 5 47-16,-5 8 42 0,1 7 13 15,-1 0-49-15,2 17-26 16,2 14 54-16,1 10-16 16,7 19-21-16,2 18-6 15,1-3 12-15,0-7-20 16,-3-8-10-16,-6-17-9 16,-2 4-8-16,-2 3-13 15,-3-8-6-15,-2-8 0 16,-14-6 2-16,-5-9-7 15,-6-6 6-15,-6-7-6 16,1-6-1-16,-1 0-55 16,7-30-63-16,9-1-180 15,12-6-440-15</inkml:trace>
  <inkml:trace contextRef="#ctx0" brushRef="#br0" timeOffset="113583.24">14202 10215 1149 0,'0'0'310'0,"0"0"18"0,0 0-104 15,0 0-16-15,0 0-92 16,0 0-67-16,0 0 16 16,-17 34 11-16,33-8-2 15,4 4-16-15,6-4-12 16,6-2-17-16,1-5-10 15,0-7-19-15,-4-9 6 16,-7-3-3-16,-2 0-1 16,-5-17-2-16,-2-3-6 15,-2-8-3-15,-2-5 8 16,-4 0 1-16,-2 1 2 16,-3 5 4-16,0 6 7 15,0 11 36-15,0 8 27 16,0 2-29-16,0 27-25 15,0 11 40-15,0 11 3 0,11 10-18 16,4 5 2-16,1 3-20 16,2-2 1-16,-1-7-20 15,-3-8 2-15,-5-11-6 16,-4-10 2-16,-5-8-7 16,0-6 7-16,-6-6-7 15,-10-7 6-15,-6-2-7 16,0 0-20-16,0-11-40 15,4-8-81-15,6-15-146 16,6 4-225-16,6-3-335 0</inkml:trace>
  <inkml:trace contextRef="#ctx0" brushRef="#br0" timeOffset="113934.63">14723 10419 1309 0,'0'0'278'0,"0"0"-65"16,0 0-81-16,82-23 35 15,-57 20-46-15,-4 3-25 16,-4 0 2-16,-10 4-30 16,-5 12 5-16,-2 1 0 15,-5 8 16-15,-13 1 1 16,-3 5-23-16,-1 0-4 0,0 1-11 15,2-3-10 1,7-5 13-16,4-5-23 0,6-4 1 16,3-3 0-16,0-5-9 15,16-3 0-15,14-4 7 16,13 0-5-16,7-4-11 16,3-10-15-16,-4-2-1 15,-8-3-45-15,-10-3-86 16,-17-12-176-16,-7 4-332 15,-7 3-969-15</inkml:trace>
  <inkml:trace contextRef="#ctx0" brushRef="#br0" timeOffset="114392.76">14253 10007 90 0,'0'0'1148'16,"0"0"-799"-16,0 0-54 16,0 0-100-16,0 0 1 15,-80 69-20-15,69-8-21 16,2 20 2-16,9 22-28 15,2 6-16-15,25-8-31 16,2-22-21-16,3-25-22 16,-4-17-16-16,3-3-17 15,5 2-6-15,9 0-2 16,7-1-95-16,26-19-148 16,-14-9-276-16,-6-7-383 0</inkml:trace>
  <inkml:trace contextRef="#ctx0" brushRef="#br0" timeOffset="114649.88">15063 10173 1748 0,'0'0'313'0,"0"0"-59"16,0 0-157-16,0 0-13 15,0 0 60-15,101 48-32 0,-73-11-56 16,-3 9 21 0,-7 3-28-16,-11 1-19 0,-7 0-20 15,-7-5-2-15,-22-4-8 16,-11-8-114-16,-48-9-116 16,9-10-315-1,-1-14-858-15</inkml:trace>
  <inkml:trace contextRef="#ctx0" brushRef="#br0" timeOffset="115054.01">14583 9732 1452 0,'0'0'352'0,"0"0"123"16,0 0-325-16,0 0-5 16,0 0-45-16,0 0 45 15,0 0-20-15,-53 85-29 16,37-55-21-16,3-1-39 16,1-3-9-16,3-6-14 15,3-6-4-15,3-8-7 16,3-3 4-16,0-3-5 15,0-4 21-15,4-15-10 16,10-10-12-16,7-3 0 16,2-2-1-16,3 3 0 15,-1 7-5-15,1 12-1 0,1 12 1 16,1 0 5-16,-1 12-1 16,-1 16 1-16,0 7-6 15,-1 2-37-15,23 16-158 16,-4-8-131-16,3-9-636 0</inkml:trace>
  <inkml:trace contextRef="#ctx0" brushRef="#br0" timeOffset="116046.95">15655 10328 1542 0,'0'0'540'16,"0"0"-190"-16,0 0-82 15,0 0-19-15,0 0-66 0,0 0-71 16,0 0-37 0,23-4-11-16,14 4-16 0,8 0-21 15,7-6-18-15,3-1-2 16,-4-3-7-16,-7 0-9 16,-8 0-54-16,-12 0-60 15,-13-3-136-15,-8 3-260 16,-3-2-349-16</inkml:trace>
  <inkml:trace contextRef="#ctx0" brushRef="#br0" timeOffset="116257.7">15840 10135 1607 0,'0'0'509'15,"0"0"-217"-15,0 0-100 0,0 0 77 16,0 108-69-16,12-59-44 15,6 3-47-15,4 2-25 16,2-2-39-16,2-4-24 16,-3-4-15-16,-2-8-6 15,-3-5-18-15,6-5-128 16,-6-7-322-16,-5-13-680 0</inkml:trace>
  <inkml:trace contextRef="#ctx0" brushRef="#br0" timeOffset="116931.52">16725 10109 1265 0,'0'0'386'16,"0"0"0"-16,0 0-162 15,0 0-55-15,0 0-28 16,-65 72 10-16,65-38-26 16,2 4-32-16,16-3-45 15,10-2-18-15,9-7-11 16,2-9-3-16,2-9-1 15,-4-8-13-15,-1 0 8 16,-7-20 1-16,-7-8-4 0,-6-6-6 16,-7-3 1-16,-5-1 5 15,-2 4-5-15,-2 4 7 16,0 9 1-16,0 9 25 16,0 12 19-16,0 0-30 15,-2 22-18-15,1 14 12 16,1 10 16-16,0 6-1 15,0 5-8-15,3 3-5 16,9 1-10-16,-2-5 4 16,-1-3-8-16,0-10-5 15,-5-8 5-15,-4-9-6 16,0-7 0-16,-16-9 0 16,-9-5-6-16,-6-5-34 0,-4 0-29 15,1-13-54-15,4-26-112 16,10 1-262-16,9-3-363 15</inkml:trace>
  <inkml:trace contextRef="#ctx0" brushRef="#br0" timeOffset="117374.8">17124 10243 1375 0,'0'0'391'16,"0"0"-16"-16,0 0-202 15,0 0 4-15,0 0-26 0,98-14-46 16,-76 22-31-16,-6 6-5 16,-4 3-26-16,-6 3-13 15,-4 3-9-15,-2-1-6 16,-2 2-7-16,-11-3-2 16,-5-1 6-16,1-4-12 15,-1-5 9-15,5-4-3 16,3-4-4-16,5-2 8 15,5-1 8-15,0 0 30 16,0 0-5-16,6 0-14 16,12 1-17-16,6 4 6 15,2 0-12-15,3 5 7 16,1 3-4-16,0 3-3 16,-2 2-6-16,-4 2 14 15,-5 2 10-15,-8 2 9 0,-5-1-2 16,-6-4-12-1,-2 1-8-15,-16-3 2 0,-9-2-5 16,-7-3-7-16,-9-2-1 16,0-2-8-16,-3-4-73 15,-7-4-118-15,10 0-394 16,9-5-1032-16</inkml:trace>
  <inkml:trace contextRef="#ctx0" brushRef="#br0" timeOffset="120111.38">17700 10316 859 0,'0'0'604'0,"0"0"-302"15,0 0-8-15,0 0-108 16,0 0-49-16,0 0-58 15,0 0-46-15,-12 0-20 16,11 5-13-16,1 2-22 16,0-4-117-16,12 2-212 15,4-5-493-15</inkml:trace>
  <inkml:trace contextRef="#ctx0" brushRef="#br0" timeOffset="120363.22">17969 10071 1642 0,'0'0'294'0,"0"0"59"0,0 0-202 16,0 0 33-16,0 0 15 15,-18 114-32-15,18-63-61 16,9 1-35-16,4-2-32 15,3-2-24-15,1-6-9 16,2-4-6-16,1-7-5 16,2-6-87-16,7-12-153 15,-6-6-238-15,-5-7-288 0</inkml:trace>
  <inkml:trace contextRef="#ctx0" brushRef="#br0" timeOffset="120699.35">18279 10146 1378 0,'0'0'399'16,"0"0"-143"-16,0 0-26 15,-54 76-27-15,44-35-69 16,5 1-24-16,5-1-31 16,0-3-34-16,3-7-11 15,12-7-17-15,5-11 3 16,2-10 0-16,2-3-8 0,0-19 4 15,1-9-1-15,-1-8-9 16,-2-8-6-16,-7 1-25 16,-5-3-10-16,-8 0 9 15,-2 4-30-15,-6 6-12 16,-7 10 23-16,-2 12 3 16,-2 14-26-16,4 0-40 15,3 21-15-15,5 6-42 16,5 4-29-16,2 0-63 15,38-1-127-15,2-9-352 16,-2-9 557-16</inkml:trace>
  <inkml:trace contextRef="#ctx0" brushRef="#br0" timeOffset="121112.53">18655 10079 684 0,'0'0'287'0,"0"0"27"15,0 0-45-15,0 0-48 16,0 0-39-16,0 0-90 15,0 0-52-15,-60-7 14 16,50 28-8-16,2 1-24 16,5-2-3-16,3-4-7 15,0-5-10-15,0-7-2 16,0-4 1-16,8 0 10 16,2-6 25-16,2-11-18 15,0-1-9-15,1 0-2 16,-4 3 17-16,-1 5 30 15,-3 5 30-15,0 5-3 16,0 0-23-16,1 18 21 0,4 7 12 16,5 9-22-16,3 7-15 15,6 4-9-15,1 5 46 16,-1-2-51-16,-6 0-16 16,-5-4-6-16,-8-2-4 15,-5-7-1-15,0-6-11 16,-19-4 10-16,-7-8-11 15,-5-8 11-15,-3-6-12 16,-2-3-11-16,4-5-40 16,6-15-82-16,15-21-154 15,6 3-250-15,5 1-365 0</inkml:trace>
  <inkml:trace contextRef="#ctx0" brushRef="#br0" timeOffset="121585.5">19001 10024 1386 0,'0'0'268'16,"0"0"29"-16,0 0-191 15,0 0 8-15,0 0 35 16,0 0-33-16,0 0-41 15,24 77-20-15,-9-60-23 0,2-3-13 16,0-6-3-16,1-5-7 16,-2-3-1-16,1-1 10 15,-1-14-12-15,-1-5-6 16,-3-3-1-16,0-4 0 16,-5 4-1-16,-1 3 2 15,-3 3 0-15,-1 7 7 16,-2 9 20-16,0 1-6 15,0 13-21-15,0 14 49 16,0 12 18-16,6 6 6 16,4 7-25-16,5 4 2 15,4 0-4-15,1-2-25 16,-4-5-14-16,-4-6-1 16,-6-3 0-16,-6-8-5 15,0-5 0-15,-4-7 13 0,-16-8-14 16,-3-1-26-1,-6-8-41-15,2-3-49 0,2-19-98 16,5-5-151-16,10-5-492 0</inkml:trace>
  <inkml:trace contextRef="#ctx0" brushRef="#br0" timeOffset="121982.29">19445 10260 1420 0,'0'0'264'0,"0"0"-72"16,0 0-88-16,0 0 34 15,0 0-32-15,79 31-10 0,-77-11-14 16,-2 4-23-16,-2 1-22 16,-13 1-10-16,-4-2-2 15,0-4-7-15,2-6-6 16,4-5-2-16,5-5 7 15,5-2 39-15,3-2 19 16,0 0 4-16,0 0-12 16,8 0-30-16,8 0-11 15,6 0-11-15,1 5-9 16,4 4 0-16,-2 4-5 16,-2 1 0-16,-5 3 0 15,-5 0-1-15,-9 0-1 0,-4 0 1 16,0 0 0-16,-19-2 6 15,-8-1-6-15,-7-2-23 16,-5-6-61-16,-1-3-41 16,-12-3-62-16,10-11-179 15,6-7-320-15</inkml:trace>
  <inkml:trace contextRef="#ctx0" brushRef="#br0" timeOffset="122377.29">19278 9704 1418 0,'0'0'258'0,"0"0"-20"0,0 0-153 15,0 0 63 1,0 0-27-16,0 0-28 0,0 0-29 15,-52 53-25-15,42-38-18 16,1-4-11-16,1-1 2 16,4-6-5-16,2-2-6 15,2-2 12-15,0 0 33 16,0-10 38-16,14 0-43 16,-1-4-18-16,5 2 7 15,2 4 13-15,2 6 0 16,3 2-1-16,3 0 0 15,4 19-14-15,2 5 19 16,4 8-14-16,-3 2-21 0,1 2-4 16,-6-5-8-16,-9 1-6 15,-14 4-190-15,-7-7-158 16,0-8-690-16</inkml:trace>
  <inkml:trace contextRef="#ctx0" brushRef="#br0" timeOffset="122863.57">18983 9740 312 0,'0'0'826'16,"0"0"-513"-16,0 0-34 16,0 0-86-16,0 0 2 15,0 0 0-15,-92 104-11 16,75-21-22-16,11 21-5 16,6 11-29-16,7-8-14 15,22-12-24-15,7-10-32 16,-3-15-26-16,-2-15-17 15,-6-16-15-15,0-10 1 16,5 2-1-16,6-4-49 16,6-7-80-16,19-20-170 0,-9 0-250 15,-7-18-447-15</inkml:trace>
  <inkml:trace contextRef="#ctx0" brushRef="#br0" timeOffset="123170.26">19729 9745 1637 0,'0'0'245'0,"0"0"66"15,0 0-142-15,0 0-25 16,0 0-47-16,0 0 22 15,85 40-25-15,-43 3-31 0,1 10-8 16,-5 5-22-16,-6 2-3 16,-11-2-2-16,-11-3-3 15,-10-5-10-15,0 0-9 16,-22-2 0-16,-8-3-6 16,-6-2-6-16,-6 0-79 15,-17 1-138-15,10-12-156 16,8-10-852-16</inkml:trace>
  <inkml:trace contextRef="#ctx0" brushRef="#br0" timeOffset="123344.13">20204 10314 2248 0,'0'0'335'0,"0"0"17"16,0 0-244-16,0 0-19 15,0 0-44-15,0 0-45 16,0 0-3-16,-62 16-302 16,16-8-1058-16</inkml:trace>
  <inkml:trace contextRef="#ctx0" brushRef="#br0" timeOffset="123992.94">9607 10982 869 0,'0'0'144'0,"0"0"-100"15,0 0-44-15,0 0-266 0</inkml:trace>
  <inkml:trace contextRef="#ctx0" brushRef="#br0" timeOffset="124432.82">7623 12651 1540 0,'0'0'272'16,"0"0"-91"-16,0 0-88 15,0 0-15-15,0 0-69 16,0 0-9-16,0 0-167 15,-6 9-483-15</inkml:trace>
  <inkml:trace contextRef="#ctx0" brushRef="#br0" timeOffset="125499.38">29124 7031 940 0,'0'0'340'0,"0"0"20"0,0 0-38 16,0 0-74-16,0 0-67 16,0 0-46-16,20-8 15 15,17 8 40-15,27 0-44 16,33-10-52-16,22-4-37 15,8-3-21-15,-25 2-18 16,-32 1-17-16,-32 8-1 16,-15 0-29-16,-2-1-91 15,-15-6-137-15,-2 1-263 16,-4-2-320-16</inkml:trace>
  <inkml:trace contextRef="#ctx0" brushRef="#br0" timeOffset="125735.16">29581 6784 1294 0,'0'0'361'0,"0"0"-146"15,0 0-57-15,0 0 57 16,85 33-56-16,-38-12-26 16,5 4 4-16,2 2-41 15,2 4-5-15,-6 1-9 16,-9-1-22-16,-10 0-30 15,-13-1-18-15,-17-1 1 16,-2 1-13-16,-29 3 2 16,-12 1-2-16,-32 15-106 15,9-7-166-15,6-10-400 0</inkml:trace>
  <inkml:trace contextRef="#ctx0" brushRef="#br0" timeOffset="126398.26">29310 8260 204 0,'0'0'1193'16,"0"0"-874"-16,0 0 60 16,0 0-111-16,0 0-55 15,0 0-85-15,0 0 5 16,30 14 19-16,34-14-28 16,35 0-29-16,31-21-5 15,10-6-19-15,-10-5-29 16,-32 8-18-16,-31 7-7 15,-22 4-10-15,-9 4-6 0,-3-1 1 16,-6 0-2-16,-5 0-17 16,-13 4-21-16,-9-4-29 15,0 3-41-15,-15 0-55 16,-6 1-108-16,-15 2-25 16,6-3-211-16,2 3-128 15</inkml:trace>
  <inkml:trace contextRef="#ctx0" brushRef="#br0" timeOffset="126729.58">30000 7923 854 0,'0'0'825'0,"0"0"-575"0,0 0 75 16,0 0-85-1,0 0-23-15,97-16-49 0,-49 29-38 16,7 4-39-16,3 2-24 15,0-1-19-15,-6 0-18 16,-6 1-6-16,-10-5-12 16,-9 0-3-16,-9-3-8 15,-11 0 1-15,-5-2 8 16,-2 3 5-16,-8 6 10 16,-15 3 2-16,-12 4-7 15,-6 5-10-15,-6 1-4 16,-2 0-6-16,3-2 0 15,4-3-1-15,9-5-35 16,11-6-46-16,12-5-80 0,13-10-182 16,16 0-327-1,9-4-518-15</inkml:trace>
  <inkml:trace contextRef="#ctx0" brushRef="#br0" timeOffset="129191.5">30450 6506 1046 0,'0'0'224'15,"0"0"58"-15,0 0-18 0,-43-73-60 16,38 68-36-16,5 5-95 16,0 14-52-16,3 14-8 15,13 8 11-15,4 7 5 16,9 3-4-16,2-5-2 16,3-3-6-16,1-9-2 15,-1-8-7-15,-4-12-1 16,-5-7 3-16,-4-2 1 15,-6-12 1-15,-6-12-2 16,-3-10-8-16,-5 0 24 16,-1-2 17-16,0 4 4 15,0 5-7-15,0 8-24 16,0 10-10-16,0 7-6 0,0 2-3 16,3 9-13-1,11 15 14-15,5 4 1 0,3 4 1 16,4 5 0-1,1 0 21-15,0-2-1 0,-5-1 12 16,-4-5-12-16,-9-1-7 16,-9-6-4-16,-3-1-8 15,-20-2 14-15,-5-5-3 16,-6 1 0-16,-2-2-6 16,-2-4-5-16,3-1-1 15,4-1-45-15,6-3-47 16,9-2-29-16,13-2-73 15,3 0-122-15,0 0-349 0</inkml:trace>
  <inkml:trace contextRef="#ctx0" brushRef="#br0" timeOffset="130701.11">31034 6541 222 0,'0'0'819'0,"0"0"-588"15,0 0 92-15,0 0-48 16,0 0-43-16,0 0-68 15,0 0-47-15,-16-48-51 0,16 48-42 16,0 5-15-16,0 9 2 16,2 6 5-16,7 4 21 15,0 4 2-15,3 5 8 16,-3-1 14-16,0-2-14 16,1 2-4-16,-2-5-6 15,-1-3-16-15,2-6-12 16,-2-2-9-16,1-4-12 15,-2 2-137-15,-1-4-115 16,-1-6-417-16</inkml:trace>
  <inkml:trace contextRef="#ctx0" brushRef="#br0" timeOffset="140385.94">7799 11304 1066 0,'0'0'275'0,"0"0"-51"0,0 0 23 16,0 0-10-16,0 0-58 16,0 0-36-16,-85-64-15 15,60 63-13-15,-8 1-13 16,-6 0-5-16,-3 7 2 15,-5 7-27-15,-1 6-7 16,5 1-5-16,2 6 0 16,4 4-7-16,6 4-16 15,10 6-1-15,3 7-6 16,9 3-11-16,6 5 10 16,3 2-5-16,0-1 6 15,3-1-14-15,11-3 17 0,0-3-4 16,4-3 7-16,3-1-2 15,3 0 5-15,4-4-1 16,2 1-10-16,6 0 10 16,4-1-10-16,3-2 2 15,1-6-9-15,3-5-3 16,1-8 2-16,4-6 7 16,2-11-5-16,6-4 2 15,-4-6-4-15,-2-19-4 16,-2-6-4-16,-4-9-3 15,-8-4-8-15,-4-9 9 16,-6-5-4-16,-6-14-5 0,-9-14 14 16,-3-18-7-16,-12 0 5 15,0 16-7-15,-8 19 2 16,-2 25-7-16,-5 3-1 16,-6-5-15-16,-4-4-6 15,-7 2-12-15,1 10-5 16,-3 12 2-16,-1 6-3 15,-1 11 11-15,-2 7-5 16,-1 2-9-16,2 6 4 16,-1 11 7-16,5 3 1 15,4 2 4-15,5 2-85 16,6 5-125-16,9-7-305 16,3-6-426-16</inkml:trace>
  <inkml:trace contextRef="#ctx0" brushRef="#br0" timeOffset="141526.57">12247 11233 1144 0,'0'0'357'16,"0"0"-15"-16,0 0-78 16,0 0-56-16,-87-10-43 15,56 13-17-15,-6 14-9 16,3 9-8-16,-4 9-20 15,-1 11-26-15,-2 17 2 0,2 24-18 16,2 19-4-16,7 6-6 16,12-20-3-16,12-25-1 15,6-2-10-15,0-13-10 16,11 0 4-16,9 6 7 16,7-15-2-16,9 1-7 15,16 2-2-15,6-10-4 16,8-10-4-16,4-9-1 15,3-11-11-15,-4-6-3 16,-4-2-2-16,-3-19-1 16,-6-7 2-16,-4-10-11 15,-7-6 0-15,-2-5 1 16,-7-6 1-16,-2-15-1 0,-4-15 0 16,-9-24 1-16,-10-13 5 15,-11 2-7-15,-20 6 1 16,-14 21 8-16,-3 19-8 15,-1 22 5-15,1 18-1 16,-2 11-5-16,-10-1-18 16,-12 6-4-16,-12 7-23 15,3 11-20-15,1 7-11 16,8 21-34-16,12 5-55 16,17 18-62-16,16-8-332 15,15-11-681-15</inkml:trace>
  <inkml:trace contextRef="#ctx0" brushRef="#br0" timeOffset="142615.92">16604 11285 173 0,'0'0'521'15,"0"0"-279"-15,0 0-2 16,0 0-53-16,0 0 19 16,0 0-47-16,0 0-13 0,-58-46-5 15,44 42-4-15,-4 2-25 16,-2 1-17-16,-2 1 2 15,-3 0-4-15,0 0-4 16,-3 4 5-16,-4 9-8 16,-2 7-17-16,-4 7 0 15,-5 7-11-15,2 12-3 16,-2 9 1-16,2 17-13 16,5 17 4-16,8-8-16 15,10-6 8-15,12-9-6 16,6-17 0-16,2 9-15 15,17 5 7-15,11-2 1 0,10-6 5 16,11-5-5-16,7-7-5 16,8-6 0-16,2-9 7 15,1-8 4-15,-1-7-10 16,-4-11-5-16,-4-2-4 16,-5-11 4-16,-2-13-5 15,-3-8-6-15,-4-7 0 16,-5-5-5-16,-4-7 5 15,-5-2 0-15,-6-7-5 16,-3-3 0-16,-10-13-1 16,-7-18 0-16,-6-17 2 15,-15-4 10-15,-15 9-11 16,-1 27 5-16,4 26-5 16,2 17 0-16,1 7 0 15,-4 2-1-15,-4 2 0 0,-3 4 0 16,-1 13-7-16,1 8 5 15,-2 0-13-15,-5 15-15 16,2 8-19-16,-2 5-32 16,1 5-54-16,-14 19-82 15,11-9-267-15,-2-4-297 0</inkml:trace>
  <inkml:trace contextRef="#ctx0" brushRef="#br0" timeOffset="144567.94">10366 11324 593 0,'0'0'215'16,"0"0"-2"-16,0 0-1 15,0 0-4-15,0 0-22 16,-90-35-27-16,55 32-26 0,-4 2 0 16,-13 1-15-16,-2 0-9 15,-6 0-11-15,-2 4-3 16,0 5-18-16,4 6-3 16,3 2 7-16,3 4 8 15,3 7-23-15,4 8-3 16,5 10-12-16,0 19 1 15,10-2 0-15,7 8-14 16,4 11-4-16,14 2 14 16,5 20-12-16,8 3-15 15,16-21 20-15,4-19 3 0,0-22-17 16,2-4 6 0,6 3 0-16,8 5-24 0,8 4 2 15,3-7 2-15,1-5 4 16,4-3 2-16,6-9 10 15,-1-9-7-15,0-7-4 16,-4-10 2-16,-2-3-7 16,-2-16 13-16,1-13-8 15,-3-10-6-15,-4-7-3 16,-3-6-8-16,-2-14 10 16,-1-18 1-16,-8-14-3 15,-10-8 0-15,-11 6-3 16,-16 10 0-16,0 9-5 15,-16-2 0-15,-5 12 7 16,3 12-7-16,-1 15 3 0,1 10-4 16,-5-2-35-16,-2 2 11 15,-5 1 9-15,-3 10-12 16,-2 7 0-16,-4 8-12 16,-3 5 2-16,0 3-11 15,-4 3 10-15,4 11 4 16,-1 5-32-16,-8 11-142 15,10-6-336-15,3-6-728 0</inkml:trace>
  <inkml:trace contextRef="#ctx0" brushRef="#br0" timeOffset="175594.97">8745 12772 1174 0,'0'0'377'16,"0"0"-33"-16,0 0 0 15,0 0-40-15,0 0-34 0,0 0-104 16,-47-12-90 0,39 56-36-16,2 13 41 0,1 4-19 15,5-3-25-15,0 1-19 16,8-5-16-16,6-7-2 15,0-6-8-15,7-9-88 16,4-11-177-16,-5-9-371 16,-3-12-550-16</inkml:trace>
  <inkml:trace contextRef="#ctx0" brushRef="#br0" timeOffset="175914.78">8977 12864 1532 0,'0'0'320'0,"0"0"-35"0,0 0-81 16,-36 81-13-16,32-43-52 15,4 3-42-15,0 0-32 16,12-5-30-16,6-8-17 16,1-9-8-16,4-8 2 15,-4-8 0-15,2-3-3 16,-2-16 0-16,-5-12-8 15,-5-3 5-15,-3-8-6 16,-6-2 1-16,0-1-1 16,-12 2-10-16,-2 6-2 15,-5 7-9-15,2 13-7 16,3 11-14-16,5 3-44 16,4 10-32-16,5 11-13 15,15 12-108-15,12-3-99 16,6-6-267-16</inkml:trace>
  <inkml:trace contextRef="#ctx0" brushRef="#br0" timeOffset="176320.27">9385 12818 990 0,'0'0'322'16,"0"0"48"-16,0 0-44 15,0 0-151-15,0 0-47 16,0 0-48-16,-84 54-21 15,81-28-15-15,3 1-28 0,0-5-4 16,7-5-2-16,7-6-2 16,0-6-2-16,2-5 5 15,-1-5 4-15,0-14-6 16,-2-1-3-16,-1-5-4 16,-3 3 7-16,-3 5 7 15,-1 4 51-15,-3 8 46 16,1 5-29-16,0 1-39 15,3 19-14-15,3 8 38 16,-1 8-15-16,4 5-5 16,-5 5 2-16,2 1-18 15,0 1 6-15,-3-5-12 16,-3-5-10-16,-3-6-4 16,0-5-5-16,-8-8-2 0,-11-2 0 15,-6-9 1-15,-6-5-7 16,-5-3-37-16,-13-8-115 15,11-7-316-15,7-4-561 0</inkml:trace>
  <inkml:trace contextRef="#ctx0" brushRef="#br0" timeOffset="178198.67">9879 12893 745 0,'0'0'273'0,"0"0"17"16,0 0 4-16,0 0-21 15,0 0-7-15,0 0-52 16,0 0-36-16,-47-38-16 16,25 42-59-16,-5 12-3 15,6 6-2-15,-3 6-13 0,8 1-19 16,5 6-17 0,7-1-7-16,4-2-9 0,0-3-7 15,6-4-11-15,9-6-8 16,4-5 2-16,5-8 1 15,3-6-8-15,-2 0 11 16,5-11-12-16,-3-11 0 16,-2-6 0-16,-4-5 5 15,-7-2-6-15,-7 0 0 16,-7 2 0-16,0 4-11 16,-10 8-11-16,-10 9-15 15,-2 9-32-15,-2 3-50 16,2 10-78-16,7 11-57 15,13 12-81-15,2-5-321 16,0-6-537-16</inkml:trace>
  <inkml:trace contextRef="#ctx0" brushRef="#br0" timeOffset="178379.8">10089 12993 1227 0,'0'0'568'16,"0"0"-219"-16,0 0-120 15,0 0-49-15,0 0-27 16,0 0-84-16,0 0-41 16,-5-13-18-16,2 11-10 15,3-3-108-15,0-2-103 16,3 2-381-16,5-2-735 0</inkml:trace>
  <inkml:trace contextRef="#ctx0" brushRef="#br0" timeOffset="178596.68">10254 12780 735 0,'0'0'1075'15,"0"0"-732"-15,0 0-137 16,0 0 33-16,0 0-19 16,5 98-60-16,1-65-51 15,1 3-28-15,3-3-33 16,-2 1-25-16,3-2-17 15,-1-3-6-15,-1-3-9 16,-2-4-110-16,-2-10-177 0,2-5-342 16,-4-7-593-16</inkml:trace>
  <inkml:trace contextRef="#ctx0" brushRef="#br0" timeOffset="179031.76">10467 12755 1452 0,'0'0'486'16,"0"0"-167"-16,0 0-122 16,0 0-36-16,81-39-22 15,-51 38-23-15,-2 1-16 16,-2 0-29-16,-7 6-22 16,-10 6 0-16,-3 6-5 15,-6 3-11-15,0-1-6 0,-1 4-9 16,-12-3-3-16,-1-3-8 15,0-4-6-15,2-3 4 16,3-5-4-16,5-3-1 16,2-3 12-16,2 0 6 15,0 0 6-15,0 2-2 16,8 1-10-16,8 1 0 16,1 3 15-16,5 2-12 15,0 2-4-15,-1 1-1 16,-3 4 4-16,-2 0 4 15,-5 2 10-15,-5 4 5 16,-6 2 29-16,0 0-19 16,-8 1-13-16,-14-1-9 0,-5-2-6 15,-5-3-14 1,-4-2 5-16,-3-5-6 0,0-7-72 16,-13-5-98-16,9 0-128 15,5-7-613-15</inkml:trace>
  <inkml:trace contextRef="#ctx0" brushRef="#br0" timeOffset="179771.75">8406 12910 690 0,'0'0'547'0,"0"0"-231"16,0 0 23-16,0 0-16 16,0 0-67-16,0 0-40 15,0 0-53-15,-27 10-53 16,15 20 1-16,-4 6-18 15,5 4-32-15,0 2-31 16,3-4-7-16,4-2-16 16,2-7-1-16,2-4-6 15,0-6-13-15,0-5-65 16,0-6-103-16,-1-8-158 16,-4 0-269-16,-5-5-474 0</inkml:trace>
  <inkml:trace contextRef="#ctx0" brushRef="#br0" timeOffset="179963.33">8236 12990 910 0,'0'0'825'16,"0"0"-613"-16,0 0 92 16,0 0-62-16,0 0-27 15,67 82-61-15,-36-61-64 16,2 1-45-16,2-4-26 15,-3-3-10-15,-5-1-9 16,-3 0-124-16,-9-3-204 16,-9-5-588-16</inkml:trace>
  <inkml:trace contextRef="#ctx0" brushRef="#br0" timeOffset="180570.9">7902 12925 707 0,'0'0'508'0,"0"0"-165"15,0 0-12-15,0 0-11 16,0 0-61-16,0 0-25 15,0 0-49-15,-92-15-31 0,62 35-16 16,-3 9-26 0,0 7-4-16,3 5-23 0,8 2-7 15,7 4-12-15,10-1-13 16,5-3-17-16,5-4-9 16,17-8-14-16,5-5-4 15,2-7 0-15,5-6-3 16,-3-10 0-16,3-3-4 15,-2-3 4-15,-1-15-6 16,-1-10 7-16,-2-6-5 16,-3-6-2-16,-5-4-1 15,-4-5 1-15,-8-2 0 16,-7 1 1-16,-1 1 1 16,-9 8-2-16,-13 7 0 15,0 10-12-15,-5 12-21 0,3 12-43 16,-3 0-62-16,-1 22-53 15,7 4-181-15,9-4-534 0</inkml:trace>
  <inkml:trace contextRef="#ctx0" brushRef="#br0" timeOffset="181410.94">11437 12809 1145 0,'0'0'564'0,"0"0"-201"16,0 0-35-16,0 0-62 15,0 0-33-15,0 0-88 16,0 0-54-16,17-5-22 0,21 14 33 15,7-4-23 1,13 1-23-16,5-5-19 0,-2-1-19 16,-1 0-9-16,-7 0-8 15,-12 0-1-15,-12-1-15 16,-14-4-54-16,-12-1-34 16,-3-2-62-16,-31-8-291 15,-5 2-256-15,-4-3-922 0</inkml:trace>
  <inkml:trace contextRef="#ctx0" brushRef="#br0" timeOffset="181630.05">11573 12607 1582 0,'0'0'386'16,"0"0"-101"-16,0 0-61 15,0 87 41-15,0-40-47 16,6 3-57-16,4 0-42 15,-1-3-31-15,0-4-40 16,3-5-17-16,-5-4-17 16,3-4-13-16,-2-4-1 15,0-4-40-15,5-2-93 16,-1-6-244-16,2-8-610 0</inkml:trace>
  <inkml:trace contextRef="#ctx0" brushRef="#br0" timeOffset="182274.37">12417 12613 722 0,'0'0'315'0,"0"0"8"15,0 0-34-15,0 0-4 16,0 0 1-16,0 0-38 16,0 0 3-16,-30-49-63 15,27 49-65-15,2 20-45 16,-2 14 13-16,1 14 29 16,1 8-17-16,-1 5-26 15,2-3-7-15,0-5-1 16,0-6-21-16,6-5-19 15,2-8-14-15,-2-5-8 16,1-3-6-16,-4-8 5 16,0-4-5-16,-3-8-2 15,1-3-20-15,-1-3-59 0,0 0-35 16,0-1-31-16,0-22-180 16,-3 4-361-16,-1-3-854 0</inkml:trace>
  <inkml:trace contextRef="#ctx0" brushRef="#br0" timeOffset="182599.91">12751 12874 1230 0,'0'0'533'0,"0"0"-284"15,0 0-8-15,0 0-42 16,0 0-18-16,0 0-23 0,0 0-10 16,24 54-30-16,-24-41-32 15,-2-4-32-15,-4-3-6 16,1-3-12-16,2-3-14 16,-2 0-8-16,2-1-4 15,2-12 3-15,1-1-13 16,0-3-20-16,0 3-15 15,10 2-32-15,5 3-47 16,3 4-79-16,13-2-82 16,-4 2-309-16,0 0-676 0</inkml:trace>
  <inkml:trace contextRef="#ctx0" brushRef="#br0" timeOffset="182862.15">13203 12523 1898 0,'0'0'518'16,"0"0"-303"-16,0 0-34 16,0 0 39-16,14 109-47 15,-3-59-53-15,1 1-18 16,2 0-29-16,-2-5-31 15,-2-5-21-15,3-7-13 0,-3-2-8 16,-3-6-14 0,2-6-82-16,-5-11-89 0,-1-6-292 15,0-3-304-15</inkml:trace>
  <inkml:trace contextRef="#ctx0" brushRef="#br0" timeOffset="183168.73">13484 12587 1572 0,'0'0'483'16,"0"0"-195"-16,0 0-124 15,0 0 33-15,-16 98-34 16,16-54-42-16,0-2-26 0,3-4-33 16,11-5-35-1,4-6-15-15,0-10-3 0,3-9-3 16,-1-8 0-16,0 0 3 15,-1-19 0-15,1-9-9 16,-7-11-15-16,-1-3-19 16,-6-6-2-16,-6 1-6 15,0 3-27-15,-10 10-27 16,-4 9 5-16,2 14-16 16,0 11-27-16,6 0-119 15,6 27-77-15,0-2-145 16,9-2-181-16</inkml:trace>
  <inkml:trace contextRef="#ctx0" brushRef="#br0" timeOffset="183635.25">13873 12521 484 0,'0'0'622'0,"0"0"-325"15,0 0-57-15,0 0-125 16,0 0-5-16,0 0-27 15,0 0-15-15,-32 94-25 16,32-75-18-16,0-2-10 16,0-6-6-16,0-7-3 15,5-4 20-15,3 0-1 16,-1-17-10-16,2-5-13 16,-2-1 8-16,-1-2-3 15,0 2 4-15,-3 5 68 0,-3 6 38 16,0 7 29-16,0 5-19 15,0 0-41-15,5 21-32 16,1 11 29-16,7 20 7 16,2 4-5-16,6 5-2 15,-2 1-10-15,1-8-31 16,-1 3 2-16,-7-7-15 16,-3-7-5-16,-4-9-13 15,-5-5-1-15,0-12-2 16,-5-5 1-16,-9-5 0 15,-8-7 1-15,-5 0-4 16,-4-7-6-16,0-10-19 16,-4-5-31-16,2-6-39 15,5 0-81-15,6 2-91 0,16 0-69 16,6 9-354-16,0 5-728 16</inkml:trace>
  <inkml:trace contextRef="#ctx0" brushRef="#br0" timeOffset="183957.29">14186 12621 1555 0,'0'0'484'16,"0"0"-215"-16,0 0-63 15,0 0 53-15,-48 103-81 16,38-61-33-16,4 0-30 0,3-3-29 15,3-3-25-15,0-8-27 16,0-6-5-16,11-8-8 16,3-7-11-16,1-7-9 15,5 0 14-15,-1-15-6 16,-1-10-3-16,-3-8-5 16,-5-6 5-16,-5-6-6 15,-5-1-9-15,0-1-26 16,-2 9-20-16,-7 12-15 15,-1 15-31-15,-4 11-138 16,4 16-239-16,4 2-299 0</inkml:trace>
  <inkml:trace contextRef="#ctx0" brushRef="#br0" timeOffset="184116.98">14403 12782 1642 0,'0'0'494'15,"0"0"-232"-15,0 0-171 16,0 0-38-16,0 0-35 16,0 0-18-16,0 0-22 15,84-2-208-15,-67-1-436 0</inkml:trace>
  <inkml:trace contextRef="#ctx0" brushRef="#br0" timeOffset="184564.84">14637 12487 1468 0,'0'0'372'0,"0"0"27"15,0 0-142-15,-91 83 20 16,74-49-89-16,5 1-73 16,11 0-34-16,1-2-33 15,6-1-15-15,15-2-9 16,2-3 3-16,7-2 0 15,0-2-8-15,3-1-9 16,-2-2-4-16,-4 2 2 16,-3-2-7-16,-11 2 6 0,-7-3-5 15,-6 1 8 1,-1 0-2-16,-17-3-1 0,-5-2 4 16,-3-3-2-16,2-8-9 15,0-4 10-15,6 0-8 16,3-14-1-1,5-9 4-15,4-8-5 0,6-8-2 16,0-6-7-16,6-1-1 16,10-6 2-16,2 0 1 15,3-1-4-15,-3 5 1 16,0 3 1-16,-5 10-3 16,0 9-16-16,-5 13-14 15,-3 7-30-15,1 6-77 16,-1 4-105-16,6 27-17 15,-2-4-309-15,3 2-478 0</inkml:trace>
  <inkml:trace contextRef="#ctx0" brushRef="#br0" timeOffset="184858.14">14938 12615 1252 0,'0'0'619'0,"0"0"-246"16,0 0-124-16,0 0-52 16,0 0-29-16,89-41-62 15,-59 41-19-15,1 7 1 16,-2 12-31-16,-2 6-7 16,-5 9-1-16,-6 5-1 0,-6 6-8 15,-5 1-13-15,-5-2-12 16,0-5-6-16,-1-1 2 15,-13-4-11-15,-1-5-6 16,-1-2-51-16,-1-8-58 16,-5-9-131-16,5-6-272 15,1-4-330-15</inkml:trace>
  <inkml:trace contextRef="#ctx0" brushRef="#br0" timeOffset="185046.4">14944 12880 1950 0,'0'0'567'0,"0"0"-282"16,0 0-125-16,0 0 4 15,0 0-68-15,113-43-34 16,-72 30-31-16,-2-2-19 16,-3 3-12-16,-1-1-43 15,24-9-173-15,-5 3-486 16,-3 0-1201-16</inkml:trace>
  <inkml:trace contextRef="#ctx0" brushRef="#br0" timeOffset="185527.29">15816 12867 1041 0,'0'0'511'0,"0"0"-5"0,0 0-212 15,0 0-7-15,0 0-41 16,0 0-62-16,0 0-49 15,51-17-17-15,-11 14-33 16,9-3-34-16,2 0-12 16,0 1-16-16,-6-1-16 15,-5 0-7-15,-10 1 0 16,-11-1-62-16,-4-1-62 16,-15-10-113-16,0 3-288 15,-1-3-372-15</inkml:trace>
  <inkml:trace contextRef="#ctx0" brushRef="#br0" timeOffset="185752.05">15951 12651 1617 0,'0'0'503'0,"0"0"-221"16,0 0-96-16,-3 75 63 15,3-30-22-15,1 5-59 16,11 5-20-16,2-1-48 15,2-4-28-15,-1-4-19 16,1-2-22-16,-1-6-22 16,0-8-8-16,-1-3-1 0,2-10-64 15,14-12-122 1,-4-5-298-16,1-2-514 0</inkml:trace>
  <inkml:trace contextRef="#ctx0" brushRef="#br0" timeOffset="186314.42">16971 12647 910 0,'0'0'318'0,"0"0"22"15,0 0-75-15,0 0 14 16,0 0-46-16,0 0-26 15,0 0 1-15,-77-44-62 16,45 70-24-16,1 13 8 16,1 8-22-16,7 7-17 15,10-1-13-15,10 1-20 0,3-5-16 16,15-8-3-16,13-4-10 16,6-7-16-16,7-8-5 15,1-9 5-15,2-8-4 16,-3-5-7-16,-5-5-1 15,-3-17-1-15,-7-8 0 16,-4-8 1-16,-4-9 0 16,-7-5-1-16,-8-6-1 15,-3-3-17-15,-6 3-13 16,-13 10 2-16,-7 14 1 16,0 14-7-16,-3 13-29 15,2 7-22-15,3 17-18 16,8 10-72-16,16 24-137 0,0-7-179 15,7-4-253-15</inkml:trace>
  <inkml:trace contextRef="#ctx0" brushRef="#br0" timeOffset="186570.43">17490 12862 1579 0,'0'0'400'16,"0"0"-121"-16,0 0-165 16,0 0 11-16,0 0-34 15,0 0 22-15,0 0 2 0,0 0-21 16,0 0-31 0,0 0-12-16,-2-1-13 0,-1-5-23 15,-1-2-15-15,2-1-66 16,2-4-88-16,2-5-96 15,11 3-332-15,5 2-769 0</inkml:trace>
  <inkml:trace contextRef="#ctx0" brushRef="#br0" timeOffset="187275.64">17875 12498 933 0,'0'0'353'0,"0"0"43"16,0 0-34-16,0 0-33 16,0 0-27-16,0 0-59 15,0 0-87-15,-42-14-66 16,39 46-14-16,3 16 2 15,0 6 0-15,0 7-23 16,6-2-17-16,7-3-11 16,1-6-14-16,1-8-12 15,-3-6-1-15,-1-8-6 16,0-7-62-16,-3-8-69 0,0-10-103 16,-2-3-275-1,0-1-314-15</inkml:trace>
  <inkml:trace contextRef="#ctx0" brushRef="#br0" timeOffset="187598.46">18116 12596 1691 0,'0'0'507'16,"0"0"-303"-16,0 0-66 15,0 0 56-15,-19 102-51 16,19-62-37-16,6-3-37 15,12-3-17-15,4-6-22 16,2-8-12-16,3-10-9 0,-2-5-7 16,-1-5 13-16,-2-6-14 15,-5-15 5-15,-2-6 0 16,-8-8-5-16,-4-5-1 16,-3-3-9-16,0 0-14 15,-16 4-14-15,-8 7-19 16,-4 12 0-16,-1 14-40 15,-1 6-34-15,7 8-24 16,6 15-40-16,17 11-129 16,3-5-212-16,17-6-370 0</inkml:trace>
  <inkml:trace contextRef="#ctx0" brushRef="#br0" timeOffset="188079.18">18607 12525 1408 0,'0'0'354'0,"0"0"-1"16,0 0-188-16,0 0-6 15,-82 32-30-15,65-3 15 16,1 0-23-16,6 1-45 16,7-4-37-16,3-1-16 15,0-9-17-15,13-6-5 16,8-6 4-16,3-4 3 15,0-11 1-15,1-11-2 16,-1-8-5-16,-3-1 5 16,-5-1-6-16,-2 3-1 15,-7 6 7-15,-1 8 14 0,-4 8 55 16,-2 7 7-16,0 3-31 16,3 19-19-16,0 14 37 15,5 11 20-15,0 12-13 16,3 3-23-16,2 2-8 15,-1 0 2-15,1-3-6 16,-4-5-15-16,-3-3-10 16,-6-7-1-16,0-5-15 15,-6-9 6-15,-12-6 1 16,-3-9-7-16,-4-9 7 16,-2-6-7-16,-3-2-1 15,1-7-8-15,-1-10-29 16,3-3-40-16,0 1-53 0,3 3-35 15,0-1-117-15,3 3-367 16,2 0-894-16</inkml:trace>
  <inkml:trace contextRef="#ctx0" brushRef="#br0" timeOffset="189430.2">19198 12790 364 0,'0'0'281'16,"0"0"-21"-16,0 0-27 16,0 0-16-16,0 0-9 15,-8-83 22-15,4 70-7 16,-1 2-1-16,1 4-18 15,-1 4-12-15,-2 3-12 16,0 0-45-16,-4 14-62 0,-2 13-22 16,2 11 15-1,4 10 10-15,5 2-29 0,2 3-10 16,6-5-1-16,12-7-12 16,8-7 0-16,2-7-11 15,2-8-4-15,0-12-3 16,-2-5 0-16,-1-2-4 15,-2-11 5-15,-1-13-1 16,-8-3 0-16,-1-8-5 16,-7-2-1-16,-5-5 1 15,-3-4-1-15,-3 3 1 16,-14 2-1-16,-2 7-18 16,-5 9-12-16,-1 13-17 15,-2 9-38-15,6 3-71 16,6 13-158-16,7 4-259 0,8 0-313 15</inkml:trace>
  <inkml:trace contextRef="#ctx0" brushRef="#br0" timeOffset="189575.41">19584 12729 1652 0,'0'0'251'16,"0"0"12"-16,0 0-161 15,0 0-102-15,0 0-79 0,0 0-603 16</inkml:trace>
  <inkml:trace contextRef="#ctx0" brushRef="#br0" timeOffset="197314.39">27563 8223 170 0,'0'0'713'0,"0"0"-509"15,0 0-3-15,0 0-2 16,0 0-37-16,-101-67-30 15,55 50-12-15,-9-1 2 16,-6-1-8-16,-5-1-26 16,-4 3 7-16,-15-2-18 15,-13 1-12-15,-19-1-11 16,-2 4 2-16,7 2-15 16,9 4-7-16,11 1 6 15,-1 2 0-15,2 2 1 16,-1 3-18-16,2 1 3 0,1 0 1 15,-1 0-6-15,16 0 5 16,10 1-11-16,16 5 0 16,0-2 3-16,-8 4-6 15,-8-1-6-15,-19 8 5 16,-13 3-11-16,-15 5 1 16,-4 3 8-16,4-3-7 15,4 3 5-15,15-4-1 16,10-1 0-16,16-1 2 15,19-5 4-15,3 1 1 0,-3 6-1 16,-3-1 1 0,-3 6 2-16,4 2-14 0,4 0 11 15,-1 0-12-15,-1 5 0 16,0 1 1-16,-1 2-1 16,-4 4 2-16,-2 5 4 15,0 4-5-15,5 6 9 16,1 2-8-16,6 6 7 15,5 0 4-15,3 3-2 16,7-2-5-16,3 3 1 16,2 0 2-16,7 2-1 15,3-2-2-15,7 4 0 16,5-2 0-16,0 0 0 16,13-3-5-16,7-5 5 15,7-4 2-15,6-5 1 0,9-2-3 16,12-3 1-16,20-2 2 15,29-5 2-15,34-9 8 16,18-13-1-16,6-13 2 16,1-6 1-16,-13 0-14 15,-2 0-6-15,-2 0 8 16,-6-2-1-16,-1 2-2 16,-5 0-5-16,-3 0 6 15,-5 0-5-15,-3-3-1 16,-2 0-1-16,-7-5 9 15,-4-1 7-15,-7-5 4 16,-4-1-4-16,-3-3 4 16,-1-5 1-16,-3-4-5 15,-1-2 7-15,-5-2-8 16,-12 2-6-16,-12 4 3 0,-12 4-2 16,-4-1 7-16,9-5-4 15,4-4 7-15,5-5-2 16,-4-1-5-16,-5-2 2 15,-6-1 3-15,-1 0-4 16,-6-1-4-16,-2 0 4 16,-6 4 2-16,-4 1-1 15,-2-2 5-15,-3 3 1 16,-3 2-3-16,-5-3-6 16,0 0-3-16,-3-1 3 0,-2-1-2 15,-3-2-2 1,-2-2-7-16,-3 0 0 0,-3-2-1 15,0 1 0-15,0-2 6 16,0 3-5-16,-6 1-1 16,-2 0 2-16,-2 3 5 15,0 0-6-15,-3 2 1 16,0 3-1-16,0-1 0 16,-4 2-1-16,2-2 0 15,-2 1-2-15,-3 1 1 16,-1 1-7-16,-1 2 2 15,-2 4 0-15,-3 3-1 16,2 0 6-16,-5 2-10 0,-2 2 5 16,1 0 5-1,-3 3-8-15,1-1 7 0,-1 2 1 16,-2 5-1-16,2-1 1 16,-2 3 0-16,3 0 0 15,0 3 1-15,3 1 0 16,4 0 0-16,2 3-9 15,5-1-1-15,3 1 8 16,2 0-16-16,3 0 8 16,0-1 2-16,-2 1-1 15,1 0 2-15,-1 0-8 16,-1 0 3-16,0 0 1 16,2 0-4-16,0 0 5 15,-2 0-32-15,2 0-90 16,-1 0-39-16,-1 2-161 0,5 1-292 15,-1-3-185-15</inkml:trace>
  <inkml:trace contextRef="#ctx0" brushRef="#br0" timeOffset="197517.23">27102 8078 773 0,'0'0'1194'0,"0"0"-829"16,0 0 17-16,0 0-102 16,0 0-95-16,0 0-110 15,0 0-46-15,-42-17-29 16,27 17-14-16,-18 9-116 16,3 6-239-16,-6 0-568 0</inkml:trace>
  <inkml:trace contextRef="#ctx0" brushRef="#br0" timeOffset="201789.51">16031 1598 1075 0,'0'0'231'0,"0"0"-13"16,0 0 6-16,-28-83-22 15,13 65-7-15,-3 2-31 16,-6 5-36-16,-1 5-12 16,-4 6-21-16,-3 3-4 15,-1 19-6-15,2 12-9 16,2 10-4-16,5 10-12 15,5 4 4-15,10-1-13 16,9-1 15-16,0-6-27 0,13-4-2 16,14-7-10-16,9-7-2 15,5-6-1-15,6-9 0 16,1-12-9-16,-2-5 11 16,0-2-13-16,-6-19 2 15,-5-7 2-15,-4-6 1 16,-6-7-2-16,-7-5-1 15,-7-4-4-15,-11-5-4 16,0-2-1-16,-12-1-6 16,-12 5 0-16,-6 3-22 15,-3 13-14-15,-5 13-12 16,-3 15-6-16,1 9 7 0,2 31-24 16,9 24-121-16,17 32-144 15,12-10-245-15,0-9-266 0</inkml:trace>
  <inkml:trace contextRef="#ctx0" brushRef="#br0" timeOffset="202157.63">16059 2317 1714 0,'0'0'367'0,"0"0"4"16,0 0-49-16,0 0-63 16,0 0-77-16,0 0-59 15,0 0-42-15,-9 11-18 16,8 24 25-16,-1 4-14 15,1 6-5-15,1 1-12 16,0 0-18-16,0-4-18 16,0-3-9-16,0-2-12 15,0-6 0-15,1-3 0 16,4-6-1-16,-2-5-49 0,0-3-110 16,-3-3-92-16,0-6-310 15,0-5-443-15</inkml:trace>
  <inkml:trace contextRef="#ctx0" brushRef="#br0" timeOffset="202667.22">16085 3079 1386 0,'0'0'491'0,"0"0"-178"16,0 0-81-16,0 0 18 15,0 0-66-15,0 0-71 16,0 0-16-16,-64 59-7 16,43-17-9-16,6 8-9 15,3 2-5-15,7-1-10 16,5-6-16-16,5-6-11 16,13-6-5-16,5-10-7 0,3-8-3 15,3-7 0 1,0-8 5-16,1 0-4 0,0-12 1 15,0-13-1-15,-2-4-10 16,-3-10-6-16,-2-5 0 16,-10-2 0-16,-5-3 0 15,-8 4 0-15,0 3-1 16,-17 7 0-16,-8 9-9 16,-8 9-40-16,-9 3-76 15,-37 0-104-15,11 3-373 16,0-4-678-16</inkml:trace>
  <inkml:trace contextRef="#ctx0" brushRef="#br0" timeOffset="203276.65">15554 1462 1202 0,'0'0'299'0,"0"0"45"15,-79-33-104-15,34 23-57 16,-1 5-43-16,-3 5-7 16,1 0-14-16,3 17-7 15,5 8-41-15,7 6-32 16,3 8-15-16,11 2 9 15,7 5 10-15,3 4 1 16,8 1-15-16,1 3-8 16,1 13 30-16,15 23 21 0,2 25-13 15,-3 12-5 1,-1 4 5-16,-3-1 7 0,0-10-1 16,2 7-11-16,2 1 0 15,4-5-29-15,3-1 5 16,1-7 0-16,3-1-18 15,-1-2-4-15,0-5-2 16,-1-7-6-16,-3-11 0 16,-3-17 0-16,-6-19-1 15,-2-17-10-15,-2-12-26 16,1-2-73-16,7-9-68 16,26-38-132-16,-2-17-242 15,6-22-737-15</inkml:trace>
  <inkml:trace contextRef="#ctx0" brushRef="#br0" timeOffset="203855.7">16352 1283 1132 0,'0'0'271'0,"0"0"16"15,0 0-49 1,0 0-24-16,18-91-36 0,0 73-45 16,5-1-35-16,3 4-12 15,4 1-11-15,2 2-35 16,1 1-16-16,0 6-9 15,-2 2-8-15,-2 3-6 16,0 8 13-16,1 20 23 16,6 28 12-16,6 33 8 15,6 33 9-15,0 18 33 16,-5-2-20-16,-6-9-25 16,-6-7 40-16,-2 5-17 0,-4 7-2 15,-7 5 0 1,-2-2 3-16,-7-4-6 0,1-7-15 15,-2-14-26 1,0-23-14-16,-1-25 5 16,-2-19-13-16,0-7-7 0,0 7 8 15,-2 1 2-15,0 4-10 16,-3-8 4-16,0-7-6 16,0-5 1-16,0-8 0 15,0-5-1-15,-3-8 0 16,-3-1 0-16,-6-3 0 15,-4-4 0-15,-13-1-20 16,-8 0-77-16,-9-4-74 16,-23-26-50-16,11 2-282 15,9-5-347-15</inkml:trace>
  <inkml:trace contextRef="#ctx0" brushRef="#br0" timeOffset="204882.62">17202 1120 1117 0,'0'0'255'0,"0"0"20"16,0 0-27-16,0 0-23 15,0 0-64-15,0 0-84 16,0 0-24-16,-27 31 46 15,39 3-14-15,7 2-28 16,4-2-7-16,4-5-5 16,4-5-27-16,3-9-6 15,0-8-2-15,-1-7 5 16,-1 0-14-16,-7-14 0 0,-4-8 11 16,-5-5-5-16,-5-5-1 15,-6-1-4-15,-4 1 7 16,-1 3 0-16,0 8 49 15,0 8 6-15,0 7 2 16,0 6-29-16,0 0-26 16,4 20-10-16,11 12 11 15,3 7 9-15,3 8-6 16,1 2-6-16,-1-1-2 16,-3-1-6-16,-1-5 3 15,-5-5-3-15,-4-5-1 16,-5-6 1-16,-3-4 11 15,0-5-6-15,-8-3 9 16,-11-1-14-16,-6-3 11 16,-9-2-12-16,-9-2-11 0,-5-3-56 15,0-3-116-15,6 0-78 16,14-6-256-16,14-5-482 0</inkml:trace>
  <inkml:trace contextRef="#ctx0" brushRef="#br0" timeOffset="205184.95">17843 1235 1774 0,'0'0'399'0,"0"0"80"0,0 0-241 16,0 0-19-16,0 0-69 16,0 0-61-16,0 0-11 15,-6 50 11-15,15-8-11 16,3 5-26-16,2 0-19 16,-1-3-16-16,5 0-17 15,-1-1 0-15,2 3-33 16,2 16-153-16,-5-9-289 15,-7-11-703-15</inkml:trace>
  <inkml:trace contextRef="#ctx0" brushRef="#br0" timeOffset="205769.06">17503 2037 1423 0,'0'0'485'16,"0"0"-228"-16,0 0 3 0,0 0-20 15,0 0-11 1,0 0-85-16,0 0-66 0,-15-49-42 15,21 71-3-15,11 10 24 16,5 4-15-16,4 2-20 16,8-2-8-16,3-4 0 15,2-6-5-15,1-9-9 16,0-9 0-16,-4-8-1 16,-6 0-8-16,-6-17-8 15,-6-8 0-15,-5-8 4 16,-5-6 4-16,-7 2 0 15,-1-1 9-15,0 9 0 16,0 7 1-16,0 10 7 16,0 5 4-16,0 7-5 15,0 2 0-15,0 15-6 0,0 11 13 16,2 6-5 0,7 5-2-16,4 3-5 0,-1 1 4 15,3-3-5-15,-3-5 1 16,-3-3-1-16,0-4 1 15,-6-6-2-15,-3-4 0 16,0-4 0-16,-11-2 0 16,-5-5 1-16,-8-2-1 15,-4-2-17-15,-2-3-51 16,2 0-82-16,2-10-136 16,10-5-172-16,4-4-366 0</inkml:trace>
  <inkml:trace contextRef="#ctx0" brushRef="#br0" timeOffset="206159.07">18072 2044 1617 0,'0'0'399'0,"0"0"-72"16,0 0-152-16,0 0-63 15,0 0-5-15,0 0-16 16,99-52-4-16,-74 50-5 16,-5 2-31-16,-5 0-6 15,-7 13 1-15,-5 6 5 16,-3 5 18-16,0 10-7 0,-8 1-4 16,-8 2-9-16,-1 2 4 15,-2-3-5-15,3-4-12 16,5-6-3-16,4-4-2 15,2-7-10-15,3-6-1 16,2-6-1-16,0-3 16 16,2 0 1-16,16-4-3 15,9-12 6-15,6-2-21 16,3-4-18-16,1 2-6 16,-6 3-23-16,9 2-143 15,-8 6-137-15,-5-2-595 0</inkml:trace>
  <inkml:trace contextRef="#ctx0" brushRef="#br0" timeOffset="206888.2">17881 2900 1564 0,'0'0'332'0,"0"0"14"16,0 0-127-16,0 0-96 0,0 0-47 15,0 0 24 1,0 0 5-16,22 97-40 0,6-68-35 16,4-3-15-16,0-7-7 15,0-3-2-15,-1-12 0 16,-4-4-5-16,-6 0 6 16,-3-11-1-16,-8-10-5 15,1-5 5-15,-8-6 2 16,-2-1-8-16,-1 3 6 15,0 3-4-15,0 8 7 16,-3 8 46-16,2 10 15 16,1 1-44-16,0 12-14 15,0 13-2-15,13 9 1 16,5 4-1-16,3 7-1 16,3-3-3-16,1 2-5 0,-3-2 7 15,-3-2-8-15,-6-3 2 16,-7-1-1-16,-6-4-1 15,-2-4 1-15,-17-3 8 16,-9-5-3-16,-8-4-5 16,-8-4-1-16,-3-3-8 15,0-4-64-15,6-5-74 16,10-6-112-16,14-12-214 16,11-5-481-16</inkml:trace>
  <inkml:trace contextRef="#ctx0" brushRef="#br0" timeOffset="207398.56">18425 3012 1753 0,'0'0'356'0,"0"0"-101"15,0 0-70-15,0 0-69 16,0 0-22-16,0 0-50 15,0 0 3-15,99-52-19 16,-73 52-10-16,-5 0 6 16,-7 10-6-16,-7 5 15 15,-4 5 10-15,-3 1-19 16,0 3 6-16,-9-1-9 16,-1-2-3-16,-2-5-3 15,1-3-3-15,4-6-3 0,4-5 10 16,3-2 22-16,0 0 8 15,0 0-7-15,0 0-10 16,6 0-12-16,10 0-9 16,4-2 1-16,7 2 6 15,1 0-2-15,3 0 2 16,-1 2-1-16,-2 8-4 16,-4 4 16-16,-7 1-1 15,-7 5 5-15,-9 1 3 16,-1 4 3-16,-8 1 2 15,-13 3 5-15,-9 0-4 0,-9-3 0 16,-6-2-12 0,-5-4-9-16,-3-3-13 0,-3-5-7 15,2-5-1 1,2-4-16-16,7-3-97 0,-10 0-82 16,13 0-163-16,-1 0-943 0</inkml:trace>
  <inkml:trace contextRef="#ctx0" brushRef="#br0" timeOffset="212442.74">7502 13438 677 0,'0'0'187'0,"0"0"-4"0,0 0 4 16,0 0-15-16,0 0-25 15,0 0-13-15,5-19-23 16,5 19-18-16,5 0-2 16,6 0-4-16,4 4-3 15,8 6 1-15,6 2-32 16,10 1 18-16,2-1-16 15,6-1-9-15,4-1-10 16,0-3-8-16,5 0 9 16,0-1-13-16,-1-2 0 15,-1 1 1-15,0 0-10 16,-3-4 0-16,0 4 2 16,-1-4-6-16,1 1 0 0,0 1-5 15,0-3 10-15,1 0-7 16,0 0-3-16,-2 0 0 15,-2 0-4-15,-1 0 5 16,-4 0-1-16,-5 0 2 16,0-3-7-16,-3 0 7 15,-1-2 3-15,0 4-4 16,0-2 4-16,1-1-1 16,3 1 7-16,-3 2-8 15,1 1-9-15,-3 0 12 16,1 0-3-16,0 0-3 15,0 0 0-15,2-2 0 16,-6 1 1-16,6-1-5 16,-6 1-2-16,-1-2 8 15,0-1-7-15,-5 0 4 0,-1 1-3 16,3-1 7-16,-2-3-3 16,4 0 1-16,2-3 4 15,3-1-5-15,3-2 0 16,1 1 4-16,0-2 1 15,-3 2-2-15,-4 0 0 16,0 3-8-16,-4 1 14 16,-3-1-9-16,-2 1 6 15,-3-1 0-15,1-1 3 16,-3 1 6-16,1-2-9 0,0 1-2 16,-1-2 4-1,-4 0 1-15,3 1 6 0,-4 0-12 16,-3-1 6-16,1 1 7 15,1-2-2-15,-4 1-7 16,2-4 1-16,2-1-2 16,-3-3-2-16,3 0-1 15,-4-6 3-15,2-1-4 16,-3-1-1-16,0 1-5 16,-5-1 5-16,1 2 4 15,-1 0 2-15,-1 0-7 16,-1-1-5-16,-2 0 7 15,-1-3-7-15,-3-1 7 0,-2-3-2 16,0-2-5 0,0 0 5-16,-6 2 0 0,-4 3-6 15,-2 1 0-15,-3 4-1 16,-2 4 0-16,-2-2 1 16,-2 5 0-16,-1-1-1 15,-5 4 1-15,-3 3-8 16,0-1 1-16,-3 2-5 15,-3 0 6-15,-2 3-2 16,-1-2 1-16,-3 3 6 16,-1-1 0-16,-2 1-13 15,-4 2 8-15,-3-2-1 16,-6 2-2-16,-1 3 8 16,-7-2-11-16,-3 0-12 15,-6 3 15-15,-2 1 8 0,0-1 1 16,0 2-1-16,2 0-5 15,1 0 5-15,1 0-26 16,-2 0 9-16,4 0 16 16,2 0 1-16,4 0 0 15,5 3 0-15,4-1 0 16,3 1 0-16,-1 2 1 16,-4-1-6-16,-3 1 5 15,-5 2-1-15,-7 1-4 16,-15 1 6-16,-18 5-6 15,-19 3-23-15,-2-1 22 16,8 1 7-16,28-3-1 0,27-7-8 16,15 0 2-1,7 1 6-15,-4-1 0 0,-1 0 1 16,0 0-1-16,6 3-16 16,7-3 5-16,1 1 11 15,2 2-5-15,-2 1 5 16,-4 1 1-16,-2 3 1 15,0 2-1-15,-2 0 1 16,0 1 0-16,1 2 0 16,4-1 0-16,3 0 0 15,5-2 1-15,2 1-1 16,6-1 5-16,-1 1-5 16,7 0-1-16,0 1 1 15,0 3 0-15,3 0 0 16,1 2 0-16,1 3 7 0,3 3-1 15,5 2 2-15,1 3 5 16,0-1-2-16,0 4-6 16,7 0 10-16,2 2 28 15,4-2 1-15,-2 0-9 16,5-1-8-16,-2-3 0 16,2-5-10-16,-1-2 2 15,1-5 4-15,-2-1-11 16,4-8 4-16,-3-1-2 15,1-3-3-15,2-3 1 16,0-2 1-16,6-1-5 16,-2-1-2-16,5-2 7 15,0 0-8-15,4 0-5 0,-2-2 6 16,-4-5-6-16,-1 1 0 16,-6 1-1-16,-5 1-1 15,-4 1-8-15,-4 1-45 16,-4 2-60-16,-1 0-101 15,-7 0-321-15,-7-5-761 0</inkml:trace>
  <inkml:trace contextRef="#ctx0" brushRef="#br0" timeOffset="-214267.05">19545 12468 474 0,'0'0'291'0,"0"0"-73"16,0 0-25-16,0 0-3 16,0 0 13-16,0 0-28 15,0-10-61-15,-3 3 9 0,-7 2-16 16,-2-2-22-16,-7-2-27 16,-4 2-21-16,-8-2 19 15,-8 3-12-15,-6 0-15 16,-5-1-10-16,-5 0 21 15,-1 2-13-15,-4-3 7 16,1 2 2-16,-2 1-5 16,-1-1 10-16,-3-1 10 15,-1 2-2-15,-4-2-23 16,-2 3-11-16,-3-2-1 16,-2-1 4-16,3 1 3 0,4 0 5 15,-2 1-5 1,5-1-6-16,1 3-2 0,2-2-12 15,0 3 8-15,3 1 2 16,1 1-4-16,4 0 2 16,2 0-7-16,5 0 7 15,0 0 1-15,4 0-1 16,-1-2-3-16,2 1 0 16,-2-2 8-16,0 1-1 15,-3 1-4-15,0 0 3 16,2-1-4-16,3 2-7 15,3 0 8-15,2 0 1 0,2 0-2 16,4 0-1 0,2 0 2-16,3 2 5 0,0 3-7 15,-1 3-6-15,-5 0 5 16,-1 1-4-16,0 2-1 16,-1-1 0-16,1 0 0 15,4 1 0-15,3-3 5 16,4 2-5-16,3-2-1 15,4 1 1-15,0 1 1 16,0 3-1-16,-1 1 5 16,-1 3-5-16,-1 2 1 15,1 4-1-15,1 1 1 16,2 4-1-16,1 3 7 16,0 3 1-16,3 2-2 15,0 3 1-15,3 0 2 0,0 1-8 16,2-2 5-16,2 0 1 15,4-2 1-15,1 1-3 16,0 1 4-16,0-2-2 16,10-2 1-16,5 3-3 15,4-2 3-15,3-3-2 16,3 0 1-16,3-1-2 16,4-3 0-16,2 0 0 15,4 0 0-15,1-3 6 16,5 1-2-16,2-3 2 15,0 1-6-15,3-1 4 16,-1 0-2-16,1-2-8 16,2 1 0-16,1-2 0 15,1 1 6-15,2-4-5 16,-2 0 0-16,2 0 5 0,2-2-5 16,3-1 0-16,1 2 0 15,1-2 0-15,3 0 5 16,2-2-4-16,5-1-1 15,2 0 5-15,2-3 0 16,2-2 2-16,-2 2-1 16,1-3 8-16,-2 1-6 15,-2-1-8-15,-1-2 0 16,-4 1 5-16,2 1 0 16,-3 0 1-16,1-2 2 15,-4 0 2-15,-2 0-2 16,0-2-2-16,0-1-1 0,1 0 3 15,4 0 0-15,-3 0 3 16,2 0-1-16,-4-1 2 16,-1-5-5-16,-1-1-2 15,-3-1-1-15,-2-4-4 16,-4-2-1-16,-1-1 6 16,-2-4 3-16,-2-1 5 15,-1-2 2-15,-5 1-4 16,-2-1-6-16,-4 0 5 15,-3-3 2-15,-2 3 5 16,-2-3 6-16,-2-2-7 16,-3 1 4-16,-2-2-3 15,-3-2-6-15,-3-1 3 0,-2-2-2 16,-5 1-1-16,-1-3-6 16,-4-1 6-16,-2-1-11 15,0 3 0-15,0-2 0 16,-5 0 0-16,-1 4-1 15,-1-1-1-15,-3 2-9 16,-1 1-7-16,0 1 16 16,-3-3-1-16,-1-1 1 15,-5 1-5-15,0 1-8 16,-2-1-7-16,-3 1 3 16,-2 2 3-16,-1 1 5 15,0 2-1-15,-2 2 4 16,0 1-1-16,-1 2-1 0,-1 4 8 15,1 2-5 1,-2 0 4-16,0 5-7 0,0-1 2 16,2 2 7-16,1 1-6 15,2 2-11-15,3 3 10 16,2-1-2-16,5 1 3 16,1 2-6-16,-1 1 3 15,3 0-5-15,0 0 1 16,1 0-4-16,4 0 5 15,-3 0-3-15,1 0-6 16,-2 6-4-16,1-1-53 16,-5 7-109-16,4-4-277 15,0-2-152-15</inkml:trace>
  <inkml:trace contextRef="#ctx0" brushRef="#br0" timeOffset="-214092.74">19463 12482 1824 0,'0'0'241'15,"0"0"-52"-15,0 0-91 16,0 0-11-16,0 0-41 16,0 0-46-16,0 0-207 15,-104 27-612-15</inkml:trace>
  <inkml:trace contextRef="#ctx0" brushRef="#br0" timeOffset="-204558.01">14552 15880 103 0,'0'0'147'0,"0"0"-51"0,0 0 4 16,0 0-5-16,0 0 0 15,0 0 15-15,-2-3 17 16,2 3 3-16,0 0-18 15,0 0-7-15,0 0 2 16,0 0-11-16,0 0 22 16,0 0-5-16,0 0 11 15,0 0 8-15,0 0-9 16,0-2-13-16,0 2-26 16,0 0-5-16,0 0-7 15,0 0-9-15,0 0 3 16,7 0-3-16,2-1 14 15,5 1 26-15,2 0-31 16,5 0-12-16,2-2-10 16,3 2 0-16,6-2 1 0,2 2-2 15,0-1-15-15,3 1-7 16,-1 0-3-16,0 0 0 16,2 0 8-16,3 0-10 15,4 0 26-15,2 0-8 16,2 0-17-16,-2 0-5 15,0 0 4-15,-1 0-13 16,0 0 2-16,2 0-1 16,-3 0 7-16,1 0-11 15,-1 0 12-15,-3 0-5 0,0 0-2 16,3 0 2 0,-3 5 2-16,2-2-1 15,-2 0-2-15,0 1 6 0,0-1-8 16,-5 1-10-16,-1-1 8 15,-2 0 10-15,1 0-11 16,-2 0 2-16,2 0 0 16,-1-1 2-16,-1 1-2 15,2-1-3-15,-1 1 1 16,-1 0 1-16,1-2-7 16,-2 2 8-16,-1-1-3 15,-1 1 3-15,-2 0-7 16,-1-1 7-16,0 1 3 15,1-2-11-15,0 0 14 16,0 1-14-16,2-1 11 0,-1 2 5 16,-1 0-16-16,-3-1 6 15,-2 0 4-15,-1 1-5 16,-1-1-6-16,-1 1 0 16,0 0 5-16,3 1-4 15,0-4 16-15,2 0 2 16,0 0-2-16,2 0-11 15,-1 0 7-15,1 0-1 16,0 0-1-16,-2 0-4 16,-2 0-5-16,1 0 7 15,-2 3-9-15,0-3 9 16,-3 0-3-16,0 0-5 16,-1 0 6-16,0 0 8 0,-3 0-14 15,1 0 15-15,-1 0-10 16,1 0-4-16,-2 0 7 15,2-3-3-15,-1 0-5 16,-2 2 14-16,1-2-7 16,-2 2-8-16,-2-1 9 15,1 1-8-15,2 0-1 16,-1-2 8-16,3 2-2 16,-2 0 7-16,2-3-12 15,-3 3 0-15,1-1 5 16,-3 1 1-16,-3 1 1 15,-1 0 1-15,-1 0 0 16,0 0 4-16,-2 0-13 16,0 0 0-16,-1 0 0 15,-1 0 0-15,-1 0 0 0,0 0 0 16,0 0 0-16,0 0 0 16,0 0 0-16,0 0 0 15,0 0 0-15,0 0 0 16,0 0 0-16,0 0 0 15,0 0 0-15,0 0 0 16,0 0 0-16,0 0 0 16,0 0 0-16,0 0 0 15,0 0 0-15,0 0 0 16,0 0 0-16,0 0 0 0,0 0 0 16,0 0 0-1,0 0 0-15,-7 0 0 0,-12 0-21 16,-33 14-110-1,2 1-238-15,-5-2-574 0</inkml:trace>
  <inkml:trace contextRef="#ctx0" brushRef="#br0" timeOffset="-194705.86">19475 15463 1182 0,'0'0'209'0,"0"0"-12"0,0 0-26 16,0 0-50-16,0 0-43 15,0 0-44-15,111-44-14 16,-61 40-9-16,4 1-9 16,-5 3-2-16,2 0-57 15,-12 0-208-15,-15 7-343 0</inkml:trace>
  <inkml:trace contextRef="#ctx0" brushRef="#br0" timeOffset="-194571.24">19562 15593 628 0,'0'0'209'16,"0"0"-18"-16,0 0-45 0,0 0-20 16,0 0-62-16,141-53-47 15,-40 8-17-15,-14 3-222 16,-17 6-497-16</inkml:trace>
  <inkml:trace contextRef="#ctx0" brushRef="#br0" timeOffset="-194335.33">20038 15112 1028 0,'0'0'276'0,"0"0"63"15,0 0-186-15,0 0-30 0,0 0-2 16,119 49-22-1,-66-17 7-15,4 7-25 0,-4 3-2 16,-6 3 3-16,-9 2-23 16,-16 2-19-16,-16-1-11 15,-6-3-13-15,-25-1-4 16,-17-3-2-16,-12-4-10 16,-3-4-33-16,-5-9-159 15,15-10-304-15,16-13-633 0</inkml:trace>
  <inkml:trace contextRef="#ctx0" brushRef="#br0" timeOffset="-192890.43">21055 14776 1139 0,'0'0'207'0,"0"0"66"15,0 0 25-15,0 0-22 16,0 0-125-16,0 0-38 16,-18 162 13-16,6-27 4 15,-6 4-23-15,-3-17-28 16,2-22-28-16,1-21-18 15,4-19-6-15,4-22-16 16,6-12-11-16,-1-4-2 16,2-5 2-16,3-10 1 15,0-7 5-15,0-24 13 16,12-17-10-16,9-7 1 16,3-3-9-16,4 7-1 15,0 7 0-15,1 15 0 0,0 10 0 16,3 8 0-16,2 4 0 15,3 7-1-15,5 8 1 16,4 4-1-16,1-2 1 16,0 0-6-16,-2-8-60 15,-5-3-73-15,-5-6-29 16,-8-7 1-16,-9-18-72 16,-2-14 44-16,-5-21 11 15,-3 0 24-15,0-6 29 16,-4-2 90-16,-2 15 41 15,-2 0 0-15,0 14 40 16,-6 19 95-16,-12 15 23 0,-2 7-31 16,-5 29-24-1,-3 23 21-15,4 23-16 0,6-3-24 16,11-4-21-16,7-12-15 16,4-15-24-16,18-3-12 15,8-4-3-15,3-15 4 16,2-13-4-16,-4-8-3 15,-3-17 4-15,-6-17-8 16,-6-13-1-16,-5-9 5 16,-8-5-6-16,-3-4-1 15,0 2-7-15,-10 6 1 16,-5 16 6-16,1 10 1 16,1 21 0-16,1 10-19 0,0 7 7 15,5 25 11 1,4 6 2-16,3 8-2 0,7-3 1 15,20-3-1-15,9-8-8 16,7-9-25-16,2-13-28 16,0-10-51-16,-7-3-22 15,-5-20 30-15,-7-6 42 16,-9-7 38-16,-8 1 17 16,-6 0 8-16,-3 4 12 15,0 5 3-15,0 9 23 16,0 5 19-16,-1 9 33 15,1 3-25-15,0 1-47 16,0 15-9-16,9 5 3 16,9 5-2-16,1 2-9 15,5 2 1-15,0 0-1 0,-3 2 11 16,-9-2-10-16,-6 2-2 16,-6-4 0-16,-2-3 7 15,-16-6-1-15,-4-5 2 16,0-6-7-16,2-8-1 15,7-1 4-15,8-23-4 16,5-6-56-16,9-12-33 16,18-5-27-16,7-5 2 15,4-2 13-15,2 2 53 16,-6 0 33-16,-4 4 15 0,-8 7 2 16,-5 12 17-1,-7 9 16-15,-5 12 78 0,-5 8-6 16,0 12-41-16,0 16 28 15,0 9-19-15,0 6-14 16,0 0-3-16,0 1-12 16,10 2-7-16,8-4-7 15,3-1-5-15,4-3 0 16,4-2-5-16,-1-4-7 16,-4-4 8-16,-5-3-4 15,-5-3 2-15,-8-3 6 16,-6-2 0-16,0-4-6 15,-17 0-8-15,-8-5-5 16,-7-3-8-16,0-5-23 16,-7-5-88-16,9-9-124 0,11-6-448 0</inkml:trace>
  <inkml:trace contextRef="#ctx0" brushRef="#br0" timeOffset="-192570.44">23155 14911 1020 0,'0'0'585'0,"0"0"-241"16,0 0-117-16,0 0-49 16,0 0 32-16,7 82-55 15,-1-46-50-15,1 1-41 16,0-5-43-16,-1-4-8 16,-3-4-13-16,0-9-61 15,-2-7-117-15,-1-9-122 16,0-14-91-16,-1-9-676 0</inkml:trace>
  <inkml:trace contextRef="#ctx0" brushRef="#br0" timeOffset="-192424.67">23130 14582 806 0,'0'0'494'0,"0"0"-344"16,0 0-69-16,0 0-4 15,0 0-7-15,0 0-35 16,123 93-23-16,-47-48-12 15,-12-7-137-15,-10-6-269 0</inkml:trace>
  <inkml:trace contextRef="#ctx0" brushRef="#br0" timeOffset="-192156.25">23561 14768 1181 0,'0'0'377'0,"0"0"-40"15,0 0-79-15,0 0-47 16,0 0-64-16,-82 68-42 0,79-34-9 15,3 0-14-15,5 0-29 16,17-1-14-16,7-7-1 16,9-5-17-16,5-2 3 15,0-7-6-15,2-3-1 16,-8-2-7-16,-6-2-1 16,-7 0-8-16,-10-1 0 15,-8-1 0-15,-6-1 7 16,0 4 12-16,-17 1-8 15,-11 2-12-15,-11 2-7 16,-18 7-117-16,8-3-163 16,13-6-497-16</inkml:trace>
  <inkml:trace contextRef="#ctx0" brushRef="#br0" timeOffset="-190915.26">24818 14770 1222 0,'0'0'212'0,"0"0"-109"16,0 0 47-16,0 0-13 15,0 0-61-15,0 0-52 16,0 0-16-16,87-21-8 0,-50 21-34 15,-6 0-172-15,-8 1-276 16,-12 6-329-16</inkml:trace>
  <inkml:trace contextRef="#ctx0" brushRef="#br0" timeOffset="-190790.28">24814 14905 350 0,'0'0'547'16,"0"0"-347"-16,0 0-5 15,0 0-44-15,0 0-51 16,0 0-37-16,0 0-20 15,31 20-22-15,49-66-21 16,-11 3-185-16,-11 2-371 0</inkml:trace>
  <inkml:trace contextRef="#ctx0" brushRef="#br0" timeOffset="-190551.67">25155 14533 1152 0,'0'0'241'16,"0"0"86"-16,0 0-149 15,0 0-27-15,81-4 7 16,-26 9-10-16,12 6-43 16,6 5-17-16,-1 1 5 15,-8 3-20-15,-12 0-26 16,-18 5-18-16,-17 3-3 16,-17 3 11-16,-18 7 18 15,-37 13-22-15,-6-5-21 16,-8 3-12-16,2-2-60 0,13-9-153 15,11-8-290-15,16-13-658 16</inkml:trace>
  <inkml:trace contextRef="#ctx0" brushRef="#br0" timeOffset="-189558.89">26149 14503 914 0,'0'0'318'16,"0"0"-21"-16,0 0 27 15,0 0-44-15,0 0-90 16,0 0-65-16,0 0-60 16,-20 19 42-16,29 26 28 15,7 11-38-15,2 16-26 0,-1-6-26 16,-4 3-19-16,-1 0-13 16,-8-13-12-16,0 1-1 15,-3-6-7-15,-1-7-141 16,0-3-113-16,-12-13-206 15,2-12-243-15</inkml:trace>
  <inkml:trace contextRef="#ctx0" brushRef="#br0" timeOffset="-189301.35">26157 14416 1249 0,'0'0'201'0,"0"0"-76"16,0 0 85-16,96-27-22 0,-59 27-74 16,-2 21-44-16,-6 10 32 15,-9 8-2-15,-13 7-41 16,-7 1-16-16,-6 3-25 16,-19-1-6-16,-6-1-11 15,-2-4-1-15,-2-6-24 16,6-7-145-16,-3-15-128 15,8-11-294-15,7-5-693 0</inkml:trace>
  <inkml:trace contextRef="#ctx0" brushRef="#br0" timeOffset="-188935.69">26493 14526 1219 0,'0'0'338'16,"0"0"-101"-16,0 0 0 16,0 0-50-16,0 0-18 15,0 0-69-15,109 0-2 16,-78 22-19-16,-2 8-20 16,-4 3-8-16,-4 3 1 15,-8 4-22-15,-2-2-12 16,-8-3-12-16,-3-4 0 15,0-7-6-15,-5-9 10 16,-7-9-9-16,2-6 5 16,1-11-6-16,2-20-4 0,5-14-38 15,2-11 5-15,6-3-47 16,16 1 4-16,7 8 2 16,5 9-57-16,2 11-34 15,4 9-17-15,-3 7-42 16,7 10-45-16,-10-1-71 15,-9 5-49-15</inkml:trace>
  <inkml:trace contextRef="#ctx0" brushRef="#br0" timeOffset="-188583.12">27012 14425 544 0,'0'0'241'16,"0"0"30"-16,0 0 4 0,0 0-47 16,0 0-41-1,0 0-26-15,0 0-43 0,-57 78 6 16,57-59-14-16,4-2-45 15,12-2-26-15,2-2 2 16,3-7-9-16,2-3-10 16,-1-3 0-16,1-3 2 15,0-15-12-15,-3-5-3 16,-3-7-3-16,-5-4 3 16,-6-3-9-16,-6 3 0 15,0 4 1-15,-13 10 11 16,-7 10 12-16,-4 10-12 15,-3 1-5-15,-1 20-6 0,3 9 1 16,5 6 7 0,8 2-8-16,12-1 0 0,0 0-1 15,29-4-15-15,14-5-20 16,24-8-49-16,2-9-102 16,8-11-7-16,18-14-94 15,-29-14-60-15,-6-1-191 0</inkml:trace>
  <inkml:trace contextRef="#ctx0" brushRef="#br0" timeOffset="-187997.3">27582 14433 103 0,'0'0'490'16,"0"0"-210"-16,1-74 9 16,-1 48-51-16,-11 4-30 15,-1 8 3-15,-3 6-42 16,0 6-24-16,-3 2-21 16,0 9-52-16,-3 11-9 15,0 9 11-15,6 3-15 0,4 4-11 16,6 1-23-16,5-4-10 15,0 0-3-15,15-6-3 16,4-8-3-16,7-5-6 16,0-8 6-16,1-6 6 15,2-4-12-15,-4-17-1 16,-3-7-23-16,-4-9-16 16,-5-7 4-16,-7-8 17 15,-6-19 0-15,-1-19 1 16,-20-25 8-16,-1-5 4 15,2 20 5-15,3 32 1 16,6 36 2-16,-4 20 8 16,-1 6 21-16,-2 6 6 15,0 9-2-15,3 25-3 0,6 15-9 16,7 7 10-16,2 5-2 16,16 2-1-16,13 0 0 15,13-3-2-15,3-2-16 16,5-4 3-16,0-8-14 15,-1-9-1-15,-6-13-7 16,-4-12-20-16,-8-12-19 16,-8-4 9-16,-2-16 10 15,-7-5 15-15,-3-1 5 16,-3 0 6-16,-5 8 0 16,-2 4 1-16,1 9 8 15,-2 5-1-15,0 0 2 16,1 13-2-16,3 9 22 15,-2 8-14-15,1 2 4 0,0 2-18 16,0-4 6-16,-2-4-7 16,1-8-19-16,-1-7-91 15,-1-11-153-15,0 0-81 16,-1-16-429-16</inkml:trace>
  <inkml:trace contextRef="#ctx0" brushRef="#br0" timeOffset="-187861.86">27900 14008 1024 0,'0'0'325'0,"0"0"-153"16,0 0 85-16,0 0-86 15,0 0-79-15,0 0-65 0,0 0-27 16,58 18-57-16,-24-1-339 16</inkml:trace>
  <inkml:trace contextRef="#ctx0" brushRef="#br0" timeOffset="-186961.76">28419 14207 378 0,'0'0'914'15,"0"0"-675"-15,0 0 59 16,-94-31-47-16,58 31-25 16,-5 0-78-16,0 17-33 0,-1 8-15 15,6 8-11-15,6 3-10 16,10 4-25-16,11 0-23 16,9 1-13-16,7-2-4 15,20-6-7-15,13-4-1 16,11-9-6-16,12-12-1 15,5-8 0-15,5-8-30 16,-4-18-59-16,-6-11-13 16,-13-7 12-16,-9-7 9 15,-13-19 36-15,-11-17 23 16,-10-18 15-16,-7-3 8 16,0 23 0-16,-9 24 1 15,4 28 15-15,2 16 17 0,0 3 37 16,0 9 34-16,2 5-8 15,1 19-62-15,0 20-5 16,3 14 23-16,12 10-10 16,7 3-17-16,5 1 1 15,3 2-10-15,-3-2-8 16,-2-4 0-16,-7-8-8 16,-5-9-109-16,-11-12-124 15,-2-13-153-15,0-11-308 0</inkml:trace>
  <inkml:trace contextRef="#ctx0" brushRef="#br0" timeOffset="-186771.32">28529 14190 872 0,'0'0'677'16,"0"0"-533"-16,0 0 0 15,0 0-81-15,89-10 44 16,-2 5-60-16,0-2-29 15,-4 1-18-15,-11-2-2 16,-23 1-96-16,12-10-248 16,-9 2-293-16,-17 1-257 0</inkml:trace>
  <inkml:trace contextRef="#ctx0" brushRef="#br0" timeOffset="-186052.44">29154 14042 637 0,'0'0'292'0,"0"0"22"0,0 0-60 15,0 0-37-15,0 0-58 16,0 0-45-16,0 0-14 15,-61 54-30-15,63-30-12 16,17-2-14-16,9-1-10 16,7-4 0-16,2-4-8 15,1-8-10-15,-6-5-6 16,-6 0-1-16,-4-10-2 16,-5-10-6-16,-6-3-1 15,-8-5 1-15,-3-3 0 16,-9 1 8-16,-15 4-8 15,-7 5-1-15,-7 13 11 16,-4 8-4-16,0 0-5 16,3 22 5-16,7 5-1 15,12 2-6-15,15 4-1 0,5-2 1 16,27-3 0-16,16-4 0 16,14-7-76-16,7-10-74 15,4-7-11-15,-2-1-6 16,-5-16 11-16,-10-7 39 15,-6-3 52-15,-12-1 50 16,-10-1 15-16,-11 0 71 16,-7 4 108-16,-5 2 6 15,-3 7-18-15,-14 5 10 16,-8 9-64-16,-2 2-8 0,-3 5-20 16,1 15-3-16,2 7-9 15,6 4-24-15,9 2-16 16,7 1-13-16,5-1-5 15,6-3-4 1,15-8-3-16,6-6-2 0,4-9-5 16,2-7 11-16,0-7-6 15,-2-17-6-15,-2-11-1 16,-4-10-14-16,-4-18 0 16,-8-27 7-16,-13-33 8 15,0-19-1-15,-22 4 2 16,0 26 3-16,5 42-3 15,6 32 5-15,0 16 18 0,0 10 44 16,0 9-20 0,2 3-26-16,1 23-22 0,3 32 10 15,5 23 2-15,8 25 12 16,20 10 15-16,8-4 8 16,-1-22-5-16,-9-26-9 15,-5-14-17-15,-1-8-14 16,4 6-2-16,18 17-74 15,-4-8-192-15,-4-17-428 0</inkml:trace>
  <inkml:trace contextRef="#ctx0" brushRef="#br0" timeOffset="-185757.32">30808 13746 2065 0,'0'0'251'0,"0"0"-115"16,0 0 7-16,-6 108 34 16,6-35-49-16,15 18-48 15,1-6-22-15,0-9-24 16,-3-14-23-16,-6-11-5 15,-2 4-5-15,-2 1-1 16,-3-12-94-16,0-16-124 16,-6-17-34-16,-13-27-20 15,0-17-318-15,2-10-253 0</inkml:trace>
  <inkml:trace contextRef="#ctx0" brushRef="#br0" timeOffset="-185039.13">30792 13746 920 0,'0'0'336'0,"0"0"-120"15,0 0 116-15,46-86-105 16,-24 85-72-16,7 1 3 16,3 14-23-16,1 14-33 15,-1 9-12-15,-7 8-5 16,-8 4-9-16,-7 2-30 16,-7-1-21-16,-3-5-17 15,-9-4-8-15,-11-7-29 16,-3-8-131-16,-1-12-69 0,3-9-93 15,8-5-46-15,5-19-205 16,8-15 162-16,0-10 377 16,11-2 34-16,11-5 252 15,5-1 57-15,4 5-22 16,6 3-66-16,5 9-60 16,6 8-47-16,0 8-25 15,2 10 6-15,1 5-12 16,-5 4-3-16,-6 3-7 15,-10 11-26-15,-13 6-16 16,-14 2 4-16,-3 4 11 16,-17 5-6-16,-13 1-3 15,-6-1-20-15,0-2-4 16,1-4-5-16,8-3-8 0,8-6 0 16,7-8-19-16,9-4-30 15,3-4-6-15,13-2 24 16,13-13-10-16,9-6-27 15,3-8 0-15,1-2 13 16,0-1 23-16,-6 1 22 16,-4 3 10-16,-8 5 1 15,-6 8 12-15,-9 6 15 16,-6 8 43-16,0 1-5 16,-3 3-29-16,-10 18 2 15,-3 6 1-15,3 5 0 16,3 4-4-16,5 0-14 15,5-4-10-15,0-3-11 16,12-10 14-16,10-5-13 0,2-8 20 16,5-6-8-16,-1 0-8 15,0-15 3-15,-2-9-9 16,-2-5 1-16,-4-10 0 16,-4-2-1-16,-8-3-33 15,-8-2-42-15,0 6-29 16,-8 9 2-16,-8 13-51 15,0 12-76-15,9 8-3 16,4 14-92-16,3 1-300 0</inkml:trace>
  <inkml:trace contextRef="#ctx0" brushRef="#br0" timeOffset="-184602.62">31834 13447 1380 0,'0'0'300'16,"0"0"52"-16,0 0-192 16,0 0-61-16,0 0-5 15,-20 87-25-15,20-39-30 16,1 4 0-16,10 1-5 16,0 1-16-16,0-2-11 15,-2-6-6-15,-2-9-1 16,-1-13-15-16,2-15 9 15,1-9 6-15,3-15 15 0,3-15-5 16,2-4-2 0,4-3 4-16,-1 6 8 15,5 7 4-15,0 9 6 0,2 8 3 16,3 7-6-16,-2 5 7 16,1 12-7-16,-5 7 15 15,-3 5 16-15,-5 2-9 16,-10 2-1-16,-6 1-8 15,0-1-1-15,-19-4-10 16,-10-5-11-16,-8-2-6 16,-7-8-11-16,-2-4 1 15,-3-8-2-15,6-2 0 16,2-2-65-16,0-22-117 0,13-1-82 16,11-1-472-16</inkml:trace>
  <inkml:trace contextRef="#ctx0" brushRef="#br0" timeOffset="-184468.26">32352 13680 1607 0,'0'0'383'0,"0"0"-5"16,0 0-179-16,0 0-124 16,0 0-75-16,0 0-92 15,-124 64-446-15</inkml:trace>
  <inkml:trace contextRef="#ctx0" brushRef="#br0" timeOffset="-183709.84">26985 15584 887 0,'0'0'233'0,"0"0"-17"15,0 0 61-15,0 0-30 16,-82-54-79-16,50 54-58 16,-6 15-18-16,-1 13-27 15,1 6-19-15,3 2-14 16,7 2-18-16,13 0-7 15,9-3-5-15,6-7 4 16,9-6 5-16,16-10-10 16,7-12-1-16,3-5 0 15,4-22-1-15,1-8 1 0,-1-6 1 16,-6 1 6-16,-3 1 1 16,-6 9-1-16,-8 8 2 15,-2 14 21-15,-4 8 5 16,1 13 4-16,3 33 74 15,0 30 6-15,1 33-21 16,0 14-3-16,1 0-26 16,-1-8-18-16,3-19-23 15,0-20-13-15,-3-17-13 16,-2-19-1-16,2-12 0 16,-3-4 1-16,3-7-2 15,-1-11-8-15,-1-8-8 16,-3-29 16-16,-4-15 0 0,-6-9-12 15,0-4 2-15,-19 1-8 16,-13 7 17-16,-5 12-5 16,-5 8 5-16,0 14 1 15,-2 7 0-15,4 9-1 16,7 1-15-16,9 0-81 16,15 6-100-16,23-6-107 15,18 0-245-15,10-11-511 0</inkml:trace>
  <inkml:trace contextRef="#ctx0" brushRef="#br0" timeOffset="-183437.38">27858 15082 1652 0,'0'0'247'0,"0"0"110"15,0 0-121-15,0 0-144 16,0 0 9-16,30 77 29 16,-4 7-29-16,4 23-30 15,0 6-23-15,-3-10-17 16,-3-23-9-16,-8-25-8 16,-2-11-14-16,-4-6-8 15,1 4-1-15,-2-2-112 0,-3-9-130 16,-2-14-267-1,-4-17-285-15</inkml:trace>
  <inkml:trace contextRef="#ctx0" brushRef="#br0" timeOffset="-182487.69">27819 15516 620 0,'0'0'976'0,"0"0"-785"16,0 0 47-16,0 0-131 15,0 0-14-15,0 0-39 16,133-75 26-16,-71 61-15 16,1 4-16-16,-2 5 12 15,-7 4-30-15,-11 1-13 16,-10 9-8-16,-12 12 2 0,-9 3 9 16,-10 5-6-16,-2 1 7 15,-2 2-16-15,-10-4 8 16,0-4-13-16,2-4 1 15,2-6-2-15,4-7 0 16,4-7-27-16,0-1-15 16,13-21 9-16,11-9-41 15,6-8-11-15,6-5 26 16,3-3 32-16,2 2 20 16,-2 3 7-16,-5 4 0 15,-5 6 8-15,-9 6 11 16,-6 7 37-16,-5 10 26 15,-6 6-5-15,-3 3-10 16,0 6-29-16,0 16 29 16,0 4 0-16,0 7-9 0,0 4-12 15,0 1-8-15,6 0-13 16,6 1-8-16,6-6-8 16,2-4-8-16,1-7 7 15,0-9-8-15,1-7 0 16,-3-6-6-16,0-11-13 15,-4-15-19-15,0-10-11 16,-3-6-12-16,-1-4 25 16,0-3 6-16,-3 6 24 15,-2 6 6-15,1 9 0 0,-4 8 1 16,0 9 5-16,-2 7 8 16,2 4 3-16,3 1-10 15,5 16 13-15,2 7 20 16,5 7 8-16,2 1-23 15,2 2-14-15,-1-2 4 16,-2-6-9-16,2-2 0 16,-2-10-6-16,-1-8-1 15,0-6 0-15,-1-1-5 16,0-18-16-16,3-13-17 16,-1-9-10-16,-1-6 10 15,-1-3 6-15,-6 0 21 16,-3 6 12-16,-5 10 0 0,-3 14 1 15,0 10 38 1,-9 10 32-16,-12 5-27 0,-6 22-19 16,-2 8 13-16,0 9 11 15,7 0 0-15,8 5-7 16,11-6-4-16,3-3-13 16,20-6-2-16,11-10 2 15,12-8 1-15,23-15-2 16,25-1-2-16,22-25-13 15,4-7-8-15,-22 3-1 16,-29 6 0-16,-30 6 0 16,-11 2-7-16,-6 1-13 15,-8-1-32-15,-8 3-37 16,-17 2-93-16,-14 5-133 16,-5-2-351-16</inkml:trace>
  <inkml:trace contextRef="#ctx0" brushRef="#br0" timeOffset="-182058.67">30473 14900 1117 0,'0'0'242'0,"0"0"90"15,0 0-7-15,-21-91-41 16,-4 79-68-16,-8 12-58 15,-9 3-19-15,-7 23-23 16,1 15-27-16,0 11-21 16,9 8-12-16,11 2-17 15,12-3-12-15,14-2-14 16,4-4-4-16,26-4-3 0,14-3 0 16,7-9-6-1,5-8-3-15,1-14-106 0,-3-15-148 16,5-31-98-16,-11-12-357 15,-13-10-251-15</inkml:trace>
  <inkml:trace contextRef="#ctx0" brushRef="#br0" timeOffset="-181869.76">30619 14633 831 0,'0'0'540'16,"0"0"-310"-16,0-79 156 16,0 71-98-16,0 12-175 15,3 37 8-15,4 30 43 16,11 27-21-16,5 8-52 15,2-16-17-15,-3-21-28 16,-5-28-21-16,-1-6-14 16,-1 5-11-16,3-2 0 0,1-4-124 15,2-23-158-15,-3-11-288 16,-3-4-199-16</inkml:trace>
  <inkml:trace contextRef="#ctx0" brushRef="#br0" timeOffset="-180985.19">30987 14849 728 0,'0'0'602'0,"0"0"-328"16,0 0 51-16,0 0-163 16,0 0 0-16,0 0-15 15,-33 74-36-15,20-31-38 16,1 0-22-16,3-1-27 16,3-6-12-16,5-6-3 15,1-6-9-15,0-8 0 0,0-10 0 16,11-6-21-16,3-6 20 15,5-19-10-15,5-12-20 16,0-4 7-16,2-8 11 16,0 2 7-16,-2 1 5 15,-3 9 1-15,-4 9 1 16,-4 13 0-16,-6 12 4 16,-2 3-4-16,-1 17-1 15,-1 12 27-15,3 8 3 16,2 4-6-16,1 0-6 15,3-6-11-15,4-6-5 16,5-8 5-16,0-10-6 16,4-10-1-16,0-1-9 15,-1-12-13-15,-6-16-35 0,0-8-1 16,-7-10 5-16,-5-4 9 16,-5 0 25-16,-1 3 18 15,0 8 1-15,-1 13 0 16,-7 6 12-16,4 10 18 15,1 8 10-15,3 2-24 16,0 1-14-16,7 17-1 16,11 6 0-16,2 8 8 15,3 1-8-15,0 6 0 16,-4-2-1-16,-6 4 2 16,-6-4-1-16,-6-4 17 15,-1 1 13-15,-9-8-4 16,-9-3-6-16,-3-5-6 0,0-4-8 15,4-5-6 1,6-7 7-16,5-2-8 0,6-1 12 16,0-18-12-16,18-7-27 15,16-12-20-15,9-7-17 16,6-10-51-16,1-3-17 16,-2-5 48-16,-6 5 43 15,-7 7 29-15,-9 7 11 16,-10 11 1-16,-13 14 20 15,-3 11 92-15,-12 8 9 16,-12 2-63-16,-4 20 15 16,-4 8 13-16,7 7-10 15,6 2-16-15,13 3-14 0,6-1-14 16,9 2-13-16,18-2 6 16,4-1 4-16,5-2-11 15,-1-4-11-15,-5-1-1 16,-6-2 8-16,-4-3-14 15,-11 1 14-15,-6-4-13 16,-3-1 16-16,-2-2-11 16,-16-4-5-16,-6-2-2 15,-6 0-30-15,-4-7-85 16,-26 2-107-16,10-5-296 16,-1 0-433-16</inkml:trace>
  <inkml:trace contextRef="#ctx0" brushRef="#br0" timeOffset="-180751.34">31075 15607 2058 0,'0'0'308'16,"0"0"-95"-16,103-14 87 15,-18-8-81-15,0 1-102 16,-7 1-52-16,-8 2-31 15,-19 4-19-15,4-3-12 16,1-3-3-16,-11 0-11 16,-9 3-101-16,-15 1-122 15,-16 2-93-15,-5 3-343 16,-2 6-782-16</inkml:trace>
  <inkml:trace contextRef="#ctx0" brushRef="#br0" timeOffset="-180539.66">31045 15718 887 0,'0'0'1347'15,"0"0"-1181"-15,0 0-24 16,0 0 65-16,0 0-19 16,124-18-76-16,-60 8-23 15,4 1-41-15,-7 1-32 16,-8 0-8-16,-9-3-8 15,-6 0-75-15,0-9-169 0,-12 2-308 16,-9 0-624-16</inkml:trace>
  <inkml:trace contextRef="#ctx0" brushRef="#br0" timeOffset="-180351.03">32000 15573 2474 0,'0'0'328'0,"0"0"-73"16,0 0-72-16,0 0-54 15,0 0-78-15,0 0-41 16,0 0-10-16,-73 0-155 0,10 0-432 16,-17 0-1331-16</inkml:trace>
  <inkml:trace contextRef="#ctx0" brushRef="#br0" timeOffset="-164145.89">5653 6291 836 0,'0'0'134'0,"0"0"-89"16,0 0-29-16,0 0-6 15,0 0 63-15,0 0 54 16,110 22-24-16,-56-11-25 16,5-1-23-16,19 0 6 15,21 1 56-15,27-2-6 16,16-3-19-16,1-1-20 15,-1-3-14-15,-11-2-1 16,5 1-13-16,4 3-11 16,-3 0-2-16,-4 5-8 15,-6-1-7-15,-6 2-10 0,-7 2 0 16,-9-3-5-16,-5 2 0 16,-8 0 5-16,-4-5-5 15,-1-1 0-15,1-3 1 16,4-2 0-16,-1 0 4 15,0 0-5-15,-3 0-1 16,-15 1 1-16,-12 1 0 16,-13 1 0-16,0-2-1 15,7 1 6-15,12-2-6 16,20 0 1-16,13 0-1 16,14-3 2-16,3-5 4 15,-11 0-5-15,-23 3 0 16,-25 3-1-16,-11 0 1 0,-3 2 1 15,7 0 5 1,11-1-1-16,7 1 0 0,2-2 0 16,0 0 4-16,4-1 6 15,1 1-10-15,1-1 3 16,0 0 4-16,8 1-4 16,12-2-3-16,-9-2-5 15,-10 0 13-15,3-1-1 16,-2 0-6-16,24-1 8 15,9-2 1-15,-6 0-5 16,-9-1-1-16,-11 1 11 16,1 1 0-16,-2-1-5 15,0 0-5-15,0 0 0 0,-13 3 12 16,-14-3-7-16,-12 5-4 16,-6-2-6-16,6 0 3 15,5-3 1-15,6-3 4 16,-4 2-1-16,-5-1 3 15,-3-3-7-15,-6 0 2 16,-1-2 4-16,-2-3 6 16,-3 0 8-16,1-2-3 15,-1-5-2-15,0 1-11 16,0-8 5-16,3-4-9 16,1-7 0-16,0-8-2 15,7-15-1-15,2-19-5 0,0-24 10 16,-1-10-2-1,-10 0-3-15,-8 8-6 16,-10 4 0-16,-5-2 6 0,-5 1-5 16,-4 2 5-16,-3 9-5 15,0 12 0-15,0 4 10 16,0 6-10-16,0 11 0 16,0 14-1-16,-3 13-8 15,2 3 7-15,-4 0 1 16,-1-3 0-16,-1 0 1 15,-2 8-1-15,-3 6 0 16,-6 2 0-16,1 5 0 16,-8 1 0-16,-8 0 0 15,-8 2-4-15,-9 1 4 16,-11-1 0-16,-18-5 2 0,-21-2-1 16,-25-7 9-1,-12 0-1-15,-2 1-9 0,2 1 1 16,10 4-1-16,-3 1 0 15,1 0-7-15,-3-1 7 16,-1 2 0-16,-4 1 0 16,-6-2 1-16,-7 1 6 15,-9 0-6-15,-3 1-1 16,-4 3 1-16,2 3-1 16,3 1 0-16,2 6 0 15,6-1 0-15,5 5 6 16,2 0-6-16,2 3 0 15,-4 0-6-15,-4 0 6 0,-6 0 0 16,-9 0 1-16,-2 2-1 16,-1 3 2-16,6 2 2 15,6 0-4 1,6 3 0-16,4-1-1 0,2-1 1 16,3 0 0-16,-5-4 0 15,-5 6 1-15,-4-3 0 16,5 4-1-16,4 0-1 15,8 0-53-15,12 3 39 16,28-3 8-16,26 1-7 16,22-3 7-16,10-1-2 15,-5 2 8-15,-7 4 1 16,-5 1-5-16,2 4 4 0,3 1 1 16,5 1 0-1,1 1-1-15,5 2 1 0,1 2 1 16,2 0-1-16,3 2 0 15,-2 0 1-15,0-2 8 16,-1 0 0-16,1 1 0 16,3-2-8-16,5 3 1 15,1 1-1-15,3 3 8 16,2 4-7-16,3 4-1 16,2 7 0-16,2 3 0 15,3 6 0-15,2 7 7 16,4 14-8-16,4 20 1 0,5 21 0 15,0 14 5 1,0-4-5-16,0-11 8 0,0-12-3 16,0-10-5-16,0 1 0 15,-8-3 5-15,-3-2-6 16,0-7 6-16,0-12-5 16,3-15 5-16,2-16-4 15,0-4-2-15,3 2 1 16,-1 3 1-16,4 3-2 15,0-5 6-15,0-5 2 16,4-4 1-16,7-4 1 16,2-4 4-16,5-5-2 15,9-1-2-15,6-3 5 16,4-2-1-16,9-1 2 16,5-5 5-16,4-3 1 0,5-3-8 15,1 0-2 1,6-3-5-16,0-9-5 0,2-4-2 15,-4-1 0-15,-5-2-12 16,-6 1-109-16,-3-9-129 16,-16 7-340-16,-11 0-936 0</inkml:trace>
  <inkml:trace contextRef="#ctx0" brushRef="#br0" timeOffset="-163977.15">6290 6300 2455 0,'0'0'190'15,"0"0"-185"-15,0 0-5 16,0 0-33-16,0 0 12 0,0 0-126 16,0 0-444-16</inkml:trace>
  <inkml:trace contextRef="#ctx0" brushRef="#br0" timeOffset="-65527.4">1193 4533 689 0,'0'0'773'16,"0"0"-434"-16,0 0 7 15,-91-37 38-15,63 33-107 16,-5 4-84-16,-3 14-48 16,2 16-51-16,-2 13-20 15,6 8-19-15,8 5-19 16,8 4-11-16,11-1-5 16,3-4 11-16,9-2-7 15,21-9-9-15,9-8-9 16,8-7-6-16,3-11 1 15,5-10-1-15,-6-8-19 0,-1-2-68 16,1-38-73 0,-10 3-195-16,-9-4-479 0</inkml:trace>
  <inkml:trace contextRef="#ctx0" brushRef="#br0" timeOffset="-65327.81">1548 4534 1921 0,'0'0'580'16,"0"0"-390"-16,0 0-64 15,0 0-48-15,0 0-11 16,0 0-20-16,0 0-25 16,100-1-22-16,-76-8 0 15,1-8-149-15,-6 2-191 0,-7 3-385 16</inkml:trace>
  <inkml:trace contextRef="#ctx0" brushRef="#br0" timeOffset="-65139.78">1530 4819 851 0,'0'0'1457'15,"0"0"-1092"-15,0 0-84 16,0 0-102-16,0 0-57 15,0 0-37-15,137-62-34 16,-73 27-33-16,-1 1-18 0,28-27-44 16,-21 10-142-16,-10-1-538 15</inkml:trace>
  <inkml:trace contextRef="#ctx0" brushRef="#br0" timeOffset="-62816.86">2149 4151 1445 0,'0'0'519'15,"0"0"-306"-15,0 0 47 16,0 0-114-16,0 0-96 15,0 0-30-15,0 0-2 0,3 106 8 16,9-61 9-16,3-2-8 16,-6-7-12-16,-2-6-7 15,-2-9-7-15,-1-7 0 16,-4-7 0-16,0-6 7 16,0-1 2-16,-13-12 4 15,-5-16-8-15,-3-11 1 16,0-11 7-16,6-4-7 15,8 0-5-15,4 7 7 16,3 11-9-16,13 16-1 16,9 16-8-16,10 4 6 15,5 17 3-15,2 10 10 16,0 4-8-16,-1 1-2 16,-5 0-2-16,-3-9-7 15,-2-6-71-15,-5-7-160 0,2-10-128 16,-7-17-272-16,-6-5-307 15</inkml:trace>
  <inkml:trace contextRef="#ctx0" brushRef="#br0" timeOffset="-62514.51">2437 3948 788 0,'0'0'392'16,"0"0"-54"-16,0 0 63 16,0 0-193-16,0 0-97 15,0 0-61-15,0 0-4 16,-27 73 15-16,27-32-7 15,2-3-13-15,12-1-9 16,0-6-14-16,7-7 3 16,-5-7-12-16,2-8-8 0,-2-9 22 15,-5 0-11 1,1-11 7-16,-3-11 11 0,-5-6-14 16,-4-2-2-16,0-1 3 15,-4 2-11-15,-14 0 9 16,3 7-14-16,-6 5 14 15,5 9-15-15,-1 8-8 16,1 0-29-16,7 12-67 16,9 16-85-16,0-2-334 15,12-7-313-15</inkml:trace>
  <inkml:trace contextRef="#ctx0" brushRef="#br0" timeOffset="-62012.44">2789 3788 1540 0,'0'0'258'16,"0"0"39"-16,0 0-188 15,0 0-62-15,0 0-29 16,0 0-18-16,0 0-37 16,-45 12-62-16,47 1-85 15,5-4-104-15,2-4 27 16,-3-5-46-16,-1 0 189 15,-2-17 118-15,-3-5 55 16,0-3 123-16,0-1 35 16,0-1 24-16,0 8 5 15,0 4-12-15,-2 6-46 0,2 6-30 16,0 3-47 0,0 8-58-16,18 20-19 0,4 11 26 15,11 24 23-15,-3 1 11 16,3 5-8-16,-2 0-20 15,2-11-4-15,3 1-24 16,-2-6-19-16,-1-12-1 16,-6-12-13-16,-8-9-1 15,-4-9 0-15,-8-7-1 16,-5-4 1-16,-2-11 11 16,0-14-11-16,-6-8-16 15,-9-6-17-15,-1-2-6 16,-4 4-12-16,-2 8 17 0,-2 7 20 15,3 12-17-15,-3 9-18 16,3 1-55-16,5 0-116 16,16 0-56-16,0 0-365 15,4 0-402-15</inkml:trace>
  <inkml:trace contextRef="#ctx0" brushRef="#br0" timeOffset="-61772.03">3363 3362 1770 0,'0'0'369'15,"0"0"-48"-15,0 0-183 16,0 0-31-16,-40 89-19 16,37-45-11-16,3 4-15 15,3-2-29-15,13-1-16 16,5-8-8-16,7-4-9 15,2-10-1-15,3-12 0 16,0-11-68-16,9-28-158 16,-11-12-308-16,-7-5-546 0</inkml:trace>
  <inkml:trace contextRef="#ctx0" brushRef="#br0" timeOffset="-61595.62">3460 3020 1243 0,'0'0'670'15,"0"0"-394"-15,0 0-159 0,0 0-61 16,-12 74 39-16,30-26-24 16,6 10-10-16,4 1-9 15,5 1-28-15,6-5-16 16,4-4-8-16,15-9-35 16,-10-13-227-16,-9-16-510 0</inkml:trace>
  <inkml:trace contextRef="#ctx0" brushRef="#br0" timeOffset="-60758.87">3775 3180 1332 0,'0'0'385'0,"0"0"-21"16,0 0-222-16,0 0-47 0,0 0 4 16,-18 76-25-1,18-41-22-15,0-1-24 0,3 2-4 16,6-5-16-16,0-6-7 15,1-5 0-15,-4-7-1 16,0-10-27-16,-3-3 27 16,0-14 7-16,0-12-7 15,0-7 0-15,-2-6-5 16,1 0 5-16,-2 5 1 16,3 8 5-16,-3 11-4 15,0 9 17-15,3 6 2 16,0 0-11-16,8 14-1 15,3 7-7-15,6 3 8 0,4 1-2 16,1-5 1-16,2-4-9 16,-2-7 0-16,0-9-1 15,-3 0-19-15,-3-17-23 16,-4-11 1-16,-2-8-14 16,-7-4 23-16,-4-1 24 15,-2 1 4-15,0 8 5 16,-3 6 10-16,-5 12 24 15,2 7 14-15,-1 7-3 16,7 0-42-16,0 5-3 16,0 12-1-16,0 5 0 15,10 0-11-15,5 3-18 16,6 0-7-16,1-3 13 0,1 2 6 16,-1-3 17-16,-3 2-5 15,-5-4-5-15,-8 1-20 16,-4-4 0-16,-2-5 12 15,0-4 11-15,-5-5 1 16,-1-2-33-16,0-15-55 16,6-14-102-16,0-11-52 15,3-10 20-15,11-7 26 16,-1-2 51-16,-1 1 131 16,-2 4 21-16,-1 10 115 15,-4 11 47-15,-4 13 43 16,-1 13 47-16,0 7 15 15,0 4-155-15,-3 16-67 16,-3 6 2-16,6 3-8 0,0 2-10 16,3-2-12-16,12-2-5 15,6-4-12-15,9-2 1 16,3-2 17-16,1-2-6 16,2 1 0-16,-2-4-5 15,-7 0-1-15,-6-2-5 16,-8-2 7-16,-10-1-8 15,-3 0 15-15,0-1-6 16,-12-1 3-16,-9 0-7 16,-4-4-5-16,-8-3-74 15,8-10-156-15,7-7-433 0</inkml:trace>
  <inkml:trace contextRef="#ctx0" brushRef="#br0" timeOffset="-60170.87">4550 2964 1069 0,'0'0'317'15,"0"0"-205"-15,0 0-35 16,0 0 51-16,0 0-44 16,0 0-11-16,0 0-28 15,71 71-5-15,-55-64-15 16,-4-2-11-16,1-5-2 15,-5 0 0-15,-2-10 14 0,-3-10 6 16,-3-5-17-16,0-3 8 16,0 1 5-1,-8-3 9-15,-5 3 15 0,1 6 1 16,1 6 21 0,1 10 23-16,3 5-45 0,2 5-35 15,-1 19-8-15,3 5-8 16,3 3-1-16,0-1 0 15,15-6-9-15,7-6-3 16,7-10-27-16,2-9 14 16,8-4-3-16,-3-20-55 15,-5-6-53-15,-7-11-26 16,-5 0 23-16,-13-5 73 16,-6 1 66-16,0 3 3 15,-16 6 66-15,2 9 38 0,-2 10 44 16,1 12-8-16,6 5-67 15,-3 13-41-15,5 13-21 16,2 6 12-16,5 5-9 16,0 0 5-16,14 1 2 15,8-3-3-15,11-6 4 16,1-3 14-16,2-3-1 16,4-1-17-16,-4-3-6 15,-3 3-6-15,-6 1-4 16,-11 2-5-16,-13 6-1 15,-27 24-74-15,-17-5-204 16,-10-4-593-16</inkml:trace>
  <inkml:trace contextRef="#ctx0" brushRef="#br0" timeOffset="-59685.6">1342 5397 1007 0,'0'0'279'16,"0"0"-75"-16,-70 85 75 15,54-56-18-15,10-9-71 16,6-6-68-16,17-9-13 16,40-7 45-16,52-50 1 15,81-59 36-15,58-50-40 16,48-35-22-16,32-18-25 15,2 6-36-15,16-1-20 16,3-3-5-16,-21 14-20 0,-34 24-16 16,-44 31-7-1,-65 39 0-15,-67 41 6 16,-54 30-4-16,-40 19-2 0,-24 14-18 16,0 0-23-16,-37 22-26 15,-51 37-44-15,-54 39-127 16,-31 26-128-16,24-20-219 15,21-17-465-15</inkml:trace>
  <inkml:trace contextRef="#ctx0" brushRef="#br0" timeOffset="-59353.64">1584 5746 1324 0,'0'0'750'15,"0"0"-644"1,0 0-28-16,0 0 20 0,155-112 141 16,6 3-16-16,45-27-40 15,40-20-37-15,24-6-41 16,3 5-15-16,16-3-14 16,-4 2-11-16,-9 16-8 15,-31 18-20-15,-41 21-28 16,-44 25-1-16,-56 22-2 15,-46 25-5-15,-28 11 5 16,-21 9-5-16,-6 3 8 16,0-1-3-16,-3 3-6 15,-3 1-15-15,-19 5-54 16,-14 0-89-16,-49 27-102 16,12-2-393-16,-9 1-1052 0</inkml:trace>
  <inkml:trace contextRef="#ctx0" brushRef="#br0" timeOffset="-59172.75">4498 4137 2372 0,'0'0'779'0,"0"0"-689"15,0 0-15-15,0 0-45 16,0 0 22-16,0 0-49 15,0 0-3-15,-45 21-155 16,26-13-626-16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20:13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4079 5191 497 0,'0'0'356'16,"0"0"-158"-16,0 0 12 15,0 0 6-15,0 0-8 16,0 0-37-16,-39-12-40 15,39 12-39-15,2 0-38 0,14 0-15 16,12 0 36-16,10 0 20 16,10 5-26-16,20-1-5 15,23 1 5-15,27-2 2 16,12-3-14-16,0 0-8 16,-5 0 0-16,-7 0-4 15,1-3-18-15,6-3-3 16,-1-2-2-16,0 2-6 15,1-2 2-15,5 0-3 16,-2 0 2-16,-4 0-7 16,0 3-2-16,-5 1 1 15,-1 0-9-15,-2 1 1 16,-4 2 0-16,-1-2 0 16,-4 1 11-16,-6 1-6 15,-2-1-5-15,2 0 5 16,-4-1-4-16,0-4 4 0,-1 1 1 15,2-2-6-15,6-1 1 16,1 1-2-16,4-1 8 16,-6 1 1-16,-2 1-2 15,-1-2-1-15,2 1-6 16,-5 1 2-16,-3-1 13 16,-6 4-8-16,-2 1-1 15,-13 1-5-15,-12 0 5 0,12 1-6 16,9-1 7-1,-1 2-5-15,-2-3 4 0,-21-1-5 16,-16 3 5-16,13-2-5 16,6 2 8-16,8-2 0 15,4 1 4-15,-9 2-7 16,2 0 0-16,-4 0 0 16,1 0 2-16,1 0 4 15,6 0 9-15,2 0-15 16,-2 0-6-16,18 0 2 15,-11-2 7-15,1 1 6 16,1 1-9-16,-7 0-6 16,8 0 17-16,-2 0 4 15,1 0-9-15,-2 0-6 16,-2 3 4-16,1 3 7 16,-4-2-9-16,-4 0 4 15,1 1-10-15,1-2 5 0,0-1 7 16,0 0 7-16,2 1-9 15,-4-3-6-15,-2 0 3 16,0 0 4-16,11 0 10 16,-5 0 17-16,2 0-11 15,1 0-16-15,-14 0-2 16,3 0 1-16,-7 0 7 16,-8 0-1-16,-7 0 9 15,-5 0 0-15,-5 0-6 16,-7 0-6-16,-1 0 2 15,-2-2-2-15,-4-1 0 16,1 1-6-16,-2 0 3 16,-4-1-6-16,-2 0-6 0,-3 1 1 15,-3 0 1 1,-2 2-2-16,-3 0-55 0,-27 10-102 16,-10 10-140-16,-20 5-528 0</inkml:trace>
  <inkml:trace contextRef="#ctx0" brushRef="#br0" timeOffset="3125.1">19860 6571 740 0,'0'0'214'16,"0"0"-102"-16,0 0 56 16,0 0 51-16,0 0-2 0,0 0-27 15,0 0-25 1,-28-22-59-16,50 22-34 0,12 0-1 15,17-2 14-15,21 1 14 16,29-3-16-16,32-4 2 16,17-1-8-16,4-1-5 15,0 3-6-15,-11 2-24 16,-3 5-10-16,0 0-17 16,-7 0 5-16,-3 0-5 15,-8 3-3-15,-5 3-2 16,-7 2 4-16,-6-2-4 15,-7 0 7-15,-3-2-4 16,-3 1-1-16,-1-4-3 16,-1-1 10-16,-2 0-4 15,-1 0-1-15,5-5 10 0,-3 0-11 16,3-2 2 0,0 2 2-16,-1-3-5 0,-2 1 1 15,1 0-1-15,-4-3 6 16,-12 1-7-16,-13 1-11 15,-12-1 12-15,-9 0-4 16,7-2-1-16,2-3 4 16,4-5 2-16,-6-1 2 15,-1-2 12-15,-3-1-6 16,-2-1-3-16,-2 0-5 0,-2-1-2 16,0-2-4-1,-1-1 1-15,0 0-1 0,-4-3-6 16,-5 1 8-16,-2-1 2 15,-6 2-1-15,-5-2 1 16,-3-4-2-16,-5 1 4 16,-5-2-7-16,0-4-5 15,-10 2 0-15,-10-2 5 16,-7 1-6-16,-7 1 0 16,-8-1 0-16,-4 2 1 15,-11-2-1-15,-14-1 0 16,-20-4-1-16,-21-2 0 15,-7 1 0-15,1 8 1 16,6 6 0-16,12 6 0 16,0 4 0-16,4 3 0 0,7 1 0 15,13 4 0-15,15 3 0 16,-11-1 0-16,-10 2 0 16,-13-3 0-16,-11 0 0 15,3 5 0-15,7 0 1 16,-4 4 5-16,-4 0-6 15,3 0 0-15,5 3 1 16,7-2-1-16,17 2-1 16,14 0 0-16,7 0 1 15,-7 0 0-15,-24 0 0 16,-20 0 0-16,1 2 0 16,19 2 0-16,21 1 1 15,13-3 0-15,-7 4 0 0,-7-2 0 16,-7 3-1-16,6-1 1 15,7-2 0-15,0 1 0 16,7 2-1-16,-2-3 0 16,-1 2 0-16,0 1 0 15,-3-1-1-15,0 2 1 16,1 1 0-16,7-1 0 16,3 3 0-16,7-3 1 15,4 3-1-15,1 0 0 16,3 2 0-16,-1 1 0 15,0 3 1-15,0 2-1 16,2 3-1-16,1 2 1 0,2 3 0 16,2 2 0-16,1 0 0 15,-1 2 0-15,4 2 9 16,0 2-8-16,1 0 8 16,3 1-8-16,0 6-1 15,3 0 0-15,0 5 9 16,2 3 6-16,4 0 1 15,4 4-2-15,2 4-2 16,3-1 4-16,15-2 8 16,5-4-3-16,3-6-6 15,6-6 0-15,6-3 6 16,3-5 11-16,4-3-10 16,4-4 2-16,1-1-3 15,0-6 0-15,-1 0-3 0,-3-4-6 16,-3-2-6-16,-5-5 0 15,-7-1-4-15,-4-4-1 16,-8-1 5-16,-5 0-6 16,-5 0 0-16,-1-1-18 15,-3-7-39-15,-4 1-50 16,-1-3-67-16,-4-1-89 16,-14 2-357-16,-6-1-450 0</inkml:trace>
  <inkml:trace contextRef="#ctx0" brushRef="#br0" timeOffset="3322.16">20273 6537 2388 0,'0'0'505'0,"0"0"-267"0,0 0-73 15,0 0 39-15,0 0-84 16,0 0-39-16,0 0-54 15,0 0-27-15,-3 5-98 16,-30 13-163-16,2 0-385 16,-12-1-1005-16</inkml:trace>
  <inkml:trace contextRef="#ctx0" brushRef="#br0" timeOffset="9439.36">9337 7732 525 0,'0'0'155'0,"0"0"-21"15,0 0-8-15,0 0-35 16,0 0 19-16,0 0 10 16,34-3 26-16,-7 3 7 15,7 0 1-15,10 6-6 0,11 4 10 16,6 2-24-16,24 3-22 15,15 1-23-15,25 0-12 16,8-1-19-16,-9-4-6 16,-14-5 0-16,-10 1 9 15,-6-6-9-15,1-1-18 16,-1 0-5-16,-1 0 0 16,-5 0 1-16,-15 0-4 15,-13-1-4-15,-11-2-3 16,-4-1-11-16,8 1 5 15,10-1-1-15,6-4-1 0,1 0-1 16,-5-1-2-16,-2 1 4 16,-3-3 1-16,-4 0-1 15,-1-2 5-15,-1 1-2 16,0-2 3-16,0-1-1 16,-1 1-3-16,-2-1 1 15,0 1-2-15,-2-3 2 16,-4 0 2-16,-5 1-7 15,0-1 4-15,-7 2 4 16,-2-1 0-16,-2 0-5 16,-3 1 8-16,0-2-4 15,-2 0-1-15,0 0-1 16,-2-2-6-16,2-3 3 16,-3-1 2-16,3-4-7 0,-1-4 6 15,1-4-11-15,-3-3 11 16,0-4-1-16,0-2 0 15,-3-1-1-15,0 1-1 16,-3 1-1-16,-2 1 3 16,-4 2 0-16,-4 0-3 15,-5 0-3-15,0 3 2 16,-6-2 4-16,-15 1 1 16,-3-1 2-16,-12-1-14 15,-6 1 5-15,-7 1-5 16,-2 3-1-16,-2 0 0 15,-1 2-1-15,-4 4 0 16,1 2-7-16,-5 1-1 0,-7 1-10 16,-10 0-4-16,-19 3 11 15,-15-1-9 1,-1 4-3-16,6 7-1 0,28 4 0 16,20 3 19-16,12 3 6 15,8 0-1-15,-8-2 0 16,-4 1 0-16,-5 0 0 15,2 2 0-15,3-1 0 16,0 2-5-16,1 0 6 16,-3 0 0-16,-2 0-1 15,-4 0-8-15,-3 0-8 16,-4 0 4-16,-15 5 2 0,-16 6 4 16,-20 5 6-16,0-1-8 15,21-1 3-15,21-4 0 16,30-3-9-16,0 0 0 15,-4 1-2-15,-3 2 4 16,-5 4 12-16,4 0 1 16,3 3 2-16,5-2-2 15,4 2 0-15,2 0 1 16,4 1-1-16,3 2-1 16,-1 1-4-16,6 2 5 15,-1 4 1-15,1 2 0 16,0 4 0-16,1 4 0 15,1 4 7-15,-1 1 4 16,2 3-3-16,0 0 7 16,0 2 2-16,1-2-10 0,4 2 8 15,2-4-10-15,5 1 3 16,1 4-1-16,6-1-1 16,0 1-5-16,6 0 16 15,0 2 11-15,3 0 4 16,11-2 3-16,5 4-9 15,3-2 5-15,3-2-5 16,4-3-5-16,4-6 7 16,1-6-10-16,5-2 4 15,3-8-8-15,1-3-5 16,-1-5 1-16,-2-5-10 16,-4-3 0-16,-7-5-1 15,-3-2 0-15,-8 0 0 0,-5 0-38 16,-5 0-37-16,-7-5-55 15,-1 0-59-15,-6-1-180 16,-7 3-314-16,-5 0-415 0</inkml:trace>
  <inkml:trace contextRef="#ctx0" brushRef="#br0" timeOffset="9605.66">9574 7992 1620 0,'0'0'494'16,"0"0"-382"-16,0 0-42 16,0 0-30-16,0 0 28 15,0 0-43-15,0 0-25 16,-21 17-142-16,3-8-573 0</inkml:trace>
  <inkml:trace contextRef="#ctx0" brushRef="#br0" timeOffset="29028.78">24045 14231 1194 0,'0'0'271'0,"0"0"-78"15,0 0 10-15,0 0 39 0,0 0-47 16,0 0-48-1,26-10 32-15,14 10-18 0,15 0-40 16,11-2-38-16,19-1-22 16,16-1-21-16,19 1-17 15,-2-2-14-15,-23 1-9 16,-27 1 2-16,-33 1-2 16,-14 2-16-16,-6-2-82 15,-6 2-153-15,-12-1-46 16,-18-3-286-16,-10 1-543 0</inkml:trace>
  <inkml:trace contextRef="#ctx0" brushRef="#br0" timeOffset="29432.45">24215 13929 836 0,'0'0'396'16,"0"0"-145"-16,0 0-5 15,0 0-4-15,48-73-34 16,-46 73-85-16,-2 0-43 16,0 10-36-16,-8 13-22 15,-11 13 13-15,-7 6 30 16,-7 6-10-16,-2 3-15 0,2 0-5 15,5-2 5 1,10-3-3-16,9-3-9 0,9-2-5 16,12-4 5-16,19-6 8 15,14-6 10-15,12-6-5 16,10-5-4-16,16-6-10 16,-4-5-21-16,-1-3-4 15,-1 0 4-15,-17-5-6 16,1-5-12-16,-16 2-78 15,-14 2-136-15,-25 0-77 16,-6 4-282-16,-10-3-520 0</inkml:trace>
  <inkml:trace contextRef="#ctx0" brushRef="#br0" timeOffset="29645.75">25285 14607 1868 0,'0'0'318'0,"0"0"-83"15,0 0 48-15,0 0-25 16,0 0-104-16,0 0-103 16,0 0-35-16,12-18-16 15,-30 18-66-15,-11 3-178 16,-12 1-465-16</inkml:trace>
  <inkml:trace contextRef="#ctx0" brushRef="#br0" timeOffset="31303.81">4337 12934 1121 0,'0'0'310'0,"0"0"-210"16,0 0-34-16,0 0 81 15,94 70 3-15,-6-45 16 16,42-1-10-16,30-7-38 0,14-12-15 15,5-5-16-15,-6 0-9 16,3-3-5-16,-4-6-14 16,-4 0-17-16,-11-2-18 15,-13-6-3-15,-5 0-4 16,-5-8-16-16,-7-3-1 16,-6-3 6-16,-18-8 0 15,-18 3 1-15,-24 0-1 16,-19 2 0-16,-2-5 5 15,-1-10 0-15,1-11 1 16,3-8 8-16,-8-1 1 16,-7 3-6-16,-6 1-3 15,-8 4-6-15,-7 2-6 0,-7 2-6 16,0 1 5 0,-12 3-5-16,-19 0-3 0,-15 0-12 15,-24-3-9-15,-32 0-20 16,-29-2-21-16,-14 10 34 15,-4 12-22-15,6 14-11 16,6 11 17-16,-2 11 15 16,-7 0 4-16,-2 8-10 15,-1 9 31-15,3 0 1 16,4 2-10-16,10 0-15 0,3 4 21 16,10-1 15-1,11 2-8-15,4 3-15 0,4 1 18 16,0 5-1-16,0 2 6 15,3 1 1-15,3 0-1 16,18-4 0-16,18-5 1 16,12-3 0-16,10-4 0 15,-3 6 1-15,1 5 5 16,0 6-4-16,10 1 7 16,11 1 13-16,7 4 3 15,7 3-13-15,3 5 9 16,6 4 16-16,16 4 25 15,10 1 11-15,4-1-14 16,8-3 8-16,3-5 7 16,5-9-7-16,4-5-24 0,1-8-10 15,4-6-15-15,0-4 28 16,-1-7-17-16,-2-3-14 16,-7-2-8-16,-2-5-6 15,-10-2 7-15,-2 0-8 16,-13-7-11-16,-8-1-121 15,-16-4-167-15,0 1-353 16,-16 2-885-16</inkml:trace>
  <inkml:trace contextRef="#ctx0" brushRef="#br0" timeOffset="31476.58">4743 12980 1647 0,'0'0'219'16,"0"0"-156"-16,0 0-41 16,0 0 9-16,0 0-25 15,0 0-6-15,101-29-148 16,-56 11-479-16</inkml:trace>
  <inkml:trace contextRef="#ctx0" brushRef="#br0" timeOffset="33233.76">7457 11846 211 0,'0'0'60'0,"0"0"-59"0,0 0 360 16,0 0-169-16,0 0-24 15,0 0 5 1,0 0-11-16,-7 3-14 0,7-8-9 15,3 0-20-15,7 2-8 16,1 0-17-16,10 1-12 16,1 2 3-16,9 0-17 15,8 0 6-15,9 5-12 16,6-1 7-16,7 2 7 16,3-3 0-16,6-1-6 15,0-2-14-15,2 0-4 16,4 0-19-16,-3 0 0 15,1 0 0-15,0 0 4 16,0 0-10-16,-2 2-5 0,1-2-8 16,1 0-4-16,0 2 2 15,14-2 2-15,-11 0-2 16,2 0 0-16,-1 0-11 16,-13 0 7-16,9 0-7 15,-3 0 8-15,-1 0-7 16,-1 0 5-16,2 3 7 15,-4-1-5-15,1-1 4 16,-4 2-2-16,0-1-10 16,-3 1 12-16,0 0-1 15,1-3-4-15,0 3 1 16,0-1-8-16,-3 0 8 0,-1 0-8 16,0 0 0-1,-1-1 5-15,3 1-5 0,2-2 5 16,4 1 2-16,7-1-1 15,-3 2-5-15,3 0-1 16,-1 1 5-16,-7 0-5 16,-1 1 0-16,-4 0 0 15,-5 0-1-15,-3 1 0 16,-2-1 1-16,2 0-1 16,0 0 1-16,2 0-1 15,6-1 0-15,2-3 0 16,19 3 1-16,14-2 0 15,20 2 0-15,4-1 1 16,-2 3-2-16,-11-2 6 16,-14 3-5-16,1-2-1 0,-19 2 6 15,-11-3-6-15,-17 0 0 16,-3 1-2-16,4-1 2 16,6 1 0-16,4 0 0 15,-4 0 1-15,-5-1 6 16,3 0 13-16,-2-3 13 15,8 1-6-15,0-1-3 16,4 0-3-16,4 0 7 16,-1 0-9-16,2 0 1 15,-2 0 4-15,-1 0 1 16,-5 0-2-16,-4 0-2 16,-11 0-5-16,-9 0 1 0,-8 0 2 15,-9 0-8 1,-4-2 1-16,-6-1-2 0,-1 1 1 15,-3 1-1-15,-2 0 1 16,-1 1-10-16,0-2 5 16,0 2-5-16,0-1-1 15,0 1 0-15,-3 0-72 16,-8 0-138-16,-5 0-578 0</inkml:trace>
  <inkml:trace contextRef="#ctx0" brushRef="#br0" timeOffset="36198.87">14059 16411 160 0,'0'0'555'0,"0"0"-357"16,0 0-58-16,0 0-24 15,0 0-44-15,0 0 4 16,8 0 46-16,14 0 36 16,11 1-33-16,8-1-21 15,9 0-6-15,8 0-1 16,6 0-9-16,4-3-23 0,4 2-18 16,13 1-12-1,14 0-12-15,14 0 5 16,4 4 1-16,-6 3-2 0,-23-1-11 15,-23-5 2-15,7 4 4 16,9-3 1-16,13 1-7 16,15 0 3-16,-6-3-5 15,-5 0 0-15,7-3 4 16,1-8-1-16,9-3 0 16,6-2-2-16,2 3 5 15,3-2-2-15,-1 3-8 16,-5 1-3-16,0-1 5 15,-2 2-3-15,-2 4-3 16,-1 2-6-16,-2 3 8 16,-1 0-8-16,0-1 0 0,-5 1 0 15,-4-3 0-15,0 1 0 16,3 1 0-16,6-3 1 16,-1-2 8-16,3 4-3 15,0 0-5-15,-2 0 1 16,1 3-1-16,0 0-1 15,-4 0 1-15,2 0 5 16,-6 0-5-16,0 0 6 16,-1 0-6-16,1 0 7 15,-4 0-1-15,0 6-1 16,-1 1-5-16,0-4 5 16,5-3 3-16,-1 0-3 15,3 0 1-15,1 0 5 16,2 0-1-16,6 0 2 15,5 0-3-15,5 0 5 0,2-3-7 16,2 1 4-16,-2 0-2 16,0-1-8-16,-4 3-1 15,-2-2 8-15,-1 0-1 16,-2 0-7-16,-1 2 5 16,-7 0 1-16,-4 0-1 15,-7 0 2-15,-6 0-7 16,-3 0 1-16,-3 0 0 15,-1 3 10-15,-2 0-6 16,-2 2 4-16,4-2 1 0,4-1 2 16,3-2-2-16,4 0 8 15,2 0-4-15,2 0 2 16,2 0-5-16,2 0 10 16,0 0-4-16,0 0-11 15,2 1 2-15,0 2-7 16,7-2 22-16,6 1-11 15,5-2 1-15,3 0-7 16,-1 0 8-16,-6 0 6 16,-7 0-12-16,-3 0-3 15,-5-2-4-15,-5-1 31 16,-10-1-12-16,-16-1 1 16,-16 0-2-16,-15 0 19 15,-2-1 1-15,9-3-3 16,5 2 2-16,7-4-1 0,-4 3 1 15,-5-1-3-15,-5 1-8 16,-3 1-2-16,-4 1 1 16,-6 0-2-16,-4 2-1 15,-3 0-4-15,-3 0-1 16,-2 1-2-16,-4 0-8 16,1 1 3-16,-2 2-5 15,-4 0-5-15,-3-2 4 16,-2 2-5-16,-6 0 0 15,-4 0-1-15,-1 0-1 16,-15 0-78-16,-106-5-142 16,2 1-389-16,-32-6-1562 0</inkml:trace>
  <inkml:trace contextRef="#ctx0" brushRef="#br0" timeOffset="53422.04">21454 10244 1433 0,'0'0'252'16,"0"0"-46"-16,0 0-45 15,0 0-80-15,-1 109 84 16,1 2 4-16,4 7-35 16,4-4-44-16,0-32-50 15,-1-27-25-15,-1-13-8 16,1-6-7-16,1 6-21 15,13-1-128-15,-2-8-187 0,-4-20-397 0</inkml:trace>
  <inkml:trace contextRef="#ctx0" brushRef="#br0" timeOffset="53677.98">21639 10339 1141 0,'0'0'334'0,"0"0"-16"16,0 0-46-16,0 0-51 15,0 0-96-15,0 0-72 0,-81 58-18 16,46-5 52-16,2 5 6 16,5-1-22-16,7-5-17 15,11-9-8-15,7-10-22 16,3-6-13-16,9-7 0 16,14-6-11-16,10-6 1 15,13-8 11-15,23-2-12 16,24-30-18-16,18-22-139 15,-2-9-136-15,-30 10-312 16,-28 9-432-16</inkml:trace>
  <inkml:trace contextRef="#ctx0" brushRef="#br0" timeOffset="53843.91">22154 10389 1227 0,'0'0'553'0,"0"0"-246"0,0 0-146 16,0 0-41-16,0 0-65 15,0 0-14-15,85-15-32 16,-46 5-2-16,0 1-7 16,-5 1-84-16,5 0-150 15,-14 2-282-15,-7 3-188 0</inkml:trace>
  <inkml:trace contextRef="#ctx0" brushRef="#br0" timeOffset="53995.99">22233 10529 550 0,'0'0'677'16,"0"0"-397"-16,0 0-142 16,0 0-61-16,0 0-9 15,0 0 46-15,107-12-51 16,-44-15-63-16,42-27-84 0,-14 7-247 16,-11 1-507-16</inkml:trace>
  <inkml:trace contextRef="#ctx0" brushRef="#br0" timeOffset="54347.29">22967 10040 390 0,'0'0'913'0,"0"0"-707"16,0 0 23-16,-10 92-21 16,10-56-32-16,0 2-60 15,0-1 3-15,0-5-36 16,1-3-39-16,1-7-2 15,-2-5-18-15,0-7-7 0,0-6-5 16,0-4 78-16,0 0 81 16,0-17-5-16,0-12-109 15,0-7-41-15,5-6-3 16,7 2-12-16,4 6 4 16,1 10-5-16,1 9 0 15,0 10 6-15,3 5-5 16,3 7-1-16,0 11 1 15,4 6-1-15,0 2 0 16,1 3-8-16,-4 0 7 0,0-3-17 16,1-3-111-1,13-6-177-15,-7-7-291 0,-3-10-315 16</inkml:trace>
  <inkml:trace contextRef="#ctx0" brushRef="#br0" timeOffset="54661.61">23474 9992 1478 0,'0'0'474'0,"0"0"-198"16,0 0-111-16,0 0-35 15,0 0-57-15,0 0 12 16,-49 94-19-16,49-55-19 16,0-2-6-16,10 0-17 15,7-3 3-15,1-6-8 16,4-8-10-16,-1-7-3 15,-2-10-2-15,1-3 4 16,-2-7 16-16,-4-18-3 0,-1-7-14 16,-9-8 7-16,-4-4-2 15,0-4-12-15,-14 1 9 16,-6 7-8-16,2 7-1 16,-2 13-2-16,5 12-5 15,2 8-32-15,4 8-108 16,9 25-44-16,0-3-116 15,8-3-449-15</inkml:trace>
  <inkml:trace contextRef="#ctx0" brushRef="#br0" timeOffset="54812.27">23917 10045 1222 0,'0'0'583'15,"0"0"-271"-15,0 0-175 16,0 0-34-16,0 0-103 15,0 0-6-15,0 0-33 16,112-39-288-16,-53 27-330 0</inkml:trace>
  <inkml:trace contextRef="#ctx0" brushRef="#br0" timeOffset="55277.06">24717 9573 1197 0,'0'0'251'16,"0"0"41"-16,-84 1-141 16,63 8 4-16,6-2-83 15,9 3-42-15,5-3-20 16,1 0 0-16,0-3-9 16,3-3 0-16,12-1 32 15,0 0 51-15,4-1 3 16,2-2-5-16,0 3 0 15,1 0-23-15,0 17 16 16,0 16 44-16,3 25-12 16,2 25-26-16,-1 30-11 15,1 11 1-15,-6-2-40 16,0-12 7-16,-5-28-16 0,-4-19-20 16,-2-19-2-1,0-13 0-15,-1-2-1 0,0-7 0 16,1-7 0-16,2-15-10 15,3-10 11-15,6-29 23 16,4-12-16-16,1-10-6 16,-3-4 0-16,-9 4 0 15,-13 9 0-15,-1 12-1 16,-25 14-6-16,-15 10-3 16,-9 13-12-16,-2 3-62 15,5 12-153-15,38 4-285 16,8 0-42-16,27-11-524 0</inkml:trace>
  <inkml:trace contextRef="#ctx0" brushRef="#br0" timeOffset="55600.96">26110 9822 735 0,'0'0'658'0,"0"0"-502"16,0 0 129-16,-27-93-17 15,21 71 0-15,0 8 17 16,1 6-45-16,1 5-153 16,-5 3-55-16,0 8-8 15,-6 16-24-15,-1 12 10 0,0 13 1 16,5 6 1-16,8 1-5 15,3-1-5-15,6-3 3 16,16-4-5-16,5-6-1 16,4-9-39-16,4-14-104 15,18-24-153-15,-8-17-49 16,-6-17-448-16</inkml:trace>
  <inkml:trace contextRef="#ctx0" brushRef="#br0" timeOffset="55790.06">26335 9221 902 0,'0'0'645'16,"0"0"-368"-16,0 0-14 0,0 0-111 16,0 0-60-16,0 0-2 15,-13 173 59-15,41-61-51 16,8-4-46-16,4-16-25 16,-7-26-20-16,-5-14-7 15,-5-15-14-15,2-8-168 16,15-8-197-16,-4-8-232 15,-3-10-301-15</inkml:trace>
  <inkml:trace contextRef="#ctx0" brushRef="#br0" timeOffset="56642.88">26726 9496 1211 0,'0'0'358'16,"0"0"-69"-16,0 0-37 15,0 0-99-15,0 0-105 16,0 0-8-16,-36 75 46 0,25-31-28 15,2 1-33-15,-1 1-10 16,6-3-8-16,1-3-6 16,3-8-1-16,0-9-9 15,0-11-2-15,0-12-17 16,7-2 28-16,6-24 15 16,3-9-6-16,4-8-3 15,1-1-5-15,-1 3 0 16,-1 8 5-16,-4 11-5 15,-3 10 0-15,-2 11-1 16,-1 1-4-16,5 13 4 16,1 8 19-16,5 4-6 15,6 1-12-15,2-1 4 0,6-6-5 16,5-5-1 0,6-11-8-16,0-3-17 0,-2-15-74 15,-6-14-2-15,-8-9 35 16,-13-4 41-16,-11-4 26 15,-5 1 7-15,-3 6 16 16,-11 11 50-16,-4 10 16 16,2 13-28-16,1 5-33 15,3 4-15-15,6 14-12 16,4 8 5-16,2 3-6 0,6 0-1 16,14 3-8-1,5-1 3-15,7-3 6 0,-2 0 0 16,-2-2-8-1,-6-4 1-15,-7-1-8 0,-8-4-4 16,-7-3 1-16,-1-1 16 16,-17-3 1-16,-3-3 0 15,2-3-7-15,1-4-25 16,10 0-26-16,8-14-41 16,0-12-160-16,24-8-9 15,12-12-19-15,16-16-44 16,-4 1 79-16,0-4-41 15,-8 1 155-15,-15 14 139 16,-4 5 169-16,-12 12 102 16,-9 17 92-16,0 14-3 0,-18 2-165 15,-3 20-100 1,-4 11 21-16,4 4 10 0,6 5-46 16,8-2-30-16,7-2-19 15,2-3 2-15,14-3-11 16,6-4-3-16,1-1 9 15,2-4-8-15,-1-1-6 16,-4-1 0-16,-4-1-13 16,-5 1 8-16,-6-2 6 15,-5 0 4-15,0-1 5 16,-15-1 3-16,-3-3-14 16,-1-2-7-16,0-5-6 15,6-7-49-15,4-13-141 16,6-5-522-16</inkml:trace>
  <inkml:trace contextRef="#ctx0" brushRef="#br0" timeOffset="57162.13">27740 9431 1005 0,'0'0'195'0,"0"0"-92"16,0 0-18-16,0 0 61 15,0 0-80-15,0 0-22 16,92 44-13-16,-75-44-11 16,-1-11 11-16,-4-9 32 15,0-6-14-15,-4-4 5 16,-4-2-11-16,-2 2 22 0,-2 4 25 16,0 9 12-1,-6 8 25-15,-5 8-26 0,-1 1-57 16,-1 17-26-16,-2 9-1 15,6 9-4-15,3 4 2 16,6 4-3-16,0-4-5 16,17-2-7-16,8-7 0 15,5-5 0-15,1-8-1 16,-1-8 1-16,-2-9 0 16,-4 0 12-16,0-16-6 15,-3-11 1-15,3-9-5 16,-1-6 7-16,1-7 3 0,0 2 12 15,-4 4 10-15,0 9 6 16,-1 11 2-16,-2 10-20 16,3 11-14-16,-1 2-1 15,2 15 9-15,-2 8 2 16,-4 10 6-16,-3 1-3 16,-8 2-10-16,-4 1-2 15,0-4-9-15,-11-3 0 16,-20-3-44-16,2-7-226 15,1-12-655-15</inkml:trace>
  <inkml:trace contextRef="#ctx0" brushRef="#br0" timeOffset="57297.25">28810 9378 2013 0,'0'0'377'0,"0"0"-60"16,0 0-204-16,0 0-113 15,-127 72-223-15,48-36-864 0</inkml:trace>
  <inkml:trace contextRef="#ctx0" brushRef="#br0" timeOffset="58792.01">21967 11635 1279 0,'0'0'259'0,"0"0"-47"0,0 0-40 15,0 0-43-15,-80 116 12 16,62-55-55-16,5 6-10 16,1-2-1-16,3-13-14 15,3-3-16-15,3-12-22 16,3-12-12-16,0-12-10 16,0-11 7-16,0-2 13 15,0-18 53-15,-6-18-46 16,1-22-11-16,2-29-10 15,3-17-7-15,0 10 1 16,9 23-1-16,2 32-13 16,2 29-20-16,7 9 14 0,8 1-4 15,12 24 5-15,8 15 18 16,6 10 10 0,2 3 7-16,2-3 20 0,-5-6 8 15,-4-9 3-15,-9-9-17 16,-10-11-15-16,-11-10 2 15,-8-4 5-15,-4-19 62 16,-4-19-48-16,-3-24-20 16,0-29-16-16,-24-27-1 15,-1 9-22-15,1 20-37 16,8 33-2-16,7 33-30 16,2 6 9-16,4 7 9 15,1 10 3-15,2 5-40 16,16 23 17-16,38 22 39 0,-2-5-199 15,3-7-875-15</inkml:trace>
  <inkml:trace contextRef="#ctx0" brushRef="#br0" timeOffset="58975.6">22943 11604 182 0,'0'0'1295'0,"0"0"-967"15,0 0-158-15,0 0-111 16,0 0-23-16,118-68-26 16,-81 51-10-16,-4 2 0 0,-2 4-156 15,-10 4-338-15,-10 4-737 16</inkml:trace>
  <inkml:trace contextRef="#ctx0" brushRef="#br0" timeOffset="59114.08">23031 11689 988 0,'0'0'384'0,"0"0"-127"16,0 0-143-16,0 0-35 15,109-37-9-15,-18 0-47 16,33-11-23-16,-17 4-54 16,-16 6-448-16</inkml:trace>
  <inkml:trace contextRef="#ctx0" brushRef="#br0" timeOffset="59468.11">23948 11289 1337 0,'0'0'180'16,"0"0"60"-16,-13 96-82 16,13-51 27-16,0-2-59 15,0 1-16-15,0-8-15 16,0-7-27-16,0-5-23 15,0-8-19-15,0-9-2 16,0-7 18-16,-1-1 64 16,-8-23-32-16,-3-15-36 15,1-12-7-15,7-8-16 16,4 0-15-16,0 5 9 0,15 12-8 16,4 14 5-1,5 18-5-15,1 10-1 0,4 1-1 16,0 21 1-16,1 7 10 15,0 8-2-15,-3 1-8 16,-2 1-1-16,-4 0 1 16,0-5-12-16,3 4-148 15,-8-13-175-15,-1-10-435 0</inkml:trace>
  <inkml:trace contextRef="#ctx0" brushRef="#br0" timeOffset="59780.93">24348 11156 1603 0,'0'0'272'0,"0"0"-61"0,0 0-74 15,-39 77 26-15,35-41-79 16,4 2-12-16,0-1-4 16,0-2-31-16,10-6-16 15,4-6-8-15,1-9-12 16,-2-9 0-16,4-5 0 15,-4-8 15-15,2-19-5 16,-6-7-11-16,-3-5 0 16,-6-3-1-16,0-3-16 15,-15 7-9-15,-7 6-12 16,-2 10 38-16,1 15-15 16,1 7-1-16,6 8 2 0,5 13-20 15,8 5-45-15,14 6-85 16,15-6-173-16,7-9-447 0</inkml:trace>
  <inkml:trace contextRef="#ctx0" brushRef="#br0" timeOffset="60285.68">25057 11059 1594 0,'0'0'221'0,"0"0"-1"15,0 0-150-15,0 0-17 16,0 0-30-16,0 0-7 0,0 0-7 16,-61 83-8-16,58-63 0 15,0-6 1-15,1-5-2 16,2-9 0-16,0 0 0 16,3-14 38-16,9-15-20 15,0-3-9-15,3-5 22 16,-2 6 47-16,-2 6 20 15,-1 7-3-15,-4 13-2 16,0 5-34-16,3 14-44 16,4 20 55-16,7 24 32 15,8 21-36-15,8 21-5 16,-2 9-13-16,-3-4-15 16,-5-6 3-16,-11-27-26 0,-4-17-10 15,-4-20 0 1,-3-15 0-16,-1-3-1 0,0-6-6 15,2-6-8-15,1-5 5 16,1-22 10-16,-1-9 1 16,-1-11 0-16,-5-1 0 15,0 4 1-15,-10 7-1 16,-12 12 6-16,-6 10-7 16,-7 10-1-16,1 0-35 15,7 10-76-15,17 2-274 16,59-12-216-16,20-1 89 15,19-17-640-15</inkml:trace>
  <inkml:trace contextRef="#ctx0" brushRef="#br0" timeOffset="60750.58">26452 11039 1667 0,'0'0'232'16,"0"0"-27"-16,0 0-113 16,0 0-2-16,46-95-35 15,-17 39-12-15,3-29 22 16,-4-22-16-16,-6 5-15 0,-11 23-1 16,-8 31-11-1,-3 28 18-15,0 5-1 0,0 3-39 16,-5 9 24-1,-5 3-16-15,-5 19-8 0,0 15 0 16,2 10 0-16,4 5 0 16,9 2-4-16,0-5 1 15,12-7 3-15,15-8-15 16,4-5-1-16,2-8-5 16,-5-4 3-16,-7-6 8 15,-8-1 10-15,-8 0 0 16,-5-1 0-16,0 7 1 15,0 8 17-15,-6 7 7 16,-2 8 7-16,2 5-6 16,3 1-3-16,3-3-10 0,2-4-5 15,14-8-8-15,10-8-2 16,7-14 1-16,22-22-128 16,-8-15-169-16,-8-6-526 0</inkml:trace>
  <inkml:trace contextRef="#ctx0" brushRef="#br0" timeOffset="61125.45">26985 10711 1211 0,'0'0'250'0,"0"0"1"15,0 0-140-15,0 0 16 16,88-19-36-16,-59 23-16 16,-4 14 0-16,-7 9-26 15,-3 6 14-15,-9 3 35 16,-5 4 10-16,-1-1-32 15,0-2-31-15,0-8-26 0,0-9-13 16,5-10-6-16,2-10-9 16,5-1 9-16,3-23-1 15,3-10 1-15,3-10-12 16,-5-5 5-16,0-5-11 16,-3 1 9-16,-4 1 9 15,-5 7 0-15,0 8 8 16,-4 10 9-16,0 13 30 15,0 14 6-15,0 0-21 16,0 22-25-16,3 11 4 16,9 6 2-16,8 6-7 15,6 0-6-15,9-5-1 0,8-8-11 16,9-9-44-16,30-23-200 16,-12-11-239-16,-11-15-414 0</inkml:trace>
  <inkml:trace contextRef="#ctx0" brushRef="#br0" timeOffset="62122.46">27751 10514 523 0,'0'0'1011'0,"0"0"-483"16,0 0-266-16,0 0 19 15,0 0-163-15,0 0-87 16,0 0 3-16,-44 56 16 16,44-14-16-16,0 3-12 15,0-1-10-15,8-2-11 16,-1-9-1-16,3-7 0 0,-4-14-16 15,1-12-53-15,-1-2 68 16,-3-27 0-16,-3-8-23 16,0-10 10-16,0-1 13 15,0-1 0-15,-2 6 1 16,-1 10 6-16,3 10 1 16,0 10 8-16,0 10-2 15,2 3-13-15,15 10 0 16,10 12 9-16,7 5-2 15,7 2-7-15,5-4 0 16,0-6-6-16,-1-9-24 16,-3-10-177-16,-6-3 61 15,-8-22-21-15,-7-11 27 0,-9-5 84 16,-8 0 56-16,-4 2 46 16,0 8 68-16,0 9 19 15,-3 8 23-15,0 9 18 16,2 5-96-16,1 9-57 15,0 16-11-15,0 9 4 16,1 9 2-16,8 3-4 16,5 1-5-16,-2-6-7 15,2-9-6-15,-3-12 5 16,-2-13-19-16,-2-7 1 16,-2-19 19-16,-2-19-15 15,0-8-20-15,0-5 2 16,1-2-19-16,1 9 19 15,0 8 22-15,-1 14 11 0,-1 12 6 16,0 10-3-16,-2 3 7 16,4 20-8-16,4 7 20 15,5 6-3-15,5 4-8 16,7-4-6-16,9-5-5 16,6-11-9-16,6-14-45 15,3-6-63-15,-2-17-113 16,-9-17-109-16,-14-5 12 15,-11-4 139-15,-11 0 188 16,-3 6 102-16,0 6 138 16,0 7-21-16,0 7-22 0,0 8-33 15,0 6-81 1,0 3-52-16,0 2-21 0,10 15-4 16,-1 5 18-16,0 7-7 15,1 5-10-15,-1 2-1 16,-1 0-5-16,-2 0-1 15,2-5 0-15,-3-10-7 16,-1-8-82-16,0-13-8 16,-3 0 50-16,1-20-9 15,-2-8-40-15,0-2 72 16,1 1 18-16,2 4 6 16,2 3 1-16,2 5 8 15,-1 4-2-15,0 4 5 16,1 4-2-16,0 1 2 15,-2 2 1-15,1 1 3 0,-1 1 2 16,-1 0-9-16,-1 0-3 16,0 0-5-16,-1 3 5 15,-2 4-6-15,0-2-49 16,0 3-35-16,0-2-80 16,-8 1-164-16,-1-4-427 0</inkml:trace>
  <inkml:trace contextRef="#ctx0" brushRef="#br0" timeOffset="63138.2">28708 10307 1194 0,'0'0'368'16,"0"0"37"-16,0 0-150 15,0 0-34-15,0 0-65 0,0 0-16 16,0 0-32-16,-10-5-59 15,10 25-12-15,0 11 31 16,0 9-18-16,4 9-11 16,3 7-7-16,3 4-13 15,0 0 1-15,3-2-8 16,-2-4-11-16,-1-4 1 16,-2-4-1-16,-5-8-1 15,-3-8 0-15,0-10 0 16,0-12-9-16,-6-8 8 15,-6-14-8-15,-2-22-15 16,0-23-3-16,0-31 9 0,3-26 3 16,6 11 1-16,5 20 13 15,0 35 2-15,0 31 0 16,1 6 0-16,8 3 0 16,2 4-1-16,3 6 0 15,3 9-5-15,4 15 5 16,-2 7 6-16,1 4-1 15,-1 4-4-15,-3-3 4 16,2 0-4-16,-1-9 0 16,1-8-1-16,1-12-8 15,-3-7 7-15,2-17 0 16,-3-16 1-16,-5-13-12 16,-7-22-1-16,-3-24 1 15,-3-32 3-15,-8-9 9 16,0 24 8-16,7 30-8 0,-1 42 0 15,1 20-1-15,1 5 0 16,0 8-10-16,1 4-4 16,2 11-15-16,0 25-6 15,3 21 36-15,14 6 0 16,4 6 24-16,11-1-4 16,4-9-1-16,11 2 0 15,5-11-19-15,6-14-9 16,-3-17-3-16,-4-17-69 15,-10-6-83-15,-11-24-89 16,-13-12 57-16,-9-3 92 16,-8 1 98-16,0 6 6 15,-5 7 77-15,-6 10 40 16,1 11 27-16,-2 8-49 16,1 0-57-16,1 16-22 15,0 7 0-15,4 9-1 0,6 2 2 16,0 0-16-16,12-1-1 15,13-7-5-15,11-6 5 16,7-9 0-16,5-9 0 16,2-2-48-16,-2-19-20 15,-8-8-10-15,-8-5 35 16,-8-8 38-16,-9 0 5 0,-5 1 11 16,-3 4 47-1,-1 8 47-15,1 7-14 0,1 8-21 16,3 7-22-1,2 5-28-15,8 3-9 0,3 11 0 16,-2 8 4-16,-2 1 1 16,-4 2-8-16,-7 3-2 15,-6-3 4-15,-3 0-2 16,-6-3-8-16,-13-4 1 16,-2-2-1-16,-14-14-122 15,7-2-239-15,1-3-1052 0</inkml:trace>
  <inkml:trace contextRef="#ctx0" brushRef="#br0" timeOffset="63273.25">30374 10125 2241 0,'0'0'546'0,"0"0"-365"0,0 0-73 15,0 0-108-15,0 0-269 16,-125 68-1091-16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17:54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11700 14427 707 0,'0'0'251'0,"0"0"-60"0,0 0 18 16,0 0 36-1,0 0-39-15,0 0-74 0,-17-19-9 16,17 19-11-16,5 0-21 16,14 0 29-16,11 0 38 15,9 3-27-15,11 3-23 16,20-1-19-16,18 1-9 15,15 0-3-15,6-3-13 16,-18-1-37-16,-22 0 3 16,-20-2-2-16,-4 0-1 15,7 0-6-15,3-4-1 16,3-5-4-16,-5-3-1 16,-4-4-1-16,-4-2 2 15,1-5-7-15,-1-3 13 16,-1-2-20-16,-2 0 4 0,0-3 3 15,-3 1-2-15,-4-2 7 16,-2 2-2-16,-1-2 1 16,-4 0-1-16,-3-1-1 15,-3-1 1-15,0-2-6 16,-3-3 1-16,-1-3 5 16,-3-3 0-16,-2-1-1 15,-6 0-5-15,-5 3 6 16,-2 1 6-16,0 1-5 15,-16 1 2-15,-5 1-7 16,-6 0 2-16,-5-2-2 16,0 4-2-16,-5 3 0 0,2 2 0 15,-1 6 2-15,1 0-7 16,-4 6 0-16,-4 2 0 16,-1 4 6-16,-3 3-6 15,-1 0 6-15,-1 3-5 16,-2 0 5-16,0 1 2 15,-1 0-7-15,1 4 5 16,0 0-5-16,-1 3 4 16,0 0-6-16,3 0 8 15,-5 3-8-15,-1 4 0 16,-2 1 6-16,-1 2-5 16,2 1-1-16,-1 2 0 15,1-1 0-15,4 2-6 0,0-2 6 16,6 4-1-1,1 0 0-15,6 1-4 0,2 4 5 16,6 2 0-16,-2 5-6 16,-1 1 5-16,7 6-1 15,0 2 1-15,3 0-5 16,3 0 6-16,3 4 5 16,2 0 4-16,5 2 2 15,1 3-1-15,6 0-2 16,2 3-1-16,2-3 1 15,0 2-2-15,9-1 4 16,6 3-2-16,7-2 5 16,1 5-4-16,4-1 2 0,1 1-4 15,3-3 4 1,4-4-10-16,-1-2 6 0,0-5-1 16,0-7-5-16,-1-4 0 15,-4-6 0-15,-4-5 0 16,-5-4 0-16,-4-4 0 15,-6-5-1-15,-4-1 1 16,0-3-1-16,-3 0-5 16,-3 0-25-16,3 0-32 15,0 0-46-15,2 0-55 16,1-7-90-16,1 0-309 16,-1-1-310-16</inkml:trace>
  <inkml:trace contextRef="#ctx0" brushRef="#br0" timeOffset="143.34">12035 14520 1846 0,'0'0'318'0,"0"0"-181"16,0 0-42-16,0 0-68 16,0 0-27-16,0 0-97 15,103-8-449-15</inkml:trace>
  <inkml:trace contextRef="#ctx0" brushRef="#br0" timeOffset="1757.6">11953 11605 1111 0,'0'0'347'16,"0"0"-19"-16,-52-96 16 16,37 70-89-16,2 10-6 15,7 14-31-15,4 4-94 16,2 37-77-16,0 31 20 15,2 6 21-15,7-2-13 16,2-6-39-16,0-19-21 16,3 6-4-16,5 2-7 15,0-7-4-15,2-10-72 16,3-7-121-16,6-15-278 16,-6-9-249-16,-8-9-667 0</inkml:trace>
  <inkml:trace contextRef="#ctx0" brushRef="#br0" timeOffset="2056.34">12162 11702 1285 0,'0'0'385'0,"0"0"-34"16,0 0-133-16,0 0-20 16,-43 99-14-16,35-56-28 15,8 2-40-15,0-4-52 16,6-2-29-16,12-10-20 15,2-8-6-15,2-9-2 16,0-12-1-16,2 0 2 16,-4-20-2-16,0-10-5 15,-2-7-1-15,-6-4-1 16,-6-2-8-16,-6-3-16 16,0 5-26-16,-7 5-46 0,-11 13 17 15,3 13-5-15,0 10-34 16,5 8-56-16,10 31-88 15,0-5-64-15,9-5-258 0</inkml:trace>
  <inkml:trace contextRef="#ctx0" brushRef="#br0" timeOffset="2650.7">12569 11639 1084 0,'0'0'274'0,"0"0"47"0,0 0-99 16,-101 23-24-16,77 3-45 16,5 4-50-16,6-1-34 15,7-2-29-15,6-4-22 16,0-2-10-16,11-8-2 16,7-6-5-16,1-7 11 15,2 0-5-15,0-15 1 16,-4-6-2-16,-3-7-5 15,-3-2 5-15,-4 1 1 16,-2 3 11-16,-1 8 56 16,-1 9 28-16,-1 9-11 0,1 7-48 15,3 22-10 1,4 12 30-16,2 10-3 0,2 8-11 16,0 5 0-16,-2-1-13 15,-3 2-7-15,-3-6-13 16,-6-5-10-16,0-11 0 15,0-10-4-15,-9-12 8 16,-3-14-8-16,-1-7 7 16,1-14 0-16,4-19-4 15,4-8-5-15,4-9 0 16,0-2-12-16,15 1 10 16,6 7 1-16,4 7 1 15,-1 10-1-15,3 11 1 16,-2 6-1-16,2 8-5 15,-3 2 6-15,0 8 0 0,-3 8 6 16,-2 9-4-16,-1 0 4 16,-6 1-5-16,-3 3 0 15,-4-4-1-15,-5-2-2 16,0-3-47-16,0-8-62 16,-11-8-104-16,-8-8-84 15,2-13-372-15,1-8-861 0</inkml:trace>
  <inkml:trace contextRef="#ctx0" brushRef="#br0" timeOffset="2781.25">12750 11565 1239 0,'0'0'358'16,"0"0"-127"-16,0 0-151 0,0 0-49 16,0 0-21-16,0 0-10 15,0 0-98-15,97 82-436 0</inkml:trace>
  <inkml:trace contextRef="#ctx0" brushRef="#br0" timeOffset="3056.63">13106 11480 1472 0,'0'0'403'16,"0"0"-13"-16,0 0-169 0,0 0 50 15,40 75-46 1,-25-24-53-16,-4 8-26 0,-2 6-31 16,-2 2-30-16,2-4-25 15,3-4-10-15,1-6-31 16,1-8-11-16,1-11 1 16,-2-9-9-16,-1-11-1 15,1-8-35-15,-3-6-60 16,0-6-40-16,2-30-93 15,-3 1-338-15,-6-3-408 0</inkml:trace>
  <inkml:trace contextRef="#ctx0" brushRef="#br0" timeOffset="3238.17">12996 11802 1612 0,'0'0'370'0,"0"0"-2"0,0 0-212 16,0 0-39-16,0 0-69 16,113-28-23-16,-55 17-25 15,23-1-78-15,-14 0-380 16,-15 2-344-16</inkml:trace>
  <inkml:trace contextRef="#ctx0" brushRef="#br0" timeOffset="3381.55">13767 11655 1614 0,'0'0'246'0,"0"0"42"0,0 0-200 16,0 0-88-16,0 0-292 16,0 0-332-16</inkml:trace>
  <inkml:trace contextRef="#ctx0" brushRef="#br0" timeOffset="6600.86">18179 11478 757 0,'0'0'351'16,"0"0"-146"-16,0 0 33 16,0 0-3-16,-80-65-65 15,42 65-37-15,-4 22-6 0,-2 14-12 16,5 7-5-16,7 3-10 15,12 0-27-15,14-4-9 16,6-5-20-16,19-6-12 16,17-4-4-16,9-5-13 15,7-2-3-15,-3-3-2 16,-9-2-9-16,-10-2 1 16,-15 0-2-16,-13-1 1 15,-2 0 6-15,-23 1 2 16,-15 3-1-16,-9-4-8 15,-3 1-1-15,3-4-5 16,6-2-52-16,9-2-58 16,17-5-55-16,15-3-158 0,12-11-325 15,14-5-582-15</inkml:trace>
  <inkml:trace contextRef="#ctx0" brushRef="#br0" timeOffset="6908.27">18239 11615 643 0,'0'0'715'16,"0"0"-342"-16,0 0-77 16,0 0-114-16,0 0-14 15,0 0-9-15,-2 90-10 16,2-51-39-16,0 0-48 16,8-5-27-16,8-8-20 0,4-5-9 15,2-8-4 1,2-9 7-16,-5-4 0 0,2-4-8 15,-3-15 12-15,-5-9-5 16,-4-5-7-16,-2-4-1 16,-7-7 0-16,0-3 0 15,-14 4-16-15,-7 6-28 16,0 8-11-16,2 12-30 16,3 10-49-16,8 7-82 15,8 0-151-15,3 11-161 16,12-1-165-16</inkml:trace>
  <inkml:trace contextRef="#ctx0" brushRef="#br0" timeOffset="7329.41">18585 11375 54 0,'0'0'1286'0,"0"0"-794"0,0 0-148 15,0 0-115-15,0 0-78 16,0 0-18-16,0 0 49 15,-12 154-40-15,12-44-33 16,10 6-17-16,13-2-28 16,8-13 0-16,3-16-10 15,1-14-30-15,-4-21-9 16,-6-17-7-16,-4-12-8 16,-1-4 1-16,-1-6-1 15,-3-7-17-15,-5-4-5 16,-7-18-8-16,-4-15-12 15,0-8-7-15,-21-11-8 16,-10-2-9-16,-9-5-17 0,-8 1 16 16,-4 7-9-16,0 10 6 15,4 9 37-15,9 14 23 16,9 7 10-16,14 8 0 16,7 3-1-16,9 0-11 15,6 0-35-15,19 0 15 16,17 0 19-16,10 0-18 15,14-3-72-15,1 0-52 16,15-7-169-16,-18 3-248 16,-13-1-631-16</inkml:trace>
  <inkml:trace contextRef="#ctx0" brushRef="#br0" timeOffset="7764.46">18938 11501 38 0,'0'0'1152'16,"0"0"-753"-16,0 0-19 16,0 0-71-16,0 0-69 15,0 0-83-15,0 0-69 16,-13-4-29-16,13 58 86 15,0 4-39-15,0 5-52 16,7 2-7-16,4-12-23 16,1 0-9-16,1-5-9 15,-4-6-6-15,-1-11-19 16,-1-8-74-16,-7-9-118 16,0-12-120-16,-7-2-198 15,-5-5-353-15</inkml:trace>
  <inkml:trace contextRef="#ctx0" brushRef="#br0" timeOffset="7924.69">18787 11747 1167 0,'0'0'284'0,"0"0"-79"16,0 0-145-16,96-8-38 15,-8 3-13-15,1-2-9 16,18-1-130-16,-32 3-131 15,-30-1-398-15</inkml:trace>
  <inkml:trace contextRef="#ctx0" brushRef="#br0" timeOffset="8438.08">19343 11640 933 0,'0'0'408'0,"0"0"-25"16,0 0-127-16,0 0 14 16,-87 24-64-16,78 1-69 15,6 8-16-15,3 2-8 16,0 0-35-16,4 2-33 15,7-5-17-15,2-2-8 16,-1-5-11-16,0-6-8 16,-3-7 4-16,-4-7-5 15,-4-5-16-15,-1-5 8 16,0-17-17-16,0-10-38 16,0-12 9-16,0-8 24 15,0-5 15-15,3 1 8 16,7 7 7-16,2 12-1 0,6 15 1 15,-1 18-7-15,5 4 7 16,2 18 6-16,-1 13 12 16,2 5 15-16,-1 3-2 15,-2 1 9-15,-5-5 5 16,-3-2-7-16,-8-8-16 16,-3-5-7-16,-3-8-7 15,0-4-7-15,-4-8 18 16,-5 0 11-16,-3-14 1 15,6-10-4-15,3-10-12 16,3-6-6-16,3-3-3 0,15 0-5 16,4 7-1-1,5 13 0-15,3 15-1 0,0 8-7 16,3 14 2-16,0 16 5 16,-1 8 0-16,1 6 1 15,-6 0 2-15,0-1-2 16,0-5-40-16,-1-6-113 15,13-5-201-15,-7-8-298 16,-4-15-565-16</inkml:trace>
  <inkml:trace contextRef="#ctx0" brushRef="#br0" timeOffset="8800.96">20108 11458 1311 0,'0'0'351'16,"0"0"32"-16,0 0-181 0,0 0-63 15,0 0-13-15,-83 52 11 16,64-11-12-16,4 6-47 16,0 2-26-16,9-3-18 15,3-4-14-15,3-9-11 16,0-7-8-16,9-8 5 16,2-11-6-16,2-7-16 15,-2-1-6-15,2-20-29 16,-2-5 14-16,-1-10 22 15,2-6 14-15,-3-1-1 16,-2 3 1-16,2 10 1 16,-4 12 2-16,-2 14 8 15,-2 4-10-15,4 10 0 0,1 14 0 16,4 6 9-16,0 3-8 16,1 2 1-16,1-3-2 15,-5-3-34-15,-1-5-154 16,-4-2-117-16,-2-7-295 15,0-8-194-15</inkml:trace>
  <inkml:trace contextRef="#ctx0" brushRef="#br0" timeOffset="9174.75">20216 11604 431 0,'0'0'657'0,"0"0"-324"16,0 0-57-16,0 0-74 15,0 0-21-15,88-65-66 16,-71 66-13-16,1 17-17 15,-5 2-4-15,1 6 4 0,-8 2-3 16,-6 1-22-16,0 0-17 16,-2-3-18-16,-7-3-10 15,0-7-8-15,3-3-6 16,3-8 0-16,3-5-1 16,0 0 0-16,5-13 0 15,10-12-33-15,3-9 8 16,1-8 7-16,0-8 12 15,-4 1 0-15,-3 3 6 16,-4 7 6-16,-4 11 15 16,-1 12 44-16,-3 10 55 15,0 6-27-15,0 3-50 16,0 22-21-16,0 8 25 16,0 10-4-16,0 6-17 15,9 1-20-15,3-2-5 0,0-6-1 16,9 4-43-16,-5-13-200 15,4-11-507-15</inkml:trace>
  <inkml:trace contextRef="#ctx0" brushRef="#br0" timeOffset="9334.34">20965 11582 2094 0,'0'0'386'15,"0"0"138"-15,0 0-424 16,0 0-28-16,0 0-51 15,0 0-18-15,0 0-3 0,70-29-113 16,-2 23-353-16,-9-1-349 16,10 1-713-16</inkml:trace>
  <inkml:trace contextRef="#ctx0" brushRef="#br0" timeOffset="10695.84">23835 12356 162 0,'0'0'171'16,"0"0"-171"-16,0 0 100 16,0 0-23-16,0 0 52 0,0 0-44 15,0 0 6-15,0 2-7 16,2-2 2-16,-2 0-12 16,0 0-16-16,0 0-12 15,0 0-7-15,0 0-2 16,0 0-1-16,0 0-4 15,0 0-3-15,0 0-3 16,0 0-3-16,0 0 0 16,0 0 0-16,0 0-1 15,0 0 0-15,0 0-2 16,0 0 6-16,0 0-4 16,0 0-4-16,0 0-4 15,0 0 1-15,0 0-1 16,0 0 1-16,0 0-3 15,0 0-4-15,0 0-8 0,0 0-58 16,0 0-236-16</inkml:trace>
  <inkml:trace contextRef="#ctx0" brushRef="#br0" timeOffset="13394.21">18555 14398 978 0,'0'0'256'0,"0"0"-50"0,0 0-11 16,0 0-45-16,0 0 43 16,0 0-40-16,0 0-14 15,143-15-10-15,-40 12-21 16,12 3-14-16,0 0-17 15,-11 0-14-15,-13 4-14 16,0 3-9-16,-15-2-5 16,-16-3 3-16,-15 1-5 15,-4-3-6-15,6 2-4 16,5-2-1-16,7 0 7 16,3 0 6-16,-1 0-5 15,0-2-9-15,-2-3 0 16,1 0-1-16,0-3-7 15,-1 0 4-15,0-3-1 16,-3 2 10-16,-3-4-14 0,-1 1 6 16,-3 0-5-16,-6-2-1 15,-1 1 9-15,-2-3-9 16,-4 1 3-16,-5-2-3 16,-1-1 1-16,-1-2 4 15,-4 0-8-15,-2 0 0 16,-3 1-8-16,-1 0 1 15,-2 2-1-15,-1 0 1 16,-2 0 5-16,-1 3-5 0,-1-2-1 16,1 0 0-1,-2 2 1-15,0 2-1 0,-1 0 5 16,-1 1-5-16,-2-2 0 16,1 0 5-16,-1-1-5 15,-2-3 5-15,-2-7 0 16,-3-2 6-16,0-6-11 15,0-2 1-15,-2-2 10 16,-11-1-3-16,-5 1 0 16,-3 0-9-16,-6 4 8 15,-3 1-1-15,-2 2 4 16,-7 0-1-16,-7 2-2 16,-5 2-7-16,-7 2-1 15,-5 3 1-15,-3 3-1 16,-4 5-5-16,-1 0 5 0,-5 5 0 15,-1-1 1-15,2 3 0 16,3 0 0-16,5 3 1 16,4-2-1-16,8 1 11 15,3 3-10-15,4 0 8 16,2 0-8-16,1 0 4 16,-3 0-6-16,-1 0 2 15,-2 0-2-15,-4 0 5 16,-2 5-5-16,-1 4 0 15,-1 1-6-15,1-1 5 16,2 2 1-16,2 1-5 16,2-1 5-16,2 2 1 0,3-3-1 15,3 4 0 1,3-1 1-16,4-1 0 0,1 2 0 16,1 0-1-16,0 1 1 15,1-1 0-15,0-1 4 16,-1 3-4-16,4 0-1 15,1-1 0-15,0 2 0 16,3 2 1-16,2 0-1 16,0 7 1-16,2 2 1 15,-1 4 4-15,2 5 0 16,1 0 3-16,5 2 0 16,0 1 4-16,3-2-2 15,3-1-10-15,1 1 14 16,6-1 7-16,2 4 5 15,1-2-1-15,0 2-8 0,9-3-8 16,7 1 2-16,5-2 3 16,1-4-7-16,5-1 10 15,3-6-3-15,1-4 1 16,2-4-2-16,6 0-1 16,-2-5-1-16,2 0 0 15,1-2-11-15,2-5 7 16,-3-2-7-16,-2-2-1 15,2-2 2-15,-7 0-1 16,-3 0 1-16,-10-3-1 16,-4 0-1-16,-6 0-5 0,-6 2-27 15,-1-1-29 1,-2-1-32-16,0-1-44 0,0-4-74 16,0-6-166-16,-5 1-334 15,-4 0-538-15</inkml:trace>
  <inkml:trace contextRef="#ctx0" brushRef="#br0" timeOffset="13563.86">18892 14480 1896 0,'0'0'596'16,"0"0"-398"-16,0 0 43 15,0 0-114-15,0 0 26 16,0 0-105-16,0 0-48 0,-18-21-52 15,19 19-277-15,1-4-744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5:03:28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8918 13847 183 0,'0'0'804'0,"0"0"-677"15,0 0-95-15,0 0-31 16,0 0-2-16,0 0-3 15,0 59-212-15</inkml:trace>
  <inkml:trace contextRef="#ctx0" brushRef="#br0" timeOffset="191.28">8795 14696 1303 0,'0'0'132'0,"0"0"-132"15,0 0-13-15,-1 91-22 16,1-46-227-16,0 2-535 0</inkml:trace>
  <inkml:trace contextRef="#ctx0" brushRef="#br0" timeOffset="510.02">8837 17231 1443 0,'0'0'154'0,"0"0"-154"15,0 0-160-15,0 0-157 16</inkml:trace>
  <inkml:trace contextRef="#ctx0" brushRef="#br0" timeOffset="2172.34">7816 13946 788 0,'0'0'337'0,"0"0"-87"15,0 0-4-15,0 0-21 16,0 0-38-16,-87-41-10 16,54 41-13-16,-7 0-54 15,-2 7 19-15,-7 12-13 0,1 8-16 16,-1 4-13 0,0 8-15-16,7 3-10 0,6 3-5 15,8 3-4-15,10 1-17 16,9 2-5-16,9 2 5 15,0-2-4-15,11 2-4 16,12-4 0-16,4-4 5 16,6-2 3-16,4-5-3 15,6-4-4-15,5-5-7 16,6-5-1-16,6-5 6 16,1-7-1-16,3-6-7 15,-3-6-4-15,-1 0 11 16,-5-12-5-16,-5-7 10 15,-5-5 4-15,-6-4-1 0,-7-4-4 16,-9-5-10-16,-6-5-10 16,-10-7-2-1,-7-7-7-15,0 0-1 0,-9-8-13 16,-15 0-2-16,-7-1-9 16,-5 2-6-16,-7 2 6 15,-2 5 12-15,-4 3-15 16,-2 3-1-16,-7 9 8 15,-3 10-13-15,-18 14-24 16,6 17-19-16,-14 20 13 16,1 39-18-16,31 27-15 0,8-7-284 15,31-12-454-15</inkml:trace>
  <inkml:trace contextRef="#ctx0" brushRef="#br0" timeOffset="2901.15">8054 15065 137 0,'0'0'825'0,"0"0"-527"16,0 0 44-16,0 0-35 15,0 0-71-15,0 0-69 16,0 0-7-16,-70-45-1 16,46 45-23-16,-1 0-24 15,-5 8-9-15,-3 11-18 16,-1 4-1-16,-2 10-6 16,3 7 2-16,2 4 0 15,6 5-12-15,8 3-10 0,7 1-7 16,10 1-6-16,0 1-6 15,11-3-6-15,9 0-16 16,7-5 2-16,4-2 22 16,2-7-7-16,0-3-16 15,4-5 9-15,-1-6-7 16,-2-6-2-16,-1-4 3 16,1-6-8-16,-1-5-5 15,-3-3-1-15,-2-3 5 16,1-16 6-16,-4-10 14 15,-1-11-4-15,-6-11-10 16,-2-7-6-16,-4-18-3 16,-7 6-9-16,-5-2 0 0,0 1 0 15,-9 13 0 1,-14-2-6-16,-6 6-15 0,-7 5-26 16,-6 5 20-16,-6 7 2 15,0 5-23-15,-2 11-11 16,1 11 5-16,1 10-13 15,3 11-10-15,9 20-106 16,8 36-113-16,14-5-419 16,7 1-464-16</inkml:trace>
  <inkml:trace contextRef="#ctx0" brushRef="#br0" timeOffset="3615.65">8139 16291 633 0,'0'0'597'0,"0"0"-276"16,0 0 32-16,0 0-67 15,0 0-65-15,-100-3-26 16,73 30-24-16,-1 10-20 16,1 10-18-16,5 9-4 15,5 6-29-15,6 2 6 0,8 0-20 16,3-3-17-16,3-5-14 15,14-7-16-15,7-6-18 16,6-6 5-16,4-8-4 16,4-3-5-16,1-9-7 15,2-3-2-15,0-10 1 16,0-2 1-16,-2-2-2 16,-2-3 4-16,-2-14 0 15,-7-7-5-15,-4-7 2 16,-9-11 2-16,-8-5-10 15,-7-9 8-15,-3-1-3 0,-24-8-5 16,-13 0 5 0,-9 1-6-16,-8 5 0 15,-1 8-1-15,9 10 1 0,10 12-2 16,11 12-5 0,7 10-4-16,9 7-5 0,1 0-8 15,-2 7-77-15,-12 11-133 16,1-2-265-16,-5-9-974 0</inkml:trace>
  <inkml:trace contextRef="#ctx0" brushRef="#br0" timeOffset="4350.32">6737 12402 751 0,'0'0'697'16,"0"0"-381"-16,0 0-1 15,0 0-69-15,-94-30-21 16,70 30-38-16,-1 16-52 15,5 12-41-15,1 14-18 0,7 6-6 16,5 10-5-16,7-1-17 16,0 1-14-16,16-8-14 15,9-7-13-15,2-8-6 16,0-12 0-16,0-6-1 16,-3-10 1-16,-5-7-1 15,-5 0 1-15,-4-12 6 16,-7-12-1-16,-3-14-5 15,-3-20 0-15,-19 0-1 16,-13-6-11-16,-14 0-34 16,-4 15-9-16,-10 3 8 15,5 17-28-15,11 17 50 0,16 12 5 16,16 2-53 0,14 15-56-16,1 5-20 0,44-2-35 15,0-4-128-15,2-9-348 0</inkml:trace>
  <inkml:trace contextRef="#ctx0" brushRef="#br0" timeOffset="4549.66">6682 12168 1450 0,'0'0'352'0,"0"0"151"15,0 0-343-15,0 0-87 16,0 0 73-16,0 0-15 0,64 101-27 15,-31-53-56 1,-3 1-31-16,0-1-17 0,-2-4-7 16,15-1-66-1,-9-12-231-15,-2-15-490 0</inkml:trace>
  <inkml:trace contextRef="#ctx0" brushRef="#br0" timeOffset="4750.32">6995 12197 1162 0,'0'0'709'16,"0"0"-209"-16,0 0-296 16,0 0-107-16,0 0 82 15,24 76-27-15,3-30-34 16,3 4-34-16,-2 3-33 16,-3 0-33-16,-4-7-12 0,-1-3-6 15,-6-7-1-15,-3-10-35 16,-8-12-128-16,-3-7-290 15,0-7-232-15</inkml:trace>
  <inkml:trace contextRef="#ctx0" brushRef="#br0" timeOffset="4971.51">6952 11942 1403 0,'0'0'373'0,"0"0"14"0,0 0-193 16,0 0-6-1,0 0-36-15,119-70-33 16,-74 78 5-16,3 17-29 0,-6 9 5 16,-7 8-24-16,-14 8-19 15,-12 4-12-15,-9 16-15 16,-19-4-17-16,-13 2-13 16,-12 12-13-16,-1 9-150 15,4-11-393-15,6-10-676 0</inkml:trace>
  <inkml:trace contextRef="#ctx0" brushRef="#br0" timeOffset="6204.06">6849 13559 1167 0,'0'0'294'16,"0"0"24"-16,0 0-31 0,0 0-84 15,0 0-53-15,0 0-48 16,0 0-15-16,-61 84-13 16,77-59-13-16,8-3-24 15,9-3-22-15,0-10 0 16,3-6-9-16,-2-3-4 16,-6-5-1-16,-7-12 7 15,-6-5-7-15,-11-2 5 16,-4-5-4-16,0-2 5 15,-14-1 1-15,-3 2-7 16,2 4 8-16,5 7 54 16,2 8 12-16,8 6-1 15,0 5-47-15,5 3-26 0,14 15 5 16,8 9 15 0,3 6 6-16,3 3 6 0,-2 3-2 15,-6-2-4-15,-4 4-15 16,-9-5 2-16,-6 0-2 15,-6 0 0-15,0-2-5 16,-13-2-1-16,-11-4-6 16,-4-4 0-16,-4-7 0 15,-1-6-17-15,2-8-77 16,4-3-78-16,11-10-153 16,7-10-319-16,9-3-768 0</inkml:trace>
  <inkml:trace contextRef="#ctx0" brushRef="#br0" timeOffset="6415.27">7222 13493 1530 0,'0'0'525'16,"0"0"-242"-16,0 0-100 16,0 0 51-16,0 0-61 15,0 0-52-15,0 0-51 16,75 90-37-16,-65-68-22 15,-3-1-5-15,-2-4-6 16,-4-2-21-16,-1-3-99 16,-9-12-201-16,-13 0-271 0,-2-10-919 15</inkml:trace>
  <inkml:trace contextRef="#ctx0" brushRef="#br0" timeOffset="6732.44">6773 13054 1294 0,'0'0'347'16,"0"0"-27"-16,0 0-106 15,0 0-11-15,0 0-38 16,-8 94-9-16,8-63-64 16,0-3-32-16,2-8-12 15,1-6-21-15,-2-4-9 16,-1-10 0-16,0 0 16 15,0-12 8-15,0-14-23 0,-1-8-19 16,-5-5 0 0,3 0 0-16,3 3-13 0,0 10-7 15,0 9 7-15,12 11-1 16,15 6 13-16,4 10 0 16,5 18-6-16,7 14 6 15,11 41-69-15,-11-8-473 16,-4-4-1123-16</inkml:trace>
  <inkml:trace contextRef="#ctx0" brushRef="#br0" timeOffset="7472.11">6761 15104 1332 0,'0'0'344'0,"0"0"-1"15,0 0-139-15,0 0-95 16,0 0 38-16,0 0-19 16,36 75-6-16,-8-50-43 0,6-3-40 15,-2-4-19-15,-4-7-13 16,-1-3-6-16,-9-5 0 15,-5-3-1-15,-7 0 0 16,-6-4 6-16,0-15 0 16,0-4-6-16,-9-4 2 15,-4 2 4-15,5 5-5 16,4 9-1-16,4 7 5 16,0 4-5-16,6 8 0 15,15 14 41-15,4 9 22 16,2 8 5-16,-3 7-12 15,1 0-17-15,-7 3-11 16,-9-3 1-16,-4-1-10 0,-5-6-2 16,0-3-16-16,-16-5 5 15,-4-6-6-15,-7-6 0 16,-3-8-10-16,-1-11-65 16,-1 0-96-16,1-36-190 15,7-2-350-15,11-2-905 0</inkml:trace>
  <inkml:trace contextRef="#ctx0" brushRef="#br0" timeOffset="7768.73">7073 15196 1104 0,'0'0'390'16,"0"0"-8"-16,0 0-123 15,0 0-58-15,0 0-64 16,92-43-29-16,-80 43-14 0,0 0-24 15,-6 6-1-15,-3 14 17 16,-3 5 7-16,0 9-24 16,-3 3-24-16,-6 3-17 15,-1-4-13-15,5-4-7 16,4-4-8-16,1-9 0 16,0-4 0-16,0-6 0 15,6-8-1-15,7-1 0 16,2-5 1-16,4-18-18 15,-1-9-71-15,-4-29-157 0,-5 7-303 16,-9 3-818-16</inkml:trace>
  <inkml:trace contextRef="#ctx0" brushRef="#br0" timeOffset="8113.25">6768 14687 1220 0,'0'0'489'0,"0"0"-242"15,0 0 19-15,0 93-109 16,0-65-48-16,0-3-28 16,2-4-45-16,1-6-21 15,-3-7-8-15,0-6-1 0,0-2 2 16,0-15 8-16,0-12-15 15,0-8 5-15,-5-7-4 16,4 0-1-16,1 3 9 16,0 10 17-16,6 11 10 15,13 11-22-15,8 7-3 16,9 8 0-16,6 21 27 16,5 10 7-16,1 10-13 15,6 18-8-15,4 24-25 16,-16-13-142-16,-5-7-558 0</inkml:trace>
  <inkml:trace contextRef="#ctx0" brushRef="#br0" timeOffset="8810.31">6995 16696 1117 0,'0'0'331'0,"0"0"-1"16,0 0-113-16,0 0-39 16,0 0-54-16,-10 72-13 15,32-46-22-15,9 2-24 0,4-6-32 16,-1-4-19 0,0-3-8-16,-2-6 1 0,-7-6-7 15,-6-3-1-15,-10 0 1 16,-6-6 1-16,-3-11 1 15,0-7-1-15,-13-2 7 16,-5 1-7-16,4 0 1 16,1 10 7-16,7 7-3 15,6 8 7-15,0 1-12 16,15 21 20-16,12 13 68 16,7 9-2-16,8 9-13 15,0 10-20-15,-2 4-27 16,-4-1-9-16,-8 0-2 0,-8-4 5 15,-9-6-13-15,-8-4-7 16,-3-12-1-16,-10-7 0 16,-14-11-8-16,-6-10-56 15,-23-16-135-15,5-16-179 16,5-13-537-16</inkml:trace>
  <inkml:trace contextRef="#ctx0" brushRef="#br0" timeOffset="9171.04">7356 16794 971 0,'0'0'287'0,"0"0"35"16,0 0-89-16,81-13-73 16,-59 14-38-16,-7 15-1 0,0 5-28 15,-8 5-16-15,-5 4-18 16,-2 2-22-16,0-5-12 15,0 0-11-15,-6-8-5 16,1-2-8-16,0-10 7 16,3-2 2-16,2-2 20 15,0-1-5-15,0-1-11 16,2 2-12-16,12-1-2 16,4 4 1-16,6 1 8 15,0 0-9-15,3 5 0 16,-5 1-1-16,-7 1 1 15,-6 6 0-15,-9 4-1 0,0 2-5 16,-24 1-1-16,-4-2-55 16,-27-9-105-16,7-9-177 15,2-7-418-15</inkml:trace>
  <inkml:trace contextRef="#ctx0" brushRef="#br0" timeOffset="9500.49">6919 16240 411 0,'0'0'919'16,"0"0"-571"-16,0 0-59 16,49 80-20-16,-32-42-91 15,0-1-74-15,-6 1-34 0,1-6-29 16,-3-2-21-16,-6-5-8 15,-3-8-6-15,0-7-5 16,-2-10 5-16,-9 0 3 16,-6-23-9-16,-2-10-1 15,-1-10 1-15,4-3-1 16,4 2 1-16,10 10 0 16,2 12 0-16,12 14-1 15,15 8-1-15,9 6 1 16,3 14-8-16,19 18-51 15,-10-4-130-15,-11-5-411 0</inkml:trace>
  <inkml:trace contextRef="#ctx0" brushRef="#br0" timeOffset="9662.22">7577 16295 1825 0,'0'0'517'16,"0"0"-177"-16,0 0-191 15,0 0-80-15,0 0-48 16,0 0-21-16,0 0-27 16,15-16-204-16,4 3-592 0</inkml:trace>
  <inkml:trace contextRef="#ctx0" brushRef="#br0" timeOffset="13601.35">11586 14433 339 0,'0'0'291'0,"0"0"17"15,0 0-94-15,0 0-13 16,0 0-11-16,58 81-9 15,-35-62-31-15,8-1-10 16,8-4 21-16,6-3-53 16,5-4-21-16,4-3-11 15,3-4-6-15,4 0-9 16,3-8 3-16,-3-3-16 16,2-2-10-16,-2-2 1 15,1-2-3-15,1-3-9 16,0-3-2-16,1 0-4 15,-3-3-3-15,-3 0 4 16,-3 0-2-16,-7 1-1 0,-2-1-1 16,-5 2-1-16,-4 0-4 15,-1-1 7-15,-5 2-2 16,0-2 4-16,1-2-7 16,-3 1 6-16,0-3-5 15,-2 0 2-15,0 0-3 16,-2-1 0-16,-1-1-3 15,-2 0-3-15,-2-1 6 16,-4-2 2-16,-1-4 1 16,0 0-3-16,-5-2 0 0,1 1-2 15,-4 1 1-15,-2 2-2 16,-4 2 3-16,-1 2 1 16,0 1-4-16,-6 2 0 15,-10 0 0-15,-4-2-2 16,-7-1 1-16,-4 3-1 15,-7-5 2-15,-6-1-3 16,-3 1-8-16,-4 1 5 16,-1 4-5-16,-2 0-1 15,3 3 0-15,-1 4-2 16,1 2-8-16,3 4 2 16,-2 6 7-16,1 2-7 15,-1 5 7-15,-2 3-5 16,0 0-3-16,1 0 3 15,-1 9 4-15,1 3-10 0,2 1 12 16,-3 1-1 0,1 2-5-16,-1-1 5 0,1 2-5 15,-2 0-4-15,-4 2 1 16,2 0 2-16,2 0 1 16,1 1-5-16,8-1 1 15,5-4 1-15,6 4 1 16,8-2-2-16,1 2 9 15,9 1-6-15,3-3 6 16,2 2-6-16,2-2 5 16,6-3-4-16,2-2 5 15,0-2-5-15,0-1-3 16,0-3-3-16,5 1-7 16,3-3-10-16,3-1-14 15,0 0-159-15,-4-1-392 0,-7 0-952 16</inkml:trace>
  <inkml:trace contextRef="#ctx0" brushRef="#br0" timeOffset="15725.35">3375 14576 388 0,'0'0'345'0,"0"0"-88"15,0 0-89-15,0 0 26 16,0 0-4-16,0 0 43 15,-34 3-39-15,34-3-92 16,0 0-56-16,0-1-23 0,0 1-8 16,16-2 4-16,4 1 0 15,8-1 30-15,8-1 10 16,7 1-8-16,6-3-2 16,21 0 2-16,18-2 3 15,21-1 7-15,3 1-13 16,-21 0-11-16,-24 4-21 15,-25-1-1-15,-8 1 10 16,2-2 16-16,1 0-16 16,-1-1-13-16,-9 0-11 15,-6 2 0-15,-9 1 0 16,-6 0-1-16,-3 3-1 16,-3 0-6-16,0 0-57 0,-17 0-156 15,-5 0-446-15,-2 0-505 16</inkml:trace>
  <inkml:trace contextRef="#ctx0" brushRef="#br0" timeOffset="16101.02">4094 14325 1187 0,'0'0'300'15,"0"0"25"-15,0 0-63 0,0 0-61 16,0 0-135-16,0 0-44 16,0 0-8-16,55 49 8 15,-19-25 18-15,4 5 9 16,2-1 28-16,-2 0-11 16,-2-4-20-16,-7-2-1 15,-1-5-17-15,-11 0-8 16,-7 1-4-16,-9-1 2 15,-3 3 1-15,-3 2 7 16,-15 3-11-16,-6 1-3 16,-6 2-5-16,-1-1 2 15,-2 0-2-15,0-5-7 16,5-1-1-16,4-3-6 16,5-2-11-16,7-5-98 15,10-6-106-15,2-4-253 0,0-1-426 0</inkml:trace>
  <inkml:trace contextRef="#ctx0" brushRef="#br0" timeOffset="16300.41">4589 14670 2015 0,'0'0'302'0,"0"0"-26"15,0 0-120-15,0 0-8 0,0 0-79 16,0 0-42 0,0 0-27-16,0 0-20 0,0-5-298 15,2-5-744-15</inkml:trace>
  <inkml:trace contextRef="#ctx0" brushRef="#br0" timeOffset="21493.13">7668 14006 576 0,'0'0'205'0,"0"0"-66"0,0 0 18 16,0 0-26-16,0 0 2 15,0 0 24-15,-12-14 13 16,12 13-47-16,0-1 8 16,0 2-31-16,0 0-28 15,0 0-9-15,0 0-16 16,0 0-14-16,6 15-2 15,7 6 68-15,5 7 14 16,5 8-6-16,0 4-21 16,3 6 2-16,-3 3-13 0,0 2-17 15,-1-1-3 1,1 1-17-16,-5-5-4 0,1 0 11 16,-1-5-9-16,-5-5-15 15,-2-3-3-15,2-3-2 16,-5-5-1-16,-4-6-4 15,1 0-4-15,-1-6-6 16,-3-2 7-16,1-1-8 16,-1-3 0-16,1-1 1 15,-2-2-1-15,0 0 1 16,0-3-1-16,0 1 0 16,0-1 0-16,0-1-21 15,0 0-51-15,0 2-70 0,-10 3-169 16,-8-2-376-16,-5 0-964 15</inkml:trace>
  <inkml:trace contextRef="#ctx0" brushRef="#br0" timeOffset="23744.9">29255 3930 1378 0,'0'0'247'0,"-94"-24"10"16,2 20-49-16,-35 5-51 15,-10 30 5-15,2 22-9 16,9 15-17-16,19 11-12 15,9 13-8-15,15 15-21 16,20 13-43-16,17 11-10 0,17 7 9 16,19 10 3-16,10-1-3 15,32 2 7-15,27-5-6 16,28-9 5-16,21-9 9 16,18-14 2-16,10-13 11 15,4-20-8-15,-3-18-13 16,-3-19-4-16,-11-22-21 15,-10-20 0-15,-7-16-7 16,-3-30-8-16,-2-20-6 16,-2-23-5-16,-4-18 4 15,-5-18 1-15,-12-11-5 16,-9-16-7-16,-12-8-1 16,-18-5-1-16,-18-5-5 15,-21 4-25-15,-18 2 5 16,-36 8-4-16,-26 2-35 0,-29 13-12 15,-24 20-11-15,-16 26-7 16,-5 32 30-16,13 31-24 16,14 22 21-16,20 10 23 15,26 17 9-15,21 7-2 16,20 2 3-16,13 4 19 16,3 11-22-16,2 9 18 15,4 4 9-15,12-1 11 16,6-7-10-16,15-17-365 15,0-17-556-15</inkml:trace>
  <inkml:trace contextRef="#ctx0" brushRef="#br0" timeOffset="24367.6">28520 2256 922 0,'0'0'293'0,"0"0"12"0,0 0 30 15,0 0-69-15,-83-19-39 16,75 19-35-16,2 0-61 16,5 9-82-16,1 14-28 15,1 6-6-15,22 7 4 16,8 3-1-16,12-3 4 16,3-3 4-16,3-8-14 15,-2-11-5-15,-4-5-7 16,-9-9 6-16,-7 0-6 15,-10-9 12-15,-8-14 0 16,-7-5 6-16,-2-5 18 16,0 0 4-16,-8 3-13 0,0 9-19 15,4 6-7 1,2 13 0-16,2 2-1 0,0 14-5 16,6 19 5-16,10 10 7 15,4 9 5-15,4 8 9 16,1 1 12-16,-1 1-8 15,-1 1 8-15,-4-5-9 16,-3-4-3-16,-8-8 3 16,-7-4 0-16,-1-9-3 15,-12-6-3-15,-12-7 0 16,-6-3-4-16,-6-6-13 16,-2-5 0-16,1-4-1 15,4-2-23-15,9-3-73 16,18-21-96-16,6 2-335 15,0-1-588-15</inkml:trace>
  <inkml:trace contextRef="#ctx0" brushRef="#br0" timeOffset="24584.83">29178 2484 1802 0,'0'0'357'15,"0"0"-142"-15,0 0-13 16,0 0 30-16,15 101-99 16,-3-60-61-16,1 1-27 15,-2 2-12-15,-4-4-17 16,1-7-16-16,0-9-6 16,3-23-123-16,-3-1-376 15,-2-14-555-15</inkml:trace>
  <inkml:trace contextRef="#ctx0" brushRef="#br0" timeOffset="24945.61">28987 1356 1305 0,'0'0'317'0,"0"0"-171"16,0 0-62-16,-39 78-6 15,27-36-12-15,2 3 3 16,2-2-9-16,0-6-11 0,2-8-8 16,3-8-4-16,0-9-12 15,3-7-6-15,-2-5 8 16,0-8 6-16,1-18-10 16,1-12-23-16,0-8-7 15,0-6-24-15,0 7-12 16,5 11 10-16,4 15 16 15,5 13 8-15,6 6 7 16,10 20 2-16,10 17 0 16,9 23 10-16,11 22 46 15,8 18 6-15,-4 4-16 16,-6-6-19-16,-19-29-27 16,-13-23-555-16</inkml:trace>
  <inkml:trace contextRef="#ctx0" brushRef="#br0" timeOffset="25861.42">29059 3763 584 0,'0'0'341'16,"0"0"-24"-16,0 0 12 15,0 0-98-15,0 0-76 0,0 0-42 16,-5 83 61-16,5-30-29 16,8 9-9-16,6 15-6 15,3 19-11-15,2 23-5 16,2 12-40-16,-4-3 4 15,-1-8-8-15,-2-15 7 16,2-4-28-16,-1 0 5 16,0-6-5-16,0-1-16 15,1-6 3-15,-1-8-4 16,1-1-4-16,-5-13-7 16,-4-12 6-16,1-12-6 15,-5-3-6-15,1 6 2 0,-1 7-4 16,-1 2 11-1,-1-2-6-15,-1-8-6 0,2-3-10 16,-1-8 11-16,1-8-12 16,1-6 0-16,-2-10-1 15,-1-1 1-15,2-7 1 16,-2 1-1-16,0-2 0 16,0 0-1-16,0-5-4 15,-2-7-64-15,-22-15-100 16,-1 2-154-16,-7 0-987 0</inkml:trace>
  <inkml:trace contextRef="#ctx0" brushRef="#br0" timeOffset="28853.44">28397 4916 584 0,'0'0'533'0,"0"0"-343"15,0 0 96 1,0 0 25-16,0 0-84 0,0 0-51 16,0 0-29-16,-30 6-31 15,30-6-49-15,11-3-24 16,6-3 0-16,10-5 14 15,3 0-12-15,4-2-14 16,0 2-10-16,-5-1-10 16,-4 4-1-16,-6-1-3 15,-8 5-6-15,-4 1 1 16,-4 3-1-16,-3 0 0 16,0 0 11-16,0 0-5 15,0 0-1-15,0 7-6 16,0 5 0-16,-9 13 10 15,-3 6 5-15,-2 5 0 16,-2 6-1-16,0-1 5 16,3-2 2-16,0-4 0 0,5-5 3 15,2-5 3-15,4-5-5 16,2-4 7-16,0-2-10 16,0-2 7-16,0-3-13 15,6-2-2-15,0-1-10 16,4-3 12-16,0-2-2 15,2-1 8-15,4 0 7 16,2 0 2-16,1-9-4 16,2-1-14-16,0-2-8 15,-6 0-1-15,0 4-1 0,-6 2 0 16,-3 3 0 0,-5 0-46-16,-1 3-72 0,0 0-96 15,-3 0-339-15,-7 0-550 16</inkml:trace>
  <inkml:trace contextRef="#ctx0" brushRef="#br0" timeOffset="29252.65">28772 4936 1335 0,'0'0'507'0,"0"0"-189"16,0 0-81-16,0 0-11 16,0 0-86-16,0 0-68 15,0 0 65-15,6 79-32 16,3-41-24-16,3-1-26 16,-3-1-19-16,0-2-16 0,0-3-14 15,-2 1-6 1,-1-5-7-16,7-3-101 0,-2-7-403 15,-2-12-944-15</inkml:trace>
  <inkml:trace contextRef="#ctx0" brushRef="#br0" timeOffset="30456.82">28784 4341 1234 0,'0'0'357'0,"0"0"5"0,0 0-99 16,0 0-39-16,0 0 2 15,0 0-53-15,0 0-75 16,-21-25-56-16,6 32-6 16,-8 12-21-16,-9 7-4 15,-4 6 0-15,1 2 6 16,2-4-2-16,3-2 4 15,6-5-7-15,9-5 2 16,5-8-8-16,7-3-5 16,3-4 0-16,0 0-1 15,7 1 0-15,11-1 0 0,1 1 0 16,1-4 2-16,2 0-1 16,-3 0 5-16,-2 0-5 15,-1 0-1-15,-5 0 0 16,-4 0 0-16,-3 0 0 15,-4 0 5-15,0 0-5 16,0 0 0-16,0 0 5 16,0 0-5-16,0 5-1 15,-7 7 1-15,-5 8 7 16,-4 6-1-16,1 1 2 16,-1 2-1-16,5-3 10 15,5-4-7-15,3-4-8 16,3-4 4-16,0-5-5 0,0-4 5 15,8 0-4 1,7-3 11-16,4-2 2 0,5 0 6 16,4 0-10-16,3-7 1 15,-1-2-11-15,0-1-1 16,0 0-2-16,3-11-73 16,-6 3-399-16,-8-3-1017 0</inkml:trace>
  <inkml:trace contextRef="#ctx0" brushRef="#br0" timeOffset="32033.09">29443 4357 643 0,'0'0'258'15,"0"0"-41"-15,0 0-32 16,0 0-12-16,0 0-20 16,0 0 11-16,0 0-92 15,-71 10 4-15,54 11 2 16,4 5 3-16,3 1-24 15,5 0-17-15,5 2-11 16,0-2-9-16,3-1-6 0,12-3-3 16,3-3-4-1,0-2-5-15,0-1 5 0,-2-3-7 16,-5-2 1-16,-3-1 0 16,-5 0 0-16,-3 1 5 15,0 3-5-15,-14-1 0 16,-8 1 5-16,-3-1-6 15,-5-1 0-15,1-3 0 16,2-4-49-16,8-6-99 16,6-14-169-16,12-6-525 0</inkml:trace>
  <inkml:trace contextRef="#ctx0" brushRef="#br0" timeOffset="32380.15">29530 4451 1213 0,'0'0'227'0,"0"0"26"15,0 0-79-15,0 0-19 16,0 0-44-16,0 0-52 16,-24 90-25-16,24-71-10 15,6 0-8-15,4-5-4 16,-2-4 1-16,-2-4-11 15,0-4 7-15,0-2 3 0,4 0 19 16,1-15 15 0,1-7-27-16,1-6-9 0,-4-4-10 15,-3-4 0 1,-4 4-1-16,-2 3-11 0,0 4-7 16,-11 7-7-16,0 8-24 15,-2 6-18-15,3 4-79 16,2 0-41-16,8 8-85 15,0 2-21-15,2-2-192 0</inkml:trace>
  <inkml:trace contextRef="#ctx0" brushRef="#br0" timeOffset="32672.64">29676 4202 1204 0,'0'0'239'0,"0"0"84"16,0 0-33-16,0 0-79 16,0 0-76-16,0 0-75 15,0 0-36-15,3 5-3 16,12 21 31-16,6 9 21 16,0 6-2-16,-2 6-17 15,1 0-9-15,-4-4-26 16,0-3-8-16,-4-8-11 15,0-5 1-15,-4-7-1 16,-2-8-33-16,-3-5-79 16,-2-7-49-16,-1-12-57 0,0-10-402 15,-9-7-886-15</inkml:trace>
  <inkml:trace contextRef="#ctx0" brushRef="#br0" timeOffset="32847.03">29603 4432 1315 0,'0'0'180'15,"0"0"-3"-15,104-49-35 16,-56 23-59-16,-3 5-53 16,-8 6-30-16,-5 7-43 15,-12 6-259-15,-11 2-453 0</inkml:trace>
  <inkml:trace contextRef="#ctx0" brushRef="#br0" timeOffset="33437.65">29467 4889 707 0,'0'0'777'0,"0"0"-630"16,0 0 22-16,0 0-18 16,0 0-11-16,-4 80-57 15,8-61-21-15,2 1-15 16,0-3-16-16,0-5-16 16,-3-1-14-16,1-6 1 0,-1-5-1 15,-1 0-1-15,0-4-5 16,-2-16-35-16,0-6-51 15,0-8-17-15,0-5 44 16,1 3-15-16,2 2 29 16,3 8 35-16,0 8 14 15,4 7 1-15,-1 8 1 16,2 3 0-16,4 0 17 16,0 12 8-16,3 5 15 15,-2 7 9-15,0-2-3 16,-3 1-8-16,-2-1 6 0,-5-4-11 15,-1-4 0 1,-4-4-8-16,-1-4 5 0,0-5 27 16,0-1 28-16,0 0 33 15,-1-12-42-15,-4-8-46 16,4-6-20-16,1-3-5 16,0 3-5-16,3 6 0 15,9 6 5-15,1 6 1 16,1 6-7-16,2 2 1 15,1 0 1-15,0 13 8 16,0 1-3-16,-1 3-7 16,-4 0 0-16,-3-3-1 0,-2-3-78 15,1-8-135 1,-2-3-312-16,0 0-379 0</inkml:trace>
  <inkml:trace contextRef="#ctx0" brushRef="#br0" timeOffset="33791.65">29823 4665 1064 0,'0'0'297'0,"0"0"-54"16,0 0-64-16,0 0-2 16,0 0-29-16,0 0-58 15,-23 84-7-15,23-61-19 16,0 0-27-16,0-4-18 15,0-2-6-15,0-5-5 0,0-5-2 16,0-7-5-16,1 0 8 16,1 0 4-16,1-7 8 15,0-8-14-15,1-2-6 16,1 3 1-16,0 4 4 16,-1 3-6-16,-1 7 0 15,1 0 0-15,2 0-1 16,2 2-1-16,3 8 1 15,-1 3 0-15,-3-2-7 16,1-2 2-16,-1 0-74 16,-6-5-137-16,1-4-334 15,-2 0-259-15</inkml:trace>
  <inkml:trace contextRef="#ctx0" brushRef="#br0" timeOffset="34198.32">29870 4676 1071 0,'0'0'264'16,"0"0"22"-16,0 0-92 16,0 0-29-16,0 0-58 15,0 0-15-15,0 0-16 16,45 39-12-16,-36-22-5 16,-6 3-7-16,-2-1-15 15,-1-1-1-15,0-5-18 16,0-2-11-16,0-5-5 15,0-4 5-15,-1-2-7 16,-1-2-8-16,-1-15-72 16,2-5-21-16,1-9-4 15,0-1-3-15,0-2 33 0,0 2 52 16,0 2 14-16,0 5 9 16,1 6 7-16,-1 7 27 15,0 4 37-15,0 7 13 16,0 1-22-16,2 4-34 15,1 16 11-15,3 6 44 16,0 3-15-16,4 4 0 16,2-1 2-16,4-3-29 15,7-9-24-15,10-6-17 16,47-16-21-16,-8-17-180 16,5-7-890-16</inkml:trace>
  <inkml:trace contextRef="#ctx0" brushRef="#br0" timeOffset="34721.89">30141 4332 1247 0,'0'0'363'16,"0"0"130"-16,0 0-181 15,0 0-19-15,0 0-69 16,0 0-64-16,0 0-73 16,27-19-36-16,9 2-21 15,12-4-1-15,11-2-2 16,10-5-11-16,4 3 6 0,2 0-20 15,-5 4-1 1,-9 2 6-16,-9 5-7 0,-13 3 0 16,-12 4 0-16,-12 1-1 15,-5 5 1-15,-7-1-2 16,-1 1-11-16,-1 0-8 16,1-2-18-16,2-6-48 15,-1 1-254-15,-1-1-404 0</inkml:trace>
  <inkml:trace contextRef="#ctx0" brushRef="#br0" timeOffset="35113.28">30722 3896 1837 0,'0'0'474'15,"0"0"-5"-15,0 0-250 16,0 0-131-16,0 0-54 15,0 0-20-15,0 0-8 16,14-4-5-16,11 12 5 16,9 4 3-16,11-1 4 15,4 1-1-15,-1 1-1 16,-2 0-2-16,-9 1-8 16,-9-1 0-16,-8-1 0 15,-7 1 7-15,-5 2-2 0,-5 2 4 16,-3 2 10-16,0 4 5 15,0 2-2-15,-5 0-2 16,-2-2-1-16,-1 0-2 16,1-2-3-16,1-7-7 15,1 0-8-15,1-5 1 16,2-3 0-16,1-1-1 16,-1-2-6-16,1 2-11 15,-2-2 1-15,3-3-44 16,0 0-178-16,0-1-453 0</inkml:trace>
  <inkml:trace contextRef="#ctx0" brushRef="#br0" timeOffset="37604.72">32002 3727 1029 0,'0'0'311'0,"0"0"30"16,0 0-46-16,0 0-72 15,-97 12-41-15,65 5-4 16,1 10-27-16,1 10-42 15,5 9-9-15,7 4-39 16,6 4-16-16,7-3-2 16,5-2-10-16,0-7 6 15,6-5-16-15,11-9-8 16,1-6-5-16,3-6-2 16,2-7-1-16,4-9-1 15,0 0 2-15,-1-15 4 0,0-11-3 16,-3-6-8-1,-6-7 1-15,-6-6-1 16,-8-5 1-16,-3-5-2 16,0 2-8-16,-12 4-27 0,-3 11-5 15,0 14 2-15,-1 14 7 16,1 10-4-16,-1 0-11 16,2 17-47-16,5 3-148 15,9 10-100-15,14-5-358 16,5-9-729-16</inkml:trace>
  <inkml:trace contextRef="#ctx0" brushRef="#br0" timeOffset="37755.78">32154 3810 1582 0,'0'0'339'16,"0"0"30"-16,0 0-182 15,0 0-71-15,0 0-104 16,0 0-12-16,0 0-174 15,10 7-370-15,8 1-964 0</inkml:trace>
  <inkml:trace contextRef="#ctx0" brushRef="#br0" timeOffset="37995.73">32372 3534 1213 0,'0'0'939'0,"0"0"-574"16,0 0-95-16,0 0-142 16,0 0-72-16,0 0-8 15,0 0 14-15,14 94-6 16,0-51-16-16,1 3-10 16,-3-1-15-16,-1-2-14 15,-2-2-1-15,-2-2-20 16,-1 1-133-16,-3-9-380 15,-3-11-568-15</inkml:trace>
  <inkml:trace contextRef="#ctx0" brushRef="#br0" timeOffset="38453.67">32555 3442 1748 0,'0'0'329'0,"0"0"-124"0,0 0-78 16,0 0-18-16,98-50-11 16,-74 50-1-16,2 0-29 15,-6 8-24-15,-6 9-19 16,-4 8-7-16,-8 1 2 16,-2 4-10-16,-2-1 5 15,-11-1-15-15,-1-3 0 16,4-6 0-16,-2-4 1 0,6-5 0 15,3-6 5 1,2-3 1-16,1-1 8 0,0 0 30 16,0 0 0-16,0 0-12 15,1 5-14-15,10-1-4 16,5 7 15-16,2 2-9 16,4 4 2-16,2 3 2 15,-2 2 1-15,-4 0 7 16,-3 1-3-16,-7-1-6 15,-8 0 5-15,0 0 6 16,-12 1 4-16,-12 2-3 16,-6-3-8-16,-4-3-11 15,-3-1-5-15,-2-4-11 16,-3-3-1-16,-21 0-18 16,10-5-97-16,-2-3-590 0</inkml:trace>
  <inkml:trace contextRef="#ctx0" brushRef="#br0" timeOffset="40238.46">29803 7265 856 0,'0'0'296'0,"0"0"-41"15,0 0-5-15,0 0-19 16,-93-78-7-16,53 64-36 16,-8 2-7-16,-20 10-12 15,-25 3-20-15,-26 34-19 16,-14 20-23-16,3 19-10 0,13 13 3 16,20 9-13-16,18 11-9 15,19 8 0-15,24 9-6 16,23 6-8-16,13 9 8 15,13 2 9-15,26-2-13 16,15-10-14-16,11-8-2 16,14-10-20-16,9-8-4 15,11-15-2-15,11-14-7 16,14-20 10-16,9-22-6 16,10-22-23-16,6-15 0 15,5-32 0-15,-2-19 0 0,-5-13 0 16,-8-13 0-1,-11-8 0-15,-15-10 0 0,-18-8 0 16,-19-7 0-16,-20-3 0 16,-18-5 0-16,-16 3 0 15,-19 1 0-15,-4 2 0 16,-32-3 0-16,-22 0 0 16,-21-2 0-16,-20 2 0 15,-17 4 0-15,-14 10 0 16,-6 19 0-16,-2 22 0 15,8 23 0-15,13 23 0 16,15 13 0-16,24 6 0 0,18 0 0 16,18 11 0-1,11 6 0-15,-2 7 0 0,0 10 0 16,1 8-15-16,5 8-18 16,6 0 10-16,3 0-70 15,2-2-67-15,-5 8-71 16,3-14-87-16,0-11-419 0</inkml:trace>
  <inkml:trace contextRef="#ctx0" brushRef="#br0" timeOffset="40406.56">29641 7140 785 0,'0'0'1705'0,"0"0"-1415"0,0 0-61 15,0 0-153 1,0 0-76-16,0 0-142 0,0 0-349 16,33 25-712-16</inkml:trace>
  <inkml:trace contextRef="#ctx0" brushRef="#br0" timeOffset="41082.11">29634 7093 912 0,'0'0'378'0,"0"0"8"0,0 0-73 15,0 0-69-15,0 0-38 16,0 0 1-16,-34 72-16 16,31-24-13-16,3 18-38 15,0 19-14-15,14 26 0 16,11 13-14-16,5 6-4 15,4 8-16-15,3-9-11 16,1 10-15-16,0-4 12 16,-3-2-21-16,-4-8-21 0,-4-13-8 15,-5-8-8 1,-8-20-9-16,-4-21-11 0,-6-18 0 16,0-5 0-1,-4 1 0-15,0 2 0 0,0-1 0 16,0-12 0-16,-2-8 0 15,-1-11 0-15,1-5 0 16,1-5 0-16,-1-1 0 16,1 0 0-16,-3 0 0 15,-2-1 0-15,0-13-9 16,0-3-78-16,-12-31-95 16,4 5-146-16,-6-3-548 0</inkml:trace>
  <inkml:trace contextRef="#ctx0" brushRef="#br0" timeOffset="41809.03">28947 8160 1013 0,'0'0'637'0,"0"0"-305"15,0 0 17-15,0 0-84 16,0 0-61-16,0 0-97 0,0 0-45 16,24-9-25-16,13 1 12 15,6-3 2-15,6-1-21 16,-4-1-13-16,-6 3-8 16,-9 3-8-16,-9 1 0 15,-9 3 0-15,-7 3 0 16,-5 0 0-16,0 6 1 15,-14 14 4-15,-10 6 9 16,-6 9 10-16,-3 5 2 16,2 4 9-16,1 0-10 15,7-2 8-15,4 1-3 16,4-7-5-16,9-4-1 16,5-4 2-16,1-6-9 15,1-5-4-15,16-5-8 0,2-3 7 16,8-6-1-16,3-3-4 15,0 0 2-15,1-4-4 16,-3-8-5-16,-1-1-1 16,-5-4-38-16,-5 0-71 15,-2-13-93-15,-8 5-348 16,-2 1-495-16</inkml:trace>
  <inkml:trace contextRef="#ctx0" brushRef="#br0" timeOffset="42247.2">29303 8226 1868 0,'0'0'367'0,"0"0"-66"16,0 0-103-16,0 0-25 15,0 0-89-15,0 0-20 16,90-3-9-16,-74 13-22 15,-5 9-6-15,-5 3-4 16,-3 3 5-16,-3 3-1 16,0 0-12-16,-9-2 2 15,-3-4-17-15,-3-5 9 16,1-5-8-16,1-5 0 16,1-7 1-16,1 0-2 15,4 0 0-15,3-9-1 0,4-2-8 16,0-1 3-16,0 2 6 15,8 5 0-15,3 3 0 16,3 2 1-16,3 0 6 16,2 8 3-16,1 5 10 15,4 0 3-15,1-4 1 16,2 0-4-16,-2-3-7 16,0-6-7-16,0 0-5 15,-3-7-1-15,0-12-60 16,3-25-86-16,-6 7-234 15,-5-4-396-15</inkml:trace>
  <inkml:trace contextRef="#ctx0" brushRef="#br0" timeOffset="42956.7">29196 7411 1267 0,'0'0'479'0,"0"0"-139"0,0 0-42 16,0 0-3-16,0 0-63 16,0 0-61-16,0 0-48 15,-32-14-66-15,3 27-8 16,-4 6 9-16,-4 6 8 15,4 4-7-15,3 2-4 16,9-2-8-16,5-2-13 16,7-2-16-16,7-7-10 15,2-2-7-15,5-5 0 16,15-2-1-16,9-4 1 0,4-5 5 16,2 0 3-1,-2 0-1-15,-1 0-8 0,-9-3 0 16,-4 0 1-16,-6 1-1 15,-7 1 0-15,-3 1 0 16,-3 0-1-16,0 0 1 16,-2 1 1-16,-11 14 0 15,-7 5-1-15,-2 5 1 16,-3 4 8-16,4 4 11 16,0-2 5-16,5-3 4 15,5-5-8-15,5-3 0 16,5-7 1-16,1-2-10 0,0-5-11 15,3-1 7 1,10-5 4-16,10 0 0 0,5-2 4 16,6-14 4-16,2-1-14 15,3-3-6-15,-5 0-26 16,-1 1-86-16,1 1-131 16,-9 6-253-16,-6 3-844 0</inkml:trace>
  <inkml:trace contextRef="#ctx0" brushRef="#br0" timeOffset="45783.73">29953 7599 1152 0,'0'0'370'0,"0"0"-92"16,0 0-17-16,0 0-43 16,0 0-45-16,0 0-60 15,0 0-28-15,-92-3 11 16,79 38 2-16,5 2-22 15,7-1-22-15,1-5-18 0,4-5-21 16,12-2-6 0,4-6-7-16,2-2 4 0,-1-2-5 15,-1-1 0-15,-4 1 0 16,-5 0 0-16,-5 1 1 16,-6 2 0-16,0 2-2 15,-2 3 1-15,-13 1 5 16,-3-4-5-16,0-2-1 15,0-5 0-15,3-8-15 16,2-4-61-16,9-22-142 16,4-4-120-16,0-3-459 0</inkml:trace>
  <inkml:trace contextRef="#ctx0" brushRef="#br0" timeOffset="46090.74">30082 7666 735 0,'0'0'1030'0,"0"0"-796"16,0 0 38-16,0 0-18 15,-24 80-44-15,20-48-86 16,4-3-47-16,0-3-33 16,0-6-25-16,6-5-10 15,4-6-7-15,0-7 5 16,1-2 1-16,1-7-7 15,-3-12 5-15,-3-7-4 16,-3-5-2-16,-3-4 0 16,0-1-18-16,-8 1-9 0,-8 2-14 15,-2 7-10-15,-6 9-20 16,0 9-29-16,3 8-58 16,8 0-51-16,5 10-68 15,8 2-295-15</inkml:trace>
  <inkml:trace contextRef="#ctx0" brushRef="#br0" timeOffset="46716.34">30201 7398 1415 0,'0'0'571'15,"0"0"-304"-15,0 0 39 16,0 0-115-16,0 0-44 15,0 0-33-15,48 89-14 16,-24-40-22-16,-3 7-21 16,-2 3-18-16,-2 0-3 15,0-3-11-15,-2-6-14 16,0-8-1-16,-1-11-10 16,-3-12 0-16,-2-7-1 15,-3-10-11-15,2-2-13 16,-2-16-1-16,0-12-19 15,-5-6-15-15,-1-3 20 16,0-1 13-16,-10 6 13 0,-8 6 7 16,-9 11 5-16,-3 7-5 15,0 8 5-15,4 0 2 16,6 0-1-16,10 5 0 16,8 1 0-16,2-3-7 15,5-3-31-15,16 0-25 16,5-3-24-16,4-13-94 15,-1-2-6-15,-3-7-15 16,-3-1-1-16,-4-3 18 16,-5-3 117-16,-2 0 46 15,-5 1 23-15,-4 5 75 16,0 3 68-16,-1 4 33 16,-2 7 13-16,1 2 16 15,1 8-6-15,1 2-57 16,4 8-60-16,2 15 9 0,5 9-1 15,2 10-24-15,1 1-21 16,0 3-17-16,1-3-10 16,-5-4-9-16,1-3-3 15,-5-8-6-15,-2-5-7 16,-2-9-50-16,-4-7-64 16,-1-7-90-16,0-8-150 15,-4-9-451-15</inkml:trace>
  <inkml:trace contextRef="#ctx0" brushRef="#br0" timeOffset="46882.2">30483 7679 2013 0,'0'0'287'0,"0"0"-2"15,0 0-53-15,0 0-94 16,121-76-92-16,-33 29-46 15,-11 5-79-15,0 6-515 0</inkml:trace>
  <inkml:trace contextRef="#ctx0" brushRef="#br0" timeOffset="47714.6">30176 8397 679 0,'0'0'766'0,"0"0"-472"15,0 0 13-15,0 0-71 16,0 0-92-16,0 0-58 16,0 0-22-16,-3 60 33 15,3-32-21-15,0 1-30 16,0 2-19-16,0-6-12 15,0-3-6-15,0-7-8 0,0-4 0 16,0-6-1-16,-3-5-8 16,-3 0-15-16,-4-14-20 15,-3-9 9-15,-1-6 19 16,2-5 9-16,3-2 6 16,6 6 0-16,3 3 0 15,0 8 0-15,9 10 0 16,10 7 0-16,1 2 0 15,3 8 1-15,3 9 6 16,-1 2 1-16,-5-1-7 16,-3 1 8-16,-5-3-7 15,-1-6 4-15,-7 0-5 0,-2-6 7 16,-2-4 1 0,0 0 29-16,-3-5 3 0,-6-14-16 15,3-8-4-15,4-2-6 16,2-1-3-16,0 4 3 15,6 6 6-15,9 7-2 16,0 8 1-16,3 5-2 16,1 5 4-16,1 15-4 15,-2 3-6-15,-2 4-11 16,-3-1-1-16,-3-4-41 16,-1-5-139-16,-2-5-154 15,-3-11-487-15</inkml:trace>
  <inkml:trace contextRef="#ctx0" brushRef="#br0" timeOffset="48069.88">30452 8107 1525 0,'0'0'256'0,"0"0"22"15,0 0-107-15,0 0 0 16,-3 75-48-16,3-39 24 15,0 3-34-15,0-2-44 16,6-3-14-16,0-6-25 16,3-8-19-16,-2-8-5 15,-1-8-5-15,0-4 7 16,3-9-2-16,-3-13-6 16,0-3-6-16,-1 0-5 0,1 3 10 15,1 5 0 1,-3 7 0-16,2 5 1 0,2 5-1 15,3 0-1-15,0 13 1 16,0 6 1-16,2 0 0 16,-4 2-1-16,0-3-66 15,-2-4-123-15,-2-4-69 16,-2-6-266-16,-3-4-280 0</inkml:trace>
  <inkml:trace contextRef="#ctx0" brushRef="#br0" timeOffset="48440.71">30610 8168 1056 0,'0'0'374'0,"0"0"-10"16,0 0-86-1,0 0-98-15,0 0-59 0,0 0-52 16,0 0-7-16,49-12-13 16,-37 32-1-16,0 3-11 15,-3 2-3-15,-1 0-1 16,-1 0-20-16,-1-6-5 15,-3-5-8-15,0-7 0 16,-2-7-30-16,1 0-20 16,-2-18-19-16,0-12-15 15,0-7 6-15,0-7 31 16,0-9 23-16,-2-1 18 16,-2 2 6-16,1 7 12 15,1 13 43-15,2 11 27 0,0 13 13 16,0 8-19-16,0 8-32 15,0 20 37-15,9 5 4 16,3 9-25-16,3 1-30 16,3-2-15-16,4-5-15 15,11-13 0-15,39-23-119 16,-10 0-257-16,1-23-943 0</inkml:trace>
  <inkml:trace contextRef="#ctx0" brushRef="#br0" timeOffset="48869.07">31001 7602 1536 0,'0'0'549'0,"0"0"-212"16,0 0 1-16,0 0-96 15,0 0-71-15,0 0-60 16,0 0-28-16,30 12 52 0,31-12 2 15,4-10-25-15,10-7-35 16,0-3-26-16,-10-1-26 16,5-1-4-16,-10-1-7 15,-11 3-13-15,-7 3 6 16,-12 0-6-16,-11 3 1 16,-4 1-2-16,-9 4-6 15,-6-2-60-15,0 4-79 16,-18-5-98-16,-6 2-213 15,-1 2-273-15</inkml:trace>
  <inkml:trace contextRef="#ctx0" brushRef="#br0" timeOffset="49184.68">31411 7262 1824 0,'0'0'480'0,"0"0"-149"15,0 0-117-15,0 0-71 16,0 0-4-16,95 13-37 16,-43-6-28-16,-1 0-31 15,0 0-22-15,-9 2-12 16,-8-1-3-16,-7 1 0 16,-8 2-5-16,-7 3 1 15,-3 6 13-15,-8 4 12 16,-1 7 24-16,0 8 7 0,-7 1-1 15,-5 2-19-15,-1 2-17 16,-4-3-12-16,-2-1-9 16,1-5-1-16,-3-3-82 15,-18-7-124-15,5-7-302 16,-3-11-770-16</inkml:trace>
  <inkml:trace contextRef="#ctx0" brushRef="#br0" timeOffset="50693.55">32413 7008 1294 0,'0'0'318'0,"0"0"-7"0,0 0-82 15,0 0-54-15,-89 82 38 16,72-33-30-16,7 2-44 16,5 4-36-16,5-5-36 15,0-6-15-15,6-8-10 16,8-8-15-16,2-4-10 16,2-10-7-16,-1-6-1 15,2-8-1-15,-3 0-7 16,2-10 6-16,-4-12 1 15,-4-6-8-15,-6-8 0 16,-4-6-22-16,0-4-29 16,-16-4-45-16,-2 3-68 15,-1 11-108-15,4 8 14 0,11 16-58 16,4 8-322-16,0 4-610 16</inkml:trace>
  <inkml:trace contextRef="#ctx0" brushRef="#br0" timeOffset="50821.87">32555 7068 1028 0,'0'0'204'0,"0"0"-80"16,0 0-124-16,0 0-42 16,0 0-513-16</inkml:trace>
  <inkml:trace contextRef="#ctx0" brushRef="#br0" timeOffset="51159.62">32743 6791 1092 0,'0'0'325'0,"0"0"154"15,0 0-243-15,0 0-9 16,0 0-9-16,-76 97-54 16,70-68-42-16,6 3-40 15,0 0-28-15,3 0-10 16,13 0-15-16,2 1-3 15,4-1-14-15,2 2-6 16,-4-1-5-16,-1 0 1 16,-5-5-2-16,-7-1 0 0,-7-6-1 15,0-3 0-15,-12-9-6 16,-6-4 5-16,-1-5 2 16,-2-7 0-16,3-19 0 15,5-9 0-15,5-12-11 16,8-7-25-16,0 3-34 15,11 1-40-15,8 13-41 16,2 7-6-16,7 2-58 16,-5 11-116-16,-4 3-323 0</inkml:trace>
  <inkml:trace contextRef="#ctx0" brushRef="#br0" timeOffset="51423.34">32919 6777 1347 0,'0'0'582'0,"0"0"-244"16,0 0-80-16,0 0-51 15,0 0-45-15,0 0-54 16,112-18-18-16,-69 36-20 16,2 8-8-16,-2 7-13 15,-1 4-11-15,-10 4-3 16,-8 1-17-16,-6-2-10 15,-6-2-7-15,-7-2 0 16,-4-7-1-16,-1-2-36 16,0-7-75-16,-21-5-101 15,2-5-271-15,-5-7-341 0</inkml:trace>
  <inkml:trace contextRef="#ctx0" brushRef="#br0" timeOffset="51618.52">32913 7103 1160 0,'0'0'885'15,"0"0"-649"-15,0 0 47 16,0 0-1-16,89-15-103 16,-35 1-103-16,4-3-46 15,-3 5-28-15,-7 0-2 16,-3 12-147-16,-14 0-309 0,-16 1-744 15</inkml:trace>
  <inkml:trace contextRef="#ctx0" brushRef="#br0" timeOffset="52683.77">28027 6679 1324 0,'0'0'369'16,"0"0"-106"-16,0 0-167 16,0 0 0-16,-8 98 28 15,26-54-23-15,7 1-48 16,12-4-16-16,5-7-14 16,3-8-11-16,-3-11-2 15,-5-10-4-15,-9-5 0 16,-8-1 0-16,-11-18 9 15,-8-7 29-15,-1-6 38 16,-4-2 11-16,-11 1 2 16,1 6-13-16,4 8 2 15,3 9 3-15,5 10-33 16,2 11-30-16,9 31-24 16,19 26 7-16,13 27 29 15,2 9-1-15,2-3-8 0,-10-22-11 16,-9-23-5-16,-7-15-2 15,-5-7-9-15,-4 1 2 16,-5 0-2-16,-5-1-39 16,0-15-51-16,-20-11-102 15,-24-25-160-15,6-14-342 16,4-12-593-16</inkml:trace>
  <inkml:trace contextRef="#ctx0" brushRef="#br0" timeOffset="52934.69">28547 6931 1104 0,'0'0'297'0,"0"0"40"0,0 0-116 15,115-62-46-15,-79 51-42 16,-5 8-33-16,-9 3-28 16,-7 6-19-16,-9 15 17 15,-6 6 30-15,0 8 25 16,-7 2-28-16,-5-3-39 15,6-1-28-15,4-4-18 16,2-8-6-16,0-9-6 16,11-7-15-16,-1-5-73 15,-4-20-78-15,-4-8-132 16,-2-6-541-16</inkml:trace>
  <inkml:trace contextRef="#ctx0" brushRef="#br0" timeOffset="53298.5">28177 6261 1498 0,'0'0'321'16,"0"0"0"-16,-24 72-55 15,15-31-33-15,2 1-112 16,-1 1-42-16,3-4-22 15,0-8-15-15,4-11-21 16,-1-6-9-16,1-10-2 0,1-4 11 16,-4-7 14-1,3-21-15-15,-1-11-11 0,2-12-9 16,0-5-13-16,0-2-9 16,10 8-11-16,1 12 9 15,3 13 6-15,4 14 3 16,3 11 4-16,9 13 11 15,5 16 0-15,1 14 11 16,1 11 7-16,1 14 3 16,-1 17-6-16,-7 7-15 15,-8-15-249-15,-13-24-1204 0</inkml:trace>
  <inkml:trace contextRef="#ctx0" brushRef="#br0" timeOffset="54062.26">28675 7187 1256 0,'0'0'501'0,"0"0"-200"0,0 0-26 16,0 0-51-16,0 0-41 15,81-61-39-15,-53 44-50 16,4-2-40-16,0 1-31 16,1 0-16-16,3 1-7 15,13-9-109-15,-6 6-378 16,-7-1-1220-16</inkml:trace>
  <inkml:trace contextRef="#ctx0" brushRef="#br0" timeOffset="55793.36">30361 10836 942 0,'0'0'191'15,"0"0"-30"-15,-99-69 114 16,25 54-15-16,-29 15-58 16,-40 34-53-16,-12 33 25 15,7 30 61-15,20 20-106 16,31 9-50-16,15 16-1 16,13 10 19-16,17 11-4 15,22 15 4-15,29 9-32 0,15 8 31 16,36 9 4-1,21-3 15-15,15-15-14 16,15-16-20-16,12-25 9 16,8-27-32-16,4-23 1 0,-4-28-19 15,-11-30-7-15,-5-35-12 16,-10-21-20-16,-8-44 16 16,-5-30-8-16,-5-24 6 15,-3-23-15-15,-6-22-6 16,-6-17 6-16,-3-15-1 15,-8-8 1-15,-13 7 6 16,-15 1-6-16,-16 7-27 16,-9 11-22-16,-35 6-4 15,-19 18-25-15,-22 16 24 0,-14 27-28 16,-11 29 13-16,-3 27-3 16,-1 28 16-1,5 21-8-15,19 4-2 0,21 17 16 16,22 3 13-16,10 8 15 15,2 7 2-15,3 8-1 16,6 6-6-16,11-3 6 16,8 1-22-16,7-12-453 15,7-17-498-15</inkml:trace>
  <inkml:trace contextRef="#ctx0" brushRef="#br0" timeOffset="56436.9">28918 9769 1185 0,'0'0'337'0,"0"0"45"0,0 0-112 15,0 0-75-15,0 0-71 16,0 0-40-16,-49 75 7 16,63-38-16-16,11 4-16 15,8-3-23-15,7-4-16 16,-1-4-10-16,-2-9-8 16,-4-6 4-16,-9-7 0 15,-6-7-6-15,-9-1 8 16,-3-12 4-16,-5-11 0 15,-1-7 3-15,0-2 15 16,0 2 11-16,-1 10 14 0,-2 6 11 16,3 14-21-16,0 0-36 15,4 28-9-15,20 26 1 16,12 30 22 0,14 27 10-16,2 14 1 0,-4-5 4 15,-10-14 12-15,-17-30-9 16,-11-16-14-16,-10-18-9 15,0-5-6-15,-16 1-11 16,-13 2 5-16,-8-5-5 16,-9-14-1-16,-1-15-48 15,1-6-53-15,6-61-73 16,13 2-212-16,17-6-376 0</inkml:trace>
  <inkml:trace contextRef="#ctx0" brushRef="#br0" timeOffset="56783.45">29539 10159 1273 0,'0'0'483'0,"0"0"-196"16,0 0-94-16,0 0-75 16,0 0-50-16,0 0-37 15,0 0 5-15,5 10 41 16,1 3-14-16,1 0-21 15,0-1-7-15,1 3-8 16,1-4 0-16,4 0 7 0,1 1-10 16,5-3 2-16,5 1-8 15,4 0 1-15,3 2-3 16,1 2-5-16,-4 0-5 16,-7 1 3-16,-5 3 0 15,-10 1 10-15,-6 1 1 16,-7 2-2-16,-21 1-2 15,-17-1-8-15,-9-5-8 16,-9-8-66-16,-26-15-188 16,16-17-294-16,10-8-956 0</inkml:trace>
  <inkml:trace contextRef="#ctx0" brushRef="#br0" timeOffset="57159.11">29132 9297 1490 0,'0'0'322'0,"0"0"-64"16,0 0-71-16,0 0 1 15,-23 73-82-15,13-43-41 16,-2-2-10-16,1-1-15 15,0-7-17-15,3-6-7 16,-1-7-5-16,2-7 4 0,-2 0 4 16,3-17-4-16,0-14-14 15,6-8 5 1,0-6-6-16,0 0-10 0,12 5-19 16,3 12 5-16,5 12 13 15,5 13 2-15,6 3 9 16,10 25 8-16,3 14 4 15,0 14 31-15,-2 9-4 16,-6 3 1-16,10 29-17 16,-11-18-23-16,-6-8-325 0</inkml:trace>
  <inkml:trace contextRef="#ctx0" brushRef="#br0" timeOffset="58038.13">30060 10846 362 0,'0'0'332'0,"0"0"-64"0,0 0 29 16,0 0 2-16,0 0-28 15,0 0-77-15,0 0-79 16,0 14-5-16,0 23 61 15,0 19-16-15,1 21-24 16,12 19-13-16,5 16-26 16,5 4-18-16,2 8-4 15,-1 2-7-15,-3 6 7 16,0 1 1-16,-2-1-14 0,-4-7 7 16,3-4-12-1,-3-9 10-15,3-9-23 0,-3-3-6 16,1-8 3-16,-4-3-18 15,0-5-6-15,-5-17 6 16,-4-14-5-16,-1-11-5 16,-2-2-1-16,0 4 4 15,0 8-5-15,0 4-5 16,0-5 7-16,0-8-7 16,-2-6 0-16,1-11 0 15,-1-11 1-15,2-6-2 16,0-7 0-16,0-2 0 15,0 0-1-15,0-4-23 0,0-9-42 16,0-1-48-16,-9-8-48 16,-2 2-178-16,-3 0-553 15</inkml:trace>
  <inkml:trace contextRef="#ctx0" brushRef="#br0" timeOffset="58220.24">30223 13132 2280 0,'0'0'473'15,"0"0"-276"-15,0 0-85 16,0 0-32-16,0 0-55 0,0 0-25 16,0 0-77-1,-35-31-489-15,17 9-1000 0</inkml:trace>
  <inkml:trace contextRef="#ctx0" brushRef="#br0" timeOffset="59035.48">29795 11625 502 0,'0'0'554'16,"0"0"-257"-16,0 0 185 15,0 0-154-15,0 0-39 16,0 0-12-16,0 0-64 16,-34-50-71-16,9 50-44 15,-4 10-31-15,1 6-32 16,3 6-16-16,1 2-1 15,7 1-8-15,3-1-1 16,8-4-9-16,4-2 1 0,2-5 0 16,3-2-1-16,12-1-4 15,6-5 4-15,4-3 9 16,0-2-8-16,1 0-1 16,-3 0 0-16,-6 0 5 15,-5 0-5-15,-3 0 0 16,-5-1 0-16,-2 1 6 15,-2 0-6-15,0 0 0 16,-10 6 1-16,-8 11 6 16,-6 8 7-16,-3 4-1 15,2 7-11-15,7-1 5 16,3-2-1-16,9-4 6 16,6-6-12-16,0-8 8 0,1-3-7 15,16-7 6 1,5-5-1-16,10 0 2 0,8-10-8 15,2-5 1-15,2-1-1 16,-3 2-18-16,-3 5-99 16,-9 1-223-16,-13 8-734 0</inkml:trace>
  <inkml:trace contextRef="#ctx0" brushRef="#br0" timeOffset="59471.79">29487 12475 1508 0,'0'0'509'16,"0"0"-367"-16,0 0 46 15,0 0-61-15,0 0-52 16,0 0-44-16,89-29-7 16,-59 22-7-16,-3 2 0 15,-5 1-16-15,-7 3 11 16,-3 0-7-16,-7 1-5 16,-4 0 0-16,-1 2 16 15,0 12 21-15,-6 7 42 0,-7 8 5 16,-2 3-16-16,-1 6-9 15,3-1-23-15,4-1-8 16,8-2-4-16,1-5 1 16,0-7-14-16,15-6-2 15,9-8-3-15,6-8 3 16,7-3 4-16,3-18-13 16,3-5-1-16,12-27-80 15,-13 8-194-15,-9 3-429 0</inkml:trace>
  <inkml:trace contextRef="#ctx0" brushRef="#br0" timeOffset="59868.76">29878 12461 1280 0,'0'0'513'0,"0"0"-403"15,0 0 24-15,0 0 45 16,0 0-55-16,0 0-63 15,0 0-4-15,91-3-22 16,-80 3-15-16,-3 7 3 16,-5 5 6-16,-2 2 6 15,-1 1 5-15,0 0-9 16,0 1 0-16,0-2-11 16,-1-1-7-16,-1-3-4 0,2-1 15 15,0-2 6-15,0-1-3 16,0 1-5-1,9-2 7-15,5 2 3 0,2 1 3 16,2 1-13-16,2 1 1 16,-1 2-8-16,-4 0-6 15,-6 4 1-15,-6 0 1 16,-3 4 2-16,-15 5 6 16,-16 3-2-16,-14 0-10 15,-10-3-7-15,-5-7-6 16,-9-18-109-16,16-4-205 15,14-21-390-15</inkml:trace>
  <inkml:trace contextRef="#ctx0" brushRef="#br0" timeOffset="60410.82">30333 11272 671 0,'0'0'413'0,"0"0"-153"16,0 0 78-16,0 0-49 15,0 0-76-15,0 0-44 16,0 0-80-16,-48-9-48 15,33 33-14-15,3 7 0 16,3 2-14-16,9 1 2 16,0-4-8-16,7 0-1 15,10-6 3-15,5-3-9 0,0-4 0 16,0-1 0-16,-3-2 7 16,-3 0-6-16,-7-1 4 15,-4-1-5-15,-5 2 0 16,0 2-2-16,-18 1 2 15,-3 0 0-15,-3-5-8 16,0-2-38-16,0-10-108 16,8 0-142-16,4-10-461 0</inkml:trace>
  <inkml:trace contextRef="#ctx0" brushRef="#br0" timeOffset="60703.17">30419 11358 1362 0,'0'0'285'0,"0"0"-49"15,0 0-81-15,0 0-15 16,0 0-54-16,6 86-8 16,0-59-30-16,3-4-26 15,0-3-10-15,-3-5 0 16,0-5-11-16,-1-9 12 15,-1-1-4-15,-1 0 10 16,-2-17-11-16,2-6 1 16,-3-5-8-16,0-5-1 15,0 2-26-15,-1 2-49 16,-5 5-51-16,1 10-97 0,1 8-169 16,4 1-507-16</inkml:trace>
  <inkml:trace contextRef="#ctx0" brushRef="#br0" timeOffset="61311.87">30550 11250 1053 0,'0'0'723'15,"0"0"-531"-15,0 0-50 16,0 0 49-16,0 0-22 15,27 105-32-15,-18-57 4 0,-2 5-18 16,-1 5-37 0,1 1-29-16,-3-3-20 0,2-6-17 15,0-6-13-15,0-12-6 16,-2-10 0-16,1-11-1 16,-2-8 0-16,0-3-1 15,-1-6 0-15,0-15-16 16,-2-7-14-16,0-10-2 15,-9-3-17-15,-7-3-7 16,-5 4 4-16,2 7 33 16,2 12 19-16,4 5 1 15,5 7 0-15,7 5-1 16,1 3 0-16,0 1-22 16,16 0 6-16,5 0 15 15,5 0-7-15,2-4-24 0,-3-3-11 16,-1-3-18-16,-6-5 9 15,-2-4-20-15,-5-4 11 16,-1 0 19-16,-7-4 25 16,0 3 17-16,-3 2 1 15,0 7 14-15,0 4 35 16,0 5 25-16,0 6 6 16,0 0-26-16,0 2-32 15,0 13-8-15,6 9 17 16,3 6 5-16,4 6-20 15,1 4 0-15,1-1-4 16,-2 1-6-16,-2-6-5 0,-3-2-1 16,-3-6-24-16,-3-6-103 15,-2-9-102-15,0-6-422 16,-8-5-866-16</inkml:trace>
  <inkml:trace contextRef="#ctx0" brushRef="#br0" timeOffset="61484.94">30674 11578 1438 0,'0'0'211'16,"0"0"53"-16,0 0-94 16,113-61-72-16,-71 37-67 0,-3 4-31 15,0 5-17-15,-11 5-330 16,-10 6-941-16</inkml:trace>
  <inkml:trace contextRef="#ctx0" brushRef="#br0" timeOffset="62151.2">30550 12191 1400 0,'0'0'276'0,"0"0"-45"15,0 0-39-15,0 0-36 16,-4 85-74-16,4-61-24 16,3-2-15-16,2 0-17 15,-2-5-11-15,1-5-13 16,-4-2 10-16,0-5-2 16,0-5-3-16,0 0 5 15,0-5-4-15,-9-12-7 16,1-7 6-16,1-5-6 15,1-4 5-15,4 0-6 0,2 7 1 16,0 6 1-16,0 6-1 16,3 11 0-16,6 3-1 15,4 0 1-15,1 9-1 16,1 7 2-16,1 2-2 16,-2 2 8-16,-2-2-7 15,-5-1 7-15,-2-6-7 16,-4-2 1-16,1-6 4 15,-2 0 15-15,0-3 75 16,0-3 43-16,0-13-61 16,0-7-48-16,0-3-24 15,0-3 0-15,7 5 3 16,2 7-9-16,2 4 1 0,2 7 8 16,-1 6-9-16,0 0-1 15,3 9 1-15,-2 8 8 16,1 4-8-16,-4 2 0 15,-1-4-10-15,-2-4-71 16,-1-6-118-16,-1-6-103 16,-4-3-376-16</inkml:trace>
  <inkml:trace contextRef="#ctx0" brushRef="#br0" timeOffset="62530.79">30820 11957 1252 0,'0'0'343'16,"0"0"-138"-16,0 0-19 16,0 0-18-16,0 0-27 15,0 0-4-15,-10 75-4 16,10-46-28-16,0-2-40 16,0-1-19-16,0-5-23 15,0-5-13-15,0-7-4 16,0-2-4-16,0-6-1 15,0-1 14-15,3-5 0 16,3-10-7-16,2-4-8 0,3-3 1 16,-2 3-1-1,0 7-1-15,0 2-5 16,-2 8 6-16,-1 2-1 0,2 0 0 16,2 1 1-16,-1 12 2 15,2 1 7-15,-1 3-3 16,-2-3-5-16,-1 1 0 15,-1-2-1-15,-2-6-53 16,-1-5-119-16,-3-2-153 16,2 0-393-16</inkml:trace>
  <inkml:trace contextRef="#ctx0" brushRef="#br0" timeOffset="62933.94">30993 11952 1390 0,'0'0'320'0,"0"0"-94"0,0 0-72 16,0 0-12-16,0 0-48 16,0 0-18-16,0 0-6 15,67 44-26-15,-62-22 2 16,-3 4-5-16,-2 1 5 16,0-4-13-16,0-2-13 15,0-5-14-15,-2-7-5 16,2-9-1-16,0 0-11 15,0-14-36-15,2-16-56 16,8-8-16-16,0-10 2 16,2-6-13-16,1-1 31 15,-3 5 63-15,-3 10 36 16,0 9 26-16,-4 15 52 16,-3 9 65-16,0 7-26 0,0 6-45 15,0 16 14-15,0 10 40 16,0 6-11-16,0 4-21 15,0 0-19-15,0-2-36 16,0-8-13-16,2-4-13 16,4-12-13-16,1-7 0 15,13-11-74-15,-1-15-158 16,1-6-436-16</inkml:trace>
  <inkml:trace contextRef="#ctx0" brushRef="#br0" timeOffset="63364.12">31083 11269 1644 0,'0'0'376'16,"0"0"6"-16,0 0-66 0,0 0-72 15,0 0-111-15,0 0-61 16,0 0-21-16,133-30-12 15,-23-3-14-15,12-9-13 16,-3 3 3-16,-26 7 9 16,-29 9-23-16,-16 6 5 15,-9 3-6-15,-1-2-1 16,0 1 0-16,-3-1-9 16,-10 3-7-16,-9 2-13 15,-9 0-13-15,-7-8-173 16,-6 0-395-16,-13 1-680 0</inkml:trace>
  <inkml:trace contextRef="#ctx0" brushRef="#br0" timeOffset="63670.38">31732 10794 1572 0,'0'0'378'16,"0"0"-116"-16,0 0 1 15,0 0-53-15,62 79-32 16,-22-58-78-16,4 2-36 16,6-5-22-16,-2-1-18 15,1-4-5-15,-7 0-8 16,-5 1-1-16,-8 2-4 16,-10 4 0-16,-7 2 8 15,-11 8 2-15,-1 4 16 0,-17 3 8 16,-10 5-5-16,-6-2-13 15,3-1-11-15,3-1-10 16,9-6-1-16,8-6-6 16,12-14-108-16,15-7-368 15,12-5-468-15</inkml:trace>
  <inkml:trace contextRef="#ctx0" brushRef="#br0" timeOffset="64590.6">32532 10677 1213 0,'0'0'341'16,"0"0"1"-16,0 0-69 0,0 0-66 15,-80 41-16 1,62-10-30-16,6 9-37 0,6 4-43 16,6 3-20-16,0-2-11 15,15-5-7-15,6-4-12 16,3-8-4-16,0-7-6 16,-3-7-4-16,-2-5-5 15,-4-9-5-15,0 0 7 16,-3-5-13-16,-2-14 13 15,-2-9-2-15,-4-8-12 16,-2-6 0-16,-2-4 0 16,0-1-1-16,-5 0-19 0,-4 6-10 15,-1 9 0 1,2 9-4-16,4 10 1 0,1 9-3 16,3 4-145-1,4 8-341-15,10 2-157 0</inkml:trace>
  <inkml:trace contextRef="#ctx0" brushRef="#br0" timeOffset="70081.06">33484 6396 689 0,'0'0'328'0,"0"0"-121"15,0 0-45-15,-107-48 47 16,62 31 14-16,-4 2-56 0,-7-1-47 16,-3 5-22-1,-8 0-8-15,-2 4-12 0,-1 2 1 16,-3 0-21-16,1 5-8 15,2 0-3-15,3 0 3 16,6 2 32-16,4 9-27 16,8 2-26-16,3 0-14 15,1 4 0-15,2 2 1 16,-5 5-1-16,2 1 0 16,-2 1 1-16,1 5-4 15,2-2 5-15,3 3-7 16,3-3 10-16,5 6-8 15,4-1-3-15,5 1-8 0,4 5 22 16,1 0-2 0,4 3 11-16,3 3-9 0,0 2-4 15,0 3 2-15,1 4 2 16,2 1 1-16,1 6 1 16,3 0-4-16,3 1 5 15,3 0-2-15,0 0-2 16,3-2 1-16,12-3-3 15,6-1-2-15,4-1-10 16,3-3 10-16,5-4-5 16,5-3-2-16,3-2 2 15,6-6 7-15,3-4-8 0,4-5 4 16,1-3 5-16,3-6-7 16,1-4 1-16,-1-8 1 15,-2-6-2 1,1-2 1-16,0 0 3 0,-2-8 0 15,-3-6-2-15,2-2 2 16,-1-1-3-16,1-4 3 16,-1-1-3-16,2-3 0 15,1-2-1-15,2-3-2 16,0 0-11-16,2-3 0 16,-2-1 7-16,-4-1-8 15,-2-1 1-15,-4 1 0 16,-6 0 1-16,-5-2-1 15,-4 0 0-15,-3-1 1 16,-5-1-1-16,-3-1-1 0,-4 1 1 16,-4-2 0-1,-4 1-1-15,2 1 0 0,-4 2-10 16,-2-1 1-16,-3 3 8 16,-2 1-14-16,-1 0 9 15,0 0-3-15,0-2-9 16,-9 2 5-16,-3-5 5 15,-4 0-14-15,-2-4-1 16,-6 0-2-16,-1 0-1 16,-4 3 10-16,1 2-8 15,0 2 0-15,-1 5 6 16,3 4 9-16,-1 3 7 16,4 5 1-16,-1 5 1 0,4 3-2 15,0 2 1 1,-1 1-14-16,-1 5-5 0,-2-2-5 15,-3 2 7-15,-1 2 0 16,-5-1 3-16,-1 2 1 16,-2 0 4-16,0 0-3 15,-1 2-4-15,-3 7-11 16,-4 3-7-16,-26 10-10 16,9-3-406-16,1-6-1270 0</inkml:trace>
  <inkml:trace contextRef="#ctx0" brushRef="#br0" timeOffset="75915.08">16378 875 1033 0,'0'0'505'16,"0"0"-381"-16,0 0 57 0,0 0-86 15,0 0-39-15,-16 17 38 16,30 10 6-16,10 6-32 15,10 1-21-15,7-2 4 16,6-8-14-16,4-7-15 16,-1-8-6-16,-5-9-2 15,-9 0-7-15,-8-9 2 16,-10-10 0-16,-9-6 0 16,-7-6 3-16,-2-2 14 15,0 2 29-15,-10 5-31 16,1 7-12-16,4 7-1 15,3 9 2-15,2 3-13 0,5 10-1 16,17 19 1-16,9 10 7 16,5 9 26-16,3 8 18 15,-2 4 0-15,-4 1 8 16,-5 0 2-16,-5 0-35 16,-10-4-13-16,-8-4 2 15,-5-4 2-15,-9-4 22 16,-18-3 0-16,-11-6-11 15,-5-7-22-15,-3-12-6 16,1-9-1-16,7-8-53 16,8-31-164-16,13-6-163 15,10-2-493-15</inkml:trace>
  <inkml:trace contextRef="#ctx0" brushRef="#br0" timeOffset="76145.29">17089 956 211 0,'0'0'1230'16,"0"0"-713"-16,0 0-300 15,0 0-84-15,0 0-41 16,0 0 22-16,34 103-20 16,-18-46-9-16,-2 4-25 15,-4 3-13-15,2-2-18 16,-4-4-21-16,1-5-8 15,2-9-48-15,9-15-154 16,-4-12-260-16,-1-17-414 0</inkml:trace>
  <inkml:trace contextRef="#ctx0" brushRef="#br0" timeOffset="76360.88">17476 943 990 0,'0'0'771'0,"0"0"-516"16,0 0-107-16,0 0-25 15,0 0-19-15,0 0-26 0,0 0-30 16,80 8-24 0,-55-8-17-16,-1-1-7 0,-4-2-26 15,-3-2-140-15,-5 3-190 16,-8-1-437-16</inkml:trace>
  <inkml:trace contextRef="#ctx0" brushRef="#br0" timeOffset="76539.17">17503 1105 586 0,'0'0'680'0,"0"0"-393"15,0 0-39-15,0 0-64 16,0 0-33-16,0 0-25 15,79 0-52-15,-36-20-46 16,2-3-19-16,1 0-9 0,5-13-111 16,-11 5-234-16,-10 2-605 15</inkml:trace>
  <inkml:trace contextRef="#ctx0" brushRef="#br0" timeOffset="76765.39">17852 674 1315 0,'0'0'398'16,"0"0"-148"-16,0 0-136 15,0 0-10-15,0 0 3 16,84 19-18-16,-45-2-22 16,0 7-5-16,-1 5-18 0,-5 6-9 15,-8 3 55-15,-11 6-23 16,-13-1-31-16,-2 4-17 15,-54 25-19-15,0-9-126 16,-3-10-455-16</inkml:trace>
  <inkml:trace contextRef="#ctx0" brushRef="#br0" timeOffset="77516.18">16696 2111 408 0,'0'0'871'0,"0"0"-657"16,0 0 76-16,0 0-51 15,0 0-58-15,0 0-81 16,0 0-64-16,-29-2-18 16,55 31 14-16,7 5 2 0,6-1-14 15,6-3-10-15,-5-8-4 16,-3-5-5-16,-5-8 0 16,-10-7 0-16,-7-2-1 15,-6-8 0-15,-8-15 0 16,-1-10-2-16,0-9 1 15,-13-8 1-15,-2-3-6 16,-1 3 6-16,1 7 7 16,4 11 22-16,4 15 54 15,7 16 29-15,0 2-65 16,12 28-33-16,11 14 19 16,6 14 19-16,7 6-3 15,-2 5-12-15,2-3-17 0,-2-3-19 16,-1-6-1-1,-3-3-25-15,-2-5-202 0,-9-13-156 16,-8-17-681-16</inkml:trace>
  <inkml:trace contextRef="#ctx0" brushRef="#br0" timeOffset="77823.2">17217 1961 1134 0,'0'0'565'16,"0"0"-429"-16,0 0-69 0,0 0 24 16,0 0 23-1,100-48-43-15,-72 48-4 0,-4 0-26 16,-8 7-10-16,-5 12 8 16,-10 5 7-16,-1 10 20 15,-4 6-6-15,-14 7-14 16,2 4 6-16,1-1 9 15,7-1-18-15,8-9-23 16,0-7-7-16,23-9-13 16,11-11 0-16,9-12-5 15,11-1 4-15,3-14-44 16,8-17-98-16,-13 4-219 16,-14 3-750-16</inkml:trace>
  <inkml:trace contextRef="#ctx0" brushRef="#br0" timeOffset="78287.08">17043 2869 1431 0,'0'0'297'0,"0"0"-146"16,0 0-91-16,0 0 61 16,0 0 3-16,0 0-56 15,86 60-30-15,-52-55-12 16,2-1-12-16,-5-4-6 16,-3 0-7-16,-5-9 0 15,-5-11 8-15,-6-5-9 0,-3-6 9 16,-6-4-8-16,-2 1 10 15,-1 5-2-15,0 9 37 16,0 8 43-16,0 10 10 16,2 2-44-16,7 17-33 15,8 16 12-15,6 12 45 16,4 9-16-16,4 5-8 16,1 1-20-16,-3 3-19 15,-2-2 5-15,-3-1-13 0,-9-1-2 16,-5-3-5-1,-8-6 0-15,-2-8-1 0,0-8-8 16,-15-9-95-16,-11-25-81 16,3 0-95-16,2-17-440 0</inkml:trace>
  <inkml:trace contextRef="#ctx0" brushRef="#br0" timeOffset="78671.16">17590 3009 977 0,'0'0'816'16,"0"0"-542"-16,0 0-138 16,0 0-51-16,0 0-15 15,0 0-36-15,0 0-13 16,74-32-8-16,-62 47-4 0,-3 2-3 16,-6 5 3-16,-1-1-8 15,-2-2 1-15,0-3-1 16,0-3 7-16,0-4-8 15,0-5 1-15,0-1 5 16,1-3-4-16,4 1 5 16,4 2 5-16,4 1 1 15,5 4-1-15,3 2 3 16,3 4 2-16,-2 3-1 16,-1 2-6-16,-2 2 4 15,-8 3-2-15,-7 2 1 16,-4 3 8-16,-4 0 15 15,-17 2-11-15,-6-3-3 16,-7-5-13-16,-2-9-7 16,0-8-2-16,-9-21-50 0,10-16-138 15,8-8-445-15</inkml:trace>
  <inkml:trace contextRef="#ctx0" brushRef="#br0" timeOffset="79018.69">17633 1936 1446 0,'0'0'367'16,"0"0"-163"-16,0 0-100 15,0 0-26-15,0 0-30 16,0 0-23-16,0 0-18 15,94-16-7-15,-57 4-38 16,-7 0-228-16,-8 2-302 0</inkml:trace>
  <inkml:trace contextRef="#ctx0" brushRef="#br0" timeOffset="79161.19">17700 2116 909 0,'0'0'337'15,"0"0"-218"-15,0 0-67 16,0 0-25-16,109-82-27 16,-64 37-200-16,-8 0-923 0</inkml:trace>
  <inkml:trace contextRef="#ctx0" brushRef="#br0" timeOffset="79380.71">17975 1641 1179 0,'0'0'240'0,"0"0"-116"16,0 0 45-16,107 51 32 15,-61-22-34-15,5 8 24 16,-3 2-64-16,-7 2-29 16,-9 1-30-16,-16 1-27 15,-14 1-9-15,-5 1-15 16,-27-3-17-16,-31-4-55 15,4-11-261-15,8-20-920 0</inkml:trace>
  <inkml:trace contextRef="#ctx0" brushRef="#br0" timeOffset="79895.13">18510 669 791 0,'0'0'317'16,"0"0"-33"-16,0 0 18 15,0 0-24-15,-28-79-62 16,15 67-10-16,-1 7-30 16,-2 5-4-16,-1 0-63 0,-2 12-45 15,2 12-25-15,1 9-20 16,5 3-5-16,8 5-5 16,3 0 1-16,5-1-2 15,16-4-7-15,4-3-1 16,7-6-9-16,3-6-5 15,1-7-99-15,11-14-122 16,-12 0-282-16,-6-10-440 0</inkml:trace>
  <inkml:trace contextRef="#ctx0" brushRef="#br0" timeOffset="80083.67">18632 377 1298 0,'0'0'536'0,"0"0"-228"15,0 0-103-15,0 0-85 0,0 0-62 16,0 0 20-16,30 82 38 16,-3-38-36-16,-3 4-23 15,1-5-36-15,-1-4-19 16,-3-5-2-16,9-3-153 16,-6-12-208-16,-3-9-520 0</inkml:trace>
  <inkml:trace contextRef="#ctx0" brushRef="#br0" timeOffset="80429.59">18935 392 1270 0,'0'0'354'0,"0"0"-104"0,0 0-58 16,-12 88-32-16,12-54-61 15,0 0-27-15,12-4-19 16,-1-2-16-16,2-6-18 15,-4-4-10-15,-1-7 0 16,-4-5-9-16,-1-6 6 16,-3 0 12-16,0-14-5 15,0-7-13-15,0-11 1 16,0-2-1-16,0-2 0 16,3 7-1-16,6 5 1 15,0 14-1-15,3 7-1 16,7 3-6-16,5 13 0 15,3 7 7-15,3 4 1 16,2 2-1-16,3-4 0 0,1-6 0 16,3-6-92-16,14-11-128 15,-10-15-360-15,-8-6-703 0</inkml:trace>
  <inkml:trace contextRef="#ctx0" brushRef="#br0" timeOffset="80669.1">19320 271 1065 0,'0'0'297'16,"0"0"-105"-16,0 0-65 15,0 0-14-15,0 0-47 16,52 84-38-16,-23-70-13 16,-3-2-9-16,1 2 2 0,-3 0-2 15,-4 1 2 1,-7 5 0-16,-6-3-2 0,-7 3 2 15,0 1 0-15,-10-1 0 16,-9 0-8-16,-4-2-11 16,-2-6-102-16,5-4-120 15,6-7-355-15</inkml:trace>
  <inkml:trace contextRef="#ctx0" brushRef="#br0" timeOffset="80933.33">19542 151 538 0,'0'0'681'15,"0"0"-429"-15,0 0 33 16,0 0-81-16,17 75-49 16,-6-54-59-16,3 0-41 15,1 3-24-15,-2 2-15 16,2-2-4-16,-4 3-6 15,-2-1 1-15,-6 1 1 16,-3-1-1-16,0 2 2 16,-14-3-9-16,-8-2-6 15,-9-4-114-15,4-6-259 16,6-10-846-16</inkml:trace>
  <inkml:trace contextRef="#ctx0" brushRef="#br0" timeOffset="81931.16">20314 162 1242 0,'0'0'511'0,"0"0"-208"0,0 0-64 16,0 0-76-16,-96 31-52 16,65 4 17-16,1 10-11 15,3 6-40-15,6 3-12 16,9-1-23-16,8-3-9 15,4-7-26-15,10-7 1 16,19-9-8-16,14-11-1 16,8-10-28-16,8-6-71 15,29-33-145-15,-14-4-213 0,-14-1-330 0</inkml:trace>
  <inkml:trace contextRef="#ctx0" brushRef="#br0" timeOffset="82449.62">20585 277 1317 0,'0'0'524'0,"0"0"-259"16,0 0-57-16,0 0-12 16,0 0-58-16,-91 87-39 15,85-55-13-15,3 3-22 16,3 1-26-16,0-4-14 16,12-4-15-16,4-7-4 15,1-6-5-15,4-8-9 16,-1-7-3-16,-1 0-11 15,0-16-56-15,-4-4-13 16,-2-7 27-16,-5 1 27 0,-2 1 23 16,-2 2 13-16,-1 6 2 15,-2 4 0-15,-1 6 11 16,0 6 19-16,0 1 2 16,2 0-11-16,2 10-12 15,2 7 0-15,7 5 11 16,1-2-4-16,4-1-6 15,5-3-2-15,0-5-7 16,1-6 0-16,0-5 5 16,-3-3-5-16,-3-16-1 0,-5-7 0 15,-2-7-9 1,-7-5-12-16,-2-6 2 0,-2-6 10 16,0-3 9-16,-5 3 6 15,-3 11 0 1,0 11 32-16,5 14 25 0,3 14-33 15,0 2-30-15,3 23 0 16,16 10 0-16,2 8 1 16,6 5 0-16,0-1-1 15,-2-3 0-15,-3-1-12 16,-11 5-133-16,-8-11-200 16,-3-10-520-16</inkml:trace>
  <inkml:trace contextRef="#ctx0" brushRef="#br0" timeOffset="82639.17">20658 576 1758 0,'0'0'319'0,"0"0"-148"15,0 0-2-15,104-40-41 16,-42 10-75-16,18-9-53 15,23-10-21-15,-17 12-275 16,-17 4-1284-16</inkml:trace>
  <inkml:trace contextRef="#ctx0" brushRef="#br0" timeOffset="83963.66">18943 1535 1222 0,'0'0'530'15,"0"0"-219"-15,0 0-103 0,-85 15-51 16,53 19-45-1,1 9 13-15,3 7-19 0,8 4-39 16,10-3-31-16,10-3-19 16,0-9-6-16,22-5-11 15,10-9-1-15,9-11-5 16,10-10-28-16,6-4-111 16,31-45-152-16,-17-1-267 15,-8-3-376-15</inkml:trace>
  <inkml:trace contextRef="#ctx0" brushRef="#br0" timeOffset="84521.64">19293 1426 1415 0,'0'0'540'0,"0"0"-303"16,0 0-54-16,0 0-34 0,-70 106-32 16,61-64-11-16,8 4-40 15,1-6-30-15,0-3-15 16,12-7-12-16,7-9-4 15,2-9-5-15,1-9-6 16,2-3-6-16,-3-17-10 16,-3-10-32-16,-5-9-3 15,-4-6 5-15,-3-3 16 16,-3 0 18-16,1 0 18 16,-4 11 1-16,2 7 5 15,-2 10 24-15,0 8 26 16,0 7 1-16,0 2-23 15,3 4-25-15,6 14-1 0,3 5 8 16,7 0-1-16,4 3-1 16,3-6-13-16,6-6 0 15,-1-7 4-15,-1-7-5 16,-3 0-7-16,-9-9 7 16,-6-8-9-16,-8-7-14 15,-4-5-5-15,0-8-5 16,-4-4 23-16,-8-2 8 15,0 1 2-15,0 8 0 16,3 8 14-16,3 11 25 16,3 9 5-16,3 6-15 15,0 9-17-15,6 20-6 0,15 12 5 16,6 10 17 0,7 2 4-16,8 0-1 0,7-6-5 15,9-7-7-15,5-11-1 16,2-12-11-16,-5-7-7 15,-12-5-5-15,-24-3-140 16,-14 0-357-16,-10 1-949 0</inkml:trace>
  <inkml:trace contextRef="#ctx0" brushRef="#br0" timeOffset="84890.41">18598 2889 459 0,'0'0'846'0,"0"0"-592"0,0 0-96 16,0 0-65 0,0 0-2-16,0 0-16 0,0 0-19 15,58 11-29 1,-41-11-17-16,-3 2-10 0,-3 1-101 15,-9 11-195-15,-2 1-83 16,0 2-252-16</inkml:trace>
  <inkml:trace contextRef="#ctx0" brushRef="#br0" timeOffset="84994.46">18637 3062 215 0,'0'0'333'16,"0"0"14"-16,0 0-130 16,0 0-99-16,0 0-55 15,0 0-13-15,0 0-16 0,66-29-34 16,-31-9-190-1,-5 1-520-15</inkml:trace>
  <inkml:trace contextRef="#ctx0" brushRef="#br0" timeOffset="85214.83">18780 2738 29 0,'0'0'1053'15,"0"0"-874"-15,0 0-41 16,0 0-4-16,119 0 26 15,-69 0-11-15,-1 11-9 16,-3 4 1-16,-6 9-49 16,-10 4-11-16,-13 6-26 0,-11 4-8 15,-6-1-20 1,-8 0-16-16,-13-4-11 0,-4-13-120 16,2-9-383-16,9-11-629 15</inkml:trace>
  <inkml:trace contextRef="#ctx0" brushRef="#br0" timeOffset="85917.3">19675 2367 1443 0,'0'0'306'16,"0"0"-4"-16,0 0-144 15,-67 111 9-15,55-66-48 16,5 1-33-16,7 2-4 16,0-5-30-16,13-4-14 0,8-8-31 15,3-9 11-15,4-12-18 16,2-10 0-16,-2-10 0 16,-2-21 2-16,-6-10-1 15,-8-10-1-15,-12-19-4 16,-7-20 3-16,-33-21 1 15,-8-3 1-15,2 22 0 16,10 27 6-16,18 32-1 16,5 16 3-16,4 6 52 15,4 7 38-15,2 4-59 16,3 12-25-16,3 26-14 16,15 11 22-16,7 11-1 15,5 3-12-15,6-2-1 0,6-3-7 16,0-12-2-1,0-8-1-15,2-12-11 0,-4-10-56 16,-2-12-127-16,-3-4-51 16,-5-20-64-16,-10-12-89 15,-6-5 72-15,-8-4 218 16,-6 4 109-16,0-1 108 16,0 9 126-16,-3 5 15 15,-4 8-2-15,0 7-36 16,2 7-7-16,2 2-69 15,0 11-87-15,2 14-28 16,1 7 8-16,0 6 0 0,0 1-5 16,9 0-5-16,5-5-10 15,3-5-8-15,1-9 0 16,-2-9-1-16,1-9-11 16,-2-2 6-16,-1-19-3 15,-4-9-27-15,-4-10-21 16,-5-5-13-16,-1-4-21 15,0-3-4-15,-14 6-15 16,-5 7-59-16,1 14-25 16,5 19-280-16,5 4 115 15,8 4-13-15</inkml:trace>
  <inkml:trace contextRef="#ctx0" brushRef="#br0" timeOffset="86361.7">20304 1988 1099 0,'0'0'332'0,"0"0"10"15,0 0-159-15,0 0-14 16,0 0-79-16,0 0-49 16,0 0-20-16,-68 69 5 15,68-46-5-15,10-5-11 16,4-3-1-16,1-5-8 15,0-5 1-15,-2-5-1 16,-2 0 10-16,-1-16-4 16,-3-2 2-16,-1 0 0 15,-3 2 14-15,-1 4 70 0,-1 7 39 16,1 5-7-16,1 0-41 16,5 3-47-16,6 18-9 15,7 8 34-15,4 10-4 16,5 8-1-16,1 6-5 15,1 0-10-15,-3 3-3 16,-4-1-6-16,-5-6-24 16,-6-2 0-16,-8-7-3 15,-6-4 0-15,0-6-4 16,-15-7-1-16,-6-4 1 16,-9-8-2-16,-5-7-8 15,-6-4-57-15,-22-18-86 0,8-5-211 16,7-2-511-16</inkml:trace>
  <inkml:trace contextRef="#ctx0" brushRef="#br0" timeOffset="86520.08">20821 2452 2336 0,'0'0'573'0,"0"0"-350"16,0 0-133-16,0 0-30 15,0 0-59-15,0 0-1 16,0 0-222-16,-10-50-1171 0</inkml:trace>
  <inkml:trace contextRef="#ctx0" brushRef="#br0" timeOffset="90123.02">19041 2148 1189 0,'0'0'339'0,"0"0"-94"15,0 0-134-15,0 0 12 16,0 0 14-16,0 0-10 16,120-29 16-16,-49 9-42 15,23-3-5-15,21-10 0 16,11-1-20-16,-5-2-19 15,-7 2-12-15,-13-2-8 16,-19 4-13-16,-13 3-9 0,-21 5-4 16,-5-3-10-1,3-8 7-15,2-4-7 0,0-10 8 16,-11-2 0 0,-12-4-9-16,-5-5 11 0,-10-3-10 15,-4-2 5-15,-6-1-5 16,0 2-1-16,-13 4 0 15,-7 2-11-15,-4 5-10 16,-4 6 11-16,-5 5-4 16,-1 3-4-16,-6 5-15 15,-1 4-19-15,-3 7 22 16,0 4-1-16,-5 7 4 16,-2 4 11-16,-5 6-10 15,-7 2 10-15,-4 2-1 16,-5 13 10-16,-1 4 7 0,-3 5 0 15,0 2 1-15,-1 4 1 16,0 1-1-16,2 0 0 16,1 2-1-16,4 3 8 15,6 1-7-15,3-1 7 16,6 4 7-16,4-1-3 16,3 0-5-16,6 2-5 15,2-2-2-15,0-3 5 16,6-2-4-16,2 0 4 15,4-1-5-15,3 1 0 16,2 0 0-16,1 3 0 16,1 1 14-16,0 3-4 0,3-1 2 15,1 0-6-15,3 1 12 16,1 1-3-16,5 1 7 16,5 0 7-16,3 0-9 15,0 1 13-15,5-2-7 16,12-3 2-16,6-3-1 15,8-7-4-15,11-3-3 16,19-5-5-16,2-7 11 16,7-5 2-16,6-7-14 15,-12-2 8-15,5-2-10 16,-8-10-3-16,-9-2 0 16,-10 1-7-16,-9-4-1 15,-8 0-1-15,-7-2 0 0,-8-3-13 16,-8-9-68-1,-2 5-218-15,0 6-368 0</inkml:trace>
  <inkml:trace contextRef="#ctx0" brushRef="#br0" timeOffset="90298.57">19385 1964 1355 0,'0'0'843'0,"0"0"-606"16,0 0-63-16,0 0-98 16,0 0-75-16,0 0-1 0,0 0-288 15,-35-10-1250-15</inkml:trace>
  <inkml:trace contextRef="#ctx0" brushRef="#br0" timeOffset="91943.38">20814 1247 552 0,'0'0'1309'16,"0"0"-988"-16,0 0-99 0,0 0-111 15,0 0-9-15,0 0-34 16,26 0-47-16,5-4-9 16,5 1-12-16,1 1-9 15,-2-1-61-15,-2 3-142 16,-8 0-324-16,-15 0-497 0</inkml:trace>
  <inkml:trace contextRef="#ctx0" brushRef="#br0" timeOffset="92120.36">20807 1481 753 0,'0'0'802'15,"0"0"-448"-15,0 0-173 16,0 0-53-16,0 0-9 16,0 0-58-16,105-26-32 15,-57 7-18-15,1-3-11 16,12-14-61-16,-12 5-184 15,-13 1-418-15</inkml:trace>
  <inkml:trace contextRef="#ctx0" brushRef="#br0" timeOffset="92385.09">21181 984 1620 0,'0'0'498'15,"0"0"-286"-15,0 0-96 16,0 0-10-16,0 0-60 16,0 0 24-16,90 31 10 15,-51-6-29-15,1 0-17 16,-1 3-10-16,-8 0-7 16,-8 4-7-16,-7 0 0 15,-13 4-3-15,-3 2-7 16,-21 4 0-16,-15 3-6 15,-6 0-165-15,7-10-217 16,14-16-1073-16</inkml:trace>
  <inkml:trace contextRef="#ctx0" brushRef="#br0" timeOffset="94432.59">22305 705 35 0,'0'0'1091'16,"0"0"-791"-16,0 0 11 0,-91-9-54 15,55 4-66-15,-3 2-45 16,3 0-78-16,5 1-38 16,7-1-14-16,9 1-4 15,6 1-3-15,3 1 1 16,5 0-1-16,1 0-1 15,0 0-7-15,0 1 1 16,0 17-1-16,0 10 10 16,1 9 25-16,5 12 28 15,-1 18 18-15,-1 18-10 16,2 22-16-16,2 8 1 0,3-6 43 16,2-10-13-1,1-15-42-15,1-15-2 0,2-13-8 16,-2-15-7-16,2-4-5 15,8 1 2-15,3-2-13 16,7 2-11-16,0-13-1 16,-4-10-8-16,-1-11-55 15,0-18-168-15,-11-15-396 16,-5-11-1034-16</inkml:trace>
  <inkml:trace contextRef="#ctx0" brushRef="#br0" timeOffset="95040.28">22616 852 593 0,'0'0'835'0,"0"0"-472"16,0 0-39-16,0 0-83 15,0 0-34-15,-87 21-44 16,70 0-44-16,2 4-56 16,5 7-24-16,1 3-6 15,4 6 10-15,5 0-4 16,0 3-3-16,0-2 0 16,12-2-8-16,2-5 2 15,2-5-4-15,2-5-7 16,1-7 4-16,0-5-8 15,0-6 0-15,0-7 3 16,1 0-2-16,0-16-4 0,4-10 6 16,-3-10-8-1,-3-6-2-15,-3-7-8 0,-8-2-10 16,-7-2-3-16,0 5-14 16,-9 3-1-16,-10 6 2 15,-2 6 1-15,0 9-1 16,-1 7-1-16,1 5-4 15,3 8-11-15,2 4-6 16,5 0-19-16,8 9 11 16,12 13-196-16,18-3-335 15,4-4-358-15</inkml:trace>
  <inkml:trace contextRef="#ctx0" brushRef="#br0" timeOffset="95371.62">23276 727 1435 0,'0'0'639'16,"0"0"-316"-16,0 0-5 15,0 0-156-15,0 0-104 16,0 0-42-16,0 0-5 16,0 61 23-16,9-22 26 0,3 6-14 15,2 3 1-15,2 1-5 16,0-3-12-16,-1-2-6 16,0-1-11-16,-2-2-12 15,2-7-1-15,0-1-8 16,24-12-105-16,-7-9-391 15,3-12-500-15</inkml:trace>
  <inkml:trace contextRef="#ctx0" brushRef="#br0" timeOffset="95825.34">23992 718 1340 0,'0'0'619'0,"0"0"-304"15,0 0-29-15,0 0-22 16,0 0-118-16,0 0-90 16,0 0-21-16,-42 51-5 15,33-22 5-15,-1 6 13 16,5 1 0-16,4 1-6 15,1 0-8-15,0-1-7 16,6-5-5-16,7-4-8 16,0-5-4-16,4-5-4 0,-2-9-4 15,1-4 7 1,1-4 1-16,0-4 4 0,3-15-2 16,-2-9-6-1,-2-6-5-15,-7-9-1 0,-6-4 0 16,-3 0-27-16,-6 2-6 15,-13 9 6-15,-1 7 3 16,1 11 6-16,1 7-12 16,6 6-1-16,3 4 5 15,2 1-22-15,5 0-48 16,8 10-228-16,11 1-210 16,5-4-433-16</inkml:trace>
  <inkml:trace contextRef="#ctx0" brushRef="#br0" timeOffset="96272.31">24207 355 1726 0,'0'0'494'0,"0"0"-316"16,0 0-52-16,0 0 8 15,0 0-40-15,0 0-47 16,101-17-21-16,-73 12-11 16,-5 2-8-16,-2-1 4 15,-7 1-2-15,-2 3 0 0,-4 0-2 16,2 0 3-16,1 8 11 16,2 16-3-16,7 7 23 15,2 11 14-15,2 10 6 16,-2 4-8-16,4 4 1 15,-3 1 3-15,3 1-6 16,-1 0-4-16,-2-2-9 16,2-4 5-16,-3-3-4 15,-4-5-9-15,0-4-1 16,-3-5-8-16,-6-5-9 16,-2-5 0-16,-2-6 3 15,-4-5 0-15,-1-4-2 16,0-2 2-16,-19 3-4 15,-30 9-2-15,-53 17-9 0,-77 24-2 16,12-2-88-16,-3-10-530 0</inkml:trace>
  <inkml:trace contextRef="#ctx0" brushRef="#br0" timeOffset="98201.49">22196 308 914 0,'0'0'315'0,"0"0"-60"0,0 0 20 16,0 0-87-16,0 0-62 15,0 0-73-15,-17 0-31 16,22 18 1-16,10 5 7 16,7 2 7-16,6-1-9 15,4-5-10-15,-1-3-4 16,-3-5-5-16,-2-7-1 16,-10-1-7-16,-4-3 9 15,-7 0 1-15,-5-3 15 16,0-11 6-16,0-4 9 15,-6-2-5-15,-5 2-2 0,5 2-15 16,0 6-8-16,5 5-10 16,1 3 0-16,0 2 0 15,4 0-1-15,16 14-1 16,2 5 1-16,7 8 0 16,0 1 12-16,0 2 6 15,-4-1 3-15,-4-2-9 16,-8-2-11-16,-3-4 13 15,-6-1-1-15,-4-4-3 16,0-2 8-16,-15-1 3 16,-5-1-9-16,-8-3-3 15,-4-2-9-15,-1-4-15 16,1-2-86-16,10-1-64 0,7-4-129 16,9-6-346-16</inkml:trace>
  <inkml:trace contextRef="#ctx0" brushRef="#br0" timeOffset="98468.6">22675 375 849 0,'0'0'761'15,"0"0"-456"-15,0 0-29 0,0 0-143 16,0 0-63-16,0 0-37 16,0 0-15-16,6 69 4 15,10-37 0-15,-1 1-6 16,1-2-7-16,2-3-9 16,11-6-73-16,-6-9-258 15,-5-7-688-15</inkml:trace>
  <inkml:trace contextRef="#ctx0" brushRef="#br0" timeOffset="98900.44">22918 251 1242 0,'0'0'499'0,"0"0"-228"15,0 0-124-15,0 0-73 16,0 0-33-16,0 0 12 16,0 0 4-16,52 46-26 15,-34-33-15-15,1-1-5 16,-5-4-4-16,-4-3-1 16,-4-5-5-16,-3 0 8 15,-1 0 6-15,-2-13-4 16,0-7-10-16,0-1 9 15,0-2-4-15,0 3 0 0,0 5 15 16,0 6 28-16,0 7-22 16,0 2-17-16,0 2-10 15,12 18 0-15,5 6 9 16,4 8 3-16,0 5 10 16,0 0 8-16,-2-2 0 15,-5-2-5-15,-2-2-11 16,-6-5-3-16,-3-5-11 15,-3-5-8-15,0-7-75 16,0-11-92-16,-3 0-140 16,-6-15-499-16</inkml:trace>
  <inkml:trace contextRef="#ctx0" brushRef="#br0" timeOffset="99157.49">23277 249 178 0,'0'0'912'16,"0"0"-688"-16,0 0-12 16,0 0-34-16,0 0-6 15,0 0-59-15,0 0-18 16,87 51-2-16,-83-21-15 16,-1 1 1-16,-3 3-7 15,2-2-18-15,1-3-29 16,1-4-6-16,6-7-11 15,4-7-7-15,5-6-1 16,10-5-29-16,19-20-133 16,-4-7-342-16,-7-4-567 0</inkml:trace>
  <inkml:trace contextRef="#ctx0" brushRef="#br0" timeOffset="99554.34">23526 127 624 0,'0'0'846'0,"0"0"-506"16,0 0-138-16,0 0-81 15,0 0-62-15,0 0-26 16,0 0 19-16,39 53-9 16,-18-34-20-16,1-2-4 15,-4-6-7-15,0-5-3 0,-6-6-1 16,-2 0-1-16,-2-5 5 15,-4-11-5-15,0-6 5 16,-1-2-1-16,-3 0 3 16,1 5 21-16,-1 3 0 15,0 7 20-15,0 5-17 16,2 4-18-16,5 4-20 16,2 15 7-16,4 8 8 15,4 6-3-15,-2 6-6 16,1 1 8-16,-2 2-12 15,-1-5 10-15,-6 0 0 0,-1-6-6 16,-6-6-6 0,0-5 0-16,0-7-43 0,-9-13-103 15,-4 0-191-15,2-8-572 0</inkml:trace>
  <inkml:trace contextRef="#ctx0" brushRef="#br0" timeOffset="99976.3">23841 120 593 0,'0'0'584'0,"0"0"-375"15,0 0-26-15,0 0-7 16,0 0-6-16,87-22-64 16,-71 22-30-16,-4 0-32 15,-3 12-13-15,0 2 1 0,-5 4-1 16,-2 0-6-1,-2 2-8-15,0-1-6 0,0-4-2 16,0-3-7-16,0-5 4 16,0-4 0-16,0-1 23 15,0-2 47-15,0 0 4 16,0 1-15-16,1 3-32 16,8 0-16-16,4 4 3 15,4 2 19-15,2 2-2 16,1 2-4-16,-4 1 12 15,0 2-12-15,-5-2-2 16,-3 2 4-16,-7 0 11 16,-1 0 15-16,0 0 2 15,-9-1-18-15,-7-1-17 0,-4-4-8 16,-5 0-8-16,-3-7-11 16,-2-3-1-16,-18-2-109 15,11-12-415-15,-1-4-1273 0</inkml:trace>
  <inkml:trace contextRef="#ctx0" brushRef="#br0" timeOffset="127166.1">22655 2074 598 0,'0'0'747'15,"0"0"-561"-15,0 0 25 16,0 0 12-16,0 0 3 16,0 0-52-16,55-15 28 0,48-21-41 15,45-19-65-15,25-12-32 16,4-6-16-16,-15 8-11 16,-30 7-14-16,-17 7-14 15,-28 10-3-15,-27 12 0 16,-23 9-5-16,-12 4 1 15,-1 2 7-15,-3 0-9 16,-6 3 0-16,-12 6-72 16,-23 15-122-16,-17 13-289 15,-11 4-363-15</inkml:trace>
  <inkml:trace contextRef="#ctx0" brushRef="#br0" timeOffset="127406.55">22739 2317 1597 0,'0'0'220'16,"0"0"-67"-16,0 0 91 16,0 0 86-16,160 38-23 15,-14-88-154-15,31-21-59 16,16-15-37-16,-11-3-24 16,-22 10-6-16,-9 5-11 15,-18 9-16-15,-28 16 9 16,-28 13-7-16,-28 14 4 15,-22 7-5-15,-3 5-1 16,-5 3-1-16,-19 10-32 16,-19 13-163-16,-29-1-1218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22:52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30838 2944 869 0,'0'0'621'0,"0"0"-529"15,0 0 50-15,0 0 54 16,-116-52-42-16,67 52-8 16,-4 0-19-16,-3 22 2 0,2 14-32 15,5 23-57-15,13 22-12 16,19 20 7-16,13-8-3 15,4-20-8-15,18-24-3 16,7-16-7-16,10 1 6 16,11-1 0-16,8-2 4 15,2-12 7-15,-1-11 8 16,-6-8 1-16,-8-8-1 16,-5-18-6-16,-8-11 4 15,-6-9-10-15,-5-20-16 16,-11-18-5-16,-6-20-5 15,-18-2 1-15,-7 14 4 16,1 28-5-16,4 25 6 16,1 11-7-16,-6 6-11 15,-5 13-50-15,-3 9-74 0,-1 48-146 16,8 10-94-16,11 3-336 16</inkml:trace>
  <inkml:trace contextRef="#ctx0" brushRef="#br0" timeOffset="482.11">30729 4003 1270 0,'0'0'276'0,"0"0"-14"15,0 0 47-15,0 0-53 16,-79-61-76-16,52 69-61 16,-6 21-37-16,0 13 10 15,1 11-7-15,3 7-1 16,9 1-23-16,9 1-13 15,11-1-18-15,1-5-13 16,21-9-5-16,9-9-5 16,6-11 1-16,2-13-2 15,1-13 3-15,3-1 3 16,-1-17-3-16,0-13-9 16,-2-7 0-16,-2-7 0 0,-9-8 1 15,-6-16-1-15,-13 6 0 16,-8-3 0-16,-2 3-9 15,-9 15-15-15,-12 5-4 16,-4 17-28-16,-7 16-47 16,-2 9-137-16,-7 43-147 15,10 1-335-15,9 2-764 0</inkml:trace>
  <inkml:trace contextRef="#ctx0" brushRef="#br0" timeOffset="948.16">30764 5138 692 0,'0'0'670'16,"0"0"-493"-16,0 0 113 16,-61-79 5-16,38 66-78 15,-4 13-27-15,-3 0-53 16,-1 27-9-16,-2 12-19 0,5 12-4 16,2 7-7-16,10 2-21 15,9 5-28-15,7-7-17 16,4-3-1-16,20-8-1 15,7-11-2-15,8-11-1 16,6-13-4-16,1-12-5 16,2 0 9-16,1-22-8 15,-3-12-2-15,-1-10-16 16,-5-9 0-16,-4-15 10 16,-11-16-11-16,-13 3 0 15,-12 9 1-15,0 15 4 16,-25 19-5-16,-14 7-42 15,-34 14-55-15,-64 42-96 16,12 18-326-16,-11 12-394 0</inkml:trace>
  <inkml:trace contextRef="#ctx0" brushRef="#br0" timeOffset="2791.72">30612 2057 568 0,'0'0'531'0,"0"0"-272"0,0 0-32 16,0 0-102-16,0 0-69 16,0 0-36-16,0 0-10 15,-35 56 1-15,32-14 6 16,3 7 20-16,0 2 13 15,0-1-11-15,0-3-7 16,0-5-21-16,2-3-10 16,-2-8 5-16,0-6-6 15,0-8-9-15,0-6-38 0,-11-6 0 16,-5-5 18-16,-1 0 7 16,-4-14 9-16,-1-8 11 15,-1-3 0-15,3-5 2 16,1-1 2-16,3 4 18 15,7 5 7-15,2 9 34 16,4 7-14-16,3 6-33 16,0 6-14-16,8 14 0 15,8 6 0-15,5 4 11 16,0-1 5-16,4 0 3 16,3-5-6-16,2-5-5 15,2-6-7-15,-4-4 5 16,0-9-3-16,-4 0 3 0,-3-9-5 15,-2-11 7-15,-4-7-7 16,-4-4 12-16,-5-3-7 16,-3 2-5-16,-2 6 0 15,-1 7-1-15,0 11 6 16,0 8-6-16,-9 14-11 16,-8 21 11-16,-3 11-1 15,-7 24-10-15,-1 37-87 16,4-13-176-16,3-6-485 0</inkml:trace>
  <inkml:trace contextRef="#ctx0" brushRef="#br0" timeOffset="27497.88">27998 10004 899 0,'0'0'928'0,"0"0"-633"16,0 0-22-16,0 0-16 16,54-80-33-16,-8 49-80 0,24-7-61 15,27-4-14 1,19-6-16-16,-9 7-19 0,-24 11-17 15,-31 12-8-15,-24 7-8 16,1-3-1-16,-4 3-9 16,-5 0-63-16,-9 1-69 15,-8 1-130-15,-3-8-223 16,-8 5-244-16,-6-2-418 0</inkml:trace>
  <inkml:trace contextRef="#ctx0" brushRef="#br0" timeOffset="27751.57">28465 9498 1547 0,'0'0'388'0,"0"0"-81"16,0 0-144-16,0 0 11 0,88-19-52 16,-40 15-43-16,5 1-27 15,-1 3-20-15,-5 0-6 16,-10 7-6-16,-7 8-13 15,-8 2-1-15,-10 4-6 16,-7 3 2-16,-5 1-1 16,0 1 6-16,-11 2-7 15,-1-4-31-15,2-4-72 16,1-10-180-16,5-6-282 16,4-4-494-16</inkml:trace>
  <inkml:trace contextRef="#ctx0" brushRef="#br0" timeOffset="28443.26">29041 8660 1517 0,'0'0'350'0,"0"0"-23"16,0 0-6-16,0 0-88 15,0 0-127-15,0 0-81 16,0 0 5-16,-2 72 25 16,28-19 4-16,4 4-21 15,-1-4-8-15,1-4-12 16,-4-4-10-16,-3-6-8 0,-5-5 0 16,-4-9 0-16,-7-8-2 15,-2-11-29-15,-5-6 20 16,0-6 1-16,0-18 2 15,0-10-6-15,0-6 0 16,0-2 5-16,4-2-7 16,9 10-10-16,7 5 5 15,-2 10 5-15,0 7 4 16,-2 7 6-16,-1 3 4 16,-6 2-10-16,-1 5 3 15,-6 10 8-15,-2 7 1 16,-2 6 1-16,-12 2 0 15,-4 3 0-15,0-1 0 0,2-2 0 16,5-2 0 0,7-7 0-16,4-4-1 0,3-8-14 15,19-9-21-15,12 0-9 16,10-16 16-16,6-11 13 16,2-9-19-16,-5-5-45 15,-10-8 4-15,-10 1 32 16,-11-6 22-16,-8 1 17 15,-8 7 4-15,0 6 18 16,0 13 49-16,0 12 32 16,0 10 15-16,0 5-57 15,0 14-44-15,6 14 3 16,9 8 32-16,3 5-1 0,3 2-16 16,-2 1-11-1,-1-8-9-15,-3-4-10 0,-5-6-1 16,-4-9-63-16,-4-9-152 15,-4-8-110-15,-11-15-311 16,-8-9-783-16</inkml:trace>
  <inkml:trace contextRef="#ctx0" brushRef="#br0" timeOffset="28578.96">29456 8325 819 0,'0'0'346'16,"0"0"-241"-16,0 0-9 0,0 0 14 15,0 0-56 1,146 99-47-16,-87-65-7 0,-8-3-338 0</inkml:trace>
  <inkml:trace contextRef="#ctx0" brushRef="#br0" timeOffset="28953">29785 8564 1213 0,'0'0'270'0,"0"0"-145"16,0 0 98-16,0 0 1 15,19 80-87-15,-11-48-12 16,-1-1-17-16,-2 1-37 16,-1-6-26-16,-2-4-19 0,-2-8-14 15,0-8-3-15,0-6 11 16,0-6 97-16,-2-20-24 15,1-10-26-15,1-8 0 16,0-2-19-16,9 0-18 16,7 8 0-16,4 11 3 15,0 12-5-15,2 8-10 16,1 7 0-16,3 5-7 16,2 14-5-16,0 9 10 15,2 5-1-15,-5 1-7 16,-4-1-8-16,-3 0 0 15,-6-2-6-15,-2-5-100 16,0-9-174-16,-4-5-416 16,-2-12-641-16</inkml:trace>
  <inkml:trace contextRef="#ctx0" brushRef="#br0" timeOffset="29578.19">30295 8252 929 0,'0'0'769'15,"0"0"-487"-15,0 0 74 16,0 0-120-16,0 0-58 16,0 0-113-16,0 0 0 15,-86 68 18-15,71-20-14 16,3-1-18-16,6 0-12 16,6-5-23-16,0-8-10 15,15-8-5-15,7-11 0 16,8-9 1-16,3-6-2 0,2-11-16 15,1-16-6-15,-4-9-19 16,-7-7-9-16,-5-3 0 16,-7-5 19-16,-9 1 20 15,-4 6 10-15,0 7 1 16,-3 11 0-16,-8 9 9 16,-2 10-1-16,3 7 2 15,-2 1-9-15,5 16 0 16,2 8 0-16,4 8-1 15,1 2-1-15,1 2 1 16,13 0 0-16,6-5 1 16,3-6 0-16,1-6-1 0,4-9-1 15,1-10 1-15,-1-1-8 16,-4-8-10-16,-4-13-22 16,-6-9 9-16,-5-5 13 15,-5-7 11-15,-2-1 7 16,-2 2 7-16,0 3 4 15,0 8 23-15,0 9 12 16,0 8 2-16,0 10-9 16,0 3-25-16,9 8-14 15,6 12 2-15,6 8 21 16,4 2 7-16,3 4-4 16,4-4-14-16,2-2 0 15,-1-5-12-15,-2-6 0 0,-4-7 0 16,-5-10-61-16,-7 0-93 15,-3-21-167-15,-8-26-270 16,-2 4-88-16,-2-1-458 16</inkml:trace>
  <inkml:trace contextRef="#ctx0" brushRef="#br0" timeOffset="29943.08">30918 8028 430 0,'0'0'785'16,"0"0"-431"-16,0 0-157 15,0 0-97-15,0 0 52 16,0 0-29-16,0 0-22 15,51 53-16-15,-22-46-31 16,2-5-16-16,-3-2-14 16,-1 0-8-16,-5-9-2 15,-6-11-7-15,-5-5 4 16,-6-5-10-16,-2-1 10 0,-3 1 3 16,0 5 32-16,0 7 60 15,0 8 25-15,0 10-4 16,0 0-67-16,0 14-38 15,0 13 13-15,0 7 15 16,13 8 0-16,11 3 2 16,8 2 1-16,5 1-2 15,6 0-7-15,0-2-8 16,0-4-6-16,-5-6-9 16,-10-5-12-16,-10-5-8 0,-9-9-1 15,-9-1 6 1,-6-3-6-16,-21-1 0 0,-14 1-26 15,-36 8-100-15,7-4-206 16,6-3-806-16</inkml:trace>
  <inkml:trace contextRef="#ctx0" brushRef="#br0" timeOffset="35366.46">29973 9525 1128 0,'0'0'313'16,"0"0"-123"-16,-85 7 77 16,49 17-38-16,7 10-72 15,6 11-30-15,10 5-14 16,13-2-21-16,0 2-22 15,17-5-19-15,12-7-17 16,7-9-15-16,2-7-8 0,8-9-10 16,4-11-1-1,1-2-91-15,5-37-204 0,-14 0-430 16,-11-6-804-16</inkml:trace>
  <inkml:trace contextRef="#ctx0" brushRef="#br0" timeOffset="35557.82">30170 9152 1167 0,'0'0'318'0,"0"0"52"16,0 0-112-16,0 0-81 15,-25 92 1-15,25-17-15 16,10-2 0-16,5-7-88 16,0-9-22-16,0-11-30 0,5 0-18 15,5 4-5 1,3-10-145-16,12-16-173 0,-7-13-380 15,-7-11-349-15</inkml:trace>
  <inkml:trace contextRef="#ctx0" brushRef="#br0" timeOffset="36658.22">30518 9252 871 0,'0'0'508'0,"0"0"-191"15,0 0-117-15,0 0-5 16,-19 74-24-16,8-32-59 15,2 4-27-15,1-2-29 16,3-1-24-16,2-7-18 16,1-9-8-16,2-8-5 15,0-12 5-15,0-7-6 0,0 0 19 16,2-20 17-16,6-13-29 16,0-9-6-16,2-8 1 15,0 2-1-15,1 2 1 16,0 8-1-16,0 11 0 15,-2 10 0-15,-1 12-1 16,0 5 1-16,-1 12-1 16,0 14 14-16,1 6 8 15,2 4-6-15,0 0-4 16,4-3-12-16,5-8 0 16,2-8 1-16,3-9-1 0,-1-8-1 15,2-14-36 1,0-14-26-16,-3-10-34 15,-5-7 35-15,-5-3 19 0,-8 0 24 16,-4 4 18-16,0 10 0 16,-1 10 1-16,-5 10 10 15,-1 9 18-15,2 5-4 16,2 0-17-16,3 10-6 16,0 7 0-16,0 0 0 15,16 2 0-15,5-1 0 16,6 1-1-16,3-2 0 15,-2 1 1-15,-1-1-1 16,-6 3 1-16,-6 0-1 16,-9-1 0-16,-4 1 0 0,-2-4 0 15,0-2 1-15,-4-6 0 16,1-4-1-16,2-4 1 16,1-6-1-16,0-16-59 15,13-12-21-15,5-8-11 16,5-6 24-16,-1-5 22 15,-4 2 30-15,-2 1 14 16,-7 9 1-16,-4 8 12 16,-5 12 34-16,0 6 41 15,0 11 9-15,-8 4-29 16,-1 0-42-16,-1 11 2 16,4 4-12-16,3 5-2 15,3-1 3-15,0-2-10 0,7 0 0 16,10-1 0-1,2-2 0-15,4-3-4 0,-1 1 4 16,0 0-5-16,-4-2 0 16,-5 1 0-16,-3-2-1 15,-4 1 1-15,-5 1 0 16,-1-2 0-16,0 2 1 16,0-2-1-16,-9 2 11 15,1-2-11-15,0 1 5 16,2-2-6-16,3 0 0 15,1-4 0-15,2-1 0 16,0-3-1-16,15 0 1 16,5 0 0-16,5-11 0 15,3-6 0-15,-1-5-28 16,-2-7-9-16,-5-1-9 0,-4-7 18 16,-5-3 17-16,-4-1 11 15,-1 2 0-15,-2 5 0 16,-2 7 12-16,-1 11 34 15,1 9 37-15,-1 7-9 16,4 5-47-16,1 17-4 16,6 8 35-16,-2 5 12 15,5 2-9-15,-1 0-25 16,-1-3-24-16,-1-5-6 16,-1-6-6-16,-4-7-99 15,-3-16-144-15,-1 0-285 16,-3-14-493-16</inkml:trace>
  <inkml:trace contextRef="#ctx0" brushRef="#br0" timeOffset="36802.5">31327 8741 1096 0,'0'0'197'16,"0"0"-22"-16,0 0-107 15,0 0-37-15,0 0-2 16,0 0-29-16,0 0-71 15,90 60-306-15</inkml:trace>
  <inkml:trace contextRef="#ctx0" brushRef="#br0" timeOffset="37249.1">31415 8636 1145 0,'0'0'562'0,"0"0"-92"15,0 0-297-15,0 0-56 16,0 0 19-16,0 0 47 16,64 97-46-16,-32-45-42 15,2 9-24-15,-1 4-9 16,-2 2-25-16,-1-5-25 16,-5-3-12-16,-1-10 0 15,-7-11 0-15,-2-13-8 16,-6-11-34-16,-5-9-12 0,-1-5 8 15,0-12-12 1,-3-12-47-16,0-6-16 0,-4-6 24 16,-7-3-6-16,1 1 34 15,-4 1 45-15,1 4 22 16,1 5 2-16,3 6 0 16,4 4 0-16,4 6 8 15,1 4-7-15,4 5 0 16,16 3 1-16,5 0 5 15,2 5 5-15,3 10-2 16,-2 2 5-16,-1 3 8 16,-6-3-10-16,-3 2-4 15,-8-4-9-15,-2-2 0 16,-8-3-89-16,0-6-241 16,0-4-352-16</inkml:trace>
  <inkml:trace contextRef="#ctx0" brushRef="#br0" timeOffset="37402.1">31712 8647 529 0,'0'0'527'15,"0"0"-379"-15,0 0-37 16,0 0-40-16,0 0-1 16,0 0-35-16,130 89-35 15,-81-71-222-15,-9-4-599 0</inkml:trace>
  <inkml:trace contextRef="#ctx0" brushRef="#br0" timeOffset="37616.88">32027 8610 430 0,'0'0'1075'0,"0"0"-582"16,0 0-213-16,0 0-77 15,-85 12-53-15,73 13-13 16,4 6-17-16,4 4-49 15,4 2-17-15,7 0-14 16,15-3-25-16,7-7-9 16,8-3-5-16,5-10-1 15,3-7-70-15,20-11-211 16,-12-16-277-16,-9-5-471 0</inkml:trace>
  <inkml:trace contextRef="#ctx0" brushRef="#br0" timeOffset="38166.16">32242 8601 355 0,'0'0'967'0,"0"0"-600"0,0 0-83 16,0 0-112-16,-82 38-39 15,74-11-27-15,5 5 1 16,3 5-4-16,0-1-14 16,2 0-22-16,11-5-34 15,2-9-23-15,4-7-4 16,-1-10-6-16,2-5-50 15,-1-6-58-15,-2-16-37 0,-4-6-20 16,-3-5 10 0,-4-2 53-16,-1 3 59 0,-5 1 43 15,0 7 9-15,0 7 66 16,0 8 33-16,0 9 3 16,-5 0-46-16,1 6-41 15,2 13 10-15,2 3 3 16,0 1-10-16,0 0 0 15,11-3-11-15,5-6-4 16,1-6-6-16,0-6-5 16,-1-2 0-16,0-10-1 15,-4-11-59-15,-3-7-4 16,-5-8 0-16,-4-3 30 16,0-11 23-16,-16-18 10 0,-11-24 0 15,-1 5 13 1,4 12 34-16,3 16 72 0,9 34-15 15,2 6 84-15,2 9-80 16,8 10-71-16,0 15-31 16,11 17-5-16,14 10 5 15,8 9 6-15,7 6-2 16,2 0-1-16,0-2 0 16,-4 1-9-16,-8-5 0 15,-7 1-33-15,-12 4-173 16,-6-11-292-16,-5-14-428 0</inkml:trace>
  <inkml:trace contextRef="#ctx0" brushRef="#br0" timeOffset="38367.25">32425 8400 1190 0,'0'0'229'0,"0"0"87"15,0 0-149-15,0 0-31 16,0 0-35-16,90 22-2 15,-57 12-15-15,-5 2-21 16,-4 3-31-16,-8-3-20 16,-6-2-12-16,-7-5 0 15,-3-3-164-15,0-8-164 16,-6-10-279-16</inkml:trace>
  <inkml:trace contextRef="#ctx0" brushRef="#br0" timeOffset="38492.68">32567 8291 838 0,'0'0'166'0,"0"0"54"0,0 0-135 16,0 0-62-16,0 0-20 15,0 0-3-15,109 44-252 16,-74-23-553-16</inkml:trace>
  <inkml:trace contextRef="#ctx0" brushRef="#br0" timeOffset="38819.97">32752 8252 1068 0,'0'0'362'15,"0"0"145"-15,0 0-281 0,0 0-53 16,0 0-35 0,0 0-3-16,-81 100-14 0,81-57-26 15,0-2-25-15,14-4-35 16,4-7-11-16,5-5-14 15,1-13-4-15,2-5 2 16,-1-7-7-16,-2-2-1 16,-3-19-11-16,-2-4-13 15,-7-6-1-15,-7-7 5 16,-4-4 3-16,-3-4 2 16,-13 4 7-16,-4 8 1 15,1 11-2-15,2 13-9 0,4 10-93 16,7 3-47-1,6 15-17-15,2 13-98 0,14-8-254 16,2-3-251-16</inkml:trace>
  <inkml:trace contextRef="#ctx0" brushRef="#br0" timeOffset="39209.61">33051 8236 1104 0,'0'0'348'16,"0"0"-164"-16,0 0-95 16,0 0 69-16,0 0-16 15,0 0-46-15,10 75-23 16,-7-58-25-16,1-4-26 0,-2-3-12 16,2-5-4-16,-1-5-4 15,-2 0 8-15,2-7 21 16,3-13-12-16,2-8-10 15,2-10 3-15,2-6 12 16,2-2 11-16,2 1 44 16,-2 7 22-16,0 12 5 15,3 13-30-15,2 13-37 16,3 5-20-16,5 21 7 16,3 12 27-16,1 7 6 15,-1 5-14-15,-1 2-11 16,-5-1-7-16,-2-3-5 15,-3-6-11-15,-5-2-10 0,-4-3-1 16,-10 12-41-16,-4-9-185 16,-13-8-568-16</inkml:trace>
  <inkml:trace contextRef="#ctx0" brushRef="#br0" timeOffset="42493.03">30346 10071 1337 0,'0'0'316'0,"0"0"30"15,0 0-20-15,0 0-63 16,0 0-85-16,0 0-98 0,0 0-50 15,-13 38 67-15,29 14-13 16,0 6-24-16,4 1-14 16,0-2-8-16,-1-6-20 15,0-4-12-15,-4-7-6 16,-3-9 1-16,-5-10-1 16,-5-7-39-16,-2-8-20 15,-2-6-2-15,-19 0-29 16,-7-13-28-16,-8-8 27 15,-4-6 37-15,2 0 29 16,5 2 19-16,7 7 6 16,8 7 25-16,10 9 26 15,8 2-33-15,0 14-5 16,16 11 32-16,10 4 15 16,12 0-12-16,8-2-5 0,6-4-5 15,2-6-17-15,1-3-20 16,0-8 6-16,-3-6-5 15,-5 0-1-15,-7-10-1 16,-8-12-4-16,-6-3-17 16,-10-8 0-16,-5-3 0 15,-4-4 11-15,-5 2 9 16,-2 7 1-16,0 9 1 16,0 12 9-16,-3 10 14 15,-6 6-15-15,0 22 0 16,0 11 13-16,0 9 17 15,3 3-6-15,0 2-10 16,3 0-4-16,0-4-11 16,2 0-7-16,1 0-1 15,0 1-8-15,-2 15-127 0,0-9-405 16,-2-15-874-16</inkml:trace>
  <inkml:trace contextRef="#ctx0" brushRef="#br0" timeOffset="43189.36">29512 11606 939 0,'0'0'350'0,"0"0"-80"15,0 0 35-15,0 0-44 16,0 0-84-16,-86-53-54 16,56 60-25-16,-3 18-3 15,0 8 15-15,5 4-10 16,8 1-27-16,12-8-22 16,8-5-18-16,11-5-9 15,21-5 5-15,11-4 3 16,8 2-15-16,4-2-8 15,-4-1-9-15,-4 0 1 0,-9-1 0 16,-10 2 0-16,-9-2 0 16,-11 1-1-16,-8 2 1 15,0 0 8-15,-21 3-8 16,-10 4 6-16,-7-1-6 16,-7 1 0-16,-4-4-1 15,-1-1 0-15,5-3-28 16,7-4-63-16,15-1-93 15,23-6-77-15,0 0-267 16,10-6-294-16</inkml:trace>
  <inkml:trace contextRef="#ctx0" brushRef="#br0" timeOffset="43381.08">29646 11610 1189 0,'0'0'396'0,"0"0"84"16,0 0-252-16,0 0-100 15,0 0 25-15,0 0-18 16,79 75-47-16,-59-37-38 16,-5-1-28-16,-4-3-13 15,-4-2-9-15,-3-5-28 16,-4-4-153-16,0-8-161 16,0-9-392-16</inkml:trace>
  <inkml:trace contextRef="#ctx0" brushRef="#br0" timeOffset="43547.37">29672 11269 428 0,'0'0'800'0,"0"0"-488"0,0 0-81 16,0 0-144-16,0 0 1 16,0 0-48-16,80 82-27 15,-41-43-13-15,18 21-34 16,-8-10-170-16,-6-10-446 0</inkml:trace>
  <inkml:trace contextRef="#ctx0" brushRef="#br0" timeOffset="43999.17">30095 11405 557 0,'0'0'707'0,"0"0"-397"0,0 0-2 16,0 0-28-16,-92-61-93 15,64 61-88-15,2 20-19 16,4 8-8-16,5 5-23 15,10 2-27-15,7-2-11 16,0-3-4-16,18-3 0 16,4-10-1-16,5-9 9 15,3-8 2-15,0-3-2 16,-3-18-3-16,-4-4-2 16,-6-4-4-16,-4 3 3 15,-7 3 0-15,-3 6 24 16,-1 8 44-16,-2 9 1 0,0 0-45 15,3 25-16 1,2 11-4-16,4 12 18 0,8 11-1 16,5 10-7-16,7 1 11 15,2 1 2-15,0-4-16 16,-2-1-11-16,-7-9-9 16,-10-6 2-16,-9-9-1 15,-3-10 0-15,-3-9 7 16,-17-9-8-16,-10-6 6 15,-9-8-4-15,-5 0-2 16,-3-19-1-16,3-5-33 16,5-6-40-16,11-1-24 15,12 0-64-15,14-3-78 16,14-7-91-16,18 7-327 16,1 1-355-16</inkml:trace>
  <inkml:trace contextRef="#ctx0" brushRef="#br0" timeOffset="44563.22">30352 11554 1340 0,'0'0'384'0,"0"0"-5"16,0 0-214-16,0 0-77 16,0 0 42-16,0 0-12 15,25 81-23-15,-17-49-34 16,-2-3-18-16,-2 0-17 15,-1-7-17-15,-3-4-2 0,0-3-6 16,0-7 0-16,0-6-1 16,0-2 0-16,-4-7-15 15,-4-19-12-15,1-10 15 16,2-9 12-16,3-6-1 16,2 2 1-16,0 9 0 15,13 10 2-15,2 11 4 16,2 12 0-16,3 7 0 15,-1 0 3-15,5 14 0 16,-2 9-3-16,2 0-6 16,-6 4 1-16,0-2 5 15,-7-2-1-15,-4-1-4 16,-4-5-1-16,-3-6 0 0,0-5 6 16,0-6 5-16,-7 0 2 15,-4-12 6-15,-2-12 1 16,4-10 11-16,3-7 16 15,6-2-17-15,0 2-4 16,7 7-2-16,11 5-1 16,2 13-7-16,4 11-1 15,1 5-6-15,0 11-1 16,0 14-7-16,-2 7 6 16,-4 5-7-16,-3 0 0 15,-5 0-1-15,-2-2 1 16,0-4-12-16,-2-4-69 15,9-12-204-15,-2-6-324 0,0-9-484 16</inkml:trace>
  <inkml:trace contextRef="#ctx0" brushRef="#br0" timeOffset="45119.12">30913 11255 1362 0,'0'0'371'16,"0"0"-42"-16,0 0-145 15,0 0-33-15,0 0-26 16,-80 92-21-16,72-54 2 16,6 2-32-16,2-2-20 15,2-4-20-15,13-8-17 16,1-6-10-16,3-6-1 16,2-13 9-16,-1-1-6 0,-1-10 6 15,0-12-15-15,-4-7-5 16,0-4-16-16,-7-6-1 15,-5 2-11-15,-3-4-1 16,0 7 5-16,-12 3 13 16,-6 9 4-16,-3 12-7 15,1 10 1-15,3 2 6 16,5 15 1-16,7 10 5 16,5-2 5-16,6 1-19 15,18-1-29-15,9-5-3 16,3-7-12-16,0-8-37 15,-2-5 5-15,-6 0 1 16,-6-16 1-16,-9-5 27 16,-6-5 50-16,-4-2 17 15,-3-2 15-15,0-2 39 0,0 5 29 16,-6 8 20-16,2 6 19 16,2 9 7-16,2 4-53 15,0 8-53-15,8 16-1 16,9 5 33-16,4 8-12 15,-1-1-17-15,1 0-10 16,-4 0-8-16,-3-6-7 16,-5-7-1-16,-2-7-57 15,-4-7-115-15,-3-9-105 16,-7-11-250-16,-5-9-571 0</inkml:trace>
  <inkml:trace contextRef="#ctx0" brushRef="#br0" timeOffset="45254.19">31092 11005 897 0,'0'0'236'0,"0"0"-167"16,0 0-5-16,0 0 27 15,0 0-44-15,77 73-25 16,-20-37-22-16,-8-8-108 16,-3-2-513-16</inkml:trace>
  <inkml:trace contextRef="#ctx0" brushRef="#br0" timeOffset="45709.67">31684 11064 537 0,'0'0'815'0,"0"0"-467"0,0 0-26 16,0 0-77 0,0 0-92-16,0 0-57 0,-93 17 1 15,71 12 3-15,3 4-24 16,5 1-18-16,6 1-10 15,4-1-18-15,4-1-12 16,0-8-8-16,12-5-4 16,2-9-5-16,3-9 6 15,4-2 13-15,-1-13-16 16,1-13-4-16,-2-7-16 16,-4-11-5-16,-6-18 9 15,-9-24 10-15,0-30 2 0,-18-15-6 16,-7-2 6-16,2 25 0 15,7 38 0-15,4 27 20 16,4 23 37-16,1 7-30 16,2 7-7-16,0 6-20 15,3 16-4-15,2 32-1 16,0 25 5-16,27 24 37 16,13 12 20-16,5 0 12 15,1-5-3-15,-13-12-27 16,-10-16 33-16,-9-15-41 15,-6-16-31-15,-2-3-1 16,-3 20-129-16,-2-10-354 16,-1-6-955-16</inkml:trace>
  <inkml:trace contextRef="#ctx0" brushRef="#br0" timeOffset="46262.16">30207 12378 1222 0,'0'0'388'15,"0"0"-41"-15,0 0 27 0,0 0-75 16,0 0-84 0,155-81-54-16,20 7-29 15,30-9-38-15,6 2-14 0,-23 13-13 16,-35 16-12-16,-20 10-11 15,-33 11-22-15,-33 9-4 16,-31 11-10-16,-17 4-1 16,-5 2-6-16,-5 1-2 15,-3 1-24-15,-6 3-50 16,-12 5-73-16,-55 31-130 16,1-2-296-16,-11 0-312 0</inkml:trace>
  <inkml:trace contextRef="#ctx0" brushRef="#br0" timeOffset="46567.94">30301 12584 1011 0,'0'0'1044'0,"0"0"-854"16,0 0 95-16,0 0 77 15,155-42-97-15,8-13-59 16,34-10-50-16,15-3-31 15,-7 7-23-15,-30 9-27 16,-14 2-30-16,-21 5-33 16,-37 6 0-16,-33 11-11 15,-25 8 0-15,-15 5-1 16,-2-3 0-16,-4 3 2 16,-2 0 4-16,-7 3-5 0,-10 4 8 15,-4 2-9 1,-1 0 0-16,-7 2-39 0,-19 0-87 15,-46 0-116-15,4 2-260 16,-3-6-831-16</inkml:trace>
  <inkml:trace contextRef="#ctx0" brushRef="#br0" timeOffset="46756.81">32340 11765 2111 0,'0'0'541'16,"0"0"-450"-16,0 0 53 15,0 0-8-15,0 0-56 0,-97 13-53 16,52-1-27-16,4-2-260 16,-4 0-1090-16</inkml:trace>
  <inkml:trace contextRef="#ctx0" brushRef="#br0" timeOffset="47871.18">27788 14125 1517 0,'0'0'285'0,"0"0"-21"16,0 0 24-16,0 0-153 15,0 0-73-15,0 0 53 16,7 99-5-16,5-51-41 16,3 0-44-16,-3-6-14 15,0-6-11-15,-3-7-149 0,-6-9-344 16,-3-13-547-16</inkml:trace>
  <inkml:trace contextRef="#ctx0" brushRef="#br0" timeOffset="48027.76">27694 13948 895 0,'0'0'648'0,"0"0"-426"15,0 0-19-15,0 0-125 16,0 0-28-16,83 3-33 16,-37 8-17-16,11 9-127 15,-9-2-274-15,-9-6-586 0</inkml:trace>
  <inkml:trace contextRef="#ctx0" brushRef="#br0" timeOffset="48399.07">28212 13921 1358 0,'0'0'402'0,"0"0"-115"16,0 0-4-16,35 87-10 15,-9-9-43-15,9 28-61 16,4 9-35-16,0-6-9 15,-5-23-43-15,-7-29-27 16,-6-12-23-16,-4-11-23 16,2 2-9-16,-2-3 0 15,-1-7-1-15,-7-15 0 16,-1-11 1-16,-2-10 9 0,0-22-9 16,0-8-27-16,-1-10-12 15,-5-3-8-15,0 3 0 16,-11 9 18-16,-15 6 19 15,-9 12 8-15,-10 14 1 16,-5 9 0-16,-5 7 0 16,1 16 1-16,8 4 0 15,10 0 1-15,13-5-1 16,20-4-1-16,5-7-5 16,43-10-19-16,54-5-152 15,-6-15-307-15,1-5-471 0</inkml:trace>
  <inkml:trace contextRef="#ctx0" brushRef="#br0" timeOffset="49015.63">29277 14083 947 0,'0'0'772'0,"0"0"-454"16,0 0-57-16,0 0-129 15,0 0-19-15,0 0 46 16,-6 96-52-16,6-60-45 16,3 1-24-16,4-6-20 15,-3-6-4-15,-1-5-13 0,0-8 5 16,-3-10-6-16,0-2 0 15,0-7-11-15,0-18-50 16,0-10 18-16,-1-6 25 16,1-9 10-16,0 0 1 15,9 5 7-15,10 6 0 16,6 8 3-16,4 13-3 16,0 15 0-16,4 3 6 15,-1 11 6-15,-3 12-3 16,-4 7-2-16,-8 1 5 15,-4 3 0-15,-8-2-3 0,-5-3 5 16,0-5-4 0,-3-7-4-16,-7-8 1 0,-1-8 8 15,0-1 30 1,-1-13-1-16,1-12-1 0,4-10 9 16,5-6-2-16,2-5-20 15,9-1-14-15,11 6-5 16,5 10 1-16,3 10-11 15,4 13 8-15,-1 8-8 16,2 12-1-16,-3 15-1 16,-2 7 1-16,-6 5 6 15,-1 2-6-15,-6-2 0 16,-2 0-5-16,-2-6-97 16,-5-6-178-16,-2-10-529 0,-4-11-1077 15</inkml:trace>
  <inkml:trace contextRef="#ctx0" brushRef="#br0" timeOffset="50014.38">29894 13839 1272 0,'0'0'587'16,"0"0"-270"-16,0 0-71 16,0 0-98-16,0 0-46 15,0 0 32-15,9 73-28 16,6-35-34-16,0 3-5 15,1 0-24-15,1-4-25 16,0-6-9-16,0-8-3 0,-1-6-6 16,-1-11-24-1,0-6-37-15,-3-9-12 0,1-18-45 16,-4-7 7-16,-3-10 41 16,0-4 33-16,-4-3 19 15,-1 1 13-15,-1 4 5 16,0 9 16-16,0 13 25 15,0 7 26-15,0 12 9 16,0 5-16-16,0 5-35 16,0 18-15-16,0 10 25 15,0 4 1-15,5 5-9 16,4-2 0-16,1-3-8 16,5-4-12-16,0-9-6 15,1-6 0-15,-1-10-1 16,3-8-17-16,-4 0-19 0,2-21-11 15,-4-8-26-15,1-10-2 16,-4-7 22-16,-1-7 11 16,-2 3 21-16,-1 5 20 15,-1 9 1-15,-3 14 0 16,-1 13 21-16,0 9 7 16,0 3-17-16,0 20-5 15,0 12 10-15,5 5 6 16,5 6-2-16,9-3-5 15,5-6-9-15,2-6 0 0,4-9-5 16,-2-8 0 0,0-11-1-16,-4-3-24 0,-3-12-43 15,-3-15-45-15,-5-9-25 16,-4-10 5-16,-6-15 32 16,-3-20 32-16,0 5 43 15,-7 9 16-15,-4 9 9 16,3 21 16-16,0-4 36 15,0 4 45-15,2 12 44 16,1 11-34-16,3 12 8 16,2 2-82-16,0 21-23 15,0 15 5-15,15 7 10 16,6 8-17-16,3 4 1 16,4 1 0-16,4 2 1 15,-3-7-4-15,0-4-4 0,-3-10-1 16,-3-12-1-16,-3-14-52 15,0-11-40-15,-1-6 4 16,-2-26 9-16,1-9 16 16,-5-9 28-16,-3-6 17 15,-8-2 17-15,-2 2 1 16,0 5 7-16,-8 5 46 16,-3 13 54-16,3 12 32 15,4 12-17-15,2 9-31 16,2 1-59-16,0 23-22 15,9 11 10-15,7 9 7 16,6 5-9-16,1 3-6 16,1 0-1-16,-2-6-11 15,-5 0 0-15,-6-6-1 16,-7-6-18-16,-4-6-117 16,-15-9-189-16,-9-7-316 0,-2-12-643 15</inkml:trace>
  <inkml:trace contextRef="#ctx0" brushRef="#br0" timeOffset="50197.39">30775 13607 1098 0,'0'0'185'15,"0"0"25"-15,0 0-7 16,81 2-35-16,-45 18-36 16,-2 8-14-16,-3 4-6 0,-4 3-38 15,-9 0-32 1,-8-1-30-16,-8-2-12 15,-2-6-11-15,-13-11-187 16,-7-10-301-16,1-5-349 0</inkml:trace>
  <inkml:trace contextRef="#ctx0" brushRef="#br0" timeOffset="50332.27">30965 13476 439 0,'0'0'511'15,"0"0"-366"-15,0 0-27 16,0 0-45-16,0 0-15 15,107-17-35-15,-74 35-23 16,7 8-55-16,-8-4-282 16,-6-5-598-16</inkml:trace>
  <inkml:trace contextRef="#ctx0" brushRef="#br0" timeOffset="50562.89">31232 13436 793 0,'0'0'341'0,"0"0"26"0,0 0-18 15,0 0-14-15,0 0-132 16,0 0-116-16,0 0-17 16,-70 22 30-16,67 13-17 15,3 6-17-15,7 3-12 16,11-2-23-16,8-2-10 16,3-3-11-16,0-7-8 15,0-7-1-15,1-11-1 16,-1-12-111-16,-1 0-136 0,3-44-106 15,-5 3-355-15,-10-2-248 16</inkml:trace>
  <inkml:trace contextRef="#ctx0" brushRef="#br0" timeOffset="51194.02">31462 13182 776 0,'0'0'357'0,"0"0"44"16,0 0-51-16,0 0-107 15,0 0-115-15,0 0-79 16,0 0 40-16,-23 23-13 15,34 27-20-15,5 6-11 16,-1-1-21-16,3-3-6 16,-5-6-18-16,2-7 1 15,-4-10-1-15,-1-10-37 16,2-12-85-16,0-7-57 16,0-7-6-16,4-15-20 0,-2-7 68 15,-1-7 80 1,-1 0 50-16,1-3 7 0,-4 8 38 15,-1 2 37-15,-3 9 36 16,-1 8 21-16,-4 10-15 16,1 2-59-16,-1 2-34 15,0 15 27-15,2 7 6 16,-1 1-11-16,-1 3-6 16,0-1-8-16,0 0-14 15,0-5-7-15,0-1-1 16,0-8-10-16,0-5 1 15,0-3 1-15,0-5-1 0,2 0 0 16,4-6-1 0,1-8-31-16,1-5-15 0,2-4 11 15,-2-1 9-15,-1-2 12 16,-1 3 13-16,0 2 1 16,-3 2 0-16,-2 6 1 15,-1 6 12-15,2 2 5 16,-2 5-9-16,1 0-9 15,2 5 0-15,3 9 9 16,1 5 8-16,3 1-2 16,0 4 5-16,2-4 0 15,2 0-2-15,-1-4-2 16,0-4-10-16,-1-3 6 16,3-5 0-16,-3-4 4 0,-1 0 2 15,2 0-8-15,1-4-10 16,-1-7-3-16,-1 1-81 15,4-9-80-15,-4 5-313 16,-4 0-506-16</inkml:trace>
  <inkml:trace contextRef="#ctx0" brushRef="#br0" timeOffset="52080.54">32090 13150 983 0,'0'0'324'15,"0"0"154"-15,0 0-216 0,0 0-70 16,0 0-81-16,0 0 1 16,-97 48-5-16,74-20-17 15,8 1-34-15,5-1-12 16,7-6-19-16,3-3-9 16,5-4-4-16,11-5-3 15,3-1 8-15,2-5-1 16,4-2 1-16,-1 0-1 15,0-2-15-15,-4 1-1 16,-3 1 7-16,-5 1-7 16,-7 0 0-16,-5 3-2 15,0 2 2-15,-17 5 0 0,-9 3 2 16,-3 1 5-16,1-2-6 16,6-3 0-16,7-4 0 15,8-3-1-15,7-5-2 16,8 0-21-16,22-6-88 15,12-13 11-15,10-8-22 16,1-5 14-16,0-9 19 16,-7-7 40-16,-1-3 35 15,-8 2 14-15,-7 4 6 16,-9 9 33-16,-8 11 41 16,-8 11 33-16,-5 8 22 0,0 6-30 15,-6 2-58 1,-11 16-30-16,2 7-5 0,2 1 6 15,4 3 13 1,6-3 3-16,3-2 4 0,5-3-7 16,12-2-2-16,4-2 3 15,6-3-9-15,2 1-2 16,2 1-5-16,2-1 1 16,-3 0 2-16,-4-1-2 15,-5 1-4-15,-7 0-2 16,-11 2-11-16,-3 3 0 15,-23 5 1-15,-40 14-1 16,-86 22 0-16,8-8-136 16,-21-2-773-16</inkml:trace>
  <inkml:trace contextRef="#ctx0" brushRef="#br0" timeOffset="53040.22">28000 15207 150 0,'0'0'413'0,"0"0"105"16,0 0-285-16,0 0 57 15,0 0 5-15,-30-78-29 16,27 73-47-16,3 5-57 16,0 2-84-16,1 22-49 15,16 8 23-15,3 12 11 16,2 6-20-16,1 4-27 16,0-1-10-16,-4-2-6 15,-3-1-8-15,-8 5-162 16,-5-12-187-16,-3-13-440 0</inkml:trace>
  <inkml:trace contextRef="#ctx0" brushRef="#br0" timeOffset="54075.38">27685 15389 1175 0,'0'0'190'16,"0"0"-53"-16,124-47 8 15,-32 16-21-15,20-11-68 16,-7 5-32-16,-24 4-12 16,-27 9-11-16,-23 6-1 15,-2-4-10-15,-8-1-15 16,-6-5-10-16,-15-2 29 16,0 1 6-16,-18-2 10 0,0 3-9 15,0 4 33 1,7 7 19-16,4 8 46 0,7 9-7 15,0 0-56-15,3 23-20 16,13 13 39-16,8 9 36 16,5 10-15-16,2 2-13 15,3 1 0-15,2 0-10 16,-1-3-2-16,0-3-23 16,-4-3-16-16,-6-8-6 15,-6-8-5-15,-6-11 0 16,-4-10-1-16,-6-9 0 15,-1-3 0-15,-2-7 16 16,0-14-16-16,0-2-28 16,0-5 10-16,0 1 16 15,1 4-4-15,5 3 6 0,2 4-2 16,0 4 1-16,1 6 1 16,0-1-2-16,3 4-5 15,0 0 1-15,4-1 5 16,1 1 1-16,4-4 0 15,1 1-15-15,1-2-33 16,-1-7 20-16,-3 1-25 16,-5-7 26-16,-5 0 2 15,-5-3 16-15,-4 1 9 16,0 3 2-16,-9 2 7 0,-4 6 6 16,-2 7 4-1,0 5 8-15,-3 0 1 0,3 16-6 16,0 5 0-16,6 4-2 15,6 2-8-15,3-1-3 16,3 0-2-16,20-5-7 16,8-3 0-16,6-8 1 15,2-5-1-15,1-5-7 16,-4-1-65-16,-8-16-32 16,-9-4-22-16,-9-5 28 15,-9-2 49-15,-1-2 36 16,-1-1 13-16,-9 4 0 15,4 3 27-15,-1 9 21 0,6 6 29 16,1 8-9 0,0 1-40-16,0 3-14 0,14 14 14 15,3 4 10-15,1 3 1 16,3 1 10-16,-2-1-18 16,-3-2-9-16,-5-4-5 15,-3-3-16-15,-7-4 5 16,-1-5-5-16,0-5 8 15,0-1 17-15,-9-4 25 16,-1-14-15-16,1-9-2 16,3-7 17-16,6 0 4 15,0-2 5-15,4 6-15 16,12 9 0-16,3 9-14 16,3 9-1-16,3 3-6 15,5 11-5-15,0 11-4 0,3 6-6 16,0 5-8-16,1 1-1 15,2-1 0-15,25 2-18 16,-9-10-212-16,0-14-690 0</inkml:trace>
  <inkml:trace contextRef="#ctx0" brushRef="#br0" timeOffset="55143.83">29952 14833 555 0,'0'0'927'0,"0"0"-661"16,0 0 83-16,0 0-115 15,0 0-124-15,0 0-68 16,0 0 13-16,-24 83 16 16,30-40-14-16,2-4-17 15,2-5-19-15,-4-7-12 16,0-8-8-16,-1-9 5 0,-4-5-5 15,1-5 5 1,-2-3 5-16,0-17-11 0,-2-8-16 16,-4-10 4-16,0-7 6 15,3-6 5-15,3 1 0 16,0 7 0-16,6 8-4 16,10 13-2-16,4 13 7 15,5 9 0-15,2 5-2 16,1 18 2-16,1 9 0 15,-6 5 8-15,-4 1-2 16,-6-3-5-16,-7-2 7 16,-3-9-1-16,-2-7-5 15,-1-9 7-15,0-8 1 16,0 0 69-16,0-14 54 16,0-14-83-16,0-10-19 0,0-8-7 15,3 0 0-15,14 4-9 16,2 6 6-16,6 14-6 15,1 11-3-15,1 11-3 16,1 1-9-16,-1 21 0 16,-2 10 2-16,-1 6-1 15,-5 3 4-15,-6-2-5 16,-2-2-1-16,-5-6-77 16,3-13-164-16,-3-9-303 15,-1-9-462-15</inkml:trace>
  <inkml:trace contextRef="#ctx0" brushRef="#br0" timeOffset="55937.3">30496 14546 1151 0,'0'0'290'0,"0"0"72"16,0 0-135-16,0 0-115 16,0 0 19-16,-47 101-8 15,41-55-20-15,6 4-31 16,0-2-23-16,3-7-23 15,14-9-14-15,6-10-5 16,6-16 16-16,2-6 6 16,3-17-2-16,-1-15-10 15,-5-11-8-15,-4-8-3 16,-8-5-5-16,-7 0 2 0,-7 1-2 16,-2 5 5-1,-3 8-5-15,-12 15-1 0,-3 12-6 16,-3 14 6-16,3 1-9 15,0 17 8-15,6 5 0 16,7 4-1-16,5 1-4 16,8-5 5-16,18-4-1 15,8-5 2-15,9-7 7 16,6-5-7-16,0-1 0 16,-3 0 7-16,-6-7-7 15,-10-1-6-15,-8 3 6 16,-8 2-1-16,-6 2-6 15,-3 1 7-15,-2 0-15 16,0 12-6-16,0 5 20 16,1 7 1-16,3 0 6 15,1 3 15-15,3 1 5 16,-1-5 2-16,5-3-1 0,2-4-6 16,3-6-6-16,4-9 10 15,1-1-3-15,2-3-10 16,-1-14-3-16,-1-3-8 15,-4-6-1-15,-6-3 0 16,-3-2-12-16,-6-2 0 16,-3-2-2-16,-3-2 3 15,0 0 5-15,-5 3 4 16,-5 3-8-16,-2 7 8 16,3 5 2-16,1 9 0 0,4 3 10 15,-3 7 6-15,2 0-8 16,-1 13-2-16,0 10 0 15,3 4 10-15,2 5 7 16,1 1 2-16,7-2 7 16,17-1 11-16,7-4 17 15,10-7-2-15,6-5-8 16,3-9-8-16,-1-4-11 16,-3-1-14-16,-7-1-10 15,-8-8-5-15,-8-4-2 16,-6-3-18-16,-4 0-63 15,-3-8-89-15,-6 5-295 16,-1-1-385-16</inkml:trace>
  <inkml:trace contextRef="#ctx0" brushRef="#br0" timeOffset="56188.33">31772 14067 1776 0,'0'0'383'0,"0"0"141"16,0 0-347-16,0 0-123 15,0 0-35-15,0 0 22 16,82 109 11-16,-45-64 3 16,-1-1-11-16,-5-2-13 0,-6-2-19 15,-5-4-11 1,-7-5-1-16,-7-6-84 15,-7-6-186-15,-17-8-295 16,-7-8-401-16</inkml:trace>
  <inkml:trace contextRef="#ctx0" brushRef="#br0" timeOffset="57335.99">31745 14275 1205 0,'0'0'250'16,"0"0"0"-16,0 0-91 15,119-34-59-15,-56 19-49 16,3-2-7-16,-2-4-29 16,-9-1 1-16,-12-2-15 0,-13-6 12 15,-11-3-7-15,-11-3-5 16,-8 1 19-16,0 4 20 16,-9 7 40-16,-4 10 32 15,2 9-9-15,2 5-36 16,3 14-39-16,-1 18 3 15,5 9 36-15,2 8-18 16,2 3-4-16,14 2-6 16,5-1-18-16,0-10-14 15,1-2 4-15,-1-12-10 16,-4-10 1-16,-1-14-1 16,-3-5 11-16,2-14 14 15,0-16-17-15,0-5-9 0,-3-3-1 16,0 3-5-1,1 3 6-15,-4 7-1 0,-3 8 1 16,0 9 0-16,-3 3 0 16,0 5 0-16,2 0-9 15,4 13 4-15,2 4 5 16,5 3 1-16,1 1 11 16,1-3-11-16,2-2 0 15,-4-5 0-15,0-5-1 16,-2-6-14-16,-1-1-124 15,-1-16-3-15,2-10 16 16,-5-6 21-16,-3-4 36 16,-2-1 41-16,-4-1 22 15,0 5 5-15,0 8 24 16,0 9 33-16,-6 12 31 16,-4 5-20-16,-4 5-35 15,1 16 7-15,1 11 33 0,3 5-11 16,6 2-15-16,3-1-22 15,3-2-13-15,15-7-5 16,1-6-5-16,5-10 4 16,0-10-6-16,0-3-5 15,-5-10-64-15,-2-15-4 16,-5-6-6-16,-5-5 20 16,-6-4 22-16,-1 2 26 15,0 3 11-15,0 7 0 16,-3 7 0-16,-2 12 17 15,-1 9 14-15,1 0-6 0,1 14-14 16,1 9 0 0,3 2 1-16,0 4-4 0,4-2-7 15,15-3 0-15,4-7 0 16,7-7-1-16,4-7-16 16,5-3-21-16,-5-8-55 15,-4-14 28-15,-9-5 30 16,-9-4 28-16,-6-3 6 15,-3 1 25-15,0 6 33 16,-3 6 7-16,1 8 24 16,-1 9-8-16,3 4-40 15,1 6-35-15,4 13 2 16,0 7-1-16,1 5 2 16,1 0 0-16,-1-1 0 0,0-5-7 15,0-5-1-15,-3-6 5 16,-2-7-4-16,-2-7-2 15,-2 0 18-15,0-13 7 16,0-12-13-16,0-9 9 16,0-8 36-16,0-6 15 15,1-2 0-15,5 3-5 16,3 11-45-16,-2 12-16 16,3 14-6-16,7 10 0 15,12 12-18-15,11 21 13 16,14 12 5-16,8 13 32 0,2 3-2 15,5 16-14 1,-15 12-16-16,-50 12 0 0,-4-20-281 16,-50-18-1246-16</inkml:trace>
  <inkml:trace contextRef="#ctx0" brushRef="#br0" timeOffset="58559.25">26763 16269 1149 0,'0'0'313'0,"0"0"0"15,0 0-25-15,0 0-52 16,-82-51-70-16,52 53-69 15,-3 22-12-15,2 11 15 16,1 8-18-16,9 7-25 16,11 3-20-16,10-1-6 15,0-1-7-15,25-8-12 16,11-6-10-16,10-11 10 16,10-11-6-16,-1-11 9 15,-2-4-12-15,-9-15-3 0,-11-11-29 16,-13-10-5-16,-11-6 1 15,-9-6 10-15,-4-5-8 16,-21-3 0-16,-7-1 1 16,-1 3-5-16,1 8 7 15,6 10 19-15,10 17 9 16,5 16-12-16,11 3-9 16,0 22 15-16,12 10 6 15,13 6-1-15,10-2-5 16,7-2-58-16,7-6-42 15,2-11-45-15,-4-11 7 16,-9-6 47-16,-10-9 39 16,-12-16 47-16,-11-6 11 0,-5-6 26 15,0-3 51-15,-3 3 42 16,-6 6 4-16,3 4 5 16,3 12 11-16,1 10-4 15,2 5-57-15,0 1-56 16,15 18-8-16,8 8-13 15,5 7 20-15,7 4 4 16,1 2 2-16,2-4-9 16,-4-2 5-16,-2-4 0 15,-9-7-17-15,-4-9 0 16,-6-9-5-16,-4-5-1 16,-3-11 18-16,2-15-18 15,2-6-12-15,-3-2 6 16,2 4 5-16,-2 5 1 15,-2 10 0-15,-2 6 1 0,3 9-1 16,3 0 0-16,9 0 0 16,9 9 0-16,5 2 6 15,7 1-5-15,1-2 0 16,-2-6-1-16,-2-4 2 16,-5 0 3-16,-4-10-5 15,-5-13-12-15,-8-7-3 16,-7-8 0-16,-5-6 7 15,-2-2 8-15,-5 0-1 16,-9 9 1-16,-3 14 1 0,-3 13 16 16,-1 10-3-1,-1 19-7-15,0 18-6 0,5 9 7 16,6 4 10 0,8-3 1-16,3-2-2 0,16-5-7 15,20-6-2-15,25-6-1 16,27-13-7-16,32-15-16 15,-13 0-183-15,-14-13-407 0</inkml:trace>
  <inkml:trace contextRef="#ctx0" brushRef="#br0" timeOffset="58987.36">28648 15956 1159 0,'0'0'301'16,"0"0"78"-16,12 85-109 15,-5-50-108-15,0-2-74 16,-1-6-37-16,-3-8-30 15,-3-6-12-15,0-7 1 16,0-6 2-16,-8 0-1 16,-4-17-4-16,5-11 1 15,4-11-1-15,3-8 6 0,4-4 45 16,19 4 5 0,5 8 11-16,3 12-3 0,4 14-9 15,-1 13-5-15,2 4-21 16,0 23-9-16,-3 12 1 15,-1 6-5-15,-5 3-4 16,-3-2-7-16,-5-8-10 16,-7-6-1-16,-1-7-1 15,-10-14-107-15,-1-5-223 16,0-6-361-16</inkml:trace>
  <inkml:trace contextRef="#ctx0" brushRef="#br0" timeOffset="59355.32">29038 15841 1213 0,'0'0'305'0,"0"0"-97"15,0 0 4-15,0 0-14 16,0 0-65-16,45 79-53 16,-20-62-16-16,0-7-31 15,-2-5-10-15,-4-5 7 16,-3-1 7-16,-5-16 9 15,-4-6-25-15,-2-5-6 16,-5-2-6-16,0 0-8 16,-3 4 17-16,-14 6-9 15,-7 9-9-15,-4 8 8 16,-2 3 7-16,2 9 14 0,3 13 13 16,5 9 13-1,8 6-10-15,8 7 1 0,4 1-22 16,15 2-12-16,14-5-6 15,12-4-4-15,5-10-1 16,5-10-1-16,-1-11-55 16,-5-7-147-16,3-37-95 15,-14-3-242-15,-10-4-268 0</inkml:trace>
  <inkml:trace contextRef="#ctx0" brushRef="#br0" timeOffset="60278.59">29431 15738 580 0,'0'0'384'16,"0"0"127"-16,0 0-159 15,0 0-6-15,0 0-126 16,0 0-128-16,0 0-25 16,15-13 58-16,5 50 2 0,2 6-24 15,5 4-27-15,2 0-29 16,-3-4-24-16,-2-4-14 16,-7-10-8-16,-3-8 1 15,-5-11-2-15,0-10-26 16,-3-5-13-16,2-22-69 15,2-12-19-15,2-6 14 16,-1-5 19-16,-1-1 45 16,0 4 37-16,-1 8 12 15,-4 10 9-15,-2 13 46 16,-3 9 36-16,0 7-5 16,0 2-57-16,2 19-16 0,2 8 30 15,3 5 14-15,4 2-15 16,3 0-17-16,5-3-10 15,1-6-7-15,6-6-7 16,0-10 6-16,-1-11-5 16,0 0-1-16,-1-16-1 15,-4-7-24-15,-3-8-9 16,-2-2 0-16,-5-1 13 16,-1 3 20-16,0 4 0 15,-6 4 0-15,0 6 2 16,-3 6-1-16,2 5 0 0,1 5 24 15,1 1-19 1,9 1-6-16,4 13 17 0,7 4 8 16,4 7 10-16,2 0 1 15,-2 0-14-15,-2 0-6 16,-4-3-14-16,-1-5-2 16,-2-6 6-16,-2-5-6 15,-1-6-5-15,1 0-56 16,2-15-59-16,-2-9-61 15,2-5-27-15,0-9-60 16,-2-1-20-16,0-1 41 16,-4 2 151-16,-3 5 96 15,-6 7 13-15,-4 6 130 16,0 9 57-16,-1 8 13 16,-11 3-43-16,-2 6-93 0,-2 16-19 15,3 6 22 1,3 6-1-16,3 3-2 0,7 1-21 15,0-1-19-15,15-5-16 16,9-6-6-16,6-6-6 16,2-11 1-16,3-7 2 15,-4-2 2-15,-4-14-14 16,-6-12-2-16,-5-6-34 16,-6-2-1-16,-7-7-15 15,-3-3 19-15,-5-1 18 16,-13 4 3-16,-6 7-3 15,-4 11 15-15,1 12 0 16,2 11-1-16,6 2 1 0,6 20-2 16,9 4 1-1,4 1 1-15,6 2-9 0,19-4 0 16,8-4 0 0,4-5-123-16,6-7-151 0,7-9-213 15,-10-3 108-15,-10-10-121 0</inkml:trace>
  <inkml:trace contextRef="#ctx0" brushRef="#br0" timeOffset="60614.96">30749 15587 494 0,'0'0'398'16,"0"0"-26"-16,0 0-50 16,0 0-34-16,0 0-48 15,0 0-117-15,0 0-82 16,9-22-1-16,-3 47 27 0,1 5-2 16,-1 4 12-1,0-2-11-15,-2-3-20 0,1-3-13 16,-2-5-15-16,1-8-8 15,-2-4-4-15,-1-7-6 16,1-2 8-16,2-9 14 16,2-12-13-16,3-10 0 15,8-6-8-15,2-6 0 16,2-1 16-16,4 2-4 16,-1 9 15-16,-2 11 34 15,-4 9 3-15,3 13-23 16,1 0-18-16,1 18-4 15,1 10-4-15,-3 5-1 16,-5 1-6-16,-3 2-8 16,-6-5 1-16,-3-2-1 0,-1-2-1 15,6-3-90-15,-3-7-265 16,3-10-696-16</inkml:trace>
  <inkml:trace contextRef="#ctx0" brushRef="#br0" timeOffset="65383.66">26909 16465 499 0,'0'0'268'0,"0"0"26"16,-92 11-27-16,58-10-15 16,7-1 0-16,10 0-16 15,11-8-5-15,6-3-13 16,33-6-81-16,43-5-41 15,42-5-2-15,24 2-39 0,4-1-18 16,-10 4-19-16,-20 1-9 16,-10 2 27-16,-21 0-21 15,-24 6-6-15,-23 3-8 16,-16 5 1-16,-6-2 4 16,-10 0 4-16,-6-3 0 15,-12 1-10-15,-27 4 0 16,-28 5-15-16,-33 0-16 15,-34 26-5-15,-16 8 10 16,-1 12 13-16,12 0-4 16,21-1 8-16,11 0 9 15,28-12 5-15,25-7-5 16,23-10 0-16,17-7-1 0,7 2 0 16,7-2 0-16,6-2-8 15,39-7 9-15,42-10 10 16,57-30 11-16,30-16 15 15,22-10 5-15,2-2-16 16,-17 10-4-16,-12 8-9 16,-25 13-3-16,-46 11-8 15,-40 11-1-15,-37 10-9 16,-21 5-112-16,-55 8-143 16,-13 9-124-16,-20 2-834 0</inkml:trace>
  <inkml:trace contextRef="#ctx0" brushRef="#br0" timeOffset="65773.15">25191 16552 727 0,'0'0'543'0,"0"0"-302"0,0 0 61 15,0 0 29-15,0 0-106 16,0 0-152-16,0 0-47 15,-30-12-17-15,51 62-1 16,5 14 38-16,5 5 9 16,-3-6 55-16,4 6-13 15,-4-2-33-15,-3-6-27 16,-6-8-23-16,-7-7-14 16,-7-5-27-16,-5-10-167 15,-11-7-159-15,-8-14-495 0</inkml:trace>
  <inkml:trace contextRef="#ctx0" brushRef="#br0" timeOffset="66383.08">25043 16924 1265 0,'0'0'325'16,"0"0"-157"-16,0 0-3 15,102-46 27-15,-44 29-65 16,6-6-77-16,4 4-27 15,-5 1-15-15,-9-2-7 16,-11 2-1-16,-13 0-42 16,-16 0-16-16,-10-2 17 0,-4 0 27 15,0-2 14 1,-9 2 1-16,0 4 8 0,3 5 32 16,3 8 44-16,3 3-29 15,0 5-32-15,0 15-9 16,4 6 48-16,9 7-2 15,4 1-12-15,4-2-8 16,3-1-15-16,2-4-14 16,-1-6-6-16,0-7-5 15,-5-6 1-15,-1-8 5 16,-7 0 11-16,0-17 0 16,-5-8-18-16,-1-5-1 15,-3-1-12-15,0 1 13 16,-1 7 7-16,-2 5-7 15,1 6 1-15,-1 8-1 0,5 4 0 16,-1 3 0-16,7 14 6 16,2 3 5-16,5 4 4 15,3-4 4-15,1-3-5 16,-1-5-1-16,0-7 3 16,0-5 1-16,-5 0 29 15,-1-12 11-15,-4-10-29 16,-5-9-17-16,-6-8-5 15,0-5-6-15,-8-4 1 16,-11 1-1-16,-1 4-13 16,-1 8-32-16,2 11-24 15,3 14-23-15,1 10-44 16,4 3-84-16,5 32-138 0,5-1-217 16,1-5-492-16</inkml:trace>
  <inkml:trace contextRef="#ctx0" brushRef="#br0" timeOffset="66721.41">26153 16428 1152 0,'0'0'283'16,"0"0"-1"-16,0 0-36 15,0 0-11-15,-52 75-59 16,49-34-13-16,3-1-9 0,0 0-59 15,4-5-44 1,11-7-2-16,5-6-7 0,2-12-17 16,3-6 2-16,1-4 8 15,2-16 3-15,-1-14-12 16,-2-7-13-16,-2-8-11 16,-10-3-1-16,-4-5 1 15,-9-2-2-15,0 3-8 16,-12 2-13-16,-5 10-21 15,-3 12-4-15,1 15-1 16,0 13-2-16,2 4-30 16,12 27-143-16,4-2-168 15,1-5-588-15</inkml:trace>
  <inkml:trace contextRef="#ctx0" brushRef="#br0" timeOffset="67552.83">31472 15344 975 0,'0'0'259'0,"0"0"48"15,0 0-3-15,0 0-69 16,0 0-106-16,0 0-66 16,-100 3 14-16,76 22 15 0,0 3-12 15,7 1-10-15,4-4-9 16,7-4-18-16,6-6-7 16,0-5-3-16,13-6 36 15,10 1 25-15,7-1-7 16,3-1-37-16,3 1-27 15,0 0-5-15,-2 5-2 16,-4 0-8-16,-5 3-2 16,-6 1-5-16,-8 3-1 15,-6 0 5-15,-5 5-4 16,-2-1-1-16,-18 3 6 16,-11 0 2-16,-12 3-2 15,-8-3-5-15,-4-2-1 0,1-2 0 16,7-7-57-16,14-8-248 15,18-4-671-15</inkml:trace>
  <inkml:trace contextRef="#ctx0" brushRef="#br0" timeOffset="67933.54">32444 15303 682 0,'0'0'990'0,"0"0"-656"15,0 0-41-15,0 0-152 16,0 0-39-16,0 0 60 16,24 72-60-16,-12-40-48 15,0-2-30-15,-3-2-14 16,-3-3-10-16,-3-4-59 0,-1-8-289 15,-2-8-498-15</inkml:trace>
  <inkml:trace contextRef="#ctx0" brushRef="#br0" timeOffset="68222.16">32424 14969 720 0,'0'0'507'15,"0"0"-269"-15,0 0 2 16,0 0-43-16,-42 89-36 16,42-56-34-16,0-3-44 15,12-5-33-15,10-9-7 0,2-8 7 16,3-8 19 0,-5 0-19-16,-1-17-19 0,-6-11-14 15,-3-4-7-15,-8-3-10 16,-4-3 0-16,0 4 6 15,-10 6-12-15,-5 9 3 16,2 13-59-16,4 6-60 16,9 38-98-16,0 0-127 15,13 1-313-15</inkml:trace>
  <inkml:trace contextRef="#ctx0" brushRef="#br0" timeOffset="68593.09">32776 15180 1243 0,'0'0'317'0,"0"0"67"15,0 0-235-15,0 0-12 16,0 0-2-16,0 0-31 16,19 102-2-16,-10-72-30 15,-3-2-32-15,-3-5-21 16,-2-3-4-16,-1-8-9 15,0-5-4-15,0-7 5 16,0 0 13-16,0-11 39 16,0-14-17-16,3-8-2 15,5-9 19-15,5-4 1 16,2 1-16-16,5 7-29 0,-4 9-15 16,3 11-8-16,1 11-1 15,5 7-4 1,9 16 3-16,8 15 10 0,10 8 5 15,6 8 13-15,1 3-8 16,-7 1 20-16,-30 24-30 16,-14-11-62-16,-16-12-697 0</inkml:trace>
  <inkml:trace contextRef="#ctx0" brushRef="#br0" timeOffset="69364.4">26235 17414 363 0,'0'0'920'16,"0"0"-731"-16,0 0 23 0,-24-73 40 15,15 63 9-15,0 9-86 16,-4 1-52-16,-1 20-53 16,-2 14-12-16,3 12 21 15,5 5 7-15,5 7-23 16,3-5-24-16,9 0-18 15,12-11-12-15,3-6 0 16,3-15-9-16,0-11 6 16,-2-10 6-16,-3-8 11 15,-5-20-5-15,-6-13-5 16,-6-5-11-16,-5-7-1 16,-5-2 0-16,-17-2-1 0,-6-1-9 15,-6 7-6-15,-1 4-6 16,4 14-6-16,6 10 6 15,7 17 9-15,10 6-1 16,7 10-34-16,1 19-5 16,3 3-33-16,14 2-33 15,19 7-67-15,-3-10-154 16,-1-9-301-16</inkml:trace>
  <inkml:trace contextRef="#ctx0" brushRef="#br0" timeOffset="69571.44">26410 17093 1273 0,'0'0'508'0,"0"0"-326"0,0 0 124 15,0 0-191-15,0 0-14 16,0 0 11 0,59 87 7-16,-30-36-42 0,-3 0-44 15,-3-3-22-15,-4-4-4 16,2-4-7-16,-3-5-56 15,4-8-175-15,-4-10-359 16,-4-12-556-16</inkml:trace>
  <inkml:trace contextRef="#ctx0" brushRef="#br0" timeOffset="69763.38">26753 17174 1219 0,'0'0'623'15,"0"0"-347"-15,0 0-53 16,0 0-118-16,0 0 60 0,7 94-10 15,6-49-40-15,4 3-22 16,1-1-38-16,0-1-25 16,-2-5-15-16,0 0-14 15,-2-7 1-15,-5-2-2 16,-5-6-58-16,-4-14-202 16,-4-7-283-16,-11-5-249 0</inkml:trace>
  <inkml:trace contextRef="#ctx0" brushRef="#br0" timeOffset="69993.58">26750 17210 1182 0,'0'0'303'0,"0"0"-42"0,0 0-24 15,0 0-34 1,46-75-76-16,-18 69-31 0,3 6 5 16,1 0-18-16,-1 3-13 15,-4 11-22-15,-6 6-30 16,-5 4-5-16,-7 4-1 15,-7 5-4-15,-2-1 1 16,-8 4 1-16,-12-3-9 16,-2-2-1-16,2-6-18 15,-1-8-107-15,7-8-141 16,4-9-487-16</inkml:trace>
  <inkml:trace contextRef="#ctx0" brushRef="#br0" timeOffset="70265.08">28040 16591 1987 0,'0'0'253'0,"0"0"82"16,0 0-150-16,0 0-104 15,0 0-42-15,25 92 14 16,6-39 6-16,4 7-11 16,1 1-8-16,-1-2-16 0,-2-2-15 15,0-2-8 1,-3-6-1-16,-2-3-9 16,5-20-144-16,-8-9-331 0,-1-17-468 15</inkml:trace>
  <inkml:trace contextRef="#ctx0" brushRef="#br0" timeOffset="70595.36">28572 16571 1635 0,'0'0'275'0,"0"0"-46"16,0 0-30-16,0 0-73 16,-82 61-7-16,66-23-31 15,4 5-3-15,0 1-33 16,5-2-34-16,4-5-6 15,1-7-10-15,2-10 3 16,0-8-4-16,0-12-1 16,11 0 9-16,6-19 26 0,3-5-11 15,2 1-12-15,1 2-6 16,-5 6-5-16,-1 8 0 16,0 7 0-16,1 0 8 15,3 10-1-15,2 9-1 16,2 4-6-16,-3 2-1 15,-2 1 1-15,-4-5-1 16,-3-3-7-16,-4-5-147 16,-2-13-152-16,-1-5-353 15,-4-14-438-15</inkml:trace>
  <inkml:trace contextRef="#ctx0" brushRef="#br0" timeOffset="70970.98">28748 16615 1175 0,'0'0'284'15,"0"0"-105"-15,0 0-56 16,0 0-3-16,0 0-29 16,0 0-24-16,0 0 17 15,68 70-24-15,-42-65-19 16,-2-5-17-16,-7 0 7 16,-4-11-16-16,-7-6 7 15,-1-4 2-15,-5-2 17 16,0 3 26-16,0 3-2 15,0 7 48-15,0 9-4 16,1 1-64-16,4 20-24 0,5 14-11 16,2 10 28-16,7 11 1 15,3 5 1-15,3 6 6 16,-2 2-5-16,-2 2-20 16,-6 2-12-16,-6-6-8 15,-9-7 1-15,0-11 5 16,-10-11-6-16,-10-15-1 15,-5-11-11-15,-5-11-43 16,-1-5-64-16,-1-27-102 16,2-50-78-16,8 5-337 15,10-1-792-15</inkml:trace>
  <inkml:trace contextRef="#ctx0" brushRef="#br0" timeOffset="71615.91">29223 16709 474 0,'0'0'971'0,"0"0"-826"16,0 0-60-16,0 0-43 15,0 0 11-15,0 0-24 16,0 0-12-16,38 24-8 16,-28-24 1-16,0 0 31 15,-1-14-17-15,1-9-8 16,-2-7-6-16,2-2-8 15,-4-2-1-15,0 4 0 0,-4 8 9 16,-2 8 36 0,0 11 133-16,0 3-57 15,-8 23-61-15,-2 10-9 0,-2 12 31 16,6 5 12 0,4 1-17-16,2-3-31 0,6-6-18 15,15-8-11-15,6-12-9 16,6-10-2-16,3-12 8 15,4-12 16-15,3-15-14 16,-4-17-4-16,-5-2-2 16,-7-6-11-16,-9 0-8 15,-11 2 7-15,-5 8-6 16,-2 10 6-16,0 10-5 0,-6 10 6 16,0 7 1-1,0 4 0-15,5 1-1 0,1 0 0 16,0 9-6-16,10 6-1 15,6 4 7-15,7 5 0 16,-1 2 1-16,-1 5 0 16,0 4 0-16,-3 2 1 15,-8 3-1-15,-1-2 0 16,0-1 13-16,-3-6 10 16,0-6 7-16,2-9 18 15,2-7-2-15,5-9 15 16,9 0 54-16,10-11-29 15,6-12-44-15,8-2-20 16,0-4-6-16,-2 0-9 16,-6 1-7-16,-7 3-1 0,-6 2-39 15,-17-7-96-15,-7 7-194 16,-3-2-751-16</inkml:trace>
  <inkml:trace contextRef="#ctx0" brushRef="#br0" timeOffset="99349.8">9799 8269 93 0,'0'0'1443'15,"0"0"-1091"-15,0 0-39 16,0 0-51-16,0 0-11 16,0 0-49-16,-52 5-60 15,65-5-37-15,10 0 27 16,10-8-5-16,7-4-30 16,2-2-32-16,1 0-8 15,2-4-17-15,-5 1-16 16,-4 2-9-16,-4-1-14 15,-9 5-1-15,-4 0 0 16,-8 2-47-16,-5 2-65 0,-6-1-83 16,0-8-152-16,-3 2-434 15,-9-2-576-15</inkml:trace>
  <inkml:trace contextRef="#ctx0" brushRef="#br0" timeOffset="99703.79">9984 7868 1534 0,'0'0'402'0,"0"0"-66"16,0 0-133-16,0 0 114 16,0 0-81-16,0 0-70 15,93 65-47-15,-60-55-31 0,1-1-24 16,3-7-16-16,0 0-10 15,-1-2-8-15,-3 0-6 16,-5 0-13-16,-4 0-10 16,-9 0 6-16,-4 4-7 15,-3 5 0-15,-6 4 0 16,-2 8 1-16,0 4-1 16,-2 5 0-16,-9 5 5 15,-3 3-4-15,-2-1-1 16,1 2 4-16,-3-3-4 15,4-2-7-15,3-4-58 0,6 8-115 16,4-7-201-16,-1-7-666 16</inkml:trace>
  <inkml:trace contextRef="#ctx0" brushRef="#br0" timeOffset="101189.24">18985 669 396 0,'0'0'1106'0,"0"0"-617"16,0 0-138-16,-72-87-44 16,58 72-44-16,3 7-55 0,6 8-127 15,4 4-68-15,1 35-13 16,0 35 0-16,7 30 1 16,9 15 23-16,2-3 20 15,3-10 5-15,-2-14-15 16,1 0 32-16,-2-5-7 15,-6-17-34-15,-3-23-5 16,-6-19-8-16,-2-18-11 16,1-4 0-16,-2-6 6 15,0 0 2-15,-3-19 11 16,-17-31-8-16,-2-29-2 16,4-1 2-16,6 5-6 15,11 13 2-15,1 22-2 16,4 1-6-16,14 3-9 15,7 14 0-15,7 13 8 16,5 9-7-16,6 0 3 0,-1 22 5 16,0 4 0-16,-2 10 1 15,-7 3 18-15,-5 4-2 16,-7 1-2-16,-3 2-5 16,-4-5-2-16,-6 1-2 15,-3-4-6-15,-4-6 0 16,-1-2-39-16,0-2-91 15,-13 3-99-15,1-4-306 16,0-10-467-16</inkml:trace>
  <inkml:trace contextRef="#ctx0" brushRef="#br0" timeOffset="101522.2">19705 1487 1258 0,'0'0'938'0,"0"0"-413"16,0 0-253-16,0 0-86 15,0 0-45-15,0 0 14 0,12 99-26 16,-2-53-66-16,1 2-3 16,2-2-19-16,-2-6-19 15,-4-4-13-15,2-8-9 16,-5-6 0-16,1-7-76 16,-1-15-159-16,-1 0-319 15,-3-15-999-15</inkml:trace>
  <inkml:trace contextRef="#ctx0" brushRef="#br0" timeOffset="102278.57">19754 302 1455 0,'0'0'521'16,"0"0"-144"-16,0 0-78 15,0 0-84-15,0 0-97 16,-94-10-72-16,66 15-22 0,-1 3-8 15,3 0 1-15,5-1 1 16,7-1-8-16,4-4 5 16,6 0 0-16,2 3-14 15,2 1-1-15,0 5 0 16,0 6 0-16,9 6 0 16,3 3 13-16,3 4-2 15,3 3-2-15,-2 3 13 16,-1-1 20-16,-3 2-7 15,1 0-7-15,-2-3-4 0,-1 4-12 16,-1-5 3-16,-1 0 4 16,1-2-8-16,-1-2-4 15,1-5-6-15,0-5-1 16,3-3 0-16,-1-7-19 16,-1-5-83-16,16-4-57 15,-3-12-159-15,0-5-406 0</inkml:trace>
  <inkml:trace contextRef="#ctx0" brushRef="#br0" timeOffset="102528.64">19982 514 811 0,'0'0'1154'16,"0"0"-664"-16,0 0-273 15,0 0-62-15,0 0-16 16,0 0 6-16,0 0-47 16,33 70-50-16,-17-45-20 15,-3-2-13-15,0 0-4 16,-4-2-11-16,-2-4-1 16,-2-2-59-16,-4-1-118 15,-1-5-279-15,0-5-310 0</inkml:trace>
  <inkml:trace contextRef="#ctx0" brushRef="#br0" timeOffset="102976.78">19993 251 1136 0,'0'0'570'0,"0"0"-276"15,0 0-125-15,0 0 10 16,0 0-3-16,0 0-46 16,103-28-38-16,-74 17-20 15,0-2-23-15,-7-1-6 16,-4 3 4-16,-5 1 11 16,-5 4 2-16,-3 1 1 15,-2 5-25-15,-2 0-28 16,2 5-8-16,4 13-3 0,2 8 3 15,3 8 1-15,3 7 23 16,2 4 17 0,2 2-1-16,2-1-1 0,-2-1 3 15,2-2-2-15,-2-3-5 16,-2-3-11-16,-2-5-3 16,-5-4-3-16,-2-5-6 15,-2-5-2-15,-2-1 1 16,-3-7-10-16,-1 0 7 15,0-1-1-15,-10-2-6 16,-9 3 7-16,-11 2-8 0,-10 3-5 16,-26 19-112-1,7-5-181-15,6-3-751 0</inkml:trace>
  <inkml:trace contextRef="#ctx0" brushRef="#br0" timeOffset="103588.77">20811 1446 365 0,'0'0'1037'0,"0"0"-558"0,0 0-126 16,0 0-79-16,0 0-19 16,0 0-90-16,0 0-82 15,-31 0-40-15,48 0-21 16,7-1 1-16,8 0-11 15,4-2-12-15,2 0 0 0,-1 1-82 16,-6 2-220-16,-11 0-316 16,-10 0-438-16</inkml:trace>
  <inkml:trace contextRef="#ctx0" brushRef="#br0" timeOffset="103765.71">20768 1685 1285 0,'0'0'525'16,"0"0"-198"-16,0 0-160 16,0 0 3-16,0 0-46 15,0 0-4-15,0 0-23 16,81-9-58-16,-39-7-39 16,25-10-58-16,-9 2-282 15,-6-2-601-15</inkml:trace>
  <inkml:trace contextRef="#ctx0" brushRef="#br0" timeOffset="114326.09">8194 7693 1340 0,'0'0'261'15,"0"0"8"-15,0 0 14 16,0 0-8-16,0 0-26 16,0 0-66-16,-59-42-92 15,59 56-64-15,0 16-19 0,0 10 1 16,0 11 27 0,4 3 7-16,1 0-16 0,-1-5-17 15,3-6-9-15,-2-1-1 16,4-7-1-16,0-3-19 15,3-6-96-15,13-14-201 16,-2-6-286-16,-4-6-437 0</inkml:trace>
  <inkml:trace contextRef="#ctx0" brushRef="#br0" timeOffset="114713.74">8408 7677 1228 0,'0'0'365'16,"0"0"-60"-16,0 0-157 0,0 0 0 16,0 0-7-16,-69 81-31 15,54-49-9-15,3-2-18 16,3 0-41-16,2-3-11 16,2-5-19-16,5-4-11 15,0-4 0-15,0-8 0 16,2-4-1-16,8-2 1 15,2-7-1-15,3-14 0 16,0-7-43-16,2-2 1 16,-4-2 21-16,-3 4 20 15,-1 7 0-15,-6 6 1 0,3 10-1 16,-1 5 1 0,1 6-10-16,3 17 10 0,4 7 15 15,-1 6-2-15,1 2-4 16,1-1-8-16,-1-5 0 15,1-5-1-15,0-5-8 16,0-10-94-16,11-12-223 16,-7-2-299-16,-3-16-512 0</inkml:trace>
  <inkml:trace contextRef="#ctx0" brushRef="#br0" timeOffset="115099.13">8528 7640 895 0,'0'0'294'0,"0"0"-87"0,0 0-56 16,0 0 6-16,13 78-49 15,3-61-23-15,-1-3-20 16,3-3-23-16,-5-6 5 16,-3-4-7-16,-2-1 10 15,-2 0 16-15,0-1 17 16,1-7-21-16,-2-3-16 15,-1 5-9-15,1 3-4 16,1 3-20-16,4 0-12 16,2 9 16-16,4 11 5 15,1 6 15-15,-1 2-3 16,-2 2 17-16,-4 1 8 16,-4-1-12-16,-3-1 2 15,-3-4-10-15,-3-1-2 0,-16-2-6 16,-5-4-4-16,-3-4-9 15,-4-6-10-15,-2-5-7 16,2-3-1-16,4-5-19 16,10-29-147-16,9 0-203 15,8 0-476-15</inkml:trace>
  <inkml:trace contextRef="#ctx0" brushRef="#br0" timeOffset="115675.98">8872 7627 811 0,'0'0'502'0,"0"0"-317"0,0 0-116 16,0 0-6-16,0 0 1 16,0 0-19-16,0 0 1 15,3 21-14-15,5-20-12 16,0-1 4-16,1 0 8 15,7-9 0-15,-2-8-13 16,2-4-7-16,-2-5-11 16,-5 0 7-16,-4 3-1 15,-5 3 42-15,0 3 56 16,0 8 32-16,-10 2-11 16,-2 7-23-16,1 0-50 15,-3 16-31-15,0 9-4 0,1 6 6 16,5 2 1-16,4 4-5 15,4-1-11-15,0-3-8 16,9-5 1-16,7-6-1 16,1-5-1-16,2-8 1 15,-1-6-1-15,-2-3-2 16,-2-3 1-16,-1-13-18 16,-4-5 4-16,-1-1-3 15,-1-2 18-15,-4 3 0 16,0 2 1-16,0 6 11 15,-3 6 18-15,3 4 14 16,-1 3-6-16,-1 0-17 0,4 6-20 16,1 8 33-1,2 5 16-15,1 1-26 0,2 4-2 16,-1-4-6-16,1 2-8 16,1-5-7-16,-2-2 0 15,4-4-1-15,-1-2-13 16,11-9-108-16,0 0-188 15,-2-2-525-15</inkml:trace>
  <inkml:trace contextRef="#ctx0" brushRef="#br0" timeOffset="115939.96">9519 7336 1614 0,'0'0'556'0,"0"0"-275"0,0 0-104 16,0 0 32-16,0 0-20 15,0 0-46-15,7 86-74 16,2-55-13-16,0 2-4 16,0 2-6-16,2 0-2 15,-4-4-4-15,3 0-16 16,-4-1-10-16,2 1-9 15,7 17-5-15,-3-9-100 16,-8-8-599-16</inkml:trace>
  <inkml:trace contextRef="#ctx0" brushRef="#br0" timeOffset="122413">8875 8964 168 0,'0'0'37'0,"0"0"-24"0,0 0 310 15,0 0-44-15,0 0-28 16,-32 5-24-16,26-5 11 16,2 0-4-16,1 0-12 15,0 0-16-15,1 0-41 16,1 0-21-16,1 0-35 15,0 0-30-15,0 0-28 16,0 1-14-16,13-1-4 16,8 0 19-16,4 0-7 15,5 0-21-15,0 0-14 0,-2-1-9 16,-5-7 4-16,-1 3-5 16,-4 1-62-16,-6-1-103 15,2 5-103-15,-1-3-111 16,-6 3-328-16</inkml:trace>
  <inkml:trace contextRef="#ctx0" brushRef="#br0" timeOffset="122692.52">8861 9070 880 0,'0'0'397'0,"0"0"-85"16,0 0-105-16,0 0 14 16,0 0-15-16,0 0-28 15,0 0 10-15,31 6-42 16,-11-6-34-16,-1 0-33 16,2-6-22-16,1-1-27 15,-2 0-18-15,-1 4-4 16,-2-2-8-16,-1 3-10 15,6 2-122-15,-5 2-332 16,-4 6-467-16</inkml:trace>
  <inkml:trace contextRef="#ctx0" brushRef="#br0" timeOffset="124319.46">8806 10361 32 0,'0'0'902'15,"0"0"-579"-15,0 0-11 0,0 0-26 16,0 0-21-16,0 0-24 16,0 0-29-16,-24 0-45 15,24 0-37-15,0 0-33 16,0 0-29-16,2 0-13 15,14-4-3-15,6-5 5 16,6-1-15-16,4-3-7 16,-1 2-16-16,-1 1-7 15,-4 0-1-15,-4 4-10 16,0 3 0-16,-7-2 0 16,-3 2 0-16,-1 1 0 15,-5 1-1-15,-1 1-1 16,-2 0-51-16,-1 0-67 0,-1 0-138 15,2 0-232-15,0 4-166 16,-3 3-325-16</inkml:trace>
  <inkml:trace contextRef="#ctx0" brushRef="#br0" timeOffset="124718.86">8804 10492 466 0,'0'0'663'0,"0"0"-379"0,0 0 7 16,0 0-44-16,0 0-8 15,0 0-52-15,0 0-21 16,-1 3-2-16,20-5-4 16,4-5-21-16,7-3-36 15,-2-2-21-15,3-2-17 16,-1 0-25-16,-5 1-13 16,-1 1-9-16,-5 2-9 15,-3 0-2-15,-2 2-6 16,-3 1 1-16,-4 3-2 15,-2-1 2-15,1 4-2 0,-2-1-25 16,-2 2-63-16,-2 3-131 16,0 8-340-16,-2 4-501 0</inkml:trace>
  <inkml:trace contextRef="#ctx0" brushRef="#br0" timeOffset="129541.35">8824 11690 1147 0,'0'0'342'15,"0"0"-43"-15,0 0-33 16,0 0-78-16,0 0 20 15,0 0-63-15,-12 0-43 16,25 0-25-16,8-2 6 16,9-7-14-16,4-1-27 15,-1 0-24-15,0 1-9 16,-5 1-3-16,-4 1-6 0,-3 4-1 16,-3 1-51-16,-6 1-98 15,0 1-155-15,-2 0-186 16,-4 0-231-16</inkml:trace>
  <inkml:trace contextRef="#ctx0" brushRef="#br0" timeOffset="129782.37">8885 11811 1370 0,'0'0'493'15,"0"0"-257"-15,0 0-101 16,0 0 40-16,0 0 29 16,0 0-63-16,0 0-35 0,64 1-22 15,-37-12-42-15,-6 0-24 16,0-2-11-16,-2 0-7 16,1 3-5-16,8 0-131 15,-4 5-361-15,-8 3-459 0</inkml:trace>
  <inkml:trace contextRef="#ctx0" brushRef="#br0" timeOffset="130621.37">8843 12975 61 0,'0'0'1262'16,"0"0"-769"-16,0 0-167 15,0 0-42-15,0 0-27 16,0 0-61-16,0 0-95 16,-19 0-22-16,34 0-8 0,7-4-13 15,6-2-17-15,1 0-19 16,-1-2-10-16,-1-1-6 15,-6 0-5-15,3-2-1 16,-5 0 1-16,-4 0-1 16,-3 4-33-16,-5 0-57 15,-2 4-85-15,-4 3-155 16,-1 0-187-16,0 0-286 0</inkml:trace>
  <inkml:trace contextRef="#ctx0" brushRef="#br0" timeOffset="130830.22">8886 13096 1491 0,'0'0'583'0,"0"0"-331"0,0 0-76 16,0 0 2-16,0 0-22 15,0 0-33-15,0 0-51 16,97-34-38-16,-70 18-19 15,-2 1-15-15,-3 3 0 16,9-4-106-16,-1 3-278 16,-5 3-438-16</inkml:trace>
  <inkml:trace contextRef="#ctx0" brushRef="#br0" timeOffset="141136.42">8679 15029 1290 0,'0'0'368'0,"0"0"-58"16,0 0-28-16,0 0-3 15,0 0-16-15,0 0-98 16,-30-53-84-16,30 78-40 15,0 28-18-15,0 22 35 16,9 23-4-16,3 5-6 0,2-18 2 16,-4-22 11-1,-1-21-12-15,-3-3-20 0,0 7-17 16,0 7-11-16,-1 1-1 16,-3-10 0-16,-2-10 0 15,0-14 0-15,0-9 1 16,0-11 1-16,0 0 4 15,0-19 0-15,-10-17-5 16,4-12 1-16,4-7-1 16,2-1 7-16,5 5-8 15,14 10 1-15,6 10 0 16,3 10-1-16,4 9 0 16,1 11-1-16,3 1 1 15,-3 15 0-15,-2 12 1 16,-4 9-1-16,-2 5 6 15,-5 3 5-15,-4 2 25 0,-2-1-14 16,-3-1-10-16,-3-5-12 16,-2-2 1-16,-3-3 1 15,-3-6-2-15,0-3-10 16,0-5-55-16,0-1-74 16,-6-7-131-16,-2-8-415 0</inkml:trace>
  <inkml:trace contextRef="#ctx0" brushRef="#br0" timeOffset="142354.11">9447 15813 25 0,'0'0'747'0,"0"0"-444"16,0 0-66-16,0 0 0 15,0 0 17-15,0 0-39 16,0 0-19-16,-34-43 2 15,31 39-6-15,0 3-2 16,1-1-30-16,1 2-42 0,1 0-25 16,0 0-36-1,0 3-19-15,0 13-20 16,1 6 33-16,7 7 19 0,3 5-18 16,0 3-13-16,-2 1 3 15,-1 3-4-15,-1-2-17 16,-4-3-11-16,0 0-2 15,-3-7-8-15,2-4 1 16,-2-5-1-16,0-4-23 16,0-5-75-16,1-5-78 15,1-5-197-15,-2-1-608 0</inkml:trace>
  <inkml:trace contextRef="#ctx0" brushRef="#br0" timeOffset="143087.77">9242 14523 578 0,'0'0'1024'16,"0"0"-688"-16,0 0 17 16,0 0-104-16,0 0-48 15,0 0-75-15,0 0-46 16,-89 20-12-16,65-4 2 16,2 0-10-16,3-4-9 15,10-1 6-15,3-5-27 16,4-6-15-16,2 4-9 15,0 0-6-15,0 5 0 16,11 6 1-16,5 4 11 16,1 5 3-16,2 5 3 0,0 3 16 15,-4 2 2-15,-1 1-10 16,-1 3-5-16,-4 1 1 16,1 0 5-16,-2-2-15 15,-2-2-3-15,0-3 1 16,2-4-9-16,-3-9 0 15,1-4-1-15,-3-5-29 16,2-7-85-16,7-3-73 16,4-14-164-16,0-8-494 0</inkml:trace>
  <inkml:trace contextRef="#ctx0" brushRef="#br0" timeOffset="143309.48">9513 14607 1557 0,'0'0'568'0,"0"0"-264"16,0 0-128-16,0 0 34 15,0 0-26-15,0 0-66 16,7 84-33-16,1-57-29 16,-2-4-41-16,0-3-4 15,-2-3-11-15,2-5-10 16,-3-5-109-16,9-7-204 15,-3-14-361-15,1-6-771 0</inkml:trace>
  <inkml:trace contextRef="#ctx0" brushRef="#br0" timeOffset="143666.21">9507 14388 1538 0,'0'0'556'0,"0"0"-275"16,0 0-54-16,0 0-36 15,0 0-75-15,0 0-32 16,0 0-9-16,85-66-9 16,-63 62 0-16,-1 4-17 15,0 0-25-15,0 3-7 16,-3 11-7-16,3 8 10 16,-5 4 14-16,2 7-4 15,0 3 18-15,-6 5 3 16,4 2 1-16,-4 0-13 0,1 1-7 15,-2 1-1 1,-2-1-7-16,1-2 6 16,-2-1-10-16,-2-4-11 0,-2-6-8 15,-2-7 0-15,1-6 5 16,-3-5-5-16,0-6-1 16,0-3 1-16,-8-3-1 15,-14-1-26-15,-20 0-97 16,3-2-149-16,-4-10-672 0</inkml:trace>
  <inkml:trace contextRef="#ctx0" brushRef="#br0" timeOffset="144144.17">10384 15678 310 0,'0'0'1031'16,"0"0"-489"-16,0 0-222 15,0 0-66-15,0 0-16 16,0 0-67-16,0 0-91 16,-18 8-44-16,30-8-19 15,6 0-16-15,3 0-1 16,3 0-19-16,-2 0-135 16,2 0-183-16,-5 0-388 0,-8 0-593 15</inkml:trace>
  <inkml:trace contextRef="#ctx0" brushRef="#br0" timeOffset="144291.33">10357 15852 1185 0,'0'0'382'15,"0"0"-35"-15,0 0-174 16,0 0-25-16,0 0-51 16,0 0-30-16,0 0-31 15,109-22-36-15,-48-20-67 16,-11 8-318-16,-4-4-491 0</inkml:trace>
  <inkml:trace contextRef="#ctx0" brushRef="#br0" timeOffset="144560.36">10575 15458 1540 0,'0'0'325'16,"0"0"-37"-16,0 0-79 15,0 0 23-15,85 49-81 16,-44-38-29-16,4 0-26 16,3-1-18-16,-2 1-20 15,-1-2-7-15,-9 1-24 16,-8 3-6-16,-10-1-14 16,-6 3-1-16,-12 5-4 15,0 5 4-15,-13 4 0 16,-17 6-6-16,-7 3-5 15,-23 16-39-15,8-11-165 0,7-9-476 0</inkml:trace>
  <inkml:trace contextRef="#ctx0" brushRef="#br0" timeOffset="145385.63">11761 15523 409 0,'0'0'1144'0,"0"0"-749"16,0 0-24-16,0 0-45 15,0 0-35-15,0 0-101 16,0 0-88-16,-50-56-70 15,50 79-23-15,0 10 3 16,8 13 7-16,3 5 15 0,2 2-11 16,-3-1-5-16,2-4-5 15,-1-5-5-15,-2-6-8 16,2-11-45-16,6-25-150 16,2-1-427-16,-4-14-471 0</inkml:trace>
  <inkml:trace contextRef="#ctx0" brushRef="#br0" timeOffset="145974.51">11934 14879 1480 0,'0'0'316'0,"0"0"-41"0,0 0-117 15,-66 83 21-15,47-44-16 16,7 1-61-16,9-6-31 15,3-6-31-15,4-5-22 16,17-4-7-16,7-6 1 16,7-3-6-16,1-3-5 15,-1-3 5-15,-2-1-4 16,-7 2-1-16,-6-2 4 16,-9-1-5-16,-7 2 0 15,-4 4 0-15,0 4 1 0,-6 4 6 16,-10 4 2-16,-5 3 5 15,2 1 8-15,1 0 0 16,3-3-1-16,6-3-6 16,7-3-7-16,2-5-7 15,12-3 0-15,17-6-1 16,10-1 1-16,8-8 0 16,7-17-1-16,-3-8-6 15,-5-13-8-15,-12-4-10 16,-10-11 6-16,-18-16 18 15,-6-17 1-15,0 9 7 16,-9 12 5-16,-1 23 17 16,4 23 35-16,1 10-22 0,1 2-12 15,2 11-13 1,2 4-16-16,0 9-2 0,2 20-6 16,11 17 6-16,8 12 6 15,1 3 30-15,-2 0 6 16,2-4-3-16,-6-7-11 15,-5-5-11-15,-2-7-8 16,-4-6-9-16,-5-7-19 16,0-11-172-16,-14-7-387 15,-4-7-750-15</inkml:trace>
  <inkml:trace contextRef="#ctx0" brushRef="#br0" timeOffset="146139.22">12087 15154 738 0,'0'0'1303'16,"0"0"-832"-16,0 0-232 16,0 0-72-16,0 0-55 15,129-70-75-15,-68 49-28 16,21-1-9-16,30-4-76 16,-15 6-462-16,-12 4-1253 0</inkml:trace>
  <inkml:trace contextRef="#ctx0" brushRef="#br0" timeOffset="146632.31">12899 15700 1174 0,'0'0'623'16,"0"0"-388"-16,0 0-120 15,0 0 9-15,0 0 12 16,0 0-18-16,91 88-33 15,-78-57-5-15,-3-2-23 16,-8-2-30-16,-2-5 1 0,0-5-9 16,-2-6-4-16,-8-11 18 15,-3 0 51-15,-2-22-6 16,1-15-38-16,5-9-12 16,6-5-11-16,3 1-4 15,8 7 1-15,13 9 2 16,6 12 8-16,4 10 2 15,8 9 1-15,1 3-9 16,2 15-8-16,1 11 1 16,0 6-1-16,-3 2-8 15,-7 3 3-15,-4-2-5 16,-10 0-10-16,-1-1-89 16,-7-7-221-16,-5-11-605 0</inkml:trace>
  <inkml:trace contextRef="#ctx0" brushRef="#br0" timeOffset="147016.15">13376 15545 901 0,'0'0'284'0,"0"0"18"15,0 0-79-15,0 0-36 16,0 0-76-16,82 56-36 15,-58-52-13-15,-5-4-5 16,-4 0 2-16,0-6 26 0,-6-7 10 16,-1-7-18-1,-4-3-18-15,-1 0-10 0,-3 3 2 16,0 1-5-16,-7 8 27 16,-7 6 19-16,-4 5-22 15,-1 0-33-15,-5 18-11 16,0 7 21-16,2 6 22 15,4 6-3-15,5 2-15 16,7 0-22-16,6 0-19 16,0-5 1-16,19-5-11 15,9-7-1-15,8-7 0 16,9-11 0-16,10-4-36 16,27-31-131-16,-13-4-381 0,-13-3-523 15</inkml:trace>
  <inkml:trace contextRef="#ctx0" brushRef="#br0" timeOffset="147916.1">13783 15308 1370 0,'0'0'491'16,"0"0"-279"-16,0 0-93 15,0 0 106-15,0 0 0 16,21 80-43-16,-9-46-51 15,3 2-29-15,-2 1-32 16,1-2-32-16,-2-6-25 16,-2-4-7-16,0-8-6 0,0-7-1 15,-4-10-26 1,1 0-16-16,2-20-10 0,-2-9-78 16,1-9-30-16,0-2 14 15,-3 0 70-15,1 4 53 16,-1 5 24-16,-2 9 13 15,-2 8 39-15,-1 7 71 16,0 7-14-16,0 0-49 16,2 16-36-16,1 9 33 15,1 7 18-15,5 2-5 16,5 3-13-16,5-4-12 16,4-5-18-16,5-8-11 15,3-6-8-15,1-10-8 0,-4-4 1 16,-4-8 5-16,-5-16-6 15,-7-3-17-15,-4-8-41 16,-6-1-31-16,-2 1-21 16,0 3 15-16,-7 6 28 15,-2 4 37-15,4 3 21 16,2 4 8-16,3 3 0 16,0 5-9-16,8 3 2 15,6 4 7-15,3 0-5 16,1 16 6-16,0 6 1 15,-2 6 22-15,-1 3 34 16,0 2 31-16,-1-4-16 16,0-2-23-16,3-5-25 15,4-10-13-15,1-5-10 16,2-7 0-16,3 0-1 0,0-15-11 16,0-11-62-16,-2-3-63 15,-1-6-58-15,-6-3 16 16,-2 1 56-16,-5 1 61 15,-5 7 44-15,-5 5 17 16,-1 11 38-16,0 6 72 16,-9 7-4-16,-4 0-23 15,-5 17-10-15,-3 5 25 16,3 8 7-16,2 4-27 16,5 2-11-16,8 0-21 15,3-2-10-15,5-5-9 16,14-5-6-16,4-9-12 0,2-8 2 15,0-7-5-15,-1 0-5 16,-6-14 0-16,-5-8 5 16,-7-6-6-16,-6-5-1 15,0-1 0-15,-10 0-17 16,-9 4-3-16,-2 7-10 16,4 7-4-16,2 10-63 15,9 4-80-15,6 2-135 16,14 2-388-16,4 4-252 0</inkml:trace>
  <inkml:trace contextRef="#ctx0" brushRef="#br0" timeOffset="148284.35">14814 15224 1382 0,'0'0'368'15,"0"0"-153"-15,0 0-23 16,0 0-13-16,0 0-10 15,0 95-11-15,1-65-26 16,1-2-30-16,0-3-47 16,-2-7-26-16,0-4-14 15,0-7-8-15,0-4-6 16,0-3 11-16,0-15 48 16,0-14-24-16,0-13-18 15,7-5-9-15,9-2 3 16,7 3 3-16,-1 10 3 0,7 11 1 15,-1 11 10 1,5 11-5-16,4 3-11 0,0 8 11 16,2 16 21-16,-5 3-9 15,-4 6-3-15,-8 2-18 16,-8-1-6-16,-4-3-8 16,-7-3-1-16,-1-6-9 15,5-8-130-15,-1-8-393 16,6-6-707-16</inkml:trace>
  <inkml:trace contextRef="#ctx0" brushRef="#br0" timeOffset="148953.49">16265 15034 1348 0,'0'0'333'15,"0"0"13"-15,0 0-142 0,0 0-30 16,-98-63-64 0,62 63-41-16,0 8-28 0,2 13-9 15,4 1-11-15,6 3-5 16,8-3-6-16,8-3-4 16,6-1-4-16,2-4-2 15,8-5 0-15,12-6 0 16,7-3 6-16,1-8-4 15,0-10 5-15,1-4 1 16,-6 3-2-16,-6 3 24 16,-1 9 49-16,-4 7 0 15,1 3-37-15,1 25 7 16,5 24 48-16,4 32 4 0,4 32-1 16,1 7-13-1,-3-2 3-15,-2-16-38 0,-10-33-14 16,-1-19-23-1,-4-19-14-15,-1-12-1 0,2-5 1 16,-2-6 0-16,4-10-1 16,1-4 2-16,1-28-1 15,-1-12-1-15,0-8-21 16,-7-3-11-16,-5 2 7 16,0 6 7-16,-20 9 3 15,-8 10 3-15,-11 13 6 16,-10 11 5-16,-4 3-1 0,-2 10-19 15,11 7-52 1,17 12-39-16,12-5-197 16,13-7-415-16</inkml:trace>
  <inkml:trace contextRef="#ctx0" brushRef="#br0" timeOffset="149252.84">17545 14866 1071 0,'0'0'707'0,"0"0"-343"15,0 0-39-15,0 0-51 16,0 0-74-16,0 0-138 15,0 0-38-15,-25 47-6 16,25 15 32-16,0 3-2 16,11-2-19-16,5-3-13 15,1-4-10-15,3-5-6 16,13 9-62-16,-3-16-280 16,-4-14-568-16</inkml:trace>
  <inkml:trace contextRef="#ctx0" brushRef="#br0" timeOffset="149748.27">17860 15018 1461 0,'0'0'319'0,"0"0"11"16,0 0-187-16,0 0-23 16,0 0 22-16,-84 82-20 15,66-45-16-15,2 1-24 16,6 0-40-16,3-3-21 15,7-4-11-15,0-7-9 16,11-7-1-16,8-7 0 16,1-8 0-16,-2-2-2 15,-2-10-17-15,-1-12-2 16,-2-4 5-16,-4-4 7 16,0-2 9-16,2 2 2 15,-5 3-1-15,0 7 8 16,-2 6 18-16,-1 8 14 0,-1 3 9 15,-1 3-23 1,2 3-15-16,3 11-5 0,1 5 13 16,1 5 14-16,1 0-1 15,1 1 0-15,-1 1-9 16,2-3-12-16,1-2-3 16,-2 1-8-16,-1-3 1 15,1-4-1-15,-4-4 0 16,-1-3 0-16,-2-5 0 15,-1-1-1-15,-2-2 0 16,1 0-2-16,-1 0-8 16,0 0-13-16,0 0-22 0,0 0-37 15,0 0-75 1,0-5-113-16,0-3-92 0,0 0-390 0</inkml:trace>
  <inkml:trace contextRef="#ctx0" brushRef="#br0" timeOffset="150292.12">18052 14962 1431 0,'0'0'354'0,"0"0"-40"0,0 0-199 15,0 0 55-15,0 0-49 16,15 86-16-16,12-61-31 16,6-3-20-16,6-2-29 15,1-9-4-15,-1-5-11 16,-5-6-8-16,-7 0-1 15,-8-16 10-15,-8-7-5 16,-7-4-6-16,-4-2 9 16,0 0 0-16,0 4 0 15,-1 7 67-15,-4 9 43 16,2 9-19-16,2 6-57 0,-1 22-26 16,2 14 4-16,0 21 12 15,18 22 24-15,14 21 16 16,4 8-18-16,-4-20-10 15,-12-21-12-15,-10-27-16 16,-7-5-7-16,-3 3-10 16,0-4 0-16,-9-1 0 15,-11-16 0-15,-3-19 0 16,-4-6-18-16,-5-42-30 16,1-31-54-16,7-32-37 15,11 4-132-15,13-1-242 16,1 35-127-16,11 31-294 0</inkml:trace>
  <inkml:trace contextRef="#ctx0" brushRef="#br0" timeOffset="150891.87">18476 15082 1011 0,'0'0'278'0,"0"0"-57"15,0 0-67-15,0 0 2 16,0 0-68-16,0 0-37 15,0 0-18-15,73 52-10 16,-61-52 8-16,3 0 14 16,0-5 5-16,0-12-7 15,0-8-18-15,-2-3-6 16,-4-4 15-16,-3 0 33 16,-4 4 20-16,-2 6 62 0,0 13-17 15,-11 9-21 1,-7 0-53-16,-2 25-28 0,-2 7 7 15,3 7 1-15,5 2-10 16,10 1-7-16,4-6-6 16,1-4-9-16,19-6-5 15,4-11 6-15,6-7-5 16,-1-8 5-16,0 0-1 16,-4-16-6-16,-4-3 2 15,-5-2-1-15,-2-1 7 16,-4 0-7-16,-1 2-1 15,1 3 0-15,0 1 0 0,-1 5 0 16,2 1 1-16,1 6-1 16,3 1 0-16,-1 3-1 15,2 3 1-15,-1 14 0 16,-3 7 2-16,-2 5 13 16,-5 5 25-16,-2 2 25 15,-2 2 8-15,-1-5-6 16,2-4-4-16,1-8-25 15,0-7-11-15,4-7-9 16,2-7-6-16,5 0 0 16,8-4 1-16,5-10-5 15,3-5-8-15,-2-1 0 16,-1-1-33-16,-5 1-69 16,4 1-89-16,-6 4-308 0,-6 1-305 15</inkml:trace>
  <inkml:trace contextRef="#ctx0" brushRef="#br0" timeOffset="151220.35">19489 14872 1565 0,'0'0'612'0,"0"0"-146"16,0 0-178-16,0 0-8 15,0 0-169-15,0 0-65 16,0 0-25-16,-10-11-12 16,10 37 10-16,0 10 25 15,0 10 5-15,8 2 17 16,0-2-24-16,3-3-18 15,-2-4-12-15,0-2 6 16,-2-3-17-16,-2-3-1 16,-5 8 0-16,-10-6-220 15,-8-11-806-15</inkml:trace>
  <inkml:trace contextRef="#ctx0" brushRef="#br0" timeOffset="153143.05">8710 16852 466 0,'0'0'1109'16,"0"0"-849"-16,0 0-5 15,0 0-126-15,0 0 3 0,-29 82-71 16,32-5-8 0,7-2 26-16,5-7 10 0,-3-7 4 15,4-18-8-15,1 4-22 16,4 6-19-16,-2-8-12 16,-4-6-10-16,0-8-10 15,-8-9-6-15,-1-8 4 16,-4-8-9-16,-2-6-1 15,0 0 10-15,-5-13 11 16,-7-14-13-16,-4-10-7 16,5-7 0-16,5-2 9 15,6 0-4-15,0 5 5 16,9 7-5-16,14 5-6 16,1 10 0-16,6 6 6 15,1 9-6-15,4 4-8 0,-2 5 8 16,-1 16 0-16,-4 6 1 15,-2 2 21-15,-4 4 8 16,0-2 3-16,-5 1-7 16,-1-5-7-16,-5 0-1 15,-1-5-17-15,-6-5 6 16,-1-5-7-16,-3-5-20 16,0-5-139-16,0-2-411 15,0 0-1153-15</inkml:trace>
  <inkml:trace contextRef="#ctx0" brushRef="#br0" timeOffset="153639.91">9467 17367 552 0,'0'0'855'16,"0"0"-477"-16,0 0-3 16,0 0-50-16,0 0-35 15,0 0-130-15,0 0-88 16,-17 7-44-16,17 8 6 15,2 4 14-15,8 6-4 16,-4-3-10-16,2 1-8 16,-1-3-5-16,3 1-12 15,-2-4-4-15,-2 1-4 0,3-2-2 16,-2-1-19-16,-2-1-157 16,-4-2-480-16,-1-9-1114 0</inkml:trace>
  <inkml:trace contextRef="#ctx0" brushRef="#br0" timeOffset="154396.32">9819 16644 491 0,'0'0'670'0,"0"0"-393"15,0 0 15-15,0 0-27 16,0 0-53-16,-84-46-75 16,63 41 7-16,1-1-4 15,-2 3-43-15,3 0-51 0,0 1-22 16,2 2-17-16,1 0 4 15,5 0-4-15,2 0 1 16,2 0-2-16,3 4-5 16,2 8-1-16,2 5 1 15,0 3-1-15,0 7 6 16,5 4 20-16,6 2 26 16,0 2-4-16,5 3-8 15,-2 2-5-15,-2 1-1 16,4-1-6-16,-2 4-4 15,0-6 2-15,2 0-2 16,-2-1-2-16,0-3-8 16,-1-5 1-16,1-3-8 15,-3-5-1-15,0-6-5 16,-2-4-1-16,1-9 0 0,2-2-26 16,12-25-76-16,1-6-230 15,-5-5-513-15</inkml:trace>
  <inkml:trace contextRef="#ctx0" brushRef="#br0" timeOffset="154824.39">9899 16726 1107 0,'0'0'628'0,"0"0"-350"0,0 0-27 16,0 0-33-16,0 0-56 16,0 0-80-16,0 0 2 15,66-10-14-15,-50 30-19 16,-7 6-2-16,-6 3-4 16,-3 0-11-16,0 0-5 15,-3-1-11-15,-7-7-8 16,-2-2-4-16,1-7-4 15,1-8 4-15,-2-4 4 16,2 0 1-16,0-13 2 16,3 1-4-16,4-1 2 15,3 4-10-15,0 4 4 16,9 5-5-16,11 0 0 16,6 5-1-16,4 4 1 0,3 4 0 15,-2-2-1-15,-1 0 1 16,-1-4-2-16,-6 0-29 15,1-7-73-15,3 0-176 16,-7-11-273-16,-4-5-574 0</inkml:trace>
  <inkml:trace contextRef="#ctx0" brushRef="#br0" timeOffset="155246.53">10032 16514 1124 0,'0'0'412'0,"0"0"-177"0,0 0-32 16,0 0 9-16,0 0-57 15,90-41-51-15,-65 30 13 16,-3 2-22-16,-6-1-1 16,-5 5-15-16,-3 0-16 15,-5 3-27-15,-2 2-14 16,2 0-8-16,3 5-7 15,3 11 10-15,1 5 14 16,4 7 12-16,1 5-4 16,1 3 0-16,1 1-3 15,2 1 2-15,-4 0 2 16,4 0-10-16,-4-2 2 0,0-4-3 16,-3-2-9-16,-3-7-1 15,-3-3-8-15,-5-5-2 16,-1-6 0-16,0-1-8 15,0-4 8-15,-4-2-3 16,-11 0 2-16,-2-1-7 16,-3-1-1-16,-3 0-5 15,2 4-34-15,-9 13-120 16,7-2-478-16,0 0-1311 0</inkml:trace>
  <inkml:trace contextRef="#ctx0" brushRef="#br0" timeOffset="156469.44">11002 17174 909 0,'0'0'856'0,"0"0"-533"16,0 0-38-16,0 0-29 15,0 0-97-15,0 0-99 16,0 0-42-16,17-49-12 15,19 39-4-15,7 1-2 16,1-1 0-16,-4 5-68 16,-4 5-197-16,-12 0-294 0,-14 7-283 0</inkml:trace>
  <inkml:trace contextRef="#ctx0" brushRef="#br0" timeOffset="156618.22">10996 17344 1114 0,'0'0'364'15,"0"0"-36"-15,0 0-144 16,0 0-64-16,0 0-37 16,0 0-14-16,80-30-36 15,-32 4-33-15,20-21-45 16,-11 4-306-16,-12 1-509 0</inkml:trace>
  <inkml:trace contextRef="#ctx0" brushRef="#br0" timeOffset="156866.46">11291 16849 1418 0,'0'0'307'0,"0"0"-146"16,0 0 37-16,121 15-14 16,-68 0-65-16,-3 4-8 15,-6 7-11-15,-6 4-23 16,-9 6 1-16,-8 0 20 15,-12 3-41-15,-9 2-11 16,0 1-16-16,-20-2-10 16,-7-1-10-16,-3-1-8 15,3-6-2-15,3-10-123 16,8-8-265-16,8-14-893 0</inkml:trace>
  <inkml:trace contextRef="#ctx0" brushRef="#br0" timeOffset="157284.25">12221 16941 1551 0,'0'0'570'16,"0"0"-242"-16,0 0-101 15,0 0-78-15,0 0-60 16,0 0-9-16,20 74 9 16,-1-32-38-16,1 4-13 15,-2-3 10-15,-2-2-21 16,-2-4-14-16,-1-3-11 16,-4-7-2-16,0-10-12 0,-3-8-117 15,4-6-361 1,-5-3-239-16</inkml:trace>
  <inkml:trace contextRef="#ctx0" brushRef="#br0" timeOffset="157874.41">12463 16316 1378 0,'0'0'273'0,"0"0"17"15,0 0-89 1,0 0-8-16,-79 86-64 0,70-60-29 16,2-4-5-16,7-2-38 15,0-3-18-15,12-6-21 16,10-1-1-16,8-3 6 16,6-2-14-16,1 0 3 15,0 0-11-15,-4 2 1 16,-6 1 6-16,-6 3-7 15,-11 3 0-15,-8 0 9 16,-2 5 2-16,-2-1 27 16,-13 1 12-16,-4-3-17 15,1 1-17-15,3-5-5 16,3-5-11-16,5-2 1 16,5-3-2-16,2 1 0 0,0-1-6 15,12-2 6 1,6 0-9-16,9 0 8 0,3-14-16 15,1-6-10-15,-1-9 3 16,-5-5-13-16,-4-8 6 16,-9-5 22-16,-6-4 9 15,-4 0 1-15,-2 7 7 16,0 5 12-16,0 14 34 16,0 11-7-16,0 8-14 15,0 6-18-15,0 0-11 16,1 17-4-16,14 8 0 15,3 11 16-15,3 3 23 0,3 1-6 16,-1-1-12 0,-3-3-6-16,-1-2-5 0,-5-7-9 15,-2-2-1-15,-11-5-86 16,-1-8-382-16,0-7-531 0</inkml:trace>
  <inkml:trace contextRef="#ctx0" brushRef="#br0" timeOffset="158048.11">12617 16603 1855 0,'0'0'501'16,"0"0"-291"-16,0 0-73 0,84-35 1 16,-32 12-80-1,4-2-37-15,7 2-21 0,28-9-17 16,-15 9-299-1,-14 0-693-15</inkml:trace>
  <inkml:trace contextRef="#ctx0" brushRef="#br0" timeOffset="158580.03">13746 16963 1536 0,'0'0'487'16,"0"0"-318"-16,0 0-107 15,0 0 64-15,21 102 24 16,-11-52-22-16,-2 2-28 16,-7-4-14-16,-1-5-37 15,0-13-7-15,0-5-13 16,-6-10-13-16,-1-7-5 15,-2-8 8-15,0-5 57 0,-2-22-26 16,1-12-31-16,6-11-10 16,4-8-3-16,1 5-5 15,17 6 5-15,3 14-5 16,4 13 1-16,4 13-2 16,1 7 1-16,2 9-1 15,2 16-1-15,-4 6 1 16,0 6 1-16,-3 1-1 15,-3-6-1-15,3-3-5 16,6-10-103-16,-7-9-230 16,-3-10-412-16</inkml:trace>
  <inkml:trace contextRef="#ctx0" brushRef="#br0" timeOffset="158963.16">14058 16905 1192 0,'0'0'222'0,"0"0"-7"16,0 0-54-16,0 0-15 15,0 0-64-15,91 78 29 16,-66-74-25-16,-3-4-33 16,-5 0 3-16,-4-3 26 15,-5-14 3-15,-2-6-38 16,-3-4-20-16,-3-1-15 0,0 1 1 15,-2 3 8-15,-8 5 25 16,-5 8 30-16,0 5 26 16,-3 6-16-16,0 6-33 15,-1 18-17-15,-2 8 13 16,6 9 5-16,3 5-6 16,9 4-11-16,3-1-10 15,10-1-9-15,15-4-10 16,13-7-7-16,7-8 0 15,10-8-1-15,3-11 0 16,3-10-21-16,21-24-117 16,-18-12-193-16,-14-6-466 0</inkml:trace>
  <inkml:trace contextRef="#ctx0" brushRef="#br0" timeOffset="160247.5">14511 16723 1560 0,'0'0'331'0,"0"0"-64"16,0 0-187-16,0 0 30 16,0 0 41-16,32 97-2 15,-13-53-36-15,-1 3-17 16,1 0-28-16,-4-6-27 16,3-6-22-16,-4-7-10 15,2-11-9-15,-3-12-5 0,2-5-33 16,-3-19-45-1,1-15-96-15,-5-10-16 0,-2-2 57 16,-4-4 52-16,-2 1 59 16,0 9 27-16,0 7 29 15,-3 12 45-15,-2 6 38 16,3 12 61-16,2 3-75 16,0 0-56-16,0 13-24 15,0 9 36-15,5 4 16 16,10 6-27-16,4 0-8 15,7-4-20-15,2-3 0 16,2-6-14-16,-2-7 5 16,-3-7-6-16,-3-5 0 15,-8-3 0-15,-5-11-18 16,-4-10-12-16,-4-1 0 0,-1-4 22 16,0 0 8-1,0 0 0-15,3 7 0 0,0 2 0 16,0 7 1-16,0 3 7 15,3 5 2-15,2 5-1 16,5 0-7-16,4 6 8 16,3 11 16-16,6 5 4 15,-1 3 1-15,-2 3-7 16,0-3-8-16,0-3-8 16,-5-2-7-16,2-8 0 15,0-5-1-15,-1-7-10 16,2-3-46-16,0-16-75 15,-3-7-127-15,0-7-35 16,-6-5-51-16,-4-3 38 16,-3 2 126-16,-5 1 151 0,0 8 29 15,0 9 119-15,-6 8 93 16,-6 10 25-16,2 3-54 16,-3 6-62-16,0 14-17 15,6 7 17-15,1 4-23 16,6 3-18-16,0 0-21 15,3 1-23-15,12-4-13 16,7-5-8-16,5-5-7 16,1-9-7-16,2-7 5 15,-2-5-5-15,-3-8 1 16,-6-15-2-16,-6-6-12 16,-7-6-15-16,-6-5-6 0,0-4 2 15,-4-4 8 1,-13 4 2-16,-2 8 12 15,2 11 9-15,1 9 0 0,6 13 0 16,1 3 0-16,4 10-1 16,3 13 1-16,2 2 0 15,2 2 2-15,16 0-1 16,8-5-1-16,6-3 0 16,4-8 0-16,2-8-43 15,-3-3-98-15,-5-2-5 16,-7-13 35-16,-6-6 43 15,-6-3 45-15,-2-1 23 16,-6 1 21-16,1 4 38 0,-1 6 39 16,0 4 15-16,0 6-12 15,3 4-55-15,4 2-25 16,3 17 15-16,-1 1 29 16,2 7 4-16,-3 2-20 15,-1-3-14-15,-4 1-5 16,-1-10-21-16,-4-3-3 15,-1-5-5-15,0-6 1 16,0-3 7-16,0 0 4 16,-7-17-4-16,-4-12 1 15,2-10 1-15,5-6 10 16,4-4 4-16,0 6 8 16,0 8 20-16,0 12-1 0,9 13-20 15,6 10-14-15,6 5-11 16,9 19 5-16,7 10 9 15,0 7-2-15,3 5 2 16,-2 5-15-16,-4-2-4 16,-9-1-2-16,-8-4 0 15,-17-2-83-15,-33 8-139 16,-18-12-427-16,-15-7-1047 0</inkml:trace>
  <inkml:trace contextRef="#ctx0" brushRef="#br0" timeOffset="161740.76">16966 16419 1109 0,'0'0'389'0,"0"0"-96"15,0 0-46 1,0 0-42-16,-97-11-78 0,69 28-35 16,1 6-16-16,2 3 8 15,4 3-22-15,6-1-18 16,6-3-18-16,5-2-14 16,4-4-11-16,0-5-1 15,11-6 0-15,6-4-1 16,5-4-14-16,4-6-15 15,2-17-14-15,-1-7 9 16,1-7 23-16,-3-2 12 16,-3 0 6-16,-5 5 6 15,-3 10 3-15,-4 10 31 0,-4 11 2 16,2 3-20 0,1 20-14-16,2 16 61 0,2 12 17 15,0 10-1 1,-1 20-31-16,1 13-7 0,5 14-2 15,-4-8-21-15,-1-21-14 16,-6-21-10-16,-2-18 0 16,1 0-5-16,1-2-1 15,-2-9 1-15,-1-12-1 16,1-14-1-16,-1-7 1 16,3-22-1-16,0-17-17 15,-3-10-22-15,-4-4-8 16,0 3 0-16,-4 7 15 0,-11 11 15 15,-2 14 16 1,-4 14 1-16,-1 11 1 0,-3 3-1 16,2 18-5-16,6 2-37 15,17 5-166-15,7-4-303 16,20-14-428-16</inkml:trace>
  <inkml:trace contextRef="#ctx0" brushRef="#br0" timeOffset="162075.12">18239 16230 1629 0,'0'0'531'0,"0"0"-213"16,0 0-138-16,0 0-31 15,0 0-71-15,0 0 4 16,-7 128 0-16,11-65-23 16,2 7-7-16,1-4-17 15,1-8-16-15,2 0-17 16,0-5-2-16,4-10-8 15,-1-11-112-15,16-27-221 0,-4-5-419 16,-4-15-481-16</inkml:trace>
  <inkml:trace contextRef="#ctx0" brushRef="#br0" timeOffset="162409.78">18537 16308 876 0,'0'0'669'0,"0"0"-313"16,0 0-25-16,0 0-143 15,0 0-57-15,0 0-35 16,-85 77 7-16,64-37-6 16,3 0-27-16,2 1-23 15,5-7-22-15,4-4-14 16,6-12-10-16,1-5 1 16,0-8-2-16,8-5-3 15,9-5 1-15,5-12 2 0,2-2-6 16,0 1 0-1,-5 2 6-15,-1 8 0 0,-3 5 0 16,0 3-5-16,0 10 5 16,1 8 0-16,-1 2 1 15,1 2-1-15,-2-2 1 16,-1-3-1-16,-1-4-20 16,2-7-158-16,-2-6-122 15,-3-12-192-15,-2-12-93 16,-3-5-496-16</inkml:trace>
  <inkml:trace contextRef="#ctx0" brushRef="#br0" timeOffset="162760.45">18632 16361 924 0,'0'0'369'0,"0"0"-9"15,0 0-156 1,0 0-120-16,0 0-58 0,0 0-11 16,0 0 3-16,54 2-4 15,-28-2-5-15,2 0-1 16,-4-2 0-16,-4-10-1 15,-7-5 2-15,-7-3 1 16,-6 1 64-16,0 0 35 16,0 4 20-16,-2 5 33 15,-2 5 12-15,-1 5-31 16,2 3-67-16,1 20-46 16,2 12 2-16,0 12 32 0,0 9 2 15,8 8-6-15,8 4 3 16,-1 0-20-16,3 1-14 15,-4-2-16-15,-4-6-13 16,-7-5 0-16,-3-9 0 16,-2-8 0-16,-14-9-1 15,-3-17-32-15,-4-13-40 16,1-6-70-16,-5-58-221 16,8 2-298-16,5-5-649 0</inkml:trace>
  <inkml:trace contextRef="#ctx0" brushRef="#br0" timeOffset="163309.46">18943 16311 654 0,'0'0'308'16,"0"0"-88"-16,0 0-86 15,0 0-41-15,0 0-33 16,85 0-24-16,-72 0 16 15,2-11 9-15,-3-3-4 16,-3-3 6-16,0-3 16 16,-5 1-10-16,-2 4 41 15,-2 5 38-15,0 6 8 16,0 4-3-16,-8 5-62 16,-5 18-33-16,-1 9 30 15,1 7-5-15,6 7 17 16,4-1-28-16,3-3-35 15,4-5-4-15,15-9-15 16,8-9-12-16,3-12 0 0,3-7 3 16,1-6-3-16,-4-17-5 15,-5-7 5-15,-8-2-6 16,-7-4-1-16,-10 0-14 16,0 2-3-16,-8 7 11 15,-8 6-5-15,3 5 10 16,4 7 2-16,5 4-1 15,2 2 1-15,2 3-2 16,0 0-8-16,2 4 1 16,10 12 8-16,4 9 1 0,2 8 9 15,1 4 15 1,-1 6 13-16,0-2-8 0,0 1 13 16,-1-6-8-16,-1-8-20 15,3-9-13-15,1-6-1 16,3-10-48-16,22-5-166 15,-5-12-453-15,-4-7-966 0</inkml:trace>
  <inkml:trace contextRef="#ctx0" brushRef="#br0" timeOffset="163760.44">19809 16226 1766 0,'0'0'473'0,"0"0"13"16,0 0-316-16,0 0-29 16,0 0-68-16,0 0-39 15,0 0 1-15,72-61 1 16,-45 61-5-16,-2 0-8 16,-4 6-11-16,-2 13 0 15,-5 2 4-15,-7 12 5 16,-7 4 6-16,0 7 10 15,-19 4 4-15,-5 1 1 16,-1-1 0-16,1-3-3 16,3-6 1-16,5-7 4 15,5-11-17-15,8-8 0 16,3-7-11-16,0-6 2 0,27 0 6 16,13-14 15-16,18-11-7 15,11-5-10-15,4-2-13 16,-3-2-7-16,-3 4 4 15,-5 2-5-15,-9 6 7 16,-7 5-8-16,-11 5 1 16,-13 5-1-16,-9 2 0 15,-8 4 0-15,-5 1-7 16,0 0-14-16,-42 8-32 16,-4 9-59-16,-15-5-435 0</inkml:trace>
  <inkml:trace contextRef="#ctx0" brushRef="#br0" timeOffset="167843.72">17414 7545 1013 0,'0'0'552'0,"0"0"-406"16,0 0 95-16,0 0-12 16,-78-72-1-16,72 65-85 15,5 5-84-15,-1 2-32 16,2 0-23-16,0 17-4 16,2 19 0-16,7 12 3 15,4 10 54-15,-1 7 1 16,3-4 0-16,1 0-29 15,1-7-17-15,1-7-12 16,3-6-6-16,1-14-161 0,9-20-189 16,-7-7-318-16,-1-9-357 0</inkml:trace>
  <inkml:trace contextRef="#ctx0" brushRef="#br0" timeOffset="168263.41">17587 7519 1091 0,'0'0'285'15,"0"0"23"-15,0 0-78 16,0 0-63-16,0 0-98 16,0 0-42-16,0 0-1 15,-47 87 7-15,46-50-2 0,1 1-9 16,0-4-10-16,6-4-6 16,5-7-5-16,2-9 7 15,-3-10-7-15,0-4 6 16,0-4 14-16,-4-17-5 15,-2-5-7-15,-2-6-3 16,-2 0-5-16,0-1 7 16,0 5 2-16,0 8 27 15,0 6 29-15,0 8 24 16,0 3-20-16,0 3-34 16,0 0-33-16,0 12 4 15,6 11-7-15,7 4 6 16,2 6-5-16,3 1-1 0,-1 2 0 15,0-4 0 1,-3-1 0-16,0-2-7 0,-4-7 6 16,-4-3 0-1,-2-6-12-15,-4-5-35 0,0-5-20 16,0-3-18-16,-13-3-110 16,-1-9-367-16,-1-4-358 15</inkml:trace>
  <inkml:trace contextRef="#ctx0" brushRef="#br0" timeOffset="168887.5">17794 7437 1000 0,'0'0'301'15,"0"0"27"-15,0 0-72 16,0 0-38-16,0 0-71 16,0 0-87-16,0 0-38 0,-30 33 3 15,41-6 9-15,4 0 2 16,5-2-8-16,3-4-10 16,2-9 0-16,1-5-5 15,-4-6-4-15,-5-1-2 16,-3-8 1-16,-3-9 2 15,-7-5 1-15,0 0-1 16,-4 0 5-16,0 1 38 16,0 7 10-16,-2 6 15 15,0 8-1-15,2 0-50 16,0 17-25-16,2 14 5 16,13 11 2-16,1 8-8 15,5 3 5-15,1 1 8 16,1 0-1-16,-5-4-1 0,-4-7-1 15,-5-4-5-15,-5-8-6 16,-4-6 1-16,-4-8 5 16,-13-4-5-16,-4-7 0 15,-5-6 1-15,-1 0-2 16,2-20-69-16,15-33-168 16,5 5-133-16,5-5-440 0</inkml:trace>
  <inkml:trace contextRef="#ctx0" brushRef="#br0" timeOffset="169659.14">18137 7464 599 0,'0'0'561'0,"0"0"-349"16,0 0-137-16,0 0-43 15,0 0 19-15,0 0 20 16,0 0-28-16,36 14-14 15,-23-14-12-15,1 0-3 16,-4-3-13-16,-1-8 33 16,-3-3 0-16,-3-3-2 15,-3 1 11-15,0-1 15 16,0 3 18-16,-4 3 36 16,-7 7 4-16,-1 4-46 0,-4 0-41 15,2 12-11 1,0 11-2-16,3 3-1 0,5 6-2 15,2 3-1-15,4-2-3 16,1-2-7-16,14-4-1 16,3-6 5-16,2-7-5 15,-1-5 8-15,-4-9-9 16,0 0 11-16,-5-9-10 16,-1-9 7-16,0-7-7 15,-2-1 0-15,1-2 0 16,-2 0 4-16,0 3-4 15,0 7 0-15,-2 5 10 16,-2 4 9-16,1 7 1 16,-2 2 5-16,4 0-26 15,2 12 11-15,1 4 15 0,4 4-2 16,4 0-6-16,2 1 6 16,4-1-2-16,7-4 2 15,3-4-12-15,3-9-1 16,1-3-5-16,-1 0-5 15,-5-8-2-15,-6-8-18 16,-5-5-35-16,-6-3-7 16,-6-6 24-16,-6 0 13 15,-1-3 11-15,0 2 12 16,0 1 1-16,-7 5 1 16,1 6 14-16,3 5 31 15,-2 4 45-15,4 5 4 16,-1 2 31-16,1 3-43 15,1 0-39-15,0 14-29 16,0 9-5-16,4 6 17 0,7 5 16 16,2 3-1-16,1-2 0 15,0 0-6-15,0-1 2 16,-1-1-22-16,-1-5-8 16,-3-2-8-16,3-4 0 15,5 5-33-15,-1-7-169 16,-4-9-436-16</inkml:trace>
  <inkml:trace contextRef="#ctx0" brushRef="#br0" timeOffset="170495.39">21826 7274 85 0,'0'0'721'0,"0"0"-444"0,0 0 4 15,0 0-6 1,-42-74 11-16,33 64-33 0,5 2-42 16,1 7-97-16,1 1-60 15,2 9-32-15,0 14-11 16,0 12 7-16,0 5 22 15,9 3 7-15,6 0 7 16,-1-4-15-16,0-3-11 16,1-2-13-16,0-2-15 15,-3-1 0-15,9 2-101 16,-6-6-212-16,-3-12-525 0</inkml:trace>
  <inkml:trace contextRef="#ctx0" brushRef="#br0" timeOffset="170912.93">21975 7299 1215 0,'0'0'231'16,"0"0"12"-16,0 0-99 16,0 0-70-16,0 0 6 15,0 0-7-15,0 0-6 16,-34 64-25-16,34-50-17 15,0-1-10-15,7-5-2 16,1 0 5-16,0-6-16 0,2-2-1 16,-3 0 23-16,2-8-11 15,1-6-4-15,-2-3-9 16,-2-3 6-16,0-1-5 16,0 1 5-16,-2 3-5 15,-2 4 5-15,-2 6 13 16,1 7 14-16,1 0-12 15,2 4-21-15,2 12 15 16,6 4 1-16,0 4-1 16,4-2-9-16,-2-2 13 15,2 0-7-15,-2-4-12 16,-2-4 8-16,1-2-7 16,-1-6-1-16,1-4-11 0,4 0-44 15,14-15-108-15,-4-6-333 16,-3 1-246-16</inkml:trace>
  <inkml:trace contextRef="#ctx0" brushRef="#br0" timeOffset="171446.74">22257 7272 1098 0,'0'0'302'0,"0"0"45"0,0 0-64 15,0 0-78-15,0 0-75 16,0 0-81-16,0 0-29 16,-3 16 2-16,18 4 0 15,3 3-11-15,3-2-4 16,1-4-5-16,-1-5 5 15,-2-3-1-15,-4-6-6 16,-1-3 1-16,-7 0 1 16,-2-7-1-16,-2-10 11 15,-3-2-6-15,0 0 3 16,0 1 4-16,0 7 26 16,0 3 76-16,0 8-23 15,0 0-53-15,0 21-37 16,0 14 5-16,3 12-6 0,10 9 19 15,2 8 27-15,3 1-2 16,-1 1-7-16,-1-3-14 16,-2-5-6-16,-5-7-4 15,-6-8-8-15,-3-12 0 16,0-10-6-16,-4-11 0 16,-12-4 1-16,-6-6 6 15,-6-6-7-15,-3-14-31 16,0-10-72-16,2-6-96 15,10-4-90-15,16-15-96 16,3 11-239-16,6 8-165 0</inkml:trace>
  <inkml:trace contextRef="#ctx0" brushRef="#br0" timeOffset="172009.37">22607 7483 907 0,'0'0'344'0,"0"0"-84"16,0 0-147-16,0 0-14 16,0 0-31-16,0 0-19 15,0 0-14-15,8 38-14 16,4-38-9-16,3 0 4 16,-2-6 1-16,1-8-5 15,-2-6-2-15,-3-3-2 16,-2 1 0-16,-4-1-6 0,-3 1 11 15,0 5 37-15,0 4 22 16,-3 6 56-16,-7 6-29 16,-1 1-37-16,-1 5-42 15,-1 12-4-15,2 8 17 16,2 4-5-16,2 3-9 16,7 2-2-16,0-4-7 15,2-2-1-15,15-5-3 16,5-4 1-16,1-8-5 15,3-7 4-15,-3-4 2 16,-2 0-8-16,-6-14 0 16,-3-6-10-16,-5-3-7 15,-4-2 6-15,-1-2 5 0,-2 4 6 16,0 2 2-16,0 5-1 16,0 6 11-16,0 6 9 15,0 4-3-15,1 0-18 16,4 5 6-16,3 12-6 15,2 5 12-15,0 6 17 16,3 0 3-16,-2 1-3 16,1-6 0-16,0 2-16 15,-2-5-4-15,1-4-9 16,1-5-9-16,9-11-113 16,0 0-177-16,-4 0-472 0</inkml:trace>
  <inkml:trace contextRef="#ctx0" brushRef="#br0" timeOffset="172468.3">23052 7427 1330 0,'0'0'365'0,"0"0"5"16,0 0-171-16,0 0-45 15,0 0-74-15,0 0-7 16,0 0-8-16,49-34-11 16,-33 32-15-16,0 2 1 15,-2 0-7-15,-3 7 6 16,-4 8 1-16,-4 3-1 16,-3 5 1-16,0 9 13 0,-10 2 3 15,-11 4 15 1,-3 0-8-16,2-2-8 0,1-3-13 15,7-7-6-15,4-7 3 16,6-9-12-16,2-5-6 16,2-3-9-16,0-2 10 15,3 0 8-15,18 0-1 16,12-9 5-16,10-6-2 16,9-2-19-16,5-1-11 15,-2-1 4-15,-6 1-6 16,-6 3 0-16,-10 5 0 0,-10 0-1 15,-11 7-17 1,-6 0-6-16,-3 3-35 0,-3 0-106 16,0 0-377-16,0 0-546 15</inkml:trace>
  <inkml:trace contextRef="#ctx0" brushRef="#br0" timeOffset="173690.55">24643 8179 1332 0,'0'0'311'0,"0"0"-45"15,0 0 8-15,0 0 13 16,-53-72-47-16,50 72-82 16,1 0-100-16,2 5-37 15,0 19-20-15,0 14 0 0,8 11 8 16,3 2 13-16,2 3 5 16,0-4-3-16,3-8-23 15,0-6 0-15,0-7-1 16,1-6-22-16,0-5-150 15,7-11-140-15,-3-7-206 16,-6 0-263-16</inkml:trace>
  <inkml:trace contextRef="#ctx0" brushRef="#br0" timeOffset="174390.22">24912 8214 811 0,'0'0'182'0,"0"0"15"15,0 0-68-15,0 0-10 16,0 0-37-16,0 0 39 15,0 0 50-15,-15-44-47 16,12 39 30-16,0 1 1 16,-1 1-26-16,-1 2-15 15,-2 1-22-15,-2 0-23 16,-6 1-35-16,-8 15-15 16,-2 7-10-16,0 4 5 15,1 2 10-15,7 3-6 0,4-2-8 16,9 0-1-1,4-3-8-15,0-4 0 0,10-7 0 16,7-5 0-16,5-8 5 16,2-3-6-16,-3-3-1 15,1-13-20-15,-3-7-9 16,-5-4 14-16,-4-2 4 16,-4-2 11-16,-1 1 1 15,-2 4 0-15,-3 7 1 16,0 6 7-16,0 8 4 15,0 5-12-15,3 4-6 16,3 17-9-16,4 11 15 16,0 1 2-16,3 3-1 15,0-1 1-15,-1-6-2 16,3-7 0-16,-2-5-116 0,8-10-126 16,-4-7-285-16,-3 0-218 15</inkml:trace>
  <inkml:trace contextRef="#ctx0" brushRef="#br0" timeOffset="174787.82">25020 8154 993 0,'0'0'245'16,"0"0"-111"-16,0 0-13 16,0 0-3-16,0 0-13 15,0 0-43-15,0 0-19 16,77 50-10-16,-57-50 22 0,-4-7 0 15,-6-11 52 1,-4-1 2-16,-2-3-20 0,-4 2 17 16,0 3-11-16,0 6 36 15,0 5-19-15,0 6-36 16,0 0-52-16,2 20-18 16,6 15 3-16,2 12 12 15,5 7 13-15,0 6 20 16,3 1 1-16,-3-3-8 15,-2-7-25-15,-4-4-3 16,-6-7-13-16,-3-7 2 16,0-3-7-16,-15-11 6 15,-6-6-6-15,-3-5 0 0,-2-8-1 16,-1 0-6-16,6-18-60 16,3-6-83-16,13-6-144 15,11-18-181-15,18 7-134 16,3 3-292-16</inkml:trace>
  <inkml:trace contextRef="#ctx0" brushRef="#br0" timeOffset="175320.96">25431 8165 902 0,'0'0'272'0,"0"0"8"16,0 0-97-16,0 0-58 15,0 0-71-15,0 0-33 16,0 0-11-16,3-5-1 0,8 5-3 16,0 0 4-16,3 0 2 15,-2-7 1-15,3-6-6 16,-5-1-1-16,-1-2 6 16,-5 1 1-16,-2 1 34 15,-2 3 69-15,0 4 19 16,-3 5-25-16,-9 2-21 15,0 6-51-15,-3 14-20 16,2 8 3-16,2 8-2 16,4 3 1-16,6 2 5 15,1-2-3-15,3-3-14 16,14-6 5-16,4-5-11 16,2-8 15-16,1-12-8 0,-2-5-7 15,0-5 11-15,-4-17-2 16,-2-7-5-16,-3-7-6 15,-6-3-2-15,-3 0 1 16,-4 0 1-16,0 6 0 16,0 10 1-16,0 9 10 15,0 7 5-15,0 7-16 16,0 0-12-16,0 15 2 16,0 8 5-16,2 7 5 15,5 1 2-15,4 1-2 16,4-3 0-16,0-1 0 15,2-7 0-15,10-5-109 16,-6-5-197-16,-3-9-324 0</inkml:trace>
  <inkml:trace contextRef="#ctx0" brushRef="#br0" timeOffset="175737.27">25753 7975 1371 0,'0'0'322'0,"0"0"-102"16,0 0-145-16,0 0 39 16,0 0-27-16,0 0-29 15,87-3 7-15,-68 13-19 16,-5 4-9-16,-3 3-3 16,-3 2-4-16,-3 2-15 15,-5 0-2-15,0-2-12 0,0-2 5 16,0-5-4-16,0-2 6 15,-4-4 3-15,3-4 11 16,1-1 44-16,0-1-7 16,0 2-16-16,1 3-17 15,10 1 1-15,5 3 13 16,1 2-10-16,2 3-12 16,2 2 0-16,-1 1 25 15,-1 2 20-15,-3 1-35 16,-7-1-4-16,-4-1-9 15,-5 3 0-15,-3 2 0 16,-18 1 4-16,-12 0-4 16,-7-1-7-16,-6 1-8 0,-17-3-29 15,13-5-208 1,6-7-599-16</inkml:trace>
  <inkml:trace contextRef="#ctx0" brushRef="#br0" timeOffset="177192.59">27409 8848 1136 0,'0'0'243'0,"0"0"-29"16,0 0 78-16,0 0-58 0,0 0-83 16,0 0-82-16,0 0-36 15,-31-6-20-15,44 33-1 16,9 2 6-16,4 3-6 15,5-6-5-15,2-4-1 16,-2-10-5-16,-1-7 1 16,-6-5-2-16,-7 0 0 15,-6-14 0-15,-8-11 7 16,-3-3-1-16,0-5-5 16,-3-1 1-16,-7 4-1 15,2 6 11-15,1 8 22 16,4 7 67-16,0 9-43 15,3 3-49-15,0 17 0 16,0 14-3-16,10 7 3 16,3 9-3-16,3 1-5 0,0 2 0 15,-2-2 0-15,-2 4 1 16,-4-4-2-16,-5 1 1 16,-3-5 0-16,0-6-1 15,-10-4-1-15,-7-6-14 16,-6-11-82-16,-3-8-37 15,-11-12-98-15,6 0-106 16,4-5-431-16</inkml:trace>
  <inkml:trace contextRef="#ctx0" brushRef="#br0" timeOffset="177678.87">27142 8604 1026 0,'0'0'264'15,"0"0"71"-15,0 0-37 16,0 0-28-16,0 0-46 15,0 0-120-15,0 0-66 16,-64-18-32-16,64 50 9 16,12 9 23-16,6 10 20 15,5 19 9-15,1-4-11 16,0 2-23-16,0 1-18 16,-5-13-8-16,1 2-7 0,-1-4-9 15,-3-9-66-15,1-9-131 16,1-8-164-16,-5-13-321 15,-5-12-771-15</inkml:trace>
  <inkml:trace contextRef="#ctx0" brushRef="#br0" timeOffset="178272.51">27439 9056 504 0,'0'0'385'16,"0"0"-91"-16,0 0-22 16,0 0-36-16,0 0-29 15,0 0-56-15,0 0-45 0,-49-30-34 16,40 33-32-1,-1 10-10-15,0 4 1 0,3 3 3 16,2 0-10-16,4-1-8 16,1 1-4-16,0-1-11 15,1-5 0-15,7-1 5 16,2-6-5-16,-1-4-1 16,2-3-1-16,0 0-12 15,1-10-3-15,1-9-2 16,-2-2 9-16,-2-2-1 15,-3 4 9-15,-1 4 1 16,-1 6 1-16,-3 4 0 16,2 5-1-16,0 0 0 0,4 6-9 15,2 8 7 1,4 4 2-16,2 0 0 0,3 1-20 16,15-3-129-16,-7-6-147 15,0-7-239-15</inkml:trace>
  <inkml:trace contextRef="#ctx0" brushRef="#br0" timeOffset="178894.58">27757 8884 1132 0,'0'0'267'0,"0"0"-99"15,0 0-101-15,0 0 18 16,0 0 6-16,0 0-39 16,0 0-15-16,38 31-20 15,-26-28-8-15,0-3 4 16,1 0-2-16,-2-10-1 16,-5-5-3-16,0-4-6 15,-6-3 8-15,0 1 0 16,0 1 3-16,-6 3 34 15,-3 5 28-15,-2 5 30 16,0 7-13-16,-1 0-44 16,0 17-20-16,-3 9 5 15,4 6 16-15,1 4 10 0,7 0-8 16,3-4-9-16,0-2-19 16,12-6-12-16,6-8-2 15,6-9-1-15,6-7 2 16,2-5-1-16,4-15-2 15,-3-8-6-15,-6-3 0 16,-8-3-29-16,-10 1-5 16,-7 3 7-16,-2 5 17 15,0 7 9-15,-8 5 1 16,2 7 5-16,2 3-3 16,2 3-1-16,2 0-1 15,0 0-11-15,0 6 11 16,3 10 0-16,8 2 1 15,-1 5 8-15,3 6 13 16,0 0 15-16,1 0-8 0,-2-3-4 16,1-1-9-16,3-5-7 15,-2-7-8-15,3-3 0 16,1-7-1-16,-2-3-67 16,14-8-102-16,-5-9-163 15,-4-4-467-15</inkml:trace>
  <inkml:trace contextRef="#ctx0" brushRef="#br0" timeOffset="179397.03">28234 8661 415 0,'0'0'1024'0,"0"0"-803"15,0 0 27-15,0 0-112 0,0 0-6 16,0 0-70-16,0 0 78 15,-12 55-24-15,12-28-7 16,0 2-4-16,0 1-27 16,0-1-6-16,0 0-16 15,0-3-21-15,0-6-17 16,-3-4-5-16,1-5-5 16,2-4-5-16,0-3 0 15,0-4-1-15,0 0 0 16,9 0 0-16,12-4 0 0,3-5 0 15,6-4 1 1,1-2-2-16,-4 2-9 16,-3-2-20-16,-8 1 11 15,-5 3 10-15,-7-1 9 0,-4-2 0 16,0-1 7-16,0 0-6 16,-6 3-1-16,-3 0 6 15,1 2 0-15,1 4 10 16,3 3 25-16,1 3-7 15,1 0-11-15,2 14-16 16,0 13-5-16,0 12 27 16,0 5 16-16,8 8 5 15,6-1-17-15,3-1-12 16,2-3-12-16,-2-4-8 0,2-6-1 16,10 4-42-1,-6-12-174-15,-3-10-454 0</inkml:trace>
  <inkml:trace contextRef="#ctx0" brushRef="#br0" timeOffset="182429.55">14969 8577 1430 0,'0'0'322'15,"0"0"-51"-15,0 0-11 16,0 0 19-16,0 0-66 16,0 0-95-16,-36-46-67 15,41 65-36-15,9 10 4 0,3 7 8 16,-1 6-6-16,-1-1-10 16,0-3-5-16,-3-6-6 15,-3-6-10-15,1-9-185 16,-6-17-152-16,-3 0-447 15,-1-10-441-15</inkml:trace>
  <inkml:trace contextRef="#ctx0" brushRef="#br0" timeOffset="182734.78">14769 8178 925 0,'0'0'320'0,"0"0"17"16,0 0-103-16,0 0-162 0,0 0-25 15,-16 72 15-15,26-42 14 16,4-4-25-16,-1-7-20 16,-1-8-1-16,-5-6-4 15,-2-5 2-15,-4-5 37 16,-1-14 51-16,0-9-48 16,-6-7-17-16,-11 0-8 15,-6-2-19-15,1 4-14 16,-4 5-1-16,4 5-8 15,6 9 7-15,5 8-8 16,7 6-16-16,4 6-2 16,0 14-33-16,15 7-44 15,25 10-102-15,-3-6-318 16,2-9-253-16</inkml:trace>
  <inkml:trace contextRef="#ctx0" brushRef="#br0" timeOffset="182931.87">14975 8011 1322 0,'0'0'334'16,"0"0"141"-16,0 0-343 15,0 0-76-15,0 0 12 16,29 79 8-16,0-36-3 16,3 6-26-16,1-2-20 15,-2 1-12-15,-1-2-15 0,0-4 0 16,9-7-152-1,-7-11-460-15,-7-16-882 0</inkml:trace>
  <inkml:trace contextRef="#ctx0" brushRef="#br0" timeOffset="183128.37">15287 8138 1438 0,'0'0'490'0,"0"0"-152"15,0 0-212-15,0 0-4 16,-9 88 27-16,24-38 7 15,1 6-41-15,5 4-26 16,1-4-45-16,0-3-29 16,-2-3-3-16,-2-8-12 15,-4-9 0-15,-5-10-53 0,-1-23-224 16,-3-7-179-16,-5-17-328 16</inkml:trace>
  <inkml:trace contextRef="#ctx0" brushRef="#br0" timeOffset="183329.44">15263 8126 848 0,'0'0'561'0,"0"0"-170"16,0 0-104-16,0 0-111 15,0 0-64-15,0 0-49 16,0 0-4-16,70-52 14 16,-37 59-21-16,0 12-1 15,-2 9-20-15,-7 9-22 16,-8 12-2-16,-10 6-5 0,-6 5-2 15,-9 4 0 1,-37 25-142-16,4-15-345 0,-8-10-548 0</inkml:trace>
  <inkml:trace contextRef="#ctx0" brushRef="#br0" timeOffset="183599.99">14029 9048 1763 0,'0'0'313'0,"0"0"12"0,0 0-202 16,0 0-60-16,0 0-33 15,29 76 74-15,-2-26-21 16,1 4-27-16,0 8-24 15,-1-2-20-15,1 1-6 16,1-3-6-16,-1-5-44 16,8-14-174-16,-8-13-313 15,-8-20-491-15</inkml:trace>
  <inkml:trace contextRef="#ctx0" brushRef="#br0" timeOffset="183944.05">14267 9143 1420 0,'0'0'272'0,"0"0"-2"16,0 0-163-16,-24 72 1 15,24-38-20-15,0 2-14 16,0-2-13-16,1 0-34 16,5-5-9-16,0-9-11 15,-3-8-6-15,0-8-1 16,0-4 9-16,-1-16-1 15,-1-13-8-15,2-8 1 16,-1 0 0-16,1 1 0 16,1 5 5-16,2 9 0 15,3 10 0-15,3 7 1 16,6 5 2-16,4 8 7 16,5 14 13-16,-2 4-3 15,4 1-14-15,-2 2-11 0,-4-4 0 16,0-5-1-16,-5-9-98 15,-4-11-203-15,-6-8-335 16,-5-11-430-16</inkml:trace>
  <inkml:trace contextRef="#ctx0" brushRef="#br0" timeOffset="184324.46">14450 9090 1011 0,'0'0'294'0,"0"0"-120"16,0 0-116-16,0 0-20 15,0 0 7-15,0 0-2 16,0 0-16-16,52 50-9 16,-43-50-1-16,-1 0 4 0,-4-5 47 15,-1-11 28-15,-3-4-20 16,0-1 22-16,0-1 20 16,0 5-37-16,0 3 15 15,0 8 7-15,0 6-17 16,0 0-58-16,10 17-8 15,7 10-3-15,8 9 12 16,5 3 12-16,5 7 58 16,3 2-29-16,-1 1-24 15,-1 0-19-15,-7-1-10 16,-12-3-11-16,-8-4 0 16,-9-7-5-16,0-10 7 15,-19-9-7-15,-6-8 5 16,-3-7-6-16,-1 0-15 15,-1-11-108-15,3-10-107 0,0-19-101 16,8 3-228-16,6 1-383 16</inkml:trace>
  <inkml:trace contextRef="#ctx0" brushRef="#br0" timeOffset="184881.02">14704 9032 375 0,'0'0'716'0,"0"0"-532"0,0 0-125 16,0 0-36-16,0 0-7 15,0 0 13-15,0 0 0 16,53 11 2-16,-45-11 8 16,-1-4 41-16,-4-9 44 15,-1-5-34-15,-2-1-31 16,0-3 8-16,0 2 8 15,0 5 53-15,-8 6 27 16,4 5-7-16,-1 4-10 16,2 3-65-16,0 15-51 15,2 11-14-15,1 5 4 16,0 2 2-16,4 1-2 16,14-6-11-16,3-6 1 15,5-8 7-15,3-9-3 16,1-8 0-16,2-6 7 0,-4-17 2 15,-4-9-7-15,-11-5 4 16,-4-1-6-16,-9-2-6 16,0 6-18-16,-7 4 18 15,-4 6-9-15,1 6 9 16,3 7 5-16,2 5-5 16,3 5 0-16,2 1-1 15,0 0-7-15,0 1-14 16,15 15 13-16,7 5 9 15,3 7 1-15,1 5 6 16,3 1 7-16,-4 0-4 16,-1-5-9-16,-5-2 7 15,1-6-8-15,-1-5-6 0,-3-10-19 16,13-12-213-16,-5-14-368 16,-4-5-776-16</inkml:trace>
  <inkml:trace contextRef="#ctx0" brushRef="#br0" timeOffset="185002.25">15409 8828 1505 0,'0'0'481'0,"0"0"-242"15,0 0-159-15,0 0-80 16,0 0-9-16,0 0-479 16,0 0-1192-16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26:19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7059 6624 103 0,'0'0'487'0,"0"0"-197"16,0 0-73-16,0 0-7 16,0 0 16-16,0 0-9 15,-37 0-38-15,37 0-43 0,0 0-35 16,0 2-33-1,10 3-16-15,10 2 28 0,10 1 10 16,10-1-6-16,8 2 5 16,8-3-4-16,22 0-11 15,19-1-12-15,25-5 3 16,5 0-11-16,-8 0-15 16,-14-3-6-16,-14-3-6 15,0 1-8-15,0-2-2 16,0-1-4-16,-3 1 8 15,-2-1-9-15,-13 1-1 16,-14 0-1-16,-12 4-1 16,1-1 0-16,7-3-8 15,10 1 7-15,9 0 1 16,-4 1 4-16,1 0-7 0,-8 2 5 16,-2 0 4-16,-3 2-8 15,0 1 10-15,-2-3-4 16,1 3 2-16,1-1 6 15,0 1 6-15,0-1-8 16,2-1 2-16,-2 1 5 16,0 1 4-16,0-2-12 15,2 2 4-15,-1-1-13 16,-1 1 6-16,-2 0 2 16,1 0-16-16,-2 1 23 15,-3 5 3-15,-1 1 5 16,-2 2-10-16,-2-1-4 15,1 1 5-15,3 3-4 0,1-2 5 16,-1-1-1-16,0-1 11 16,-5-1-5-16,-1-3-8 15,-8 1 1-15,-1-4-1 16,-8 1-1-16,-6-2-5 16,-4 0-8-16,-6 0 1 15,-3 0 4-15,0 0-6 16,-6 0 1-16,0 0-1 15,-3 0-4-15,3 0 4 16,-3 0-6-16,0 0 0 16,0 0-27-16,-9 0-51 15,-6 0-181-15,-8 0-448 0</inkml:trace>
  <inkml:trace contextRef="#ctx0" brushRef="#br0" timeOffset="2735.77">19738 6476 159 0,'0'0'89'0,"0"0"-67"16,0 0-22-16,0 0 1 16,0 0 0-16,0 0 161 15,-41 5-86-15,31-5 54 16,-2 0 16-16,1 0-10 15,1 0-6-15,0 0-40 16,2 0 24-16,2 0 5 16,3 0-12-16,2 0-5 15,-2 0-6-15,3 0 3 0,0 0 8 16,0 0 5-16,0 0-3 16,0 2-32-16,0 1-13 15,12-1 24-15,3 2 15 16,7 2-8-16,3-1-21 15,8 0-5-15,6-1-8 16,9-1-8-16,5 2 3 16,4-5-9-16,3 2-6 15,0-2-4-15,-2 0-5 16,-2 0-8-16,-1 0-9 16,1 0-4-16,-1 0 1 15,-3 0 8-15,3 0-8 16,-3 0-5-16,-1 0-1 0,-3 0 2 15,1 0-2-15,1-2 4 16,-1 2-9-16,0 0 0 16,-3-3 5-16,0 3 0 15,1 0-5-15,-3 0 5 16,1 0-5-16,1 0 1 16,1 0 4-16,2 0 1 15,-1-2-5-15,1 0 7 16,-2 0-2-16,0-1-5 15,-1 0 5-15,-3 1-6 16,1-1 8-16,0 1-8 16,0 0 5-16,0-1 3 15,0 1 3-15,0-3-4 0,1 3-7 16,-1-3 7-16,1 2-7 16,0 1 8-16,-3-1-7 15,-2 2-1-15,0 0 0 16,-1-1 1-16,0 1-2 15,3-1 0-15,0 0 9 16,-1-1-9-16,5 3 1 16,1-5 5-16,0 3-6 15,-2-1-1-15,1-1 1 16,-4 1 0-16,0-2 6 16,-5 1-5-16,-1 1-1 15,0 1 1-15,0-1 0 16,-1-2 1-16,3 2-1 15,-1 0 0-15,2 0 1 16,1-2-1-16,0 1 1 0,-1-1 5 16,1 0-6-16,-1-1 0 15,-3 1 0-15,0 1 0 16,-5-3 1-16,-2 4-1 16,-4-1 5-16,-3 1-6 15,2-2 1-15,0 0 0 16,3 2 0-16,1-1 6 15,2-1-6-15,0 1-1 16,0 0 1-16,0 0-1 16,1 2 6-16,-1-3-6 15,0 2 1-15,-4 0-1 16,-2 0 2-16,-6 0-1 0,-2 3-1 16,-3 0 1-16,-3-3-1 15,-3 3 1-15,1 0-1 16,-1-2 1-16,4 0 0 15,1 1-1-15,5-1 1 16,3 1 0-16,5 1 0 16,2-1-1-16,1 1 0 15,1 0 1-15,-2 0-1 16,-2 0 0-16,-2 0 0 16,0 0 0-16,0 0 0 15,-3 0 1-15,-2 0-1 0,2 0 0 16,-2 0 2-1,1 0-2-15,0 0 0 0,-2 0 0 16,2 0 0-16,3 0 1 16,1 0-1-16,7 0 1 15,8 0-1-15,4 0 2 16,6 1-1-16,0 2 5 16,-1 0-5-16,1 2 5 15,0-3 1-15,-3 0-1 16,1 1 0-16,-4 2 6 15,-1-3-4-15,-3 1-8 16,-4 1 11-16,-1-1 2 16,-2-1-2-16,1 1-10 15,1-3 11-15,5 5 10 16,5-3-10-16,4 1 0 0,7-1 6 16,-2 0-7-1,0 3-1-15,-4-3 1 0,-7-1-1 16,-10 1-4-16,-9-2-4 15,-6 0 13-15,-7 0 6 16,-3 0-2-16,1 0 11 16,1 0-1-16,-2 0-8 15,-2 0-6-15,1 0-3 16,-4 0-11-16,1 0 8 16,-2 0-9-16,0 0 2 15,0 0-1-15,0 0 0 16,0 0-1-16,0 0-8 15,0 0-46-15,-2 0-72 16,-8-3-82-16,-8-4-136 0,3 0-457 16,-1-6-847-16</inkml:trace>
  <inkml:trace contextRef="#ctx0" brushRef="#br0" timeOffset="4394.9">27501 6378 1765 0,'0'0'373'16,"0"0"-111"-16,0 0 62 0,0 0-106 15,0 0-61-15,0 0-77 16,0 0-34-16,36 4 11 15,13-4-16-15,9-3-24 16,2-2-11-16,-3-2-6 16,-6 4-10-16,-8-1-75 15,-13 2-105-15,-18 2-327 16,-8 0-277-16,-4 2-487 0</inkml:trace>
  <inkml:trace contextRef="#ctx0" brushRef="#br0" timeOffset="4570.72">27527 6629 1385 0,'0'0'334'0,"0"0"-9"0,0 0-133 15,0 0-10-15,0 0 1 16,98-11-48-16,-37-12-57 16,11-4-53-16,4-4-25 15,-10 2-6-15,19-18-186 16,-20 9-327-16,-17 2-639 0</inkml:trace>
  <inkml:trace contextRef="#ctx0" brushRef="#br0" timeOffset="4822.05">27989 6178 962 0,'0'0'938'15,"0"0"-640"-15,0 0-67 16,0 0-4-16,0 0-37 15,100 13-56-15,-51-2-35 16,3 2-20-16,-2 1-28 16,-4 6-12-16,-9 2-22 15,-10 4 4-15,-12 5-11 16,-15 4-2-16,-3 4-2 16,-27 4-5-16,-12 4 0 15,-11 0 1-15,-7-4-2 16,-7-1-69-16,13-12-209 15,17-17-742-15</inkml:trace>
  <inkml:trace contextRef="#ctx0" brushRef="#br0" timeOffset="5842.9">29100 5975 751 0,'0'0'697'0,"0"0"-425"0,0 0 17 15,0 0 2 1,0 0-55-16,-80-55-77 0,58 59-48 16,-4 21-47-16,1 12-1 15,1 11-5-15,5 4 5 16,9 3-11-16,9-5-20 16,1-4-11-16,11-8-6 15,12-9-9-15,6-9-5 16,3-11 5-16,3-8-5 15,-4-1 0-15,-2-8-1 16,-9-14 0-16,-5-7 1 16,-9-6-1-16,-6-6-2 15,0-4-11-15,-18-2-2 0,-9 0 0 16,-2 7-2 0,-1 7 5-16,2 10 2 0,4 10-5 15,7 9-12 1,4 4-48-16,8 0-79 0,5 9-102 15,23-1-63-15,8-1-248 16,2-5-234-16</inkml:trace>
  <inkml:trace contextRef="#ctx0" brushRef="#br0" timeOffset="6052.59">29229 5574 1642 0,'0'0'500'16,"0"0"-148"-16,0 0-139 16,0 0-109-16,0 0-63 0,0 0 15 15,29 94 9-15,-8-47-35 16,-1 1-20-16,2 2-10 16,0-2-2-16,11 22-49 15,-6-13-285-15,-6-9-612 0</inkml:trace>
  <inkml:trace contextRef="#ctx0" brushRef="#br0" timeOffset="6274.14">29525 5779 1788 0,'0'0'519'0,"0"0"-223"15,0 0-146-15,0 0 32 0,3 82-23 16,8-35-50-16,4 6-44 15,0 0-22-15,1 3-7 16,-2-5-29-16,0-1 2 16,-3-5-9-16,-4-6-8 15,-2-5-77-15,-5-9-150 16,0-9-390-16,-2-13-558 0</inkml:trace>
  <inkml:trace contextRef="#ctx0" brushRef="#br0" timeOffset="6490.39">29531 5724 1490 0,'0'0'348'0,"0"0"-46"0,0 0-117 16,0 0-17-16,115-54-52 16,-77 54-34-16,-3 0-17 15,-6 15-19-15,-9 9-4 16,-12 8-9-16,-8 4-6 15,-3 5-12-15,-16 0-14 16,-3 0-1-16,-1 0-20 16,5-12-215-16,6-11-471 0</inkml:trace>
  <inkml:trace contextRef="#ctx0" brushRef="#br0" timeOffset="6777.05">30747 5444 2006 0,'0'0'364'0,"0"0"-34"0,0 0-205 16,0 0-23-16,-5 94 9 15,21-39-26-15,6 8-22 16,2-3-36-16,2 1-14 16,-1-5-12-16,-2-1-1 15,-3-4 0-15,-10-6-78 0,-10-4-157 16,0-13-357-16,-4-14-290 16</inkml:trace>
  <inkml:trace contextRef="#ctx0" brushRef="#br0" timeOffset="6982.95">30769 5584 352 0,'0'0'1018'0,"-7"-78"-688"16,7 39 53-16,0 1-98 15,0 12-32-15,15 10-96 16,2 11-78-16,8 5-33 16,2 4-7-16,1 19 3 15,-4 9-15-15,-9 11 0 16,-10 5-5-16,-5 8-16 0,-5 0-5 15,-13-3-1-15,-3-1-16 16,-3-5-207-16,6-15-378 16,5-15-712-16</inkml:trace>
  <inkml:trace contextRef="#ctx0" brushRef="#br0" timeOffset="8147">30898 5470 1644 0,'0'0'528'16,"0"0"-226"-16,0 0-144 16,79-6-3-16,-33 6-40 15,2 14-34-15,-3 7-7 0,-8 5-18 16,-9 3-22-16,-6 5-2 16,-11-2-7-16,-6-1-11 15,-5-2-7 1,0-2-5-16,-9-7-1 0,-7-6-1 15,0-5 0-15,3-7-1 16,1-2-12-16,6-16-4 16,6-11-29-16,0-8-34 15,15-3-3-15,6 0-7 16,3 1-16-16,2 7-21 16,0 3 8-16,0 4 3 15,-3 3-23-15,1 0-50 0,-3 3-28 16,-5 2 39-1,-6 8 114-15,-4 0 64 0,-6 7 23 16,0 0 63-16,0 0 24 16,-4 5-30-16,-5 4 61 15,3 3-29-15,3 3-23 16,3-1-30-16,0 3-3 16,0-2-10-16,13-1-9 15,3-2-7-15,1-3-2 16,1-5-4-16,0-4-9 15,-1 0 7-15,-1-4 9 16,-1-13-8-16,0-5-16 16,-5-3 5-16,-5-4 10 15,-5 0 5-15,0 4-1 16,-9 4-5-16,-12 8 2 0,-3 11-8 16,-4 2-6-16,1 10-7 15,1 12-2-15,7 7 0 16,9 1 0-16,8 1 0 15,2-3-1-15,24-3-10 16,13-6-1-16,12-9-38 16,4-6-117-16,0-4-49 15,-5-11-116-15,-8-9-72 16,-10-7 39-16,-9-4 161 16,-9 1 204-16,-7-3 154 15,-5 4 104-15,0 2 39 16,-3 4 11-16,-8 6-69 15,-1 7 1-15,0 7-76 0,2 3-60 16,-3 5-59-16,-1 14-14 16,1 7 10-16,2 6-8 15,4 2-3-15,5 0-14 16,2-3 1-16,2-2-16 16,13-7 8-16,5-7-9 15,4-8 0-15,-1-7-15 16,1-3-34-16,1-16-53 15,-4-10-28-15,-3-7 21 16,-7-8 45-16,-6-16 49 16,-5-30 15-16,-1-32 1 15,-10-7 0-15,2 21 32 16,5 34-15-16,2 49 34 0,1 17 23 16,-2 8 2-16,0 0-35 15,-3 9-24 1,0 22-18-16,1 13 0 0,5 9 0 15,0 3 6-15,5 0-6 16,14-1 0-16,7-9-1 16,2-5-5-16,5-10-1 15,-3-12-38-15,-2-7-61 16,-4-10 5-16,-8-2 47 16,-5-3 39-16,-1-9 15 15,-4 2 0-15,-3 5 30 16,2 3 16-16,-1 2-27 15,6 5-13-15,5 16 2 16,5 3 8-16,-1 8 6 0,2-1-13 16,-5-2-3-16,-5-4-6 15,-7-4-37-15,-4-14-184 16,-9-7-336-16,-8 0-518 16</inkml:trace>
  <inkml:trace contextRef="#ctx0" brushRef="#br0" timeOffset="8298.39">31931 4969 573 0,'0'0'654'16,"0"0"-486"-16,0 0-91 15,0 0-39-15,0 0 14 16,0 0-26-16,78 85-13 16,-36-57-13-16,17 2-32 0,-8-7-187 15,-8-9-418-15</inkml:trace>
  <inkml:trace contextRef="#ctx0" brushRef="#br0" timeOffset="8702.64">32270 5075 940 0,'0'0'362'0,"0"0"5"15,0 0-62-15,0 0-35 16,0 0-98-16,0 0-74 16,0 0-43-16,-69 13 16 15,62 20-1-15,3 3-28 16,4 1-9-16,11-3-9 15,16-2-12-15,9-4-5 16,4-8-6-16,8-6 1 16,-3-7-2-16,-1-7 0 15,-8-9-24-15,-6-12-52 0,-9-7 3 16,-9-10 26-16,-6-7 30 16,-6-18 16-16,0 1 0 15,-3-3 1-15,-9 3 6 16,0 18 22-16,0 2 41 15,3 17 43-15,2 11 12 16,4 12-30-16,3 2-63 16,0 12-30-16,6 15 1 15,12 11-2-15,5 10 1 16,6 4 4-16,-1 2-5 0,2-2 0 16,-6-3 1-1,-2-6-1-15,-5-3 0 0,-10-5-81 16,-7 0-182-16,-1-11-393 15,-14-8-400-15</inkml:trace>
  <inkml:trace contextRef="#ctx0" brushRef="#br0" timeOffset="8914.34">32534 5070 1181 0,'0'0'345'0,"0"0"-38"16,0 0-90-16,0 0-48 15,0 0-58-15,81-12-39 16,-50 32-3-16,3 1 0 16,-3 4-17-16,-6 0-20 0,-6-3-20 15,-9 0-11-15,-7-2-1 16,-3-5-129-16,-9-8-125 16,-6-2-331-16,-3-5-441 15</inkml:trace>
  <inkml:trace contextRef="#ctx0" brushRef="#br0" timeOffset="9318.96">32730 4911 978 0,'0'0'224'15,"0"0"-76"-15,0 0-75 16,0 0-20-16,0 0-16 16,89 12-24-16,-67-1-13 15,0 0-15-15,-6-5-85 0,-6 0 31 16,-3-4 69-16,-7-2 2 15,0 0 117-15,0 0 31 16,-7 0 33-16,-6 0 2 16,-1 0-21-16,-4 0-29 15,1 16-23-15,3 5 5 16,2 8-30-16,2 4-16 16,7 1-22-16,3-2-10 15,0-4-12-15,6-3-17 16,8-6-8-16,2-8-1 15,3-7 7-15,0-4-1 16,-1-3 1-16,1-14-2 16,-2-7 1-16,-2-5-6 15,-6-5 5-15,-6-3-5 16,-3-1-1-16,0 2-16 0,-9 9-19 16,-2 6-38-16,1 13-55 15,5 8-62-15,5 2-313 16,10 12-24-16,7-1-386 0</inkml:trace>
  <inkml:trace contextRef="#ctx0" brushRef="#br0" timeOffset="9678.94">33009 4979 1119 0,'0'0'545'15,"0"0"-204"-15,0 0-122 16,0 0-96-16,0 0-61 0,0 0 51 15,0 0 12-15,17 94-16 16,-11-65-42-16,-3-2-33 16,-3-3-13-16,0-4-12 15,0-5-2-15,0-4-6 16,-1-6 0-16,-2-5 8 16,1 0 2-16,-1-16-2 15,3-9-8-15,0-6 11 16,6-5 6-16,10 0-4 15,1 4 7-15,4 7 3 16,-2 8-2-16,1 10-3 16,1 7-10-16,2 4-8 15,0 13 0-15,1 8 0 16,-2 1 0-16,-3 1-1 0,-2-4 0 16,-2-3-64-16,1-7-147 15,0-6-276-15,-3-7-318 0</inkml:trace>
  <inkml:trace contextRef="#ctx0" brushRef="#br0" timeOffset="9949.95">33384 4797 424 0,'0'0'838'16,"0"0"-567"-16,0 0-57 15,0 0-66-15,0 0-9 16,0 0-46-16,0 0-20 0,-13 83-20 15,29-61-8 1,1 1-17-16,-1 2-6 0,-1-2-3 16,-2-1-1-16,-4-2-1 15,-3-1-4-15,-6-4 2 16,0-1-3-16,-4-2 5 16,-11-3 4-16,-4-3-9 15,-1-1-3-15,2-5-9 16,-6 0-100-16,4-3-398 15,4-7-987-15</inkml:trace>
  <inkml:trace contextRef="#ctx0" brushRef="#br0" timeOffset="10160.31">33856 4857 2009 0,'0'0'711'15,"0"0"-378"-15,0 0-83 16,0 0-120-16,0 0-52 16,0 0-28-16,0 0-14 15,-35-9-17-15,31 8 1 16,-5 1-20-16,-57 0-11 16,2 8-272-16,-23-5-2247 0</inkml:trace>
  <inkml:trace contextRef="#ctx0" brushRef="#br0" timeOffset="21768.62">29166 7916 1601 0,'0'0'354'16,"0"0"-50"-16,0 0 8 16,0 0-75-16,0 0-92 15,0 0-79-15,-24 29-48 16,24 17 22-16,0 12 15 15,5 8-11-15,-1-5-23 16,3 3-11-16,2-5-9 16,1-9-1-16,3-9-6 0,-1-9-80 15,7-12-169-15,-4-9-333 16,-2-11-353-16</inkml:trace>
  <inkml:trace contextRef="#ctx0" brushRef="#br0" timeOffset="22125.96">29388 7952 1510 0,'0'0'306'16,"0"0"-9"-16,-22 79-51 0,21-39-25 16,1 3-87-1,1-1-57-15,15-5-15 0,5-6-32 16,0-8-2-16,1-10-16 15,1-11 1-15,-4-2-5 16,-1-19 1-16,-2-13-8 16,-4-8 5-16,-4-7-4 15,-6-4-2-15,-2-2-18 16,-4 2-7-16,-9 5-18 16,-6 13 17-16,-2 17 4 15,0 16-5-15,1 7-6 16,5 23 15-16,7 9 2 15,8 3-30-15,6-2-87 16,28-8-51-16,27-11-97 16,30-19-53-16,12-11-16 0,-15-18-291 15,-25-4-79-15</inkml:trace>
  <inkml:trace contextRef="#ctx0" brushRef="#br0" timeOffset="22644.14">29952 7892 182 0,'0'0'615'0,"0"0"-221"15,0 0 1-15,0 0-65 16,0 0-88-16,0 0-93 15,0 0-35-15,-88-29-7 16,82 52-25-16,6 5-33 16,0-3-23-16,11 0-10 15,9 0-9-15,3-3 2 16,2-1-8-16,-2-3 1 16,-3-1 5-16,-5-2-6 0,-6 0 0 15,-3-1 0-15,-6-1 8 16,0 2 14-16,-18 0 11 15,-7 1-7-15,-3 1-9 16,1-3-11-16,6-2-5 16,8-7-1-16,8-5-1 15,5 0 0-15,13-14-18 16,19-13-21-16,13-11-4 16,7-6 7-16,4-5 15 15,-5-3 14-15,-5 0 7 16,-10 0 1-16,-8 3-1 15,-7 8 1-15,-9 7 11 16,-4 10 10-16,-5 11 36 16,-3 9 20-16,0 4-29 15,0 7-25-15,-2 15-9 0,-2 6 41 16,1 1 20-16,3 3-24 16,0-5-20-16,9-2 1 15,9-4 0-15,5-2-5 16,6-4 1-16,2 0-1 15,2-2 6-15,-2 0-8 16,-6 2-16-16,-9-1-10 16,-16 8 5-16,-29 14-5 15,-80 24-21-15,-113 28-100 16,9-7-354-16,-19-7-881 0</inkml:trace>
  <inkml:trace contextRef="#ctx0" brushRef="#br0" timeOffset="27752.14">28623 9174 1576 0,'0'0'319'0,"0"0"-50"16,-107-61-16-16,40 52-29 15,-1 9-45-15,-2 3-76 16,2 25-29-16,18 26-15 16,7 30-42-16,22-1-11 15,16-6 0-15,5-11 3 16,25-21-8-16,9 1 0 0,14-1-1 15,4-10 0 1,6-8-1-16,2-9-53 0,1-9-154 16,8-10-169-16,-16-15-376 15,-14-6-888-15</inkml:trace>
  <inkml:trace contextRef="#ctx0" brushRef="#br0" timeOffset="28590.09">28635 9220 1320 0,'0'0'356'16,"0"0"-66"-16,0 0-108 16,0 0-12-16,88 15-37 15,-57 13-38-15,-4 6 21 0,-6 10-14 16,-9 5-14-16,-9 4-18 16,-3-2-24-16,-3-6-23 15,-11-6-14-15,-2-10-8 16,3-12 7-16,-1-7-8 15,7-10 2-15,1-8-2 16,4-17-32-16,2-11-26 16,2-7-20-16,13-3-4 15,4 1 5-15,3 4 8 16,0 4 32-16,0 8 14 16,-1 1 7-16,-3 3 15 15,0 1 1-15,-4 4 0 16,-2 4 0-16,-3 4 0 0,-6 6 2 15,0 3 5-15,-3 2 12 16,0 1 5-16,0 0-1 16,0 4-22-16,-1 10 6 15,-5 6-6-15,1 4 0 16,2 3 0-16,3 2 0 16,0-2 8-16,0-1-8 15,12-4 0-15,8-5-1 16,2-5 0-16,1-5 0 15,0-7-10-15,1 0-32 16,-3-19-34-16,-4-10-25 16,-6-5 45-16,-3-9 32 15,-7-1 23-15,-1-2 1 16,0 3 0-16,-4 9 9 0,-6 5 11 16,2 11 8-16,4 8 3 15,0 6-3-15,3 4-12 16,1 0-16-16,0 3 0 15,0 9-1-15,0 5 0 16,5 0-6-16,5 1-9 16,2-2-2-16,0-4 0 15,3-1-1-15,-3-5 11 16,-2-1 1-16,0-2 5 16,-2 0 2-16,0-1 0 15,2 2 0-15,-1 5 2 16,4 3-1-16,2 5 17 15,2 5 0-15,-1 3 1 16,-4 3 5-16,-2 4 9 16,-7 1-12-16,-3 0 5 0,-1-2-5 15,-15-5 1-15,-7-2 2 16,1-7-1-16,-5-8-3 16,1-6-3-16,3-3-11 15,5-9-6-15,4-13-1 16,13-7-76-16,1-6-94 15,37-15-194-15,3 10-329 16,2 3-603-16</inkml:trace>
  <inkml:trace contextRef="#ctx0" brushRef="#br0" timeOffset="28851.76">29479 9045 846 0,'0'0'547'0,"0"0"-199"16,0 0-68-16,0 0-86 15,0 0-81-15,0 0-37 16,0 0 22-16,-12 51-19 16,12-30-17-16,6 2-4 15,9-3-10-15,9 1 3 16,3-1-8-16,3-3 5 16,0 0-24-16,-5-1-6 15,-6-3-17-15,-7 1 7 16,-9 1-7-16,-3-3-1 15,-9 2 0-15,-18 1-38 16,-25 4-129-16,6-5-137 16,0-6-473-16</inkml:trace>
  <inkml:trace contextRef="#ctx0" brushRef="#br0" timeOffset="32241.96">30164 9104 393 0,'0'0'554'0,"0"0"-195"16,0 0 13-16,0 0-28 15,0 0-77-15,0 0-60 16,0 0-65-16,-6-44-58 16,6 23-41-16,4-7-19 15,4-2-11-15,1-2-4 16,-3-3-8-16,0-1 4 0,-5 1-4 15,-1 3-1 1,0 6 2-16,0 6 10 0,0 8 0 16,0 9-11-16,-4 3 1 15,-1 10-2-15,-4 17 0 16,0 10 0-16,-4 6 1 16,2 5 11-16,5-2 9 15,5-5-2-15,1-7-8 16,11-5-11-16,14-7 0 15,6-3 0-15,5-6-1 16,-3-1 1-16,-5-5-9 16,-7 0-19-16,-12 0 5 15,-7 3 13-15,-2 2 8 16,-7 7 2-16,-9 1 0 0,1 2 1 16,2-2-1-16,7-1 1 15,6-3-1 1,0-3 0-16,15-5-6 0,14-3-14 15,12-5-66-15,9-5-50 16,5-13-47-16,17-26-80 16,-14 3-228-16,-14-1-215 0</inkml:trace>
  <inkml:trace contextRef="#ctx0" brushRef="#br0" timeOffset="32793.24">30667 8819 882 0,'0'0'346'0,"0"0"12"16,0 0-174-16,0 0-106 15,0 0 46 1,-11 99 9-16,14-51-25 0,6 1-34 16,4 1-19-16,-2-4-12 15,4-5-23-15,-3-4-6 16,-2-8-13-16,0-9 0 16,-3-7-1-16,-3-12-29 15,-2-1 14-15,-2-15 7 16,0-14-12-16,0-7 5 15,0-7 7-15,3 3 8 16,1 0 0-16,-1 8 0 16,3 8 9-16,-2 9-8 15,1 13 13-15,1 2-13 16,3 8 11-16,3 15 18 0,1 6 1 16,5 0 7-16,0 2 7 15,6-1-11-15,3-5-13 16,1-5-12-16,0-7-8 15,-1-8 0-15,-3-5 1 16,-6-5 4-16,-3-19-5 16,-6-10 7-16,-5-10-7 15,-4-21 6-15,-1-20 5 16,-13 5-10-16,-3 8 14 16,-3 16 27-16,8 25 69 15,2 6 10-15,-1 6-8 16,7 17-42-16,4 4-53 15,0 23-19-15,1 16 1 0,13 12 0 16,2 7 8 0,3 3-7-16,1 0 4 0,1-3-5 15,-2-4 0-15,-5-7-1 16,-1-6-26-16,-6-9-75 16,-5-15-189-16,-2-7-246 15,0-12-281-15</inkml:trace>
  <inkml:trace contextRef="#ctx0" brushRef="#br0" timeOffset="33296.91">31012 8903 1542 0,'0'0'312'0,"0"0"2"0,0 0-137 16,0 0-60-1,0 0-54-15,0 0 2 0,90 0 4 16,-56 16-13-16,-1 4 4 15,-5 2-3-15,-6 4-18 16,-8 1-16-16,-8-2-14 16,-6-1-7-16,0-2-1 15,-1-3-1-15,-7-8-22 16,1-5-49-16,0-6-23 16,5-2-8-16,2-18-28 15,0-7 14-15,9-6 41 16,6-2 42-16,1 0 17 0,1 2 10 15,-4 5 6 1,-3 6 2-16,-3 8 18 0,-4 5 26 16,-3 6 6-16,1 3-22 15,-1 4-20-15,0 15-9 16,2 8 1-16,1 5 4 16,5 2 2-16,1-3 1 15,3-4-9-15,3-8 1 16,-3-4-1-16,0-10 6 15,-3-5 0-15,-1 0 9 16,-2-17 3-16,-2-10-6 16,-3-4-2-16,-1-6-10 15,0-2 0-15,-13 0-9 16,-2 2-36-16,0 5-63 16,3 7-33-16,12 18-101 0,0 7-66 15,0 0-664-15</inkml:trace>
  <inkml:trace contextRef="#ctx0" brushRef="#br0" timeOffset="33694.32">31527 8768 1408 0,'0'0'345'0,"0"0"132"15,0 0-364-15,0 0 4 16,0 0 36-16,-10 89-10 15,26-45-35-15,2 4-29 16,6 0-13-16,1-3-32 16,1-5-18-16,-3-3-10 15,-6-4-5-15,-4-9-1 0,-7-7 0 16,-4-9 0-16,-2-8-6 16,0-5 6-16,-13-22-9 15,-3-14-4-15,-4-24 7 16,1-26 6-16,5 3 0 15,6 11 0-15,7 19 0 16,1 31-1-16,1 6 1 16,10 10 0-16,5 11 0 15,2 11-1-15,4 17 0 16,1 8 0-16,-4 4 1 0,1 1-1 16,-3-1 1-1,-2-6-1-15,-1-2-121 16,1-6-221-16,-2-10-331 0,-5-10-518 0</inkml:trace>
  <inkml:trace contextRef="#ctx0" brushRef="#br0" timeOffset="34009.99">31797 8713 977 0,'0'0'173'0,"0"0"7"16,0 0-45-16,0 0 0 15,0 0-16-15,0 0-5 16,85 35-33-16,-65-37-11 16,-5-12 9-16,-2-3 13 0,-6-3-17 15,-1-1-12-15,-2 4 0 16,0 4 42-16,-4 8 14 16,3 5-30-16,0 8-56 15,4 18-23-15,5 11 31 16,5 10 35-16,2 5-2 15,0 3-3-15,-1 0-35 16,-1-1-24-16,-4-3-7 16,-5-3-5-16,-4-7-54 15,-4-6-180-15,0-11-388 16,-9-14-1053-16</inkml:trace>
  <inkml:trace contextRef="#ctx0" brushRef="#br0" timeOffset="34230.98">32168 8174 1659 0,'0'0'330'0,"0"0"-83"0,0 0-145 16,-7 76 116-16,27-1-40 16,12 20-41-16,4 6-29 15,-4-16-41-15,-9-22-27 16,-11-22-25-16,-1-3-6 15,-2 1-9-15,4-2-62 16,7-14-234-16,-3-12-399 16,-2-11-638-16</inkml:trace>
  <inkml:trace contextRef="#ctx0" brushRef="#br0" timeOffset="35047.24">32455 8431 1375 0,'0'0'301'0,"0"0"-51"15,0 0-80-15,0 0 2 16,-30 80-52-16,30-43-29 16,0 3-24-16,8-2-21 15,6-4-25-15,2-6-13 16,-3-9-2-16,-1-10-5 16,-2-9 0-16,-2 0 11 15,1-18 2-15,-2-11-13 16,0-8-1-16,-4-5-12 0,-1-3-3 15,-2-1 7 1,0 3-17-16,-3 6 13 0,-6 11 12 16,0 14 0-16,-1 12 0 15,-1 5-7-15,2 19 6 16,3 7-10-16,6 3 11 16,0 2-8-16,9-2-5 15,14-7-43-15,2-6-32 16,3-8 2-16,0-9-29 15,-3-4-13-15,-3-7 2 16,-3-15 42-16,-2-3 70 16,-2-3 14-16,-3 0 0 15,-5 5 51-15,-1 5 14 16,-3 7 36-16,-2 7 21 0,1 4-54 16,-1 0-50-16,1 12-12 15,2 5 2-15,3 7 7 16,0 5-3-16,0 1 1 15,-2 2 1-15,-1 0-5 16,-2-3-2-16,-2-2 0 16,0-5-6-16,0-7 1 15,0-6-1-15,0-7-1 16,0-2 0-16,0-11 0 16,6-12-40-16,10-10-13 15,5-9-10-15,2-3-4 16,2-4 10-16,-3 0 39 0,-4 5 18 15,-5 6 21 1,-8 9 62-16,-4 12 44 0,-1 8 49 16,0 9-32-16,-7 0-88 15,-5 14-34-15,2 6 3 16,2 4 10-16,5 3-10 16,3 1-12-16,0 1-5 15,15 0-1-15,6 2-5 16,1-1 8-16,1-1 2 15,1-1-6-15,-5-3 2 16,-4-3-8-16,-5-3 1 16,-5-6 0-16,-5 0 1 15,-5-3-1-15,-14-3 7 16,-9-1-8-16,-4-4-1 16,-4-2-60-16,-11 0-151 15,9-9-269-15,9-7-858 0</inkml:trace>
  <inkml:trace contextRef="#ctx0" brushRef="#br0" timeOffset="35246.52">33386 8560 2201 0,'0'0'526'0,"0"0"-322"16,0 0 25-16,0 0-89 15,0 0-58-15,0 0-24 16,0 0-14-16,-18-3-28 16,-37 3-16-16,1 0-208 0,-24 0-1778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27:42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30582 10060 804 0,'0'0'642'16,"0"0"-508"-16,-33-77 98 15,10 55 90-15,-5 8-93 16,-2 11-74-16,-3 4-32 0,-7 36-21 16,6 29-14-16,9 26 6 15,11 8-16-15,14-12-22 16,0-23-14-16,11-23-10 15,5-4-13-15,7 4-7 16,7 2-6-16,3-3-4 16,2-10 4-16,-3-11-6 15,-3-11 0-15,-4-5 1 16,-8-4 0-16,-3-9-1 16,-8-12 0-16,-3-11-18 15,-3-2-15-15,-1-6-3 16,-15 2-9-16,-4 7 2 15,-2 8 15-15,0 9 5 0,2 7 2 16,2 7 9-16,4 0 6 16,6 0 5-16,3 0 0 15,5 0-7-15,0 2-2 16,8-2 10-16,11 0 0 16,5 0 13-16,6-9 1 15,4-3-7-15,5-6-6 16,4 0-1-16,2-3-20 15,24-8-217-15,-11 4-282 16,-8 1-446-16</inkml:trace>
  <inkml:trace contextRef="#ctx0" brushRef="#br0" timeOffset="181.15">30913 10179 1373 0,'0'0'268'0,"0"0"-11"16,0 0-68-16,0 0-88 16,0 0-41-16,0 0-60 15,0 0-149-15,83-47-159 16,-50 30-275-16,-5-2-490 0</inkml:trace>
  <inkml:trace contextRef="#ctx0" brushRef="#br0" timeOffset="729.27">31178 9956 1249 0,'0'0'220'0,"0"0"20"15,-6 75 9-15,2-34-14 16,1 7-84-16,-3 1-36 16,1 0-22-16,1-4-19 15,-1-4-26-15,1-7-26 16,2-8-10-16,1-6-11 15,1-8-1-15,0-10 0 16,0-2-12-16,1-12 11 16,7-13-14-16,1-6 8 15,1 0 7-15,-1 3 0 16,2 5 11-16,-1 7 0 16,1 6 21-16,1 10-1 0,5 0 0 15,6 0 13-15,5 10-4 16,2 1 5-16,4-3-2 15,0-1-8-15,-1-5-19 16,-1-2-7-16,-6-4 2 16,-3-15-10-16,-7-8 8 15,-4-7-2-15,-6-10-5 16,-6-6 4-16,0-18-5 16,-13 2 0-16,-8-4-1 15,-6 3 0-15,-1 16 1 16,-4 5-1-16,4 17 8 15,0 14 13-15,2 15-6 16,1 7-3-16,1 23-5 0,5 10 5 16,4 10 11-1,7 4-8-15,7 1-5 0,1-3-2 16,7-1-7-16,14-6 1 16,4-6-2-16,5-9-21 15,5-9-82-15,18-19-147 16,-8-2-273-16,-3-11-334 0</inkml:trace>
  <inkml:trace contextRef="#ctx0" brushRef="#br0" timeOffset="876.37">31724 9794 1196 0,'0'0'275'0,"0"0"18"15,0 0-137-15,0 0-71 16,0 0-50-16,0 0-35 0,0 0-145 15,38-78-210-15,-19 68-369 16</inkml:trace>
  <inkml:trace contextRef="#ctx0" brushRef="#br0" timeOffset="1583.93">31580 9411 1136 0,'-81'-6'223'16,"-16"0"86"-16,-12 6-28 16,6 0-22-16,8 15-77 0,-2 7-32 15,-5 6-16-15,-2 7-24 16,4 3-16 0,4 8-19-16,5 3-15 0,20-2-4 15,14-3 0-15,14-5-11 16,4 14-14-16,-3 18 10 15,1 21 2-15,6 7 1 16,16-3-4-16,12-8 2 16,5-3-8-16,2 4 2 15,2 0-4-15,17-2-5 16,3-14-3-16,2-16-5 16,2-10-2-16,2-5 2 15,11 8-13-15,13 5 3 0,24 8-3 16,24-5-4-16,27-10 4 15,13-13 0-15,-3-21 3 16,-4-14 6-16,-17-11 13 16,5-19-2-16,0-11 4 15,-3-9 4-15,-10-9 5 16,-21 3-19-16,-6-14-1 16,-19 10-18-16,-16 5 10 15,8-17-4-15,-14-2 10 16,1-11-1-16,-3-8 7 15,-15 20 2-15,-11 19-2 16,-8 10 1-16,-4 1-9 16,0-8-6-16,-3-6-9 0,-13-11 0 15,-5 3-21-15,-9 4-2 16,-3 5-2-16,-7 7-13 16,0 6 14-16,-1 7-6 15,0 7-3-15,2 5 6 16,1 6 3-16,4 7 6 15,0 3-1-15,1 5-2 16,4 1 0-16,3 2 0 16,2 0 1-16,2 0-2 15,4 5-1-15,4 2-1 16,4 0 0-16,3 1-3 16,4 2-40-16,3-1-189 15,0-4-357-15,3-2-498 0</inkml:trace>
  <inkml:trace contextRef="#ctx0" brushRef="#br0" timeOffset="1804.36">31763 9595 914 0,'0'0'1313'16,"0"0"-977"-16,0 0 6 15,0 0-136-15,0 0-54 16,0 0-94-16,0 0-37 0,-28 0-20 16,19 0-1-1,-2 5-69-15,-14 2-127 0,1 0-319 16,-1-2-522-16</inkml:trace>
  <inkml:trace contextRef="#ctx0" brushRef="#br0" timeOffset="28957.63">18473 13713 157 0,'0'0'559'0,"0"0"-383"0,0 0 18 15,-88-6-9-15,70 3 59 16,7 0 16-16,8 1-25 16,3 0-55-16,0 2-73 15,9 0-32-15,15 0-3 16,9 4 11-16,7 9-7 16,13 3-26-16,6 1-2 15,17 1-5-15,23 0 9 16,19-1 5-16,8-2 1 15,0-8-26-15,-4-7 16 16,-11 0-3-16,2 0-5 0,-1 0-12 16,-9 0-5-1,-1 0-11-15,-3-2-3 0,-7-1-3 16,-2 1-5-16,-15-1 10 16,-14 1-2-16,9 0-2 15,10-3 1-15,13 1 8 16,13-4 2-16,-12 3 0 15,-8-1-3-15,-1 0-6 16,-1 0-1-16,-1-1-2 16,-1 1-6-16,-10 1 9 15,-11 2 0-15,-10-1 3 16,8-2 0-16,22-2 3 16,28-5 1-16,10 1 2 15,-7 1-3-15,-12 2 2 16,-24 1-7-16,-12 3 1 0,-16 1-1 15,-1 0-8 1,6 0 10-16,8 2-11 0,9-2 14 16,-3-1 2-16,0 0-7 15,-1 2-1-15,0-2 8 16,-3 1-7-16,0 2 1 16,0-3 1-16,0 2 1 15,-1-1 4-15,2 1 5 16,-1-2-11-16,1 1 7 15,-3 0-2-15,2 0 4 0,-2-1-10 16,0 0-9 0,1 1 8-16,0 0-8 0,2 1 5 15,3 0-5 1,0 1 0-16,2 2 11 0,-2 0-4 16,2 0 1-16,-5 0-3 15,0 0-5-15,-3 0 7 16,-3 0-7-16,-5 0-1 15,-3 2 1-15,-2 4 6 16,-5-2 5-16,2-2-1 16,-5 1 7-16,2-1-12 15,0 0 3-15,1-2-2 16,3 0 2-16,2 0 2 16,3 0-1-16,2 0-1 15,0 0 0-15,1 0 0 0,-2 0-3 16,0 0 0-16,-1-2 3 15,-1 0-1-15,2 1-7 16,-1 1 11-16,0 0-10 16,-2 0 4-16,-4 0-5 15,-5 0 6-15,-4 0-1 16,-9 0 2-16,-5 0-2 16,-4 0 4-16,-6 0-9 15,-3 0 5-15,-2 0-5 16,-1 0 7-16,-1 0-7 15,-2-2 5-15,0 2-4 16,0 0-1-16,-1 0 0 16,-2-1 0-16,0 1 0 15,1 0-1-15,-1 0 0 16,0-1-15-16,0 1-72 0,-6 0-82 16,-41-7-130-16,0-1-453 15,-5-4-1219-15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2:55:54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10666 13349 100 0,'0'0'0'0,"0"1"0"15,0 4 408-15,0-2-102 0,0-3-60 16,0 0-29 0,-1 0 32-16,-1 0-17 0,-1 0-39 15,3 0-21-15,0 0-31 16,0 0-7-16,0 0-22 15,0 0-39-15,0 0-30 16,5 0-19-16,11 0-1 16,9 0-5-16,8 0-2 15,4 0-16-15,2 0 6 16,0-5-6-16,-2 1 0 16,-1-1-18-16,-3 2-110 15,-5 0-81-15,-7 1-113 16,-8 0-242-16,-11 2-205 0</inkml:trace>
  <inkml:trace contextRef="#ctx0" brushRef="#br0" timeOffset="41.18">10736 13539 978 0,'0'0'520'0,"0"0"-245"0,0 0-53 0,0 0-60 0,9 0-18 15,15-2-46-15,7-4-38 0,14-3-28 0,6-2-16 266,2 0-15-266,0 0-1 0,-1-1-5 0,4-6-64 16,-14 4-192-16,-10-3-426 0</inkml:trace>
  <inkml:trace contextRef="#ctx0" brushRef="#br0" timeOffset="163.9">10881 13116 1091 0,'-8'-3'652'0,"4"2"-372"0,1-1-4 0,1 2-141 0,2 0-52 0,0 5-43 0,14 13-7 0,8 4 60 0,6 4-14 0,7 1-29 0,4-1-18 0,5-5 4 0,0-1-11 0,-1-1-9 0,-4-2-4 0,-7 0-11 0,-6-2 0 0,-7 0 1 0,-7-1 7 0,-6 1-8 0,-4 2 9 0,-2 1 7 15,0 3 26-15,-13 3 0 16,-7 2 13-16,-7 1-8 15,2-1-18-15,-4-4-15 16,4-2-9-16,1-4-5 16,5-5-1-16,5-2-6 15,1-2-63-15,-1-7-166 16,4 0-442-16,-2 0-1389 0</inkml:trace>
  <inkml:trace contextRef="#ctx0" brushRef="#br0" timeOffset="29629.06">26673 9235 1066 0,'0'0'234'0,"0"0"-9"15,0 0 16-15,-25-10-50 16,25 10-63-16,0 0-55 16,0 0-31-16,3 10-20 15,16 4 3-15,10 1 5 16,8-3-10-16,10-3-20 15,9-8 0-15,10-1-96 16,23-17-51-16,-13-5-194 16,-15-4-337-16</inkml:trace>
  <inkml:trace contextRef="#ctx0" brushRef="#br0" timeOffset="29906.52">27063 9021 1030 0,'0'0'247'0,"0"0"-153"16,0 0 73-16,0 0 4 15,0 0-41-15,61 81-28 16,-30-57-28-16,4-2-22 16,-1 2-6-16,-1 0-2 15,-5 0-22-15,-7 0-7 16,-11 3-8-16,-10 1 4 15,0 2 0-15,-23 4 4 0,-13 0-3 16,-9 2-5 0,-6 0-7-16,-4-2 0 15,-14-2-53-15,16-8-252 16,14-13-622-16</inkml:trace>
  <inkml:trace contextRef="#ctx0" brushRef="#br0" timeOffset="41257.2">22472 5088 1119 0,'0'0'291'0,"0"0"-77"15,0 0-61-15,0 0-2 16,0 0 1-16,-6 4-25 16,9-4-18-16,15 0-16 15,8-13-12-15,10-3-20 16,6-8-27-16,6-3-24 15,0-4-5-15,-4-1-5 16,-3-1-83-16,-2-16-160 0,-13 7-308 16,-8 5-366-16</inkml:trace>
  <inkml:trace contextRef="#ctx0" brushRef="#br0" timeOffset="41497.12">22707 4642 778 0,'0'0'570'0,"0"0"-432"16,0 0-64-16,0 0 19 15,0 0 55-15,94 13-36 16,-53-6-37-16,0 2-24 16,-3 3-26-16,-5 4-9 0,-5 3-7 15,-9 5-7 1,-10 6 9-16,-7 5-11 0,-2 6 0 15,-8 3-17-15,-16 9-71 16,5-10-148-16,3-14-263 0</inkml:trace>
  <inkml:trace contextRef="#ctx0" brushRef="#br0" timeOffset="42075.47">23346 4316 1506 0,'0'0'287'15,"0"0"-111"-15,0 0 24 0,0 0-91 16,0 0-45-16,-42 81-21 16,46-44-3-16,10-1-9 15,2 1-12-15,-1-5-18 16,2-4 8-16,-5-5-9 15,-2-6-2-15,-4-6 1 16,-3-6-36-16,-3-5-12 16,0-10 16-16,-13-19-12 15,-13-26-31-15,-2-4 13 16,1-6 32-16,3-2 29 16,15 15 2-16,6 7 0 0,3 13 1 15,8 14 6-15,15 12-6 16,6 6 1-16,5 6 4 15,0 13-5-15,2 9 6 16,-4 1 4-16,-2 3 3 16,-7-1-3-16,-6-4-4 15,-4-5-5-15,-7-3 0 16,-4-8 6-16,-2-8-1 16,0-3 41-16,-6-7 37 15,-9-21-49-15,0-8-23 16,3-9-4-16,6-4 0 15,6 4-7-15,3 6 5 0,15 13-6 16,4 7 1 0,3 15-1-16,3 4-1 0,1 10 2 15,5 12-1-15,-2 6 0 16,-3 3 0-16,1-2-1 16,-4 1 0-1,7-1-73-15,-6-6-213 0,-7-9-432 0</inkml:trace>
  <inkml:trace contextRef="#ctx0" brushRef="#br0" timeOffset="42901.4">23887 3928 1465 0,'0'0'363'0,"0"0"-95"0,0 0-170 16,0 0-5-16,0 0 22 15,-3 100-32-15,5-60-2 16,7 1-30-16,2 0-11 16,2-2-14-16,0-4-16 15,3-7-10-15,-2-9-7 16,-1-5-15-16,-4-10-59 16,-1-4-36-16,-1-4-6 15,-4-18-41-15,-2-11-105 16,-1-5-26-16,0-5 97 15,0-1 88-15,0 1 75 16,0 1 35-16,0 6 30 16,0 5 59-16,0 11 40 15,0 7 73-15,0 10-10 16,0 3-78-16,0 8-77 0,0 17-14 16,0 6 39-16,7 8 27 15,3 3-20-15,5-1 1 16,3-1-27-16,3-6-14 15,3-4-15-15,1-10-7 16,-1-5-6-16,0-11 0 16,-5-4-1-16,-2-11-21 15,-6-15-40-15,-6-10-48 16,-5-13-5-16,0-16 46 16,-9-1 39-16,-7-2 22 15,2 3 7-15,1 19 30 16,2 3 23-16,4 15 29 0,1 15 28 15,5 10-24 1,-1 3-54-16,2 20-26 0,0 13 2 16,0 9-1-16,12 6-6 15,3 2 5-15,7-3-4 16,5-2 12-16,3-10-8 16,3-8-5-16,-2-10-1 15,0-10 0-15,-2-7-25 16,-6-10-31-16,-5-16-12 15,-4-13-32-15,-8-22 15 16,-6-21 51-16,-3 2 21 16,-11 7 13-16,-1 13 6 15,1 18 49-15,0-2 44 16,-4 3 9-16,6 13 3 0,3 11 7 16,6 13-11-16,3 4-60 15,0 12-45-15,3 19 4 16,14 15-6-16,5 8 0 15,5 8 0-15,7 13 0 16,-2-5 0-16,-4-2-9 16,-3-4-10-16,-11-5-148 15,-3-6-225-15,-8-20-622 0</inkml:trace>
  <inkml:trace contextRef="#ctx0" brushRef="#br0" timeOffset="43124.33">24429 3757 978 0,'0'0'320'16,"0"0"-88"-16,0 0-70 15,0 0-19-15,88-20-10 16,-45 29-22-16,6 12-2 16,1 6 4-16,-4 3-32 15,-7 1-36-15,-10-1-32 16,-9-2-12-16,-13-4-1 15,-7-5-46-15,-12-8-124 16,-15-6-153-16,-4-5-295 0</inkml:trace>
  <inkml:trace contextRef="#ctx0" brushRef="#br0" timeOffset="43254.69">24546 3420 74 0,'0'0'748'0,"0"0"-509"16,0 0-163-16,0 0-51 15,0 0-12-15,0 0-8 16,126 114-5-16,-75-78-110 16,-4-4-499-16</inkml:trace>
  <inkml:trace contextRef="#ctx0" brushRef="#br0" timeOffset="43508.46">24952 3557 1375 0,'0'0'328'0,"0"0"37"0,0 0-129 16,0 0-72-16,-80-18-40 15,66 25-72-15,1 18-30 16,6 8-5-16,3 8 2 16,4 4-3-16,5 2-7 15,16-1-7-15,7-4 4 16,5-7-6-16,6-8-2 15,1-9-16-15,0-17-16 16,-1-1-90-16,-3-48-162 16,-8-2-360-16,-11-3-705 0</inkml:trace>
  <inkml:trace contextRef="#ctx0" brushRef="#br0" timeOffset="43674.92">25033 3224 750 0,'0'0'547'15,"0"0"-191"-15,-46-80-68 16,34 61-89-16,7 14-11 15,5 5-117-15,0 18-53 16,8 19 3-16,10 12-1 16,9 12-3-16,4 4 2 15,6 5-1-15,0-3-17 16,21 12-1-16,-10-17-138 16,-6-18-599-16</inkml:trace>
  <inkml:trace contextRef="#ctx0" brushRef="#br0" timeOffset="44536.47">25421 3304 1352 0,'0'0'258'0,"0"0"-39"0,0 0-97 16,0 0 6-16,-53 90-7 15,50-53-31-15,3 5-19 16,0-2-30-16,0-2-19 15,3-4-15-15,6-7-7 16,-1-13-2-16,2-8-8 16,-1-6 5-16,3-8 5 15,1-18 0-15,1-8-16 16,1-7 10-16,-3-2 6 16,0 2 0-16,0 3-1 0,-5 11 1 15,-1 8 7-15,0 8-6 16,0 8 6-16,0 3-7 15,3 9 0-15,3 11 1 16,3 2 7-16,4 3-7 16,1-3-1-16,2-5 1 15,2-6-1-15,0-11-1 16,-2 0-18-16,1-18-55 16,-3-11-40-16,-5-10 21 15,-1-4 45-15,-8-1 34 16,-5-1 14-16,-1 10 25 15,0 9 62-15,0 11 42 16,-1 8-12-16,-4 6-37 16,1 1-38-16,-1 4-36 15,5 12-6-15,0 6-1 0,0 3-1 16,14 2-4-16,5 0 6 16,2 1-2-16,4-1-8 15,-1-4-20-15,0-3 6 16,-7 1-2-16,-6-3 5 15,-9-2-4-15,-2-1 10 16,-3-2 14-16,-12-4 0 16,1-1 1-16,4-5 1 15,4-3 5-15,6-3-6 16,0-14-16-16,3-5-40 16,13-10 8-16,3-1-2 15,0-6 13-15,0-1 24 16,-2-1 12-16,-4 3 1 0,-3 8 0 15,-2 7 18-15,-5 9 46 16,-1 7 55-16,-2 5-31 16,0 2-40-16,0 3-26 15,0 13-12-15,0 4-8 16,0 7 11-16,3-1-12 16,7 2 9-16,5-2-9 15,4-1 0-15,3-1 0 16,0-4 0-16,0-1-1 15,-5-3 0-15,-4-2-1 0,-6-2 1 16,-5-4-1 0,-2 1-10-16,-3-2-9 0,-17-2-35 15,-25-5-114-15,7 0-368 16,3-12-781-16</inkml:trace>
  <inkml:trace contextRef="#ctx0" brushRef="#br0" timeOffset="51545.6">8897 13710 1573 0,'0'0'279'0,"0"0"-89"16,0 0-85-1,0 0-48-15,16 88 20 0,10-40 0 16,2 2-31-16,-1-3-31 16,0-3-6-16,-8-8-9 15,-2-5-7-15,-6-6-141 16,-3-8-329-16,-8-12-366 0</inkml:trace>
  <inkml:trace contextRef="#ctx0" brushRef="#br0" timeOffset="51874.11">8597 13379 869 0,'0'0'337'0,"0"0"-85"0,0 0-57 16,-12 79-54-16,15-40-18 15,12-2-35-15,3 0-40 16,1-7-15-16,-2-10-11 15,-4-8-4-15,1-12-1 16,-4-7 14-16,-1-19 18 16,-5-12-20-16,-4-7-17 15,0-8 0-15,-19 0-12 16,-9 0 6-16,-5 3-6 16,0 10-19-16,2 9-5 15,1 19-10-15,3 12 3 16,6 9 8-16,5 23-7 15,10 10 12-15,6 5-36 16,22 17-129-16,12-11-173 0,1-11-698 16</inkml:trace>
  <inkml:trace contextRef="#ctx0" brushRef="#br0" timeOffset="52108.06">9085 13440 1008 0,'0'0'487'0,"0"0"-276"15,0 0-26-15,0 0-108 0,0 0 57 16,0 0 7 0,103 102-35-16,-71-60-58 0,1 5-31 15,0 2-10-15,-3 4-7 16,-2-1-19-16,2-5-194 15,-10-13-421-15,-7-17-611 0</inkml:trace>
  <inkml:trace contextRef="#ctx0" brushRef="#br0" timeOffset="52321.17">9344 13401 1005 0,'0'0'654'0,"0"0"-360"16,0 0-12-16,0 0-183 15,0 0-9-15,0 0 62 16,50 95-2-16,-18-47-54 0,1 4-39 16,-2 6-19-16,1 1-27 15,-4 4-11-15,0 0 0 16,-5-7-14-16,-4-10-133 16,-8-27-151-16,-8-14-285 15,-3-6-202-15</inkml:trace>
  <inkml:trace contextRef="#ctx0" brushRef="#br0" timeOffset="52535.62">9337 13307 1111 0,'0'0'265'16,"0"0"-12"-16,0 0-67 16,0 0-29-16,42-82-24 0,-14 69-25 15,6 8-12-15,2 5-29 16,-1 3-27-16,-4 19 0 15,-6 10 10-15,-9 9-8 16,-8 9-17-16,-8 3-14 16,0 6-11-16,-18-1-10 15,-15 15-176-15,4-14-393 16,-4-12-635-16</inkml:trace>
  <inkml:trace contextRef="#ctx0" brushRef="#br0" timeOffset="52816.34">9220 14076 760 0,'0'0'1055'16,"0"0"-899"-16,0 0-83 15,0 0 92-15,57 90 2 16,-29-49-53-16,4 4-46 16,-1 5-12-16,0 6-24 15,-1 0-15-15,-7 0-12 16,1 0-5-16,-5-4-24 16,-7-10-141-16,0-14-226 15,-9-18-575-15</inkml:trace>
  <inkml:trace contextRef="#ctx0" brushRef="#br0" timeOffset="53135.13">9515 14067 1061 0,'0'0'783'0,"0"0"-602"16,0 0-37-16,0 0-70 15,-30 89 27-15,30-47-14 16,0 3-17-16,0-1-22 15,0-3-14-15,4-8-15 16,2-11-10-16,-3-8-9 16,0-11 1-16,0-3 8 0,0-9-8 15,3-15 10-15,1-2-11 16,1 1 5-16,1 6-4 16,0 6-2-16,3 8-4 15,1 5 5-15,6 0 0 16,2 0 0-16,-1 5 0 15,1 5-1-15,-2 1-8 16,-4 0-42-16,-4-2-117 16,-4-1-180-16,-6-8-409 0</inkml:trace>
  <inkml:trace contextRef="#ctx0" brushRef="#br0" timeOffset="53524.9">9606 14074 434 0,'0'0'870'0,"0"0"-695"16,0 0-92-16,0 0-55 16,0 0 20-16,0 0 20 15,0 0-17-15,75 2-24 16,-58-2-13-16,-5 0-5 16,-5-9 1-16,-2-2 2 15,-5-2 1-15,0 0 34 16,0-1 50-16,-2 4 16 15,-2 4 19-15,2 4-12 16,2 2-47-16,0 0-47 0,0 16-18 16,14 10 2-16,8 8 7 15,5 7 9-15,7 6 10 16,6 3 3-16,2 0 4 16,-1-1-7-16,-4-2-20 15,-7-7-8-15,-9-4-7 16,-11-9 6-16,-10-8 1 15,0-9 1-15,-24-10 0 16,-10 0-9-16,-9-24-52 16,1-15-99-16,-1-33-170 15,13 8-320-15,12 8-419 0</inkml:trace>
  <inkml:trace contextRef="#ctx0" brushRef="#br0" timeOffset="54126.85">9974 14046 611 0,'0'0'219'0,"0"0"-122"15,0 0-39-15,0 0-9 16,0 0-14-16,0 0 5 16,0 0-8-16,55-14-7 15,-48-4-4-15,-4-4 26 16,-1-2 9-16,-2 0 12 15,0 2 27-15,0 2 33 16,0 6 25-16,-2 6 22 16,-1 8-8-16,-1 0-43 15,1 12-55-15,-1 15-33 0,-1 9 20 16,2 6 26-16,3 0-14 16,0-5-22-16,3-8-18 15,9-8-10-15,6-10-9 16,4-11-8-16,2-3 14 15,0-24-9-15,1-13 1 16,-5-6-1-16,-8-7-5 16,-9 4 0-16,-3 4 1 15,0 8 4-15,-6 10-6 16,-3 10 2-16,3 7-1 16,0 6 0-16,6 4-1 15,0 0 0-15,0 0-10 0,0 0-13 16,13 7 13-16,6 7 10 15,4 8-1-15,2 5 1 16,1 4 1-16,-1 3 1 16,-4 2 8-16,1-2 8 15,-2-2 6-15,-4-6 3 16,-1-6-2-16,-1-8 10 16,-3-5 12-16,1-7-8 15,3 0-7-15,3-19 21 16,6-10-11-16,6-9-25 15,1-6-17-15,-1 1-25 16,12-16-152-16,-9 12-292 16,-11 4-841-16</inkml:trace>
  <inkml:trace contextRef="#ctx0" brushRef="#br0" timeOffset="73106.73">8861 9549 1227 0,'0'0'229'0,"0"0"-143"0,0 0-38 15,0 0 38-15,0 0 20 16,0 0-3-16,0 0-24 16,0 0-37-16,0 0-13 15,0 0-2-15,9 0 7 16,3 0 11-16,4 0 20 15,5 0 11-15,4 0-23 16,2 0-13-16,-1 0-8 16,4 0-8-16,-2 0-2 15,2 0-2-15,4 0-7 16,2 0-4-16,-2-3-8 16,-1 1 1-16,0-2-2 0,-5-1 0 15,-6 2 0-15,-5-1-30 16,-6-2-98-16,-4-8-121 15,-6 1-130-15,-1-3-255 16</inkml:trace>
  <inkml:trace contextRef="#ctx0" brushRef="#br0" timeOffset="73376.77">9197 9316 658 0,'0'0'187'0,"0"0"-48"0,0 0 17 16,0 0 12-1,0 0-5-15,0 0-27 0,0 0-40 16,103 57-37-16,-81-40-5 16,-3 1-4-16,-7-1 4 15,-6 1 15-15,-6 3-17 16,0 4-9-16,-7 1-23 15,-10 1-19-15,-7 1-1 16,-14 2-59-16,12-6-191 16,1-8-408-16</inkml:trace>
  <inkml:trace contextRef="#ctx0" brushRef="#br0" timeOffset="74284.23">5802 9400 1525 0,'0'0'224'16,"0"0"-69"-16,-42-97 89 16,36 76-8-16,3 17-34 15,3 5-72-15,24 42-81 16,24 37 30-16,16 29 21 15,6 12-35-15,-6-6-37 0,-12-18-16 16,-13-27-12 0,-7-14 0-16,-7-15-12 0,0-7-63 15,14-4-237-15,-6-9-362 16,-3-14-855-16</inkml:trace>
  <inkml:trace contextRef="#ctx0" brushRef="#br0" timeOffset="74608.91">6254 9238 1650 0,'0'0'288'15,"0"0"-90"-15,-33 79-56 16,21-28-3-16,3 7-5 0,5 0-45 16,2-3-23-1,2-7-35-15,0-9-19 0,0-9-12 16,0-12-9-16,5-10 0 15,-2-5 8-15,-2-3 0 16,2-9-20-16,1-11-12 16,-1-2-4-16,2 0 20 15,7 8 16-15,4 6-6 16,8 8 1-16,6 0 5 16,6 12-4-16,3 7 4 15,-2 0 0-15,3 1 1 16,-4-3-2-16,-6-3-86 0,-8-9-174 15,-4-5-137 1,-10 0-444-16</inkml:trace>
  <inkml:trace contextRef="#ctx0" brushRef="#br0" timeOffset="74977.34">6430 9356 914 0,'0'0'190'0,"0"0"-56"15,0 0-36-15,0 0-30 16,109 52-11-16,-71-52-27 16,0 0-8-16,-4-9-9 15,-4-8-11-15,-12-2 8 16,-11-3-9-16,-7 0 14 16,-1 3 75-16,-17 1 50 0,4 2 36 15,1 7 28-15,6 6-28 16,5 3-58-16,2 10-77 15,6 20-18-15,16 12 31 16,7 12 10-16,5 8 9 16,2 4 10-16,4 0-14 15,-7-1-15-15,-5-3-32 16,-8-4-11-16,-9-5-10 16,-11-6 5-16,0-10-6 15,-14-12-5-15,-13-15 4 16,-6-10-86-16,-13-63-165 0,6-4-220 15,8-6-324-15</inkml:trace>
  <inkml:trace contextRef="#ctx0" brushRef="#br0" timeOffset="75501.18">6816 9324 857 0,'0'0'213'0,"0"0"-70"15,0 0-68-15,0 0-28 16,0 0-8-16,84 32 1 16,-68-39 1-16,-1-12-16 15,-3-4-9-15,-8-6-3 16,-4-5 3-16,0 5 20 0,0-1 25 16,-9 5 47-1,-4 8 63-15,-2 8 1 0,0 9 25 16,0 0-43-16,2 15-68 15,2 10-11-15,8 5-17 16,3 6-16-16,0 0-10 16,17-2-24-16,7-3-7 15,7-7 0-15,5-7 0 16,2-9-1-16,-3-6-2 16,-5-2-25-16,-8-9-29 15,-7-7 11-15,-7-2 18 16,-5-1 17-16,-3 0 9 15,0 1 1-15,0 4 0 0,-5 1 9 16,-1 5 6-16,3 1 9 16,3 5 10-16,0 2-13 15,0 0-12-15,0 0-9 16,6 6 1-16,10 12 41 16,2 2-5-16,5 4 20 15,-1 2-15-15,-1-2-27 16,0-3-15-16,-2-4 0 15,-1-4 0-15,-3-8-84 16,-6-6-136-16,0-15-298 16,-7-5-533-16</inkml:trace>
  <inkml:trace contextRef="#ctx0" brushRef="#br0" timeOffset="75691.98">7265 9117 1487 0,'0'0'402'16,"0"0"99"-16,0 0-350 15,0 0-8-15,0 0-3 16,0 0 37-16,45 72-53 16,-14-33-42-16,5 4-41 15,1-1-28-15,2 1-5 16,-6 0-8-16,-5-4-11 16,6-3-49-16,-11-9-242 15,-5-17-716-15</inkml:trace>
  <inkml:trace contextRef="#ctx0" brushRef="#br0" timeOffset="76853.21">12554 4785 962 0,'0'0'280'0,"0"0"21"0,0 0 15 15,0 0-49-15,0 0-78 16,0 0-50-16,-95 12-36 16,78 22-24-16,7 7-5 15,4 7-12-15,6 2-19 16,9-3-22-16,12-1-14 16,9-8-6-16,3-8-1 15,2-11 0-15,1-7 0 0,-5-11 0 16,-4-1 0-1,-9-15 1-15,-5-14 0 0,-8-9 0 16,-5-9-1-16,-9-4-2 16,-21-2 1-16,-11-2-5 15,-9 5 4-15,-4 10 1 16,2 10-10-16,10 12 2 16,10 13 8-16,11 5-23 15,13 9-40-15,8 11-30 16,6 4-40-16,38 0-127 15,-1-5-284-15,-3-9-664 0</inkml:trace>
  <inkml:trace contextRef="#ctx0" brushRef="#br0" timeOffset="77051.16">12653 4364 1677 0,'0'0'303'16,"0"0"74"-16,0 0-227 15,0 0-95-15,0 0 30 16,19 97 36-16,14-38-42 16,1 5-52-16,5 3-24 15,-2 0-3-15,-1 0-30 16,9 6-213-16,-11-15-310 16,-9-20-255-16</inkml:trace>
  <inkml:trace contextRef="#ctx0" brushRef="#br0" timeOffset="77237.96">12957 4574 1365 0,'0'0'359'0,"0"0"132"0,0 0-273 15,0 0-132-15,0 0-49 16,0 0 76-16,0 0 0 16,34 108-59-16,-10-65-34 15,1 3-20-15,-5-1 0 16,-2-1-19-16,-6-2-107 15,-12 1-136-15,0-13-408 16,-2-12-577-16</inkml:trace>
  <inkml:trace contextRef="#ctx0" brushRef="#br0" timeOffset="77447.28">12924 4590 1023 0,'0'0'347'0,"0"0"-35"15,-9-78-102-15,9 54-94 16,14 7-21-16,6 7-17 15,3 7-3-15,4 3-30 16,0 0-14-16,-4 17-4 16,-6 5-1-16,-7 5-5 15,-7 5-9-15,-3 5-11 16,-9 1-1-16,-12-1-11 16,-2-2-101-16,-4-8-149 15,7-8-258-15,5-16-905 0</inkml:trace>
  <inkml:trace contextRef="#ctx0" brushRef="#br0" timeOffset="77702.88">13130 4035 1746 0,'0'0'306'0,"0"0"62"15,0 0-87-15,0 0-121 16,0 0-101-16,0 0-38 16,0 0 21-16,62 138 24 15,1-44 3-15,-3-1-11 16,-11-19-13-16,-14-19-30 16,-12-11-15-16,6 2-13 15,14 3-122-15,-7-6-326 16,-8-23-293-16</inkml:trace>
  <inkml:trace contextRef="#ctx0" brushRef="#br0" timeOffset="78024.87">13613 4093 980 0,'0'0'776'0,"0"0"-464"16,0 0-61-16,0 0-95 15,0 0-66-15,0 0 30 16,-64 96-3-16,57-47-54 15,2 1-30-15,4-3-23 0,1-9-8 16,0-11-2-16,0-10-8 16,0-9-8-16,4-8 15 15,2-8 1-15,6-17 2 16,-3-3-2-16,5 0 0 16,0 5 0-16,-2 6-1 15,2 7 0-15,1 9-7 16,4 1 8-16,2 3 0 15,1 10 1-15,2-1-1 16,-2 0 0-16,-3 1-12 16,-3-5-91-16,-3-8-131 15,-2 0-281-15,-7-1-204 0</inkml:trace>
  <inkml:trace contextRef="#ctx0" brushRef="#br0" timeOffset="78399.89">13779 4081 1061 0,'0'0'250'16,"0"0"-158"-16,0 0 44 16,0 0-2-16,0 0-48 15,92 36-1-15,-62-33-34 16,-2-3-30-16,-7 0-8 16,-7-2 0-16,-8-9 17 15,-6-5 35-15,0-4 13 16,0 0 5-16,-8 1 25 15,1 5-2-15,0 6 6 16,4 6 5-16,3 2-50 16,0 10-44-16,0 17-8 15,16 12 35-15,4 7 9 0,6 7-21 16,4 7 6-16,0 0 5 16,-5 0-17-16,-7-6-16 15,-11-7-8-15,-7-5-7 16,-1-12 0-16,-23-7 8 15,-7-9-3-15,-8-13-6 16,0-3-1-16,4-27-95 16,12-22-150-16,23-32-124 15,0 12-310-15,17 4-407 0</inkml:trace>
  <inkml:trace contextRef="#ctx0" brushRef="#br0" timeOffset="78955.46">14185 4047 1064 0,'0'0'322'16,"0"0"-56"-16,0 0-163 16,0 0-48-16,0 0-19 15,0 0 1-15,0 0-9 16,69-2-9-16,-46-5-9 16,1-3 0-16,-2-8-3 15,-5-3-6-15,-4-6-1 16,-2-1 6-16,-8-3-5 15,-3 3 9-15,0 8 48 16,-9 6 85-16,-11 10 20 16,1 4-45-16,-7 9-37 15,3 17 6-15,2 5 12 0,9 1-50 16,7 0-16 0,5-3-27-16,14-9-5 0,17-8-1 15,11-12 15-15,4 0-8 16,3-14 2-16,-5-8-8 15,-10-7 1-15,-10-1-2 16,-11-3 0-16,-9-1 0 16,-4 2-18-16,-4 3 3 15,-14 4 4-15,-3 7 5 16,2 5 6-16,0 5 0 16,6 4 0-16,5 4 7 15,6 0-7-15,2 6-13 16,6 17 12-16,11 11 1 0,6 12 6 15,7 4-4-15,3 7 25 16,4-2 24-16,8-6 37 16,3-6 0-16,5-6-12 15,9-16-16-15,0-9-18 16,1-12-18-16,0 0-12 16,-11-17-11-16,-16-2-1 15,-53 2-116-15,-26 5-340 16,-32 7-1410-16</inkml:trace>
  <inkml:trace contextRef="#ctx0" brushRef="#br0" timeOffset="79349.83">10320 5654 1510 0,'0'0'236'15,"0"0"140"-15,0 0-107 0,0 0-12 16,0 0-133 0,0 0-82-16,0 0-12 0,28 21 31 15,17 45 39-15,7 21-21 16,5 17-14-16,-4 2-19 16,-8-9 10-16,-13-24-37 15,-10-22-19-15,-8-15-15 16,-4-17-141-16,-4-5-320 15,-5-12-431-15</inkml:trace>
  <inkml:trace contextRef="#ctx0" brushRef="#br0" timeOffset="79690.3">10720 5699 1558 0,'0'0'397'0,"0"0"-139"16,0 0-93-16,-69 90 13 15,54-43-15-15,8 5-33 16,2 2-47-16,5-4-44 16,0-4-21-16,3-9-18 15,6-13 0-15,3-10-16 16,-3-14-5-16,7-3 0 16,-2-25 12-16,0-8-21 15,-1-3 15-15,-4 0 15 16,1 8 0-16,-3 8 1 15,1 9 0-15,3 8 0 16,5 6-1-16,3 0 1 16,7 16 5-16,2 5 4 0,3 2-9 15,-1 4-1-15,-3-1-10 16,-2 3-2-16,-7-6-99 16,-7-5-167-16,-7-6-476 15,-4-12-672-15</inkml:trace>
  <inkml:trace contextRef="#ctx0" brushRef="#br0" timeOffset="80078.59">10858 5779 18 0,'0'0'1331'0,"0"0"-1087"16,0 0-152-16,0 0 54 16,0 0-14-1,0 0-17-15,93 32-53 0,-62-30-31 16,3-2-13-16,-7 0-9 15,-7-7-8-15,-7-3 11 16,-8-7-2-16,-5 1-4 16,-2-1 6-16,-9 1 79 15,-2 5-8-15,3 4 26 16,4 7 17-16,4 0-54 16,2 14-48-16,0 14-11 15,14 10 1-15,11 12 12 16,9 8 30-16,5 5-3 0,4 3 0 15,-2 1-19 1,-4-1-5-16,-7-8-16 0,-9-7-7 16,-14-11-4-1,-7-8 5-15,-3-11-7 0,-22-13 10 16,-8-8-10-16,-7-9-1 16,-3-26-156-16,-5-44-105 15,10 8-237-15,11 0-179 0</inkml:trace>
  <inkml:trace contextRef="#ctx0" brushRef="#br0" timeOffset="80578.45">11227 5839 1045 0,'0'0'259'0,"0"0"-7"15,0 0-145-15,0 0-36 16,0 0-24-16,83 44-21 0,-59-44-11 15,0 0-5-15,-2-8-1 16,-5-10-3-16,-4-6-6 16,-7-4 0-16,-4-3 1 15,-2-2-1-15,0 2 2 16,-11 4 7-16,-4 5 72 16,0 7 46-16,1 9 40 15,0 6-22-15,1 0-53 16,1 19-57-16,4 7-9 15,4 8 6-15,4 2-6 16,1 3-17-16,19-5-9 0,7-1-4 16,7-8 4-1,4-11 0-15,-2-7-8 0,-1-7 8 16,-7-2-45-16,-6-15-28 16,-7-5-34-16,-9-3 8 15,-6 0 25-15,0-3 33 16,0 5 33-16,-7 4 8 15,-1 5 13-15,4 6 46 16,1 5 18-16,3 3-39 16,0 3-26-16,4 16-1 15,11 5 5-15,6 8-6 16,3-1-9-16,0 3 5 16,3-1-6-16,-2-5 0 15,11-8-7-15,-8-9-171 0,-4-11-441 0</inkml:trace>
  <inkml:trace contextRef="#ctx0" brushRef="#br0" timeOffset="80961.56">11743 5629 1855 0,'0'0'388'0,"0"0"-136"16,0 0-172-16,0 0-47 15,0 0 13-15,98 0 14 16,-50 0-11-16,-3 0-13 16,-6 14 7-16,-9 6 8 15,-10 5-5-15,-9 6 20 0,-11 7 6 16,0 6-3-16,-9 2-6 16,-8 2-6-16,-1-4-3 15,2-5-10-15,7-13-6 16,5-9-7-16,2-7-19 15,2-8 0-15,0-2 11 16,12-4-2-16,12-16-2 16,15-9 14-16,8-6-6 15,2-5-13-15,-2 2-13 16,-4 4 0-16,-6 5-1 16,-7 4-1-16,-9 8-29 15,-3 8-106-15,-6 9-144 16,-2 0-428-16,-8 9-837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28:22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15147 2818 889 0,'0'0'253'0,"0"0"-26"15,0 0-58-15,0 0-34 16,0 0-31-16,0 0-41 16,20 2 41-16,3 1 23 15,8-1-39-15,8 0-12 16,7-2-2-16,9 0 1 15,23 0-10-15,20-2-11 16,25-8-15-16,11 0-7 16,2 1 7-16,-4-2-8 15,-5 5 1-15,1-4-9 16,1 1-3-16,-2-1-4 16,-1-2-4-16,1-3 3 15,-3 2 3-15,-6 2-8 16,-5 1 4-16,-4 1-5 0,-3 2 0 15,0-3 1-15,-2 0 2 16,5-3 8-16,0-3 14 16,7-3-9-16,5-4-11 15,3 0 1-15,1 3 1 16,-1-2-2-16,2 3-8 16,-6 2-5-16,-5 3 5 15,-8-1-5-15,-10 4 8 16,-16 3-3-16,-17 1-4 15,-16 4-1-15,-4 0 5 16,6 0-5-16,8 2 0 0,5 1 5 16,-2 0-4-1,-5 0-1-15,-2 0 1 0,-3 0-2 16,-2 3 0-16,5 1 1 16,2 4 0-16,7 0 0 15,6 0-1-15,16 0 0 16,15 1 0-16,18-1 13 15,4 1-13-15,-7 0 8 16,-11-1-2-16,-14-1 0 16,-1 0-5-16,-2-1 11 15,-1 4-11-15,2 1 0 16,0 2 0-16,0 0 7 16,-2 1-7-16,0-1 8 15,0 1-8-15,1 1 0 16,-1 1 10-16,4 1-5 0,-1-1-5 15,-1-1 6 1,-2 2-6-16,-3-3 1 0,0 2-1 16,1-4 1-16,-4-1-2 15,-5 0 1-15,-14-5 10 16,9 2-10-16,-10-3 0 16,-2 1 7-16,9 1 1 15,-12-2 1-15,8 5 2 16,10-4 0-16,-3 2 20 15,-3 0-13-15,1-1-8 16,-2 0 2-16,-3-1 20 16,-2-2 12-16,-5-1-20 0,-6-1-5 15,-9 0-5-15,-10-2-2 16,-7 0 10-16,-8 0-4 16,-5 0 10-16,-7 0-5 15,-1 0 0-15,-3 0-2 16,0 0-13-16,0 0 2 15,-3 0-11-15,-20-4-17 16,-59 4-113-16,4 0-158 16,-18 9-486-16</inkml:trace>
  <inkml:trace contextRef="#ctx0" brushRef="#br0" timeOffset="3437.98">9018 12254 349 0,'0'0'107'0,"0"0"484"16,0 0-365-1,0 0 7-15,0 0-4 0,0 0-15 16,0 11-65-16,0-11-32 16,0 0-17-16,0 1-32 15,1 2-13-15,8 1 10 16,6 1 60-16,4 0-22 16,4 1-19-16,5 1-18 15,5-4-7-15,3 0-12 16,10 0-4-16,-1-3 2 15,4 0-15-15,2 0-5 16,-3 0-1-16,-1 0-7 16,4 0-4-16,-2 0 1 0,2 0-4 15,1 0 11 1,-3-2-7-16,0-2-8 0,-1-2 0 16,1 2 1-16,-1 0 1 15,0-2-2-15,-2 3-5 16,2-2 8-16,-2 0-1 15,-1 1-1-15,-1 0 2 16,-2 1-1-16,1-1-1 16,-1 0 3-16,2 3-2 15,2-2 2-15,0 1-2 16,2 1 1-16,-2-1-3 16,3 2 0-16,2-1 1 15,-3-1 1-15,4 0-2 16,-3-1 4-16,-1 0 4 15,1 0-7-15,-7 2 4 0,1-1-10 16,-1 2 8 0,-3 0-3-16,-1-3 0 0,0 3 2 15,1-2-1-15,-5 0-1 16,6 1 5-16,-3-2-5 16,1 2 0-16,-1 1 4 15,-1-2-1-15,1 2 2 16,-3 0-10-16,1-1 7 15,-1-1-1-15,2 2-1 16,0 0 6-16,1 0-1 16,-3 0-2-16,2 0 0 15,3 0 1-15,1 0 4 16,0 0-1-16,2 0-1 16,3 0-4-16,-3 0 5 15,-2 0 5-15,0 0-1 0,-3 0-4 16,-2 0-4-16,-5-3 0 15,-4 3-3-15,-2 0 2 16,-4 0-2-16,-1-3 0 16,-1 1-5-16,-3 0 8 15,1-1 2-15,-1-1-5 16,0 2 1-16,-3-1 2 16,0 0-8-16,-2 0 8 15,-1 0-8-15,-3 2 5 16,-1 0-6-16,-5 1 0 15,4 0 1-15,-4 0-1 16,0 0 0-16,0 0 0 0,0 0 0 16,0 0 0-16,0 0-11 15,0 0-7-15,-7 0-45 16,-7 0-93-16,-2 0-75 16,-5 0-89-16,2 0-313 15,4 0-515-15</inkml:trace>
  <inkml:trace contextRef="#ctx0" brushRef="#br0" timeOffset="6207.81">11243 10464 1068 0,'0'0'353'0,"0"0"-33"16,0 0-18-16,0 0-47 15,0 0-59-15,0 0-30 0,0 0-29 16,-79-25-56-16,36 25-8 15,-2 8-5-15,-9 6-12 16,-2 5-12-16,-4 1 8 16,2 4-17-16,4 0 4 15,6-2-12-15,11 1-11 16,10-4-14-16,10-3-1 16,7-4 0-16,9-1-1 15,1-2-1-15,1-1 0 16,19 0-4-16,6 1 5 15,9-2 7-15,7-3-7 16,5 1 1-16,1-3 7 16,1 1-8-16,-2-2-1 0,-6 2 0 15,-5-2 0 1,-9 1 0-16,-3-1 1 0,-9-1 0 16,-6 0-1-16,-3 1 1 15,-6 2 0-15,0-1 0 16,-9 4 1-16,-15 5 7 15,-7 4-2-15,-8 6 1 16,-6 2 17-16,2 3 7 16,-2 3 16-16,4 2 11 15,6-2-4-15,7 0-15 16,8-4-1-16,9-4 2 16,9-4-10-16,2-2 5 0,13-3 7 15,11-2 16-15,13-3-1 16,7-4 12-16,6-3-3 15,5 0-15-15,4-3-12 16,-1-9-39-16,3-5 0 16,2 0 0-16,-6 1 0 15,-4-2 0-15,-7 1 0 16,-13 3 0-16,-13 4 0 16,-10 4 0-16,-10 5 0 15,-9 1-60-15,-58 17-159 16,3 8-261-16,-5 3-500 0</inkml:trace>
  <inkml:trace contextRef="#ctx0" brushRef="#br0" timeOffset="8018.69">15090 10374 649 0,'0'0'331'0,"0"0"-35"15,0 0-32-15,0 0 0 16,0 0-12-16,0 0-50 15,-3-38-36-15,-6 30 3 16,-7 4-32-16,-8-2-41 16,-4 6-19-16,-5 0-17 15,-5 1-12-15,2 15-8 16,1 2-2-16,3 6-7 16,5 2-7-16,5 4-6 15,7 3-4-15,5-1-5 16,5-1-3-16,5 1-6 0,0-6 0 15,8-2 1 1,5-4-1-16,2-6-1 0,4-5 1 16,1-6-1-16,-1-3 1 15,4 0-1-15,0-8 1 16,1-13-6-16,-3-8 0 16,-1-7 5-16,-5-3 1 15,-5-1 0-15,-4 3 1 16,-5 9 0-16,-1 9 10 15,0 5 16-15,0 11 27 16,0 3-11-16,3 10-24 16,5 19-11-16,8 23 58 15,1 5 1-15,2 9-10 16,-1 4-4-16,-3 1-11 16,-2 1-5-16,-2-2-4 0,-4-3 9 15,-4-11 5 1,-1 2-25-16,-2-7-1 0,0-10-12 15,-9-9-7-15,-5-7-2 16,-5-6 1-16,0-10 0 16,-3-8 5-16,-3-1-5 15,0-16 0-15,1-14 7 16,3-12-8-16,6-4-13 16,8 0-10-16,5 4 5 15,2 6-1-15,0 10-4 16,5 9-10-16,7 4-18 15,4 5-4-15,2 2-23 0,3 5-35 16,4-1-29-16,0 0-77 16,17-10-237-1,-7 3-197-15,-4-5-886 0</inkml:trace>
  <inkml:trace contextRef="#ctx0" brushRef="#br0" timeOffset="8282.3">15484 10161 1669 0,'0'0'473'0,"0"0"-225"16,0 0 41-16,-41 109-19 15,28-54-97-15,4 4-36 0,8 1-39 16,1-1-32-16,7-4-28 15,15-9-16-15,5-7-11 16,6-6-4-16,0-8-7 16,1-5 0-16,-4-9-71 15,9-11-125-15,-9-6-300 16,-6-13-386-16</inkml:trace>
  <inkml:trace contextRef="#ctx0" brushRef="#br0" timeOffset="8522.66">15733 10115 910 0,'0'0'1098'16,"0"0"-798"-16,0 0-61 0,0 0 79 16,88 66-100-16,-38-28-40 15,6 8-22-15,0 3-38 16,-5 9-16-16,-8 0-33 15,-15 1-28-15,-15 0-26 16,-13 0-15-16,-33 8 0 16,-51 16-12-16,-62 11-135 15,10-17-234-15,-4-13-1114 0</inkml:trace>
  <inkml:trace contextRef="#ctx0" brushRef="#br0" timeOffset="23102.17">15680 10435 892 0,'0'0'321'15,"0"0"-8"-15,0 0-64 16,0 0-38-16,0 0-49 16,2-8-47-16,-1 8-28 15,1 0-41-15,2 0-19 16,3 0-8-16,2 6 36 15,1 3 0-15,0 2-6 16,1 2-10-16,1 1 6 0,-3-1-4 16,0 4-9-16,-2-2-14 15,-3 2 2-15,-1-4-5 16,-1 0 2-16,-2-2 2 16,0 0 7-16,0 0-6 15,-8-2 0-15,-2-2-1 16,-2-3-4-16,2-1-3 15,-4-1 0-15,1-2 0 16,0 0 0-16,0 0-1 16,0-5-5-16,3-4 0 15,1 1-5-15,1 0 0 0,-1-1 5 16,3 2 0 0,2 0-5-16,-1-1 0 0,2 2 0 15,0-2 0-15,1 3 5 16,2 1-5-16,-2-2-1 15,2 2 0-15,0 0 1 16,0 0-1-16,0-3 1 16,4 1-1-16,2 2 1 15,2-1 1-15,-1 0-2 16,2 1 0-16,-1 0 0 16,1-1 0-16,1-1 0 15,2 1 0-15,-1-1 1 16,0-1-1-16,-3 3 1 15,-4 1-1-15,-1 0 1 16,-1 3-1-16,-2 0 0 0,0 0-1 16,0 0-6-16,0 0 5 15,0 0-7-15,0 0 0 16,0 0-6-16,0 0-4 16,0 0-2-16,0 0 1 15,0 0 1-15,0 0-2 16,0 0-4-16,0 0-5 15,0 0-8-15,0 0-9 16,0 0-12-16,0 0-18 16,0 0-2-16,0 0 6 15,0 0-8-15,0 0 12 16,0 0 13-16,0 0 18 0,0 0 11 16,0-1 15-1,1-1 1-15,2-1-4 0,-1 3-22 16,-1-4-40-16,-1 0-73 15,0 0-132-15,0-1-278 0</inkml:trace>
  <inkml:trace contextRef="#ctx0" brushRef="#br0" timeOffset="24327.04">15575 10529 573 0,'0'0'533'0,"0"0"-158"0,0 0 12 16,0 0-91-16,0 0-46 15,0 0-27-15,0 0-52 16,-3 10-54-16,4-10-32 16,11 0-18-16,6 0 4 15,4-8-10-15,2-1-11 16,2-1-11-16,-2 1-11 15,1-1-13-15,-1 0-5 16,-5 0-4-16,-3 4-5 16,-5 0 0-16,-2 5-1 15,-6 0 0-15,-3 1 1 0,0 0-1 16,0 0 0-16,0 0-2 16,0 7 1-16,-9 10 1 15,-6 7 1-15,-4 4 8 16,-5 2-3-16,0 2-5 15,1-3 5-15,3-3 2 16,5-2 8-16,3-6 8 16,6-1-1-16,4-4-2 15,2-2 6-15,0-3 4 16,5-2 2-16,11 1 2 16,2-5-5-16,6 0-2 15,3-2 4-15,3 0-10 16,1-4 1-16,3-8-10 15,-1-2-2-15,0 2-5 16,-3-5 0-16,-3 2-6 0,-5 1 1 16,-4-1 1-16,-3 5-1 15,-5-2 0-15,-1 3-1 16,-4 2 0-16,-4 2-13 16,-1 2-19-16,0 3-53 15,-9 6-163-15,-9 12-416 16,1 4-929-16</inkml:trace>
  <inkml:trace contextRef="#ctx0" brushRef="#br0" timeOffset="25566.77">15691 12042 1149 0,'0'0'488'0,"0"0"-162"16,0 0-41-16,0 0-48 15,0 0-45-15,0 0-11 16,-22 80-26-16,22-31-19 15,0 1-23-15,0 2-22 16,7 0-19-16,5-8-20 16,0-1-20-16,1-5-16 15,-1-4-10-15,-3-6-5 16,2-4-1-16,-5-6 0 16,-2-4 0-16,-2-6-22 0,-2-1-41 15,0-6-39 1,0-1-4-16,-14 0-35 0,-5-5-67 15,-6-10-61-15,-4-6 67 16,1 1 62-16,1 2 88 16,3 4 49-16,3 4 3 15,3 4 50-15,8 3 60 16,4 1 31-16,4 2 0 16,2 0-54-16,0 10-43 15,11 8 65-15,10 5-5 16,4 4-30-16,5-1-24 15,3-4-2-15,1 0-17 16,2-6-13-16,0-3-7 0,-3-4-11 16,-2-6 1-16,-4-3 0 15,-5 0 0-15,-3-10-1 16,-7-5-6-16,-4-7-16 16,-5 0-5-16,-3-4-6 15,0 2-3-15,0 5 13 16,0 6 13-16,0 6 9 15,0 7-1-15,0 0-8 16,-5 13 1-16,1 10 8 16,1 6 0-16,1 3 0 15,1-1 0-15,1-1 0 16,0-2 1-16,0-1-15 16,0-3-124-16,-2 3-148 15,-1-6-250-15,2-7-602 0</inkml:trace>
  <inkml:trace contextRef="#ctx0" brushRef="#br0" timeOffset="25731.21">16144 12663 1676 0,'0'0'377'0,"0"0"-128"16,0 0-170-16,0 0-54 15,0 0-25-15,0 0-128 0,0 0-555 16</inkml:trace>
  <inkml:trace contextRef="#ctx0" brushRef="#br0" timeOffset="29583.41">20343 10592 720 0,'0'0'116'0,"0"0"1"0,0 0 92 15,-15-80 65-15,12 61-38 16,2 7 2-16,-2 5 7 15,3 3-57-15,0 4-61 16,0 0-17-16,0 14-56 16,0 14-11-16,6 11 82 15,3 6-45-15,0 4-1 16,2-2-34-16,-1-2-9 16,-1-6-22-16,-2-1-8 15,0-3-5-15,-2-7 0 16,-4-4-1-16,-1-6 0 0,0-6-11 15,0-3-11 1,-3-5-16-16,-10-4 1 0,-5 0-25 16,-6-6 6-16,-4-13-38 15,0-6 33-15,-1-1 25 16,6 0 25-16,4 3 11 16,8 6 1-16,5 8 21 15,4 5 20-15,2 4-26 16,0 1-15-16,15 19 20 15,6 3 41-15,6 5-15 16,3 3-13-16,4 2 2 16,-1-3-15-16,2-3-8 15,0-3-5-15,-5-5-7 0,-2-5-1 16,-7-6 1-16,-3-5-1 16,-5-3-1-1,-3 0-5-15,-3-13-8 0,-1-7-17 16,-2-8-14-16,-1-6-15 15,-1 1 7 1,-2 2 9-16,0 7 15 0,0 8 18 16,0 11 10-16,0 5 1 15,0 0-17-15,-6 18 10 16,-2 6 7-16,0 5 0 16,0 0-1-16,3-3 0 15,2 0-54-15,3 3-108 16,0-9-155-16,0-3-326 0</inkml:trace>
  <inkml:trace contextRef="#ctx0" brushRef="#br0" timeOffset="29759.05">20806 10903 1642 0,'0'0'376'15,"0"0"-102"-15,0 0-182 16,0 0-45-16,0 0-47 16,0 0-78-16,0 0-401 0</inkml:trace>
  <inkml:trace contextRef="#ctx0" brushRef="#br0" timeOffset="31752.41">14426 12051 1265 0,'0'0'354'0,"0"0"-89"15,0 0-81-15,0 0-63 16,0 0 3-16,-34 81 8 16,34-34 12-16,0 4-11 15,0 4-24-15,6-1-33 16,4-4-19-16,-1 0-30 16,2-4-17-16,-3-2-9 15,1-2 0-15,-2-5-1 16,-3-6-13-16,-1-8-50 15,-1-8-92-15,-2-7-62 16,0-8-38-16,0-9-42 0,-9-13-389 16,-4-5-553-16</inkml:trace>
  <inkml:trace contextRef="#ctx0" brushRef="#br0" timeOffset="32219.85">14268 12515 1106 0,'0'0'353'0,"0"0"-6"16,0 0-155-16,0 0-66 15,0 0-20-15,0 0 59 16,39 81-24-16,-11-52-16 0,2 0-43 16,0-1-30-1,0-5-15-15,0 1-17 0,-2-7-4 16,-3 0-15-16,-3-5-1 16,-5-3-2-16,-1-4-55 15,-5-5-114-15,-1 0-64 16,2-23-62-16,-3-2-294 15,-1-1-323-15</inkml:trace>
  <inkml:trace contextRef="#ctx0" brushRef="#br0" timeOffset="32424.81">14668 12465 1069 0,'0'0'399'0,"0"0"-104"16,0 0-122-16,0 0 34 0,0 91-12 15,-3-43-53-15,-3 4-24 16,-2 1-47-16,1-3-35 16,3-5-26-16,2-8-10 15,2-6-32-15,0-5-104 16,0-2-121-16,5-7-346 16,2-8-498-16</inkml:trace>
  <inkml:trace contextRef="#ctx0" brushRef="#br0" timeOffset="39248.66">20221 11344 217 0,'0'0'947'0,"0"0"-700"16,0 0-40-16,0 0-26 15,0 0-30-15,0 0-38 16,-78-9-29-16,62 11-5 16,1 5 1-16,-4 7-6 0,-4 4-11 15,1 6 0-15,-2 7-3 16,-3 7-8-16,0 7-1 16,-1 3-5-16,3 5-1 15,1 0 1-15,4 1-7 16,3-3-6-16,4-3-2 15,5-2 2-15,6-4-5 16,2-1-4-16,0-2 2 16,17-2 5-16,2 2 2 15,2-2 18-15,3-1-21 16,-1-3 3-16,3-7-5 16,-2-2 10-16,3-2-8 15,0-5 8-15,-1-6-17 16,3-4-7-16,-3-7 40 0,3 0-27 15,-2-11-3-15,-1-9-3 16,0-9-6-16,-2-9-5 16,-2-5-10-16,-1-4 9 15,-6-1-9-15,0 0 1 16,-6 4 1-16,-6 0 4 16,-3 5 0-16,0 3 1 15,-3 2 13-15,-9-2 2 16,-5 1 2-16,0-2-7 15,0 0-7-15,-1 0-1 16,2 2-1-16,-2 3-2 16,3 1-5-16,-1 1 13 0,2 6-14 15,1 0 2 1,2 3-1-16,1 6 7 16,0 2-8-16,3 4-6 0,1 4 4 15,0 1-7-15,-2 3 8 16,-1 1-19-16,-3 0-2 15,-5 1-50-15,1 16-65 16,-8 22-44-16,5-3-154 16,7-3-542-16</inkml:trace>
  <inkml:trace contextRef="#ctx0" brushRef="#br0" timeOffset="40361.12">25118 9962 1119 0,'0'0'642'0,"0"0"-370"15,0 0-11-15,-102-26-5 16,61 26-45-16,-7 20-59 15,-3 11-36-15,2 13-33 0,3 4-23 16,10 5-4-16,9-4-22 16,15-4-14-16,11-6-14 15,1-5-6-15,15-5 1 16,12-10-1-16,4-11 0 16,3-8-1-16,3-3-8 15,-2-21-6-15,-4-12-5 16,-7-5 5-16,-6-8 15 15,-5-2 0-15,-5 1 1 16,-4 2-1-16,-1 9 0 16,-1 11 0-16,-1 14 1 15,4 14 5-15,2 1-6 16,5 25 0-16,3 11 12 0,4 6 6 16,4 4-6-16,0-4-12 15,0 0-5-15,2-7 4 16,1-7 0-16,-4-5-59 15,5-14-149-15,-8-3-267 16,-1-7-299-16</inkml:trace>
  <inkml:trace contextRef="#ctx0" brushRef="#br0" timeOffset="40557.79">25434 9919 611 0,'0'0'1391'0,"0"0"-1049"0,0 0-110 16,0 0-104-16,0 0-12 16,0 0-72-16,0 0-31 15,75-11-2-15,-48 8-11 16,-4-2-40-16,3 2-128 16,-8 0-167-16,-7 2-455 0</inkml:trace>
  <inkml:trace contextRef="#ctx0" brushRef="#br0" timeOffset="40727.56">25459 10086 1340 0,'0'0'477'16,"0"0"-218"-16,0 0-94 16,0 0-12-16,0 0-38 0,117 0-60 15,-59-19-33-15,7-5-22 16,-3-5-49-16,15-20-151 15,-15 8-339-15,-12 2-425 0</inkml:trace>
  <inkml:trace contextRef="#ctx0" brushRef="#br0" timeOffset="41149.26">25992 9621 61 0,'0'0'1482'15,"0"0"-1115"-15,0 0-87 16,0 0-137-16,0 0-46 15,0 0-13-15,0 0-6 16,40 33-17-16,-7-24 12 16,6-4-28-16,0-3-16 0,-2-2-14 15,-3 0-6-15,-7-16-7 16,-5-4-1-16,-5-7 7 16,-8-2 1-16,-6-5-3 15,-3 5 6-15,0 3 46 16,-3 9 42-16,-3 6 3 15,1 11-11-15,4 0-50 16,-1 23-29-16,2 8 4 16,0 10 8-16,9 7-10 15,8 2 9-15,7 5 6 16,2-2-9-16,1 0-6 16,0-4-8-16,-5-6-1 15,-5-5-4-15,-9-5-1 16,-8-7 0-16,0-4-1 0,-14-5 0 15,-11-3-9-15,-7-6-18 16,1-8-22-16,-2 0-48 16,3-20-61-16,2-38-172 15,6 3-227-15,7-2-529 0</inkml:trace>
  <inkml:trace contextRef="#ctx0" brushRef="#br0" timeOffset="41530.38">26205 8918 1609 0,'0'0'478'0,"0"0"-169"16,0 0-95-16,0 0-31 16,0 0-68-16,0 0-8 15,-85 76-30-15,72-51-29 16,2-5-24-16,3-3-7 15,2-5-10-15,4-7-6 16,2-3-1-16,0-2 2 16,0-10 10-16,8-10-5 15,6-11-6-15,1-7 5 16,3-5-6-16,0 4 0 16,-5 6 0-16,1 11-2 15,-1 11 1-15,-1 11 0 0,6 0-1 16,0 18 2-1,6 10 0-15,1 8 1 0,1 3 18 16,-1 1-1-16,0-3-10 16,1 2-8-16,2-5-3 15,15 10-75-15,-8-11-263 16,-6-6-655-16</inkml:trace>
  <inkml:trace contextRef="#ctx0" brushRef="#br0" timeOffset="43048.79">26124 11054 811 0,'0'0'908'16,"0"0"-646"-16,0 0 19 15,-78-73-8-15,61 71 2 16,7 18-115-16,-2 57-95 16,-6 49-33-16,0 25 25 0,-3 5 2 15,2-20-31-15,4-31-5 16,3-23-11-1,6-25-3-15,3-19-3 0,3-13-5 16,0-6-1-16,0-5 1 16,0-10 6-16,0-7-5 15,3-26 7-15,9-17-8 16,4-8-1-16,5-1 1 16,0 9 0-16,3 14 0 15,0 17 1-15,1 13-2 16,3 6 1-16,7 14 14 15,2 11 6-15,5 7-5 16,0 4-1-16,1-1-13 16,2-2-1-16,-2-5-1 0,3-7 0 15,-3-9-34-15,2-10-105 16,15-24-156-16,-12-12-324 16,-7-12-510-16</inkml:trace>
  <inkml:trace contextRef="#ctx0" brushRef="#br0" timeOffset="43297.26">26948 10572 2027 0,'0'0'335'0,"0"0"-21"15,0 0-105-15,-100 139-3 0,64-16-56 16,8 15-33-1,13-5-15-15,15-20-35 0,14-37-37 16,17-20-16-16,27-8-14 16,30-12-10-16,18-15 3 15,18-15-25-15,-11-24-92 16,-19-37-114-16,-27 4-434 16,-21-1-874-16</inkml:trace>
  <inkml:trace contextRef="#ctx0" brushRef="#br0" timeOffset="43875.94">27464 10664 1620 0,'0'0'400'15,"0"0"-67"-15,0 0-72 16,0 0-69-16,0 0-92 0,0 0-46 15,0 0 37-15,55 80-38 16,-13-56-10-16,9-4-10 16,1-8-13-16,3-7-11 15,-3-5-8-15,-10 0 5 16,-9-19-5-16,-12-5 1 16,-12-8 4-16,-9-5-6 15,0-4 1-15,-8 0 0 16,-2 8 0-16,-2 6 8 15,6 15 41-15,3 12 9 16,3 3-30-16,0 23-28 16,5 16 14-16,11 12 14 15,3 8 7-15,8 1-6 0,2 1-11 16,0 0-7-16,0-6-4 16,-4-3-7-16,-8-4 1 15,-7-5-1-15,-9-5-1 16,-1-7-1-16,-13-7-30 15,-11-13-55-15,-9-14-45 16,-25-37-103-16,7-16-301 16,2-12-479-16</inkml:trace>
  <inkml:trace contextRef="#ctx0" brushRef="#br0" timeOffset="44227.8">27522 10011 1659 0,'0'0'352'0,"0"0"-38"16,0 0-94-16,0 0-60 15,0 0 48-15,-34 107-72 16,27-61-27-16,2-4-35 16,1-5-34-16,2-9-19 15,2-7-12-15,0-9-9 16,0-9 0-16,0-3 1 15,6-17 9-15,6-20 5 16,4-13-6-16,4-6-2 16,-1-1 7-16,2 7-14 15,0 16-1-15,-1 11 0 16,5 13 0-16,3 10 0 0,3 8 1 16,5 15 1-1,6 10 5-15,3 4 3 0,2 4-9 16,4 3-9-16,25 18-70 15,-13-12-275-15,-10-7-664 0</inkml:trace>
  <inkml:trace contextRef="#ctx0" brushRef="#br0" timeOffset="44509.22">28667 11023 2111 0,'0'0'272'15,"0"0"-87"-15,0 0-6 16,25 95-16-16,-12-62-91 15,1-4-47-15,-4-3-25 16,-1-6 0-16,-6-13-131 16,-3-4-189-16,0-3-357 0</inkml:trace>
  <inkml:trace contextRef="#ctx0" brushRef="#br0" timeOffset="44949.42">28590 10389 1862 0,'0'0'339'15,"0"0"-185"-15,0 0 52 16,0 0 15-16,88 78-91 16,-44-52-57-16,5-4-32 15,-3-2-22-15,-1-6-12 16,-8-7 2-16,-9-7-9 0,-8-1-5 15,-10-19-14-15,-5-12-1 16,-5-10 13-16,0-4 6 16,-8 0 1-16,-4 8 1 15,3 11 10-15,3 11 30 16,3 10 19-16,3 6-7 16,0 5-32-16,0 19-12 15,12 12 18-15,8 10 3 16,6 5 12-16,6 7-10 15,4-1-8-15,3-1-10 16,-1-3-5-16,-4-6-9 16,-5-4 0-16,-8-8 1 15,-8-4-1-15,-8-5 0 0,-5-7-8 16,-6-3-16 0,-18-4-29-16,-9-8-45 0,-24-8-90 15,7-11-181-15,5-11-512 16</inkml:trace>
  <inkml:trace contextRef="#ctx0" brushRef="#br0" timeOffset="45428.95">29229 9697 1844 0,'0'0'503'0,"0"0"-227"0,0 0-90 15,97 15-32-15,-8 40-33 16,30 37 1-16,4 21-16 15,-22 10-15-15,-31-2-25 16,-47-4-9-16,-23 3-36 16,-18-1-15-16,-37-4-6 15,-21-9 0-15,-17-11-12 16,-11-5-66-16,-13-11-109 16,25-24-339-16,10-19-498 0</inkml:trace>
  <inkml:trace contextRef="#ctx0" brushRef="#br0" timeOffset="50377.91">6922 10135 1094 0,'0'0'262'15,"0"0"0"-15,0 0 17 16,0 0-56-16,0 0-73 16,0 0-80-16,-42-46-29 15,42 46-11-15,0 1-17 16,9 16 2-16,15 8 3 0,10 14 35 16,8 6 59-1,7 7-17-15,2 2-39 0,0 0-18 16,1 0 36-1,-3-6-15-15,-1-1-24 0,-2-7-19 16,-4-6-2-16,-5-7-13 16,-7-10 1-16,-11-5 3 15,-8-5-5-15,-11-2-14 16,0-4-29-16,-3-1-56 16,-15 0 4-16,-12 0-77 15,-2 0 35-15,-6 0 38 16,2-4 53-16,-1-3 34 15,7-2 12-15,5 1 7 16,6 2 35-16,8 0 47 0,5 2 24 16,6 4 0-16,0 0-64 15,3 0-42-15,21 2 7 16,4 7 19-16,11 1 2 16,3-1 1-16,4-3-15 15,-3-4-9-15,0-2-11 16,-7 0-1-16,-4 0 0 15,-10-5-15-15,-7-9 8 16,-6-3-31-16,-5-5-27 16,-4-7-20-16,0-4 33 15,-10-5 35-15,1 3 16 16,-2 5 1-16,3 9 9 16,2 9 29-16,4 12 25 0,2 0-32 15,0 22-22-15,5 14 14 16,9 10 15-16,3 6-19 15,5 1-19-15,2 0-6 16,21 9-30-16,-8-10-310 16,-11-12-1506-16</inkml:trace>
  <inkml:trace contextRef="#ctx0" brushRef="#br0" timeOffset="51254.85">6839 12141 565 0,'0'0'572'0,"0"0"-295"15,0 0 49-15,0 0-34 0,0 0-44 16,0 0-20-1,0 0-40-15,-11 9-87 0,11-7-54 16,12 0-14-16,12 1 23 16,10-3-3-16,8 0-14 15,6 0 2-15,2-5 1 16,2-6-9-16,-4-4-10 16,0 1-11-16,-9 2-11 15,-6 0-1-15,-8 3 0 16,-4 2-1-16,-8 1-7 15,-4 2-2-15,0 0-17 16,-3-3-39-16,3-5-245 16,-3-2-273-16,-3-3-623 0</inkml:trace>
  <inkml:trace contextRef="#ctx0" brushRef="#br0" timeOffset="51579.28">7222 11898 1330 0,'0'0'612'15,"0"0"-355"-15,0 0-103 16,0 0-10-16,0 0 64 16,0 0-89-16,0 0-43 15,76 52-28-15,-46-43-12 16,5-1-4-16,0 1-7 15,-1-4-3-15,-3 1-4 16,-4-3-6-16,-7 1-4 0,-7-1-2 16,-7 0-5-16,-3 2 7 15,-3 4-2-15,0 5-5 16,-9 9 7-16,-12 9 2 16,-10 7-2-16,-2 7-8 15,-28 19-90-15,10-12-464 16,-1-9-1079-16</inkml:trace>
  <inkml:trace contextRef="#ctx0" brushRef="#br0" timeOffset="53664.49">6928 13404 702 0,'0'0'505'15,"0"0"-328"-15,0 0-10 16,0 0 78-16,0 0-21 16,0 0-34-16,0 0-37 0,-40 32-6 15,40-32-23-15,0 0-24 16,0 0 0-16,3 0-9 15,13-13-15-15,14-11-10 16,25-25-11-16,30-21-19 16,24-14-16-16,5-8-1 15,-16 21-5-15,-28 18-7 16,-27 23 1-16,-6 5-2 16,1-3-5-16,-4 3 0 15,-1 0 1-15,-12 11 5 0,-9 3-7 16,-6 7 0-1,-5-1 8-15,-1 5-8 0,0 0-1 16,0 0-7-16,0 0-14 16,0 0-40-16,0 0-23 15,-9 6-166-15,-9 3-228 16,-1-2-204-16,-2-3-672 0</inkml:trace>
  <inkml:trace contextRef="#ctx0" brushRef="#br0" timeOffset="54063.23">7423 12753 844 0,'0'0'924'0,"0"0"-650"16,0 0-69-1,0 0-47-15,0 0 32 0,0 0-17 16,0 0-7-16,69-1-99 15,-36-8-23-15,1-2-19 16,5-2-12-16,1-2 1 16,-4-2 5-16,-2 1 2 15,-6 2-4-15,-7 3-4 16,-7 4-2-16,-7 5-2 16,-2 2 1-16,-4 0-1 15,2 0-7-15,0 12 2 16,0 10 16-16,-3 7 17 15,3 6-2-15,-3 5-11 0,0 1 7 16,0 0-10 0,0-4-6-16,-3-3-15 0,0-1 11 15,1-5-5-15,2-1-6 16,0-3-1-16,0-1-23 16,-5 12-81-16,-1-7-430 15,-9-4-591-15</inkml:trace>
  <inkml:trace contextRef="#ctx0" brushRef="#br0" timeOffset="57691.95">10778 9149 1409 0,'0'0'352'0,"0"0"-60"15,0 0-93-15,0 0-12 16,0 0-14-16,0 0-75 16,-2-15-52-16,20 4-26 15,5-3-12-15,2 1-3 16,5-1-5-16,-3 2-25 0,-4 4-119 16,0 4-147-16,-8 2-324 15,-8 2-62-15</inkml:trace>
  <inkml:trace contextRef="#ctx0" brushRef="#br0" timeOffset="57870.68">10730 9288 1075 0,'0'0'346'16,"0"0"-4"-16,0 0-121 16,0 0-55-16,0 0-35 15,0 0-55-15,0 0-5 16,36 6-25-16,-2-22-11 15,5-5-35-15,-3-4-18 0,11-14-98 16,-11 6-229-16,-7 2-356 16</inkml:trace>
  <inkml:trace contextRef="#ctx0" brushRef="#br0" timeOffset="58111.88">10941 8897 1328 0,'0'0'378'16,"0"0"-37"-16,0 0-208 16,0 0-43-16,0 0 42 15,108-2 6-15,-51 13-25 16,1 2-42-16,0 4-18 0,-11 4 0 16,-15 6-9-16,-15 6-15 15,-17 8-8-15,-18 18 0 16,-45 25-4-16,-37 34-17 15,-22 8-57-15,18-22-295 16,14-27-582-16</inkml:trace>
  <inkml:trace contextRef="#ctx0" brushRef="#br0" timeOffset="61931.62">20995 7899 1177 0,'0'0'497'0,"0"0"-264"0,0 0-13 16,0 0-20-16,0 0 13 15,0 0-39-15,112-25-37 16,-27-8-46-16,22-12-40 16,5-5-21-16,-19 7-10 15,-25 11-19-15,-29 15-1 16,-12 3-14-16,-5-2-116 16,-7 2-252-1,-12 3-511-15</inkml:trace>
  <inkml:trace contextRef="#ctx0" brushRef="#br0" timeOffset="62245.33">21061 7573 1692 0,'0'0'315'0,"0"0"-146"16,0 0-84-16,0 0-2 15,0 0 30-15,-21 79 61 16,12-32 6-16,-4 6-53 16,2-3-55-16,5-3-20 15,3-9-8-15,3-6-8 16,1-6-15-16,16-6-3 16,10-6-6-16,9-4 1 15,13-10 5-15,9 0 5 16,8-6-4-16,2-15-11 15,2-4-8-15,-1-7-1 16,16-20-113-16,-18 6-415 0,-18 0-647 16</inkml:trace>
  <inkml:trace contextRef="#ctx0" brushRef="#br0" timeOffset="68483.41">7277 15093 508 0,'0'0'628'0,"0"0"-443"15,0 0-62-15,0 0 68 16,0 0-23-16,0 0-13 0,-70-17-26 16,66 4-36-1,2-2-2-15,2-4-17 0,0-5-25 16,0-4-7-16,10-6-10 16,4-2-8-16,5-4-3 15,8-1-5-15,0 1 7 16,7 1 0-1,2 0 3-15,0 6 0 0,0 3 1 16,1 3-9-16,3 1-7 16,2 1 0-16,7 1-3 15,5 1 1-15,3-2-8 16,2 2 6-16,1-1-1 16,3 1 0-16,-4 1-4 15,-1 1-1-15,-1 3 8 16,3-1-1-16,1 1-7 0,3-1 12 15,3 0-2-15,6-1 5 16,0 0-3-16,3 0-2 16,-1 0-10-16,4 4 11 15,-1 0-5-15,-1 4-5 16,-1 1 4-16,-1 0-5 16,-2 2-1-16,-2 2 2 15,-2 0-1-15,0 0 5 16,-2 1-5-16,3 0 0 15,-5 1 4-15,0-1-5 16,-4 2 0-16,-3 1 4 16,-3-1-4-16,-1 1 0 15,3 0 0-15,1-1 2 0,6-3 4 16,3-1 1 0,6 0-6-16,15-4 5 0,17-1 1 15,15-7 2-15,7 3 6 16,-3 0-6-16,-6 1-8 15,-8 3 5-15,3-3 6 16,5 0-6-16,0 1-6 16,3-1 0-16,0 0 0 15,-2 3 0-15,1 0 6 16,3-1-6-16,4 0 8 16,0 2-7-16,-2-2 9 15,3 1-8-15,-2 1-2 16,1-1 0-16,-1-1 2 15,-2 1 4-15,1 0-5 16,1-1 0-16,-1 2 0 0,-1 0 1 16,0 0 10-16,-1 1-12 15,3 0 0-15,-1 0 0 16,-2 2 1-16,0 0 0 16,-1 1 0-16,3 0 0 15,4 0 0-15,-1 0 7 16,3 1-7-16,1 0 0 15,1-1 0-15,2 1 0 16,-2 0 0-16,2 0 6 16,1 0-5-16,1-2-1 0,-1 1 8 15,1 0-7-15,-1-1-1 16,-1 0 1-16,-1-4 5 16,-3 4-6-16,-1-2 0 15,5-1 8-15,1 0 0 16,-2 2-2-16,-2 1 7 15,-7-1 5-15,-4 1-13 16,-5 1 3-16,-6 2-1 16,-6 0 2-16,-7 1 7 15,-3-1-5-15,-5 1 10 16,-2 2-1-16,-15 0 0 16,-12-1-6-16,-12 2-1 15,0-2-4-15,7 0-2 16,7-3 8-16,7 1-7 15,-6 0 3-15,-10 1 0 0,-11 0 3 16,-10 1-8-16,-12 3 1 16,-11-1-7-16,-4 2 8 15,-4 0-9-15,-1 0 2 16,0 0-2-16,0 0-1 16,0 0-6-16,0 0-1 15,-7 0-20-15,-14 0-14 16,-12 0-81-16,-9 0-159 15,-19-11-84-15,12-2-259 16,12-7-504-16</inkml:trace>
  <inkml:trace contextRef="#ctx0" brushRef="#br0" timeOffset="68834.97">18346 13057 1440 0,'0'0'266'16,"0"0"-14"-16,0 0-81 16,0 0 29-16,0 0-47 15,0 0-82-15,0 0-20 16,27 47 44-16,3-23-12 16,7 3-18-16,5 3-22 15,1-2-9-15,2 0-13 16,-5 2-7-16,-4-6 1 15,-6 0-9-15,-6 0 0 16,-11-5-5-16,-4 0 0 0,-9 0 0 16,0-1 7-16,-6-1-1 15,-10 0-6-15,-5-3 0 16,0-1-1-16,0-2 0 16,2-1-1-16,3-2-47 15,5-5-101-15,11 1-91 16,0-1-315-16,0-3-455 0</inkml:trace>
  <inkml:trace contextRef="#ctx0" brushRef="#br0" timeOffset="69027.2">18929 13629 788 0,'0'0'1319'0,"0"0"-1103"15,0 0-51-15,0 0-100 16,0 0-7-16,0 0-31 16,0 0-27-16,3 14-28 15,30-33-237-15,0-7-756 0</inkml:trace>
  <inkml:trace contextRef="#ctx0" brushRef="#br0" timeOffset="70294.79">18662 13384 80 0,'0'0'118'0,"0"0"214"16,0 0 59-16,0 0-164 16,0 0-69-16,0 0-26 15,0 0 4-15,-1 3-50 16,1 4-35-16,0 1 19 0,3 3 12 15,6-2 12-15,0 2-35 16,1-1-2 0,-2 3-9-16,-2 3 10 0,-5 3-7 15,-1 5 8-15,0 5-1 16,-7 2 9-16,-11 1-8 16,-3 2 24-16,-2-2-27 15,-2-1-7-15,0-5-12 16,1 1-7-16,1-5-8 15,1-5-5-15,4-5 0 16,5-1-9-16,1-5-7 0,2-1 0 16,3-2-1-1,3-2-14-15,4-1-114 0,0 0-107 16,6-7-396 0,6-5-706-16</inkml:trace>
  <inkml:trace contextRef="#ctx0" brushRef="#br0" timeOffset="70940.53">19228 13138 1532 0,'0'0'369'0,"0"0"-67"0,0 0-106 16,0 0-66-1,0 0-6-15,-44 126 8 0,44-62-15 16,0 2-41-16,5-2-34 16,8-4-19-16,1-3-16 15,-2-9-7-15,1-8-7 16,-4-9-41-16,-1-12-176 16,-4-19-151-16,-3-9-348 15,-1-19-513-15</inkml:trace>
  <inkml:trace contextRef="#ctx0" brushRef="#br0" timeOffset="71140.79">19174 13092 1250 0,'0'0'337'0,"0"0"-53"16,0 0-163-16,0 0 31 0,89-24-17 16,-50 40-14-16,-2 9-5 15,-2 8-15-15,-8 4-22 16,-8 5-25-16,-10 1-19 15,-8 1-18-15,-1-2-11 16,-9-3-6-16,-7-10-20 16,-4-9-136-16,6-8-190 15,2-12-382-15</inkml:trace>
  <inkml:trace contextRef="#ctx0" brushRef="#br0" timeOffset="72265.91">19421 13142 1294 0,'0'0'360'16,"0"0"-103"-16,0 0-99 16,0 0 7-16,107-12-48 0,-68 14-18 15,2 11 13-15,-5 4 12 16,-8 5-51-16,-7 2-35 16,-9 2-17-16,-9-3-6 15,-3 0-9-15,-2 1-4 16,-10-7 4-16,-4-5-6 15,2-7 0-15,1-5 0 16,4-5-40-16,6-14-51 16,3-5-36-16,2-6 4 15,18-1 6-15,6 1-22 16,7 0 15-16,2 4 54 16,3 1-43-16,-2 3 3 0,-5 4 65 15,-4 3 14 1,-9 5 31-16,-9 3 18 15,-6 4 47-15,-3 3 86 0,0 0 12 16,0 0-63-16,-2 7-54 16,-4 4-25-16,3 3 14 15,0 1 7-15,3 4-4 16,0-2-7-16,0-1-3 16,11-3-19-16,6-3 2 15,3-3 13-15,4-3-11 16,-2-4 2-16,-1 0-2 0,-3-14-1 15,-3-2-3 1,-8-7-8-16,-2-2 11 0,-5-3-3 16,0 1 15-16,-6 3 4 15,-12 7 23-15,-4 8-12 16,-2 9-21-16,-5 2-12 16,1 19-5-16,6 6-1 15,10 6 1-15,12 0-1 16,0-2-6-16,29-4-7 15,25-6-10-15,30-11 1 16,1-10-23-16,-9 0-48 16,-8-10-62-16,-24-9-17 15,-1-4 3-15,-9-2-37 16,-16-1 106-16,-13 3 100 16,-5 1 50-16,-6 5 90 0,-11 4 17 15,-4 7-24-15,1 4-19 16,-2 2-5-16,2 5-27 15,1 12-13-15,2 6-5 16,2 7-3-16,5 1-15 16,5 5-6-16,5-1-8 15,0-2-11-15,5-4-11 16,10-6-10-16,4-9 0 16,2-8 1-16,0-6-1 15,3-9-27-15,-4-18-36 16,-3-9-46-16,-4-12 18 15,-8-18 18-15,-5-23 24 16,-8-39 24-16,-13-8 12 16,2 27 13-16,6 31 7 0,7 52 16 15,1 20 89 1,2 6 47-16,-1 2-108 0,1 36-42 16,3 29 3-16,0 6 16 15,8 2 8-15,12 5 0 16,1-24 6-16,9 6-9 15,6 4-11-15,1-17-16 16,4-1-6-16,-2-12-6 16,-4-16-19-16,-7-13-55 15,-6-7-26-15,-3-13 8 16,-2-13 4-16,-3 0 33 0,1 1 46 16,-5 4 14-1,0 7 1-15,-4 8 0 0,0 6 1 16,0 0-1-16,1 5 12 15,3 10 0-15,-3-1-4 16,-1-2-8-16,-1 0-44 16,-2-12-213-16,-3 0-406 15,0-8-357-15</inkml:trace>
  <inkml:trace contextRef="#ctx0" brushRef="#br0" timeOffset="72409.45">20731 12830 834 0,'0'0'288'15,"0"0"-48"-15,0 0-172 16,0 0-46-16,0 0-4 16,0 0-18-16,86 70 0 0,-18-43-10 15,-9-7-226-15,-5-4-643 16</inkml:trace>
  <inkml:trace contextRef="#ctx0" brushRef="#br0" timeOffset="72783.74">21089 12889 795 0,'0'0'351'0,"0"0"43"16,0 0-124-16,0 0-34 16,0 0-74-16,-88 4-63 15,76 17-4-15,5 6 1 16,4 4-25-16,3 3-17 16,3-1-11-16,17-4-23 15,10-4-10-15,6-8 1 0,5-9-11 16,0-8-22-1,-2-2 2-15,-3-22-80 0,-8-7-41 16,-7-8 30-16,-10-8 53 16,-10-6 41-16,-1-5 16 15,-3-5 1-15,-11 3 20 16,1 11 71-16,3 11 64 16,2 18 40-16,5 12-51 15,3 8-76-15,0 19-51 16,11 16 1-16,11 14 6 15,4 11 21-15,8 3-8 16,-3 2 2-16,-1-4-24 16,-8-5-14-16,-7-6-1 0,-7-5-41 15,-8-7-200-15,-9-12-310 16,-9-14-507-16</inkml:trace>
  <inkml:trace contextRef="#ctx0" brushRef="#br0" timeOffset="72982.18">21274 12786 1257 0,'0'0'389'15,"0"0"-261"-15,0 0 6 16,0 0-9-16,105 28 2 16,-67-5-7-16,-4 2-21 15,-4 2-41-15,-10 0-26 16,-5-1-20-16,-11-2-12 15,-2 0-21-15,-1-8-159 16,-1-8-450-16</inkml:trace>
  <inkml:trace contextRef="#ctx0" brushRef="#br0" timeOffset="73332.8">21729 12755 1107 0,'0'0'364'15,"0"0"37"-15,0 0-167 16,0 0-21-16,0 0-63 16,-87 17-57-16,75 5-3 15,1 5-10-15,3 4-17 16,5 1-12-16,3 1-17 0,3 0-15 16,16-7-8-16,6-2-1 15,1-10-4-15,3-8-6 16,-4-6-1-16,-4 0-14 15,-6-18 9-15,-5-6-8 16,-6-7-11-16,-4-5-2 16,-3-3-7-16,-14 1-24 15,-5 3-11-15,3 8 8 16,2 10 12-16,8 13-25 16,9 4-61-16,0 4-77 15,15 12-14-15,34 2-96 16,-4-4-172-16,-1-6-53 0</inkml:trace>
  <inkml:trace contextRef="#ctx0" brushRef="#br0" timeOffset="73648.74">21912 12779 1355 0,'0'0'567'15,"0"0"-260"-15,0 0-76 16,0 0-108-16,0 0-77 16,0 0-4-16,0 0 42 15,2 99 41-15,4-61-14 16,0 0-47-16,1-5-36 15,-1-3-16-15,0-6-10 16,-1-8-1-16,-2-6-1 16,1-10-1-16,-1-2-5 15,4-20-1-15,1-12-22 16,3-4-35-16,0-3 37 0,1 7 15 16,-3 9 12-16,-1 9-1 15,-1 11-1-15,-1 5-11 16,5 0 12-16,3 14 1 15,5 3 0-15,4 2 1 16,6-3-1-16,4-7-26 16,5-9-180-16,18-7-23 15,-7-14-252-15,-9-4-124 0</inkml:trace>
  <inkml:trace contextRef="#ctx0" brushRef="#br0" timeOffset="73865.68">22351 12581 948 0,'0'0'345'15,"0"0"-14"-15,0 0-32 0,0 0-12 16,-91 53-116 0,85-19-59-16,6 3-35 0,2 4-24 15,17 2-17-15,5-4-6 16,3-1-8-16,3-4-7 16,-2-3-4-16,-3-3-10 15,-7-1 0-15,-14-4-1 16,-4 2 1-16,-17-2-1 15,-19-2-15-15,-31 0-95 16,5-5-146-16,6-10-786 0</inkml:trace>
  <inkml:trace contextRef="#ctx0" brushRef="#br0" timeOffset="74278.72">23643 12383 827 0,'0'0'897'16,"0"0"-512"-16,0 0-40 0,0 0-16 15,0 0-105 1,0 0-119-16,-109 12-63 0,64 65-11 16,0 30 19-16,13 10-16 15,22-9-1-15,10-26 18 16,14-29 0-16,11-14-23 15,8-8-11-15,12 6-12 16,6-4-5-16,10-6-6 16,4-15-24-16,-1-12-100 15,30-50-129-15,-17-4-349 16,-11-6-438-16</inkml:trace>
  <inkml:trace contextRef="#ctx0" brushRef="#br0" timeOffset="74617.13">24126 12543 1088 0,'0'0'688'15,"0"0"-321"-15,0 0-64 16,0 0-38-16,0 0-61 16,-85-17-105-16,70 36-36 15,5 6-2-15,1 6-16 16,4 2-22-16,5 1-14 16,0-1 3-16,3-5-12 15,11-6 0-15,0-8-1 16,1-10 0-16,2-4 2 15,-2-11-1-15,1-15 6 16,-2-5-6-16,-1-2 0 0,-4 2 0 16,-2 6 1-1,-3 9 5-15,-1 10-5 0,1 6-1 16,2 1-1-16,6 20 0 16,7 9 1-16,5 8 1 15,3 4 0-15,-2-1 0 16,-1-4-1-16,-3-7-6 15,-6-10-79-15,0-16-193 16,-8-4-394-16,-2-4-834 0</inkml:trace>
  <inkml:trace contextRef="#ctx0" brushRef="#br0" timeOffset="74828.19">24289 12167 2114 0,'0'0'375'0,"0"0"-203"0,0 0-3 16,158 68 33-16,-73-14-74 15,13 23-44-15,-11 19-19 16,-37 4-19-16,-20 11-25 16,-33-7-21-16,-47-12-17 15,-35-7-116-15,11-22-433 16,-3-15-1323-16</inkml:trace>
  <inkml:trace contextRef="#ctx0" brushRef="#br0" timeOffset="79511.88">20093 13958 409 0,'0'0'1093'15,"0"0"-827"-15,0 0-4 16,0 0-48-16,0 0-120 16,-85 98-36-16,58 33 40 15,-3 15 34-15,2-10-48 0,5-26-29 16,8-34-10-1,6-20-29-15,5-17-10 0,2-9-5 16,2 1-1-16,0-6-2 16,0-3-7-16,0-13 2 15,0-9 6-15,0-3 1 16,0-22 12-16,3-10-3 16,6-6-3-16,5 1-5 15,2 8-1-15,5 12-7 16,3 11 7-16,4 9 0 15,8 0 1-15,3 12 0 16,6 3 5-16,4 3-5 16,7-3-1-16,4-5 6 0,1-5-6 15,-3-5-2 1,-5-7-22-16,-10-15-119 0,-12-4 3 16,-10-11 27-16,-10-9 52 15,-10-17 44-15,-1 0 16 16,0-2 1-16,-8 2-6 15,-3 18 6-15,0 3 6 16,2 16 11-16,-1 16 32 16,2 10-4-16,1 13-33 15,-1 20 0-15,3 9 8 16,3 9 7-16,2 1-2 16,0-1-16-16,16-8-7 15,4-7-1-15,1-6-1 16,0-11 0-16,-1-10-8 15,-5-9 0-15,-1-5 6 0,-5-19 1 16,-5-11 0-16,-2-9-8 16,-2-7-17-16,0-5-9 15,-5 0 2-15,-5 3 6 16,-4 11 5-16,4 12 21 16,0 17-1-16,1 13 1 15,1 6-11-15,3 25 11 16,4 10-5-16,1 5-5 15,14-1-9-15,20-8-13 16,17-10-22-16,20-16-76 16,29-13-89-16,-18-16-107 0,-9-7-354 15</inkml:trace>
  <inkml:trace contextRef="#ctx0" brushRef="#br0" timeOffset="80038.69">20976 14188 1059 0,'0'0'316'0,"0"0"-53"15,0 0-54-15,0 0-47 16,0 0-55-16,0 0-37 16,-32 81-31-16,50-59-25 15,3 3-8-15,2-3 1 16,-1 2-7-16,-4 0 2 16,-2 0-2-16,-8 0 1 0,-5-3-1 15,-3 0-7 1,-6-2 7-16,-14-5 7 0,-1-4-5 15,-1-6-1 1,3-4 5-16,7-3-5 0,7-17-1 16,5-8-5-16,8-7-32 15,17-6-9-15,9-3 20 16,7-3-22-16,0 2 10 16,-3 0 17-16,-4 5 21 15,-7 2 1-15,-6 5 6 16,-8 8-1-16,-4 8 6 15,-6 9 45-15,-3 7 58 16,0 1-51-16,0 9-27 16,-1 12 16-16,-5 5 61 15,1 7-1-15,4 1-35 0,1-1-41 16,0-1-8-16,13-3-9 16,11-2-6-16,6-3-1 15,6-3 11-15,4-2-9 16,-1-4-3-16,-3 0-1 15,-7-1 1-15,-5 1-6 16,-10 2-6-16,-14 5-2 16,-3 6 2-16,-30 5 0 15,-15 6-25-15,-45 15-151 16,11-10-320-16,7-13-712 0</inkml:trace>
  <inkml:trace contextRef="#ctx0" brushRef="#br0" timeOffset="80916.07">23523 13545 1007 0,'0'0'238'15,"0"0"-19"-15,-100-70 68 16,29 65-13-16,-17 35-22 16,-20 79-106-16,-8 48-12 15,6 37-28-15,14 11 1 16,29-26 1-16,28-14 11 15,35-12-14-15,22-18-26 16,49-20-40-16,36-22-24 16,25-28-15-16,20-32 6 0,7-33-6 15,-1-24-13-15,-10-41-73 16,-41 3-210-16,-27-2-404 0</inkml:trace>
  <inkml:trace contextRef="#ctx0" brushRef="#br0" timeOffset="81297.86">24107 13796 1595 0,'0'0'343'16,"0"0"-96"-16,0 0-40 0,-94 20-32 15,62 15-24-15,1 9-45 16,1 7 15-16,3 1-24 15,11 0-36-15,4-6-25 16,12-5-21-16,0-7-1 16,12-5-9-16,10-10-5 15,7-9 0-15,4-10 0 16,-1 0 0-16,0-22-6 16,-5-10 6-16,-5-9-1 15,-5-2 1-15,-3-1 0 16,-5 8 2-16,0 9 5 15,-6 10-6-15,0 10 0 16,-2 7-1-16,5 0-11 16,2 18-1-16,5 8 12 15,4 7 0-15,1 4-28 0,4-1-103 16,15 8-108-16,-4-13-298 16,-5-7-655-16</inkml:trace>
  <inkml:trace contextRef="#ctx0" brushRef="#br0" timeOffset="81480.09">24445 14207 1794 0,'0'0'337'0,"0"0"-78"15,-1 114-63-15,5-68-74 16,11 0-75-16,-1-7-43 0,5 4-4 15,-6-9-214 1,-5-10-496-16</inkml:trace>
  <inkml:trace contextRef="#ctx0" brushRef="#br0" timeOffset="82140.31">22184 13914 1167 0,'0'0'350'0,"0"0"-74"16,-73-92-6-16,53 72-31 15,9 14-147-15,5 6-58 16,3 40-21-16,3 35-4 16,0 30 36-16,0 8 50 15,0-17-6-15,3-29-5 16,1-22-28-16,-1-7-14 15,3 4-28-15,-2 5-13 16,1-4-1-16,-2-9-2 16,0-13-14-16,0-13-5 0,0-8 21 15,4-9 0 1,1-16 7-16,2-5-7 0,6 2-1 16,1 7 0-16,4 14 1 15,4 7 6-15,6 8 3 16,7 17 11-16,5 4-1 15,8 5-9-15,4 1 5 16,17-1-6-16,25-9-9 16,44-18-13-16,-17-7-161 15,-8-9-522-15</inkml:trace>
  <inkml:trace contextRef="#ctx0" brushRef="#br0" timeOffset="83385.84">24830 13675 995 0,'0'0'317'0,"0"0"-8"0,0 0-50 16,0 0-95-16,0 0-92 15,0 0-28-15,0 0 21 16,-16 63-13-16,32-42-21 16,6-1-15-16,6-8-1 15,5-4 4-15,5-8-16 16,-2-1 13-16,-2-17-5 16,-6-5-1-16,-7-4-8 15,-10-2 6-15,-8 1 6 0,-3 6 21 16,0 5 40-16,0 7 48 15,-2 9 2-15,2 1-69 16,0 15-47-16,5 19 0 16,12 15 4-16,9 10 8 15,4 5 3-15,5 1-3 16,1-4 6-16,2-6 0 16,-4-6 3-16,-7-3-14 15,-8-7-14-15,-10-5 5 16,-9-5 2-16,-4-5-8 15,-23-4 5-15,-12-4-6 16,-10-9 0-16,-2-7-65 16,-12-26-119-16,14-8-165 0,10-8-442 0</inkml:trace>
  <inkml:trace contextRef="#ctx0" brushRef="#br0" timeOffset="83643.4">25352 13095 863 0,'0'0'974'0,"0"0"-672"0,0 0-172 16,0 0 2 0,109 139 51-16,-36-30-45 15,6 15-30-15,-10 1-19 0,-22-7-36 16,-26-6-4-1,-19-3-19-15,-7 2-20 0,-29-10-1 16,-12-5-9-16,-11-10-57 16,-1-10-128-16,12-23-270 15,8-21-475-15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0:08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22993 6958 654 0,'0'0'240'0,"0"0"-16"16,0 0 19-16,0 0 54 15,0 0-50-15,0 0-48 16,-11 0-38-16,11 0-40 16,0 0-27-16,0 1-21 15,8 7-20-15,9 3 77 16,8 2 4-16,8-1-49 15,3 0-17-15,6-3-19 16,4-2-1-16,3-5-8 0,2-2-16 16,3 0-4-16,1-15-1 15,0-3 7-15,-1-3-11 16,-3-2-9-16,-5-4 0 16,-6 1-5-16,-7-2 5 15,-5 2 0-15,-5 1 0 16,-7 0 3-16,-1 0 12 15,-6-3 6-15,-1-2-5 16,-2-2 1-16,-1-4 2 16,-2-5-11-16,-1-6-14 0,-2-1 12 15,0-2-12 1,0-1 6-16,0 4-6 0,-3 0 1 16,-9 1 0-16,-3 0 13 15,-6 0 5-15,-4-1-2 16,-5 2-11-16,-3 4 1 15,0 6 2-15,-1 5-7 16,1 5 4-16,0 5-6 16,2 4 1-16,-2 4-1 15,0 4 0-15,-2 6 0 16,0 2 0-16,-2 0 0 16,-2 5 0-16,-2 9 1 15,0 1 0-15,-1 3-1 0,-2 0 6 16,2 2-4-16,-1 1-2 15,1 1 0-15,3 0-8 16,0 2 7-16,2 0 1 16,3 4-1-16,2 0 1 15,4 3 0-15,3 3 1 16,4 2 6-16,3 2-6 16,6 2 10-16,5 5 4 15,4-1 12-15,3 5-8 16,0 0-8-16,10 2-4 15,8-1 7-15,4 2-2 16,5-3 0-16,3-3 1 16,1 0-1-16,1-7-6 15,0-3-4-15,0-6-1 16,-2-4 8-16,-4-7-8 0,0-2 0 16,-5-7 0-16,0-4 0 15,-4-2 0-15,-3-4 0 16,-1 0 0-16,-1 0-1 15,-3-8 0-15,0-2-45 16,-5 1-45-16,-2-1-45 16,-2 5-55-16,0-1-149 15,-13-1-260-15,-2 5-367 0</inkml:trace>
  <inkml:trace contextRef="#ctx0" brushRef="#br0" timeOffset="3728.64">23716 7994 821 0,'0'0'263'0,"0"0"-59"15,0 0-2-15,0 0-1 16,0 0-35-16,0 0 0 15,-14 0 3-15,13 0-49 16,1 0-31-16,0 0-14 16,0 0-9-16,0 0-29 15,12-2 19-15,7 1 50 0,3-1-10 16,3-1-28-16,-2 0-20 16,3 3-13-16,-1 0-4 15,-1 0-5-15,-2 0-9 16,1 0 1-16,-3 0-3 15,-1 0-6-15,-3 0-9 16,0 0 8-16,1 0-1 16,-1 0 4-16,0 0-4 15,1 0 5-15,-4 0-4 16,-2 0-8-16,-4 0 1 16,-3 0-1-16,0 0 1 15,-4 0-1-15,0 0 1 16,0 0 0-16,0 0-1 15,0 0-1-15,0 0-28 0,0 0-59 16,0-4-153-16,-7-1-132 16,-3 0-455-16</inkml:trace>
  <inkml:trace contextRef="#ctx0" brushRef="#br0" timeOffset="4883.1">23629 8015 461 0,'0'0'244'0,"0"0"-9"0,0 0-1 16,0 0-41-16,0 0-42 16,0 0-17-16,0 0 2 15,21-4-6-15,0 2-9 16,9 2 12-16,10 0 6 15,12 0-37-15,9 0-26 16,8 0-17-16,3 0 5 16,14 4-9-16,17 1-13 15,9-3 4-15,4 0 5 16,-8-2-3-16,-10 0-7 0,-5-9-18 16,-1-1-7-16,-13-1 4 15,-13 5-14-15,-18-1 9 16,-1 3-14-16,7 1 14 15,7-2-6-15,6-1 9 16,-1 1-3-16,-3-1 1 16,-4 1-5-16,-1 3-1 15,-1-1 1-15,-2 2-4 16,2-1-1-16,-3 2 1 16,-1 0-7-16,1 0 0 15,-2 0 2-15,1 0 4 0,0 0 3 16,1 0-3-16,-4 2 1 15,-2-1 2-15,-2 1-3 16,-2 1 6-16,-1-3 3 16,-1 2 5-16,1 0-2 15,3-2 1-15,2 0-4 16,6 0 15-16,2 0-1 16,7 0-17-16,3 0 7 15,2 0 6-15,1 0-4 16,-2 0-6-16,0 0 2 15,-3 0-7-15,-1 0 11 16,-3 0-7-16,-5 0-5 16,-5 0 3-16,-6 0-2 15,-6 1-4-15,-6 1 6 16,-7-2 2-16,-2 0 5 0,-4 0-5 16,-2 0 2-1,-1 0-1-15,0 0-1 0,4-3-1 16,-1-1 2-16,2-1-6 15,1 1 3-15,2-4-6 16,1 3 3-16,1-1-1 16,-2 0-7-16,0 1 5 15,-4 1 5-15,-1 1-11 16,-6 1 1-16,-4 0 0 16,-3 2 1-16,-5 0-2 15,2 0 9-15,-3 0-8 16,0 0 0-16,0-1-1 15,0 1 0-15,0 0-1 16,1 0-5-16,-1 0 5 0,0 0 1 16,0 0-7-16,-1 0-19 15,-67 0-73-15,0 0-184 16,-24 5-617-16</inkml:trace>
  <inkml:trace contextRef="#ctx0" brushRef="#br0" timeOffset="5981.05">23635 8981 179 0,'0'0'700'16,"0"0"-493"-16,0 0 12 16,0 0-34-16,0 0 12 15,0 0-48-15,0 0-42 16,3 14-6-16,15-7 75 16,9-2-32-16,6 2-27 15,5-2-37-15,7 0 10 16,6-3-7-16,7 0-16 0,15-2-16 15,23 0 4-15,20 0-13 16,9-9-13-16,-2-2 7 16,-9-2 1-16,-7 2-18 15,-2 1-4-15,0 0-3 16,-6 0-11-16,-3 3 0 16,-7-3 8-16,-12 4-7 15,-15 0 8-15,-12 1 1 16,-4 3 11-16,8-2-4 15,8 1 5-15,7-2 7 16,-4 2-20-16,-2 1-1 16,-3 1-1-16,-1-1-8 0,-2 2 2 15,0 0 7-15,0 0-2 16,-1 0 7-16,1 0-1 16,-4 0-2-16,2 0-1 15,0 0 11-15,3 0-3 16,3 0-9-16,3 0 7 15,4 0-1-15,3 0 2 16,0 0-1-16,4 0 5 16,-1-1 0-16,-1-1-3 15,1 2-6-15,-4 0 2 16,0 0 1-16,0 0 1 16,-3 0 5-16,0-1-3 15,-2-2 5-15,-3 1-7 16,-7-1 7-16,-1 0-2 0,-5-2 9 15,-6 2-15-15,-4 2 1 16,-8-1 4-16,-5-1-4 16,-2 1-4-16,-4-1 11 15,-3 0 4-15,-1 0-11 16,-1 2 4-16,2-6-1 16,-1 3 14-16,-3-2-9 15,1 2-7-15,-2-1-4 16,-5 2-12-16,-1 0 14 15,-3 0-15-15,-3 0 1 16,0 0-1-16,-52 3-68 16,-5 0-185-16,-19 0-435 0</inkml:trace>
  <inkml:trace contextRef="#ctx0" brushRef="#br0" timeOffset="7827.15">8551 6125 629 0,'0'0'1184'16,"0"0"-870"-16,0 0 40 0,0 0-46 16,0 0-114-16,0 0-119 15,-18-5-41-15,13 39-20 16,-1 14 10-16,-2 9 10 16,2 4-8-16,-2 3 11 15,5-6 1-15,2 0-27 16,1-4-11-16,9 7-119 15,10-13-417-15,1-16-1163 0</inkml:trace>
  <inkml:trace contextRef="#ctx0" brushRef="#br0" timeOffset="8449.65">11947 6157 1083 0,'0'0'879'15,"0"0"-512"-15,0 0-107 16,12-71-53-16,3 47-53 16,6 1-66-16,10 4-19 15,2 3-26-15,3 7-13 16,-1 4-13-16,-3 5-7 0,-5 5-4 16,-9 17 5-1,-8 7 5-15,-6 9 8 0,-4 6 14 16,-10 4-19-1,-9 0 17-15,-7-3-18 0,-2-4 12 16,4-5-14-16,5-8 1 16,5-7-4-16,7-10 11 15,4-4-4-15,3-6 4 16,0-1-6-16,10 0-6 16,17 0-2-16,9-8-2 15,12-4-8-15,6-3-7 16,8 0-7-16,49-8-115 15,-16 6-158-15,-1 0-538 0</inkml:trace>
  <inkml:trace contextRef="#ctx0" brushRef="#br0" timeOffset="9164.83">17563 6511 1187 0,'0'0'699'0,"0"0"-345"16,0 0-105-16,0 0-66 15,0 0-77-15,0 0-36 0,79-54-24 16,-37 49-10-16,-2 3-3 16,-1 2-4-16,-8 7-10 15,-7 10-4-15,-9 4-1 16,-6 1 2-16,-8 4-6 15,-1 1 4-15,0 0-5 16,-10-3 0-16,0-2-8 16,0-5 7-16,4-4-2 15,2-7 0-15,4-3 13 16,0-1 7-16,0 1-1 16,12 4-5-16,5 2 28 15,8 1-15-15,5 2-9 16,4 3 5-16,6 2 6 0,-1 0-10 15,-3-1 4 1,-6 2-4-16,-10 2-7 0,-12 1-3 16,-8 5 0-16,-14 3 9 15,-35 11-6-15,-42 13-16 16,-49 17-2-16,-36 4-7 16,-27 1-105-16,43-21-203 15,28-19-809-15</inkml:trace>
  <inkml:trace contextRef="#ctx0" brushRef="#br0" timeOffset="14103.27">23128 10181 449 0,'0'0'171'0,"0"0"-57"16,0 0-39-16,0 0 0 15,0 0-2-15,0 0-9 16,-11 1-13-16,11-1-5 16,0 0 6-16,0 0 7 15,0 1-5-15,0-1-3 16,0 0-12-16,0 0-12 16,0 0-6-16,0 0-1 15,0 0 5-15,0 2-5 16,0-2 6-16,0 0 9 15,0 0 0-15,0 1-3 16,0-1 3-16,0 0-4 0,0 0-7 16,0 0 0-16,0 0 1 15,0 0 8-15,0 0 5 16,0 0 2-16,0 2 2 16,0-2 4-16,0 0-1 15,0 2-1-15,0-2-3 16,0 0 6-16,0 0-9 15,0 0-7-15,0 0 2 16,0 0-5-16,0 0 0 16,0 3-7-16,0-3 1 15,0 0-9-15,0 0-5 16,0 0 6-16,0 0-12 16,0 0 11-16,0 0-1 0,0 0 3 15,0 0-8-15,0 0 10 16,0 0 11-16,0 2-1 15,0-2 4-15,0 0-6 16,0 1-1-16,0-1-6 16,0 0-8-16,0 0-1 15,0 2 3-15,0-1-3 16,3 2 9-16,3-2 35 16,1 2-29-16,-3-2-9 15,1 2-1-15,0-3-4 16,0 2 2-16,1-1 4 15,1-1 5-15,3 0-3 0,3 0 3 16,-1 0 3-16,2 0-2 16,2 0-7-16,0 0-6 15,0 0 3-15,2 0 3 16,-1 0-3-16,2 0-3 16,0 0 3-16,1 0-1 15,4-1-4-15,-1-1 4 16,4-1 4-16,2 1-8 15,-1 0 1-15,-1 1-2 16,-3 0 8-16,0-1-12 16,-2 2 7-16,-1-1-3 15,-2 1 4-15,1-2-8 16,0 1 14-16,-1 1-14 0,-2-2 5 16,1 2 5-1,-1-3-3-15,-4 3 0 0,2-2-3 16,-5 0-4-16,0 1 5 15,-2 1-1-15,-3-2 5 16,-1 1-11-16,-1 1 0 16,-1 0 1-16,-1 0 7 15,1 0-8-15,-2 0 1 16,1 0-1-16,-1 0 0 16,0 0 0-16,2 0 0 15,-2 0 0-15,0-1 0 16,1 1 0-16,-1 0 0 15,0-2-1-15,0 2-13 16,2 0-85-16,7 0-219 16,0 0-404-16,-2 0-742 0</inkml:trace>
  <inkml:trace contextRef="#ctx0" brushRef="#br0" timeOffset="14772.17">23716 11214 413 0,'0'0'945'0,"0"0"-715"16,0 0 16-16,0 0-35 15,0 0-6-15,0 0-67 16,0 0-12-16,52 24 58 16,36-16-1-16,40-1-35 15,21-5-42-15,2-2-25 16,-15 0 4-16,-21-3-19 16,-10-6-15-16,-6-1-23 0,-19 0-7 15,-15 4-4-15,-19-1 5 16,-6-1-7-16,0 2-1 15,-2-3-14-15,-4-1 8 16,-12 4-8-16,-9-1 0 16,-8 2 0-16,-5-1 0 15,0 1-35-15,-13 1-68 16,-47 4-101-16,4 0-401 16,-15 0-850-16</inkml:trace>
  <inkml:trace contextRef="#ctx0" brushRef="#br0" timeOffset="19128.71">26211 12411 97 0,'0'0'824'0,"0"0"-453"16,0 0-66-16,0 0-43 16,0 0-14-16,0 0-25 15,3 12-76-15,21-9 1 16,16 0 27-16,11-2-44 16,25-1-23-16,23 0-30 15,-7 0-20-15,-7 0-14 16,-13-1-25-16,-20 0-10 15,4 1-7-15,0-2-1 16,-14 2-1-16,-11 0-1 16,-13 0-33-16,-12 0-95 0,-35 3-160 15,-14 7-300-15,-22-1-630 16</inkml:trace>
  <inkml:trace contextRef="#ctx0" brushRef="#br0" timeOffset="19720.68">23708 13526 958 0,'0'0'248'15,"0"0"-61"-15,0 0 70 16,0 0-9-16,0 0-90 0,0 0-35 16,0 0-11-16,107 11 60 15,39-11 18-15,31-3-11 16,11-5-40-16,-3-1-36 15,-14 0-16-15,5-3-4 16,3 0-17-16,-7 0-14 16,-11-1-9-16,-19 1-13 15,-20 1-3-15,-28 1-6 16,-30 2-7-16,-21 1 1 16,-13 1-6-16,-2 0-9 15,-2-1 0-15,-7 4 0 16,-5-2-1-16,-10 1 1 15,-4-1-22-15,-4 0-76 0,-37-7-150 16,0 0-416-16,-6-1-539 16</inkml:trace>
  <inkml:trace contextRef="#ctx0" brushRef="#br0" timeOffset="30134.31">24921 14698 160 0,'0'0'65'0,"0"0"276"15,0 0-115-15,0 0-94 16,0 0-4-16,0 0 55 0,-63 6 12 16,57-6 22-16,2-3-7 15,1 0-21-15,2 1-28 16,1 1-22-16,0 1-18 15,0 0-14-15,0 0-26 16,7 0-37-16,12 0 25 16,10 0 22-16,5 0-25 15,6-2-20-15,2 2-11 16,1 0-13-16,3 0-7 16,-2 0-2-16,-1 0-7 15,-4 0-5-15,-5 0 1 16,-6 0-1-16,-5 0-1 15,-8 0 0-15,-4 0-1 16,-6 0-14-16,-2 0-41 16,-3 0-68-16,0 0-112 0,0 0-45 15,-12 0-190-15,-6 3-158 16,-1 3-429-16</inkml:trace>
  <inkml:trace contextRef="#ctx0" brushRef="#br0" timeOffset="30450.28">24866 14928 91 0,'0'0'1341'0,"0"0"-974"15,0 0-127-15,0 0-52 0,0 0 2 16,0 0-33-16,0 0 0 15,105-16-12-15,-52 4-35 16,7-4-13-16,4-1-23 16,1 0-35-16,-5 1-18 15,-8 3-2-15,-7 3-17 16,-12 3 5-16,-11 0-5 16,-10 7-2-16,-7-2 0 15,-4 2-1-15,-1 0-23 16,0 0-64-16,-18 5-125 15,-6 9-251-15,-6-1-406 0</inkml:trace>
  <inkml:trace contextRef="#ctx0" brushRef="#br0" timeOffset="42076.84">28107 15409 340 0,'0'0'622'16,"0"0"-486"-16,0 0-65 15,0 0 23-15,0 0 71 16,-39-77 17-16,37 64-53 16,1 2-16-16,1-1-9 15,0 4-38-15,0 0 0 16,0 3-12-16,6 0-26 16,5 0-14-16,3 2-14 0,3-2 6 15,5 0-6-15,4 1-13 16,0-3-83-16,-4 2-164 15,-6-1-389-15</inkml:trace>
  <inkml:trace contextRef="#ctx0" brushRef="#br0" timeOffset="42253.33">27928 15533 1136 0,'0'0'265'0,"0"0"-85"15,0 0-17-15,0 0 20 16,0 0-73-16,105-25-63 16,-61 7-31-16,0-5-16 15,5-14-94-15,-12 7-285 0,-10-1-726 0</inkml:trace>
  <inkml:trace contextRef="#ctx0" brushRef="#br0" timeOffset="42499.42">28159 15140 26 0,'0'0'1088'16,"0"0"-849"-16,0 0 23 16,0 0-41-16,96-37-83 0,-62 37-25 15,3 0-14 1,-1 13-40-16,-1 11-48 0,-7 9 96 15,-9 7-57-15,-13 4-26 16,-6 1-12-16,-10-2-11 16,-19 1-1-16,-26 4-31 15,9-10-210-15,-2-12-385 0</inkml:trace>
  <inkml:trace contextRef="#ctx0" brushRef="#br0" timeOffset="43108.04">28660 14367 1145 0,'0'0'319'16,"0"0"-71"-16,0 0-82 16,0 0-69-16,0 0 11 15,0 0-9-15,0 0-7 16,15 97-41-16,-15-72-19 16,0-2-10-16,0-6-12 15,-3-3 5-15,-6-4-8 16,-1-8 4-16,-1-2-4 15,0-7 7-15,2-15 20 16,5-11-3-16,4-8-13 16,0-3-3-16,11 2 2 0,11 6 15 15,4 7-1 1,2 12 14-16,2 13 1 0,1 4-12 16,-3 12 20-16,-2 16-9 15,-4 7 1-15,-2 3-10 16,-8 2-20-16,-3-3-10 15,-2 0-6-15,-3-4-9 16,-2-6-103-16,-2-5-159 16,0-7-376-16,0-11-698 0</inkml:trace>
  <inkml:trace contextRef="#ctx0" brushRef="#br0" timeOffset="43426.66">29032 14209 818 0,'0'0'617'0,"0"0"-359"0,0 0 45 16,0 0-64-16,0 0-45 15,-28 77-27-15,28-41-8 16,0 4-29-16,4-1-57 16,11-3-19-16,4-7-6 15,4-5-20-15,1-7-5 16,-2-8-10-16,-1-6-5 15,-3-3 1-15,-1-3 1 16,2-16 1-16,-3-5-10 16,-3-7 0-16,-4-3-1 15,-9-7-10-15,0 4-22 16,-9 1-45-16,-9 8-13 0,-4 10-58 16,-3 11-65-16,2 7-114 15,5 0-245-15,11 10-371 0</inkml:trace>
  <inkml:trace contextRef="#ctx0" brushRef="#br0" timeOffset="43581.37">29520 14239 654 0,'0'0'966'0,"0"0"-630"16,0 0-65-16,0 0-105 15,0 0-70-15,0 0-68 16,0 0-28-16,-23-23-88 0,32 23-162 15,3 0-304-15,3 0-493 16</inkml:trace>
  <inkml:trace contextRef="#ctx0" brushRef="#br0" timeOffset="44092.28">29694 13866 1031 0,'0'0'291'0,"0"0"51"16,0 0-101-16,0 0-66 16,-98 38-66-16,81-18-33 15,4-1-24-15,4-1-26 16,6-4-12-16,3-5-6 16,0-2 0-16,12-4 1 0,8-3 7 15,5 0 5-15,3 0 10 16,-1-3-3-16,0 3 8 15,-4 0-5-15,-2 10 8 16,-4 15 22-16,-3 8 24 16,-3 12 24-16,-3 17 7 15,-5 23-27-15,-3 14-30 16,0-8-3-16,0-16-25 16,0-26-13-16,0-15-9 15,0 1-3-15,0-1-5 16,3-1 0-16,1-14-1 15,0-7-1-15,1-11 0 16,1-1 0-16,3-11 1 0,1-16 0 16,1-9-11-1,-4-5-11-15,0-4-28 0,-5 5 1 16,-2 7 14-16,0 6 22 16,-13 13 0-16,-5 9 1 15,-5 5 0-15,1 0 4 16,5 10-2-16,7 2-61 15,10-2-115-15,18-4-39 16,13-5-262-16,8-1-334 0</inkml:trace>
  <inkml:trace contextRef="#ctx0" brushRef="#br0" timeOffset="44557.41">30328 14028 1181 0,'0'0'340'15,"0"0"28"-15,0 0-114 16,0 0-102-16,0 0-20 15,0 0-7-15,27 82-17 16,-23-49-32-16,-1-1-16 16,-3-3-35-16,0-4-14 0,0-2-5 15,-4-6-6-15,-4-6 1 16,1-7 5-16,1-4 0 16,2-4 0-16,4-18-6 15,0-5 0-15,0-9 0 16,13 0 0-16,3 2 0 15,7 9 6-15,0 9-5 16,4 11 0-16,-1 5 5 16,1 10-5-16,-2 11 11 15,-1 11 4-15,-4 3 13 16,-4 3-11-16,-3 0-9 16,-4 0-9-16,-3-2 0 15,-1-5-76-15,-4-9-195 0,-1-9-324 16,0-10-686-16</inkml:trace>
  <inkml:trace contextRef="#ctx0" brushRef="#br0" timeOffset="44995.86">30655 14012 795 0,'0'0'371'15,"0"0"-48"-15,0 0-28 16,0 0-98-16,0 0-43 0,0 0-50 16,19 84-38-16,-6-73-29 15,0-5-15-15,0-1-8 16,0-5-4-16,2 0-2 16,-1-5 0-16,-1-8-2 15,-1-6-5-15,-1 0 1 16,-3-3-1-16,-5 3 7 15,-3 2 8-15,0 4 9 16,0 4 23-16,-11 8 1 16,-3 1-16-16,-2 0 16 15,1 11 43-15,-2 6 4 16,4 4-38-16,4 2-28 16,2 3-14-16,5 3 2 15,2 0 2-15,2 0-1 0,14 0 2 16,4-3 0-1,5-6 0-15,5-3-14 0,2-5-2 16,4-7-5-16,-3-5-50 16,9-5-146-16,-11-12-127 15,-4-2-495-15</inkml:trace>
  <inkml:trace contextRef="#ctx0" brushRef="#br0" timeOffset="45923.48">31001 13909 914 0,'0'0'588'16,"0"0"-247"-16,0 0-45 15,0 0-109-15,0 0 26 0,0 0-17 16,8 78-64-16,0-46-53 16,0 2-21-16,-1-1-12 15,2-2-16-15,0-2-15 16,-3-5-6-16,1-4-9 15,2-8 1-15,-3-5-1 16,0-7-14-16,2 0-25 16,-1-12-29-16,3-12-55 15,1-7 28-15,-2-3 14 16,0-3 23-16,-3 5 37 16,0 4 15-16,-2 8 6 15,-1 9 6-15,-3 9 30 16,0 2-12-16,0 6-2 0,0 14 59 15,0 1 10 1,5 4-14-16,1-4-12 0,3 1-31 16,4-2-18-1,8-4-7-15,6-6-8 0,3-6 5 16,1-4-5-16,0 0-1 16,-2-16 0-16,-4-7-26 15,-7-7-23-15,-6-4-25 16,-8-2-14-16,-4 4 23 15,-3 3 29-15,-13 7 13 16,-2 5 22-16,2 5-1 16,4 8 1-16,4 4 1 0,4 0-1 15,4 16-4 1,0 5 5-16,7 2 6 0,5 6 2 16,4-2 14-16,0 5 24 15,0-1 22-15,-1-2-10 16,1-2-24-16,1-4-14 15,0-3-13-15,6-6-6 16,-2-6 1-16,4-3-1 16,0-5-1-16,1-1-32 15,-4-15-63-15,-1-4-13 16,-3-7-2-16,-6-2 18 16,-4-5 28-16,-4 1 40 15,-4 1 23-15,0 6 1 16,0 6 1-16,-4 4 15 15,-4 7 17-15,0 8 16 0,-1 1 5 16,-1 4-14 0,3 13 12-16,-1 5 11 0,2 6-5 15,6 0-12-15,0 1-7 16,1-2-20-16,13-3-8 16,4-6-10-16,-1-4 7 15,0-5-8-15,-3-9 2 16,-1 0 5-16,-2-9-6 15,-4-11-1-15,-1-7 1 16,-3-4-1-16,-3-1-1 16,-3-1-9-16,-9 1-13 15,-2 10 1-15,1 8-2 16,3 10-16-16,2 4-42 16,8 1-33-16,0 12-29 15,15 6-105-15,9-2-92 0,0-3-262 0</inkml:trace>
  <inkml:trace contextRef="#ctx0" brushRef="#br0" timeOffset="46283.7">31809 13917 1196 0,'0'0'368'16,"0"0"29"-16,0 0-140 15,0 0-157-15,0 0-19 16,0 0 38-16,0 0-3 15,-5 83 6-15,7-57-22 16,1-1-43-16,0 0-29 0,0-5-16 16,-1-4-6-16,1-5-5 15,-2-7 0-15,1-4 1 16,-1-1 17-16,2-17-7 16,1-9-6-16,2-4-4 15,3-3-1-15,2 0 0 16,1 7 8-16,-2 5-7 15,-1 11 11-15,0 10-1 16,0 1-10-16,0 8-1 16,3 13 6-16,0 4-6 15,0 1 1-15,-3 1-2 16,0-1-1-16,-2-4-27 16,8-2-141-16,-3-9-131 15,1-9-431-15</inkml:trace>
  <inkml:trace contextRef="#ctx0" brushRef="#br0" timeOffset="46573.24">32112 13812 1172 0,'0'0'495'16,"0"0"-118"-16,0 0-107 16,0 0-90-16,0 0-53 15,0 0-33-15,-33 88-19 16,42-66-27-16,7-3-9 15,1 0-7-15,1-2-8 16,-2-2-13-16,2-1-2 16,-4 1-8-16,-1-3 5 15,-4 1-5-15,-3-2 0 0,-6 1 0 16,0-2 0-16,-8 0 0 16,-12-3 5-16,-7 1-6 15,1-3 0-15,2-2-91 16,11-3-141-16,9 0-266 15,4-9-777-15</inkml:trace>
  <inkml:trace contextRef="#ctx0" brushRef="#br0" timeOffset="46833.2">32746 13764 1600 0,'0'0'383'15,"0"0"-83"-15,0 0-51 16,0 0-10-16,0 0-90 16,22 99-71-16,-14-73-36 15,-2-1-26-15,0-6-15 16,-3-4-1-16,-2-5-78 15,-1-10-199-15,0 0-229 16,0-10-432-16</inkml:trace>
  <inkml:trace contextRef="#ctx0" brushRef="#br0" timeOffset="47116.97">32692 13452 916 0,'0'0'514'0,"0"0"-210"15,0 0-39-15,0 0-43 16,-30 82-74-16,30-48-49 16,2-2-35-16,10-3-21 15,6-5-8-15,1-9-4 16,1-7-6-16,2-7-2 16,2-1-7-16,-5-10-3 15,2-11-5-15,-3-4-8 16,-5-3 0-16,-5 0-17 15,-7 2-27-15,-1 7 3 0,-4 8-34 16,-10 10-55-16,0 1-64 16,7 29-51-16,4 2-160 15,3-2-524-15</inkml:trace>
  <inkml:trace contextRef="#ctx0" brushRef="#br0" timeOffset="47516.68">32977 13755 1270 0,'0'0'508'16,"0"0"-283"-16,0 0 22 0,0 0-60 16,0 0-32-16,-1 78-17 15,4-55-23-15,2-1-49 16,0-3-35-16,-1-4-11 15,-2-5-11-15,1-5-3 16,-3-2-5-16,0-3 6 16,1 0 5-16,-1-8-1 15,2-14-5-15,3-6-6 16,3-7 1-16,3-3 1 16,2 1-1-16,2 5 26 15,-3 11-14-15,0 9-12 0,-2 9-1 16,4 3 0-16,4 16 0 15,2 11 6-15,6 8 6 16,-4 6 4-16,4 1 14 16,-4-1 24-16,-1-3-12 15,-9-1-28-15,-12 11-14 16,-12-10-150-16,-15-5-626 0</inkml:trace>
  <inkml:trace contextRef="#ctx0" brushRef="#br0" timeOffset="48155.53">29219 15313 1088 0,'0'0'334'0,"0"0"59"15,0 0-64-15,0 0-68 16,0 0-85-16,0 0-48 15,0 0-27-15,-23 28 17 16,10 8-22-16,5 2-24 16,5 1-30-16,3-2-18 15,0-6-14-15,12-8-9 0,4-6 0 16,2-12 0 0,-1-5-1-16,-1-2 2 0,-1-21-1 15,0-10-1-15,-5-6-1 16,-2-7-30-16,-7-6-8 15,-1 3 0-15,-3 5-4 16,-12 5-7-16,-4 15 28 16,0 15 1-16,2 9 4 15,2 6-42-15,6 19-40 16,6 0-45-16,3 7-103 16,9-9-251-16,6-8-365 0</inkml:trace>
  <inkml:trace contextRef="#ctx0" brushRef="#br0" timeOffset="48350.08">29391 14998 1145 0,'0'0'603'0,"0"0"-230"16,0 0-37-16,0 0-164 16,0 0-21-16,0 0 4 15,20 85-53-15,-14-35-33 16,0 4-20-16,2 2-28 15,-2-1-21-15,0-1-3 16,7-1-155-16,-3-14-418 16,-1-19-700-16</inkml:trace>
  <inkml:trace contextRef="#ctx0" brushRef="#br0" timeOffset="48545.42">29566 15141 1788 0,'0'0'492'0,"0"0"-103"15,0 0-211-15,0 0 26 16,9 75-63-16,4-28-67 16,1 9-17-16,2 3-1 15,-1 0-6-15,0-2-26 16,-3-6-17-16,-3-5-7 16,-6-9-44-16,-3-16-124 15,-8-10-339-15,-7-11-434 0</inkml:trace>
  <inkml:trace contextRef="#ctx0" brushRef="#br0" timeOffset="48773.65">29550 15168 1114 0,'0'0'375'0,"0"0"-67"16,0 0-61-16,95-18-27 15,-56 16-71-15,-1 2-31 16,-3 0-36-16,-10 5-15 15,-7 5-20-15,-9 7-14 16,-9 2 9-16,0 3-2 16,-11 2-11-16,-11 0-14 15,-5 1-15-15,0-6-12 16,2-3-174-16,8-7-201 16,7-7-891-16</inkml:trace>
  <inkml:trace contextRef="#ctx0" brushRef="#br0" timeOffset="49035.43">30701 14630 1776 0,'0'0'353'16,"0"0"162"-16,0 0-309 15,0 0-136-15,0 0-51 16,0 0-1-16,16 89 54 16,6-30 3-16,1 6-12 0,2 3-6 15,1 0-12-15,-1-6-12 16,-1-6-33-16,3 1-8 16,-8-15-212-16,-4-17-542 0</inkml:trace>
  <inkml:trace contextRef="#ctx0" brushRef="#br0" timeOffset="49369.51">31074 14726 1640 0,'0'0'389'0,"0"0"5"16,0 0-186-16,0 0-42 0,0 0-35 15,-57 78-21 1,39-39-22-16,3 2-36 0,2-2-25 15,7-4-15-15,3-7-11 16,3-10-1-16,0-10-6 16,6-8 5-16,9-3-6 15,3-16-10-15,1-6-11 16,2-1 7-16,-5 3 9 16,1 8 5-16,-5 8 6 15,0 7 1-15,1 2 0 16,1 15 0-16,-1 9 0 15,0 4 1-15,1 1 1 16,-4-3-2-16,-1-5-2 16,0-5-128-16,-5-17-192 15,1-1-280-15,-4-4-483 0</inkml:trace>
  <inkml:trace contextRef="#ctx0" brushRef="#br0" timeOffset="49755.06">31226 14733 707 0,'0'0'508'16,"0"0"-258"-16,0 0 13 16,0 0-98-16,0 0-52 15,40 81-47-15,-15-69-14 16,1-5-26-16,-4-7-13 16,-2 0-11-16,-8-11 10 15,-5-11 2-15,-6-2 26 16,-1-3 36-16,0 4 41 15,0 5 6-15,-1 8 27 0,-2 8 9 16,3 2-68-16,0 15-69 16,0 17 16-16,0 22 32 15,15 26 11-15,9 18 1 16,0-8-20-16,-6-15-10 16,-5-25-12-16,-9-13-5 15,-1 1-22-15,-3-1-5 16,0-2-7-16,-9-11 7 15,-11-11-8-15,-6-13 6 16,-5 0-6-16,-3-22-13 16,1-11-62-16,1-7-70 0,13-23-159 15,10 13-193 1,9 7-264-16</inkml:trace>
  <inkml:trace contextRef="#ctx0" brushRef="#br0" timeOffset="50393.15">31547 14844 950 0,'0'0'261'0,"0"0"2"16,0 0-114-16,0 0-79 16,0 0-37-16,0 0 18 15,0 0-2-15,43 11-17 16,-33-8 9-16,-1-3 26 15,1 0 3-15,0-3-8 0,-4-8-15 16,0-3-19 0,-3-1 2-16,-2 0 17 0,-1 2 33 15,0 6 30-15,0 4 3 16,-6 3-2-16,-3 3-53 16,-2 14 14-16,1 7 4 15,6 2-12-15,4 2-11 16,0 2-17-16,18-5-11 15,8-3-16-15,9-8-3 16,2-7-5-16,2-7-1 16,-3-1 1-16,-5-19 0 15,-5-9-1-15,-6-6-28 16,-6-9-7-16,-6-5-19 0,-6 1-7 16,-2 6 27-16,0 9 25 15,-6 12 8-15,-3 10 1 16,3 8 0-16,5 3-2 15,1 1 1-15,0 15-10 16,13 5 11-16,7 6 2 16,-1 3 13-16,-1 2 15 15,-2 4 8-15,-7 5 13 16,-6 1 11-16,-3 0 32 16,0 0 14-16,0-4-11 15,0-6-18-15,-3-3-29 16,3-8-10-16,0-5-5 0,0-4-11 15,2-6-9 1,11-3-3-16,7-3-5 0,8 0 2 16,9-6-7-16,8-6-1 15,1-3-1-15,12 2-91 16,-10 4-147-16,-17 3-700 0</inkml:trace>
  <inkml:trace contextRef="#ctx0" brushRef="#br0" timeOffset="50944.94">28781 16333 1498 0,'0'0'543'16,"0"0"-237"-16,0 0-40 16,0 0-43-16,0 0-78 15,0 0-46-15,0 0-30 16,73 2-36-16,-44-1-18 0,1-1-5 16,2 0-8-1,-3 0-2-15,-4 0-30 0,-6 0-135 16,-8-4-181-16,-10-1-390 15</inkml:trace>
  <inkml:trace contextRef="#ctx0" brushRef="#br0" timeOffset="51122.41">28736 16615 1624 0,'0'0'545'16,"0"0"-298"-16,0 0-30 15,0 0 11-15,0 0-68 16,102-7-97-16,-47-6-41 16,20-6-22-16,43-20-58 15,-14 6-274-15,-4-6-653 0</inkml:trace>
  <inkml:trace contextRef="#ctx0" brushRef="#br0" timeOffset="51727.66">29677 16167 1425 0,'0'0'396'0,"0"0"97"16,0 0-229-16,0 0-82 0,0 0-91 16,0 0-50-1,0 0 57-15,-1 73-21 0,4-37-32 16,0-1-12-16,0-1-13 16,-3-4-14-16,0-8-5 15,0-5 0-15,0-9-1 16,0-5 0-16,0-3 0 15,0-9 0-15,-3-16-1 16,0-10-6-16,3-8 6 16,0-1-1-16,17 2 1 15,9 9 1-15,4 10 0 16,0 14 1-16,0 9 0 16,-2 0 12-16,-1 19 11 0,-2 9 2 15,-3 4-2 1,-2 6-6-16,-4-2-11 0,-2-4-6 15,-3-2-1-15,-1-7-39 16,-1-12-138-16,-2-6-285 16,1-5-422-16</inkml:trace>
  <inkml:trace contextRef="#ctx0" brushRef="#br0" timeOffset="52036.01">30094 16012 1590 0,'0'0'294'16,"0"0"26"-16,0 0-88 16,-31 100-6-16,29-55-54 15,2 2-30-15,0-2-39 0,12-4-37 16,4-7-26-16,7-9-19 16,-1-9-9-16,1-11-3 15,-1-5 0-15,-1-9-7 16,-5-13 10-16,-1-9-12 15,-6-4 0-15,-7-5 0 16,-2-2 2-16,0 2-2 16,-14 4-6-16,-4 8-3 15,2 11 0-15,-4 13-8 16,3 4-31-16,3 16-61 16,12 18-105-16,2-2-79 15,0-9-397-15</inkml:trace>
  <inkml:trace contextRef="#ctx0" brushRef="#br0" timeOffset="52217.43">30428 16099 1805 0,'0'0'262'0,"0"0"117"16,0 0-185-16,0 0-46 15,0 0-108-15,0 0-39 16,0 0-1-16,-51 14-51 15,65-4-101-15,20-2-108 16,-3-3-242-16,2-5-520 0</inkml:trace>
  <inkml:trace contextRef="#ctx0" brushRef="#br0" timeOffset="52612.73">30670 15840 1532 0,'0'0'272'15,"0"0"114"-15,0 0-186 16,0 0-76-16,0 0-24 16,0 0-2-16,0 0 2 15,77 32 26-15,-63 10-16 16,-4 13-14-16,-6 5-3 16,-2 5-3-16,-2-2-24 15,0 0-20-15,0-6-17 16,1-5-16-16,4-4-12 15,-1-9 0-15,1-7 0 0,2-10-1 16,-4-10-14-16,2-5-23 16,1-7-13-16,3-7 26 15,2-13-10-15,2-6-17 16,-3-5 12-16,-3 1 12 16,-7 2 8-16,0 8 18 15,-8 4 1-15,-14 8 0 16,-7 5 1-16,-3 3 7 15,1 0-8-15,6 11-2 16,7 0-26-16,12 0-144 16,15-5-151-16,15-4-210 15,6-2-417-15</inkml:trace>
  <inkml:trace contextRef="#ctx0" brushRef="#br0" timeOffset="52891.52">31473 15867 697 0,'0'0'1238'16,"0"0"-900"-16,0 0 126 16,0 0-291-16,0 0-62 15,0 0-65-15,0 0-4 16,-39 27 30-16,31 6-34 15,2 9 4-15,1 5 3 16,5 1-13-16,0 0-2 16,3-5-18-16,9-2-10 0,3-4-2 15,-1-4-32-15,5 1-98 16,-4-9-217-16,0-11-415 0</inkml:trace>
  <inkml:trace contextRef="#ctx0" brushRef="#br0" timeOffset="53455.84">31745 15858 212 0,'0'0'996'16,"0"0"-684"-16,0 0 23 0,0 0-84 15,0 0-49-15,0 0-49 16,0 0-9-16,0 0 5 15,0 0-29-15,0 0-31 16,0 0-26-16,0 0-18 16,-5 0-14-16,-3 1-1 15,0 5-4-15,-1 4-5 16,-3 3-11-16,0 7 4 16,2 0-14-16,0 7 9 15,2 1-8-15,3 4-1 16,5-2 1-16,0 0-1 15,0-3 0-15,10-5 0 16,4-5-1-16,3-4 1 0,1-5-1 16,0-8 1-1,1 0 0-15,0-5 1 0,-1-12-1 16,0-7-1-16,-4-5-17 16,-4-5-6-16,-3 0 0 15,-4 3 9-15,-1 4 5 16,-2 7 9-16,0 6 0 15,0 4 1-15,0 4 0 16,0 6 6-16,0 0 1 16,0 0-5-16,0 0-2 15,-2 14-8-15,2 10 7 16,0 2 0-16,0 4 0 16,2-1 0-16,7-2-5 0,3-3 5 15,1-5-5 1,3-3-3-16,-2-5-45 0,2-8-157 15,-5-1-115-15,-5-2-433 16</inkml:trace>
  <inkml:trace contextRef="#ctx0" brushRef="#br0" timeOffset="54093.04">31660 15702 13 0,'0'0'821'0,"0"0"-538"15,0 0 36-15,0 0-53 16,0 0-76-16,0 0-9 16,0 0-46-16,-16-21-36 15,16 21-31-15,0 2-32 16,0 15-17-16,0 10 67 0,4 9-1 16,5 8-10-16,2 2-2 15,3 2-17-15,0 1-24 16,0-4-22-16,-1 0-9 15,-3-4-1-15,-1 7-33 16,-3-12-171-16,-5-10-392 0</inkml:trace>
  <inkml:trace contextRef="#ctx0" brushRef="#br0" timeOffset="55602.99">31970 15830 844 0,'0'0'275'16,"0"0"20"-16,0 0 46 15,0 0-80-15,0 0-57 16,0 0-43-16,0 0-57 0,-33-42-31 15,17 47-22-15,-3 9 31 16,-2 7-3-16,3 3-18 16,3 3-16-16,6 2-14 15,4-3-16-15,5 1-7 16,0-5-8-16,5-3-1 16,9-5 0-16,3-7-8 15,4-4 9-15,2-3-12 16,2-7-19-16,0-12-17 15,-1-8-7-15,-3-4 14 0,-2 0 16 16,-2-3 11-16,-5 2 7 16,-3 7 7-16,-2 7 0 15,-4 6 1-15,-3 9 0 16,1 3 7-16,2 4-7 16,2 18-1-16,4 5 13 15,4 5 2-15,2 0-4 16,6-2-5-16,1-6-6 15,1-7-1-15,4-9-5 16,1-8-10-16,-1-7-85 16,0-17-90-16,-5-8-51 15,-5-5 2-15,-6-5 84 16,-6 0 102-16,-5 1 54 0,0 8 10 16,-3 9 86-16,-7 10 55 15,-1 10-12-15,2 4-43 16,0 4-39-16,3 14-16 15,5 6-7-15,1 1-9 16,0 3-8-16,13-2-7 16,1 2-4-16,3-5 1 15,0-2-6-15,-2-1 5 16,-3-3-4-16,-5 0 5 16,-4-2-1-16,-3-2 7 15,0 0-2-15,-4-2 2 16,-8-2-2-16,-1-1-3 15,2-4-8-15,5-4-1 16,4 0-1-16,2-9-93 16,7-14-130-16,15-10-54 15,3-6-27-15,2-7 67 16,0-6-23-16,-3-1 241 0,-3 2 21 16,-5 8 144-16,-4 8 65 15,-6 15 35-15,-5 11 34 16,-1 9-83-16,0 0-83 15,-9 11 1-15,-1 9-17 16,6 3-33-16,2 3-17 16,2 0-19-16,0 1-8 15,6-2-9-15,7-2-2 16,1-1-7-16,1-3 0 16,-2-2 7-16,0 0-7 0,-5-1 5 15,-2-2-5-15,-6 0-1 16,0 0 0-16,0-3 2 15,-12-3-2-15,-3-1-6 16,-4-7-47-16,2 0-142 16,7-7-417-16</inkml:trace>
  <inkml:trace contextRef="#ctx0" brushRef="#br0" timeOffset="56127.24">32686 15676 810 0,'0'0'209'0,"0"0"37"15,0 0-104-15,0 0-43 16,0 0-58-16,0 0-21 16,0 0-11-16,44 69-8 15,-33-69 7-15,1 0 0 16,0-10-7-16,2-9 6 15,-4-2-5-15,-2-1 5 16,-1 1 12-16,-4 2 73 16,-3 6 63-16,0 6 26 15,0 7-52-15,0 0-72 16,-6 12-14-16,-1 8 37 16,4 3-24-16,3 4-19 0,0 0-17 15,0 0-19 1,14-1 8-16,1-6-8 0,3-4-1 15,-3-7-5-15,0-8-38 16,-1-1 19-16,-1-14 24 16,-3-9 0-16,1-6 17 15,1-4 33-15,-3-1 30 16,1 2 40-16,2 5 29 16,-1 7-31-16,2 7-39 15,-1 10-30-15,0 3-14 16,4 5 4-16,5 17-11 15,-1 12 2-15,0 7-6 16,-3 5 11-16,-4 7-8 16,-10 1-18-16,-3-1-9 15,-34 16-27-15,-8-12-178 0,-7-9-483 16</inkml:trace>
  <inkml:trace contextRef="#ctx0" brushRef="#br0" timeOffset="56445.63">31020 16886 1679 0,'0'0'274'0,"0"0"-79"16,0 0-30-16,0 0-46 15,91 0-81-15,-54-3-38 16,12-3 0-16,-11 0-204 15,-11 1-400-15</inkml:trace>
  <inkml:trace contextRef="#ctx0" brushRef="#br0" timeOffset="56617.24">31035 17022 1525 0,'0'0'376'0,"0"0"-104"16,0 0-77-16,0 0-93 15,0 0-24-15,91-6-6 16,-4-12-42-16,21-10-30 16,7-6-49-16,-28 7-236 15,-26 4-641-15</inkml:trace>
  <inkml:trace contextRef="#ctx0" brushRef="#br0" timeOffset="56850.04">31765 16632 1664 0,'0'0'559'0,"0"0"-173"16,0 0-101-16,0 0-113 15,0 0-33-15,0 0 23 16,-8 97-74-16,9-52-37 16,6 4-3-16,-2-1-7 15,0-2-14-15,-1-5-14 16,-1-7-6-16,0-7-7 15,2-9-27-15,-2-7-102 16,10-14-142-16,-1-16-338 16,3-9-1143-16</inkml:trace>
  <inkml:trace contextRef="#ctx0" brushRef="#br0" timeOffset="57177.92">32124 16564 965 0,'0'0'1182'0,"0"0"-878"16,0 0-9-16,0 0-89 16,0 0-49-16,0 0-35 15,-102 97-10-15,74-61-12 16,1 0-28-16,2 0-18 16,5-2-13-16,4-4-13 15,7-6-4-15,6-3-18 16,3-4 0-16,3-1-4 0,17-5 5 15,10-4 2 1,9-5 8-16,6-2 2 0,8 0-1 16,-3-7-7-16,0-5-4 15,-4 0-5-15,-9 1 7 16,-6 1-9-16,-8 3-1 16,-11 4-32-16,-8 0-99 15,-4 1-94-15,-12 0-327 16,-6-2-933-16</inkml:trace>
  <inkml:trace contextRef="#ctx0" brushRef="#br0" timeOffset="57366.79">32482 16837 2490 0,'0'0'473'0,"0"0"-310"0,0 0 13 15,0 0-60-15,0 0-62 16,0 0-46-16,0 0-8 16,-9 0-166-16,0 0-424 0</inkml:trace>
  <inkml:trace contextRef="#ctx0" brushRef="#br0" timeOffset="59502.67">27533 11879 1672 0,'0'0'500'0,"0"0"-214"16,0 0-27-16,0 0-34 0,0 0-107 15,0 0-61-15,-5 0-28 16,16 0-17-16,6 0-6 15,6 0-6-15,3 0 0 16,0-4-7-16,-3-2-89 16,-7 4-163-16,-10 2-91 15,-6 0-318-15,0 0-355 0</inkml:trace>
  <inkml:trace contextRef="#ctx0" brushRef="#br0" timeOffset="59663.33">27484 12045 1380 0,'0'0'577'0,"0"0"-274"0,0 0-81 16,0 0-54-16,0 0-28 15,0 0-28-15,0 0-47 16,102 10-44-16,-55-10-21 16,39-13-100-16,-8-4-264 15,-5-7-950-15</inkml:trace>
  <inkml:trace contextRef="#ctx0" brushRef="#br0" timeOffset="60682.92">27885 11350 1151 0,'0'0'516'0,"0"0"-285"0,0 0 67 16,0 0-126-16,0 0-95 15,0 0-49-15,0 0 33 16,-15 69 8-16,12-33-26 16,0-4-21-16,1-2-2 15,-1-7-4-15,2-6-7 16,-1-7-3-16,-2-8 1 16,-3-2 17-16,-2-4 37 15,-4-15-28-15,2-10 5 16,5-8-10-16,6-7 11 0,0 1-17 15,12 5-4-15,10 7 6 16,6 11-9-16,2 12 0 16,3 8 1-16,1 2-7 15,-1 18 5-15,-1 9-2 16,-6 3-12-16,-2 2 2 16,-6 0-2-16,-3-3-8 15,-6-3-28-15,0-3-119 16,-6-8-187-16,-2-8-478 0</inkml:trace>
  <inkml:trace contextRef="#ctx0" brushRef="#br0" timeOffset="61029.6">28190 11185 1431 0,'0'0'496'16,"0"0"-241"-16,0 0-131 15,0 0 39-15,0 0 23 16,0 94-20-16,0-54-54 16,3 0-30-16,8-3-34 15,2-6-21-15,1-7-15 16,2-7-6-16,-2-9-5 16,-2-6 13-16,1-2-14 15,-1-10 9-15,0-13 3 16,-3-5-3-16,-2-6-7 0,-5-2 7 15,-2-3-9 1,0 3 7-16,-9 2-7 0,-7 7 0 16,0 10-1-16,-3 8-23 15,1 9-33-15,-1 0-46 16,1 15-84-16,6 14-74 16,4-3-234-16,8-4-331 0</inkml:trace>
  <inkml:trace contextRef="#ctx0" brushRef="#br0" timeOffset="61199.47">28450 11219 910 0,'0'0'851'16,"0"0"-518"-16,0 0-109 0,0 0-108 16,0 0-61-16,0 0-46 15,0 0-9-15,0 10-44 16,13-3-147-16,-1-3-325 15,3-4-286-15</inkml:trace>
  <inkml:trace contextRef="#ctx0" brushRef="#br0" timeOffset="61765.71">28725 10925 1219 0,'0'0'348'15,"0"0"-17"-15,0 0-143 0,0 0-76 16,0 0-59-16,0 0-12 16,0 0-8-16,-69 32-12 15,66-25-11-15,3-2 5 16,0 1-9-16,0-3 6 16,3 1 14-16,8 3 23 15,3 2 23-15,1 4-2 16,1 5 29-16,0 7-9 15,-2 8 5-15,-2 5-2 16,2 5-15-16,-5 6-15 16,0 3-3-16,-1 4-9 15,1 2-3-15,2 2-14 16,1-3-10-16,-2-6-15 0,2-9-3 16,0-9 3-16,-4-11-9 15,-2-9-1-15,-2-7 1 16,-1-6 7-16,3-5-7 15,-2-14 0-15,1-11 5 16,0-5-5-16,-4-6-24 16,-1 1-14-16,0 3-3 15,-12 5 13-15,-6 9-1 16,-2 10 13-16,-2 6-7 16,-3 5 10-16,3 2 1 0,2 0 0 15,4 9 1 1,5 0 4-16,3 1-3 15,6-2 9-15,2 0 1 0,0-5-8 16,16-3 8 0,5 0 2-16,5 0-2 0,4-11 0 15,1 0-50-15,18-12-223 16,-9 2-357-16,2-1-792 0</inkml:trace>
  <inkml:trace contextRef="#ctx0" brushRef="#br0" timeOffset="63726.11">29287 10918 1140 0,'0'0'368'15,"0"0"-26"-15,0 0-10 16,0 0-46-16,-24-79-21 16,22 79-61-16,2 0-97 15,0 29-72-15,0 31-14 16,3 27 17-16,12 10 14 0,-1-11-5 15,-1-21-17-15,1-21 9 16,-2 0-7-16,4 5-21 16,2 7-10-16,3 5-1 15,-2-13 0-15,-4-9 0 16,-2-14-1-16,-5-10-10 16,-2-12-2-16,-1-3 6 15,-2-12-2-15,2-17-8 16,-2-12-22-16,-3-7 5 15,0-6-11-15,-7-1-18 16,-10 3-9-16,-5 7 15 16,-2 9 24-16,-2 9 14 15,-2 8 17-15,0 9-10 16,3 6-3-16,4 3 2 16,7 1 3-16,6 0-29 0,8 0-48 15,0 0-5-15,11 0 43 16,13 0 23-16,7 0-9 15,7-2-50-15,1-6-84 16,13-14-92-16,-12 2-220 16,-5-3-227-16</inkml:trace>
  <inkml:trace contextRef="#ctx0" brushRef="#br0" timeOffset="64108.64">29585 11017 333 0,'0'0'606'15,"0"0"-216"-15,0 0-138 16,0 0-26-16,0 0-68 16,-35 71-25-16,35-54-37 15,7-1-13-15,8-3-18 16,4-4-19-16,3-4-17 16,-1-5 11-16,2 0-1 15,-3-1 3-15,-3-11-14 16,-4-5-1-16,-5-3-3 15,-5-2 4-15,-3-1 6 16,0 0 6-16,-12 4-4 16,-7 5 7-16,-2 6 5 15,-2 8-16-15,1 0-22 16,1 16-8-16,4 11 4 0,7 5-6 16,7 2 0-16,3 2-8 15,9-6-1-15,17-2-2 16,8-10-32-16,11-7-74 15,4-11 35-15,3 0-129 16,-1-19-148-16,2-29-140 16,-14 6-32-16,-12 1-87 0</inkml:trace>
  <inkml:trace contextRef="#ctx0" brushRef="#br0" timeOffset="64687.09">29972 10979 689 0,'0'0'485'16,"0"0"-159"-16,0 0 17 15,0 0-38-15,0 0-90 16,0 0-77-16,0 0-48 15,-47 7-1-15,32 22 8 0,2 3-4 16,2 1-19-16,3-1-23 16,5 0-22-16,3-4-11 15,0-6-11-15,1-4-7 16,11-8-1-16,1-3-1 16,4-7-15-16,-2 0-13 15,2-17-18-15,-1-3-10 16,-2-8 1-16,-3 0 14 15,-2-1 22-15,0 0 16 16,-5 5 5-16,-1 5 0 16,-1 5 0-16,-2 7 20 15,0 2 9-15,0 5 4 16,0 0-6-16,0 2-17 0,0 10-1 16,0 7 6-1,0 3 9-15,1 2-5 0,4 2-2 16,4-3-10-16,2-1-6 15,6-4 0-15,2-6-1 16,4-8 0-16,-1-4 0 16,2-1-8-16,1-19-19 15,1-6-22-15,-4-8-20 16,-2-5 13-16,-6-6 14 16,-5-6 22-16,-9-6 14 15,0 0 6-15,-3-3 0 16,-10 6 24-16,1 11 64 15,3 11-25-15,1 15 58 16,4 11-64-16,4 6-35 0,0 11-21 16,0 17 0-16,6 10 0 15,7 8-1-15,5 2 6 16,0 3-6-16,0-4 0 16,-3-3-9-16,-2-7-70 15,-5-9-127-15,-8-8-76 16,0-10-312-16,0-9-374 0</inkml:trace>
  <inkml:trace contextRef="#ctx0" brushRef="#br0" timeOffset="65391.9">29958 10926 912 0,'0'0'249'0,"0"0"-97"16,0 0 3-16,105 4-25 15,-43-4-36-15,10 0-19 16,2-8-15-16,-15-4-36 16,0-1-13-16,-14-4-11 15,-14-2-9-15,-13 0-10 16,-10-4 19-16,-8 3 14 16,0-1 60-16,-2 4 81 15,-5 3 14-15,2 4-18 16,2 3-15-16,2 5-3 15,1 2-41-15,0 2-44 16,0 15-33-16,0 9 37 0,3 6 17 16,6 6-8-1,2 2-4-15,1 0-12 0,1-5-20 16,0-4-16-16,-3-9-3 16,2-6-5-16,-3-10-1 15,0-6-1-15,0-1 0 16,4-20-9-16,0-9-23 15,1-8 6-15,0-6 1 16,0-2-9-16,-3 6 18 16,0 6 17-16,-3 9 1 15,-3 11 1-15,-2 4 7 16,-2 10 3-16,1 0-5 16,1 5-7-16,3 14 2 15,4 6 13-15,4 6-2 0,3-2-4 16,2 3-3-16,0-4 0 15,0-2-5-15,-1-8 0 16,0-4 0-16,-3-9 0 16,0-5-1-16,-2 0 1 15,2-15 0-15,-1-9-1 16,0-5-8-16,-3-1 2 16,-2 0 6-16,0 6 0 15,-3 4 0-15,-3 8 1 16,0 8 7-16,1 4-7 15,2 0-1-15,9 14 2 16,0 8 5-16,6 1-5 16,-2 0 4-16,-4-1-6 0,0-3 0 15,-4-5-17 1,1-7-134-16,-2-6-146 0,-3-1-523 0</inkml:trace>
  <inkml:trace contextRef="#ctx0" brushRef="#br0" timeOffset="65932.21">31128 10728 920 0,'0'0'513'0,"0"0"-341"16,0 0 3-16,0 0-61 16,0 0-35-16,0 0-35 15,0 0-2-15,26 46-33 0,-12-46 9 16,-4-3-9-1,1-11-2-15,-1-6-7 0,-4-3 1 16,-1-4 0-16,-4 0 4 16,-1-1-4-16,0 6 25 15,0 8 77-15,-1 8 21 16,-6 6-39-16,3 7-64 16,-2 15-5-16,2 8 9 15,4 6-14-15,0 0 7 16,7 1-5-16,10-2-3 15,0-6-4-15,1-4-6 16,0-7 0-16,-4-8-12 16,-1-7-74-16,-2-3-9 15,-1-13 67-15,-1-13 19 16,1-6 9-16,0-4 8 0,0-5 30 16,0 5 10-1,3 4 19-15,3 7 16 0,3 5-15 16,2 10-19-16,4 5-19 15,4 5 0-15,2 5 18 16,-1 14 1-16,-4 3-6 16,-2 4-8-16,-9 3-2 15,-6 0-11-15,-7 1 7 16,-2 1 3-16,-14-5-21 16,-7-3-2-16,-9-4-9 0,-1-3-13 15,0-11-123 1,5-2-155-16,12-3-424 0</inkml:trace>
  <inkml:trace contextRef="#ctx0" brushRef="#br0" timeOffset="66192.53">32286 10466 1802 0,'0'0'468'0,"0"0"-345"15,0 0 21-15,0 0 72 16,12 89-73-16,-1-54-74 16,1-1-38-16,-3-4-19 0,-3-7-12 15,-3-4-30-15,-3-9-155 16,0-5-169-16,0-5-487 0</inkml:trace>
  <inkml:trace contextRef="#ctx0" brushRef="#br0" timeOffset="66452.54">32201 10207 1101 0,'0'0'290'0,"0"0"-13"0,-22 78-91 15,22-44-44 1,3-5-54-16,16-5-40 0,5-10-11 16,3-6-9-16,2-8-6 15,-4-1 4-15,-1-18-12 16,-5-3-2-16,-5-6-4 16,-5-2-7-16,-4 1 0 15,-5 1-1-15,0 6-26 16,0 8-84-16,5 14-131 15,1 9-360-15,1 8-108 0</inkml:trace>
  <inkml:trace contextRef="#ctx0" brushRef="#br0" timeOffset="66812.13">32565 10427 1272 0,'0'0'550'0,"0"0"-381"0,0 0-49 16,0 0 50-16,0 0-28 16,0 0-35-16,11 90-5 15,-10-71-27-15,-1 0-35 16,0-6-17-16,0-2-10 16,0-5-4-16,0-6-8 15,0 0 8-15,0-9 59 16,6-16-19-16,5-4-9 15,2-12 16-15,5 2-4 0,0 2-13 16,3 8-11-16,-4 10-8 16,-3 12-8-16,1 7-2 15,0 7-2-15,4 17 4 16,-1 8-5-16,3 5 0 16,-2 6-6-16,-4-1-2 15,-4 1-4-15,-11 10-54 16,-1-10-279-16,-18-9-776 0</inkml:trace>
  <inkml:trace contextRef="#ctx0" brushRef="#br0" timeOffset="67231.68">29472 11855 1750 0,'0'0'397'0,"0"0"-177"16,0 0-97-16,0 0 77 15,-3 81-57-15,1-44-72 16,2 1-30-16,0-1-28 15,0-3-13-15,0-7 0 16,0-10-118-16,0-11-138 16,0-6-320-16,0 0-268 0</inkml:trace>
  <inkml:trace contextRef="#ctx0" brushRef="#br0" timeOffset="67517.83">29414 11598 1237 0,'0'0'308'0,"0"0"-72"16,-23 78-3-16,20-42-54 15,3-1-76-15,0-5-55 16,5-10-25-16,6-5-9 16,0-9-7-16,1-6 2 15,-2-4 4-15,-4-16-4 16,-3-6-1-16,-3-7-7 15,0-4 0-15,-6 0-1 16,-7 4-8-16,1 6-8 0,0 10-14 16,0 12-53-16,6 5-16 15,3 19-58-15,6 25-76 16,15-5-140-16,3-4-475 16</inkml:trace>
  <inkml:trace contextRef="#ctx0" brushRef="#br0" timeOffset="67743.91">29869 11659 1487 0,'0'0'639'16,"0"0"-428"-16,0 0-80 15,0 0 1-15,0 0 50 16,13 101-55-16,3-56-43 0,1 1-44 15,-1 1-22-15,-2-3-17 16,-1-5-1-16,1-5-19 16,5-5-163-16,-6-9-203 15,2-13-659-15</inkml:trace>
  <inkml:trace contextRef="#ctx0" brushRef="#br0" timeOffset="67967.57">30137 11774 1377 0,'0'0'679'16,"0"0"-493"-16,0 0 30 16,-15 79 27-16,15-36-51 0,0 5-79 15,3 4-21 1,7 0-29-16,0 0-28 0,-1-6-20 16,-2-7-5-16,-3-10-10 15,-2-8 0-15,-2-12-63 16,0-9-98-16,0-1-93 15,-12-24-217-15,-5-41-49 16,3 4-30-16,2-3-112 0</inkml:trace>
  <inkml:trace contextRef="#ctx0" brushRef="#br0" timeOffset="68162.68">30085 11780 221 0,'0'0'653'16,"0"0"-290"-16,7-92-70 16,11 64-40-16,4 10-76 15,4 8-40-15,8 8-28 0,2 2-1 16,1 13-3-16,-1 8-19 15,-3 4-12-15,-8 4-5 16,-5-1 1-16,-13 3-10 16,-7-1-8-16,0-1-7 15,-10-2-19-15,-14-1-17 16,-5-6-9-16,-6-4-41 16,-22-8-170-16,6-8-257 15,5 0-657-15</inkml:trace>
  <inkml:trace contextRef="#ctx0" brushRef="#br0" timeOffset="79909.82">3269 6457 1505 0,'0'0'294'0,"0"0"-118"16,0 0-51-16,0 0 35 15,0 0 34-15,128 14-33 16,-40-10-28-16,36-4-18 15,21-5-17-15,7-18-30 16,0-8 12-16,-13-6-12 16,-2-1-11-16,-12-6-20 15,-10-1-8-15,-24 5-11 16,-25 6 4-16,-23 4-10 16,-10 2-5-16,-3-5-7 15,0-4 6-15,-5-7 13 16,-9-3 16-16,-10-5-7 15,-6-5-7-15,0-4 0 0,-6-2-9 16,-13-2-3 0,-6-1-8-16,-14-12 0 0,-6 11-1 15,-6-1 1-15,-23-3-1 16,-10 14 0-16,-28-1 1 16,-4 17-1-16,6 24 0 15,1 17-1-15,5 15 1 16,-4 20 1-16,-2 12 5 15,7 9 0-15,9 8-5 16,6 2 0-16,15-5 0 16,-5 11 5-16,11 3-5 0,6 3 1 15,-2 11-1 1,20-8 0-16,10 5-1 0,11 1-1 16,11-2 1-16,7-12 7 15,4-12-5-15,0-16-2 16,7-4 17-16,8 6-11 15,6 4 1-15,3 1 4 16,6-8-10-16,-2-8 0 16,2-6 1-16,0-9 6 15,-2-5-7-15,2-5-1 16,-3-4 0-16,-2-3-61 16,11-4-103-16,-6 0-147 15,-5 0-420-15</inkml:trace>
  <inkml:trace contextRef="#ctx0" brushRef="#br0" timeOffset="80389.17">2725 7915 1362 0,'0'0'359'0,"0"0"-48"16,0 0-70-16,0 0-84 0,0 0-16 15,45-85-32 1,-14 52-32-16,9 0-35 16,0-2-26-16,-1 4-16 15,-3-1-10-15,4-2-124 0,-9 9-176 16,-11 7-480-16</inkml:trace>
  <inkml:trace contextRef="#ctx0" brushRef="#br0" timeOffset="80646.74">2834 7603 1699 0,'0'0'333'0,"0"0"-151"16,0 0-101-16,0 0 58 15,96-38-10-15,-52 21-36 16,1 1-53-16,2 5 5 15,-5 7-14-15,-3 4 5 16,-8 3-15-16,-8 16-2 16,-10 12 17-16,-7 6-21 15,-6 7-15-15,0 4-88 16,-39 17-110-16,5-12-179 16,-8-10-608-16</inkml:trace>
  <inkml:trace contextRef="#ctx0" brushRef="#br0" timeOffset="81091.13">1900 7567 1422 0,'0'0'403'16,"0"0"-102"-16,0 0-101 16,0 0-88-16,0 0-4 15,0 0-14-15,49 84-41 16,-28-54-14-16,0-4-15 16,-6-1-16-16,-6-3 5 15,1-5-3-15,-10-5-2 0,0-5-1 16,0-5 5-16,-13-2 11 15,-7-11-7-15,-8-16-2 16,1-12 2-16,3-5 5 16,5-4 15-16,10 4-3 15,9 10-3-15,0 9-17 16,24 9-5-16,6 9-2 16,4 7 3-16,3 0 14 15,3 10-12-15,-4 5-2 16,-3 2-9-16,-3 0-44 15,-5-6-106-15,-7-5-110 16,-6-4-385-16,-9-2-619 0</inkml:trace>
  <inkml:trace contextRef="#ctx0" brushRef="#br0" timeOffset="81404.68">2055 7305 1759 0,'0'0'356'15,"0"0"-93"-15,0 0-157 16,0 0 45-16,0 0-12 16,0 0-45-16,94 69-19 15,-64-54-41-15,-5-4-17 16,-1-5-8-16,-6-5 1 16,-6-1 1-16,-2-4-2 0,-7-13 8 15,-3-11 1 1,0-5-10-16,-3-7-7 0,-13-2-1 15,-2 2-15-15,-6 7-10 16,5 9-5-16,1 14 0 16,0 10-31-16,7 8-78 15,6 19 64-15,5 5-20 16,5 1-79-16,36-4-151 16,-1-12-246-16,2-13-495 0</inkml:trace>
  <inkml:trace contextRef="#ctx0" brushRef="#br0" timeOffset="81801.45">2461 6957 1300 0,'0'0'359'0,"0"0"40"16,0 0-120-16,0 0-76 16,0 0-108-16,0 0-4 15,0 0 38-15,-57 96-23 16,67-63-39-16,7 1-12 15,4-5-17-15,0-1-14 16,6-7-6-16,-2-7-17 16,-4-6 0-16,-5-8 5 15,-4 0-6-15,-6-10 0 16,-6-17-1-16,0-4 0 16,-9-8 0-16,-15-6 1 15,-7-6 0-15,-18-13 1 16,1 1-1-16,-4-2 0 0,4 3 0 15,20 22 0-15,5 8-1 16,10 18 0-16,13 14-1 16,3 9-15-16,19 18 17 15,8 10 9-15,6 7 2 16,7 0-11-16,2 0-6 16,1-6-9-16,-4-5-105 15,13-8-183-15,-13-11-167 16,-11-12-371-16</inkml:trace>
  <inkml:trace contextRef="#ctx0" brushRef="#br0" timeOffset="82328">2561 6762 1307 0,'0'0'300'0,"0"0"-113"15,0 0-89-15,0 0 60 16,0 0-55-16,25 77-32 15,-7-63-25-15,-3-1-20 16,4-6-12-16,-5-5-4 16,-4-2 8-16,-1 0 0 15,-6-14 2-15,-3-9-5 16,0-3 1-16,-3-3-7 16,-13-2-3-16,-2 4-5 15,-3 5 20-15,3 6 18 0,0 8 26 16,9 8 48-16,4 0-16 15,5 15-64-15,0 11-23 16,2 3-2-16,15 2 3 16,6-1-11-16,7-5-1 15,3-4 0-15,3-4 1 16,0-5 0-16,-3-7 0 16,-8-5-15-16,-6 0-5 15,-8-12 20-15,-8-14 17 16,-2-5-5-16,-1-6 19 15,2-1 13-15,2 5-6 16,2 2 4-16,6 6-12 16,4 6-9-16,7 7-10 15,5 7 5-15,8 3 9 16,-2 2 28-16,5 10-8 0,-2 13-5 16,-5 7-10-16,-7 8-12 15,-6 6-18-15,-10 6-1 16,-7 5-37-16,-10 18-128 15,-14-12-376-15,-6-11-1310 0</inkml:trace>
  <inkml:trace contextRef="#ctx0" brushRef="#br0" timeOffset="83552.76">6964 5659 1016 0,'0'0'749'16,"0"0"-591"-16,0 0-58 15,0 0-24-15,132 88 114 16,-12-12-57-16,26 6-38 16,12-12-31-16,3-16-21 15,-1-21-5-15,10-16-6 16,4-17-12-16,0-7-2 15,-5-34-8-15,-6-15-2 16,-11-11-2-16,-12-6-5 16,-14-5-1-16,-15-1 1 15,-9 4 0-15,0 9 5 16,0 13-5-16,1 17 1 16,6 14-1-16,4 13 10 0,13 9-11 15,10 0 0-15,17 7 1 16,20 7 24-16,17-2 31 15,17-3-19-15,17-3-22 16,4-6-3-16,0 0-11 16,5-15-1-16,-12-15 0 15,1-12 0-15,-6-11 6 16,-14-8-6-16,-7-7-1 16,-16-4-8-16,-15-2 7 15,-15 8-3-15,-16 12 5 16,-8 15 5-16,-19 15-5 15,0 17 0-15,-9 7-1 0,4 4 2 16,9 19 0 0,8 10 0-16,15 6 14 0,12 5 5 15,10-2 11-15,14-3-5 16,10-5 5-16,7-9-12 16,6-14-5-16,4-11-8 15,7-1-5-15,7-27 11 16,2-12-5-16,-2-11-7 15,-5-8-10-15,-13 0 10 16,-13 6 1-16,-17 4 0 16,-11 12 13-16,-18 9-14 15,-14 13-4-15,-10 13 4 16,-12 2 1-16,-4 11 6 16,-1 17 29-16,1 5 9 15,2 7 3-15,5 8 2 0,7 5-1 16,13 5-1-16,11 2-2 15,9-4-13-15,-1-2-1 16,-6-4-19-16,-13-2-5 16,-26-8-7-16,-25-5 5 15,-24-9-5-15,-17-3-1 16,-10 1-12-16,-9-1-65 16,-9 0-41-16,-15-12-77 15,-42-13-175-15,5-19-364 16,0-6-1170-16</inkml:trace>
  <inkml:trace contextRef="#ctx0" brushRef="#br0" timeOffset="83680.2">19506 5224 2111 0,'0'0'284'0,"0"0"-192"0,0 0-46 16,0 0-30-16,0 0-16 15,0 0-118-15,-99 4-259 16,8-4-1328-16</inkml:trace>
  <inkml:trace contextRef="#ctx0" brushRef="#br0" timeOffset="84267.74">12503 4528 1587 0,'0'0'267'0,"0"0"29"0,0 0-80 16,0 0-80-16,0 0-58 16,0 0-45-16,0 0 44 15,47-13 15-15,-19 43-17 16,-2 1-18-16,-7-1-15 15,-9-5-20-15,-5-5-7 16,-4-8-7-16,-1-4-7 16,0-8 14-16,-10 0 0 15,-8-12-3-15,-2-16-11 16,0-11 9-16,3-10 4 16,8-5-5-16,9 6 3 15,0 7-6-15,17 12 0 16,12 18-5-16,10 11 5 0,10 7 11 15,4 21 13-15,2 9 3 16,-1 4-17-16,-8 0-10 16,-7-2-6-16,-10-8-12 15,-6-6-96-15,-10-13-164 16,-7-6-112-16,-6-6-442 0</inkml:trace>
  <inkml:trace contextRef="#ctx0" brushRef="#br0" timeOffset="84640.86">12828 4187 1255 0,'0'0'257'16,"0"0"-118"-16,0 0-9 16,0 0 14-16,0 0-42 0,60 85-46 15,-37-68-13-15,2-5 24 16,-3-7-8-16,-2-5 8 15,-4-1 19-15,-4-16-16 16,-3-7-17-16,-3-6-29 16,-6-2-12-16,0 0 3 15,0 2 6-15,-3 7 20 16,-6 5 17-16,-3 10 54 16,2 8 12-16,-3 2-23 15,-1 22-61-15,2 10-21 0,2 8 4 16,4 9-1-1,6 4-2-15,0-2-2 0,7-7-17 16,14-5 9-16,10-12-10 16,7-11-6-16,8-15-40 15,3-3-89-15,18-44-143 16,-15-3-211-16,-10-2-547 0</inkml:trace>
  <inkml:trace contextRef="#ctx0" brushRef="#br0" timeOffset="85521.28">13252 4016 1545 0,'0'0'375'0,"0"0"-137"15,0 0-84-15,0 0 1 16,5 72-21-16,11-34 0 0,7 4 2 16,2 2-30-16,3-1-56 15,0-2-24-15,2-9-14 16,0-7-11-16,-6-11-1 15,-1-8-14-15,-7-6-44 16,-6-12-34-16,-7-13 18 16,-3-10 1-16,0-8 14 15,-4-3 31-15,-8-3 16 16,-1 4 12-16,2 6 1 16,-1 7 8-16,5 10 9 15,2 9 37-15,4 10 29 16,1 3-20-16,0 11-13 15,0 11 15-15,9 7-22 0,5 0-12 16,5 3-11-16,6-4-6 16,3-3-14-16,5-6 0 15,1-10 0-15,2-7-1 16,-6-2 0-16,-6-11-21 16,-6-11-10-16,-9-3 1 15,-6-5 15-15,-3-1 5 16,0 0 4-16,-6-2 6 15,-2 4 0-15,2 4 0 16,0 5 1-16,5 7 7 16,1 7-2-16,0 6-5 15,0 0 0-15,16 7 0 16,9 9 18-16,7 6 15 16,4 0-1-16,3 0-15 15,-1 0-10-15,-2-5-8 0,-3-5 0 16,-2-4-14-16,-6-8-63 15,-2 0-125-15,-5-13-61 16,-5-13-69-16,-4-5 31 16,-9-7 32-16,0-4 71 15,0 0 151-15,-5 2 47 16,-6 7 96-16,0 8 101 16,-2 9 35-16,2 9 8 15,1 7-11-15,0 5-97 16,1 16-79-16,1 9 33 15,7 6-7-15,1 3-10 16,3-1-14-16,16 0-21 0,5-9-26 16,6-7-7-1,0-7 5-15,-2-11-5 0,-4-4 7 16,-7-1-7-16,-4-18 10 16,-7-8-11-16,-5-5-12 15,-1-6-8-15,-4-4 1 16,-17 2-2-16,-2 2-43 15,-2 7-27-15,1 7 33 16,6 12 37-16,11 11 12 16,5 1-118-16,2 11 35 15,8 8-37-15,14-2-27 16,21-2-122-16,-7-6-70 16,-2-6-345-16</inkml:trace>
  <inkml:trace contextRef="#ctx0" brushRef="#br0" timeOffset="86061.21">14243 3696 948 0,'0'0'337'16,"0"0"40"-16,0 0-88 16,0 0-70-16,0 0-113 15,0 0 51-15,0 0 35 16,31 58-41-16,-12-19-41 16,0 2-49-16,-2-2-28 15,-2-3-15-15,-6-8-10 16,0-7 0-16,-6-8-7 15,-3-11-1-15,0-2 12 16,-1-12-3-16,-10-15-9 0,-2-10-1 16,2-10-8-1,1-3-6-15,3-1-3 0,2 4 6 16,5 12 12-16,0 11-9 16,0 15 8-16,16 9 0 15,2 7 1-15,9 16 2 16,3 6 5-16,4 5 4 15,2-4-11-15,1-3 0 16,-1-11 0-16,-2-9 0 16,-1-7-8-16,-3-11-29 15,-5-19-99-15,-7-6 21 16,-7-10 36-16,-8-3 48 16,-3-5 20-16,-8-1 11 15,-13 2 0-15,-5 10 6 0,-1 12 18 16,-2 16 109-16,4 15-44 15,2 0-47-15,7 24-9 16,10 5-6-16,6 7-5 16,8 3-10-16,19 2-3 15,8 1-3-15,8-3-5 16,1-1-1-16,0 0 0 16,-5-2-1-16,-6-2-1 15,-8 2-14-15,-20 11-223 16,-5-5-302-16,-5-8-784 0</inkml:trace>
  <inkml:trace contextRef="#ctx0" brushRef="#br0" timeOffset="86286.61">13971 4582 2150 0,'0'0'336'15,"0"0"-48"-15,84-54-153 16,5 1 30-16,26-13-60 16,-6 7-23-16,-22 14-19 15,-31 19-42-15,-26 10-21 16,-3 2-40-16,-5 3-92 16,-19 2-165-16,-3 7-276 15,-12 2-733-15</inkml:trace>
  <inkml:trace contextRef="#ctx0" brushRef="#br0" timeOffset="86496.81">14020 4695 2041 0,'0'0'508'16,"0"0"-361"-16,0 0 57 15,84-38-5-15,-29 9-56 16,14-6-40-16,-1 2-37 15,-3 4-39-15,-10 4-17 16,-13 6-10-16,-16 7-11 16,-9 7-80-16,-16-4-188 0,-1 4-404 15,-1-3-1216-15</inkml:trace>
  <inkml:trace contextRef="#ctx0" brushRef="#br0" timeOffset="86670.5">14954 4319 2453 0,'0'0'566'15,"0"0"-238"-15,0 0-213 16,0 0-44-16,0 0-40 16,0 0-31-16,0 0-1 15,-22 6-202-15,-2-3-785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2:55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15543 3227 552 0,'0'0'1042'16,"0"0"-755"-16,0 0-1 15,0 0-83-15,0 0-44 16,0-5-64-16,6-4-55 16,11-4-13-16,2-2-18 15,7-1-9-15,-3 1-27 16,1 0-108-16,-7 3-98 15,-6 3-340-15,-9 4-343 0</inkml:trace>
  <inkml:trace contextRef="#ctx0" brushRef="#br0" timeOffset="155.93">15517 3453 426 0,'0'0'788'0,"0"0"-588"16,0 0 6-16,0 0-105 15,0 0-40-15,0 0 8 16,84-58-37-16,-28 4-32 16,-10 7-161-16,-7 2-488 0</inkml:trace>
  <inkml:trace contextRef="#ctx0" brushRef="#br0" timeOffset="383.53">15822 2980 876 0,'0'0'634'0,"0"0"-391"15,0 0-129-15,0 0-38 16,109-5 41-16,-70 5-6 16,0 19-3-16,-2 7-24 15,-9 6-25-15,-8 6-25 16,-9 4-17-16,-8 1-11 15,1 1-6-15,-3-12-211 16,4-17-657-16</inkml:trace>
  <inkml:trace contextRef="#ctx0" brushRef="#br0" timeOffset="684.26">16975 2280 1493 0,'0'0'387'16,"0"0"-55"-16,0 0-179 15,0 0-49-15,0 0 2 16,42 72 58-16,-5-10-9 0,-1-1-58 15,0 6-47-15,-3 0-31 16,-11-13-18-16,-1 6-1 16,-6-6-6-16,-7-9-96 15,-8-8-162-15,0-11-211 16,-13-14-291-16</inkml:trace>
  <inkml:trace contextRef="#ctx0" brushRef="#br0" timeOffset="893.74">16985 2366 717 0,'0'0'750'0,"0"0"-373"16,5-89-137-16,15 63-67 15,8 9-28-15,5 8-26 16,7 9-12-16,-1 5-13 16,-2 20-29-16,-5 13-24 0,-9 7-14 15,-9 9-15-15,-9-1-6 16,-5 0-6-16,0-7-12 15,-1-11-118-15,-15-16-175 16,2-12-368-16,1-7-631 0</inkml:trace>
  <inkml:trace contextRef="#ctx0" brushRef="#br0" timeOffset="1426.48">17175 2344 1128 0,'0'0'481'0,"0"0"-188"0,0 0-98 16,44-75-28-1,-9 53-50-15,8 5 7 0,4 2-12 16,3 7-27-16,-1 5-37 16,-5 3-17-16,-5 4-10 15,-9 15-11-15,-8 1-4 16,-6 6-5-16,-8 1-1 16,-7 0-1-16,-1-5-19 15,0-4-36-15,0-5-46 16,-4-10 13-16,-1-3 22 15,1-3 9-15,3-17-4 16,1-9 10-16,0-6 37 16,0-4 15-16,0 1 0 15,0 1 19-15,0 7 31 16,0 10 13-16,0 6 11 0,0 8 2 16,0 6-12-1,0 0-27-15,1 14-4 0,8 9-9 16,1 4-3-16,2 1-2 15,6 0 2-15,0-4 3 16,-2-6-15-16,4-4 0 16,-5-8 3-16,-2-6-11 15,-4 0 28-15,-1-9 3 16,-5-10 21-16,1-8-23 16,-4-7-14-16,0-4-14 15,0-3-1-15,-9 2 5 16,-2 3-5-16,-3 5-1 15,2 11-9-15,1 9-13 0,1 11 4 16,4 4-54 0,1 17-121-16,5 7-19 0,8 2-73 15,13-8-234-15,5-10-432 16</inkml:trace>
  <inkml:trace contextRef="#ctx0" brushRef="#br0" timeOffset="1659.19">17945 1860 1313 0,'0'0'371'15,"0"0"165"-15,0 0-320 16,0 0-42-16,0 0-98 16,0 0 40-16,-15 71 19 0,22-32-27 15,5 0-44 1,5-2-34-16,1-3-14 0,3-5-15 15,4-7-1-15,2-8-1 16,2-10-68-16,12-21-179 16,-5-14-302-16,-9-7-572 0</inkml:trace>
  <inkml:trace contextRef="#ctx0" brushRef="#br0" timeOffset="2453.4">18154 1775 567 0,'0'0'632'16,"0"0"-383"-16,0 0-16 0,0 0-90 16,-9 77-27-1,10-60-52-15,10 0-16 0,2-5-9 16,-1-2-19-16,2-6-20 16,-1-4 0-16,-1 0 0 15,-2-14 33-15,-1-3-8 16,-3-7 0-16,-1-3-24 15,-2-1 24-15,-2-1-5 16,-1 2 12-16,0 5 41 16,-3 5 20-16,-6 9 36 15,0 6-1-15,-1 2-41 16,1 13-50-16,0 10-28 16,0 7-3-16,5 4-5 0,4 4 5 15,0 1-5-15,10-4-1 16,9-5-1-16,10-8-8 15,7-10-9-15,4-12-21 16,3-5-55-16,-3-21-64 16,-1-11 5-16,-9-7-85 15,-11-4 48-15,-5-5 68 16,-11-2 59-16,-3 4 63 16,0 5 11-16,-14 11 88 15,-1 12 65-15,-1 11-26 16,1 11-28-16,0 1-48 15,5 10-30-15,2 7-17 16,3 8-6-16,5 1-9 0,0 0-1 16,10-2 0-1,12-4-6-15,6-3-4 0,7-5 10 16,3-2-42-16,3-4-24 16,0-3-2-16,-2-3-9 15,-4 0-14-15,-7 0-17 16,-4-4 5-16,-8-6 50 15,-3 0 26-15,-6 0 15 16,-6-1 13-16,-1 3 12 16,0 4 1-16,-1-1-7 15,-9 2 38-15,-3 1-12 16,1-1 21-16,0-1 24 16,2-3 13-16,4-3 19 15,4-5-39-15,2-2-52 0,2-3 1 16,13-3-13-16,4-5-6 15,5 1-40-15,1 2-81 16,2 0-18-16,-4 1-15 16,-1 3 27-16,-3-1-33 15,-4 5-33-15,-3 2 76 16,-4 4-99-16,-4 8 92 16,-1 3-41-16,-3 0-145 0</inkml:trace>
  <inkml:trace contextRef="#ctx0" brushRef="#br0" timeOffset="3489.85">18491 1550 136 0,'0'0'26'0,"0"0"508"0,0 0-259 15,0 0-26-15,0 0-60 16,0 0-19-16,0 0-22 15,-17 14-41-15,10-2-44 16,1 3 4-16,-2 7 15 16,4 2-7-16,-1 2 0 15,5 3-11-15,0-2-9 0,0-2-2 16,6-4-3-16,6-3 4 16,5-4-8-16,1-2 6 15,3-5-7-15,4 0-2 16,3-3-13-16,0 0-19 15,1 0-3-15,-1 2-7 16,-4 1 0-16,0 3 5 16,-6 3 2-16,-6 2-7 15,-6 4 16-15,-6 3-2 16,0 2-5-16,-15 5-9 16,-6-3 0-16,-4-1 11 15,-2-5-12-15,3-6-35 16,-2-14-146-16,7 0-170 15,7-9-615-15</inkml:trace>
  <inkml:trace contextRef="#ctx0" brushRef="#br0" timeOffset="3871.21">18840 1322 1061 0,'0'0'329'16,"0"0"-5"-16,0 0-131 15,0 0-38-15,0 0-32 16,-73 90-24-16,65-56 6 0,5-3-16 16,3-2-36-16,0-5-7 15,11-7-8-15,6-7-6 16,7-3 9-16,2-2-12 15,5-5-9-15,3 0-8 16,-1 0-5-16,-3 0 1 16,-7 1-8-16,-6 5 0 15,-6 5 0-15,-8 5 9 16,-3 7 4-16,-3 5-11 16,-14 3 22-16,-6 3-9 15,-4-4-15-15,0-4 0 16,2-9-11-16,0-13-143 15,8-4-159-15,6-5-586 0</inkml:trace>
  <inkml:trace contextRef="#ctx0" brushRef="#br0" timeOffset="4049.07">18998 1305 1152 0,'0'0'363'16,"0"0"19"-16,0 0-136 15,88 112-60-15,-58-70-36 16,-4 1-80-16,-4-2-33 16,-8-7-37-16,-11-10-77 15,-3-10-197-15,0-11-433 0</inkml:trace>
  <inkml:trace contextRef="#ctx0" brushRef="#br0" timeOffset="4182.11">18861 1037 611 0,'0'0'325'0,"0"0"-197"16,0 0-78-16,0 0-43 15,115 59-7-15,-59-34-145 16,-2-2-696-16</inkml:trace>
  <inkml:trace contextRef="#ctx0" brushRef="#br0" timeOffset="4908.14">19228 1187 611 0,'0'0'954'16,"0"0"-434"-16,0 0-375 0,0 0-83 15,0 0-37 1,0 0 77-16,40 93 71 0,-19-51-27 16,1 2-54-16,0-1-50 15,-1-4-24-15,-4-7-11 16,-3-8-7-16,-6-11 0 15,-2-12-1-15,-3-1 1 16,-3-24 0-16,2-14 17 16,-2-12-17-16,0-3 0 15,1-1-5-15,4 10-8 16,0 10 8-16,3 10 3 16,-1 15-3-16,4 9-1 0,5 0-6 15,5 14 12-15,6 5 3 16,4 1-2-16,5-1-1 15,4-10-7-15,5-7-42 16,3-2-88-16,-2-22-85 16,-6-9-67-16,-11-10-44 15,-16-1 126-15,-13 0 168 16,-3 1 39-16,-22 7 130 16,-5 6 64-16,0 11-12 15,5 11-47-15,4 6-37 16,9 3-43-16,5 19-30 15,7 3-3-15,0 2-8 16,7 0-1-16,8-5-7 0,3-3-6 16,0-11-1-1,-1-5-8-15,-1-3 9 0,-5-6 2 16,-6-12 13-16,-5-3-2 16,0-1 2-16,0 1 49 15,-8 6 70-15,1 5 21 16,4 8-5-16,3 2-65 15,0 7-64-15,2 22-9 16,20 25 3-16,17 35 9 16,19 30 28-16,6 11 13 15,-3-9-28-15,-10-18-10 16,-18-33-8-16,-11-20-10 16,-11-16-9-16,-8-7 1 15,-3-1-1-15,0-2 0 16,-17-2 0-16,-14-7 12 0,-25-4-12 15,-2-6 0-15,-9-5-36 16,1 0-40-16,13-43-71 16,8-1-442-16,24-11-1559 0</inkml:trace>
  <inkml:trace contextRef="#ctx0" brushRef="#br0" timeOffset="5907.41">20472 880 1129 0,'0'0'508'15,"0"0"-154"-15,0 0-94 16,0 0-29-16,0 0-48 16,0 0-89-16,0 0-54 15,-8 20-2-15,24 15 21 0,6 6-15 16,4 3-20-1,4-5-9-15,5-5-10 0,1-10-5 16,-1-10-7-16,-4-14-10 16,-6 0-19-16,-9-19-7 15,-9-11 7-15,-7-7 9 16,-3-5 21-16,-14-1 0 16,-3 2 6-16,2 3 6 15,4 9-6-15,7 11 0 16,2 9 11-16,5 9-11 15,0 0-37-15,8 19 37 16,12 6 8-16,6 6-7 16,10 0 7-16,6-2-8 0,7-5-1 15,2-10-89 1,-1-9-136-16,-8-5-41 0,-12-5-13 16,-18-15 11-16,-12-5 208 15,-7-5 61-15,-15 1 138 16,-1-2 20-16,2 4 16 15,6 10-17-15,6 6-30 16,6 10-45-16,3 1-51 16,0 12-15-16,3 13-1 15,7 6 0-15,2 3 6 16,2 0 1-16,-2-1-12 16,1-8-8-16,0-8-2 15,-2-8-35-15,-1-9-66 16,-4-5 34-16,-1-19 1 15,-4-10 32-15,-1-4 23 0,0 1 11 16,0 3 6-16,0 4 5 16,0 10 23-16,0 6 4 15,2 11 8-15,5 3-21 16,5 0-17-16,8 17 32 16,7 3-9-16,5 4-15 15,7-1-2-15,0-1-5 16,-5-10-3-16,-4-4-5 15,-8-8-1-15,-8 0 0 16,-7-11 10-16,-7-9-1 16,0-7 3-16,0-4 36 15,-7 0 16-15,1 5 14 16,0 4 2-16,4 10 4 16,2 8-36-16,0 4-29 0,2 1-19 15,13 15 15-15,7 8 1 16,3 3-4-16,1 2-5 15,-2-3-7-15,-5-4-1 16,-4-7-122-16,-15-15-171 16,0 0-216-16,-15-10-896 0</inkml:trace>
  <inkml:trace contextRef="#ctx0" brushRef="#br0" timeOffset="6042.61">21120 412 1124 0,'0'0'178'0,"0"0"-60"0,0 0-72 16,124 53-46-16,-66-42-19 15,-8-3-391-15</inkml:trace>
  <inkml:trace contextRef="#ctx0" brushRef="#br0" timeOffset="6310.58">21502 398 588 0,'0'0'1267'16,"0"0"-708"-16,0 0-284 15,0 0-133-15,0 0-57 16,0 0-7-16,0 0 70 16,70 89-40-16,-35-42-41 0,0 3-15 15,0 1-1-15,-4 2-18 16,-1-6-3-16,-5-5-16 15,-3-6-13-15,-3-8 5 16,-5-9-6-16,-3-10-8 16,-2-9-14-16,1 0-29 15,-2-17-20-15,-2-33-83 16,-2 3-302-16,-4 0-364 0</inkml:trace>
  <inkml:trace contextRef="#ctx0" brushRef="#br0" timeOffset="6486.77">21443 721 1197 0,'0'0'811'16,"0"0"-582"-16,0 0-54 16,0 0-4-16,91-61-91 15,-44 29-54-15,19-26-26 16,-12 8-217-16,-14 3-1252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3:35.5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 1189 995 0,'0'0'284'0,"0"0"67"15,0 0-21 1,-66-75-28-16,44 59-66 0,1 6-25 16,0 7-39-16,-4 3-69 15,-2 10-64-15,2 16-30 16,-5 13 0-16,3 7-8 16,2 9 0-16,5 3 7 15,4-1 0-15,10-2-7 16,6-6 0-16,0-8 0 15,9-9-1-15,13-8 0 16,2-10 0-16,3-7 0 16,-2-7-1-16,1-4 1 15,-7-19 0-15,-1-8 0 0,-9-7 1 16,-5-5 10 0,-4-4-10-16,0-1 5 0,-7 1 0 15,-6 6 1-15,2 5 8 16,2 10-9-16,0 9-5 15,6 11 0-15,3 6-1 16,0 0-1-16,5 10-13 16,14 13 8-16,9 12 6 15,4 5 9-15,-1 5 0 16,2 3-9-16,3 1-10 16,10 14-137-16,-9-12-345 15,-7-10-590-15</inkml:trace>
  <inkml:trace contextRef="#ctx0" brushRef="#br0" timeOffset="223.86">2100 1512 1358 0,'0'0'533'0,"0"0"-166"15,0 0-67-15,61 103-63 16,-40-72-104-16,-6-1-81 16,-2-4-25-16,1-6-27 15,-6-3 0-15,-6-10-102 16,-2-4-214-16,0-3-509 0</inkml:trace>
  <inkml:trace contextRef="#ctx0" brushRef="#br0" timeOffset="569.11">1843 410 510 0,'0'0'1019'0,"0"0"-681"15,0 0-99-15,0 0-25 16,0 0-57-16,-46 87-71 15,37-58-19-15,3-1-19 16,-3-2-15-16,3-5 3 16,2-6 1-16,1-5-15 0,3-4-13 15,0-3 5-15,0-3-7 16,0 5-7-16,6 4-6 16,7 5 6-16,5 4 12 15,6 6 9-15,1 3 12 16,2 1-8-16,0 3-13 15,-3-1-7-15,4 0-5 16,-1-1-34-16,6 0-214 16,-3-7-304-16,-8-10-603 0</inkml:trace>
  <inkml:trace contextRef="#ctx0" brushRef="#br0" timeOffset="780.97">2037 464 1064 0,'0'0'846'0,"0"0"-480"16,0 0-164-16,0 0-107 15,0 0 69-15,0 0-54 16,57 93-37-16,-32-56-31 16,0 1-18-16,-2-1-9 15,-2-1-15-15,-5-3 0 16,-2 0-128-16,-5-9-196 15,-6-6-419-15</inkml:trace>
  <inkml:trace contextRef="#ctx0" brushRef="#br0" timeOffset="1124.85">2089 333 1109 0,'0'0'368'0,"0"0"-38"15,0 0-73-15,0 0-33 16,0 0-59-16,0 0-31 16,0 0-23-16,93-75-55 15,-68 73-28-15,2 2-10 16,3 9 9-16,4 11 16 16,2 8 0-16,0 6-7 0,1 5-15 15,-1 3 42-15,-2 0-2 16,0 0-16-16,-5-1-12 15,-5-3-9-15,-3-1-6 16,-7-3-3-16,-5-3-3 16,-4 0 3-16,-5-2-4 15,0 1-10-15,-9-2 10 16,-9 0-11-16,0-4-32 16,-1-7-118-16,4-10-192 15,6-7-437-15</inkml:trace>
  <inkml:trace contextRef="#ctx0" brushRef="#br0" timeOffset="1329.89">3010 851 1564 0,'0'0'525'16,"0"0"-291"-16,0 0-97 15,0 0-33-15,0 0-68 16,0 0-21-16,0 0-15 16,86-58-50-16,-64 43-235 15,-5 5-430-15</inkml:trace>
  <inkml:trace contextRef="#ctx0" brushRef="#br0" timeOffset="1525.28">2996 1210 1857 0,'0'0'326'0,"0"0"-86"0,0 0-20 16,0 0-64-16,0 0-42 16,0 0-56-16,88 8-26 15,-54-16-32-15,26-25-27 16,-9 4-261-16,-2-12-714 0</inkml:trace>
  <inkml:trace contextRef="#ctx0" brushRef="#br0" timeOffset="4773.85">3706 461 1141 0,'0'0'292'0,"0"0"26"16,0 0-17-16,0 0-64 15,0 0-105-15,0 0-83 16,0 0-40-16,-64-16-9 15,85 56 0-15,3 12 9 16,6 6 24-16,1-1-21 16,-4-5 10-16,1-7-13 15,-4-3-8-15,-2-5 5 16,-8-2-5-16,1-9-1 16,-8-6 1-16,-4-9-1 15,-1-8 6-15,-2-3 8 16,0-3 30-16,-12-16 4 15,-3-5-21-15,1-7 9 16,3 2-4-16,5 5-12 16,6 8-8-16,0 7-6 0,4 5-5 15,17 4-1-15,7 0 0 16,2 0 0-16,6 9 0 16,-3 3-1-16,-5 3-11 15,2 0-5-15,6 8-129 16,-8-5-177-16,-6-2-377 0</inkml:trace>
  <inkml:trace contextRef="#ctx0" brushRef="#br0" timeOffset="5023.46">4382 724 823 0,'0'0'936'0,"0"0"-775"15,0 0 37-15,0 0-1 16,46 74-54-16,-29-51-58 16,-3-1-49-16,-3-2-26 15,4-3-10-15,-6-5-73 16,-3-5-199-16,-5-6-504 0</inkml:trace>
  <inkml:trace contextRef="#ctx0" brushRef="#br0" timeOffset="5397.87">4045 81 1079 0,'0'0'481'0,"0"0"-264"15,0 0 9-15,-42 96-31 16,27-60-63-16,0-1-68 16,-1-2-10-16,2-6-24 15,4-8-18-15,3-5 1 16,2-7-4-16,5-6 9 0,0-1 25 15,0 0-20-15,0 0-5 16,5 0-18-16,8 0-9 16,5 6 9-16,7 3 0 15,2 5 8-15,1 4 2 16,-1 3-1-16,-3 1-3 16,-3-2-5-16,-2-2-1 15,-1-3-15-15,-1-5-141 16,-3-3-195-16,-6-7-403 0</inkml:trace>
  <inkml:trace contextRef="#ctx0" brushRef="#br0" timeOffset="5604.39">4136 194 1303 0,'0'0'253'0,"0"0"-51"15,0 0 46-15,0 0-29 16,61 95-68-16,-40-64-53 16,1-2-60-16,-4 0-27 15,-2-5-11-15,-2 1-67 16,-1-8-206-16,-7-5-395 0</inkml:trace>
  <inkml:trace contextRef="#ctx0" brushRef="#br0" timeOffset="5966.66">4170 173 986 0,'0'0'388'0,"0"0"-106"16,0 0-70-16,0 0-48 15,0 0-57-15,33-75-15 16,-18 53 4-16,-3 5-15 15,-2 5-35-15,-1 5-23 16,0 7-8-16,1 0 1 16,4 8 6-16,2 10 14 15,2 7 26-15,3 4 59 0,0 2-19 16,-3-2-40 0,3 1-12-16,-3-2-23 0,0-3-12 15,-5-2-5-15,-1-1-2 16,-6-6-7-16,0-2 10 15,-3-3-5-15,-3 1 4 16,0 1-3-16,0-1-5 16,-12 4-2-16,-10 0-9 15,-23 10-147-15,3-6-338 16,2-1-824-16</inkml:trace>
  <inkml:trace contextRef="#ctx0" brushRef="#br0" timeOffset="12597.98">28847 7657 1528 0,'0'0'478'15,"0"0"-228"-15,0 0-69 16,0 0-15-16,0 0-21 16,0 0 25-16,60 45-13 15,-11-34-39-15,9-2-38 16,4-4-12-16,7-3-24 15,-2-2-17-15,-2 0-12 16,-4 0-15-16,-9-4 0 16,-9 0 0-16,-13 1-7 0,-12 0-52 15,-14-1-98-15,-4 1-200 16,0-2-318-16</inkml:trace>
  <inkml:trace contextRef="#ctx0" brushRef="#br0" timeOffset="13041.1">28969 7328 143 0,'0'0'1453'0,"0"0"-1162"16,0 0-57-16,0 0-18 16,0 0-65-16,0 0-87 15,0 0 0-15,-19 62 84 16,-1-13-22-16,-3 7-28 16,-6 2-21-16,-2-1-26 15,0-1-15-15,1-7-15 16,5-6-4-16,5-9-7 15,5-7-2-15,6-7-1 16,4-6 4-16,5-2-4 16,0-2 7-16,0 0-4 15,11-1 10-15,8-1 19 0,5-2-2 16,2 0-3 0,6-5-4-16,4-1-13 0,3 0-7 15,1 0-8-15,5 0-2 16,-2-4 0-16,20 4-75 15,-11 0-214-15,-8 4-468 0</inkml:trace>
  <inkml:trace contextRef="#ctx0" brushRef="#br0" timeOffset="15151.92">27732 10711 1386 0,'0'0'376'16,"0"0"-51"-16,0 0-67 15,0 0-4-15,0 0-29 16,0 0-78-16,0 0-49 15,17-3-39-15,24 3 52 16,12 0-32-16,5 0-31 16,2 0-14-16,-2-2-7 15,-6-1-16-15,-4-1-10 16,-6-2 5-16,-7-1-6 0,-8 2-7 16,-9-2-15-16,-6 2-53 15,-7-2-84-15,-5-3-131 16,-5 1-258-16,-10 1-346 15</inkml:trace>
  <inkml:trace contextRef="#ctx0" brushRef="#br0" timeOffset="15555.89">27761 10419 1400 0,'0'0'337'0,"0"0"-164"16,0 0 35-16,0 0 15 16,-6-72-24-16,5 71-43 15,-2 1-33-15,-2 2-31 16,-4 19-32-16,-13 28-28 15,-2 3 7-15,-3 13 10 16,0 4 0-16,9-13-8 16,2 2-4-16,10-9-5 15,6-11-11-15,0-7-12 16,21-6 1-16,8-6-2 16,12-8 1-16,6-8 0 0,8-3 1 15,0-1 2-15,0-12-12 16,-3-4 3-16,-7-4-3 15,-7-2-32-15,-3-3-120 16,-13 6-330-16,-9 3-515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4:52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23559 7011 1420 0,'0'0'359'0,"0"0"-109"16,0 0-33-16,0 0-59 16,0 0-58-16,0 0-29 15,41-64-2-15,-19 44-14 16,3-1-6-16,3-3-6 15,2-2-16-15,-1 2-12 16,-3-1-7-16,-4 2-7 16,-5-1-1-16,-5 2-21 15,-3 0-115-15,-4-6-63 16,-5 7-152-16,0 4-360 0</inkml:trace>
  <inkml:trace contextRef="#ctx0" brushRef="#br0" timeOffset="302.17">23708 6609 137 0,'0'0'1160'16,"0"0"-810"-16,0 0-103 15,0 0-52-15,0 0-21 16,0 0-63-16,0 0-25 15,35-2-7-15,-15-3-18 0,4 0-3 16,-1 0-8-16,1 3-15 16,-1 2-19-16,-2 0-7 15,-3 0-3-15,-1 5-4 16,-7 11-2-16,-2 4 0 16,-5 5 0-16,-3 5 1 15,0 2-1-15,-3 0-76 16,-15 9-147-16,0-8-337 15,3-8-1005-15</inkml:trace>
  <inkml:trace contextRef="#ctx0" brushRef="#br0" timeOffset="4108.43">22940 8548 101 0,'0'0'201'0,"0"0"201"16,0 0-168 0,0 0-31-16,0 0-8 0,0 0 56 15,0 0-32-15,-33 0-23 16,33 0-18-16,0 0-30 15,0 0-16-15,0 0-3 16,14 0-11-16,11 2 19 16,12 1-5-16,11 0-44 15,5-2-18-15,6 2-5 16,1-2-31-16,-1-1-4 16,-2 0-10-16,-6 0-10 15,-8 0-2-15,-4 0-8 16,-8-1 1-16,-7-2 0 0,-5 0-1 15,-5 0-1 1,-7 0-29-16,-2 2-42 0,-5-1-53 16,0 0-103-16,-10-1-111 15,-7 3-277-15,-2 0-315 0</inkml:trace>
  <inkml:trace contextRef="#ctx0" brushRef="#br0" timeOffset="4416.57">22973 8727 1117 0,'0'0'313'15,"0"0"-48"-15,0 0-16 16,0 0 3-16,0 0-73 15,0 0 47-15,0 0-14 16,86 27-49-16,-48-21-42 16,4-1-28-16,1-2-18 15,2-3-20-15,1 0-7 16,-3 0-21-16,-1 0-12 16,-5 0-10-16,-7 0-5 15,-11 0-21-15,-16 0-137 16,-3 7-406-16,-6 3-1093 0</inkml:trace>
  <inkml:trace contextRef="#ctx0" brushRef="#br0" timeOffset="7295.98">6655 7863 298 0,'0'0'73'15,"0"0"562"-15,0 0-346 16,0 0 9-16,0 0-30 16,0 0-36-16,6-68-39 15,-6 63-9-15,0 1-6 16,0 4-67-16,0 2-58 16,0 17-33-16,0 10 13 15,0 7 40-15,0 3-7 0,0 3-20 16,0-6-16-1,6-2-12-15,1-4-11 16,1-5-5-16,-2-6-2 0,4-6 0 16,-5-5 0-16,-1-4-1 15,1-4-11-15,-1 0 4 16,2-7 7-16,3-10-5 16,-3-6 0-16,3-1-5 15,-3 2 11-15,1 4-1 16,-2 3 1-16,-2 8 0 15,-2 1 0-15,2 6 0 16,-1 0 0-16,7 8-1 16,3 10 1-16,3 5 11 15,4 1 10-15,3 1 0 16,1-2 8-16,1 1 11 0,1-6-2 16,-1-4-14-1,-6-4-3-15,3-4-5 0,-5-6 5 16,-4 0-7-16,3-11 9 15,-3-8 4-15,-3-10-12 16,1-7-3-16,-2-9-4 16,-7-5-8-16,-1-5 7 15,0-2-7-15,0 4 0 16,-6 10-6-16,-4 11-5 16,7 11-13-16,-2 14-14 15,1 4-39-15,1 6-138 16,-2 8-332-16,4 1-445 0</inkml:trace>
  <inkml:trace contextRef="#ctx0" brushRef="#br0" timeOffset="8488.18">7225 7159 849 0,'0'0'360'16,"0"0"-15"-16,0 0-32 15,0 0-75-15,0 0-62 16,0 0-40-16,-105-16-5 16,71 19-24-16,-3 5-14 15,6 3-14-15,1-2-19 16,3-1-5-16,10-2-16 16,6-2-21-16,5-3-6 15,4-1-3-15,-1 0-8 0,3 2 1 16,0 2-2-16,0 4-1 15,6 4 1-15,6 7 8 16,1 5 4-16,2 3 7 16,-1 5 6-16,-1 1 4 15,-1 2 4-15,-1 1 0 16,-1 0-2-16,-4-2-2 16,0-1-5-16,0-1-9 15,-3-3-8-15,0-4-5 16,4-4-1-16,-4-2 0 15,2-5-1-15,-4-4 0 16,2-5-6-16,0-2-44 16,-1-3-49-16,2 0-94 15,11-15-108-15,-3-5-236 16,1-4-728-16</inkml:trace>
  <inkml:trace contextRef="#ctx0" brushRef="#br0" timeOffset="8850.91">7335 7253 1128 0,'0'0'503'0,"0"0"-198"16,0 0-64-16,0 0-18 15,0 0-66-15,0 0-52 16,0 0 44-16,0 46-27 16,8-20-36-16,-1 1-25 15,1 1-18-15,0-1-17 16,-2-2-19-16,-4 0-6 15,1-1 0-15,-3-2-1 16,0-4-29-16,0-3-90 16,0-3-195-16,-6-7-225 15,-3-2-403-15</inkml:trace>
  <inkml:trace contextRef="#ctx0" brushRef="#br0" timeOffset="9424.97">7398 7011 1001 0,'0'0'391'0,"0"0"-43"0,0 0-107 16,0 0-53-16,0 0-56 16,0 0 7-16,0 0-2 15,43 0-8-15,-25 0-36 16,2 0-26-16,2 0-22 16,-3 0-11-16,2-2-8 15,0 2-7-15,-3 0 5 16,-3 0-3-16,1 0 1 15,-2 5 4-15,0 9-5 16,-3 8 10-16,-2 2 5 16,1 11 8-16,-2 2 8 15,-2 7 1-15,0-1-18 16,2 1-9-16,0-3 4 16,1-3 7-16,-1-1-2 0,-1-2-4 15,-1-2-2-15,0 1-2 16,-3-7-6-16,-3 0-2 15,0-6-5-15,0-2-7 16,0-5 2-16,-5-2-1 16,-7 0-1-16,-2-4 1 15,-6 0-8-15,-2-5 2 16,-7 0-2-16,1-3 0 16,-2 0-1-16,2 0-44 15,4-3-51-15,2 2-69 16,-4-4-104-16,4 5-437 15,0-2-796-15</inkml:trace>
  <inkml:trace contextRef="#ctx0" brushRef="#br0" timeOffset="9600.07">7468 7800 1328 0,'0'0'538'0,"0"0"-429"16,0 0-109-16,0 0-172 15,0 0-731-15</inkml:trace>
  <inkml:trace contextRef="#ctx0" brushRef="#br0" timeOffset="10655.89">10323 8705 411 0,'0'0'1186'0,"0"0"-701"0,0 0-185 16,0 0-28-16,0 0-84 15,0 0-82-15,-36 33-12 16,34-3-6-16,2 4-2 15,0 3-35-15,0-2-6 16,2-3-20-16,6-3-24 16,1-5 11-16,1-7-11 15,-3-3-1-15,2-6 0 16,-4-4-17-16,4-4-5 16,-2 0-9-16,2-15-13 15,3-8 17-15,-3-6-25 16,3-3 25-16,-2 1 15 0,-2 2 6 15,-2 8 5 1,-2 8 1-16,-2 6 1 0,1 7 6 16,4 0-1-16,-1 9-5 15,5 8 20-15,2 8 4 16,2 0-4-16,4 3-3 16,1-6-4-16,4-3 14 15,-2-5-5-15,-1-8-10 16,-3-6-7-16,0 0 8 15,-3-14-8-15,-1-11 4 16,-3-8-1-16,-5-5-8 16,-4-11 0-16,-2-2 0 15,0-3-1-15,-13 3-15 0,-3 8-2 16,1 9-29-16,-1 10-20 16,7 10-62-16,-2 5-76 15,4 5-271-15,1 3-180 0</inkml:trace>
  <inkml:trace contextRef="#ctx0" brushRef="#br0" timeOffset="11129.62">10652 7952 1408 0,'0'0'549'0,"0"0"-313"15,0 0-55-15,0 0-10 16,0 0-30-16,0 0-13 16,-98 34-35-16,77-24-35 15,3 0-22-15,6-3-13 16,5 0-8-16,4-4-14 15,1 0 11-15,2-1-12 16,0 1 0-16,0 2 2 16,6 2 7-16,5 3 3 15,-2 2 4-15,6 5 7 16,-3 5-2-16,-1 5 6 0,0 7 1 16,-2 5 4-16,0 7-4 15,-2 4 7-15,1-1-7 16,-1-3-6-16,5-5-13 15,-1-4-3-15,2-6-5 16,0-4-1-16,0-5-1 16,-2-8 1-16,-3-5-16 15,-2-8-62-15,-2-1-45 16,8-32-80-16,-3-6-315 16,-1-8-521-16</inkml:trace>
  <inkml:trace contextRef="#ctx0" brushRef="#br0" timeOffset="11497.64">10779 8049 1242 0,'0'0'387'16,"0"0"-123"-16,0 0-72 15,0 0 0-15,0 0-58 16,0 0-7-16,0 0 10 15,71 87-18-15,-71-58-38 16,0-1-32-16,-5-3-21 16,-6-3-16-16,2-5-11 15,-1-4 0-15,3-6 1 16,-1-4 5-16,5-3-1 16,0 0-5-16,-1 0 0 15,4-3 0-15,0 2-1 0,0 1-7 16,13 0 5-16,9 6 2 15,3 5 0-15,4 2 0 16,3-1 0-16,-1-1 0 16,-3-4-8-16,-2-2-61 15,-6-5-93-15,-3-3-94 16,-5-13-292-16,-8-5-650 0</inkml:trace>
  <inkml:trace contextRef="#ctx0" brushRef="#br0" timeOffset="11938.69">10899 7870 456 0,'0'0'735'0,"0"0"-492"15,0 0-25-15,0 0 28 16,0 0-62-16,0 0-41 15,0 0-24-15,78-29-14 16,-61 17-20-16,-2 0 7 16,-3 2 18-16,-3 5-10 15,1 5-24-15,-1 0-26 16,2 2-5-16,2 18 31 16,1 5-15-16,0 5-14 0,0 7-2 15,1 3 12-15,-2 0-2 16,3 1-19-16,-2 3-5 15,1-5-13-15,-3-3 8 16,0-1 13-16,-2-2 3 16,-2-4-20-16,-2-3-5 15,-3-4-7-15,-2-3 1 16,-1-6-2-16,0-2-3 16,0-4-5-16,0-3 8 15,-3-1-8-15,-10 3 6 16,-11 2-7-16,-12 6-18 15,-52 28-135-15,9 0-199 16,-13-1-959-16</inkml:trace>
  <inkml:trace contextRef="#ctx0" brushRef="#br0" timeOffset="15897.68">24138 6986 570 0,'0'0'178'15,"0"0"141"-15,0 0-154 16,0 0-30-16,0 0-12 15,-85 59-17-15,74-45-40 16,2 1-20-16,-1 1-6 16,3 1-2-16,-1 0 39 15,0 2-11-15,-2-1-1 16,1-1-13-16,-1 0-5 0,0-2 2 16,0 3-9-16,0 0-2 15,0-1-7-15,1 2 0 16,0-2-4-16,-2 0-2 15,4 0-4-15,1-3-5 16,-2 2-3-16,1-2 5 16,1 0 9-16,-2 2 1 15,2 1 2-15,0-2-10 16,-1 2 6-16,1 0-7 16,2 0 6-16,-1-1 13 15,4 0-13-15,-1 1-12 16,2 0-1-16,0 2-1 15,0 1-5-15,0-1 8 0,0 2-5 16,3 1 5-16,0-1-4 16,0-1 1-16,-1 0-5 15,-1-3 0-15,1 2-6 16,-1-1 7-16,-1 2-5 16,2-2 7-16,-1 2-2 15,-1-3 0-15,2 1-1 16,-1-1-5-16,2 1 1 15,0 2-1-15,-2-1 5 16,1 0 0-16,1 0-6 16,-2-2 0-16,2 0 2 15,-1-3 8-15,1 0-10 16,0 0 1-16,0-2 0 16,0 1 0-16,1 2 0 15,-1-1 0-15,-1 1 1 0,-1 2 4 16,1 1-6-16,-1 1 1 15,1 1 0-15,-1-2 5 16,1 0-4-16,-1-1 4 16,2 0-5-16,0-1 5 15,0 1 2-15,3-1-8 16,0 4 1-16,0-2 10 16,0 2-11-16,0-1 0 15,3-3 9-15,0 3-7 16,-2-2-1-16,4-2 0 15,-4 1 0-15,2-1 2 16,-3-2-2-16,1-2-1 0,-1-1 6 16,-1 0-5-1,-2-1 0-15,2-2 0 0,-1 0-1 16,-1 0 1-16,3 0-1 16,-2-1 1-16,2 1-1 15,2-1 0-15,0 2 0 16,2-3 7-16,0 2-5 15,5-2-1-15,0 3 1 16,3-2-1-16,2 1 5 16,3 0-6-16,3-1 1 15,-1 2 0-15,2-2 0 16,-3-1 0-16,1-2 0 16,-1 0 0-16,0-3-1 0,-2 0 1 15,-1 0-1 1,1 0 17-16,1 0-10 0,2-1 17 15,-1-4-10-15,3 0-4 16,1 1-2-16,1-3-2 16,0 4-5-16,3-3 0 15,1 2 0-15,-1 0 0 16,4-1 0-16,1 1 0 16,1 1 0-16,-1 0 0 15,-1-2 0-15,-2 3-1 16,0-2 2-16,-3 1-1 15,-1 0-1-15,2-2 7 16,-1-1-6-16,2 0 4 16,3-3-4-16,3 2 12 15,1-3-5-15,2 0 5 16,-1 0 14-16,1-2-15 16,-5 2 5-16,-4 0-7 0,0 1-2 15,-2-1-1-15,2-1-1 16,0 0 3-16,1-3-1 15,2 0-7-15,-2 0 0 16,-2-1 8-16,-1-3-9 16,-1-2 0-16,0-1 11 15,-2-2 1-15,0 1-2 16,-2-2 7-16,-1-1-8 16,1 3 3-16,-3-2-2 15,-2 0 1-15,-3 2-2 0,0-4 6 16,-3-1-6-1,1-3 0-15,-2-1 5 0,1 0-6 16,0-6-2-16,1 1 7 16,1-3-2-16,-1 1-11 15,-1-2 6-15,0 0 4 16,-3 2 5-16,1 1-7 16,-4 1 2-16,0 2 5 15,-3-3 2-15,-2 1-2 16,-1 0-2-16,-1-3-5 15,-2 0 1-15,0-2 0 16,0 1-8-16,0-2 0 16,-6-2 7-16,-3 2-7 15,0 0 10-15,-2 5-10 16,-2-1 11-16,-2 5-3 0,-1 2 0 16,-2 0 3-16,-2 0-3 15,-2 3-1-15,0 0-2 16,-1 5-5-16,-2-1 8 15,-2 1-8-15,0 2 5 16,-2 0-5-16,-4 1 0 16,0 1 1-16,-2-1-1 15,0 3 0-15,-2 0-1 16,1 0 0-16,0 2 1 16,-2 1-1-16,0 2 0 15,-2-1 0-15,-1 2 0 0,1 1 0 16,-2 0-6-1,2 2 5-15,-2 1 0 0,0 0 0 16,0 4-4 0,1 0 5-16,-1 3 0 0,-1 0 0 15,-5 0 0-15,1 0 0 16,-3 3-1-16,1 3 1 16,-2 4-1-16,3-1 1 15,1 0 0-15,6 1 0 16,4-1 1-16,7 2 0 15,3-3-1-15,5 1-1 16,0 3 1-16,1 0 0 16,0 0 1-16,0 0-1 15,2 1 0-15,-2 1 0 16,0-2 0-16,0 1 1 0,-1 0-1 16,-1-3-1-16,4 3 1 15,-2 1 1-15,2-2-1 16,1 0 0-16,0 0 0 15,3-2 0-15,0-1 0 16,1 1-1-16,0 1 1 16,0 0-1-16,-1 2-4 15,5 2 5-15,-2-1 0 16,2 2-6-16,0 1 5 16,1 0 2-16,-1 2 4 15,4-2-5-15,0 0 0 16,2-3 1-16,2-2-1 0,-2-2 0 15,3-1 0-15,-1-3 0 16,2-1 0-16,-1-2 0 16,1 0 0-16,-2-2 0 15,2 1-1-15,0-2 0 16,0 0-32-16,0 0-45 16,-5 0-47-16,1 0-99 15,-2-10-502-15</inkml:trace>
  <inkml:trace contextRef="#ctx0" brushRef="#br0" timeOffset="16572.78">25708 6673 1137 0,'0'0'374'15,"0"0"1"-15,0 0-127 0,0 0-53 16,0 0-5-16,0 0-26 16,0 0-11-16,71-52-26 15,-34 33-39-15,5-1-23 16,3-2-23-16,4 1-12 16,-3-1-14-16,0 1-10 15,-7 3-5-15,-8 2-1 16,-8 7 0-16,-10 1-34 15,-7 5-49-15,-6 1-99 0,-12 1-149 16,-6-1-403-16</inkml:trace>
  <inkml:trace contextRef="#ctx0" brushRef="#br0" timeOffset="16964.24">25812 6449 1160 0,'0'0'377'16,"0"0"-54"-16,0 0-107 15,0 0-15-15,0 0-84 0,0 0-49 16,0 0-16-16,1-7-20 15,-7 24-6-15,-5 8 40 16,-3 4 16-16,-1 7-17 16,-3-1-18-16,3 0-4 15,0-2-1-15,4-6-15 16,5-3-5-16,5-6-5 16,1-4-10-16,0-3-6 15,4-3 9-15,12-2-9 16,3-3 14-16,3-3-9 15,2 0-6-15,3 0 0 16,-3-6 0-16,6-11-57 16,-7 4-183-16,-6-3-368 0</inkml:trace>
  <inkml:trace contextRef="#ctx0" brushRef="#br0" timeOffset="17136.33">26077 6767 1881 0,'0'0'283'16,"0"0"-112"-16,0 0-171 16,0 0-78-16,0 0-954 0</inkml:trace>
  <inkml:trace contextRef="#ctx0" brushRef="#br0" timeOffset="19170.46">27694 7021 472 0,'0'0'269'0,"0"0"248"0,0 0-241 15,0 0 47-15,0 0-46 16,0 0-53-16,-23 32-42 16,23-32-5-16,3 0-18 15,15-2-35-15,9-11 13 16,12-4-26-16,9-5-34 15,4-2-39-15,0-2-20 0,0 1-1 16,-6 1-2 0,-4 4-14-16,-9 1-1 0,-6 4 0 15,-8 4 0-15,-7 4 0 16,-6 3 0-16,-3 1-7 16,-1 3-17-16,-2 0-51 15,0 0-67-15,-11 0-150 16,-6 0-244-16,-3 0-416 0</inkml:trace>
  <inkml:trace contextRef="#ctx0" brushRef="#br0" timeOffset="19440.88">28004 6727 1622 0,'0'0'351'0,"0"0"-110"15,0 0-122-15,0 0-19 16,0 0-14-16,0 0-3 16,107 0-29-16,-80 0-24 15,-1 5-5-15,-7 3-4 16,-1 1-6-16,-6 2-6 16,-3 3-3-16,-6 5 3 15,-3 3 4-15,0 5-3 16,-10 6-10-16,-7-1-1 15,-10 11-124-15,5-6-144 16,2-10-473-16</inkml:trace>
  <inkml:trace contextRef="#ctx0" brushRef="#br0" timeOffset="20619.77">28577 6334 1213 0,'0'0'389'15,"0"0"100"-15,0 0-254 16,0 0-50-16,0 0-64 16,-92 62 6-16,67-16 5 15,5 3-34-15,3 5-16 16,11-4-28-16,6-4-24 15,0-5-18-15,16-10-3 16,7-4-9-16,9-10 0 16,6-11-19-16,2-6-62 15,6-6-94-15,14-38-129 16,-12 2-282-16,-9-1-430 0</inkml:trace>
  <inkml:trace contextRef="#ctx0" brushRef="#br0" timeOffset="22120.82">28796 6304 1350 0,'0'0'397'0,"0"0"-6"16,0 0-173-16,0 0-103 15,0 0-70-15,0 0 63 16,-12 85 24-16,12-46-31 16,0 3-29-16,0-4-27 15,0-4-29-15,5-8-4 16,6-6-11-16,0-9-1 15,2-9-33-15,-1-2-6 16,2-20-9-16,2-12-80 16,-1-8 11-16,0-3 24 0,-1-3 0 15,-3 3 36-15,-2 7 37 16,-3 11 20-16,-3 8 5 16,-1 11 32-16,-2 6-4 15,0 3-24-15,0 15 15 16,0 6 28-16,1 4-12 15,7 0-18-15,2-5-1 16,9-4-2-16,8-8-2 16,8-8-4-16,3-3-1 15,3-8-6-15,-1-15-6 16,-9-5-25-16,-8-3-40 16,-10-2-17-16,-10 3-22 15,-3 4-7-15,-6 4 12 0,-9 7 16 16,3 5 38-16,3 4 18 15,2 4 27-15,6 1 1 16,1 1 7-16,0 0-6 16,1 0-2-16,11 2 0 15,0 10 22-15,4 0 26 16,-1 4 6-16,0 1-5 16,-2 1 16-16,2-1-15 15,-1-2-8-15,1-3-7 16,1-1-7-16,0-5-11 15,1-1-8-15,2-5-2 16,-2 0-1-16,1-5-5 16,-3-7-1-16,-1-5-30 15,-3-5-17-15,-3 0 17 0,-3 1 7 16,-5 0 15-16,0 0 7 16,0 3 2-16,0 1-1 15,0 4 2-15,0 3-2 16,2 5 1-16,2 2-1 15,2 3 0-15,2 0 1 16,2 3 0-16,1 12 0 16,-2 4 24-16,-1 5 9 15,0 1 8-15,-1-1-15 16,1 2-10-16,2-4 1 16,-1-4-16-16,2-2 4 15,0-6 4-15,0-8-8 16,1-2 5-16,3 0-6 0,2-19-1 15,0-4-9-15,-1-10-26 16,0-5-8-16,-6-5-7 16,0-2 22-16,-4 2 16 15,-3 7 11-15,-1 7 1 16,-2 12 8-16,0 10 33 16,0 7 4-16,0 0-26 15,-3 14-13-15,1 10 5 16,2 3-1-16,0 4 0 15,11 0 2-15,11-2-3 16,10-5-1-16,5-8-7 16,4-7-1-16,0-9-38 15,-4 0-74-15,-5-20-87 0,-12-8-128 16,-8-6 47-16,-10-2 139 16,-2-3 136-16,0 5 5 15,-9 4 122-15,1 7 97 16,2 7 1-16,3 8-14 15,1 7-72-15,2 1-86 16,0 5-40-16,0 15 1 16,8 6 11-16,4 7 23 15,3 4 3-15,-1 0 6 16,2-2 0-16,-2-7-33 16,-2-5-10-16,-1-9-9 15,0-10 0-15,-2-4-25 0,1-10 10 16,-1-17-37-1,-1-7-19-15,0-4 23 0,-2 0 15 16,-1 3 11-16,-2 4 17 16,0 11 5-16,-1 6 6 15,-2 8 25-15,1 6 1 16,1 0-11-16,1 6-10 16,4 11 14-16,2 2 0 15,4 3 2-15,4-3-9 16,2-2-9-16,1-5 6 15,-1-4-14-15,-3-8 7 16,-1 0-7-16,-4-12-1 16,-3-13 0-16,-3-4-2 0,-4-9 1 15,-1-6 1 1,0-4 0-16,0-5 1 0,0 1 0 16,-1 9 16-16,-2 13 56 15,1 13 48-15,2 13-52 16,0 4-45-16,0 10-23 15,9 17 0-15,10 7 11 16,4 7-11-16,3 4 0 16,-3-2-1-16,0-1 0 15,-8-5-21-15,-11-2-183 16,-4-13-180-16,0-11-563 0</inkml:trace>
  <inkml:trace contextRef="#ctx0" brushRef="#br0" timeOffset="22294.33">30129 5878 1560 0,'0'0'290'16,"0"0"-165"-16,0 0-42 16,84-7 31-16,-26-5-57 15,7-5-35-15,15-9-22 16,-16-1-161-16,-15 3-553 0</inkml:trace>
  <inkml:trace contextRef="#ctx0" brushRef="#br0" timeOffset="22499.51">30613 5409 1557 0,'0'0'350'0,"0"0"-124"0,0 0-12 16,0 0 13-16,0 109-37 15,18-63-31-15,6-1-45 16,4-1-48-16,0-5-38 16,2-2-28-16,-3-4 0 15,-3-6-54-15,6 0-225 16,-8-13-398-16,-4-8-932 0</inkml:trace>
  <inkml:trace contextRef="#ctx0" brushRef="#br0" timeOffset="23306.78">30935 5550 41 0,'0'0'976'0,"0"0"-811"0,0 0-104 16,0 0-34-16,0 0 11 16,0 0 45-16,0 0 71 15,-14-5 31-15,7 0-39 16,0 0 9-16,-2 2-2 15,-4 2-35-15,0 1-11 16,-3 0-57-16,1 11 1 16,-1 9-4-16,2 3 6 15,4 4 5-15,4-2-27 16,5 1-13-16,1-4-11 0,5-5-7 16,12-4 0-1,7-7-11-15,2-6 4 0,4 0-9 16,1-12-40-16,-1-9-25 15,-4-4-19-15,-8-2 26 16,-5 0 38-16,-5 2 27 16,-5 5 9-16,-2 7 0 15,1 7 21-15,-2 6-6 16,1 0-14-16,2 9 5 16,3 11-6-16,3 4 11 15,1-1-10-15,5 0 0 16,0-4-1-16,7-11-128 15,-3-4-346-15,-3-4-219 0</inkml:trace>
  <inkml:trace contextRef="#ctx0" brushRef="#br0" timeOffset="23691.73">31120 5425 1113 0,'0'0'162'0,"0"0"-72"15,0 0 26-15,0 0-36 16,0 0-15-16,0 0-9 16,88 21-27-16,-69-23-15 15,-2-14 1-15,-4-3-3 16,-4-1 49-16,-4-3 28 16,-2 3 43-16,-2 3 2 15,-1 5 33-15,0 6-20 16,0 6-31-16,0 5-63 15,0 20-27-15,3 12 38 0,4 13 15 16,2 9 1-16,4 5-6 16,1 2-10-16,0-6-7 15,-1-4-30-15,-5-5-20 16,-8-10-5-16,0-6-2 16,-8-9 1-16,-17-9-1 15,-7-9-1-15,-5-8-15 16,-1-8-44-16,5-17-70 15,13-37-124-15,10 6-126 16,10 0-389-16</inkml:trace>
  <inkml:trace contextRef="#ctx0" brushRef="#br0" timeOffset="24247.82">31467 5368 925 0,'0'0'192'16,"0"0"-47"-16,0 0-48 16,0 0-17-16,0 0-36 15,0 0-21-15,0 0-4 16,72-19-3-16,-58 9 14 16,0 0 2-16,-1-2 8 15,-2 0 12-15,-5 6 21 0,-3 3 27 16,-3 3 7-16,0 0-29 15,0 15 12-15,0 6 62 16,-3 5-23-16,3 1-37 16,0-3-22-16,8 0-22 15,11-7-26-15,6-5-5 16,5-7-5-16,1-5 1 16,1-3-12-16,-2-16 4 15,-9-7-5-15,-3-7 0 16,-9-4-13-16,-6-2-7 15,-3-2-5-15,0 4 5 16,-5 6 19-16,-2 7 1 16,0 10 0-16,3 5 0 15,1 8 0-15,2 1 0 0,1 5-11 16,-2 16 11-16,-2 11 1 16,-2 11 24-16,-2 8 16 15,1 7 35-15,-2 2 25 16,4-2 2-16,5-7-34 15,0-5-30-15,17-9-26 16,7-11-2-16,13-8-4 16,9-11 1-16,12-5-8 15,8-2-18-15,15-5-176 16,-17-4-336-16,-25-4-1388 0</inkml:trace>
  <inkml:trace contextRef="#ctx0" brushRef="#br0" timeOffset="33529.9">10324 655 1610 0,'0'0'270'16,"0"0"-79"-16,0 0 43 0,0 0-57 15,0 0-78-15,0 0-44 16,-92 58 3-16,77-2-1 15,2 3-3-15,8-1-26 16,5-9-10-16,0-9-7 16,11-10-10-16,3-10-1 15,0-14 6-15,2-6 0 16,1-4 6-16,-1-22-2 16,1-6-10-16,-3-11 0 15,-2 1 1-15,-1 4 0 16,-4 7 5-16,-2 13-5 0,1 12-1 15,4 6-11-15,2 17 0 16,10 18 11-16,5 9 22 16,6 7 12-16,6 3-2 15,6-4-19-15,5-8 5 16,2-11-1-16,-5-15 1 16,-4-12-12-16,-9-5 11 15,-7-26-3-15,-6-14 2 16,-9-10-10-16,-12-19 2 15,-3-17-8-15,-27-15 1 16,0 11 0-16,3 24-1 16,11 29-2-16,10 30 1 15,2 8-14-15,1 0-36 16,0 16-46-16,3 17 22 0,0 6-19 16,22 19-110-16,4-12-134 15,2-5-264-15</inkml:trace>
  <inkml:trace contextRef="#ctx0" brushRef="#br0" timeOffset="34047.04">11063 730 1091 0,'0'0'352'15,"0"0"-173"-15,0 0-36 16,0 0-38-16,0 0-27 15,13 77-12-15,-1-63-18 0,3-4-10 16,-3-6-26-16,0-4 23 16,-2 0-5-16,-2-16-2 15,-2-8-8-15,-3-3-11 16,-3-6 2-16,0 0 11 16,-9 2 22-16,-6 8 18 15,-5 5 11-15,1 11 7 16,1 7-16-16,0 5-31 15,3 19-20-15,5 9 1 16,4 6 4-16,6 5-5 16,0-1 0-16,22-1-2 15,8-5-10-15,7-6-1 16,9-12-1-16,1-11 1 0,0-8 18 16,-3-8-9-1,-8-18 1-15,-5-7 1 0,-7-3-2 16,-6-2 0-16,-8 2-8 15,-1 9 38-15,-3 5 21 16,-3 10 5-16,0 12-17 16,3 0-43-16,3 15 5 15,4 11-8-15,2 8 16 16,3 3-3-16,-3 1-6 16,1-2-9-16,-5-9-6 15,-3-3-145-15,-8-20-93 16,0-4-282-16,-11-4-120 0</inkml:trace>
  <inkml:trace contextRef="#ctx0" brushRef="#br0" timeOffset="34196.69">11341 352 925 0,'0'0'382'16,"0"0"-283"-16,0 0-67 15,0 0 26-15,44 101 3 16,-11-57-29-16,7-1-32 15,21 7-63-15,-9-14-295 16,-6-7-524-16</inkml:trace>
  <inkml:trace contextRef="#ctx0" brushRef="#br0" timeOffset="35131.97">11713 594 955 0,'0'0'334'0,"0"0"-3"15,0 0-148-15,0 0-84 16,0 0-59-16,0 0-21 15,0 0-4-15,-57 38-2 16,57-21-4-16,0-1-9 16,0-5 0-16,0-4 0 15,6-6-8-15,2-1 8 16,-4-4 23-16,2-11-2 16,-4-7-6-16,-1 0 3 15,-1 0 46-15,0 7 43 16,0 5 23-16,0 10-38 15,0 0-74-15,5 16-11 16,7 13 17-16,7 9 6 0,3 9 2 16,5 7 13-1,1 3 49-15,-2 1-37 0,-2 0-5 16,-8-3-16-16,-8-6-21 16,-8-6-5-16,-11-9 8 15,-16-11-8-15,-10-7 8 16,-9-12-1-16,-3-4-7 15,4-7-4-15,6-17 2 16,11-4-8-16,11-4-33 16,13-4-33-16,4-2-16 15,12-1-9-15,18-3 5 16,8-2-5-16,3-2-29 16,-2 0-8-16,-4 0 28 15,-2-3 61-15,-9 4 30 16,-6 2 9-16,-8 5 28 0,-1 3 65 15,-8 10 55-15,1 10-1 16,-2 6 25-16,0 9-19 16,0 2-89-16,5 21-57 15,2 12 19-15,8 11 5 16,3 8-1-16,9 2-6 16,1 1-9-16,2-7-8 15,0-5-1-15,-2-9-6 16,-6-12-9-16,-7-14-56 15,-4-10-30-15,-5-6 33 16,-5-21-14-16,-1-11-11 16,0-6 42-16,0-1-2 0,-7 3 29 15,1 7 18 1,3 9 0-16,0 11 34 0,1 10 20 16,2 5-21-16,0 6-32 15,0 13 8 1,14 4 19-16,5 4 2 0,5-1 0 15,4-3-5-15,1-4-5 16,-3-7-10-16,-3-5-9 16,-2-7 10-16,-3-2 7 15,-6-17 1-15,-2-7-6 16,-3-11-11-16,-2-4 8 16,-4-6 1-16,-1 2 10 15,0 8 12-15,0 7 31 0,0 14 18 16,0 14-28-1,0 2-54-15,0 16 2 0,14 13-2 16,5 8 9-16,4 4-8 16,-2 2 7-16,-2-4-8 15,0-2 0-15,-10-6-48 16,-9-2-136-16,0-12-178 16,-9-6-330-16</inkml:trace>
  <inkml:trace contextRef="#ctx0" brushRef="#br0" timeOffset="35316.3">12143 662 1984 0,'0'0'352'0,"0"0"-159"16,0 0-82-16,0 0 44 15,81-16-47-15,-31 0-48 16,7 1-60-16,31-8-20 15,-17 7-357-15,-7-1-1172 0</inkml:trace>
  <inkml:trace contextRef="#ctx0" brushRef="#br0" timeOffset="37022.76">11923 1167 1064 0,'0'0'342'0,"0"0"7"16,0 0 25-16,0 0-52 15,0 0-15-15,0 0-120 16,0 0-103-16,-122 38-44 15,76 58 21-15,8 9-4 16,18-11-15-16,17-27-21 16,3-27-7-16,4-8-8 15,15 5-6-15,10-4 0 0,5-4-20 16,8-14-101-16,4-15-133 16,18-26-28-16,-12-16-339 15,-10-6-688-15</inkml:trace>
  <inkml:trace contextRef="#ctx0" brushRef="#br0" timeOffset="38486.64">12075 1197 1506 0,'0'0'355'0,"0"0"-86"16,0 0-102-16,0 0 1 16,-10 91-27-16,13-47-19 0,7 5-16 15,1 1-25 1,5-4-39-16,-1-3-21 0,0-11-11 15,-1-8-9 1,-1-13-1-16,-3-11-39 0,-2-3-23 16,4-24 30-16,-6-13-35 15,0-13 4-15,-3-3 44 16,-2 0 13-16,-1 5 6 16,0 13 1-16,0 13 25 15,0 11 39-15,0 14 22 16,0 0-41-16,0 22-31 15,0 9 21-15,6 7-1 16,7 3-8-16,3 1-8 16,4-6-3-16,6-5-1 15,2-7-13-15,0-13-2 0,-1-10 0 16,-6-1-3-16,-3-21-37 16,-6-8-27-16,-3-8-16 15,-6-4-3-15,-3 1 26 16,0 3 36-16,0 8 18 15,0 5 6-15,0 8 0 16,0 5 0-16,0 8 2 16,1 3-2-16,10 0-1 15,7 16 1-15,4 5 22 16,5 5 6-16,3 4 8 16,0 3 12-16,-2-1-5 15,-1 2-18-15,-3-8-2 0,-6-2-17 16,-1-7 3-1,-3-9-9-15,-1-7-17 0,-2-1-28 16,2-16 8-16,-2-10-11 16,-2-7 6-16,-1-4 20 15,-2-2 10-15,-3 2 10 16,-3 3 1-16,0 2 1 16,0 9 0-16,0 3 0 15,0 6 0-15,0 4 1 16,0 5 5-16,0 3 5 15,0 2-10-15,0 0 11 16,2 1-6-16,1 13 14 16,3 7 34-16,0 6 0 15,4 6 0-15,1 3-6 16,2 2 5-16,4-2-20 0,3-4-19 16,3-6-5-16,1-9-8 15,0-10-1-15,1-7 0 16,-3-2-16-16,-2-18-14 15,-2-12-19-15,-6-6-11 16,-5-6-2-16,-6-2 18 16,-1-2 8-16,-4 7 21 15,-8 6 8-15,0 12 7 16,-1 10 27-16,2 12 3 16,2 1-13-16,2 12-17 15,1 13 6-15,6 8 6 16,0 4-2-16,0-1-10 15,21 0 1-15,2-5 0 0,7-9-1 16,3-8 0-16,0-8-63 16,-3-6-38-16,-5-8-21 15,-5-15-8-15,-9-7 40 16,-6-4 60-16,-5-2 30 16,0 1 16-16,0 5 47 15,0 10 27-15,-5 6 26 16,1 10 23-16,4 4-60 15,0 5-64-15,0 18-9 16,9 10 16-16,3 8 11 16,4 2 8-16,1 2-8 15,1-2-11-15,-3-7-10 16,-1-10-6-16,-3-9-6 16,-3-11-1-16,-1-6-49 15,-1-12 12-15,0-16 20 0,0-7-6 16,0-7 5-16,1 2 5 15,-2 2 8-15,-1 8 6 16,-1 8 1-16,0 7-1 16,-1 10 9-16,-1 5 12 15,1 0-9-15,5 4-11 16,2 12 18-16,5 2-2 16,5 0-7-16,2 0-2 15,0-2-7-15,-2-6 0 16,2-6-1-16,-8-4-9 0,-2-2 0 15,-1-15 2 1,-5-8 1-16,-4-6 6 0,-1-5 0 16,0-5 0-16,0-2 0 15,-4 2 1-15,-4 4 12 16,1 12 39-16,2 8 59 16,4 13-14-16,1 4-55 15,0 4-41-15,0 19 0 16,9 8 14-16,10 10-5 15,5 6-2-15,1 3-2 16,2-2-5-16,-4-3 0 16,-4-6-1-16,-5-9-34 15,-10-10-122-15,-4-11-188 0,0-6-274 16</inkml:trace>
  <inkml:trace contextRef="#ctx0" brushRef="#br0" timeOffset="38668.51">13473 1120 1827 0,'0'0'302'0,"0"0"-103"16,0 0-120-16,0 0-8 16,99-18-28-16,-46 4-25 15,4-3-18-15,16-5-66 16,-15 5-397-16,-10 3-866 0</inkml:trace>
  <inkml:trace contextRef="#ctx0" brushRef="#br0" timeOffset="38881.96">13948 881 1905 0,'0'0'351'16,"0"0"-114"-16,0 0-75 15,5 95 80-15,13-49-81 16,6 5-32-16,4 3-51 16,4-1-40-16,-2-2-26 15,-1-5-12-15,0-10-22 16,13-14-98-16,-9-10-234 0,-1-12-479 16</inkml:trace>
  <inkml:trace contextRef="#ctx0" brushRef="#br0" timeOffset="39207.3">14389 942 1750 0,'0'0'489'15,"0"0"-274"-15,0 0-90 16,0 0-13-16,0 0-5 16,-88 85 5-16,76-46-27 15,2 2-30-15,4-2-26 16,4-5-11-16,2-10-8 15,0-10-8-15,2-11-1 0,11-3-1 16,2-11 17 0,4-12-5-16,1-7-12 0,-1 2 1 15,0 4-1-15,-4 4 0 16,2 11 0-16,-4 9-1 16,3 0-10-16,3 14 5 15,3 12 6-15,0 6 7 16,-1 7 1-16,2-2-8 15,-3-1 0-15,-2-5-62 16,2-12-201-16,-7-7-361 16,-6-12-805-16</inkml:trace>
  <inkml:trace contextRef="#ctx0" brushRef="#br0" timeOffset="39613.64">14520 962 1328 0,'0'0'230'0,"0"0"-74"16,0 0-41-16,0 0 7 16,0 0-27-16,0 0-29 15,94 80-25-15,-73-73-20 16,-3-5-11-16,-8-2 12 16,-4-2 2-16,-1-12-1 15,-4-4 28-15,-1-3 39 16,0 0 30-16,0 1 1 15,0 5 28-15,0 6 14 16,0 6-36-16,0 3-58 16,0 6-47-16,0 18-13 15,0 13 12-15,11 10 23 16,7 20 7-16,7 20-10 0,2-4 1 16,-3-9 0-16,-4-10-18 15,-8-19-13-15,-4-1-6 16,-5 2-4-16,-3-12-1 15,-12-10 0-15,-16-11 0 16,-7-10-39-16,-2-3-3 16,-2-19-32-16,10-15-70 15,18-39-127-15,11 7-293 16,0 2-570-16</inkml:trace>
  <inkml:trace contextRef="#ctx0" brushRef="#br0" timeOffset="40108.56">14893 1082 1166 0,'0'0'352'0,"0"0"-120"15,0 0-121-15,0 0-38 16,0 0-33-16,0 0-17 16,0 0-4-16,87-23-3 15,-71 10-6-15,0-1 2 16,-4-5-5-16,-1-2-1 15,-4-1-5-15,-6 3 8 16,-1 3 53-16,0 7 97 16,-5 9-19-16,-7 0-45 15,1 12-43-15,0 15-3 0,4 9 5 16,6 5 13-16,1 5-11 16,4-3-17-16,14-2-10 15,6-7-23-15,2-9 2 16,-1-9-2-16,-1-11-6 15,-4-5-21-15,-1-8 9 16,-3-15-9-16,-3-4-15 16,-1-7 1-16,-3 0 17 15,-3 1 12-15,-1 4 6 16,-2 7 1-16,1 6 19 16,-3 7 15-16,2 9 4 15,2 0-13-15,4 17-6 16,7 13 24-16,2 9 14 0,5 11 15 15,2 3-7-15,-3 1-22 16,-2-1-19-16,-1-10-11 16,-4-4-14-16,15-15-35 15,-3-9-267-15,-2-15-725 0</inkml:trace>
  <inkml:trace contextRef="#ctx0" brushRef="#br0" timeOffset="40530.73">15946 699 751 0,'0'0'1025'16,"0"0"-439"-16,0 0-131 15,0 0-151-15,0 0-59 16,0 0-60-16,0 0-52 15,-9-22-86-15,0 49-32 0,-3 10 16 16,3 7-8-16,2 4 5 16,2 0 7-16,2-1-16 15,-1-3-10-15,4-7-8 16,0-6-1-16,0-7-15 16,-1-9-99-16,-7-13-114 15,0-2-114-15,1-8-601 0</inkml:trace>
  <inkml:trace contextRef="#ctx0" brushRef="#br0" timeOffset="40757.21">15766 736 1255 0,'0'0'931'0,"0"0"-644"15,0 0 27-15,0 0-43 0,70 97-52 16,-24-58-13-16,12 2-26 15,8-1-60-15,4-1-54 16,-5-3-37-16,-7-5-8 16,-10-2-14-16,-12-7-7 15,-7-1-16-15,-9-4-121 16,-7-11-143-16,-6-2-430 16,-6-4-1791-16</inkml:trace>
  <inkml:trace contextRef="#ctx0" brushRef="#br0" timeOffset="41612.25">17002 702 107 0,'0'0'1027'0,"0"0"-530"16,0 0-161-16,0 0-16 16,-52-86-42-16,31 76-20 15,-3 3-70-15,-3 7-64 16,-1 4-65-16,-2 19-31 16,3 7-2-16,4 3 1 0,6 5-9 15,9-1 0 1,7-4-11-16,1-5-6 0,3-5-1 15,9-8 0-15,0-9-7 16,3-6-20-16,0-3 4 16,0-17 17-16,0-9-3 15,1-8-1-15,-4-2 1 16,0-1 3-16,-5 8 5 16,-1 6 1-16,-1 12 0 15,-2 11 0-15,3 3-6 16,1 14-17-16,5 12 17 15,6 7 6-15,3 6 0 0,3-1-1 16,6-4-89 0,4-8-144-16,5-9-75 0,12-17-160 15,-10-4-134-15,-7-14-441 16</inkml:trace>
  <inkml:trace contextRef="#ctx0" brushRef="#br0" timeOffset="41963.61">17244 665 879 0,'0'0'488'16,"0"0"-97"-16,0 0-47 15,0 0-73-15,0 0-94 16,-81-33-67-16,71 53-21 16,1 9 10-16,3 7-17 15,6 2-22-15,0 1-21 16,13-2-19-16,17-5-6 16,9-8-5-16,10-11-8 15,5-12-1-15,0-1-37 16,-4-21-54-16,-8-13-45 15,-12-7 24-15,-12-6 49 0,-15-18 41 16,-3 1 17-16,-5 0 5 16,-12 0 16-16,3 19 40 15,-1 6 103-15,6 17-47 16,8 16 14-16,1 6-92 16,0 21-33-16,14 14 11 15,7 10 7-15,8 5-1 16,2 2-3-16,4-1-3 15,-6-1-5-15,-6-7-7 16,-9-3-108-16,-14-6-232 16,-10-11-385-16,-10-13-935 0</inkml:trace>
  <inkml:trace contextRef="#ctx0" brushRef="#br0" timeOffset="42152.75">17506 580 1461 0,'0'0'271'15,"0"0"-37"-15,0 0-89 16,0 0 52-16,106 10-27 16,-67 13-26-16,6 9 9 15,-5 4-9-15,-4 1-57 16,-11 0-52-16,-9-7-19 16,-11-5-16-16,-8-10-145 15,-15-7-185-15,-1-8-368 0</inkml:trace>
  <inkml:trace contextRef="#ctx0" brushRef="#br0" timeOffset="42289.06">17681 444 1500 0,'0'0'385'15,"0"0"-54"-15,0 0-198 16,0 0-108-16,0 0-25 16,0 0 1-16,0 0-1 15,121 73-136-15,-84-46-374 16,-10-6-671-16</inkml:trace>
  <inkml:trace contextRef="#ctx0" brushRef="#br0" timeOffset="43059.52">17848 510 1637 0,'0'0'609'0,"0"0"-240"0,0 0-171 16,0 0-105-16,0 0-45 15,0 0 50-15,108 113 4 16,-58-60-15-16,-1-2-24 15,-5-2-40-15,-9-10-12 16,-11-10-2-16,-8-13-8 16,-8-16 0-16,-2-2-1 15,-1-23-2-15,3-14-35 16,3-6-12-16,4-2-49 16,6 5-126-16,4 8-33 15,5 9-5-15,4 11-47 16,4 8 44-16,0 6 61 0,-1 0 113 15,-4 0 61-15,-8 0 5 16,-9 0 25-16,-10 0 93 16,-6 0 211-16,0 0 34 15,0-1-98-15,-8-5-24 16,-4 0-37-16,-3 3-22 16,0 3-45-16,-6 0-52 15,-1 9-30-15,-1 11-11 16,1 5 1-16,3 5-2 15,10 2-6-15,9 0-11 16,0-4 5-16,15-6-6 16,10-7-44-16,5-8-35 15,-2-7-44-15,-1 0-62 16,-4-11 28-16,-8-8 62 16,-4-4 57-16,-5-1 28 0,-1 0 10 15,-2 3 7-15,-3 6 8 16,1 2 22-16,-1 8 2 15,0 5 10-15,0 0-35 16,5 12-4-16,4 8 14 16,4 3-2-16,9 5-4 15,8-6-1-15,6-2-7 16,6-7-1-16,4-10 3 16,-7-3-12-16,-6-5-43 15,-12-17-11-15,-14-7 29 16,-7-6 19-16,-4-7 6 15,-14-7 11-15,-2-6 35 0,0-1 12 16,0 5 30-16,7 8 41 16,4 16-2-16,4 17-35 15,5 10-67-15,0 12-25 16,11 24 0-16,12 11 11 16,7 8-5-16,2 2-6 15,-1-2 2-15,-3-4-2 16,-8-7-22-16,-7-6-103 15,-8-12-235-15,-5-13-509 0</inkml:trace>
  <inkml:trace contextRef="#ctx0" brushRef="#br0" timeOffset="43236.31">18690 507 1247 0,'0'0'254'15,"0"0"38"-15,0 0-180 16,0 0-21-16,93 29-15 15,-47 0 6-15,3 7-35 16,-7 3-23-16,-6-3-24 16,-9-4-6-16,-14-4-169 15,-7-9-150-15,-6-11-611 0</inkml:trace>
  <inkml:trace contextRef="#ctx0" brushRef="#br0" timeOffset="43355.64">18989 442 481 0,'0'0'134'0,"0"0"-62"0,103 68-72 15,-60-38-516-15</inkml:trace>
  <inkml:trace contextRef="#ctx0" brushRef="#br0" timeOffset="43729.01">19293 534 1185 0,'0'0'524'0,"0"0"-148"16,0 0-70-16,0 0-26 15,0 0-97-15,-86-17-90 16,65 42-23-16,2 10-1 16,5 7-14-16,9 4-17 15,5-3-14-15,5-4-11 0,19-8-7 16,6-9-5-1,5-12-1-15,3-10-52 0,1-3-41 16,-4-21-22-16,-8-8-35 16,-7-9 41-16,-10-3 45 15,-7-4 35-15,-3-2 17 16,-3 4 12-16,-7 9 10 16,-2 12 24-16,0 13 14 15,1 12-2-15,2 5-40 16,1 19 3-16,6 6 6 15,2 5-5-15,10 0-7 16,17-3-3-16,9-6-42 16,7-9-132-16,23-13-160 15,-9-4-152-15,-11-1-174 0</inkml:trace>
  <inkml:trace contextRef="#ctx0" brushRef="#br0" timeOffset="44029.16">19651 528 601 0,'0'0'575'15,"0"0"-56"-15,0 0-230 16,0 0 19-16,0 0-112 15,0 0-124-15,0 0-46 16,-51-21 20-16,51 54-21 16,2 3-5-16,4 0 3 15,-2-2 0-15,3-6-10 16,-3-6-4-16,-1-10-3 16,-2-5-5-16,-1-7 8 15,0 0 16-15,-8-19-11 16,-5-10-5-16,3-8 7 15,1-6-7-15,8-4 55 16,1 2 22-16,0 9-15 0,6 11-33 16,8 14-14-16,6 11-23 15,2 10 7-15,5 20 1 16,1 6-8-16,-2 7 5 16,-4-1-6-16,-2 9-7 15,-6-10-149-15,-2-13-472 0</inkml:trace>
  <inkml:trace contextRef="#ctx0" brushRef="#br0" timeOffset="44765.53">20103 341 1309 0,'0'0'309'0,"0"0"36"0,0 0-134 16,0 0-42-1,0 0-95-15,0 0-47 0,0 0-13 16,-79 21-5-16,67 5-3 16,9-2-5-16,3-3 0 15,0-6 0-15,8-7 0 16,10-8-1-16,4 0 0 15,0-14 24-15,5-13-15 16,0-4 0-16,-2-1 15 16,-1 3 37-16,-6 6 25 15,-2 8 12-15,-3 12-15 16,-2 3-31-16,0 23-22 16,4 27 31-16,0 28 24 0,5 23-4 15,-1 7-7-15,-5-18-13 16,-3-22-9-16,-7-24-13 15,2-7-19-15,-3 2-11 16,2-3-8-16,-2-3-1 16,0-14 0-16,0-14-27 15,1-5 3-15,1-12-3 16,2-17-25-16,-4-9-4 16,-2-6 17-16,-1-1-6 15,-10 2-3-15,-14 9 21 16,-13 8 14-16,-5 11 7 15,-1 9-2-15,4 6 8 0,12 0 11 16,15 6 2 0,12 1-7-16,15-3-5 0,38-4 11 15,6 0 0 1,14-4-12-16,5-8-19 0,-1 0-222 16,-11 4-384-16,-23 2-621 0</inkml:trace>
  <inkml:trace contextRef="#ctx0" brushRef="#br0" timeOffset="45326.9">17940 1221 1689 0,'0'0'322'15,"0"0"67"-15,0 0-218 16,0 0-77-16,0 0-26 0,0 118 55 15,3-31-37 1,6-2-8-16,3-9-29 0,-4-14-29 16,-4-16-13-16,-1 0-7 15,-3 1-7-15,0-11-129 16,-4-12-103-16,-13-12-73 16,-2-12-34-16,-3-18-179 15,-4-19 226-15,-2-25 163 16,-2-30 110-16,6-24 26 15,5 7 133-15,10 20 101 16,9 32 54-16,0 24-22 16,15 0-85-16,10 4-51 15,8 4-46-15,10 13 8 16,2 12-6-16,5 3 17 16,-2 20 2-16,-2 11-22 0,-10 10-22 15,-10 5-20-15,-13 5-16 16,-10-1-10-16,-3-1-8 15,-7-6-7-15,-20 4-139 16,3-15-183-16,4-13-489 0</inkml:trace>
  <inkml:trace contextRef="#ctx0" brushRef="#br0" timeOffset="45957.49">18221 1285 1588 0,'0'0'333'0,"0"0"-135"16,0 0-27-16,104 9 0 0,-58 16-27 16,4 8-23-16,-7 9 1 15,-7 3-44-15,-12 3-27 16,-14-3-23-16,-10-3-10 16,-3-6-9-16,-16-9 7 15,-7-12-8-15,1-11-8 16,3-4-5-16,5-26-42 15,8-11-27-15,9-9-14 16,0-7-49-16,21 3-6 16,9 8-19-16,7 7-30 15,3 12 21-15,1 9-18 16,-4 6-33-16,-1 5 35 16,-11 1-37-16,-5 2 116 15,-11 0 108-15,-6 0 30 16,-3-1 205-16,0 0-58 0,0 1-5 15,0 0-48 1,-2 0-14-16,2 0-48 0,0 7-1 16,0 4 7-16,0 5 4 15,12-1-34-15,-2 2-11 16,5-3-5-16,-1-4-4 16,-2-7-5-16,-1-3 5 15,-1-6 3-15,-3-15-6 16,0-4-6-16,-2-6-2 15,-4-3-6-15,-1-2 7 0,0 4-1 16,-6 5 13 0,-8 8 42-16,-2 10 23 0,-1 9-9 15,-1 7-33-15,1 22 12 16,3 10 29-16,6 9 4 16,8 5-33-16,0 1-25 15,12-4-7-15,10-3-12 16,5-8-5-16,0-11-6 15,0-11-28-15,-3-12-177 16,2-19-56-16,-4-14-385 16,-6-5-567-16</inkml:trace>
  <inkml:trace contextRef="#ctx0" brushRef="#br0" timeOffset="46439.1">18985 1131 1440 0,'0'0'500'16,"0"0"-340"-16,0 0-77 15,0 0 112-15,0 0-7 16,37 116-42-16,-21-64-23 16,2 2-29-16,0-1-36 15,1-6-23-15,-1-8-20 16,-4-10-9-16,-1-13-6 16,-1-14-14-16,-1-2-43 15,-1-21-9-15,0-12-33 16,-1-4 14-16,-1 1 24 15,2 0 39-15,-4 6 16 16,-3 7 6-16,-1 8 5 16,-1 8 18-16,-1 4 17 15,2 3-15-15,2 0-25 16,5 12 0-16,3 5 0 0,6 2 2 16,6-1 7-1,7-1-8-15,6-4 7 0,4-5-7 16,-4-8 8-16,-3 0-8 15,-4-8 0-15,-9-10 1 16,-5 1 5-16,-5-3 4 16,-5 6 72-16,-2 5 22 15,-1 6-29-15,3 3-30 16,0 3-28-16,3 17 5 16,0 7 2-16,1 4-4 0,-4 0-13 15,-4-3-8 1,-2-5 0-16,-2-10-86 0,-24-13-160 15,0-12-268 1,3-12-501-16</inkml:trace>
  <inkml:trace contextRef="#ctx0" brushRef="#br0" timeOffset="46564.37">19462 1003 1303 0,'0'0'241'15,"0"0"-123"-15,0 0-60 16,30 75-23-16,19-22-35 15,-4-7-116-15,-2-7-397 0</inkml:trace>
  <inkml:trace contextRef="#ctx0" brushRef="#br0" timeOffset="46843.34">19748 1188 1430 0,'0'0'405'0,"0"0"-9"16,0 0-188-16,0 0-58 15,-48 73-10-15,45-21 2 16,3 6-29-16,0 0-40 16,12-6-37-16,6-10-21 15,0-15-13-15,0-17 5 16,-2-10 2-16,-4-9-9 16,-1-22 0-16,-2-11-13 15,-5-5-2-15,-4-4-15 16,0 1-4-16,-4 9-14 0,-8 12 6 15,1 15-18-15,4 14-42 16,4 0-44-16,3 26-45 16,13 0-170-16,7-4-305 15</inkml:trace>
  <inkml:trace contextRef="#ctx0" brushRef="#br0" timeOffset="47422.05">20015 1216 1495 0,'0'0'398'0,"0"0"120"16,0 0-270-16,0 0-5 16,0 0-144-16,0 0-33 15,0 0 46-15,-1 92-8 16,11-36-37-16,1 1-18 16,2-5-23-16,2-8-26 0,-2-10 8 15,2-15-8-15,-4-13-46 16,2-6-23-16,-4-20 17 15,2-15-17-15,-3-11 3 16,1-8 9-16,-1 0 0 16,-2 4 30-16,1 13 22 15,-4 12 5-15,0 13 8 16,-1 12 20-16,1 6-13 16,1 22 9-16,5 5 3 15,6 7-5-15,7-1-10 16,8-6-6-16,7-7-6 15,7-14-11-15,3-12-49 16,1-1-86-16,-5-24-62 0,-7-12 58 16,-9-8 76-16,-10-6 69 15,-6 0 5-15,-6 6 67 16,-4 8 52-16,-1 15 56 16,0 10-3-16,-4 12-54 15,-5 3-70-15,-1 20-23 16,1 8 8-16,2 5-6 15,7 3-13-15,0-3-7 16,10-2-6-16,12-6 5 16,5-4-5-16,1-3 0 15,3-2-1-15,-5-3 0 16,-4 0-12-16,-7 4-6 0,-12 1-1 16,-3 4 2-16,-30 1-4 15,-14 1-27-15,-34 1-113 16,7-8-342-16,12-9-880 15</inkml:trace>
  <inkml:trace contextRef="#ctx0" brushRef="#br0" timeOffset="48256.61">21067 1531 1026 0,'0'0'309'16,"0"0"12"-16,0 0-102 15,0 0-14-15,0 0-61 16,0 0-21-16,0 0-22 16,83 19-39-16,-52-52-36 0,-1-20-16 15,-9-26 5-15,-10-30-8 16,-11-19 2-16,-3-7 0 15,-20 8 18-15,3 35 21 16,3 28 5-16,4 25 26 16,5 24 41-16,-1 6-14 15,-1 9-42-15,1 11-46 16,-3 38-9-16,3 35 0 16,9 28 3-16,4 13-6 15,31-6 0-15,5-31 5 16,2-30-11-16,-2-22-2 15,2-21-89-15,5-9-135 16,3-6-38-16,-3-18-99 0,-15-21 80 16,-17-8 155-1,-14-5 128-15,-1 2 65 0,-9 6 100 16,-4 9 77 0,0 11-33-16,2 11-58 0,5 11-28 15,1 2-53-15,0 16-52 16,2 15 4-16,0 10 15 15,1 5-8-15,2 3-10 16,0 1-10-16,8-7-3 16,9-9-5-16,3-12-1 15,-1-15-28-15,1-7-8 16,-5-22 15-16,-2-14-19 16,-4-6-2-16,-3-3 30 15,-3 6 12-15,-3 8 1 16,0 9 26-16,0 11 18 0,0 11 3 15,4 0-30 1,1 21-9-16,2 10 13 0,4 3-7 16,2 2-7-16,-1-4-8 15,1-8 0-15,-1-7-99 16,1-17-152-16,-3-7-344 16,-3-15-594-16</inkml:trace>
  <inkml:trace contextRef="#ctx0" brushRef="#br0" timeOffset="48601.76">21675 1035 1255 0,'0'0'257'0,"0"0"-64"15,0 0-60-15,0 0 5 0,0 0-37 16,0 0-32-16,94 70 5 16,-64-68-30-16,-6-2-17 15,-5-4-6-15,-7-14 26 16,-6-3 27-16,-4-3 17 15,-2 1 14-15,0 7 34 16,0 5 16-16,0 11-20 16,0 3-65-16,0 27-47 15,-2 28-1-15,2 29 25 16,3 28 22-16,13 8-10 16,1-9-11-16,-4-28-9 15,-8-33-16-15,-5-17-7 0,0-12-15 16,-13-4 8-16,-10-4-9 15,-8-8-10-15,-11-8-52 16,-3-17-21-16,-1-19-64 16,7-44-115-16,11 10-123 15,19-3-444-15</inkml:trace>
  <inkml:trace contextRef="#ctx0" brushRef="#br0" timeOffset="49217.35">21975 1099 1137 0,'0'0'215'16,"0"0"-57"-16,0 0-53 15,0 0-22-15,0 0-24 16,88 38-38-16,-70-37-1 0,-2-1-9 16,-2 0 0-16,1-11-2 15,-5-7 3-15,3-7-6 16,-2-3 1-16,-3-2 2 15,-4 5 49-15,-2 5 71 16,-2 8 94-16,0 12-28 16,-12 3-77-16,-6 26-69 15,-2 12 28-15,1 10 8 16,7 7-13-16,9 0 3 16,3-4-15-16,15-12-7 15,18-14-23-15,14-17-9 16,10-11-3-16,3-27-7 15,-4-13 5-15,-11-10-7 0,-12-7-3 16,-11-6-5-16,-13-2 3 16,-7 2-4-16,-2 7 0 15,-3 14-1-15,-9 16 1 16,-1 14 9-16,2 10-8 16,3 2 0-16,7 17-1 15,1 8 0-15,7 6 0 16,16 6 0-16,8 1 0 15,3 1 6-15,2 1 0 16,-3-3 0-16,-8 2 6 16,-6-1 8-16,-8 1 16 15,-6-3 19-15,-5 3 9 0,0-3 4 16,0-2-4-16,0-6 7 16,0-5-20-16,3-6-15 15,13-10-9-15,12-6 7 16,13-1 1-16,14-13-10 15,9-10-14-15,3-7-11 16,-4-2-47-16,-3-23-136 16,-18 9-193-16,-17-3-1468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6:04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9179 6537 126 0,'0'0'728'16,"0"0"-486"-16,0 0-5 15,0 0-23-15,0 0-19 16,0 0-2-16,-24-65 15 16,20 59-25-16,1 1 6 15,0 3-8-15,1 2-45 16,-1 5-57-16,0 17-32 16,0 12 28-16,0 9 4 15,3 9-4-15,-2 1-18 16,-1 2-17-16,2-4-14 15,-3-5-11-15,1-5-14 16,1-5-1-16,-1-5-1 16,0-6-23-16,-1-6-73 0,-1-5-47 15,-1-5-150 1,-13-9-37-16,1 0-194 0,0-11-153 0</inkml:trace>
  <inkml:trace contextRef="#ctx0" brushRef="#br0" timeOffset="242.87">8873 6757 616 0,'0'0'681'16,"0"0"-308"-16,0 0-32 15,0 0-129-15,0 0-30 16,0 0 63-16,0 0-16 0,61 104-69 16,-34-66-26-16,0-1-24 15,0-1-39-15,-2-4-21 16,3-5-22-16,-5-4-10 15,1-3-10-15,-5-8-8 16,-5-3 0-16,-4-5-50 16,-3-4-57-16,-2 0-78 15,4-21-138-15,-2-4-364 16,-1-5-749-16</inkml:trace>
  <inkml:trace contextRef="#ctx0" brushRef="#br0" timeOffset="446.69">9308 6800 198 0,'0'0'1477'0,"0"0"-984"0,0 0-272 15,0 0-10-15,0 0 45 16,-40 95-69-16,28-52-43 16,0 3-39-16,-1 1-32 15,2-1-37-15,0-3-21 16,5-4-15-16,3-2-20 15,-2 16-137-15,4-11-403 16,-7-8-838-16</inkml:trace>
  <inkml:trace contextRef="#ctx0" brushRef="#br0" timeOffset="7355.1">25743 6547 639 0,'0'0'710'0,"0"0"-382"15,0 0-82-15,0 0-10 16,0 0-29-16,0 0-60 16,46-6-3-16,-12-9-5 15,11-3-30-15,9-2-34 16,7-2-9-16,2 1-11 16,-4 1 2-16,-4 6-20 15,-10 0-13-15,-10 4-15 0,-10 2-8 16,-9 3 9-1,-7 1-10-15,-4 0-1 0,-5 1-25 16,0-3-61-16,0 2-139 16,-27 1-100-16,3 0-243 15,-5 3-273-15</inkml:trace>
  <inkml:trace contextRef="#ctx0" brushRef="#br0" timeOffset="7832.28">25956 6237 1264 0,'0'0'383'0,"0"0"-98"0,0 0-37 16,0 0-33-16,0 0-62 15,0 0-40-15,0 0-19 16,8-29-35-16,-14 50-27 16,-8 8 53-16,-7 9 2 15,-2 4-19-15,-6 5-27 16,1 0-7-16,1-1-2 16,3-4-8-16,3-3-9 15,5-8-5-15,7-2-2 0,4-8-1 16,4-4 4-16,1-3-10 15,0-3 11-15,13-3-2 16,8-2 8-16,7-3 9 16,5-3 0-16,8 0 1 15,3 0-10-15,1-12-4 16,4 1-4-16,-1-2-2 16,-5 3-8-16,-5 0 1 15,-9 3-1-15,-8 3 0 16,-9 1-15-16,-6 2-34 15,-6 1-27-15,0-2-49 16,-10 2-110-16,-8 0-297 16,-6 0-271-16</inkml:trace>
  <inkml:trace contextRef="#ctx0" brushRef="#br0" timeOffset="8319.85">26071 6149 1363 0,'0'0'336'0,"0"0"-70"16,0 0-68-16,0 0-38 0,0 0-67 15,0 0-15-15,0 0 18 16,-45 102-3-16,26-58-26 16,-4 2-5-16,0-1-8 15,-3 1-11-15,4-3-13 16,-2-1-7-16,2-1-7 16,2-4-4-16,5-4-6 15,5-4 0-15,3-4-4 16,4-5 5-16,3-7-5 15,0-3 4-15,3-3-5 16,16-7 13-16,9 0 5 16,13-5 6-16,14-14 8 15,7-3 6-15,6-4-19 16,-2 2-5-16,-9 2-6 0,-8 5-9 16,-10 5 0-16,-12 5 1 15,-11 2-1-15,-8 2-35 16,-8 3-53-16,0 0-75 15,-18 0-138-15,-5 0-340 16,0 4-340-16</inkml:trace>
  <inkml:trace contextRef="#ctx0" brushRef="#br0" timeOffset="9003.4">25989 6563 1071 0,'0'0'570'0,"0"0"-241"15,0 0-19-15,0 0-71 16,0 0-59-16,0 0-52 15,115-85-10-15,-21 39-22 16,33-9-6-16,11 2-17 16,-8 7-8-16,-18 10-14 15,-36 11-8-15,-18 6-15 16,-20 4-7-16,-13 6-7 0,-3-2-14 16,-7 5 1-16,-3 0 0 15,-9 4 8-15,-3 2-9 16,0 0-7-16,-19 3-10 15,-13 13-7-15,-13 4-34 16,-13 7 1-16,-7 2-13 16,-8 2-25-16,-2 1 6 15,1-3 3-15,0 2 15 16,4-3 24-16,3 0 23 16,3-2 8-16,5-1 15 15,3-1-2-15,4-2 3 16,4-1 2-16,8-3-1 15,10-4 1-15,8-5-1 0,11-1 8 16,5-6 1-16,6-2 8 16,0 0 12-16,11 0 6 15,20-14 1 1,29-15 25-16,34-9-17 0,34-14-5 16,15-1 3-16,-3 5-4 15,-13 9-6-15,-24 9-3 16,-22 7-4-16,-22 6-5 15,-21 5-14-15,-12 2-5 16,0 0-2-16,-8 0 0 16,-2 3 1-16,-10 3 1 15,-6 3-2-15,0 1-32 16,-24 0-124-16,-4 0-222 16,-6 3-482-16</inkml:trace>
  <inkml:trace contextRef="#ctx0" brushRef="#br0" timeOffset="10557.11">28784 2619 715 0,'0'0'257'0,"0"0"4"15,0 0-18-15,0 0 31 16,0 0-56-16,0 0 13 16,-25-80-20-16,10 67-37 0,-3 2-11 15,-3 5-42-15,-4 3-30 16,-4 3-13-1,0 0-11-15,-4 11-28 0,-2 11-5 16,-2 4 1-16,5 6-5 16,0 1-8-16,9 5-5 15,4 0-4-15,7 3-5 16,5-2-2-16,7 0 5 16,0-5-11-16,3-5 0 15,13-6 1-15,3-8-1 16,1-3 1-16,2-6 0 15,1-6 11-15,2 0-12 16,-1-7-1-16,1-13-12 16,1-8 5-16,-3-6-7 0,-1-6 8 15,-2 1 7-15,-3 1 0 16,-5 9 0-16,-5 9 0 16,-1 8 0-16,-5 9 0 15,1 3-1-15,-2 1 0 16,0 20 1-16,1 9 7 15,1 8 17-15,-2 4 18 16,0 2-2-16,1-5-8 16,1-4-4-16,3-8 2 15,1-3-18-15,1-7 3 16,3-3-14-16,2-3 8 16,2-5-7-16,-1-4-1 15,3-2-1-15,1 0 0 16,2-2-69-16,16-16-68 0,-7 2-230 15,3-1-504-15</inkml:trace>
  <inkml:trace contextRef="#ctx0" brushRef="#br0" timeOffset="13741.47">29130 2234 160 0,'0'0'198'0,"0"0"-31"16,0 0-51-16,0 0-33 15,0 0-15-15,0 0 26 16,0 0 3-16,0-15 20 0,0 14 28 16,0-2-21-16,0 1 17 15,0-1 11-15,0 0-5 16,0 0-6-16,-6-2-4 16,-1 2-3-16,-1-2-37 15,-1-1-29-15,-1 2-13 16,1 0 19-16,-2-1-12 15,0 2-5-15,-1 0-11 16,-3 1 8-16,1 1-12 16,2 1 7-16,-1 0-7 15,-1 0-1-15,1 1-15 16,-2 7-2-16,-1 4 7 0,1 0-5 16,-1 5-8-16,2 0 10 15,1 2-6-15,2 1 1 16,2-1-7-16,2 1-2 15,2 2 1-15,4-3 0 16,1 1 0-16,0 0 7 16,0 0-4-16,0-3 6 15,4 0 5-15,5-1-7 16,0-2-2-16,2-1-10 16,0-3 5-16,2-1-2 15,1-2 4-15,0-2-2 16,4-2-2-16,-2-1 2 15,3-2-1-15,0 0-1 16,0 0-2-16,-1 0 1 0,0-8-2 16,-1-1 8-1,-1 0-6-15,0-1-6 0,-4 0 11 16,1 1-2-16,-2-5-3 16,-1 2 3-16,0-3-5 15,-1 2 1-15,1-3-4 16,-4-1 8-16,-1 0 0 15,-2-3-14-15,-1-1 10 16,-1 0-5-16,-1 1-5 16,0 0 10-16,0 3-10 15,0 0-1-15,0 3 1 16,0 2 0-16,-3 2-1 0,-3 0 1 16,-1 3-1-16,1 0-1 15,-2 2 0-15,1-2-6 16,-2 4-1-16,2 2 7 15,-2-2-10-15,-3 3 5 16,-2 0-1-16,-3 0-7 16,-5 4-2-16,-3 8-7 15,-3 13-7-15,6-4-144 16,6-6-517-16</inkml:trace>
  <inkml:trace contextRef="#ctx0" brushRef="#br0" timeOffset="15227.39">28862 2056 430 0,'0'0'560'0,"0"0"-375"16,0 0 24-16,0 0 54 16,0 0-79-16,0 0-68 15,-52-36-20-15,38 36-8 0,-1 0-5 16,3 0 3-1,0 0-3-15,3 0-11 0,3 2 0 16,0-1-10-16,3 2-1 16,-4 2-9-16,3 0-5 15,-4 3-12-15,0 2 1 16,0 3 0-16,2 1-2 16,0 3-4-16,0 1-3 15,1 4-4-15,2 2 1 16,-1 1-5-16,3 5-1 15,1-1 1-15,0 2-1 16,0 0-3-16,0 2 12 16,1-1-1-16,6 1-2 15,1 4 0-15,1 1-6 16,2 3 4-16,0-2-2 0,0 1-10 16,0-6-1-1,0 2-7-15,-1-5-1 0,1-1 1 16,-4-3-1-16,1-2-1 15,-4-4 0-15,-1-3-3 16,1-5-61-16,1-5-98 16,6-8-126-16,1-8-211 15,2-13-185-15</inkml:trace>
  <inkml:trace contextRef="#ctx0" brushRef="#br0" timeOffset="15833.63">29266 1923 924 0,'0'0'290'0,"0"0"37"16,0 0-34-16,0 0-68 15,0 0-21-15,0 0-59 16,0 0-40-16,-5-29-42 16,5 29-13-16,10 0 23 0,4 0 12 15,3 0-20-15,1 1-15 16,-2 2-9-16,3 0-10 15,-1-1 1-15,-3 1 1 16,0-1-5-16,-3 0 8 16,-1 2 3-16,-1 2-5 15,-1 2 2-15,0 6-9 16,-2 5 11-16,1 7 10 16,-4 6-11-16,-2 3 11 15,-1 6-2-15,-1 2-5 16,0 1-4-16,0 4-2 15,2-1-2-15,1 2 3 16,0-3-5-16,1-1-2 0,2-1-4 16,-3-7-7-16,0-3 2 15,-1-7-7-15,-2-7-4 16,1-4 2-16,-1-6-1 16,0-5-4-16,0-1 2 15,0-4-7-15,0 3 8 16,-3-3 0-16,-15 2-8 15,-10 3-1-15,-9 6-71 16,-23 8-112-16,11-2-160 16,12-8-702-16</inkml:trace>
  <inkml:trace contextRef="#ctx0" brushRef="#br0" timeOffset="16346.16">30004 2573 1506 0,'0'0'545'15,"0"0"-188"-15,0 0-40 16,0 0-55-16,0 0-102 16,0 0-91-16,0 0-36 15,30 0-5-15,-1-2-4 0,3-1 0 16,4-1-14-16,-2-1-8 15,-4 1-2-15,-5 0-17 16,-3 1-73-16,-5-1-127 16,-6 2-161-16,-7-1-394 0</inkml:trace>
  <inkml:trace contextRef="#ctx0" brushRef="#br0" timeOffset="16599.04">30043 2755 1587 0,'0'0'509'0,"0"0"-257"0,0 0-31 16,0 0 16-16,0 0-50 15,0 0-13-15,0 0-48 16,66 9-19-16,-40-9-39 15,3 0-28-15,-2-7-17 16,-3 0-15-16,0 0-8 16,1-1-57-16,-4 3-139 15,-9 1-519-15</inkml:trace>
  <inkml:trace contextRef="#ctx0" brushRef="#br0" timeOffset="22314.09">2834 12939 1235 0,'0'0'312'0,"0"0"-1"15,0 0-8-15,0 0-66 16,0 0-51-16,0 0-33 15,-75-38-23-15,47 38-33 16,-5 4-22-16,-3 11-20 16,3 4-14-16,3 6-14 15,5 1-12-15,4 6-2 16,6 0-5-16,5 3-8 16,7-3 6-16,3 1 0 15,0-3-5-15,13-4 6 16,2-4-5-16,3-5-1 15,3-6 1-15,0-5 4 16,1-4-6-16,0-2 0 16,0-7-1-16,-2-8-6 0,1-8-14 15,-4-4 15-15,-4-4-5 16,-1-1 10-16,-4-2 1 16,-4 2 0-16,-1 4 0 15,-3 3 0-15,0 8 0 16,0 6 2-16,0 5 7 15,0 4 6-15,0 2-5 16,0 2-8-16,3 15 3 16,3 9-4-16,3 9 13 15,0 6 1-15,6 2 6 16,-3-3-3-16,1 0-7 16,2-7-10-16,4-1 0 15,1-5 8-15,2-8-9 0,-1-3 0 16,-4-10-42-16,-3-6-144 15,-5-5-190-15,-4-12-537 0</inkml:trace>
  <inkml:trace contextRef="#ctx0" brushRef="#br0" timeOffset="22810.86">2958 12252 1277 0,'0'0'516'0,"0"0"-167"16,0 0-59-16,0 0-151 15,0 0-84-15,0 0-32 16,0 0-4-16,-56-2-1 15,43 4-3-15,5 3 3 16,-1-2 0-16,2-1 0 16,1 1-9-16,3-1-8 15,0 3 0-15,3 2 1 16,0 2-1-16,0 5 5 16,0 4 10-16,9 4 11 0,4 7 9 15,-1 3 7-15,-1 6 6 16,4 3 10-16,-5 5 0 15,0 2-20-15,-2 1-6 16,-2 0-9-16,-3-1 0 16,3-4 17-16,0-6-4 15,0-7-14-15,0-8-16 16,0-7-5-16,-3-7-1 16,3-4 7-16,1-4-7 15,4-1 0-15,-2-3-1 16,4-14-77-16,11-25-183 15,-8 4-222-15,2-2-460 0</inkml:trace>
  <inkml:trace contextRef="#ctx0" brushRef="#br0" timeOffset="23199.95">3163 12368 1460 0,'0'0'531'0,"0"0"-229"15,0 0-48-15,0 0-40 16,0 0-111-16,0 0-46 16,0 0-24-16,-73 97 0 15,73-68-3-15,0 0-3 0,5-1-8 16,8 0 15-16,5-6 16 15,1-3-5-15,1-5-17 16,-1-8-7-16,-1-4-3 16,0-2 0-16,3-5-4 15,-3-12-4-15,-2-7-4 16,-1-6 0-16,-5-6-6 16,-5 1-1-16,-5-2-13 15,-2 4-19-15,-15 5-21 16,-7 9-1-16,1 9-10 15,-2 10-83-15,-3 0-135 16,5 7-235-16,8 3-415 0</inkml:trace>
  <inkml:trace contextRef="#ctx0" brushRef="#br0" timeOffset="23769.86">3292 12044 1069 0,'0'0'496'15,"0"0"-125"-15,0 0-49 0,0 0-52 16,0 0-169-1,0 0-56-15,0 0-19 0,-12-13-9 16,21 13-5-16,10-3 9 16,6 0 13-16,2-3-3 15,6 2-1-15,-2 0-4 16,-4 0-10-16,1 2-7 16,-8 2-8-16,1 0 5 15,-6 0 0-15,1 12 5 16,2 5 7-16,-5 4 1 15,1 6 2-15,1 3 9 16,-3 5 15-16,1 2 9 0,-4 2-2 16,0 2 14-1,1 0-21-15,-1 2-18 16,-1 0 0-16,-2-1 0 0,4 0-2 16,-4-3 4-16,0-6 2 15,-1-4-7-15,-2-5-3 16,-2-9-4-16,2-5-5 15,-3-3 0-15,0-5-2 16,0-2 2-16,0 3-1 16,0-3 4-16,-13 0 12 15,-14 0-12-15,-7 6-15 16,-13 2-5-16,-23 15-27 16,-37 29-41-16,13-6-225 15,-4 1-777-15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36:57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2124 13858 1388 0,'0'0'363'15,"0"0"-153"-15,0 0 3 16,0 0-83-16,0 0-56 16,0 0-26-16,50-3-20 0,-20-1-7 15,1-1-12 1,-1 0-8-16,-4 0-1 0,-4 1-15 16,-1 2-105-16,-6 2-163 15,-5 0-359-15</inkml:trace>
  <inkml:trace contextRef="#ctx0" brushRef="#br0" timeOffset="169.23">2124 14026 664 0,'0'0'988'16,"0"0"-702"-16,0 0-14 15,0 0-87-15,0 0-50 16,0 0-80-16,0 0-32 0,73-22-23 15,-6 0-38 1,-12 4-227-16,-7-2-591 0</inkml:trace>
  <inkml:trace contextRef="#ctx0" brushRef="#br0" timeOffset="1152.15">1534 13944 1309 0,'0'0'746'0,"0"0"-426"0,0 0 58 16,0 0-116-16,0 0-96 15,0 0-78-15,0 0-28 16,-91 93 18-16,72-37-29 16,1 7-5-16,6 0 4 15,3-5-11-15,2-5-20 16,4-6-10-16,0-7-6 0,3-5 1 16,0-7-2-16,0-3-44 15,-3-8-83-15,0-6-84 16,-6-11-145-16,-3-4-304 15,0-16-510-15</inkml:trace>
  <inkml:trace contextRef="#ctx0" brushRef="#br0" timeOffset="1402.48">1184 14076 924 0,'0'0'1057'0,"0"0"-784"16,0 0-12-16,0 0-25 15,0 0 24-15,103 46-46 16,-49-19-56-16,4 1-66 0,0 2-7 16,6-2-14-16,-4-1-22 15,-2-3-11-15,-6-2-11 16,-4 0-14-16,-8-5-5 16,-10-2-8-16,-9-3-5 15,-3-6-72-15,0-6-121 16,-5 0-261-16,-7-8-522 0</inkml:trace>
  <inkml:trace contextRef="#ctx0" brushRef="#br0" timeOffset="9734.96">19829 6939 911 0,'0'0'224'0,"0"0"-28"15,0 0-57-15,-103-53 53 16,67 36 7-16,-3 1-25 16,-1 2-98-16,-4 3-42 15,-6 4-18-15,-7 1-10 16,-2 5-5-16,-3 0-1 15,0 1 0-15,2 0 0 16,2 0-1-16,3 2 1 16,2 5 1-16,3 0-1 15,-1 5-1-15,5 0-5 16,-3 7-4-16,1 4 8 16,-3 7 1-16,-2 7 0 15,1 7 1-15,0 4 0 0,5 7 15 16,0 2 19-1,3 6-12-15,2 0 24 0,1 1 14 16,5 0-6-16,3-3 4 16,5 3-3-16,2-1-9 15,8 3 25-15,3 0 5 16,6 1-31-16,5 0 14 16,2-1 13-16,2 9-24 15,8 14 9-15,11-8-12 16,-1-9 5-16,7-12-12 15,2-13-16-15,8 1 8 16,9 5 9-16,1-7-7 16,4-7-8-16,1-5-6 0,3-3-3 15,1-6 4 1,-1-2 8-16,3-5-3 0,1-6 13 16,2-3-2-16,1-4-10 15,0-5 8-15,1 0-4 16,-2-6-7-16,3-10-8 15,-3-3-4-15,2-3-1 16,-1-2 0-16,1-6-7 16,-4 1 8-16,-2-1-10 15,-6-1 0-15,-1-2 0 16,-5-4 0-16,0-3 0 16,-5-3 0-16,-2-4 0 0,-2-3 0 15,-3-3 0 1,2-1 0-16,-6-1 0 0,0-1-11 15,-3 5-1-15,-7 1 3 16,-5-2-3-16,-6 2-6 16,-4-4-3-16,-2-3-7 15,-2-1-10-15,-10-6 4 16,-5 4 1-16,-2-5 3 16,-3 4-18-16,0-2-4 15,-2 2-7-15,0 4-1 16,-3 3 27-16,-1 5 0 15,0 5-11-15,-4 2-39 16,1 2-35-16,-1 4 54 16,1 1-33-16,0 6 9 15,1 4 32-15,2 5-5 0,1 4 25 16,0 5-4 0,2 3-16-16,0 2 6 0,2 4-12 15,-2 0 15-15,1 2 10 16,2 0-21-16,2 0 28 15,1 0-11-15,5 0 16 16,2 4-26-16,3-1-5 16,3 1 6-16,-1 0-21 15,3 0 1-15,1 2 4 16,-1 1 11-16,4 3 8 16,0-1 7-16,0-7-573 0</inkml:trace>
  <inkml:trace contextRef="#ctx0" brushRef="#br0" timeOffset="9924.08">19378 6972 884 0,'0'0'599'16,"0"0"-462"-16,0 0-38 15,0 0-38-15,0 0-36 16,0 0-25-16,0 0-281 0</inkml:trace>
  <inkml:trace contextRef="#ctx0" brushRef="#br0" timeOffset="12926.06">21080 11355 227 0,'0'0'352'16,"0"0"-95"-16,0 0-106 15,0 0-15-15,0 0-11 16,0 0-12-16,-15-1-35 16,15 1-21-16,0 0-1 15,0 0-6-15,0 0 1 16,0 0 1-16,8 0 48 0,5 1-2 16,2 5-19-16,4 5-5 15,3-2 4-15,3 3-10 16,3 0-18-16,2 1-5 15,1 0 21-15,2 0-8 16,1-2-18-16,2 1 15 16,-2-1 0-16,2-2-6 15,0 1-5-15,-2-3 3 16,1-2 1-16,-4-3-15 16,0-2 6-16,1 0-3 15,2-2-1-15,-2-7-2 16,0-5-9-16,-2 1 5 15,-2 1-5-15,-2-2 1 0,-1 0 3 16,0-4-2 0,-1 0-4-16,0-3-7 0,-1-1 8 15,2-5-2-15,0-2-11 16,2-1 2-16,-2-5 0 16,0 0 5-16,-2-3-5 15,-1-1 1-15,-1-2 2 16,-4-3-1-16,1 0 2 15,-5 0-4-15,0 2-4 16,-1 0-2-16,-1 0 0 16,-2-1 4-16,-2 2-3 15,-2-1-1-15,-2-2 3 0,-2 1-3 16,-1-1-5-16,0 1 0 16,0 4-1-16,-3 3 0 15,-4 2 2-15,-2 1-1 16,-1 1-1-16,-3 3 0 15,1 1 0-15,-4-2-11 16,-3 2-1-16,1 0 5 16,-5-1-3-16,1-1-1 15,-1-1 1-15,0 0 2 16,0 1-7-16,0 0 3 16,1 0-1-16,2 4-2 15,-1 0 1-15,1 3-2 16,1 2 2-16,-2 4 2 15,2 0-3-15,-4 0-1 16,3 5-8-16,-3-1 1 0,-1 2 4 16,-1 1 5-16,-2 3 4 15,-4-1-4-15,-2 5 7 16,-3-1 7-16,-2 2-1 16,0 1 1-16,1 1-1 15,1 0-5-15,2 0-19 16,-5 0 2-16,2 0-2 15,-2 4 11-15,-3 5 14 16,-3 3-1-16,2 2 0 16,-2-1 0-16,2 3 0 15,0 1 1-15,-1 3-1 16,-2 2 1-16,3 2 0 16,-1 0 0-16,2 3 1 0,0 1-1 15,2 0 6-15,2 2-5 16,4-1 0-16,3 1-1 15,1 1 0-15,3 3-1 16,2 2 1-16,3 3 17 16,3 0-8-16,3 2-3 15,4 2-6-15,1 1 20 16,0-1 19-16,2 1-7 16,1-3-3-16,2-3-11 15,0-5-5-15,3-2 2 16,2-2-6-16,1 0 2 15,0 0 7-15,0 2 3 16,0 1-3-16,0 0 0 16,4-1 1-16,7 1 1 15,-2-2-4-15,1-1-7 0,3-1-3 16,-2-2 2-16,2 0 11 16,-2-2-7-16,-1-4-5 15,0-1-5-15,0-5-1 16,-3-3 5-16,-1-3-6 15,3 0-1-15,-3 0 1 16,1-1 0-16,3 2 5 16,1 1-4-16,3 5-2 15,0-1 1-15,2 4-1 16,-2-4 0-16,1 0 1 0,0 1-1 16,0-2 0-1,1-2 1-15,1 0-1 0,4-4-7 16,6-2-14-1,4-2-65-15,9-3-78 0,32 3-160 16,-11 0-196-16,0 4-6 0</inkml:trace>
  <inkml:trace contextRef="#ctx0" brushRef="#br0" timeOffset="13721.63">23200 11445 1175 0,'0'0'377'0,"0"0"-59"16,0 0-52-16,0 0 13 15,0 0-39-15,0 0-76 16,0 0-46-16,24 0-9 16,-1 0-9-16,4-1-34 0,3-4-9 15,0 0-12 1,0-1-15-16,-4 0-17 0,-3 2-7 15,-5 1-5-15,-8 2 0 16,-4 0 0-16,-1 1-1 16,-4 0-33-16,1 0-64 15,-2 0-64-15,0 0-185 16,0 6-252-16,-3 0-286 0</inkml:trace>
  <inkml:trace contextRef="#ctx0" brushRef="#br0" timeOffset="14001.04">23167 11651 1328 0,'0'0'520'15,"0"0"-390"-15,0 0 30 16,0 0 84-16,0 0 17 15,0 0-137-15,0 0-24 16,24 1 17-16,2-1 22 16,7-2-36-16,2-6-49 15,-1-1-25-15,-1-1-17 16,-5 0-6-16,-4 3-6 16,-6 2 0-16,-6 5-29 15,-6 0-120-15,-6 8-433 0</inkml:trace>
  <inkml:trace contextRef="#ctx0" brushRef="#br0" timeOffset="21189.72">16061 13442 720 0,'0'0'660'0,"0"0"-325"16,0 0-23-16,0 0-76 15,0 0-25-15,0 0-124 16,0 0-54-16,11 0-13 16,15-3-9-16,9 0 0 15,3-3 8-15,3 1 1 16,1-2-10-16,-3-2 3 15,-6 4-7-15,-6 0-6 16,-10 0-30-16,-1 5-162 16,-7 0-164-16,-4 0-354 0</inkml:trace>
  <inkml:trace contextRef="#ctx0" brushRef="#br0" timeOffset="21393.43">16037 13604 570 0,'0'0'773'0,"0"0"-386"16,0 0-56-16,0 0-126 15,0 0-5-15,0 0-71 16,0 0-74-16,124-67-26 16,-73 45-15-16,-2 3-14 15,-3 2 0-15,-4 7-158 16,-15 3-365-16,-15 7-1251 0</inkml:trace>
  <inkml:trace contextRef="#ctx0" brushRef="#br0" timeOffset="29447.94">22991 14398 1255 0,'0'0'538'0,"0"0"-314"16,0 0-87-16,0 0-28 15,0 0 17-15,101-9-40 16,-51 2-27-16,6 2-16 15,2 2-23-15,-3 3-14 16,-4 0-6-16,-7 0-6 16,-3 5-102-16,-11 7-169 15,-12-5-465-15</inkml:trace>
  <inkml:trace contextRef="#ctx0" brushRef="#br0" timeOffset="29643.26">23139 14634 1189 0,'0'0'498'16,"0"0"-236"-16,0 0-98 15,0 0 0-15,0 0 21 16,0 0-51-16,0 0-49 16,125-50-42-16,-74 28-29 15,1 1-14-15,12-6-79 16,-11 5-238-16,-17 2-691 0</inkml:trace>
  <inkml:trace contextRef="#ctx0" brushRef="#br0" timeOffset="33232.91">16249 16218 1275 0,'0'0'366'0,"0"0"-164"0,0 0-92 16,0 0 7-1,0 0 23-15,0 0-19 16,0 0-3-16,89 4-25 15,-54-4-23-15,2 0-23 0,0 0-18 16,-2 0-15-16,-4 0-8 16,-4-2-6-16,-5 2 0 15,-5 0-52-15,-4 0-108 16,-3 0-132-16,-4 0-308 16,-3 0-176-16</inkml:trace>
  <inkml:trace contextRef="#ctx0" brushRef="#br0" timeOffset="33458.98">16292 16377 1162 0,'0'0'591'0,"0"0"-312"16,0 0-106-16,0 0-31 15,0 0 76-15,0 0-77 16,0 0-38-16,109 1-34 15,-70-12-23-15,-4-1-22 16,1-2-13-16,-1 0-10 16,-5-1-1-16,4 5-48 15,-9 3-220-15,-11 5-547 0</inkml:trace>
  <inkml:trace contextRef="#ctx0" brushRef="#br0" timeOffset="36627.53">28505 15659 902 0,'0'0'779'16,"0"0"-613"-16,0 0-49 16,0 0 2-16,0 0-38 15,0 0-49-15,49 0-20 16,-19 0-12-16,0 0-18 16,-4 0-132-16,-4 7-183 15,-6 1-262-15,-10-1-305 0</inkml:trace>
  <inkml:trace contextRef="#ctx0" brushRef="#br0" timeOffset="36776.26">28568 15786 423 0,'0'0'658'0,"0"0"-391"0,0 0-25 15,0 0-19-15,0 0-47 16,0 0-62-16,0 0-46 16,-8 18-15-16,40-34-23 15,5-2-20-15,8-3-10 16,16-7-80-16,-12 5-210 15,-7 4-347-15</inkml:trace>
  <inkml:trace contextRef="#ctx0" brushRef="#br0" timeOffset="37016.95">28811 15566 416 0,'0'0'897'16,"0"0"-709"-16,0 0-81 0,0 0 13 15,0 0 8-15,110-21-40 16,-74 21 0-16,-1 0-10 16,-6 5-28-16,-6 4 3 15,-8 9-19-15,-9 1-15 16,-6 5-7-16,-2 4-2 16,-16 2-8-16,-4-1-1 15,0-1-1-15,8-5-67 16,6-6-197-16,7-12-501 0</inkml:trace>
  <inkml:trace contextRef="#ctx0" brushRef="#br0" timeOffset="37457.72">29816 15276 933 0,'0'0'810'0,"0"0"-589"16,0 0 70-16,0 0-146 16,0 0-68-16,0 0-16 15,0 0 14-15,-16 62-7 16,16-38-23-16,0 1-8 16,0-5-13-16,0-2-11 15,-2-6-7-15,1-4-5 0,-3-5 0 16,1-3 1-1,-2-4 13-15,-1-16-8 0,0-10-6 16,3-7 0-16,3-4 0 16,0 4 5-16,9 5-5 15,9 8 26-15,1 8 13 16,5 10-5-16,3 6-8 16,1 6 1-16,2 14 13 15,0 7-7-15,-3 5 3 16,-5 4 4-16,-1 3-16 15,-2 0-7-15,-5 2-6 16,-1-2-6-16,-4-3-5 16,-3-4-1-16,-1-6-17 15,4-7-132-15,-3-9-396 16,-2-10-563-16</inkml:trace>
  <inkml:trace contextRef="#ctx0" brushRef="#br0" timeOffset="38323.12">30207 14740 476 0,'0'0'948'0,"0"0"-676"16,0 0 29-16,0 0-60 15,0 0-88-15,0 0-61 16,-89-35-14-16,78 35-14 15,5 0-13-15,-1 2-9 16,5 8-3-16,1 2-7 16,1 6 7-16,0 6 6 15,0 7 1-15,1 8 8 16,7 4 9-16,-4 3-6 16,2 0-12-16,2-4-21 0,-1-3-6 15,6-6 4 1,0-2-1-16,3-6-10 0,0-1-4 15,2-7-7-15,-1-5-1 16,0-4-35-16,1-6-81 16,8-7-202-16,-4-9-266 15,-3-8-390-15</inkml:trace>
  <inkml:trace contextRef="#ctx0" brushRef="#br0" timeOffset="38592.81">30419 14800 1287 0,'0'0'386'0,"0"0"-43"0,0 0-123 16,0 0-26-16,-54 75-17 15,45-39-31 1,5 3-22-16,4-3-46 0,0-5-32 16,4-4-19-16,8-8-5 15,3-6-20-15,-3-6 8 16,3-6-4-16,-3-1-6 15,1-5 6-15,1-13 0 16,0-6-6-16,-1-9 0 16,-6-4-51-16,-2-1-60 15,-5 3-78-15,0 3-76 16,-8 11-72-16,-2 7-310 0</inkml:trace>
  <inkml:trace contextRef="#ctx0" brushRef="#br0" timeOffset="38991.12">30602 14543 1517 0,'0'0'360'15,"0"0"-56"-15,0 0-84 16,0 0-22-16,0 0-66 15,106-14-24-15,-82 22-23 16,3 8-25-16,-3 4-14 16,-2 5-1-16,-2 3-6 0,-1 3-3 15,-3 3 3-15,-2 0-2 16,-3 2-2-16,-1 0-2 16,-4 3-11-16,-2-3 2 15,-2 0-2-15,-2-2 2 16,0-3-7-16,0-4-2 15,-2-5 0-15,-7-3-9 16,-2-6 4-16,0-1-10 16,-3-5 1-16,-2-1-1 15,-1-6 2-15,-2 0-2 16,-2-4-27-16,3-12-62 16,7-9-102-16,5 3-330 15,4 1-397-15</inkml:trace>
  <inkml:trace contextRef="#ctx0" brushRef="#br0" timeOffset="39166.32">31302 14942 1914 0,'0'0'619'0,"0"0"-344"15,0 0-65-15,0 0-80 16,0 0-84-16,0 0-46 15,0 0-61-15,-99 61-442 16,46-33-1074-16</inkml:trace>
  <inkml:trace contextRef="#ctx0" brushRef="#br0" timeOffset="47138.42">18382 17045 104 0,'0'0'98'0,"0"0"401"15,0 0-239-15,0 0-40 16,0 0-45-16,-14-31-4 16,7 23-5-16,-2 3-42 15,-1-2-26-15,1 0-4 0,-2 0-13 16,-4 0-2 0,-1-2-2-16,-5 3-9 0,-3-4-15 15,-3 6-16-15,-4-3 2 16,-6 3 7-16,-5 1-21 15,-7 3-2-15,-3 0-1 16,-5 0 0-16,-1 0 1 16,-2 7-3-16,-3 2-3 15,1-1-4-15,-2 5 7 16,-1-3 0-16,0 0 0 16,2 1 1-16,2-2 0 15,3 2-3-15,3-1 1 16,1-1-4-16,5 2-5 0,-2-2 1 15,0 1-4 1,3 0 2-16,-1 0-3 0,1 1-4 16,1-1 4-16,2-2 3 15,-1 2 3-15,2-1 1 16,-2-2-1-16,0 3 0 16,-3-5-6-16,0 3 1 15,1-4 5-15,-1 5-4 16,1-3-2-16,0 1 0 15,3 0 1-15,1-1 2 16,5 0 0-16,3-1 2 16,5-3-1-16,4 2-4 15,5-3 0-15,2 1-4 16,5 1-1-16,1-1 0 0,1 1 0 16,-1 3 0-16,0-3 0 15,-2 4 0-15,1 3-1 16,-3 1 0-16,0 2 1 15,0 4-1-15,0 0 0 16,0 5-1-16,3 0 1 16,-1 2 0-16,2 3-1 15,1 2 1-15,4 1 0 16,5 3 7-16,4 3-7 16,0-2-1-16,1 0 1 15,13 4 1-15,5-6 6 16,5 4-5-16,0 0-1 15,4 1-1-15,2 1 0 0,3-1 0 16,4-4 0-16,3-2 9 16,7-6-8-16,5-1 5 15,6-4 7-15,3-6 4 16,3-4-4-16,4-5 2 16,13-5-6-16,16 0 8 15,18-19-10-15,3-1-6 16,-8-2 8-16,-24 5 0 15,-25 3-8-15,-14 2 0 16,-2 2-1-16,7-4 0 16,8 1-1-16,7-4 1 15,-2 1 7-15,0-3-5 16,-4 1 19-16,0-1-3 16,3-1-6-16,2 1 7 15,1 0 7-15,6-1-13 0,-1 1-5 16,1 2 10-1,3 3-5-15,-1-6 3 0,-1 1-5 16,-1 0 2-16,-3-1-1 16,-1 3-6-16,-8-2 5 15,-6 0-2-15,-7 2 4 16,-9-3-2-16,-5 3 1 16,-10-3 1-16,-2-1 2 15,-4-2 3-15,-4 0-4 16,-4-5-1-16,0 1 2 15,-4-1 0-15,-3-2-3 0,-1 1 0 16,-2-1-3-16,0-3-1 16,-5-1-7-16,-7 0 0 15,-4 2 0-15,-2 0 1 16,-1 4-1-16,-5 3-1 16,-1 4-11-16,-2 2-10 15,0 4 6-15,-3 2-4 16,0 2 13-16,-1 2 0 15,-3 3-2-15,1 1-4 16,-2 1-7-16,1 4 5 16,3 0-8-16,-1 0 4 15,3 0 6-15,3 0-5 16,3 9 4-16,3-4-5 0,1 2 1 16,2 1-14-1,5-4-53-15,2-4-205 0,0-1-380 16,2-13-786-16</inkml:trace>
  <inkml:trace contextRef="#ctx0" brushRef="#br0" timeOffset="47314.95">18440 16838 1534 0,'0'0'500'16,"0"0"-219"-16,0 0-81 15,0 0-39-15,0 0-87 16,0 0-59-16,0 0-15 0,-1 3-191 16,-5-3-463-16</inkml:trace>
  <inkml:trace contextRef="#ctx0" brushRef="#br0" timeOffset="55208.56">24545 4275 160 0,'0'0'1016'0,"0"0"-658"16,0 0 11-16,0 0-68 15,0 0-36-15,0 0-37 16,-9 0-53-16,12 0-36 16,21 2 1-16,13 1 6 15,29-1-34-15,28-2-10 16,28 0-20-16,5 0-14 16,-8-3-29-16,-29-4-12 15,-32 3-8-15,-16 3-4 16,-9 0-7-16,-1-2-7 15,0 0 5-15,-5 0-5 16,-11 1-1-16,-10 2-15 16,-6-2-48-16,0 2-61 15,-39-4-109-15,-6 1-421 0,-10-2-554 16</inkml:trace>
  <inkml:trace contextRef="#ctx0" brushRef="#br0" timeOffset="55914.86">24751 4018 1080 0,'0'0'324'0,"0"0"-11"0,0 0 0 15,0 0-67 1,0 0-31-16,0 0-41 0,0 0-50 16,6-51-48-16,-6 51-31 15,-3 12-26-15,-6 7 32 16,-3 3 6-16,-4 3 7 15,-6 5-16-15,-4 0-1 16,-4 2-22-16,-5 1-5 16,-3 1-5-16,1-3 0 15,-2 4 0-15,3-6-6 16,5 0 1-16,7-5-2 16,6-5-3-16,9-2-4 15,4-5 0-15,5-1 0 16,0-1 11-16,19 1 19 15,12-1 32-15,13-2 8 0,13 1 13 16,7-2-23-16,3-3-17 16,1-1-13-16,-4-1-4 15,-4-2 0-15,-7 0-7 16,-8 0-8-16,-11 0-11 16,-11 0 7-16,-7 0-8 15,-8 0 0-15,-4-2 0 16,-4-3-46-16,0 0-58 15,-9-4-131-15,-9 3-235 16,3-5-428-16</inkml:trace>
  <inkml:trace contextRef="#ctx0" brushRef="#br0" timeOffset="57532.54">8946 4353 766 0,'0'0'307'0,"0"0"-63"16,0 0-6-16,0 0-32 15,0 0-28-15,0 0-24 16,0 0-42-16,0 0-19 16,15 0 17-16,4 0-25 15,5-4-13-15,2 0-9 16,2-2-27-16,2 0-21 16,0 3-6-16,-3-2-8 15,-2 2-1-15,-3 2-85 16,-7-1-88-16,-6 2-136 15,-6 0-297-15,-3 0-351 0</inkml:trace>
  <inkml:trace contextRef="#ctx0" brushRef="#br0" timeOffset="57725.07">8927 4556 1107 0,'0'0'290'0,"0"0"-59"15,0 0-40-15,0 0-28 16,0 0 6-16,0 0-59 16,85-15-45-16,-49 0-38 15,1 0-14-15,-1-1-13 0,8-8-34 16,-8 4-147 0,-12 1-344-16</inkml:trace>
  <inkml:trace contextRef="#ctx0" brushRef="#br0" timeOffset="58068.54">9188 4151 1335 0,'0'0'358'0,"0"0"-83"15,0 0-104-15,0 0-72 16,0 0 27-16,0 0 3 15,0 0-11-15,74 66-32 0,-41-48-28 16,2 0-4-16,-4-1-17 16,-1-1-13-16,-8-1-7 15,-1 0-9-15,-11-1-7 16,-5 3 8-16,-5 0-8 16,0 3 5-16,-12 1-5 15,-6 2 1-15,-3-1-1 16,-3-4 5-16,2 0-6 15,0-7 0-15,2-2-34 16,1-4-44-16,1-2-89 16,3-3-64-16,1 0-251 15,3 0-428-15</inkml:trace>
  <inkml:trace contextRef="#ctx0" brushRef="#br0" timeOffset="58297.71">9558 4593 1672 0,'0'0'526'0,"0"0"-206"16,0 0-64-16,0 0-57 15,0 0-72-15,0 0-69 16,0 0-38-16,-12 3-20 15,7-3-39-15,-11 0-129 16,-2 0-344-16,1-9-683 0</inkml:trace>
  <inkml:trace contextRef="#ctx0" brushRef="#br0" timeOffset="64898.91">23162 3704 137 0,'0'0'658'0,"0"0"-382"16,0 0-33-16,0 0-28 15,0 0 12-15,-31 4-12 16,30-4-17-16,-1 0-28 16,2 0 4-16,0 0-28 15,0 0-27-15,15-3-14 16,13-9 2-16,14-5-25 15,22-13-22-15,26-7-10 16,19-9-13-16,-5 3-11 16,-21 10-16-16,-22 9-2 15,-19 6-2-15,3-2-6 16,0-2 1-16,-5 3-1 16,-11 7-12-16,-15 4-39 0,-11 6-48 15,-3 2-75 1,-28 2-166-16,-5 11-180 0,-10-1-316 15</inkml:trace>
  <inkml:trace contextRef="#ctx0" brushRef="#br0" timeOffset="65420.62">23299 3341 971 0,'0'0'288'0,"0"0"-3"16,0 0-46-16,0 0-36 15,0 0-35-15,0 0-31 16,0 0-44-16,0-37-33 15,0 40-25-15,-7 14-23 16,0 9 46-16,-7 8 30 16,-4 5-17-16,-2 2-21 15,0 1-9-15,-2 0-8 16,1-1-6-16,3 1-1 0,2-2-9 16,3-3 0-1,3 0 2-15,6-3-7 0,2-2 0 16,2-2 0-16,0-2 5 15,0-5 8-15,3-2 8 16,6-4-11-16,-2-6-2 16,6-4 1-16,1-2-2 15,4-5 13-15,6 0 7 16,5-7-6-16,3-8-15 16,4-2-11-16,1-2-1 15,-2-3-5-15,-4 4-1 16,-7 1-1-16,-6 4-51 15,-6 2-64-15,-12-3-135 16,0 7-306-16,0-3-554 0</inkml:trace>
  <inkml:trace contextRef="#ctx0" brushRef="#br0" timeOffset="65635.25">23623 3759 1776 0,'0'0'346'15,"0"0"-160"-15,0 0-44 16,0 0-24-16,0 0-79 16,0 0-39-16,0 0-64 15,30 4-168-15,-9-8-427 0,0-12-591 16</inkml:trace>
  <inkml:trace contextRef="#ctx0" brushRef="#br0" timeOffset="72181.69">8670 3841 1011 0,'0'0'184'16,"0"0"-17"-16,0 0 51 15,-115-74-45-15,23 53-59 16,-53 9-23-16,-31 8-9 15,-25 4-10-15,-20 22-27 16,-3 11-27-16,-25 17-10 16,-12 14-8-16,-12 8-5 15,-1 9-22-15,1 10 14 16,0 12-12-16,9 11 3 16,9 4 10-16,21 0 2 15,29-4 10-15,31-5 7 0,29-3-6 16,26-5 6-1,23-9 5-15,23-7 10 0,21-11 18 16,19-1-8-16,9 0-14 16,7 0-3-16,6 1-8 15,8-12 1-15,3-6 5 16,0-12-6-16,3 8 4 16,22 18 4-16,14 22 5 15,9 12 11-15,4-9 2 16,5-8 5-16,-5-12 1 15,6-1 6-15,-7-10 5 16,-8-13 10-16,-7-6-11 16,-2-5 0-16,8 7-6 15,0 1-11-15,2 3-13 16,-8-9-7-16,-9-8-6 0,-4-3-5 16,-9-6 0-16,-6-6 0 15,-5-2 0-15,-3-3 0 16,0-4-1-16,0-5-11 15,-5-1-60-15,-7-4-56 16,-19 0-103-16,6-4-331 16,-4-6-291-16</inkml:trace>
  <inkml:trace contextRef="#ctx0" brushRef="#br0" timeOffset="72393.14">4553 6941 1347 0,'0'0'395'0,"0"0"-141"0,0 0 7 16,0 0-16 0,93 0-40-16,-51 0-52 0,8 0-50 15,7 0 1-15,4-2-53 16,0-3-31-16,-1-2-11 16,0-3-8-16,-8-1-1 15,-9 0-54-15,-7-9-142 16,-11 1-307-16,-17 1-386 0</inkml:trace>
  <inkml:trace contextRef="#ctx0" brushRef="#br0" timeOffset="72597.84">5131 6503 1694 0,'0'0'275'0,"0"0"-105"16,0 0-3-16,-8 82 41 15,5-48-56-15,3 4-60 16,0 0-37-16,0 0-29 16,-3-1-17-16,3-4-8 15,-7-2-1-15,-4 3-123 16,-2-7-258-16,-5-10-677 0</inkml:trace>
  <inkml:trace contextRef="#ctx0" brushRef="#br0" timeOffset="72760.02">5325 6749 1162 0,'0'0'1048'16,"0"0"-738"-16,0 0-76 16,0 0-107-16,0 0-69 15,0 0-58-15,0 0-91 16,-33 34-804-16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2:57:58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17884 7813 75 0,'0'0'964'0,"0"0"-747"16,0 0-49-16,0 0-43 16,0 0-38-16,0 0-36 15,0 0-29-15,-5-3-15 0,5 3-7 16,0 1-88-16,0 9-233 16,0 2-409-16</inkml:trace>
  <inkml:trace contextRef="#ctx0" brushRef="#br0" timeOffset="1019.7">18762 10994 1033 0,'0'0'182'0,"0"0"-176"0,0 0-6 16,0 0-95-16,0 0 40 15,0 0-96-15,0 0-377 0</inkml:trace>
  <inkml:trace contextRef="#ctx0" brushRef="#br0" timeOffset="8922.28">17024 8163 986 0,'0'0'255'0,"0"0"-30"0,0 0 47 16,0 0 3-16,0 0-42 16,0 0-81-16,-39-23-82 15,39 22-33-15,0 1-28 16,11-3 0-16,11-1-2 16,10-2-6-16,8-2 1 15,5-3-2-15,4-1-1 16,-1 1-107-16,0 1-119 15,-12 4-263-15,-16 3-236 0</inkml:trace>
  <inkml:trace contextRef="#ctx0" brushRef="#br0" timeOffset="9086.48">17018 8329 973 0,'0'0'271'15,"0"0"-25"-15,0 0-84 16,0 0-28-16,0 0-17 15,0 0-20-15,0 0-45 16,110-50-35-16,-54 20-17 16,28-16-57-16,-17 8-232 15,-12 2-367-15</inkml:trace>
  <inkml:trace contextRef="#ctx0" brushRef="#br0" timeOffset="9317.5">17223 7923 1181 0,'0'0'279'0,"0"0"-15"16,0 0-74-16,0 0-114 15,0 0 5-15,0 0-5 16,124-6 10-16,-67 20-32 16,-1 7-6-16,-5 5-10 15,-14 9-21-15,-16 8 38 16,-21 18-15-16,-45 25-15 15,-49 24-9-15,-28 9-8 16,-21 2-8-16,35-37-134 0,17-22-422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1-31T04:44:14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13096 4821 666 0,'0'0'258'16,"0"0"-113"-16,0 0-12 16,0 0-26-16,0 0 0 15,0 0-24-15,-17-7-25 16,17 7-20-16,0 0-15 15,0 0-11-15,0 0 1 16,0 0 0-16,0 0-1 16,0 0-2-16,0-1 2 0,0 1-2 15,0 0 2-15,0 0-5 16,0 0-6-16,0 0 0 16,0 0 0-16,0 0 0 15,0 0 1-15,0 0-1 16,0 0 0-16,0 0 1 15,0 0-1-15,0 0 1 16,0 0-1-16,0 0 1 16,0 0 0-16,0 0 0 15,0 0-1-15,0 0 5 16,0 0-5-16,0 0 11 16,0 0 10-16,0 0 3 0,0 0 8 15,0-2 7 1,0 0 10-16,0-2-14 0,3-2-9 15,6 0 2-15,4 2 18 16,3 2 7-16,3 0-5 16,5 2-8-16,5 0 5 15,4 0-6-15,3 0-11 16,3 0-6-16,-3 0-6 16,5 0-5-16,-3 2 0 15,-2-2-1-15,-5 0-3 16,-4 0-6-16,-8 0-1 15,-5 0 5-15,-7 0-4 16,-4 0-1-16,-3 0 7 16,0 0-1-16,0 0 8 15,0 0-9-15,-3 4-5 16,-12 7 0-16,-12 8 5 16,-12 7-5-16,-10 11-1 0,-7 9 1 15,-7 3 0-15,0 4 1 16,1-1 5-16,4-2 10 15,6-7 3-15,10-2 3 16,7-5-8-16,11-2 4 16,9-5 0-16,5-5-2 15,9-2-7-15,1-7 9 16,0-1 5-16,16-3 33 16,5-5 28-16,7-4-9 15,8-2-9-15,4 0-17 16,5 0-25-16,6-5-8 0,-1-6-6 15,1 2-5 1,-6 1-5-16,-8 2-1 0,-13 0-1 16,-7 6-27-16,-7-3-111 15,0-2-155-15,-2 0-230 16,-1-2-511-16</inkml:trace>
  <inkml:trace contextRef="#ctx0" brushRef="#br0" timeOffset="245.37">13889 5078 1257 0,'0'0'306'15,"0"0"-90"-15,0 0-35 16,0 0-3-16,0 0-42 15,0 0-61-15,94 0-41 16,-64 0-22-16,-2 0-12 16,-4-3-8-16,-1-1-96 15,-4 1-158-15,-6 1-328 16,-6-3-571-16</inkml:trace>
  <inkml:trace contextRef="#ctx0" brushRef="#br0" timeOffset="442.58">13813 5267 755 0,'0'0'539'0,"0"0"-304"15,0 0 52-15,0 0-44 16,0 0-20-16,0 0-77 16,0 0-39-16,12 14-32 15,12-14-43-15,3 0-24 16,4 0-8-16,21-10-145 15,-8-1-241-15,0-3-988 0</inkml:trace>
  <inkml:trace contextRef="#ctx0" brushRef="#br0" timeOffset="2062.58">14552 4844 980 0,'0'0'208'16,"0"0"-12"-16,0 0 48 15,0 0-16-15,-2-83-38 16,9 71-57-16,1 0-39 16,4 7-39-16,3 5-30 15,1 0-9-15,6 10-4 0,2 16 8 16,0 8-6-16,-1 5-3 16,-1 7-5-16,-4 4-6 15,-3 1 1-15,-5 1 5 16,-1-4-5-16,-6-4-1 15,-3-6 0-15,0-7 0 16,-1-5 0-16,-10-7 1 16,1-6-1-16,2-6 1 15,-1-4 0-15,-1-3 6 16,1 0-7-16,-2 0 0 16,0-8 0-16,0 1-10 15,2-2-17-15,3 1-46 16,2 0-60-16,4-3-95 15,0 1-128-15,0 1-162 0</inkml:trace>
  <inkml:trace contextRef="#ctx0" brushRef="#br0" timeOffset="2879.25">14742 4771 124 0,'0'0'820'15,"0"0"-534"-15,0 0 68 16,0 0-51-16,-30-72-48 15,26 64-38-15,-3 8-15 16,1 2-105-16,-3 23-69 0,-8 26-13 16,-2 27 30-16,-2 20 20 15,3-4-24-15,9-21-5 16,8-27 8-16,1-17 16 16,0 0-24-16,6-2-22 15,5 1-13-15,3-13-1 16,-2-7-1-16,3-8-1 15,-3 0 2-15,4-20-1 16,-2-8-4-16,2-8-9 16,-2-8 1-16,-3-1-2 15,0 2 13-15,-4 8 1 16,-1 9 0-16,0 12 0 16,-4 14 1-16,1 0-10 0,1 26-2 15,2 11 12-15,3 6 2 16,3 6 11-16,3 0 1 15,3-7-2-15,2-5-11 16,3-9 5-16,-1-7 0 16,-2-7 5-16,-5-11 1 15,-2-3 10-15,1-8 30 16,-4-19 10-16,3-11-34 16,-2-21-14-16,-6-33-7 15,-5-33-6-15,0-13 0 16,-5 19 4-16,-3 32-5 15,2 39-33-15,2 19-30 0,0 6 9 16,-1 5-1 0,2 8 10-16,0 10-3 0,0 5-46 15,2 19-30-15,1 32-37 16,4-7-118-16,9-2-421 0</inkml:trace>
  <inkml:trace contextRef="#ctx0" brushRef="#br0" timeOffset="3857.63">15327 5009 682 0,'0'0'912'15,"0"0"-575"-15,0 0-59 16,0 0-93-16,0 0 8 16,0 0-50-16,0 0-46 15,-16 0-36-15,16 0-27 16,0 0-17-16,0 0-10 0,0 0-1 15,0 0-5-15,-2 0 0 16,2 0-1-16,0-6-66 16,0-11-225-16,9 2-374 15,3-3-1138-15</inkml:trace>
  <inkml:trace contextRef="#ctx0" brushRef="#br0" timeOffset="4464.53">15660 4680 1585 0,'0'0'277'16,"0"0"22"-16,0 0-114 0,0 0 7 15,0 0-66-15,0 0-66 16,0 0-24-16,58 32-5 15,-33 2-13-15,-5 8-8 16,-6 4-9-16,-5 2 0 16,-5 0 10-16,-4 0-11 15,0-4 0-15,-8-3 1 16,-7-9-1-16,2-6 7 16,2-9-7-16,1-9 0 15,4-8 1-15,3 0 0 16,1-14 0-16,2-14-1 0,3-10-9 15,14-8-10-15,4-3 1 16,4 1 6-16,2 2 0 16,0 0 5-16,-4 4 1 15,-1 2 5-15,-3-2 0 16,0 6 1-16,-5 2 0 16,-4 6 1-16,-1 6 0 15,-5 9 0-15,-2 9 6 16,-2 4 14-16,0 0-14 15,0 22-5-15,-5 13 11 16,-6 13 23-16,-1 9 22 16,-1 7 5-16,0 3-25 0,4-2 11 15,5-7 3 1,2-5-11-16,2-10-10 0,0-9-11 16,2-9-7-16,5-6-11 15,1-8 4-15,-2-3-6 16,-3-5 1-16,1-3-1 15,1 0 0-15,2 0-45 16,11-25-102-16,-3 4-376 16,-2-4-459-16</inkml:trace>
  <inkml:trace contextRef="#ctx0" brushRef="#br0" timeOffset="4670.66">16246 4966 861 0,'0'0'800'0,"0"0"-574"16,0 0-53-16,0 0-79 16,0 0-10-16,0 0-48 15,0 0-36-15,-2-7-64 16,12-13-917-16</inkml:trace>
  <inkml:trace contextRef="#ctx0" brushRef="#br0" timeOffset="7843.54">16586 4811 1100 0,'0'0'377'0,"0"0"-73"16,0 0-80-16,0 0-13 15,0 0-50-15,0 0-28 16,0 0 16-16,46 8-7 16,-10-8-42-16,4 0-42 15,6 0-28-15,-1-6-15 16,0-5-7-16,-6 1-8 15,-5-2 0-15,-7 0-48 16,-9 1-100-16,-9-9-163 0,-5 4-187 16,-4 0-178-16</inkml:trace>
  <inkml:trace contextRef="#ctx0" brushRef="#br0" timeOffset="8046.1">16714 4633 1051 0,'0'0'349'0,"0"0"15"15,0 0-91-15,0 0-59 16,0 0-64-16,0 0 19 16,-61 133 35-16,61-74-62 15,0 7-64-15,0-1-14 16,0-13-39-16,3 1-7 16,4-7-12-16,3-8-6 15,6-9-5-15,32-4-92 16,-4-8-280-16,4-15-526 0</inkml:trace>
  <inkml:trace contextRef="#ctx0" brushRef="#br0" timeOffset="8511.52">17330 4347 1676 0,'0'0'510'0,"0"0"-367"15,0 0 12-15,-16 92 80 16,13-39-86-16,3 5-59 16,0 2-24-16,0-2-29 15,6-2-15-15,4-6 8 16,-2-8-9-16,1-8-15 16,-2-9-5-16,-1-9-1 0,0-9 0 15,0-7 1-15,7-9 7 16,5-19 5-16,9-12-7 15,5-7-4-15,2 2-1 16,0 7 1-16,-2 12-1 16,-2 13 0-16,-2 9-1 15,-1 4 0-15,-2 9-2 16,-1 8 1-16,-8 4 0 16,-3 2 0-16,-6 1 0 15,-7 3-5-15,0 0 6 0,-5 1 0 16,-13-2 1-16,-1-1 1 15,-5-2-2-15,-3-2 0 16,-3-6 2-16,0-4-1 16,-2-6-1-16,-4-5 0 15,-4 0-66-15,2-10-96 16,-1-11-191-16,10 2-356 16,9 1-782-16</inkml:trace>
  <inkml:trace contextRef="#ctx0" brushRef="#br0" timeOffset="8662.8">17972 4819 1594 0,'0'0'331'0,"0"0"-162"16,0 0-121-16,0 0-48 15,0 0-226-15,0 0-1062 0</inkml:trace>
  <inkml:trace contextRef="#ctx0" brushRef="#br0" timeOffset="13530.95">16312 6760 952 0,'0'0'257'0,"0"0"-26"0,-97-15-32 15,43 15-9-15,-18 0-40 16,-26 22-21-16,-28 24-52 16,-9 16 19-16,8 16 6 15,17 14-14-15,22 7-2 16,7 6 0-16,17 4 11 0,9 4-3 15,14 6-12-15,14 6-8 16,13-1-4-16,12-1-19 16,2-3-8-16,23 1-20 15,12-7 1-15,13-9-8 16,15-10 1-16,17-16-5 16,22-9 1-16,18-10 19 15,15-16 15-15,11-15 6 16,9-17-8-16,6-12-2 15,5-12-7-15,-1-22-3 16,-1-12-12-16,-7-10-4 16,-9-11-8-16,-20-9-3 15,-22-13 0-15,-16-7-6 0,-13-10 0 16,-11-2 0 0,-11-2 7-16,-13-4-6 0,-13 2 5 15,-15-2 3-15,-14 1-3 16,-6 1-5-16,-21 1 8 15,-15 5 1-15,-10 4-8 16,0 20-2-16,1 21-16 16,-18 4-5-16,-16 3-18 15,-13 3-23-15,-12 3 32 16,23 17-4-16,23 17-8 16,12 6 12-16,4 5 0 15,-10 3-3-15,-6 0 12 16,-9 0 2-16,6 10 11 0,1 5-26 15,3 1 13-15,4 2 20 16,5-4 0-16,7 0-6 16,12-2-16-16,8-4 8 15,9-1-10-15,6-3-8 16,3 1 4-16,9-4-5 16,2-1-260-16,13 0-303 15,2-6-669-15</inkml:trace>
  <inkml:trace contextRef="#ctx0" brushRef="#br0" timeOffset="13693.32">16397 6790 1370 0,'0'0'352'0,"0"0"-150"16,0 0-138-16,0 0-64 15,0 0-88-15,0 0-685 0</inkml:trace>
  <inkml:trace contextRef="#ctx0" brushRef="#br0" timeOffset="17306.1">11925 6895 755 0,'0'0'240'0,"0"0"-39"15,0 0-32-15,0 0-6 16,0 0-35-16,0 0-45 16,0 0-32-16,0-42-23 15,0 42-28-15,0 0-9 16,0 8-125-16,0 4-95 0,0 0-310 15</inkml:trace>
  <inkml:trace contextRef="#ctx0" brushRef="#br0" timeOffset="18132.55">11965 7381 1096 0,'0'0'355'0,"0"0"-28"0,0 0-21 15,0 0-56-15,0 0-4 16,0 0-53-16,0 0-116 16,-55-49-50-16,37 77-16 15,-7 15 3-15,-8 23 24 16,3-2-14-16,2 7 22 15,-1-1 26-15,9-12-27 0,-3 5-6 16,4-9-21 0,2-8-11-16,4-8-7 0,2-9-11 15,1-5-85-15,-4-11-128 16,3-6-279-16,-1-7-293 0</inkml:trace>
  <inkml:trace contextRef="#ctx0" brushRef="#br0" timeOffset="18378.77">11462 7369 1382 0,'0'0'346'16,"0"0"8"-16,0 0-60 15,99 58-22-15,-56-21-131 0,3 10-35 16,2 4-16-16,4 3-31 15,2 1 24-15,1-2-9 16,-7-3-28-16,1-7-11 16,-10-4-25-16,-6-8-3 15,-8-4-7-15,2-2-75 16,-8-8-203-16,-5-11-436 0</inkml:trace>
  <inkml:trace contextRef="#ctx0" brushRef="#br0" timeOffset="18819.91">12565 7400 1380 0,'0'0'506'0,"0"0"-237"16,0 0-91-16,0 0-43 15,-82 27-37-15,55 12 1 16,-1 22 29-16,6 1-27 16,6 6-5-16,10 0-17 0,6-10-13 15,6 3-21-15,16-8-15 16,7-10-7-16,2-11-10 15,5-9-2-15,0-12-4 16,4-11 2-16,-3 0-1 16,-1-27 2-16,-3-9-4 15,-3-21 0-15,-11-22-4 16,-19-24-2-16,-7-5 0 16,-23 19-1-16,-6 27-23 15,5 30-9-15,-5 16-14 16,-6 10-35-16,-10 6-69 15,-15 38-108-15,13 8-198 16,17 6-245-16</inkml:trace>
  <inkml:trace contextRef="#ctx0" brushRef="#br0" timeOffset="19294.12">12690 8601 209 0,'0'0'1211'15,"0"0"-840"-15,0 0-59 16,0 0-102-16,0 0-31 16,0 0-42-16,-112 84 22 15,73-6-24-15,2 23-20 16,9-4-9-16,13-18-19 16,13-23-33-16,2-18-13 15,11 2-13-15,8 1-6 16,8 1-8-16,3-14-13 15,3-14 11-15,4-13-11 16,-1-4 11-16,-2-25-3 16,-3-14-7-16,1-23-1 15,-9-22 1-15,-15-24-2 16,-8-3-2-16,-16 20-38 0,-13 28-32 16,4 32-19-16,-7 20-20 15,-40 16-103-15,6 18-264 16,-4 9-311-16</inkml:trace>
  <inkml:trace contextRef="#ctx0" brushRef="#br0" timeOffset="19684.7">12657 9553 1294 0,'0'0'742'15,"0"0"-634"-15,0 0 72 16,0 0-96-16,-98 20 23 16,58 47 11-16,2 31 44 15,10 15-20-15,14-3-41 16,14-26-36-16,0-30-35 15,6-21-4-15,12-8-14 16,2-6-5-16,2-2 1 16,6-9-2-16,-1-8 0 15,-2-16 9-15,0-20-3 16,-2-23-5-16,-3-22-5 0,-10 0-2 16,-5 9 0-16,-5 15 0 15,0 23-21-15,-14 9-34 16,-30 25-74-16,3 17-217 15,-5 20-448-15</inkml:trace>
  <inkml:trace contextRef="#ctx0" brushRef="#br0" timeOffset="19881.27">12497 10822 2056 0,'0'0'336'16,"0"0"-170"-16,0 0-80 16,0 0-56-16,0 0-16 15,0 0-14-15,42 104-107 16,-31-68-244-16,-7 5-920 0</inkml:trace>
  <inkml:trace contextRef="#ctx0" brushRef="#br0" timeOffset="20041.62">12562 11596 1874 0,'0'0'504'0,"0"0"-189"0,0 0-166 16,0 0-58 0,0 0-44-16,0 0-47 0,0 0-29 15,-21 41-242-15,21-34-613 16</inkml:trace>
  <inkml:trace contextRef="#ctx0" brushRef="#br0" timeOffset="20194.55">12505 12170 907 0,'0'0'1238'0,"0"0"-1126"15,0 0-112-15,0 0-246 16,0 0-253-16</inkml:trace>
  <inkml:trace contextRef="#ctx0" brushRef="#br0" timeOffset="20322.83">12618 12223 1031 0,'0'0'1211'0,"0"0"-1066"15,0 0-145-15,0 0-306 16,0 0-1220-16</inkml:trace>
  <inkml:trace contextRef="#ctx0" brushRef="#br0" timeOffset="21005.54">12645 8009 1260 0,'0'0'330'15,"176"-78"-28"-15,6-4-54 16,37-15 16-16,10-3-69 15,-14 10-59-15,-38 17-63 16,-23 9-42-16,-38 16-17 16,-41 16-13-16,-31 18-1 15,-22 8-39-15,-9 6-139 0,-20 17-172 16,-13 11-170-16,-18 9-196 16</inkml:trace>
  <inkml:trace contextRef="#ctx0" brushRef="#br0" timeOffset="21328.74">12657 9042 1303 0,'0'0'365'15,"0"0"-190"-15,0 0-83 16,0 0 12-16,0 0 80 15,164-64 83-15,38-31-47 16,58-30-73-16,42-20-47 16,2-4-25-16,-25 12-32 15,-9 9-7-15,-24 16-9 16,-33 24-14-16,-57 29-4 16,-56 22-8-16,-50 19-1 15,-29 11 0-15,-15 4-17 16,-6 3-31-16,-48 15-50 15,-69 40-243-15,-76 36-166 16,13-6-70-16,4-2-523 0</inkml:trace>
  <inkml:trace contextRef="#ctx0" brushRef="#br0" timeOffset="21591.94">12821 9694 1189 0,'0'0'335'16,"88"-40"160"-16,18-33-211 16,55-43 14-16,36-19-73 15,18-5-66-15,1 10-52 16,-14 17-39-16,-4 2-17 16,-19 10-14-16,-21 15-31 15,-28 18 0-15,-39 21-5 16,-31 20-1-16,-28 14-1 0,-14 6-30 15,-9 5-41-15,-9 2-72 16,-36 26-122-16,-17 8-244 16,-19 11-242-16</inkml:trace>
  <inkml:trace contextRef="#ctx0" brushRef="#br0" timeOffset="21793.88">13184 10207 324 0,'0'0'1451'0,"125"-58"-1237"16,9-31-26-16,33-23-4 0,11-15 4 15,-8 5-59-15,-15 8-33 16,-9-2-34-16,-12-2-33 16,-19-1-29-16,-21 2-5 15,-22 8-177-15,-25 28-283 16,-18 17-465-16</inkml:trace>
  <inkml:trace contextRef="#ctx0" brushRef="#br0" timeOffset="22209.05">13567 7471 882 0,'0'0'262'0,"94"-21"42"15,37-12-4-15,72-21 12 16,36-13-58-16,2-1-20 0,-24 1-72 16,-48 13-57-16,-26 9-59 15,-38 11-22-15,-36 8-9 16,-32 11-9-16,-19 6-6 15,-12 1 0-15,-37 5-38 16,-17 3-217-16,-24 0-684 16</inkml:trace>
  <inkml:trace contextRef="#ctx0" brushRef="#br0" timeOffset="22749.93">13497 6903 1209 0,'0'0'258'0,"0"0"45"16,0 0-57-16,0 0-114 15,0 0-90-15,0 0-25 16,-2 76 37-16,11-22 8 16,3 2 7-16,5 1-16 15,2-5-14-15,5-7-14 0,3-9-4 16,0-9-14 0,-2-11-1-16,-7-13 0 0,-2-3-6 15,-5-14 8-15,-4-12 0 16,1-6-7-16,-4-1 0 15,-1 6 1-15,0 9-1 16,-1 9 7-16,2 9-8 16,6 5-7-16,4 19 7 15,5 10 6-15,5 4 22 16,2-1 3-16,2-3 1 16,2-8 24-16,0-9 28 15,-2-9-29-15,-1-8 5 16,0-8 10-16,-4-19-10 15,-1-12-36-15,-5-11-15 16,-6-11-9-16,-7 0 0 0,-4 3 0 16,-6 11-43-16,-13 20-47 15,-23 34-134-15,5 25-281 16,4 13-319-16</inkml:trace>
  <inkml:trace contextRef="#ctx0" brushRef="#br0" timeOffset="23236.56">13763 7942 1332 0,'0'0'405'0,"0"0"-8"16,0 0-191-16,0 0-33 15,0 0-74-15,0 0-68 16,0 0-12-16,8 44 68 16,6-10-14-16,4 2-40 15,-2-2-11-15,2-6-11 16,-1-7-11-16,-1-4 7 16,-7-8-7-16,-2-9 0 15,-1 0 0-15,0-14 1 16,-1-11-1-16,1-4-14 15,0-1 1-15,-2 5 7 0,-1 9 5 16,0 10 0-16,0 6-6 16,3 0-13-16,5 12 14 15,3 9 6-15,3 1 0 16,2 1 0-16,2-4 0 16,-3-5 6-16,1-7 2 15,0-7 11-15,1-2 26 16,4-20 19-16,1-11-16 15,2-8-27-15,-6-4-12 16,-5 0-8-16,-8 6-1 16,-8 9-55-16,-14 30-112 15,-11 1-290-15,-8 23-339 0</inkml:trace>
  <inkml:trace contextRef="#ctx0" brushRef="#br0" timeOffset="23739.17">13880 8567 1491 0,'0'0'267'16,"0"0"58"-16,0 0-164 15,0 0-18-15,0 0-86 16,0 0-40-16,0 0 12 16,23 56 61-16,-11-20-23 0,1-2-32 15,2-1-12-15,1-5-12 16,-1-5-4-16,0-6-6 16,-4-6 0-16,-1-5 0 15,-6-3-1-15,1-3-8 16,-2 0-2-16,1 0 1 15,1 0-22-15,1-3 4 16,0 3 0-16,0 0 11 16,0 0 7-16,1 3 7 15,2 5 1-15,-3 1 1 16,3-2-1-16,-3-2 1 16,3-4 0-16,0-1 14 15,3-1 33-15,4-18 20 0,2-8-19 16,5-7-9-1,0-7-14-15,-2-5-5 0,-4 2-13 16,-3 2-7-16,-8 9-8 16,-6 16-63-16,-11 22-122 15,-12 18-289 1,-7 10-420-16</inkml:trace>
  <inkml:trace contextRef="#ctx0" brushRef="#br0" timeOffset="24234.84">13959 9310 1699 0,'0'0'243'16,"0"0"34"-16,0 0-194 15,0 0-9-15,0 0-17 16,0 0 48-16,0 0-4 16,12 98-51-16,-2-68-25 15,0-4-16-15,-1-4-8 16,1-7 7-16,-1-7-8 16,0-6 0-16,0-2-9 15,3-8-14-15,-2-11-18 16,-1-3-1-16,0 4 24 0,-4 5 17 15,-2 4 0-15,-2 7 1 16,1 2 1-16,1 3 5 16,3 12 17-16,2 3 13 15,3 1-9-15,3 1 3 16,0-6-5-16,4-5 20 16,-1-9 6-16,3 0 29 15,-1-19 3-15,-2-11-18 16,1-8-23-16,-6-5-10 15,-4-4-19-15,-5-1-7 16,-3 4-4-16,0 6-2 16,-16 11-39-16,-28 15-102 15,4 9-338-15,-8 3-676 0</inkml:trace>
  <inkml:trace contextRef="#ctx0" brushRef="#br0" timeOffset="27469.92">13588 6347 613 0,'0'0'228'0,"0"0"-46"16,0 0-45-16,0 0-44 16,0 0-23-16,0 0 2 15,-88 64-18-15,69-21-11 16,2 9 21-16,-4 20-5 16,-4 18-4-16,0 22-3 0,-2 8-9 15,6 1-4-15,3-2-11 16,7-7-12-16,4-1-3 15,7 0 9-15,0 0 2 16,4 3-4-16,10-2 1 16,5-3-13-16,4-4 1 15,1-6-7-15,1 1-2 16,0-2 0-16,0-5 0 16,-3-1 1-16,1-5 0 15,-2 1 0-15,0 0 1 16,-1 2-1-16,-1 3 6 0,-3 3 1 15,2 6-2 1,-3 4-6-16,0 2 0 0,0-1 0 16,0-6 0-16,-2-9 1 15,4-2 0-15,-2-4 8 16,2-3-3-16,0-13-6 16,-2-11 1-16,-3-17 0 15,1-5 0-15,1 10 1 16,0 6-1-16,2 7 11 15,1 0-6-15,0-6-5 16,5-1 6-16,5-4-6 16,1-2-1-16,5-1 2 0,3-4-1 15,7 0 6 1,3-4-7-16,2-1 1 16,0-4 0-16,-2-2 0 0,-1-4 0 15,4-3-1-15,2-6 1 16,0 0-1-16,4-1 1 15,3-3-1-15,0-1 1 16,0-4 0-16,2-1 0 16,-2-1 0-16,-2-2 1 15,2-3-2-15,-2-2 1 16,2 3-1-16,0-3 1 16,4 0 0-16,2 0 0 15,4 0-1-15,4 0 1 16,1-7 0-16,3 0-1 15,10-6 1-15,13-5 0 0,14-8-1 16,2-6 0-16,-4-1 0 16,-10 2-6-16,-23 8-5 15,-14 2 5-15,-14 3-8 16,-3-2-18-16,6-2-2 16,9-6-19-16,5-2-14 15,-3-4 16-15,-1 2 4 16,-2 0-17-16,-3 1 6 15,-3 3 5-15,-3 1-20 16,-7 3-1-16,6-6-11 16,-15 8-137-16,-8-1-499 0</inkml:trace>
  <inkml:trace contextRef="#ctx0" brushRef="#br0" timeOffset="28844.04">14037 6183 497 0,'113'-29'98'16,"27"-1"23"-16,-5 2 31 0,5 2-71 15,6-1-9-15,4 5 16 16,6 1-24-16,5 1-21 16,3 1-1-16,3-1-23 15,0 3-4-15,0 1-1 16,-3 2 6-16,-4 3-5 15,-7 2 8-15,-4 4 8 16,-7 0 15-16,-2 2 5 16,-4 1-10-16,-3-3-12 15,-6 3 16-15,-5-5-7 16,-3 4-14-16,-4 2 1 16,-9-1-7-16,-7 2-2 15,-10 0-9-15,-14 0 0 16,-16 0-5-16,-14 3 7 0,0 7-7 15,3 2 5 1,7 5-1-16,3 9 1 0,-3 8 1 16,-5 8 9-16,2 17 8 15,3 22 22-15,1 14-3 16,-1 8-3-16,-7-2 2 16,-5-8-4-16,-5-4 3 15,-2 9-8-15,-2 2-4 16,-3 9 5-16,-4 11 15 15,-8 10-20-15,-6 4-4 16,-7 2 6-16,-6-4 9 16,0 0-11-16,-5-3-11 15,-6 1-3-15,0 0 5 0,3 0-8 16,8-3-11 0,0-3 5-16,16-3 10 0,6 3 75 15,-2 2 0-15,1 2-59 16,-6 0-12-16,-3-5-12 15,-8 1 7-15,-4-6-7 16,-6-5-7-16,-16-7-1 16,-11-6 7-16,-13-2 11 15,-12-7-10-15,3-16 1 16,4-19-8-16,8-13 4 16,4-6-5-16,-9 3 5 15,-9 7 2-15,-11 1-1 0,-2-2 2 16,-3-6 11-16,-15-4 15 15,-16 0-5-15,-23-7-3 16,-12-5-9-16,-9-10-9 16,-1-7-7-16,4-2 4 15,-1-2-5-15,9 2 5 16,8 4 4-16,15 5-2 16,11 1-1-16,22 1-1 15,19-2-5-15,13-3 1 16,5-1-1-16,-6 2-1 15,-4 2 0-15,-3-3 0 16,14-3-47-16,5-8-49 16,13 0-165-16,8-5-396 0</inkml:trace>
  <inkml:trace contextRef="#ctx0" brushRef="#br0" timeOffset="29002.75">16483 10305 2340 0,'0'0'291'0,"0"0"-251"15,0 0-40-15,0 0-135 16,-69-89-98-16,58 55-627 0</inkml:trace>
  <inkml:trace contextRef="#ctx0" brushRef="#br0" timeOffset="30910.03">14841 6176 1111 0,'0'0'411'0,"0"0"-55"16,0 0-68-16,0 0-26 15,0 0-78-15,0 0-81 16,-33-7-63-16,25 42 20 15,0 7 13-15,3 5-7 16,5-2-36-16,0-2-15 0,6-5-8 16,10-8-5-1,5-8-1-15,0-9-1 0,2-8 0 16,0-5-6-16,-1-3 0 16,-2-16-11-16,-2-6-7 15,-3-6 8-15,-3 1 1 16,-5-1 13-16,-1 5 1 15,-1 1 1-15,-2 9 0 16,-1 7 0-16,1 6 2 16,-1 3-2-16,4 7 1 15,3 17-1-15,6 2 1 16,2 6 11-16,3-3-2 16,2-2-2-16,1-6-2 15,-2-6-5-15,0-8 10 16,-5-7-4-16,2 0 8 0,-4-14 3 15,-1-9-3-15,-4-7-13 16,-3-5 4-16,-4-5-6 16,-2-3 0-16,0-2 0 15,-3 4-15-15,-8 7-29 16,-2 9-10-16,2 14-70 16,-1 11-129-16,-1 10-111 15,5 10-229-15,4-2-377 0</inkml:trace>
  <inkml:trace contextRef="#ctx0" brushRef="#br0" timeOffset="31292.58">15491 5685 1448 0,'0'0'392'0,"0"0"-107"16,0 0-139-16,0 0 42 15,0 0-39-15,0 0-38 16,-82 61-39-16,70-41-23 16,6-1-20-16,5 1-11 15,1 0-2-15,0 2-3 16,0 2-4-16,9-1 9 0,2 3 6 15,0 1-6 1,0 4 2-16,-1 0-7 0,-4 2-7 16,0 0 6-1,-2-4-4-15,1-1-7 0,1-3 0 16,-3-8-1-16,0-3 0 16,1-4-14-16,-1-8-76 15,3-2-167-15,0-4-232 16,1-10-490-16</inkml:trace>
  <inkml:trace contextRef="#ctx0" brushRef="#br0" timeOffset="31503.6">15661 5825 1106 0,'0'0'669'15,"0"0"-388"-15,0 0-132 16,0 0 67-16,0 0-27 15,0 97-60-15,5-68-32 16,1 1-47-16,-2-4-33 16,2-2-8-16,-2-7-9 15,-1-6-59-15,0-8-211 16,-1-3-284-16,0 0-500 0</inkml:trace>
  <inkml:trace contextRef="#ctx0" brushRef="#br0" timeOffset="31849.89">15713 5639 1119 0,'0'0'625'0,"0"0"-325"16,0 0-163-16,0 0-16 16,0 0-24-16,0 0 47 15,0 0 10-15,67 14-48 16,-38-6-37-16,-1 2-14 15,-1 1-4-15,-3 3-9 16,-2 3-16-16,-2 3-15 16,-5 2 1-16,-4 2 6 15,-2 3-1-15,-4-1 5 16,-4-1-8-16,-1-1-2 16,0 0-3-16,-3-1-3 15,-9-1 1-15,-2-2-5 0,-1-2 7 16,-2-3-8-16,2-6 1 15,1 0-1-15,0-5-1 16,-1-3-46-16,-5 1-114 16,3-2-329-16,3 0-401 0</inkml:trace>
  <inkml:trace contextRef="#ctx0" brushRef="#br0" timeOffset="32018.81">16170 5950 1952 0,'0'0'628'0,"0"0"-460"15,0 0-96-15,0 0-47 16,0 0-25-16,0 0-229 16,0 0-715-16</inkml:trace>
  <inkml:trace contextRef="#ctx0" brushRef="#br0" timeOffset="34309.99">15901 4308 214 0,'0'0'652'0,"0"0"-430"16,0 0 2-16,0 0-47 0,0 0-11 15,0 0-22 1,0 0-28-16,-88-50-4 0,68 50-14 16,-2 0-11-16,-4 2-12 15,-4 9-14-15,-3 6-5 16,-4 6-9-16,0 5-8 16,-1 4-6-16,4 6-5 15,1 7 6-15,5 4 3 16,4 4 7-16,2 2 3 15,3 2 0-15,5 2 6 16,3 1-6-16,5 0-6 16,3 2-14-16,3-1 18 15,0-2-4-15,9-3-1 16,5-3-4-16,0-6-6 16,2-2 9-16,0-4-6 0,-1 1-12 15,3-6 1-15,2-2 1 16,3-5 1-16,4-3 0 15,3-5 2-15,6-6 12 16,4-7 11-16,6-8-10 16,5 0 11-16,4-15 5 15,4-13-16-15,6-5-16 16,-1-7-17-16,1-6-6 16,-2 0 1-16,-5-4 0 15,-4-3 0-15,-8 1-1 16,-6-3 1-16,-8-3-1 15,-10 1-7-15,-4-1-6 0,-10 1-7 16,-5 1-2-16,-3-2 10 16,-3 1 4-16,-14 1-7 15,-5-1-30-15,-4 4-6 16,-3 2 5-16,-1 3 14 16,-3 6-11-16,2 2 9 15,-4 8 11-15,2 3-5 16,-1 6-1-16,1 6 8 15,2 4-3-15,-1 6-7 16,3 3 10-16,2 4 4 16,0 0-7-16,3 0 3 15,2 0 2-15,2 8 1 16,0 2-3-16,2 2 2 16,4-1-1-16,0 1-2 15,5 1-2-15,1 0-1 0,5-1-11 16,3-1-31-16,0-2-707 15,0-8-551-15</inkml:trace>
  <inkml:trace contextRef="#ctx0" brushRef="#br0" timeOffset="34486.02">16034 4243 954 0,'0'0'813'0,"0"0"-272"15,0 0-276-15,0 0-154 0,0 0-62 16,0 0-24 0,0 0-25-16,-22 12-7 0,4 1-376 15,-8 3-1138-15</inkml:trace>
  <inkml:trace contextRef="#ctx0" brushRef="#br0" timeOffset="41053.7">14238 5939 836 0,'0'0'334'0,"0"0"-101"16,0 0-35-16,0 0-14 16,-28-94-38-16,13 70-11 15,-6-1-29-15,-4 1-19 16,-8 2-12-16,-9 4-32 16,-22 2-25-16,-33 9-3 15,-34 7-8-15,-15 6-5 16,0 14-1-16,14 3 0 15,26 1 5-15,20-4-6 0,17-1 1 16,21-5-1-16,8-2 1 16,-3 2-1-16,-2 2 1 15,2-1-1-15,10 0 1 16,9-5 0-16,8 1 0 16,3-2-1-16,2 3 1 15,5 2 0-15,-2 6 5 16,0 6 10-16,0 7 22 15,1 7 12-15,-1 2 13 16,2 3-13-16,0-2-4 16,3-4-14-16,0-1-14 0,0-1-9 15,0-2-2 1,0 0-6-16,-1-1 0 0,-3-2 0 16,-3-2-1-1,0-5-69-15,-6-1-126 0,-22-6-93 16,4-6-273-16,-2-8-263 15</inkml:trace>
  <inkml:trace contextRef="#ctx0" brushRef="#br0" timeOffset="41270.74">12368 6430 1260 0,'0'0'392'15,"0"0"-152"-15,0 0-91 16,0 0 43-16,0 0-35 15,0 0-16-15,97 65-19 0,-66-43-33 16,5 3-34 0,-2-3-22-16,-1-1-19 0,1-2-13 15,-2-4-1 1,-2-5 0-16,-1-7-58 0,13-3-185 16,-9-14-149-16,-5-5-344 15</inkml:trace>
  <inkml:trace contextRef="#ctx0" brushRef="#br0" timeOffset="41443.98">12948 6353 925 0,'0'0'317'16,"0"0"-129"-16,0 0-41 0,0 0 38 16,0 0-59-16,-43 106-32 15,22-65-40-15,0 1-32 16,-3 1-22-16,-13 10-24 15,7-12-262-15,-3-7-795 0</inkml:trace>
  <inkml:trace contextRef="#ctx0" brushRef="#br0" timeOffset="42360.3">10105 6404 314 0,'0'0'1244'16,"0"0"-1013"-16,0 0-40 15,-6 99-32-15,3-59-22 16,-1-2-73-16,1-4-38 16,0-6-26-16,-8-6 0 0,1-8-212 15,-5-11-539-15</inkml:trace>
  <inkml:trace contextRef="#ctx0" brushRef="#br0" timeOffset="42519.28">9829 5992 912 0,'0'0'392'16,"0"0"-116"-16,0 0-149 15,0 0-102-15,0 0-14 16,0 0-3-16,0 0-8 16,99 83-73-16,-67-65-325 0</inkml:trace>
  <inkml:trace contextRef="#ctx0" brushRef="#br0" timeOffset="42720.14">10248 5878 1485 0,'0'0'291'16,"0"0"9"-16,6 103-109 15,9-46-22-15,3 4-42 16,3 2-54-16,-2-7-43 15,1-3-18-15,-4-5-12 16,-1-6 0-16,10-1-189 0,-8-11-352 16,1-15-809-16</inkml:trace>
  <inkml:trace contextRef="#ctx0" brushRef="#br0" timeOffset="42918.01">10551 6178 1367 0,'0'0'338'0,"0"0"-77"0,0 0-31 16,9 117-25-16,5-59-20 16,3 5-24-16,4 4-25 15,3-1-48-15,-3-4-55 16,-2-8-22-16,-5-6-4 16,-5-11-7-16,-5-10-74 15,-4-20-272-15,-2-7-276 16,-9-5-607-16</inkml:trace>
  <inkml:trace contextRef="#ctx0" brushRef="#br0" timeOffset="43110.51">10597 6171 178 0,'0'0'1040'16,"0"0"-760"-16,0 0-101 16,0 0-63-16,0 0-10 15,0 0-37-15,0 0-18 16,88-9 3-16,-67 30-14 15,-7 4-23-15,-7 4-3 16,-7 2-7-16,0 1 0 16,-15 1-7-16,-15 6-60 15,3-8-201-15,4-9-454 0</inkml:trace>
  <inkml:trace contextRef="#ctx0" brushRef="#br0" timeOffset="43327.8">10718 5719 1506 0,'0'0'507'15,"0"0"-214"-15,0 0-185 16,0 0 33-16,0 0 20 16,70 119-58-16,-37-63-14 15,1 8-18-15,-4 0-35 16,-6 1-25-16,-2-6-11 15,2-6-13-15,17-11-168 16,-4-12-307-16,-2-19-381 0</inkml:trace>
  <inkml:trace contextRef="#ctx0" brushRef="#br0" timeOffset="43666.48">11140 5785 1337 0,'0'0'495'0,"0"0"-315"15,0 0-42-15,0 0 5 16,0 0-20-16,-55 106 1 16,49-73-10-16,0 1-57 0,6-6-38 15,0-7-8 1,0-6-10-16,0-8 0 0,0-7 0 16,0 0 11-16,3-18 3 15,5-6-9-15,-1-4-6 16,3 1 1-16,1 7 1 15,-2 8-2-15,6 12 0 16,-2 0-7-16,5 15 6 16,4 11 1-16,1 6 1 15,-1 2 0-15,-1 0 0 16,-1-3-1-16,-3-7 0 16,-3-4-26-16,1-11-179 15,-3-13-110-15,-2-14-216 16,-4-8-383-16</inkml:trace>
  <inkml:trace contextRef="#ctx0" brushRef="#br0" timeOffset="44010.79">11275 5733 438 0,'0'0'658'16,"0"0"-390"-16,0 0-184 0,0 0-56 16,0 0 47-16,0 0 43 15,0 0-37-15,31 63-10 16,-16-53-20-16,-5-3-8 15,0-4 2-15,-2-3 16 16,0 0 47-16,1-3 31 16,-1-9-36-16,0 2-3 15,-2 1 5-15,-3 4-2 16,0 5-43-16,6 0-39 0,0 11-21 16,6 14 6-1,1 9 3-15,6 10 35 0,-4 2 34 16,-1 5-8-16,-7-1-34 15,-5-4-12-15,-5-5-12 16,0-4-6-16,-9-8-3 16,-14-12-2-16,-3-7 8 15,-4-10-9-15,-3-2-52 16,5-46-209-16,8 1-325 16,8-4-713-16</inkml:trace>
  <inkml:trace contextRef="#ctx0" brushRef="#br0" timeOffset="44515.63">11492 5709 332 0,'0'0'307'0,"0"0"-14"16,0 0-100-16,0 0-66 15,0 0-20-15,0 0-17 16,0 0 24-16,57 12 31 15,-53-26-66-15,-1-2-28 16,-3-4-13-16,0-2-17 16,0 5-8-16,0 2 22 15,-7 4 33-15,-2 8 50 16,1 3-41-16,-2 14-49 16,0 13 20-16,4 8 8 15,4 2-18-15,2 0-8 16,5-4-8-16,12-3-10 0,9-11-3 15,-1-9-2-15,5-10 1 16,0 0-2-16,-2-20 9 16,-5-6-9-16,-10-5 4 15,-7-5 3-15,-6-4-4 16,-3-1 2-16,-15 0-10 16,-1 5 5-16,2 7 0 15,1 7 1-15,7 10 8 16,4 7 11-16,2 5-5 15,3 0-19-15,0 11-2 16,2 14 0-16,12 4 0 0,3 6 0 16,3 2 1-1,1-2 0-15,-1-3 0 0,0-1-1 16,1 2-18 0,-5-8-178-16,-7-8-431 0</inkml:trace>
  <inkml:trace contextRef="#ctx0" brushRef="#br0" timeOffset="44659.7">11974 5663 1696 0,'0'0'485'0,"0"0"-140"16,0 0-231-16,0 0-76 16,0 0-27-16,0 0-11 15,0 0-83-15,-37 41-441 0</inkml:trace>
  <inkml:trace contextRef="#ctx0" brushRef="#br0" timeOffset="46105.15">20716 4352 1403 0,'0'0'367'15,"0"0"-60"-15,0 0-48 16,0 0-63-16,0 0-22 16,0 0-68-16,27-7-49 15,33 3 26-15,31-7-30 16,30-8-31-16,10-4-10 15,-22 1-6-15,-27 5-5 16,-39 6 6-16,-10 5-6 0,-6 0-1 16,-7 1 7-16,-4 2-7 15,-12 3 0-15,-4 0 7 16,-6 6-7-16,-18 13 6 16,-16 12-5-16,-11 13 7 15,-23 21-1-15,-20 19 8 16,-8 16 15-16,12-4 20 15,26-21-1-15,27-21-5 16,21-18-1-16,3 3-1 16,3 5-2-16,9-2 2 15,1-7-9-15,22-8 0 16,19-8-6-16,23-11 15 16,28-8-15-16,20-17 2 15,-9-8-11-15,-19-1-4 16,-29 6-13-16,-21 5 6 0,0-1-6 15,-1 1-1-15,-4-2-10 16,-9 1-53-16,-8-1-76 16,8-14-92-16,-7 3-288 15,3-5-251-15</inkml:trace>
  <inkml:trace contextRef="#ctx0" brushRef="#br0" timeOffset="46309.97">21954 4459 1652 0,'0'0'400'0,"0"0"-109"15,0 0-111-15,0 0 13 16,0 0-39-16,0 0-66 16,0 0-47-16,93 22-34 15,-71-20-7-15,-3-1-43 16,1-1-153-16,-5 0-385 15,-8 0-687-15</inkml:trace>
  <inkml:trace contextRef="#ctx0" brushRef="#br0" timeOffset="46489.1">21926 4715 1311 0,'0'0'815'0,"0"0"-568"15,0 0-72-15,0 0 13 0,0 0-9 16,0 0-89-16,0 0-28 16,89 0-42-16,-35-24-20 15,-8 1-163-15,-4-5-618 0</inkml:trace>
  <inkml:trace contextRef="#ctx0" brushRef="#br0" timeOffset="47232.26">22612 4140 1083 0,'0'0'411'0,"0"0"-29"0,0 0-60 16,0 0-24-16,0 0-93 16,0 0-122-16,0 0-56 15,-8 81-1-15,8-14 23 16,0 0 0-16,0-8-20 16,11-15-5-16,10 1-14 15,5-3 2-15,4-13-12 16,5-11 0-16,-1-14 0 15,-3-4 0-15,-2-16 0 16,-8-11-1-16,-3-6-15 16,-8-6 5-16,-1 1 10 0,-5 2 1 15,-2 6 0-15,-2 9 6 16,0 7 16-16,0 10 39 16,0 4-10-16,0 8-33 15,0 17-9-15,0 9 12 16,0 4 8-16,9 2 8 15,12-3-4-15,5-4-3 16,9-12 0-16,5-6 10 16,5-12-17-16,0-3-7 15,-1-16-2-15,-3-12-5 16,-5-11-9-16,-7-7 0 16,-6-17 0-16,-14-19-1 15,-9-19 1-15,-14-6 0 16,-13 20-1-16,1 23-5 0,5 30 5 15,4 18-8-15,-1 3-3 16,0 12-21-16,-3 1-39 16,1 39-97-16,5 5-165 15,5-5-469-15</inkml:trace>
  <inkml:trace contextRef="#ctx0" brushRef="#br0" timeOffset="47946.18">23680 4342 753 0,'0'0'289'0,"0"0"-131"16,0 0-25-16,0 0 44 0,0 0-2 16,0 0-29-16,0 0-35 15,0 61-14-15,0-52-13 16,0-1-18-16,0-4-10 15,-5-1-15-15,2-3-4 16,-3 0 11-16,1-3-7 16,-1-9-17-16,3-3-5 15,1-3-10-15,2 3 5 16,0 3-5-16,0 2 8 16,3 7 3-16,0 0-10 15,-3 3-2-15,0 0-8 16,0 0 0-16,0 0 0 15,0 6-88-15,-7 5-140 0,-4-4-703 16</inkml:trace>
  <inkml:trace contextRef="#ctx0" brushRef="#br0" timeOffset="50941.15">21016 6640 466 0,'0'0'200'0,"0"0"28"16,0 0-41-16,0 0 8 0,0 0-8 16,-98-36-17-1,68 34-22-15,-6 2-18 0,-3 0 2 16,-7 0-4-16,-2 5-7 15,-3 7 8-15,-1 5 21 16,0 5-34-16,3 10-9 16,1 5-14-16,3 7-6 15,4 9-15-15,2 15-29 16,4 19-18-16,7 22-1 16,7 3 36-16,11-4-3 15,10-13-15-15,0-17-13 16,0 1 29-16,9-1-3 15,10 2 2-15,2-13-10 0,2-13-1 16,0-12-4-16,9-7-4 16,11 3-5-16,22 7 6 15,28 2 4-15,23-12-10 16,8-15-6-16,0-19-3 16,-8-3-1-16,-13-23 11 15,-3-4-14-15,-6-6-11 16,-7-4 1-16,-14 4 4 15,-14 3 2-15,-15 6-8 16,-4-3-7-16,5-4 1 16,5-6-1-16,1-10 0 15,-2 2 0-15,-8-6-1 16,-5-1 0-16,-7-2-2 16,-3-7-10-16,-9-10 11 15,-8-15-1-15,-9-12-8 0,-1 8-7 16,-18 20-1-16,-3 20-7 15,-3 12-11-15,-6-4-14 16,-11-6 29-16,-7-4 20 16,-6 5-44-16,-3 3-14 15,-4 7 22-15,3 3 2 16,-1 10 14-16,4 1 0 16,0 8-10-16,7 3 16 15,1 4-3-15,2 4 0 16,1 3-2-16,2 0 4 15,-2 3-4-15,4 0 8 16,2 3 5-16,0 5 5 16,3 3-8-16,5-1-28 0,0 2 19 15,1 1 5 1,0 1 13-16,2 2-17 0,2 1 9 16,4-2-7-16,-1 1-4 15,1-1-4-15,4 0 3 16,0-2-6-16,-2-1-6 15,4-6-460-15,0-4-645 0</inkml:trace>
  <inkml:trace contextRef="#ctx0" brushRef="#br0" timeOffset="51085.08">20982 6824 1302 0,'0'0'203'16,"0"0"-203"-16,0 0-212 0</inkml:trace>
  <inkml:trace contextRef="#ctx0" brushRef="#br0" timeOffset="53164.82">20003 7932 67 0,'0'0'72'0,"45"74"-33"16,-14-31-8-16,8-4 23 15,3-3-25-15,7-6-21 16,3-2 34-16,8-7 4 15,16-6-17-15,16-5 17 16,20-10 3-16,6 0-5 16,-6-14-21-16,-8-7 16 15,-13-4-38-15,-14 1-1 16,-15 4-20-16,-13-2-31 0,-8 1-146 16,5-10 169-1,18-23 28-15,-7 5-44 0,-12 2-115 16</inkml:trace>
  <inkml:trace contextRef="#ctx0" brushRef="#br0" timeOffset="58104.11">17559 7218 446 0,'0'0'587'0,"0"0"-315"15,0 0 10-15,0 0-53 16,0 0-4-16,0 0-80 15,-22 0-63-15,63 0-37 16,50 0 87-16,72-22 36 0,45-14 6 16,34-9-46-1,6-3-33-15,-17 6-7 0,0 8-42 16,-10 2-7-16,-14 7 8 16,-18 3-17-16,-24 5-3 15,-28 0-15-15,-40 8-12 16,-35 1 6-16,-30 5-5 15,-18 0 1-15,-6 1-2 16,-8 2 0-16,-5 0-5 16,-100 22-82-16,0 3-463 15,-22 3-573-15</inkml:trace>
  <inkml:trace contextRef="#ctx0" brushRef="#br0" timeOffset="58645.5">17420 7783 925 0,'0'0'407'0,"0"0"-25"16,0 0-143-16,0 0-25 16,0 0-25-16,130-22 55 15,19-2-21-15,40-7-75 16,26-6-27-16,10-4-19 16,-9 3-21-16,4-2-11 15,5 2-17-15,-7 4-20 16,-15 2-17-16,-20 6 2 15,-25 1 3-15,-46 8-20 16,-38 6 0-16,-33 5 0 0,-22 2 0 16,-7 3 0-16,-6-1 0 15,-6 2-1-15,-10 0-5 16,-48 7-77-16,-81 25-212 16,5-3-450-16,-9 1-850 0</inkml:trace>
  <inkml:trace contextRef="#ctx0" brushRef="#br0" timeOffset="60205.32">17478 7758 544 0,'0'0'271'0,"0"0"-49"16,0 0-64-16,0 0-3 16,0 0-56-16,0 0-53 15,0 0 36-15,-40 55-28 16,61-44-8-16,7-2-9 16,6-2-18-16,8-7 1 15,1 0-2-15,-1-4-10 16,-3-5-8-16,-10-7 1 15,-7 2-1-15,-11-2 0 0,-6-4 9 16,-5 0 4 0,0-1 3-16,0 1 12 0,-2 3 32 15,-2 5 31-15,2 6 2 16,2 3-29-16,0 3-36 16,0 3-21-16,12 13-6 15,14 6 8-15,8 2 4 16,15 1 2-16,18 0-6 15,-1-10 0-15,4-7-8 16,-3-5 8-16,-16-3-9 16,-3-6-9-16,-16-10 9 15,-9-7 7-15,-14-3-7 16,-9-7 0-16,0-2 1 0,-2-4 0 16,-8 3 7-1,4 5-7-15,1 9 12 0,4 7 14 16,1 9 2-16,0 6-17 15,9 0-10-15,13 16 12 16,10 3 15-16,7 6 11 16,7-1-11-16,6-2 13 15,6-3-12-15,15-8-8 16,-3-8-7-16,6-3-8 16,-1-6-7-16,-12-17 1 15,5-6 4-15,-7-8-5 16,-10-2-5-16,-3-6-18 15,-9 3-6-15,-7 2 14 16,-5 5 11-16,-6 10 4 16,-7 10 0-16,-1 8 1 0,-1 7 17 15,5 0 8 1,8 8 11-16,9 4 43 0,9-3 11 16,9-4-10-16,8-5 1 15,6 0-13-15,4-7-32 16,-3-13-20-16,-4-3-16 15,-16-2-1-15,-39-2-66 16,-8 8-289-16,-27 8-921 0</inkml:trace>
  <inkml:trace contextRef="#ctx0" brushRef="#br0" timeOffset="60830.18">17732 9729 1309 0,'0'0'267'0,"0"0"41"0,0 0-128 16,-30 81 14-16,30-72-37 15,10-7 7-15,23-4-8 16,25-34-18-16,42-40 4 15,51-48-38-15,27-34-21 16,17-18-20-16,-9-10-18 16,-19 12-19-16,-12-2-6 15,-13-1-13-15,-9 5 2 16,-11 7-3-16,-13 9 9 16,-9 16 0-16,-12 15 14 15,-11 15 2-15,-5 12-16 16,-17 23-15-16,-10 21-1 0,-14 16 0 15,-4 5 0-15,3-2-8 16,1-4-2-16,2 1 11 16,-3 7-8-16,-3 3 7 15,-8 7-1-15,-1 6-7 16,-7 5 9-16,-3 3 0 16,-5 4 1-16,-1 1-1 15,-2 2-6-15,0 0-2 16,0 0-8-16,0 0-10 15,-10 2-41-15,-25 16-105 16,1 0-492-16,-4-2-801 0</inkml:trace>
  <inkml:trace contextRef="#ctx0" brushRef="#br0" timeOffset="61003.86">20243 7325 1920 0,'0'0'353'16,"0"0"-98"-16,0 0-178 15,0 0-26-15,0 0-51 16,0 0-167-16,0 0-501 0</inkml:trace>
  <inkml:trace contextRef="#ctx0" brushRef="#br0" timeOffset="61761.32">18339 11051 816 0,'0'0'370'16,"0"0"-140"-16,0 0-3 15,0 0 14-15,82-59 23 16,-5-30-50-16,37-43 3 16,12-29-59-16,8-16-35 0,-5-7-32 15,-8 0-22 1,4 0-10-16,0-3-14 0,-2 7-21 16,-12 10 8-16,-8 7 1 15,-13 3 3-15,-13 5 1 16,-13 2 1-16,-10-3-6 15,-10-1 4-15,-6 4-4 16,-1 10-2-16,-4 14-3 16,-1 18-8-16,-4 13-5 15,-4 11-10-15,-5 16-4 16,-2 16-19-16,-7 16-1 0,-2 3-2 16,3-5 7-1,1-3-3-15,2-2-5 0,-1 7 7 16,-2 13 7-16,-1 2-2 15,-4 7-5-15,-1 6-1 16,-1 5-9-16,-2 2 6 16,-2 4 2-16,0 0-10 15,0 4-10-15,-5 18-46 16,-31 26 27-16,2-3-467 16,-9-3-644-16</inkml:trace>
  <inkml:trace contextRef="#ctx0" brushRef="#br0" timeOffset="61919.82">20375 7810 1433 0,'0'0'781'16,"0"0"-443"-16,0 0-148 16,0 0-111-16,0 0-38 15,-117 34-41-15,77-4-121 16,-14 3-588-16</inkml:trace>
  <inkml:trace contextRef="#ctx0" brushRef="#br0" timeOffset="65501.13">24342 3970 942 0,'0'0'334'0,"0"0"-38"16,0 0-32-16,0 0-22 16,0 0-59-16,0 0-13 15,0 0 4-15,-3-33-43 16,-4 30-19-16,-5 0-39 16,-2 2-22-16,-5 1-3 15,-2 0-8-15,0 0-8 16,-1 8 2-16,0 7-4 0,0 4 2 15,0 4-16 1,3 3 7-16,2 3 1 0,3 0-5 16,5 2-8-16,4-3 5 15,3 1-10-15,2-3 0 16,0-1 2-16,7 0-7 16,5-4 5-16,4-3 3 15,-1-4-3-15,4-2-5 16,2-4 7-16,-1-5-7 15,2-3 7-15,0 0-2 16,1-3-5-16,1-10 0 16,-2-2 1-16,-1-3 4 0,-6-3-6 15,-1-2 1-15,-3 1-1 16,-5-2 1-16,-1-2 0 16,-4 2 6-16,-1 1-7 15,0 4 0-15,0 1 2 16,0 2-1-16,0 4 10 15,0 1-5-15,0 5 1 16,0-1 4-16,0 6 16 16,0 0-3-16,0 1-17 15,0 0 0-15,0 7-7 16,0 12-8-16,2 6 8 16,3 6 8-16,1 3 14 15,-1 0 11-15,1-1 14 16,1 0-16-16,4-2 1 15,1-2 8-15,2 0 1 0,2-4-10 16,1-5-5-16,0-3-7 16,1-5 2-16,1-2-4 15,2-4 10-15,3-5-11 16,1-1-2-16,3 0-7 16,1-3-5-16,-1-6 4 15,-5 1-5-15,-6 0-1 16,-4 1 2-16,-5 1-2 15,-2 2 0-15,-3 0-8 16,-1 0 2-16,-2 0-15 16,0-2-8-16,0 2-14 15,-8 1-37-15,-11 3-128 16,1 0-250-16,3 7-434 0</inkml:trace>
  <inkml:trace contextRef="#ctx0" brushRef="#br0" timeOffset="65989.46">25377 4151 1096 0,'0'0'494'0,"0"0"-196"16,0 0-50-16,0 0-34 16,0 0 10-16,0 0-96 0,0 0-14 15,-12 9-5-15,44-9-9 16,11 0-13-16,9 0-27 15,5-7-35-15,-2-6-14 16,-6 0-11-16,-8 0-6 16,-13 1-83-16,-13-9-186 15,-11 4-457-15,-4-2-1100 0</inkml:trace>
  <inkml:trace contextRef="#ctx0" brushRef="#br0" timeOffset="66217.68">25562 3875 1744 0,'0'0'378'0,"0"0"-176"15,0 0 76-15,3 97-15 16,12-48-87-16,2 5-38 16,5 0-15-16,3 0-40 15,-1 1-39-15,-1-4-19 16,-1 1-14-16,-1-5-10 15,-2-6-1-15,-1-3-25 16,4-5-114-16,-5-10-224 16,-2-15-720-16</inkml:trace>
  <inkml:trace contextRef="#ctx0" brushRef="#br0" timeOffset="66701.37">26290 3713 1914 0,'0'0'474'0,"0"0"-193"15,0 0-124-15,0 0-18 16,0 0-32-16,-7 87 3 16,11-34-49-16,10 3-10 15,5 2 3-15,3-7-18 16,4-4-9-16,-1-7-9 15,-2-8-11-15,-3-6-6 0,-6-11-1 16,-4-10 1-16,-1-5 0 16,2-13 0-16,5-19 8 15,5-6-8-15,0-5 1 16,1 2 4-16,-1 4-5 16,0 11 1-16,3 6-1 15,1 11 0-15,3 8-1 16,1 1 1-16,1 10-1 15,-4 10 2-15,-3 5-1 16,-5 1 0-16,-9 2 0 16,-6 2 1-16,-3 0 5 15,-8-1 4-15,-11 1-10 16,-10-3 6-16,-2-5-6 16,-6-5 0-16,1-5 0 15,-1-7 0-15,-1-5-1 0,0 0-1 16,4-5-5-16,-1-8-51 15,-8-4-72-15,7 3-129 16,-1 3-495-16</inkml:trace>
  <inkml:trace contextRef="#ctx0" brushRef="#br0" timeOffset="66874.32">26797 4301 1008 0,'0'0'1291'0,"0"0"-1100"0,0 0-94 15,0 0-97 1,-83 24-64-16,53-13-664 0</inkml:trace>
  <inkml:trace contextRef="#ctx0" brushRef="#br0" timeOffset="69209.39">23228 3274 7 0,'0'0'698'0,"0"0"-433"16,0 0 2-16,0 0-37 15,0 0-7-15,0 0-45 16,0 0-24-16,-37-40 13 15,22 38-42-15,-2 2-29 16,0 0-17-16,-3 0 1 16,1 5-13-16,1-1-13 15,4 1-13-15,4 0 6 0,0 0-10 16,5 2-15-16,1 1-5 16,2 1-7-16,2 5 4 15,0 2 0-15,2 4 1 16,7 5 2-16,4 4 8 15,-1 3 4-15,1 5 4 16,-2 1 0-16,-2 2 7 16,-3 4-9-16,-1-1 1 15,-2 1-4-15,-1-2 1 16,1-1-5-16,2-5-9 16,-1-3-3-16,4-5-11 15,0-7 1-15,4-4-1 0,3-8 0 16,5-6-1-16,4-3-5 15,2-5-33-15,7-24-119 16,-6 2-359-16,-8-4-523 0</inkml:trace>
  <inkml:trace contextRef="#ctx0" brushRef="#br0" timeOffset="69682.33">23409 3642 1043 0,'0'0'378'0,"0"0"-48"16,0 0-97-16,0 0-13 15,0 0-63-15,0 0-59 16,0 0-40-16,16-53-18 16,-15 30-4-16,-1-6-2 15,0-5 0-15,-3-2-11 16,-8-4-10-16,0 1-3 16,2 3 7-16,-1 8 23 15,4 8 12-15,1 5 7 16,2 6 5-16,2 6-4 15,1 3-8-15,0 0-33 0,0 11-10 16,3 14-9-16,9 10 9 16,5 9 10-16,2 3 13 15,1 1 2-15,0-5-16 16,-2-2-9-16,1-6-9 16,-1-3-6-16,-3-8 5 15,-3-5-15-15,-2-8-104 16,-4-11-210-16,-1 0-301 15,-4-8-631-15</inkml:trace>
  <inkml:trace contextRef="#ctx0" brushRef="#br0" timeOffset="70101.87">23519 3145 1245 0,'0'0'407'0,"0"0"-112"16,0 0-85-16,0 0-6 16,0 0-35-16,82-21-18 15,-55 14-32-15,-5 0-25 16,-3 1-18-16,-5 2-37 16,-5 2-16-16,0 2-14 15,-3 0-2-15,1 12-6 16,3 8-1-16,0 9 26 0,-1 5 1 15,0 4 9 1,-2 5 9-16,0 0 1 0,-1 1-10 16,1-2-15-16,1-3-4 15,0-1 11-15,-1-5 8 16,2 0-2-16,0-2 7 16,-1-4-7-16,-1-2-16 15,-2-4-7-15,-2-3-10 16,-2-4 5-16,-1-3-5 15,0 0-1-15,-3 2-1 16,-16 5 0-16,-20 6 0 16,-62 31-98-16,5-6-171 15,-6 0-540-15</inkml:trace>
  <inkml:trace contextRef="#ctx0" brushRef="#br0" timeOffset="73176.41">24411 3113 1277 0,'0'0'230'0,"0"0"-26"0,0 0-52 16,0 0-11-16,0 0-34 15,-91-4-41-15,82 12-13 16,4 2-14-16,2 2-1 16,3 3 7-16,0 2-4 15,0 0 8-15,9 8 2 16,2 3 23-16,2 6-3 15,-2 8-2-15,-2 8 4 16,1 3 3-16,-2 3 9 16,-1 2-22-16,1-5-21 15,3-5-17-15,0-4-14 0,2-7-10 16,1-8 1 0,-2-7-1-16,1-6-1 0,-1-8-17 15,1-8-92-15,5-17-139 16,-1-10-253-16,-7-2-266 0</inkml:trace>
  <inkml:trace contextRef="#ctx0" brushRef="#br0" timeOffset="73591.9">24563 3450 1003 0,'0'0'288'16,"0"0"-45"-16,0 0-3 15,0 0-35-15,0 0-66 16,0 0-49-16,0 0-17 0,9 17-19 16,1-25-11-16,-2-9-9 15,-2-6-14-15,-2-5-7 16,2-6-3-16,-4-7-8 16,-1-6-2-16,-1-6 2 15,0-4 4-15,0 1 7 16,0 8 51-16,0 10 30 15,0 13 9-15,0 10 12 16,0 10-66-16,0 5-33 16,0 1-16-16,0 18-1 15,0 14 1-15,3 11 1 16,8 8 27-16,2 3 38 16,0 0-6-16,4-4-18 0,-1-5-8 15,1-4-4 1,-1-7-9-16,0-7-19 0,0-5-2 15,-3-9-1-15,-1-6-96 16,4-8-186-16,-2-11-358 16,-4-9-558-16</inkml:trace>
  <inkml:trace contextRef="#ctx0" brushRef="#br0" timeOffset="73781.2">24863 3212 1332 0,'0'0'510'0,"0"0"-203"16,0 0-126-16,0 0 48 16,0 0-88-16,0 0-75 15,0 0-21-15,30 2-26 16,-11-9-19-16,-2-2-7 16,0-10-190-16,-5 3-281 15,-4-1-639-15</inkml:trace>
  <inkml:trace contextRef="#ctx0" brushRef="#br0" timeOffset="74266.26">24978 2983 224 0,'0'0'879'0,"0"0"-571"15,0 0-32-15,0 0-57 0,0 0-43 16,0 0-73-16,0 0-7 15,-2-5 5-15,2 5 9 16,0 0 10-16,0 0 1 16,0 0-26-16,0 0-11 15,0 0-17-15,0 0-14 16,0 0-24-16,0 0-14 16,0 0-6-16,0 0 0 15,0 0-1-15,0 0-7 16,0 0 7-16,0 0-8 15,0 0 6-15,0 0-6 16,0 0 0-16,0 0 0 16,0 0 1-16,0 0-1 0,0 3 1 15,3 4-1 1,3 2 1-16,-1 3 0 0,2 2 6 16,0 3-1-16,-1 3 3 15,2 4 0-15,-2-2-3 16,1 0-5-16,-1 1 6 15,-1 1-6-15,-1-1 5 16,-1-2-5-16,2 1-1 16,-2 0 0-16,1-3 0 15,-3 1 0-15,2-3-25 16,1 2-68-16,2-2-115 16,-2-1-277-16,2-9-432 0</inkml:trace>
  <inkml:trace contextRef="#ctx0" brushRef="#br0" timeOffset="74754.37">25079 2716 922 0,'0'0'402'0,"0"0"-33"0,0 0-111 16,0 0-41-16,0 0-75 16,0 0-43-16,0 0 18 15,42 0 26-15,-18 0-37 16,3-3-61-16,-2-1-14 15,-4 1-10-15,-5 3-9 16,0 0 3-16,0 1-6 16,0 16 0-16,-3 11 1 15,4 9 25-15,-4 13 7 16,2 9 11-16,0 5-5 16,0 2 12-16,-2-1-1 15,4 1 4-15,-4-8-1 16,2-3-14-16,-4-6-13 0,-4-6 1 15,-1-8-8 1,-3-4-2-16,-3-7-11 0,0-2-5 16,-29 2-9-16,-42 13 0 15,-87 18-1-15,-139 40-11 16,18-8-181-16,-21 2-871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1:21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12684 2614 1071 0,'0'0'256'0,"0"0"-54"16,0 0-61-16,0 0 2 15,0 0 66-15,133 13 20 16,11-6-26-16,46-4-22 0,38 1-27 15,21-2-24-15,12-1-6 16,24 1-10-16,19 3-32 16,7 1 1-16,-4 0-3 15,-16 2-2-15,-26-2-27 16,-36 2 9-16,-40-1-13 16,-55-3-19-16,-46-1-11 15,-40-3-5-15,-24 2-6 16,-8-2-5-16,-5 0 10 15,-4 1-2-15,-7-1 4 16,0 0-4-16,-7 0-9 16,-20 0-6-16,-28-5-115 0,-65-12-133 15,11 2-295-15,-15-9-568 16</inkml:trace>
  <inkml:trace contextRef="#ctx0" brushRef="#br0" timeOffset="1538.43">911 1039 12 0,'0'0'1718'0,"0"0"-1352"0,0 0-28 16,0 0-58-16,0 0-77 15,0 0-77-15,0 0-70 16,-11 60 3-16,25-1 2 15,10 18 5-15,-5-14 4 16,4 9-5-16,-1-4-7 16,-4-14-16-16,-2 4-16 15,-1-10-14-15,-3-9-6 16,-4-8-6-16,0-11-38 0,-2-6-113 16,8-14-132-1,2-14-457-15,4-12-922 0</inkml:trace>
  <inkml:trace contextRef="#ctx0" brushRef="#br0" timeOffset="2101">1603 768 2029 0,'0'0'273'0,"0"0"65"15,0 0-160-15,0 0-59 16,0 0-60-16,0 0 21 16,-18 135 16-16,28-68-27 0,1 5-27 15,8 1-13-15,-2-17-19 16,7 4 3-16,-2-8-13 16,-1-13 0-16,-3-11-28 15,-6-14-31-15,1-14-47 16,-4 0-2-16,-3-25 54 15,-1-6 11-15,-2-6 17 16,-1 1 17-16,0 5 9 16,-1 7-2-16,1 11 1 15,-2 6 1-15,6 7-1 16,0 3-21-16,7 11 22 16,5 6 14-16,6 4 0 0,6 1-2 15,7-4 1 1,4-3-5-16,3-7-2 0,-2-6-6 15,-3-5 2-15,-8 0-1 16,-5-16-1-16,-7-2 0 16,-6 0 0-16,-5 2 7 15,-4 4-5-15,-1 5 8 16,-1 7 11-16,2 0-21 16,1 4-4-16,8 13 4 15,2 5 11-15,1 5-3 16,-2 2-7-16,-2-3-1 15,-6-6 0-15,-5-3-75 16,-1-6-136-16,-25-11-77 0,-5-4-242 16,-3-15-196-16</inkml:trace>
  <inkml:trace contextRef="#ctx0" brushRef="#br0" timeOffset="2231.1">1967 866 879 0,'0'0'172'15,"0"0"-133"-15,0 0-26 16,0 0-4-16,91 54-9 16,-43-29-93-16,4-1-213 0</inkml:trace>
  <inkml:trace contextRef="#ctx0" brushRef="#br0" timeOffset="2621.69">2410 981 189 0,'0'0'1243'0,"0"0"-908"16,0 0 17-16,0 0-135 16,0 0-63-16,-95 4-59 15,78 21-19-15,1 7 0 16,4 10-16-16,3 1-21 16,6 2-14-16,3-1-11 15,7-5-9-15,10-5-5 16,2-10-1-16,-1-10-5 15,0-11-24-15,1-6 17 16,-4-23 12-16,-4-15 1 16,-1-20-1-16,-7-26-4 15,-3-29 5-15,-16-7 2 0,-1 21 4 16,1 29 7-16,10 38 13 16,0 20 23-16,3 2 14 15,1 10-11-15,2 3-50 16,0 8-2-16,5 21-7 15,10 10 7-15,9 12 1 16,6 9-1-16,4 1-11 16,9 1-115-16,21 9-154 15,-10-16-327-15,-6-18-305 0</inkml:trace>
  <inkml:trace contextRef="#ctx0" brushRef="#br0" timeOffset="3676.24">2680 926 1428 0,'0'0'351'0,"0"0"49"16,0 0-172-16,0 0-80 16,0 0-100-16,0 0-18 15,0 0 10-15,-48 87-9 16,48-46-11-16,6 0-5 16,11-2-2-16,5-8-5 15,3-7-7-15,-2-8-1 16,-4-10-15-16,-4-6-52 15,-1-6 22-15,-6-22 18 16,-6-25-9-16,-2-26 16 16,-21-32 14-16,-9-18-6 15,-6 2 11-15,5 27-7 16,10 39 8-16,11 29 12 0,1 20 44 16,6 6 23-16,0 6-65 15,3 3-14-15,0 29-15 16,0 22 14-16,22 19 1 15,16 20-1-15,3-7 2 16,-2-19 0-16,-6-22-1 16,-3-22-5-16,4-1-95 15,8-6-84-15,1-8-129 16,-3-8 16-16,-8-11-38 16,-13-16 114-16,-7-4 210 15,-9-5 11-15,-3 3 169 16,0 1 96-16,-12 6 1 15,1 6 21-15,1 7-140 0,1 6-39 16,3 5-22 0,0 2-19-16,-1 4-40 0,2 12-20 15,-2 8 13-15,1 6-2 16,3 5-2-16,3-1-3 16,0-2-1-16,6-3-11 15,12-3-1-15,4-9-6 16,5-9-3-16,1-8-22 15,1-1-16-15,-4-19-21 16,-5-7 19-16,-6-5 15 16,-5-4 13-16,-6 1 18 15,-3 2 2-15,0 6 1 0,-1 6 1 16,-8 7 26 0,3 6 10-16,1 5-22 0,0 3-15 15,5 0-8-15,0 9-3 16,0 6 3-16,0 5 0 15,5 0 2-15,10 0 0 16,6-2 5-16,6-3 0 16,1-4-14-16,2-4-34 15,-4-7-46-15,-4 0 18 16,-7-4 42-16,-11-13 35 16,-4-3 0-16,0-4 41 15,-6 2 43-15,-4 1 32 16,1 5-18-16,3 7-6 15,3 2-13-15,3 7-38 16,0 0-41-16,0 8-12 0,3 11 10 16,9 5 2-16,1 5 1 15,1 3 8-15,-2-1-7 16,1-4 4-16,-2-4-5 16,-5-8 0-16,-1-7 0 15,-3-8 8-15,-1 0 13 16,1-13 11-16,-1-17-32 15,1-7 13-15,1-4 38 16,3 2-7-16,0 3-9 16,1 13 13-16,-2 7-16 15,-1 9-14-15,2 7-19 16,2 1-15-16,5 16 14 16,1 7 1-16,3 6 0 15,0 2-35-15,20 16-161 16,-7-8-262-16,-3-10-701 0</inkml:trace>
  <inkml:trace contextRef="#ctx0" brushRef="#br0" timeOffset="4017.04">4137 646 1543 0,'0'0'405'16,"0"0"76"-16,0 0-284 15,0 0-71-15,0 0-58 16,-7 106 62-16,29-14 5 15,9 11-42-15,8-2-50 16,-3-23-17-16,-9-24-13 16,-5-13-11-16,-5-10-2 15,5-4-66-15,2-12-139 16,18-30-304-16,-8-21-98 16,-7-18-691-16</inkml:trace>
  <inkml:trace contextRef="#ctx0" brushRef="#br0" timeOffset="4344.83">4510 684 1249 0,'0'0'406'16,"0"0"91"-16,0 0-333 16,0 0 3-16,0 0-63 15,0 0-25-15,-91 48-3 16,76-9 6-16,2 3-3 16,1 0-29-16,6-3-19 15,6-7-19-15,0-6-10 16,0-9-2-16,3-10-10 15,3-7-30-15,6 0-20 0,-2-17 47 16,1-7-1 0,5-5 13-16,-5 0 1 0,0 4 0 15,-5 6 1-15,-1 7 0 16,-2 6 10-16,0 6-5 16,3 0-6-16,6 16-17 15,3 8 17-15,7 5 8 16,5 4-2-16,1 2-6 15,-1-1-17-15,1-5-182 16,-5-9-182-16,-2-9-375 16,-8-11-660-16</inkml:trace>
  <inkml:trace contextRef="#ctx0" brushRef="#br0" timeOffset="4721.04">4604 659 121 0,'0'0'860'0,"0"0"-767"0,0 0-23 16,0 0 16-16,0 0-5 16,0 0-33-16,97 35-18 15,-72-33-1-15,-8-2 3 16,-2 0 13-16,-8-11 91 16,-5-3-43-16,-2-1 16 15,0 1 75-15,0 2 23 16,-2 5-21-16,-1 7-55 15,3 0-79-15,0 12-50 16,0 19 14-16,2 11 38 16,13 21 25-16,9 24 1 0,4 15 1 15,-3-6-35-15,-7-21-7 16,-12-24-10-16,-6-20-16 16,0 2-5-16,0-5-7 15,-10-4 9-15,-8-17 2 16,-8-7-12-16,-2-24-25 15,1-19-71-15,2-24-166 16,22-31-207-16,3 14-231 16,0 9-524-16</inkml:trace>
  <inkml:trace contextRef="#ctx0" brushRef="#br0" timeOffset="5284.86">4907 715 179 0,'0'0'671'0,"0"0"-479"0,0 0-89 15,0 0 53-15,0 0-44 16,0 0-3-16,84 0-12 16,-59-2-43-16,3-6-23 15,-4-4-12-15,1-4-5 16,-5-2-6-16,-5-3 2 16,-6 2 2-16,-8 3 45 15,-1 5 61-15,0 6 105 16,-10 5-87-16,-8 4-81 15,0 15-15-15,-3 6 46 16,6 6 6-16,3-1-32 16,11-2-21-16,1-5-21 15,22-2-8-15,15-9 0 0,12-7-2 16,4-5 22 0,7-12-11-16,-10-10-7 0,-8-7-6 15,-14-4-5-15,-13-1 7 16,-15-3 1-16,0 0-9 15,-19 4 6-15,-1 4 0 16,-2 9 0-16,6 8-5 16,4 3 5-16,4 4-4 15,5 5-2-15,3 0-1 16,0 0-23-16,3 17 4 16,8 7 14-16,5 8 6 15,2 6 0-15,4 6 8 16,-1 2 27-16,3 2 38 15,-3 1 20-15,6-5-13 16,-2-6 10-16,3-5-13 0,1-13-41 16,2-9-3-16,0-11 1 15,2 0-12-15,3-18-8 16,-5-8-14-16,-10 1-38 16,-45-1-156-16,-20 9-349 15,-26 10-967-15</inkml:trace>
  <inkml:trace contextRef="#ctx0" brushRef="#br0" timeOffset="5696.87">1342 2384 1506 0,'0'0'488'0,"0"0"-117"16,0 0-81 0,0 0-67-16,0 0-93 0,0 0-72 15,0 0 14-15,45 80 54 16,-17-30-34-16,6 5-33 16,-2 2-31-16,-4-1-16 15,3-3-3-15,-4-4-9 16,3-8-71-16,13-9-128 15,-7-14-336-15,0-18-274 0</inkml:trace>
  <inkml:trace contextRef="#ctx0" brushRef="#br0" timeOffset="6043.45">2403 2014 1872 0,'0'0'261'0,"0"0"-6"16,0 0-107-16,-69 90 31 16,61-54-31-16,5 1-42 15,3 1-27-15,0-1-34 16,2-4-21-16,7-4-9 16,6-7-14-16,0-6 5 15,0-8-5-15,1-8-1 16,-1 0 14-16,-2-14-2 15,-2-10-5-15,-8-8-7 16,-3-6 0-16,-3-4-9 0,-17 2-3 16,-8 3-16-16,1 8-8 15,0 7 28-15,4 13-16 16,5 6-16-16,7 3-72 16,7 4-133-16,4 16-8 15,0-3-259-15,7-5-325 0</inkml:trace>
  <inkml:trace contextRef="#ctx0" brushRef="#br0" timeOffset="6255.29">2389 1773 1230 0,'0'0'861'0,"0"0"-590"15,0 0-70 1,0 0-122-16,0 0-33 0,0 0 57 15,0 0-7-15,61 69-43 16,-31-30-29-16,3 7-12 16,0 3-10-16,1 1-2 15,18 16-103-15,-10-13-253 16,-6-16-693-16</inkml:trace>
  <inkml:trace contextRef="#ctx0" brushRef="#br0" timeOffset="6456.08">2804 1881 1938 0,'0'0'370'16,"0"0"-32"-16,0 0-165 15,0 0-100-15,0 0 13 0,-17 75 21 16,34-30-30-16,8 7-16 16,2 4-14-16,4 4-23 15,-2-2-11-15,-7 0-4 16,-1-4-9-16,-8-4-89 15,-13-6-141-15,0-15-336 16,-9-18-316-16</inkml:trace>
  <inkml:trace contextRef="#ctx0" brushRef="#br0" timeOffset="6658.6">2814 1942 1461 0,'0'0'220'0,"0"0"-10"16,0 0-108-16,0 0 16 0,0 0-38 15,0 0-33-15,0 0-4 16,99-44-7-16,-77 56-19 16,-2 6 11-16,-6 4 41 15,-6 6-31-15,-7 3-12 16,-1 3-26-16,-3 1 0 16,-10 6-119-16,-2-8-380 15,6-14-508-15</inkml:trace>
  <inkml:trace contextRef="#ctx0" brushRef="#br0" timeOffset="6908.09">3165 1618 1832 0,'0'0'392'16,"0"0"-118"-16,0 0-116 15,0 0-97-15,0 0 13 16,0 0 70-16,52 108-25 16,-18-61-50-16,4 3-40 15,2-2-19-15,-3-2-8 16,2 0-2-16,0-8-30 16,13-10-189-16,-9-13-346 15,-6-13-562-15</inkml:trace>
  <inkml:trace contextRef="#ctx0" brushRef="#br0" timeOffset="7207.75">3615 1637 1565 0,'0'0'339'15,"0"0"21"-15,0 0-196 16,0 0-20-16,-91 4-57 16,79 20-31-16,-1 8-14 15,7 4-2-15,3 2-14 16,1-4-13-16,2-4-5 15,0-4-7-15,5-9-1 16,11-9-8-16,1-8-28 16,2 0 35-16,2-5-5 15,0-9-2-15,1-1 8 16,-7 5 0-16,-3 3 0 0,-1 5-1 16,-1 2-14-16,2 0-1 15,3 8 2-15,4 6 5 16,-1 0 2-16,2-2-59 15,3 1-135-15,-5-9-179 16,-6-1-323-16</inkml:trace>
  <inkml:trace contextRef="#ctx0" brushRef="#br0" timeOffset="7582.13">3741 1707 1088 0,'0'0'289'16,"0"0"-59"-16,0 0-143 0,0 0-52 15,0 0 12-15,0 0 27 16,0 0-21-16,110 0-25 16,-76-8-15-16,-1-6 2 15,-6-5-8-15,-8-1-6 16,-10-2-1-16,-9 2 22 16,0 0 75-16,-13 6 69 15,1 6 12-15,0 5-32 16,-3 3-23-16,6 11-49 15,-3 15-22-15,8 8-10 16,2 12-14-16,2 5-6 16,10 5 4-16,12 1-4 15,6 1 1-15,3 0-7 0,2-2-7 16,-6-3-7 0,-3-7 7-16,-14-8-8 0,-10-10-1 15,-3-9-7-15,-25-8-35 16,-8-11-37-16,-1-6-81 15,-4-55-79-15,11 3-346 16,13-4-774-16</inkml:trace>
  <inkml:trace contextRef="#ctx0" brushRef="#br0" timeOffset="8154.81">4106 1632 1290 0,'0'0'170'0,"0"0"-151"16,0 0 10-16,0 0 20 0,0 0-4 16,0 0-20-16,101-11-12 15,-81-2-11-15,-4-1 15 16,-1-4-2-16,-6-1-9 16,-5 0 26-16,-4 2 49 15,0 5 64-15,0 3 53 16,-10 7 15-16,1 2-75 15,-3 13-65-15,2 14-39 16,1 8 18-16,3 7 6 16,6 1-25-16,0-4 8 15,15-6-25-15,15-10-16 16,10-11 18-16,3-11-3 16,6-2 1-16,-4-21 5 15,-3-11-15-15,-8-6 12 16,-11-8-8-16,-7-6-3 0,-10-1-7 15,-6-1-8-15,0 7 8 16,-8 10-10-16,-1 14-4 16,1 11 9-16,3 7 4 15,5 5-7-15,0 1-28 16,0 3-26-16,13 12 30 16,4 9 20-16,4 11 11 15,-2 9 0-15,1 9 1 16,-7 5 0-16,-4 4 12 15,-3-3 33-15,-3-5 16 0,0-7 12 16,3-12-4-16,3-11-21 16,0-9-14-16,4-11-12 15,10-4-5-15,5-4 10 16,9-18-27-16,23-22-9 16,-11 3-184-16,-7 2-435 0</inkml:trace>
  <inkml:trace contextRef="#ctx0" brushRef="#br0" timeOffset="33319.12">7265 6780 578 0,'0'0'400'0,"0"0"-174"16,0 0-42-16,0 0-16 15,0 0 0-15,0 0-34 16,-45-3-21-16,31 3-28 16,-3 0-9-16,2 0 19 15,-3 0-11-15,-3 0-7 16,-1 0-13-16,-1 7-5 16,0 2 5-16,-1 1-22 15,0 2-8-15,3 2-2 16,0 2-4-16,2 0-13 15,5 3-5-15,-2 3 1 16,1 0-4-16,3 2 5 16,2 2-1-16,-1-1-1 15,1 1-1-15,1 2 0 16,1 0 0-16,2 0 0 0,1 0-3 16,0 1 1-1,4 1 1-15,-1 1-2 0,2-4 0 16,0 1 0-16,0-2 0 15,0 1-5-15,6-4 10 16,3 2-5-16,0-1 1 16,0 0 3-16,4 1 5 15,-1 0-1-15,0 0-1 16,3 0-1-16,0 0-3 16,3-2 2-16,-2 0-2 15,4-1 3-15,-1 0 0 16,2-2 1-16,-3 0-2 15,1-3-4-15,-2-2 0 16,-1-4 1-16,-1 0 1 16,1-2 1-16,-2-3 1 0,-1 0-5 15,1-2 4-15,-1-1 1 16,-1-2 1-16,4-1 1 16,-1 0 7-16,3 0-1 15,2-3 1-15,-1-3-5 16,5-2-3-16,-3-2-2 15,6 0 2-15,-2-2-1 16,3-1-1-16,-1-1-1 16,-2 2 0-16,-1-3-1 15,-3 3 1-15,-1-4-2 0,-1 2 7 16,-1-2-4-16,-2 0 0 16,-1-3-1-16,0 2 3 15,-4-3-3-15,-1-1 0 16,0 1 6-16,-4-1-1 15,-1-3 2-15,-2 1 4 16,0-4-4-16,0-2 1 16,0-2-1-16,-3-1-7 15,0-2 0-15,0 0-3 16,0-2 2-16,-6 3 5 16,0 1-2-16,-3-1 7 15,-3 1-3-15,2 3-8 16,-4-1 2-16,-2 2 2 15,-2 5-10-15,1-2 8 16,-2 3-7-16,-2 0-1 0,2 0 0 16,-2 1 5-16,1 3-6 15,0 2 0-15,0 1 0 16,4 3 0-16,-2 3-1 16,3-2-6-16,0 4 6 15,3 0-1-15,-1 2-4 16,2 2 0-16,1 0 6 15,-5 0-2-15,4 2-4 16,-3 1 6-16,0 0-1 16,-2 0-8-16,1 0 3 15,-3 0 0-15,1 4 0 16,1 2 4-16,-2-1 1 16,3 2-1-16,2 0 2 15,-5 1-1-15,4 1 0 16,0 2 0-16,-3 0-1 0,2 0 1 15,2 2 0-15,0-2-1 16,2-1 2-16,2-2-1 16,0-1 0-16,5-2 0 15,-1 0 1-15,4-2 0 16,-1-1 0-16,2-1-1 16,0-1-8-16,0 0-3 15,0 0-6-15,0 0-12 16,0 0-42-16,-9 3-101 15,-1-2-294-15,-7 1-522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2:46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8175 5484 1099 0,'0'0'348'0,"0"0"-76"0,0 0-25 16,0 0-28-16,0 0-42 15,0 0-18-15,-28-39-25 16,25 38-23-16,1 1-38 16,1 0-39-16,1 6-22 15,-2 14-11-15,2 10 6 16,0 5 10-16,0 4-2 15,0 4-5-15,0-7-4 16,0-2-4-16,6-5-1 16,3-4 0-16,-3-8-1 15,0-5 0-15,0-5-6 0,-3-2 6 16,-1-5-7-16,1 0 1 16,2-3-2-16,1-10-10 15,0-3-11-15,-1-1 9 16,1 0 7-16,-2 3 12 15,-1 2 1-15,0 1 0 16,0 5-1-16,-3 1 1 16,2 3 5-16,-2 2 4 15,1 0-8-15,4 11 0 16,1 7 6-16,4 4 7 16,2 6 6-16,2-2 1 15,0-1-4-15,4-3-2 16,-3-5 4-16,1-5 5 0,-2-3 0 15,-3-6-3 1,0-3 9-16,-3 0 15 0,1-17 0 16,-2-6-12-16,1-8-11 15,-2-10-5-15,-5-9-5 16,1-3-4-16,-2-2-8 16,0 1 0-16,0 5 0 15,0 9 0-15,0 10 1 16,0 9 0-16,0 8 0 15,-2 6-1-15,2 4-1 16,0 3-45-16,0 0-97 16,6 10-208-16,13 3-295 15,2-1-624-15</inkml:trace>
  <inkml:trace contextRef="#ctx0" brushRef="#br0" timeOffset="714.48">8696 4971 1007 0,'0'0'259'0,"0"0"-5"15,0 0-37-15,0 0-22 0,0 0-24 16,0 0-53-1,0 0-29-15,-61-26-9 0,47 26-5 16,3-3-3-16,-2 3-10 16,4 0 5-16,3 0 12 15,-1 0 0-15,7 0-23 16,0 0-28-16,0 0-13 16,0 0-6-16,0 15-9 15,0 6 1-15,0 7 5 16,0 6 12-16,0 4 12 15,0-2 7-15,0 2 2 16,4 1 3-16,-4 0-3 0,0 2-8 16,0-2-7-16,0-3-7 15,3 1-5-15,-3-4-11 16,5-5 6-16,-2-5-6 16,0-3 0-16,0-7-1 15,0-4-1-15,0-5-53 16,4-4-102-16,11-2-171 15,0-13-287-15,0-3-771 0</inkml:trace>
  <inkml:trace contextRef="#ctx0" brushRef="#br0" timeOffset="1100.55">8839 5084 1260 0,'0'0'535'0,"0"0"-210"15,0 0-57-15,0 0-32 0,0 0-68 16,0 0-88-16,0 0-49 16,-8 34 2-16,8-11 21 15,0 3-20-15,0 1-19 16,3-1-14-16,2-1-1 15,6 7-38-15,0-6-207 16,-3-9-433-16</inkml:trace>
  <inkml:trace contextRef="#ctx0" brushRef="#br0" timeOffset="2012.07">8910 4843 1056 0,'0'0'605'0,"0"0"-272"16,0 0-95-16,0 0-27 0,0 0-54 16,0 0-67-16,0 0-44 15,5 5-22-15,10-3 5 16,4 1 9-16,1-1-1 15,-1-2-13-15,-3 0-6 16,-4 0-3-16,-3 0 0 16,-2 0 0-16,-2 0 7 15,-2 0 7-15,-3 0 1 16,0 0-7-16,3 0-6 16,-3 0-8-16,0 0-3 15,0 0-5-15,0 9-1 16,5 9 2-16,-1 9 10 15,2 9 24-15,0 8 16 0,0 6-1 16,-2 3 8-16,1-4-7 16,-1 1-7-16,-2-1-8 15,1-3-2-15,0-3 2 16,-3-3-7-16,0-6-3 16,0-3-10-16,0-6-2 15,0-3-2-15,0-4-2 16,0-3-10-16,0-1 8 15,0-7-9-15,0 0 0 16,0-2 0-16,0-4 1 16,0-1 8-16,0 0-9 15,0 0 1-15,0 0 8 16,0 0-7-16,0 0-1 0,0 0 0 16,0 0 0-16,0 0 0 15,0 0 1-15,-3 0 5 16,-6 0-1-16,-6 4-5 15,-12 3 0-15,-3 1-1 16,-6 3 1-16,-4 2 0 16,3-1 0-16,1 2 0 15,9-5-1-15,2 1 1 16,10-3-1-16,3-1 0 16,6-4 1-16,3-2-1 15,0 2 1-15,3-2-1 16,0 0 0-16,0 0-1 0,0 0 1 15,0 0 0-15,0 0-1 16,0 0-7-16,0 0-10 16,0 0-69-16,31 0-106 15,-1-7-277-15,0-5-746 0</inkml:trace>
  <inkml:trace contextRef="#ctx0" brushRef="#br0" timeOffset="8537.06">13561 5939 166 0,'0'0'1176'0,"0"0"-809"16,0 0-43-16,0 0-60 0,0 0-52 15,0 0-84-15,-40-45-67 16,37 66-38-16,0 11 1 16,-2 8 22-16,2 6-7 15,3-3-15-15,0-1-11 16,0-6-4-16,0-4-8 15,5-8 1-15,4-5-1 16,0-10-1-16,1-5 0 16,1-4-1-16,5-1-1 15,-1-18 1-15,4-5-17 16,1-8 3-16,-5 1 13 0,-1 3 2 16,-6 5-1-1,-2 9 2-15,-3 7-1 0,-1 7 0 16,-1 0 0-16,1 7 0 15,3 13 0-15,3 3 7 16,-1 5 2-16,5-4 0 16,2-3-3-16,-1-5 2 15,0-6 9-15,1-7-6 16,-1-3 2-16,2-3 7 16,2-18 4-16,-1-9-9 15,0-10-3-15,-2-6-6 16,-5-8-5-16,-5-1 1 15,-4 3-1-15,0 7 0 16,0 9 1-16,-10 11-2 16,2 11-7-16,2 6-17 0,0 7-30 15,2 1-73-15,0 0-137 16,4 4-110-16,4 3-330 16,6-4-584-16</inkml:trace>
  <inkml:trace contextRef="#ctx0" brushRef="#br0" timeOffset="8970.57">14192 5324 947 0,'0'0'690'15,"0"0"-405"-15,0 0-37 16,0 0-124-16,0 0 20 15,-84 20 0 1,62-8-36-16,0 2-25 0,2 1-20 16,2-5-17-16,5 1-4 15,3-3-14-15,4-1-16 16,4-2-6-16,2 5-5 16,0-2 0-16,0 3 5 15,0 4-4-15,0-1 4 16,6 6-5-16,0 1 7 15,1 6 4-15,-2 3 3 16,-2 3 9-16,-3 5 25 16,0 1-9-16,0 4-8 15,0-3-10-15,0 1-4 0,0-7-6 16,0-3-3-16,0-7-8 16,0-5-1-16,0-7 1 15,0-6-1-15,3-6-1 16,3 0-7-16,6-5-35 15,20-22-110-15,0 1-380 16,-4-2-402-16</inkml:trace>
  <inkml:trace contextRef="#ctx0" brushRef="#br0" timeOffset="9402.12">14289 5530 74 0,'0'0'1095'0,"0"0"-772"0,0 0-32 16,0 0-109-16,0 0-27 16,0 0-59-16,0 0-46 15,56-21-14-15,-48 43-5 16,0 4 21-16,-8 3 41 15,0 0-20-15,-2-1-15 16,-12-1-10-16,-5-5-14 16,0-4-19-16,-1-2-6 15,4-7-9-15,2-6 6 0,4-3 3 16,3-2 2-16,2-10-11 16,5-3 1-16,0 2 0 15,0 5 0-15,0 5-1 16,3 3-2-16,8 0 1 15,5 8 1-15,2 6-1 16,0 3 0-16,3-3 1 16,-3 1-1-16,1-3 0 15,-1-3-114-15,6-8-164 16,-2-1-372-16,-1 0-576 0</inkml:trace>
  <inkml:trace contextRef="#ctx0" brushRef="#br0" timeOffset="9829.16">14458 5271 811 0,'0'0'734'0,"0"0"-463"16,0 0-124-16,0 0-49 15,0 0 21-15,0 0 27 16,0 0 1-16,71 0-31 15,-51 0-7-15,-3 0-2 16,-3 0-11-16,-2 0-35 16,-2 0-26-16,1 9-5 15,-1 8 11-15,1 6 24 16,-1 10-1-16,0 9-7 0,-2 4 6 16,-4 7-18-1,-1 1 1-15,-3 4 5 0,0-3-3 16,0-1-9-16,-4-6-16 15,-2-6 1-15,0-5-3 16,1-8 0-16,1-8-8 16,0-3-2-16,2-8-4 15,1-3 2-15,-1-6-7 16,-1 0 5-16,-5-1 1 16,-9 0 2-16,-15 0-9 15,-30 3-1-15,-41 18-45 16,-58 14-138-16,16 1-406 15,-1-5-1543-15</inkml:trace>
  <inkml:trace contextRef="#ctx0" brushRef="#br0" timeOffset="11380.93">11052 4322 727 0,'0'0'660'0,"0"0"-171"16,0 0-309-16,0 0-10 15,0 0-49-15,0 0-26 16,-22-1-53-16,22 26-22 16,0 10 41-16,9 11 12 15,-2 5-23-15,2 2-19 16,-3 0-16-16,0-5-14 15,-5-1-1-15,-1-5-2 16,0-4-16-16,0-5-93 16,-5-6-108-16,-6-5-137 0,2-8-181 15,2-8-127-15</inkml:trace>
  <inkml:trace contextRef="#ctx0" brushRef="#br0" timeOffset="11606.66">10915 4659 907 0,'0'0'551'0,"0"0"-220"16,0 0-84-16,0 0-125 16,0 0-79-16,0 0-2 15,0 0 51-15,31 84-17 16,-10-47-5-16,3-3-22 16,3 0-26-16,0-5-12 15,-4-4-9-15,0-7-1 16,-2-4-1-16,-2-6-52 0,-2-8-88 15,-1 0-66-15,11-25-176 16,-9-1-242-16,1-1-374 0</inkml:trace>
  <inkml:trace contextRef="#ctx0" brushRef="#br0" timeOffset="11767.58">11249 4722 310 0,'0'0'690'15,"0"0"-411"-15,0 0-121 16,0 0-34-16,0 0 59 15,-64 94-34-15,43-49-47 16,-1 7-44-16,-2 1-21 16,3-2-21-16,0 2-9 15,-7 9-7-15,7-12-232 0,-3-14-1051 16</inkml:trace>
  <inkml:trace contextRef="#ctx0" brushRef="#br0" timeOffset="15032.24">10858 5657 1094 0,'0'0'331'0,"0"0"-106"16,0 0-22-16,0 0-6 15,0 0-51-15,3 90-53 16,0-70-41-16,0-3-28 16,2-2-17-16,-4-1-7 15,2-6 0-15,2-1-105 16,8-7-182-16,-2 0-300 16,0-7-370-16</inkml:trace>
  <inkml:trace contextRef="#ctx0" brushRef="#br0" timeOffset="15408.56">10831 5511 1011 0,'0'0'336'0,"0"0"-28"16,-80 31-71-16,52-5-17 15,2 9-45-15,8 6-20 16,7 5-16-16,8 0-36 15,3 0-2-15,7 0-21 16,14 0-19-16,7-3-13 16,7-4-21-16,3-5-9 0,4-6 17 15,-2-8-8-15,-4-8-15 16,-2-9-6-16,-7-3 0 16,-3-8 2-16,-3-16 4 15,-3-10 3-15,-6-8 3 16,-5-8 1-16,-5-7 1 15,-2-6-1-15,-2-2-13 16,-11 4 6-16,-5 3-12 16,1 14 0-16,1 14-1 15,-3 16 1-15,-1 14-24 16,-8 35-56-16,3 11-165 16,4 2-383-16</inkml:trace>
  <inkml:trace contextRef="#ctx0" brushRef="#br0" timeOffset="16112.49">10706 7914 652 0,'0'0'726'16,"0"0"-460"-16,0 0-31 0,0 0-117 16,0 0-28-16,0 0-3 15,0 0-10-15,84 51 1 16,-80-17-20-16,-4 2 3 16,0-1-10-16,-9-1 5 15,-7 1-22-15,-5-6-14 16,3-6-11-16,0-6-2 15,0-9-6-15,5-8 0 16,1 0 10-16,3-13-10 16,6-5 5-16,1 1-4 15,2 5-1-15,0 4 5 16,2 4-6-16,10 4 0 0,4 0 0 16,2 2 10-16,5 6-2 15,2 3-1-15,3-3-5 16,4-3-1-16,-1-1-1 15,5-4-21-15,-3 0-131 16,4-17-106-16,-9-5-284 16,-8-1-340-16</inkml:trace>
  <inkml:trace contextRef="#ctx0" brushRef="#br0" timeOffset="16467.5">10828 7772 1117 0,'0'0'367'0,"0"0"-67"0,0 0-118 16,-85 32-6 0,60 3-32-16,1 7 0 0,5 9 11 15,1 6-38-15,9 3 10 16,6 1-30-16,3-3-26 16,9-2-28-16,16-8-6 15,8-9-19-15,6-9-3 16,7-13-6-16,5-7 3 15,0-10-10-15,-2-10-2 16,-4-16 1-16,-8-10 0 16,-4-7 0-16,-8-4 1 15,-9-8 4-15,-11-1-6 16,-5-17 11-16,-28-14-5 0,-7 8-5 16,-2 11 1-1,-2 20-2-15,8 26-1 0,-2 8-19 16,-1 14-41-16,1 36-111 15,11 14-214-15,2 1-502 0</inkml:trace>
  <inkml:trace contextRef="#ctx0" brushRef="#br0" timeOffset="17132.26">10764 10139 1403 0,'0'0'301'0,"0"0"-102"16,0 0-86-16,0 0-32 16,0 0-39-16,0 0-21 15,0 0-14-15,53 0 7 16,-45 18-1-16,-3 4-3 15,-4 1 1-15,-1-3 3 16,0-1-12-16,0-6 7 0,0-4-8 16,2-4 5-16,2-2-5 15,4 0 6-15,8 3-1 16,-2-1 2-16,2 4-7 16,-2 2 1-16,-3 0-1 15,-3 1 1-15,-5 3 5 16,-3-1 2-16,0 1 15 15,-5 2 11-15,-9-3-16 16,-6-3-7-16,2-6-10 16,-1-5-2-16,4-16-89 15,4-9-227-15,4-5-520 0</inkml:trace>
  <inkml:trace contextRef="#ctx0" brushRef="#br0" timeOffset="17500.36">10812 9928 453 0,'0'0'719'0,"0"0"-459"15,0 0 48-15,-79 19-81 16,52 11-14-16,3 10-7 16,2 10 5-16,5 18-16 15,9 15-53-15,8-7-31 16,0-4-28-16,16-16-33 15,12-14-11-15,10-1-15 16,12-1-8-16,7-13-1 0,1-14-4 16,5-13-10-16,-6-7 6 15,-5-26-1-15,-8-10-5 16,-9-12 0-16,-13-15 6 16,-16-17-6-16,-15-15 5 15,-22 7 2-15,-6 25-2 16,1 25-5-16,4 27-1 15,-5 6-1-15,-9 9 0 16,-1 3-31-16,1 23-67 16,9 42-108-16,10-3-326 15,8-3-686-15</inkml:trace>
  <inkml:trace contextRef="#ctx0" brushRef="#br0" timeOffset="18178.53">10933 11905 1222 0,'0'0'357'15,"0"0"-45"-15,0 0-153 16,0 0-57-16,0 0-7 15,0 0-5-15,-30 86 11 0,30-55-26 16,3 3-14-16,7 0-23 16,1-3-24-16,-2-4-6 15,4-4-7-15,-1-7 0 16,-1-10 0-16,-1-6-1 16,2 0-8-16,-3-11-3 15,1-9 9-15,-4-1-4 16,-1 2 6-16,-2 6 0 15,0 2 1-15,3 9 0 16,-3 2 0-16,3 0 6 0,1 13-6 16,4 4 8-1,2 3-8-15,1 1 1 0,-1-1-1 16,-1-3-1-16,1-3-43 16,5-11-217-16,-2-3-221 15,-3 0-467-15</inkml:trace>
  <inkml:trace contextRef="#ctx0" brushRef="#br0" timeOffset="18567.58">10969 11751 1038 0,'0'0'379'15,"0"0"-121"-15,0 0-2 16,-112 82-29-16,70-21-1 0,2 24-25 15,5 18-22-15,15 5-35 16,20-7-45-16,6-24-18 16,19-23-29-16,6-16-19 15,7-7-13-15,24-1 2 16,26-8-11-16,2-11-2 16,-10-11 1-16,-14-18-8 15,-20-18 5-15,0-21-6 16,-3-25 1-16,-26-24 7 15,-17-8-8-15,-27 2-1 16,-22 9-5-16,-11 11 4 16,5 16 0-16,15 19 1 15,7 18-1-15,9 20-1 0,-1 6-4 16,-4 6-7-16,-2 7-38 16,3 6-44-16,4 20-83 15,-6 33-178-15,8-8-278 16,1-2-652-16</inkml:trace>
  <inkml:trace contextRef="#ctx0" brushRef="#br0" timeOffset="26898.87">10493 3334 952 0,'0'0'1111'0,"0"0"-943"16,0 0 66-16,0 0-86 15,0 0-80-15,0 0-19 16,-58 93 32-16,58 0 4 0,0-1-30 15,4-17-34-15,5-20-15 16,0-16-6-16,3 7 0 16,5 2-19-16,5 1-125 15,17-18-185-15,-2-13-342 16,-6-18-465-16</inkml:trace>
  <inkml:trace contextRef="#ctx0" brushRef="#br0" timeOffset="27217.97">10742 3487 1227 0,'0'0'360'0,"0"0"42"16,0 0-176-16,0 0-127 0,0 0-50 15,0 0-2 1,0 0 37-16,-73 97-15 0,58-56-6 16,3-3-21-16,2-2-26 15,5-8-6-15,5-9-10 16,0-8 0-16,0-8-10 15,0-3-11-15,9-8 8 16,4-12-1-16,3-4-8 16,1 1 9-16,-2 4 13 15,2 5-1-15,-4 10-5 16,5 4-3-16,0 1-3 16,0 14 11-16,1 6-5 15,1 1-3-15,-3 1 8 16,3 1 1-16,-2-4-80 15,9-6-138-15,-4-6-135 16,-3-8-288-16</inkml:trace>
  <inkml:trace contextRef="#ctx0" brushRef="#br0" timeOffset="27562.97">10936 3527 894 0,'0'0'237'15,"0"0"21"-15,0 0-171 16,0 0-64-16,0 0 12 15,0 0 9-15,0 0-12 16,40 19-16-16,-26-17-3 16,-4-2-6-16,-3 0 5 0,-2-6 4 15,-4-10 6 1,-1-3 24-16,0 1 45 0,0 2 57 16,-3 6 12-1,0 6-5-15,-1 4-65 0,1 9-53 16,2 16-23-16,1 16 11 15,0 17 16-15,1 20 9 16,11 18 60-16,-2 5-19 16,-5-18-36-16,-5-24-31 15,0-26-14-15,0-13-9 16,-6-3 1-16,-6-4-2 16,-4-7-11-16,0-6-62 15,2-51-161-15,3 0-329 16,7-10-449-16</inkml:trace>
  <inkml:trace contextRef="#ctx0" brushRef="#br0" timeOffset="28082.17">11161 3585 371 0,'0'0'161'0,"0"0"-6"16,0 0-71-16,0 0-10 15,81 20-8-15,-62-23 8 16,3-14-15-16,-5-5-18 16,-4-4 1-16,-4-2 26 15,-4 2 26-15,-5-1 49 0,0 7 1 16,-6 6 21 0,-9 6-34-16,3 8-32 0,-3 0-55 15,-3 17-14-15,2 8 2 16,5 6 8-16,4 4 0 15,7 3-21-15,0 0-1 16,6-1-5-16,13-2 3 16,4-5-7-16,-1-8-3 15,0-7-5-15,-5-10 1 16,-4-5 5-16,-4-4 12 16,-4-17-8-16,-2-6-1 15,-2-3-3-15,-1 2 5 16,0 2 37-16,0 8 30 0,0 5 13 15,0 6-22 1,0 6-24-16,4 1-28 16,1 1-18-16,4 13 2 15,3 8 11-15,4 5 5 0,3 4 3 16,0 3-3-16,0 0-17 16,3-1 5-16,-4-3-5 15,1-6-1-15,-2-6-18 16,8-15-134-16,-4-3-145 15,-4-4-391-15</inkml:trace>
  <inkml:trace contextRef="#ctx0" brushRef="#br0" timeOffset="28263.71">11674 3612 1418 0,'0'0'360'0,"0"0"-142"15,0 0-129-15,0 0-25 16,0 0-22-16,0 0-21 16,108 0-21-16,-58 0-34 15,-9-6-284-15,-10-1-538 0</inkml:trace>
  <inkml:trace contextRef="#ctx0" brushRef="#br0" timeOffset="28481.36">11987 3299 1776 0,'0'0'374'15,"0"0"118"-15,0 0-379 16,0 0-7-16,0 0 12 16,0 0-46-16,-6 110-15 15,6-66-8-15,2 3-5 16,1-2-19-16,0-1-13 15,0 2-10-15,15 12-2 16,-2-9-47-16,0-15-482 0</inkml:trace>
  <inkml:trace contextRef="#ctx0" brushRef="#br0" timeOffset="32422.92">20386 2400 58 0,'0'0'610'16,"0"0"-252"-16,0 0-124 0,0 0-28 16,0 0 4-16,0 0-15 15,-8 0-41-15,8 0-38 16,0 0-27-16,0 0-2 16,0 0-2-16,0 0 7 15,0 0-6-15,0 0-13 16,0 0-9-16,0 0-13 15,1 0-22-15,12-3-11 16,4 2-4-16,5-1-5 16,5 0 4-16,1-1-4 15,4 1 9-15,-2-1 1 16,-1-1-2-16,-3 0-1 0,-5 1-5 16,-2-1-4-1,-7 2-6-15,-3-1 0 0,-3 2 0 16,-3 1 1-16,-3 0-1 15,0 0 0-15,0 0 1 16,0 0-1-16,0 0 0 16,0 0 0-16,0 0-1 15,0 0-1-15,0 0 0 16,0 0-5-16,-6 7 5 16,-2 0 1-16,0 2-1 15,0-3 1-15,2-1 1 16,-2 1-1-16,1 0-1 15,-2-1 1-15,0 4 0 0,-2-1 0 16,-2 0 0-16,1 3-1 16,-2 0 1-16,-2 0-1 15,-1 1 1-15,-1 2 0 16,1 1-1-16,-3 0 1 16,1 2 0-16,-1 2 0 15,-1-1-1-15,4-1 1 16,1 1 0-16,6-5 0 15,-1-2 1-15,5-1-1 16,2-1 0-16,4-4 0 16,0 1 1-16,0 0 0 15,4 1 5-15,14 0 7 16,7-2 11-16,8 0 11 16,5-2 8-16,4-3 0 15,-1 0-4-15,-1 0-9 0,-2 0-1 16,-4-7-4-16,-2 2-8 15,-6 0-5-15,-5-2-6 16,-6 4-5-16,-6 1 4 16,-3 0-5-16,-3 2 0 15,-3-2 0-15,0 2-8 16,0 0-37-16,0 0-73 16,6 0-126-16,3 0-248 15,0 3-332-15</inkml:trace>
  <inkml:trace contextRef="#ctx0" brushRef="#br0" timeOffset="32712.13">20964 2584 1219 0,'0'0'682'15,"0"0"-347"-15,0 0-89 16,0 0-61-16,0 0-57 16,0 0-50-16,0 0 41 15,-2 83-10-15,2-44-46 16,0 2-28-16,0 0-19 16,0-4-8-16,0-5-7 15,0-6 0-15,3-9-1 16,-1-8-66-16,1-9-148 0,0-12-268 15,0-11-440-15</inkml:trace>
  <inkml:trace contextRef="#ctx0" brushRef="#br0" timeOffset="33091.88">21162 1717 1252 0,'0'0'344'16,"0"0"-14"-1,0 0-125-15,-97 16 13 0,64-3-40 16,0 1-58-16,7 1-26 16,5-5-33-16,7-3-17 15,7 0-23-15,3-3-9 16,4 1-3-16,0 0-7 15,0 5 4-15,1 5 1 16,8 4-6-16,0 5 5 16,0 5 6-16,1 5-1 15,-2 3-1-15,-1 1 1 16,-1 2-1-16,1-3-4 0,-1-1-5 16,1-2 0-1,0-4-1-15,2-5-1 16,0-7-24-16,4-5-137 0,14-13-178 15,-3 0-300 1,1-15-708-16</inkml:trace>
  <inkml:trace contextRef="#ctx0" brushRef="#br0" timeOffset="33298.75">21283 1884 1370 0,'0'0'524'0,"0"0"-323"15,0 0-123-15,0 0 100 16,0 0 6-16,-3 83-47 16,3-49-43-16,0-1-50 15,0-4-30-15,0 0-14 0,0-10-2 16,2-4-138-16,7-15-194 16,1 0-363-16,-1-10-868 0</inkml:trace>
  <inkml:trace contextRef="#ctx0" brushRef="#br0" timeOffset="33679.43">21399 1637 916 0,'0'0'673'0,"0"0"-339"16,0 0-118-16,0 0-52 15,0 0-31-15,0 0 4 16,0 0-25-16,57 0-35 0,-43 0-31 15,-1 0-13-15,-1 0-10 16,-2 0-7-16,2 4-3 16,-3 4-7-16,0 8 3 15,1 4 5-15,-1 9 5 16,-2 3 10-16,-4 5-1 16,0 3 1-16,-3 1 0 15,0 0 7-15,0 0-3 16,0-3-9-16,0-5-4 15,0 1 4-15,0-8-6 16,0-2-6-16,0-6-5 16,0-2-6-16,0-5 5 15,0-2 0-15,-6-1 0 16,-7-2-4-16,-6-3-1 0,-8-1-1 16,-21-2-20-16,5 0-198 15,6 0-745-15</inkml:trace>
  <inkml:trace contextRef="#ctx0" brushRef="#br0" timeOffset="34164.86">21660 2713 806 0,'0'0'851'0,"0"0"-520"0,0 0-117 16,0 0-134-16,0 0-39 15,0 0-23-15,0 0-18 16,78 0-53-16,-42 0-216 16,-8 3-333-16</inkml:trace>
  <inkml:trace contextRef="#ctx0" brushRef="#br0" timeOffset="34314.84">21607 2847 1128 0,'0'0'352'0,"0"0"-55"16,0 0-127-16,0 0-74 16,0 0-70-16,103-53-26 15,-21 19-148-15,-12 4-225 16,-9 1-431-16</inkml:trace>
  <inkml:trace contextRef="#ctx0" brushRef="#br0" timeOffset="34600.49">21981 2476 1340 0,'0'0'356'0,"0"0"-46"15,0 0-194-15,0 0 33 16,0 0 7-16,0 0-20 15,46 95-51-15,-18-65-19 16,5 0 8-16,3-1-6 16,2 2-22-16,-6-1-16 15,-3-4-14-15,-7 3-5 16,-8-2-10-16,-10 3 0 16,-4 3 5-16,-4-1-4 15,-18 1 7-15,-9 0-2 16,-6-2-1-16,-2-1 0 15,-3-2-6-15,-4 0-26 0,10-5-186 16,11-10-460-16</inkml:trace>
  <inkml:trace contextRef="#ctx0" brushRef="#br0" timeOffset="35198.12">22567 2237 1422 0,'0'0'387'0,"0"0"6"16,0 0-157-16,0 0-125 16,0 0-54-16,-18 109 47 15,18-17-7-15,9 7-43 16,2-5-33-16,-2-9-13 16,-3-21-7-16,-3-14-1 15,-2-11-31-15,-1 0-161 16,0-6-311-16,0-10-321 0</inkml:trace>
  <inkml:trace contextRef="#ctx0" brushRef="#br0" timeOffset="35391.11">22700 2654 1227 0,'0'0'588'0,"0"0"-451"16,0 0-57-16,0 0 46 15,20 73 7-15,-9-38-32 16,0-1-47-16,-2 0-35 0,0-2-14 16,-3-6-5-1,-2-3-101-15,-1-8-215 0,-3-10-425 0</inkml:trace>
  <inkml:trace contextRef="#ctx0" brushRef="#br0" timeOffset="35682.88">22773 2389 1137 0,'0'0'244'0,"0"0"-51"16,0 0-61-16,0 0 0 16,-43 83-40-16,41-54-36 15,2-5-24-15,0-5-13 16,5-7-5-16,2-6-5 0,1-6 3 15,0 0 10 1,0-13-3-16,0-8-10 0,-4-4 1 16,-2-2-2-16,-2 2-7 15,0 4 5-15,-8 4-6 16,-1 7 0-16,1 7-28 16,0 3-44-16,-1 23-152 15,3 6-113-15,1-2-317 0</inkml:trace>
  <inkml:trace contextRef="#ctx0" brushRef="#br0" timeOffset="36073.37">22907 2621 1400 0,'0'0'316'0,"0"0"-126"15,0 0-141-15,0 0-22 16,0 0 36-16,0 93 4 16,2-55-27-16,1-4-19 15,-2-1 2-15,-1-6-6 16,0-5-9-16,0-7-7 16,0-10 0-16,0-5 11 15,2-5 23-15,4-21 21 16,3-9-32-16,4-7-6 15,2 0 20-15,1 8 46 16,0 10-18-16,-2 11-25 0,0 13-26 16,2 0-5-16,1 22 5 15,0 10 0-15,-1 6-6 16,-2 2-3-16,-2 3-5 16,-2-2 0-16,0-7-1 15,-3-3-63-15,3-11-182 16,-4-8-412-16,-1-12-689 0</inkml:trace>
  <inkml:trace contextRef="#ctx0" brushRef="#br0" timeOffset="36432.83">23208 2660 920 0,'0'0'184'0,"0"0"17"0,0 0-89 16,0 0-34-16,0 0-11 16,36 75-16-16,-22-72 25 15,1-3 4-15,-2-3 24 16,2-16 16-16,-1-5-26 16,-2-1-18-16,-4-4-8 15,-3 5 24-15,-4 3 7 16,-1 6-20-16,0 6 3 15,-7 5-20-15,-6 4-26 0,-6 3-18 16,-3 17-17-16,-3 9 7 16,0 7-1-16,5 5-6 15,5 3 1-15,11 0-2 16,4-1 0-16,15-5-19 16,34-7-96-16,39-17-115 15,-6-10-282-15,-4-4-529 0</inkml:trace>
  <inkml:trace contextRef="#ctx0" brushRef="#br0" timeOffset="37032.93">23735 2531 1041 0,'0'0'633'0,"0"0"-361"16,0 0-35-16,0 0-79 0,-86 11-65 15,70 12-30-15,0 5 9 16,0 6-12-16,6 2-30 15,0-3-15-15,7 0-14 16,3-7 1-16,0-7-2 16,0-8-11-16,13-10-11 15,3-1 7-15,2-12 7 16,1-10-12-16,0-7-3 16,-4-3 16-16,-1-1 7 15,-4 4 1-15,-4 3 8 16,-3 7 21-16,-3 6 25 15,0 6 45-15,0 5-2 16,0 2-59-16,0 3-30 0,0 13-9 16,0 4 1-1,0 3 0-15,0 4 1 0,8-5-2 16,16-4 1-16,7-5 1 16,5-8 4-16,2-5-6 15,-2-2 1-15,-4-14-1 16,-7-8-1-16,-10-6-11 15,-6-4-4-15,-9 2 3 16,0 3 11-16,-9 4-8 16,-5 6-4-16,0 9 8 15,5 1 5-15,3 6 1 16,4 3-7-16,2 0-17 16,0 0-25-16,6 14 26 0,8 5 22 15,3 6-1 1,0 8 2-16,1 5-1 0,-4 3 1 15,-3 5 23-15,-3 0 15 16,-4-3 15-16,1-6-28 16,2-8-12-16,0-8-11 15,7-12-2-15,11-8-7 16,48-17-101-16,-7-16-449 16,4-5-1426-16</inkml:trace>
  <inkml:trace contextRef="#ctx0" brushRef="#br0" timeOffset="37918.91">24464 2263 1111 0,'0'0'499'16,"0"0"-129"-16,0 0-92 15,0 0-103-15,0 0-68 0,0 0-67 16,0 0 0-16,-1 124 55 15,12-18 10-15,2 18-41 16,-1 2-9-16,0-10-14 16,0-16-13-16,-2-22-14 15,-1-24-8-15,1-17-5 16,1-14 0-16,1-3 7 16,1-8-8-16,1-10-9 15,2-2 7-15,-2-29-19 16,-3-11-40-16,-5-13-6 15,-6-15-2-15,-1 4-4 16,-17 1-3-16,0 3 22 16,-4 21 42-16,-3 5 12 0,-2 11-1 15,0 10 1 1,4 6-1-16,6 7 1 0,6 0 0 16,5 0-21-16,6 7-31 15,0 3-33-15,7-1-8 16,19-4 25-16,8-4 31 15,7-1-13-15,5-1-36 16,-1-13 11-16,-3-3-21 16,-7-1 25-16,-11-2 52 15,-6 1 19-15,-9 3 17 16,-5 2 84-16,-4 2 49 16,0 6-13-16,0 1 11 15,0 5-38-15,0 0-61 0,0 0-30 16,0 16-11-1,0 7 13-15,0 10 37 0,0 5 3 16,9 5-31-16,5-1-17 16,6-4-11-16,3-6-1 15,-2-9-1-15,0-10 0 16,-4-13 0-16,-3-2-2 16,-2-22-4-16,-2-10-16 15,-4-5 2-15,-1-3 10 16,-4 2 9-16,-1 6 1 15,2 10 0-15,-2 9 0 16,0 6 11-16,0 9-1 0,3 0-10 16,1 9-1-1,7 10-1-15,4 8 1 0,5 3-1 16,6 3-10-16,16 6-123 16,-5-8-160-16,-3-9-433 0</inkml:trace>
  <inkml:trace contextRef="#ctx0" brushRef="#br0" timeOffset="38257.17">25198 2601 95 0,'0'0'1283'0,"0"0"-995"16,0 0-138-16,0 0-109 16,0 0 47-16,0 0 57 15,-4 83-31-15,7-53-24 16,3 2-26-16,-3-6-30 0,0-2-17 15,0-10-11-15,-2-6-5 16,-1-8 0-16,0 0 23 16,0-20-5-16,0-9-17 15,0-7 5-15,8-3 23 16,2 5 29-16,3 8 16 16,-2 6 4-16,1 9-15 15,0 10 0-15,1 1-23 16,7 12 2-16,2 9 11 15,5 11 13-15,0 3-25 16,0 1-23-16,-3 2-17 16,-5-4-2-16,-1 0-40 15,-3-10-266-15,-6-18-827 0</inkml:trace>
  <inkml:trace contextRef="#ctx0" brushRef="#br0" timeOffset="38776.18">26007 2461 690 0,'0'0'395'0,"0"0"-11"16,0 0-64-16,0 0-29 16,0 0-111-16,0 0-55 15,-87-30-24-15,59 46-15 16,0 9-19-16,1 9-25 15,6 5-11-15,9 4-6 16,9 0-11-16,3-1-13 16,15-8 7-16,13-6-7 0,8-13-1 15,3-13 0 1,0-2 1-16,-3-14 11 0,-7-14-3 16,-5-7-3-16,-8-3 0 15,-11-1 1-15,-5-3 2 16,-5 4-7-16,-15 6 4 15,-1 7-6-15,1 6 1 16,4 8-1-16,5 6-13 16,4 5-39-16,7 0-89 15,0 0-140-15,27 0-230 16,1 0 144-16,4 0-226 0</inkml:trace>
  <inkml:trace contextRef="#ctx0" brushRef="#br0" timeOffset="39164.9">26235 2217 1064 0,'0'0'562'0,"0"0"-172"16,0 0-78-16,0 0-105 15,0 0-81-15,0 0-78 16,0 0 50-16,13 143 31 16,1-30-17-16,2 21-18 15,-4 5-20-15,-4-12-11 16,-5-20-21-16,-2-14-20 15,2-24-10-15,-3-19-3 16,3-21-8-16,-2-12 1 16,3-6-2-16,-1-8 1 15,3-3 0-15,1-15-1 16,5-20 0-16,0-12-22 0,-3-8 0 16,-5-2-1-1,-4 1 5-15,0 6 6 0,-18 5 11 16,-5 10-1-16,-3 10 2 15,1 9-1-15,2 9 0 16,6 7 1-16,8 0-11 16,4 7-2-16,5 9 4 15,0 1-11-15,6 0-5 16,9 0-23-16,12 0-78 16,-3-6-202-16,-3-5-534 0</inkml:trace>
  <inkml:trace contextRef="#ctx0" brushRef="#br0" timeOffset="39603.26">27209 2571 1243 0,'0'0'360'0,"0"0"126"15,0 0-278-15,0 0-18 16,0 0-79-16,0 0-74 16,0 0 5-16,7 67 37 15,-1-21-12-15,2 2-38 16,0 0-20-16,0-5-8 15,3-4-1-15,16-9-103 16,-5-8-256-16,1-14-453 0</inkml:trace>
  <inkml:trace contextRef="#ctx0" brushRef="#br0" timeOffset="40122.3">27583 2133 1573 0,'0'0'279'0,"0"0"-59"16,0 0-114-16,-83 49-1 16,64-21-48-16,8-1-32 15,8-4-16-15,3-2-9 16,3-6 0-16,11-4 0 16,5-4 6-16,0-4-5 15,-1 1 7-15,0-3-7 16,-6-1 0-16,0 2 0 0,-8 1-1 15,-2 0 0 1,-2 3-2-16,0 4 2 0,0 4 0 16,-9 3 6-16,-1 3-5 15,2 2 0-15,3-2 1 16,5 0-2-16,0 0 0 16,13-3-6-16,12-5 2 15,8-6 2-15,6-6-2 16,1 0-17-16,-5-18-26 15,-2-11 10-15,-6-5 28 16,-5-10 9-16,-6-1 9 16,-6-2 39-16,-1 7 29 15,-5 13 71-15,-2 7 38 16,-2 14-16-16,0 6-70 0,0 0-58 16,0 14-30-16,0 14-3 15,3 11 1-15,3 8-2 16,4 5-7-16,-2 1 0 15,-1-2-1-15,-1-7-1 16,-4-7-128-16,-4-18-211 16,-13-9-376-16,-6-10-826 0</inkml:trace>
  <inkml:trace contextRef="#ctx0" brushRef="#br0" timeOffset="40266.25">27657 2331 1433 0,'0'0'262'0,"0"0"-81"16,131-23-125-16,-30 11-56 15,-13 1-225-15,-10-1-1230 0</inkml:trace>
  <inkml:trace contextRef="#ctx0" brushRef="#br0" timeOffset="40689.7">28375 2746 1315 0,'0'0'349'0,"0"0"-174"16,0 0-108-16,0 0 90 16,17 101-29-16,-10-64-50 15,-1-4-30-15,-3-4-17 16,-3-10-17-16,0-6-6 16,0-10-7-16,0-3 13 15,-9-9 1-15,1-19-4 16,4-11-3-16,4-10 7 0,0-4 25 15,10 5 25 1,9 6 11-16,3 14-3 0,3 16-25 16,4 12-26-16,0 7-8 15,1 23-3-15,2 15 3 16,-4 5-8-16,-5 2-6 16,-3-4 0-16,-4-9-33 15,1-16-176-15,-5-9-297 16,-2-14-464-16</inkml:trace>
  <inkml:trace contextRef="#ctx0" brushRef="#br0" timeOffset="41020.95">28744 2637 713 0,'0'0'492'0,"0"0"-344"15,0 0 39-15,0 0-34 16,0 0-51-16,13 84-21 15,4-75-27-15,-1-4 0 16,4-5 9-16,0-2 17 16,-2-13-27-16,-1-9-21 15,-7 1-7-15,-5-2 33 16,-5 2 13-16,0 5 19 16,-11 3 7-16,-4 9-15 15,-4 6-9-15,-2 0-33 16,-1 18-23-16,1 10-8 15,1 9 8-15,10 3 3 16,5 5-8-16,5-1-12 0,6-4 6 16,21-3-6-1,12-10-8-15,31-19-89 0,-7-8-173 16,-5-1-494-16</inkml:trace>
  <inkml:trace contextRef="#ctx0" brushRef="#br0" timeOffset="41861.31">29079 2526 1255 0,'0'0'353'0,"0"0"-105"15,0 0-151-15,0 0 74 16,0 0-6-16,-6 81 0 16,6-42-13-16,3 3-47 0,4 0-33 15,2-3-32 1,1-5-25-16,-1-10-9 0,1-9-6 15,2-15-36-15,0 0-16 16,3-26-26-16,-2-11-72 16,2-9 41-16,-1-3 47 15,-4-1 37-15,-1 6 25 16,-3 10 0-16,-1 12 44 16,-4 11 62-16,-1 11-14 15,0 0-64-15,0 16-19 16,0 10 1-16,0 4 7 15,0 2-7-15,9-2-9 0,12-3 8 16,6-6-8-16,6-8 10 16,2-10-11-16,0-3 6 15,-4-11-6-15,-9-12-9 16,-7-6-24-16,-12-2-6 16,-3 2 14-16,-1 0 17 15,-13 7 7-15,4 3-1 16,2 5 2-16,4 5-1 15,4 0 1-15,0 5-11 16,9 2-6-16,6 2 10 16,1 2 5-16,1 14 1 15,-1 7 1-15,-4 8 10 16,0 5 21-16,-3 1 8 0,0 2 2 16,4-4-11-1,1-4-20-15,5-8-9 0,2-10 0 16,8-12-1-16,2-2-53 15,4-23-80-15,-2-12-74 16,-5-7-85-16,-5-6 54 16,-7 3 106-16,-7 3 132 15,-7 9 40-15,-2 8 134 16,0 10 38-16,0 7-44 16,-3 9-55-16,-6 0-60 15,-4 11-34-15,-2 14-1 16,-2 9 39-16,4 7-1 15,5 4-13-15,8 0-3 16,0-2-11-16,20-7-16 16,7-7-4-16,4-12-7 0,0-13 4 15,-2-4 0-15,-4-20 1 16,-6-10-7-16,-7-8 0 16,-9-6-10-16,-3-1 1 15,-9 1-9-15,-15 2-15 16,-2 9-7-16,0 10 4 15,7 13-34-15,4 10-75 16,15 5-134-16,0 14-257 16,1-4-276-16</inkml:trace>
  <inkml:trace contextRef="#ctx0" brushRef="#br0" timeOffset="42230.05">30001 2479 1069 0,'0'0'575'0,"0"0"-424"0,0 0-70 16,0 0-20-16,0 0 58 15,0 0-7-15,18 80-27 16,-9-55-22-16,-1-3-16 16,-1-4-22-16,-4-4-13 15,-2-6-11-15,-1-3 6 16,0-5-1-16,0 0 11 15,0-11 42-15,0-12 18 16,0-9 1-16,7-5 4 16,5 1 13-16,4 3-25 15,2 7-8-15,-3 11-8 0,1 10-7 16,1 5-14-16,2 5-10 16,2 19-2-16,1 9 12 15,0 7 6-15,-2 7-17 16,-8 2-14-16,-5-3-7 15,-4 0-1-15,-3 0-19 16,2-12-209-16,-2-17-695 0</inkml:trace>
  <inkml:trace contextRef="#ctx0" brushRef="#br0" timeOffset="42870.97">31020 2447 1538 0,'0'0'493'0,"0"0"-194"15,0 0-138-15,0 0-100 16,0 0-29-16,-18 87-2 15,12-40-17-15,0-2-11 16,2-6-2-16,4-2-48 16,0-13-229-16,1-12-479 0</inkml:trace>
  <inkml:trace contextRef="#ctx0" brushRef="#br0" timeOffset="43166.81">31022 2135 932 0,'0'0'369'0,"0"0"-210"0,0 0 38 15,-68 82-22-15,60-44-58 16,8-2-43-16,0-5-25 16,8-7-17-16,9-10-2 15,4-10-9-15,1-4 5 16,1-12 2-16,-1-13 6 15,-4-6-16-15,-6-4 1 0,-6 1-4 16,-5 3 0 0,-1 7-2-16,0 9-7 0,-7 10-6 15,-1 5-34-15,2 17-90 16,3 10-12-16,3 28-156 16,6-9-257-16,6-2-604 0</inkml:trace>
  <inkml:trace contextRef="#ctx0" brushRef="#br0" timeOffset="43505.29">31193 2423 1054 0,'0'0'406'0,"0"0"-154"16,0 0-135-16,0 0-55 16,0 0 40-16,0 0-9 15,0 0-21-15,21 86-18 16,-21-65-20-16,0-4-9 15,-1-2-5-15,-9-4-3 16,3-5-5-16,1-6 20 16,2 0 94-16,4-11-10 15,0-13-50-15,1-7-26 16,15-1-3-16,5 4-10 16,0 6 4-16,0 10 2 15,-2 7-13-15,0 5-1 16,-3 3-5-16,-1 15-3 15,1 8-3-15,-2 5-8 16,2 4 0-16,1 3 0 16,3 2-9-16,15 3-155 15,-4-9-303-15,-1-11-629 0</inkml:trace>
  <inkml:trace contextRef="#ctx0" brushRef="#br0" timeOffset="43751.61">32094 2421 1903 0,'0'0'321'16,"0"0"-116"-16,0 0-119 0,0 0 28 15,0 0 10 1,-3 105-45-16,3-64-37 0,6 2-26 15,1-2-8-15,1-5-8 16,1-5-32-16,13-14-223 16,-4-8-435-1,5-9-784-15</inkml:trace>
  <inkml:trace contextRef="#ctx0" brushRef="#br0" timeOffset="44249.33">32477 2092 1385 0,'0'0'270'16,"0"0"-58"-16,0 0-96 0,0 0-28 16,0 0-12-1,0 0-45-15,0 0-16 0,-43 89-9 16,49-72 1-16,8 0-5 16,0-5 5-16,0 2-4 15,-2-4-2-15,-2-1-1 16,-5 0 0-16,-5 0-1 15,0 3-6-15,0 3 7 16,-14 2 0-16,1 5 2 16,-2-2 5-16,3 3-7 15,7-1 0-15,5-5 0 16,11-2 0-16,20-6-10 16,12-8 10-16,7-1 0 15,2-10-13-15,-4-12-74 0,-8-8-24 16,-9-10 71-16,-8-7 40 15,-10-6 73-15,-4-5 94 16,-6 5 34-16,-3 7 22 16,0 11-22-16,0 12-39 15,0 11-49-15,-3 7-50 16,0 5-40-16,2 0-17 16,1 12-6-16,-2 13 0 15,1 10 0-15,1 7 0 16,0 4 9-16,0 4-8 15,0 0 1-15,3-1-2 16,2-8-1-16,1-4-98 16,2-10-189-16,-2-11-287 15,-1-12-366-15</inkml:trace>
  <inkml:trace contextRef="#ctx0" brushRef="#br0" timeOffset="44411.3">32594 2324 1461 0,'0'0'484'16,"0"0"-284"-16,0 0-90 15,82-16-64-15,-36 9-28 16,21 7-18-16,-10 0-94 16,-14 1-442-16</inkml:trace>
  <inkml:trace contextRef="#ctx0" brushRef="#br0" timeOffset="44711.77">31508 3023 1687 0,'0'0'345'16,"0"0"-28"-16,0 0-140 0,0 0-76 15,0 0-53-15,0 0 26 16,0 0 5-16,39 119-32 16,-33-65-25-16,-1-1-13 15,-2 0 0-15,2-7-9 16,13 0-106-16,0-13-208 15,3-14-430-15</inkml:trace>
  <inkml:trace contextRef="#ctx0" brushRef="#br0" timeOffset="45037.98">31887 3006 702 0,'0'0'950'0,"0"0"-718"16,0 0 20-16,0 0-135 0,-91 6-24 15,68 16-17-15,-1 6-24 16,1 1-12-16,2 1-22 16,7-3-6-16,5-7-12 15,8-8 0-15,1-7-10 16,6-5-31-16,13-5 41 16,7-12-9-16,0-1 8 15,-2 0 1-15,-5 4 0 16,-3 4 19-16,-6 7 11 15,2 3-2-15,0 6 5 16,1 15 22-16,2 4 3 16,1 5-23-16,0 1-22 15,-2-3-4-15,-2-3-9 0,-2-9-17 16,6-9-181 0,-4-7-192-16,1 0-392 0</inkml:trace>
  <inkml:trace contextRef="#ctx0" brushRef="#br0" timeOffset="45428.97">32048 3021 1182 0,'0'0'329'15,"0"0"-91"-15,0 0-139 16,0 0-24-16,0 0 16 16,0 0-12-16,0 0-22 15,67 35-29-15,-46-34-10 16,-5-1-9-16,-3-1 4 15,-7-13-7-15,-4-5 4 16,-2-1-1-16,0 0 10 0,0 4 43 16,-6 5 32-1,0 6 25-15,3 5-43 0,2 4-50 16,-1 16-15-16,2 14 1 16,0 20 23-16,10 22-2 15,9 16 24-15,-2-4-6 16,-6-18-18-16,-7-20-10 15,-4-16-6-15,0-1-11 16,-3 0-6-16,-10-5 2 16,-8-11-1-16,-4-13 8 15,-5-4-7-15,-4-10-2 16,2-15-18-16,5-11-46 0,11-6-78 16,16-24-167-16,9 9-340 15,16 9-585-15</inkml:trace>
  <inkml:trace contextRef="#ctx0" brushRef="#br0" timeOffset="46102.94">32434 3064 975 0,'0'0'202'0,"0"0"-103"16,0 0-18-16,0 0 3 15,0 0-32-15,0 0-14 16,0 0-7-16,46 52-4 0,-28-52 2 16,2 0-5-16,2-12-8 15,2-5-10-15,-2-3 4 16,4-2 1-16,-6 0 26 16,-2 3 37-16,-7 3 35 15,-7 8 71-15,-4 5 1 16,0 3-68-16,-15 6-63 15,-7 12-7-15,-6 7 60 16,-1 5-30-16,4 1-17 16,8-1-11-16,9-5-21 15,8-4-8-15,10-8-2 16,23-7-1-16,12-6 1 16,10-6-7-16,1-16 1 15,-2-8-2-15,-9-7-6 0,-8-8 0 16,-10-2-1-16,-8 0-1 15,-13 7 2-15,-6 6 1 16,-4 9 7-16,-14 8-8 16,2 8 1-16,1 5-1 15,7 4-1-15,5 0-10 16,3 11 2-16,0 8 0 16,14 3 8-16,4 4-1 15,1 1 1-15,-3 4 0 16,-4 1 0-16,-10 4 1 15,-2 3 15-15,-6 2 33 16,-11 0 46-16,0-2 27 0,2-3-16 16,3-7-23-1,7-6-9-15,5-8-10 0,2-5 14 16,22-5 13-16,28-5-2 16,34-4 7-16,36-18-43 15,13-7-19-15,-7-4-19 16,-30 5-13-16,-42 11-1 15,-28 5-15-15,-47 7-128 16,-20 0-200-16,-30 1-1078 0</inkml:trace>
  <inkml:trace contextRef="#ctx0" brushRef="#br0" timeOffset="56414.94">15106 7369 127 0,'0'0'891'16,"0"0"-580"-16,0 0 21 15,0 0-36-15,0 0-47 16,0 0-63-16,0-9-45 15,0 9-60-15,0 14-46 16,0 10-12-16,0 9 26 16,0 6-12-16,0 5-13 15,0 0-15-15,0 0-8 0,0-6-1 16,0 0 0-16,0-9-25 16,0-4-86-16,0-11-51 15,0-5-4-15,-1-7 9 16,-9-2 19-16,-6-11-30 15,-1-8 45-15,0-6 66 16,-1-3 57-16,6 2 42 16,1 3 85-16,4 6 16 15,3 8 31-15,2 3-7 16,1 3-48-16,1 3-34 16,0 0-38-16,0 2-29 0,4 10 0 15,12 5 37 1,4 5-3-16,6 1-13 0,-1 1-24 15,2-1-9-15,-2-4-6 16,-2-2-1-16,-3-6-18 16,-4-6-72-16,-3-5-43 15,-6 0-11-15,1-10-23 16,-3-10-32-16,-2-8-28 16,0-2 15-16,-1-2 91 15,0 0 83-15,-2 6 39 16,1 6 60-16,-1 11 68 15,0 7 28-15,0 2-41 16,0 9-37-16,-3 15 45 16,-9 7 7-16,0 9-52 15,-3 3-38-15,-1 0-25 0,0 1-15 16,-4 9-8-16,2-11-205 16,2-10-556-16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4:25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8679 4860 1230 0,'0'0'341'16,"0"0"-52"-16,0 0-29 15,0 0-80-15,0 0-23 16,0 0-34-16,8 0-32 15,20 0 61-15,14-5-26 16,7-2-41-16,3-3-24 16,0 0-22-16,-2-2-19 15,-4-2-7-15,-4 0-5 16,-5 0-8-16,-4-1 0 0,-5 5-1 16,-6-2-27-1,-4 0-65-15,-9 2-85 0,-7-9-64 16,-2 3-138-16,0 2-337 0</inkml:trace>
  <inkml:trace contextRef="#ctx0" brushRef="#br0" timeOffset="286.49">8991 4577 1275 0,'0'0'340'0,"0"0"-41"16,0 0-99-16,0 0-82 15,0 0-9-15,0 0 40 0,0 0-11 16,97 7-47 0,-54-4-21-16,2 2-24 0,1-4-20 15,-4 6-17-15,-3-1-3 16,-5 1-5-16,-12 4 5 16,-7 3-6-16,-12 5 1 15,-3 3 17-15,-13 4-3 16,-7 7-6-16,-10 3-9 15,-1 1-1-15,-2 2-58 16,-7 20-168-16,9-9-333 16,10-9-909-16</inkml:trace>
  <inkml:trace contextRef="#ctx0" brushRef="#br0" timeOffset="879.91">9060 6611 834 0,'0'0'325'0,"0"0"-23"16,0 0-24-16,0 0-31 0,0 0-4 15,0 0-60-15,0 0-7 16,4 15 23-16,17-30-12 15,12-6-42-15,5-8-52 16,4-1-34-16,0-3-20 16,1 4-16-16,-7 2-12 15,0 4-5-15,-6 3-6 16,-8 6 0-16,-7 3 0 16,-5 4-7-16,-7 3-32 15,-3 1-54-15,0-2-88 16,-6 0-139-16,-13-1-242 15,1 0-404-15</inkml:trace>
  <inkml:trace contextRef="#ctx0" brushRef="#br0" timeOffset="1134.55">9252 6261 217 0,'0'0'1583'0,"0"0"-1268"16,0 0-132-16,0 0-79 15,0 0 71-15,0 0-33 16,86-3-45-16,-50 3-46 16,0 0-22-16,0 0-6 15,-3 1-7-15,-5 9 1 16,-6 1-8-16,-7 6-3 16,-9 3 4-16,-6 7-1 15,0 7-1-15,-10 2-8 0,-11 7-1 16,-18 20-111-16,6-9-167 15,-1-7-453-15</inkml:trace>
  <inkml:trace contextRef="#ctx0" brushRef="#br0" timeOffset="1789.02">9866 8481 1265 0,'0'0'548'15,"0"0"-309"-15,0 0-30 16,0 0-50-16,0 0 0 16,0 0-6-16,0 0 1 15,41-30-34-15,-14 4-43 0,1-4-32 16,5-7-24-16,-2 0-7 16,-1 1-8-16,0 3-6 15,-5 5 0-15,-4 7 0 16,-8 6-18-16,-5 5-54 15,-2 5-57-15,-6 3-98 16,0 1-48-16,-12 1-336 16,-2 0-435-16</inkml:trace>
  <inkml:trace contextRef="#ctx0" brushRef="#br0" timeOffset="2067.16">10008 8093 1270 0,'0'0'584'0,"0"0"-410"16,0 0-30-16,0 0-2 16,0 0-1-16,0 0-12 15,114-61-17-15,-70 54 0 16,0 2-45-16,-4 5 5 16,-8 0-17-16,-9 6-17 15,-5 10-7-15,-9 3-10 16,-6 2 3-16,-3 8-5 15,0 1-2-15,-6 6-7 16,-9 2-9-16,-6 0-1 16,-3 2-5-16,-1-4-76 15,-15 13-170-15,4-12-312 0,0-4-934 0</inkml:trace>
  <inkml:trace contextRef="#ctx0" brushRef="#br0" timeOffset="8837.34">19836 2046 1343 0,'0'0'373'15,"0"0"-56"-15,0 0-58 16,0 0-84-16,0 0-27 16,0 0-59-16,-15 17-52 15,6 15 14-15,-1 8 22 0,2 2-21 16,4 2-28-16,2-6-6 16,2-1-6-16,0-7-4 15,2-7-7-15,5-3 0 16,1-9-1-16,2-5 0 15,-1-5-8-15,3-1 7 16,2-5 1-16,1-13-9 16,2-2 8-16,0-5 1 15,-4 0 0-15,-2 2-1 16,-1 4 1-16,-6 5 1 16,-1 6 19-16,-3 5 28 15,0 3 1-15,0 0-13 16,0 7-27-16,0 14 1 0,5 5 16 15,1 6 13 1,4 0-9-16,1-4-11 0,2-5 4 16,2-6-8-16,2-4 3 15,1-9-2-15,2-4 12 16,1 0-2-16,3-17-8 16,0-7-3-16,-2-7-14 15,-4-8 8-15,-3-6-9 16,-7-7 0-16,-5-6 0 15,-3-2-1-15,0 2 1 16,-8 10 0-16,-5 9 0 16,1 14 0-16,-2 9-2 15,0 12-11-15,0 4-31 0,-2 9-60 16,7 27-97 0,1-3-172-16,8 0-418 0</inkml:trace>
  <inkml:trace contextRef="#ctx0" brushRef="#br0" timeOffset="10099.63">20324 2293 186 0,'0'0'299'0,"0"0"-42"0,0 0-45 16,0 0-20-16,0 0-18 16,0 0-3-16,0 0 19 15,-6-5-25-15,6 2-17 16,0 1 12-16,0-1-2 15,0 1-1-15,-1 2 9 16,1-1-15-16,0 1-35 16,-2 0-29-16,1 0-27 15,-1 0-24-15,2 13-18 16,0 8 12-16,0 6 24 16,0 5 0-16,0 4-20 0,0 3 4 15,-2 2-1 1,-1-1-3-16,0-1-11 0,-1-1-4 15,1-1 1-15,0-4-7 16,-1-5-4-16,1-5-3 16,0-4-5-16,1-5 0 15,1-4 1-15,-1-5 4 16,1 0-6-16,-2-5-30 16,-3-5-103-16,-2-10-195 15,5-7-739-15</inkml:trace>
  <inkml:trace contextRef="#ctx0" brushRef="#br0" timeOffset="13506.89">20615 2399 677 0,'0'0'259'0,"0"0"-29"16,0 0-10-16,0 0 30 15,0 0-12-15,0 0-29 16,0 0-5-16,-5-36-19 16,5 31 38-16,0 0-40 15,-1 3-50-15,-1-1-5 16,1 3-21-16,-1 0-37 15,2 0-19-15,0 19-30 16,0 14-2-16,0 12 37 16,0 11-7-16,0 2-5 15,0 2-14-15,0-4 4 16,0-2-17-16,0-4-8 0,0-9-8 16,3-4 0-1,-1-10-1-15,-1-6 0 0,-1-5-33 16,0-3-132-16,-3-2-136 15,-10-5-585-15</inkml:trace>
  <inkml:trace contextRef="#ctx0" brushRef="#br0" timeOffset="14354.98">19626 3214 1121 0,'0'0'390'0,"0"0"-21"15,0 0-64-15,0 0-39 16,0 0-19-16,0 0-58 16,0 0-58-16,-4-16-38 15,21 3-27-15,8-3-6 16,13-7 0-16,8-2-10 16,5-3 0-16,7-1-1 0,-3 3-7 15,-3 2-6-15,-7 2-1 16,-10 5-13-16,-7 2-8 15,-7 3-8-15,-8 5-5 16,-3 0 5-16,-4 4-4 16,-4 1-1-16,-2 2-1 15,0 0-8-15,0 0-37 16,0 0-54-16,0 0-46 16,-9 0-86-16,-19 0-303 15,1 0-193-15,3 0-854 0</inkml:trace>
  <inkml:trace contextRef="#ctx0" brushRef="#br0" timeOffset="14709.01">19956 2823 1258 0,'0'0'545'16,"0"0"-287"-16,0 0-53 15,0 0-47-15,0 0 9 16,0 0-35-16,85-17-26 16,-57 16-24-16,-1-1-16 15,-1 1-1-15,-2 1-15 16,-4 0-20-16,-5 3-12 16,-5 11-3-16,-4 6 9 15,-3 10 2-15,-3 1-1 0,0 6 1 16,-7-4 1-16,-5 0-5 15,-3-3-8-15,3-3-5 16,0-3-8-16,2-5 2 16,2-6-3-16,3-5 0 15,4-4 0-15,1-4-57 16,0 0-91-16,0-8-169 16,0-5-434-16</inkml:trace>
  <inkml:trace contextRef="#ctx0" brushRef="#br0" timeOffset="14889.32">20282 3139 1627 0,'0'0'652'16,"0"0"-324"-16,0 0-121 15,0 0-100-15,0 0-47 16,0 0-41-16,0 0-19 15,-36 23-236-15,13-10-598 0</inkml:trace>
  <inkml:trace contextRef="#ctx0" brushRef="#br0" timeOffset="17960.45">20320 3255 897 0,'0'0'313'0,"0"0"-36"16,0 0-5-16,0 0-29 16,0 0-8-16,0 0-33 0,0 0-14 15,-20 3-16-15,20-3-21 16,0 0-27-16,0 0-28 15,0 0-20-15,0 0-14 16,0 0-13-16,6-7-9 16,6-5 4-16,10-5-5 15,4-5-14-15,3 0-7 16,0-1 2-16,-4 3 7 16,-5 3-11-16,-1 3 5 15,-5 3-12-15,-3 2-9 16,-2 2 1-16,-3 1 0 15,0 2 4-15,0 0-5 16,-1 1 0-16,-2 2-9 0,-3 1-2 16,0 0-40-16,0 0-28 15,0 0-37-15,0 0-60 16,-2 0-134-16,-6 0-176 16,-5 0-401-16</inkml:trace>
  <inkml:trace contextRef="#ctx0" brushRef="#br0" timeOffset="18367.74">20458 3006 1390 0,'0'0'325'15,"0"0"-134"-15,0 0-64 16,0 0 19-16,0 0-32 15,0 0-25-15,0 0-27 16,83-17-13-16,-61 12 2 16,-2-2-13-16,0 2-12 15,-5 0-16-15,-2 1 5 16,-5 3-9-16,-5 1-5 16,-2 0 5-16,1 2 18 15,-2 12 12-15,0 8 7 16,0 1 2-16,-2 4-3 0,-5 2 4 15,-4-2-3 1,1-3 1-16,2-2-11 0,1-5-12 16,1-3-8-16,3-4-1 15,0-4-12-15,1-3 1 16,2-3 0-16,0 0-1 16,0 0-1-16,-1 0-64 15,-10 0-122-15,1 0-191 16,-3 0-806-16</inkml:trace>
  <inkml:trace contextRef="#ctx0" brushRef="#br0" timeOffset="22322.75">11176 5216 1096 0,'0'0'224'16,"0"0"-26"-16,0 0-16 15,0 0-9-15,0 0 0 16,-82-32-18-16,59 30-55 15,-3 2-20-15,-4 0-6 16,-3 2-4-16,0 5 3 16,-5 5 11-16,-3 1-29 0,-2 0-6 15,-3 3-3-15,-1 2-7 16,-2 2-6-16,0 1-8 16,3 0 8-16,1 0-9 15,3 1 0-15,5-3-3 16,1 3-9-16,6-2 0 15,2 1-3-15,0 4-9 16,2 1 7-16,-2 4-1 16,4 3-4-16,-4 1-1 15,7 2 5-15,-3 4-5 16,5 1 0-16,4 4 1 16,3 1-2-16,6 5 2 15,6 2 3-15,0 1-4 16,0 3 7-16,16-1 1 15,4 2 5-15,5 0 4 0,3-2 3 16,5-1-6-16,2-6 4 16,2 1 8-16,6-1-6 15,2-8-9-15,1-2 5 16,2-3-2-16,1-5 0 16,0-6 1-16,4-3 8 15,0-6 0-15,2-7-8 16,2-3 4-16,1-4 1 15,2-2-3-15,-1 0-11 16,1-12 4-16,-2-1-4 16,-1-1 2-16,-2-2-8 15,-3-4 11-15,-4 1-1 0,-5-3-4 16,-4-5 5-16,-3-4 2 16,-2-5-4-16,-3-5 5 15,-2-5 0-15,-4-3 3 16,-1-4-4-16,-3-3 4 15,-4-3-11-15,-3 0 7 16,-3-2-4-16,-4 0 4 16,-1 2 5-16,-6-2-1 15,0 1 0-15,0-3 0 16,-3 1-4-16,-12 3-4 16,0-2-8-16,-7 3 8 15,-2 7-2-15,-4 3-1 16,-2 4 7-16,0 4-5 0,-3 5-1 15,2 4-8-15,0 4 0 16,-1 5-8-16,1 4-4 16,3 4 3-16,-2 3 8 15,2 4-1-15,-1 3-5 16,1 3 5-16,3 1-5 16,2 0-4-16,1 0 10 15,1 2-14-15,4 3 5 16,1 5-11-16,2-4 9 15,0 5 0-15,3-3-5 16,1 1-5-16,1-3 4 16,4 0-15-16,4-1-110 15,1-3-51-15,0-2-265 0,6 0-220 16,6-7-722-16</inkml:trace>
  <inkml:trace contextRef="#ctx0" brushRef="#br0" timeOffset="22456.8">11258 5107 1558 0,'0'0'349'0,"0"0"14"15,0 0-158-15,0 0-129 16,0 0-76-16,0 0-60 16,0 0-813-16</inkml:trace>
  <inkml:trace contextRef="#ctx0" brushRef="#br0" timeOffset="23478.74">22312 884 1255 0,'0'0'392'16,"0"0"-57"-16,0 0-54 16,0 0-60-16,0 0-82 15,0 0-76-15,-75 19-6 0,61 28 28 16,3 4-18-16,5 2-25 15,6-4-21-15,0-4-8 16,3-6-7-16,12-7-5 16,6-8-1-16,4-8-1 15,4-9-6-15,0-7 1 16,1-5-9-16,-4-15-2 16,-1-5 7-16,-6-3 9 15,-5 3 1-15,-4 0 0 16,-4 8 1-16,-3 6 0 15,-1 8 8-15,-1 3-1 16,1 3-7-16,-1 16 6 0,5 7 17 16,3 6-3-16,2 2-9 15,1-3-1-15,2-6-4 16,0-6 1-16,1-12 1 16,-2-7 7-16,4 0 15 15,-2-20 20-15,2-13-24 16,-3-11-12-16,-1-16-9 15,-8-22-5-15,-5-20 0 16,0 10-2-16,-9 22-4 16,2 29 5-16,2 24 0 15,2 6-6-15,0 4-12 16,-2 7-33-16,4 0-76 16,-1 17-88-16,2 27-13 15,3-1-240-15,7-2-493 0</inkml:trace>
  <inkml:trace contextRef="#ctx0" brushRef="#br0" timeOffset="23713.97">23003 956 1857 0,'0'0'490'16,"0"0"-275"-16,0 0-121 15,0 0 87-15,0 0-24 16,9 90-47-16,-2-51-45 16,2 0-38-16,-3 1-18 15,2-2-4-15,-4-2-5 0,2-3-33 16,1-1-147 0,-2-8-282-16,-1-12-389 0</inkml:trace>
  <inkml:trace contextRef="#ctx0" brushRef="#br0" timeOffset="24072.47">23125 972 667 0,'0'0'1086'16,"0"0"-805"-16,0 0-50 0,0 0-97 16,0 0-7-1,79-39-23-15,-49 39-1 0,-3 0-31 16,-5 0-12-16,-6 4-20 15,-7 6 3-15,-2 3 8 16,-7 5-9-16,0 2-5 16,0 8-5-16,-13 2-1 15,-3 6-2-15,-4 1-4 16,1 1-1-16,0-4 2 16,5-5-7-16,3-4-2 15,6-8-2-15,4-5-5 16,1-7 11-16,0-3 3 15,11-2 6-15,11 0 4 16,6-11-7-16,6-5-9 16,3 1-17-16,-2-1-1 0,-4 2-60 15,2 4-111-15,-8 5-289 16,-8 0-332-16</inkml:trace>
  <inkml:trace contextRef="#ctx0" brushRef="#br0" timeOffset="24439.96">23661 1042 1487 0,'0'0'386'0,"0"0"-35"16,0 0-171-16,0 0-49 15,0 0-52-15,0 0-48 16,0 0-17-16,25-8-10 16,-6 8-4-16,2 0-55 0,-3 8-166 15,-3-1-278 1,-8 0-389-16</inkml:trace>
  <inkml:trace contextRef="#ctx0" brushRef="#br0" timeOffset="24599.37">23629 1211 20 0,'0'0'1101'0,"0"0"-792"16,0 0-76-16,0 0-74 15,0 0-36-15,0 0-65 16,81-27-43-16,-44 10-15 16,12-9-35-16,-8 5-274 0,-10 0-574 15</inkml:trace>
  <inkml:trace contextRef="#ctx0" brushRef="#br0" timeOffset="24815.78">23877 843 1542 0,'0'0'376'16,"0"0"-88"-16,0 0-135 15,0 0-8-15,88-10-29 16,-40 20-10-16,5 13-2 15,2 10-7-15,-4 8-13 16,-9 5-11-16,-12 7-28 16,-20 3-27-16,-11 13-18 15,-67 27-11-15,-1-17-167 0,-14-7-472 16</inkml:trace>
  <inkml:trace contextRef="#ctx0" brushRef="#br0" timeOffset="25408.43">23036 1515 1035 0,'0'0'311'15,"0"0"58"-15,0 0-30 0,0 0-40 16,0 0-36-16,0 0-20 15,0 0-70-15,-26-51-68 16,17 74-42-16,-6 16 3 16,0 11 28-16,-2 9-22 15,3 2-17-15,2-2-5 16,5-4-22-16,2-3-13 16,1-4-9-16,1-5-5 15,1-6 0-15,2-5-1 16,0-10 0-16,0-7-56 15,-1-7-71-15,-3-8-50 16,-6-11-97-16,1-11-274 16,-2-11-636-16</inkml:trace>
  <inkml:trace contextRef="#ctx0" brushRef="#br0" timeOffset="25768.49">22973 1475 1179 0,'0'0'515'15,"0"0"-212"-15,0 0-54 16,0 0-60-16,0 0 4 0,0 0-27 16,0 0-33-1,-84 84-28-15,69-67-31 0,2-6-20 16,6-4-24-16,2-3-9 15,3-4-10-15,2 0-5 16,0-4 6-16,7-16 7 16,8-9-11-16,5-7-2 15,6 2-5-15,0 1 1 16,0 12 5-16,-2 9 1 16,3 11-1-16,0 1 4 15,-1 17 1-15,1 9 4 16,-3 7-15-16,-4 6-1 15,5 22-31-15,-4-11-131 16,-9-7-439-16</inkml:trace>
  <inkml:trace contextRef="#ctx0" brushRef="#br0" timeOffset="29914.18">23435 1419 646 0,'0'0'347'0,"0"0"-88"16,0 0 38-16,0 0-2 15,0 0-32-15,0 0-37 16,-19-43-21-16,18 43-37 15,1 2-60-15,0 18-54 16,0 13 4-16,11 11 30 16,6 11-1-16,4 5-9 15,2 1-18-15,3 0-5 16,-2-5-18-16,0-5-14 16,-4-6-11-16,-1-6-12 15,-5-5 6-15,-3-5-5 0,-5-6-1 16,-4-3-6-16,-2-6-46 15,0-6-56-15,-16-3-73 16,-21-7-171-16,4-13-253 16,-1-4-459-16</inkml:trace>
  <inkml:trace contextRef="#ctx0" brushRef="#br0" timeOffset="30508.38">23415 1335 750 0,'0'0'318'0,"0"0"-43"16,0 0 13-16,0 0-75 16,0 0-45-16,0 0-33 15,0 0-17-15,-35 39-1 16,26-11 24-16,2 1 4 16,-1 4-28-16,5 0-19 15,0 0-24-15,0-4-17 16,3-2-18-16,-1-6-24 0,1-5-8 15,0-7 1-15,0-4-7 16,0-4 8-16,0-1 5 16,0-6 2-16,0-16 1 15,0-7-8-15,0-15-3 16,3-6-5-16,0-3 0 16,3 0 6-16,3 9-5 15,0 9 7-15,5 10 9 16,0 9-2-16,1 7-2 15,4 6-2-15,2 3 0 16,3 1 3-16,2 15 1 16,3 6 1-16,1 3 4 15,0 1 5-15,-3 4-15 0,-5-5-4 16,-4-2 2-16,-5-4-8 16,-2-4-1-16,-2 1 0 15,-5-3-38-15,-2 1-72 16,-2 1-121-16,-9-4-302 15,-4-5-515-15</inkml:trace>
  <inkml:trace contextRef="#ctx0" brushRef="#br0" timeOffset="33358.87">23578 2718 1758 0,'0'0'269'16,"0"0"-86"-16,0 0 48 0,0 0-17 15,0 0-86-15,0 0-56 16,-74 150 46-16,67-56-35 15,3-18-24-15,4-27-23 16,0-16-17-16,8 1-7 16,7-3-10-16,1 0-1 15,5-13-1-15,0-13 0 16,-1-5-17-16,2-10 2 16,-1-21-1-16,-2-8-8 15,0-10 6-15,-3-2 10 16,-3 6 8-16,-4 6 2 0,-5 15-2 15,1 12 10-15,-1 11-10 16,-1 1 1-16,3 20-1 16,3 7 20-16,6 5-4 15,0 1-5-15,4-6-2 16,-1-6-9-16,2-9 6 16,-1-9 0-16,1-3 5 15,0-13 5-15,1-17-4 16,0-12-12-16,0-22 1 15,-6-26 0-15,-9-25-1 16,-6 7 1-16,0 24 0 16,0 32 0-16,0 33-1 0,-2 7 0 15,-1 9-6 1,-4 3-36-16,1 12-19 0,0 18 1 16,4 11-84-16,2 29-135 15,11-10-268-15,5-5-357 0</inkml:trace>
  <inkml:trace contextRef="#ctx0" brushRef="#br0" timeOffset="33602.03">24318 2950 1773 0,'0'0'281'0,"0"0"-30"0,0 0-35 15,0 88 8-15,0-53-60 16,0 2-44-16,0-2-58 16,-1-2-35-16,-4-6-18 15,2-3-3-15,0-7-6 16,-1-9-37-16,-3-8-117 16,-12-17-140-16,2-13-443 15,0-6-760-15</inkml:trace>
  <inkml:trace contextRef="#ctx0" brushRef="#br0" timeOffset="33738.52">24224 2643 1295 0,'0'0'308'0,"0"0"-192"16,0 0-88-16,0 0-15 15,0 0-13-15,66 106-19 0,-44-71-321 0</inkml:trace>
  <inkml:trace contextRef="#ctx0" brushRef="#br0" timeOffset="34082.36">24490 2850 1500 0,'0'0'406'15,"0"0"-139"-15,0 0-71 16,0 0 84-16,0 89-43 15,0-47-64-15,3 7-42 0,4 5-40 16,1 0 11 0,2 3-39-16,-1-4-24 0,-1-4-17 15,-1-5-5-15,0-10-8 16,-4-9-8-16,-1-8 7 16,-2-9-8-16,0-3 1 15,0-5 10-15,-5 0 2 16,-12 0-2-16,-6-3-11 15,-1-2 2-15,-1-3-2 16,1 3 0-16,2-1-6 16,2 1-22-16,3-1-26 15,4-2-32-15,2 1-47 16,2-20-97-16,4 4-265 16,2-5-459-16</inkml:trace>
  <inkml:trace contextRef="#ctx0" brushRef="#br0" timeOffset="34403.18">24463 2562 1166 0,'0'0'342'0,"0"0"-89"16,0 0-99-16,0 0-44 15,0 0 19-15,0 0 22 16,0 0-39-16,-3 35-18 0,-3-27-3 16,-1-3-8-16,1-3-20 15,0-2-17-15,1 0-4 16,1-10-9-16,2-7-14 16,2-1-9-16,0 0-1 15,0 3-9-15,0 6 5 16,2 2-5-16,-1 7-1 15,1 0-14-15,-1 21-85 16,1 1-134-16,-2-2-560 0</inkml:trace>
  <inkml:trace contextRef="#ctx0" brushRef="#br0" timeOffset="36521.86">24363 1901 882 0,'0'0'216'15,"0"0"-50"-15,0 0 15 16,0 0 16-16,0 0-44 0,0 0-39 16,-46-27-13-1,38 22-22-15,-2 0-2 0,0-2-12 16,-3-2 10-16,0 1-11 15,0-2-15-15,0 3 3 16,0 0-9-16,4 2-2 16,1 3-6-16,2-1 11 15,3 3-9-15,0 0-6 16,1 0-19-16,-1 5-4 16,0 12 1-16,0 10 0 15,3 7 22-15,0 5 24 16,0 6 1-16,0 1-19 15,3 0 11-15,3 1 9 16,2-4-5-16,-2 0-16 0,2-3-15 16,0-4-8-16,-1-3-5 15,1-6-7-15,2-3 9 16,-1-5-10-16,0-4 0 16,3-3 1-16,-1-5-1 15,2-2 0-15,2-5-8 16,6 0-4-16,1-2-69 15,20-23-129-15,-8 0-154 16,1 0-640-16</inkml:trace>
  <inkml:trace contextRef="#ctx0" brushRef="#br0" timeOffset="37498.39">24463 2148 846 0,'0'0'266'0,"0"0"-106"0,0 0-9 15,0 0 67-15,0 0-60 16,0 0-15-16,0 0-4 15,25 4-7-15,-19-5 7 16,0-12-30-16,0 1-33 16,2-8-27-16,-5-5-7 15,-2-3-12-15,-1-3-12 16,0-6-1-16,0-1-2 0,0-1-1 16,-4 3 2-1,-1 8 13-15,2 7 9 0,2 8 7 16,1 8 7-16,-2 3-5 15,2 2-20-15,0 6-14 16,0 13 4-16,6 13 23 16,8 6 9-16,-1 3-14 15,3 1-20-15,0-1-5 16,0-4-8-16,-1-7-2 16,-2-1 0-16,-1-7-9 15,-3-7-87-15,3-10-164 16,-4-5-121-16,-2 0-438 0</inkml:trace>
  <inkml:trace contextRef="#ctx0" brushRef="#br0" timeOffset="37938.68">24623 1598 1403 0,'0'0'332'16,"0"0"-45"-16,0 0-112 16,0 0-8-16,0 0-45 15,0 0-41-15,0 0-12 16,25-31-11-16,-7 19 17 16,0 0-5-16,0 0-18 15,-2 4-9-15,0 0 1 16,-3 7-13-16,1 1-10 15,1 9 16-15,3 15 23 0,-1 10-6 16,0 11-3-16,-1 5-3 16,-3 5-1-16,-4 2 2 15,-2-3-6-15,0-1-4 16,0-6 3-16,-3-4-4 16,-1-6-7-16,0-8-8 15,0-4-5-15,-1-7-5 16,-2-6-2-16,0-5-4 15,0-2-6-15,0-2 1 16,0-1-1-16,-14 3-1 16,-10 0 0-16,-6 5-51 15,-10 7-139-15,6-3-393 16,10-4-872-16</inkml:trace>
  <inkml:trace contextRef="#ctx0" brushRef="#br0" timeOffset="38432.54">25555 2984 1557 0,'0'0'515'0,"0"0"-294"15,0 0-17 1,0 0-99-16,0 0-47 0,0 0-31 15,0 0-14-15,62-14-12 16,-32 14-1-16,-3 0-89 16,0 0-157-16,-10 0-299 15,-10 0-549-15</inkml:trace>
  <inkml:trace contextRef="#ctx0" brushRef="#br0" timeOffset="38600.73">25520 3188 1572 0,'0'0'317'0,"0"0"-56"16,0 0-86-16,0 0-17 15,0 0-47-15,90 14-39 16,-50-14-43-16,2-7-29 16,13-9-98-16,-12 2-97 15,-11 0-491-15</inkml:trace>
  <inkml:trace contextRef="#ctx0" brushRef="#br0" timeOffset="42399.32">26439 2643 1568 0,'0'0'338'0,"0"0"-34"16,0 0-84-16,0 0 0 15,0 0-75-15,0 0-73 16,-13-17-41-16,26 61 11 16,5 10 19-16,-1 10-12 15,0 1-28-15,-3-4-13 16,-1-3-8-16,-1-7 0 0,-1-7-77 15,5-1-200-15,-5-12-296 16,-4-12-475-16</inkml:trace>
  <inkml:trace contextRef="#ctx0" brushRef="#br0" timeOffset="42941.18">26389 2475 1197 0,'0'0'313'0,"0"0"-34"0,4-78-26 15,16 48-51-15,8 6-60 16,9 2-71-16,9 6-38 15,2 7-8-15,4 4-16 16,-4 5-9-16,-8 0 0 16,-7 16-36-16,-9 5-143 15,-15 18-167-15,-7-2-305 16,-2-2-553-16</inkml:trace>
  <inkml:trace contextRef="#ctx0" brushRef="#br0" timeOffset="43106.13">26348 2888 1202 0,'0'0'338'0,"0"0"-52"15,0 0-185-15,0 0-47 16,90-33-43-16,-30 14-11 16,10 3-133-16,31-1-126 15,-19 5-63-15,-10 2-453 0</inkml:trace>
  <inkml:trace contextRef="#ctx0" brushRef="#br0" timeOffset="43698.97">26994 2685 1028 0,'0'0'392'15,"0"0"-89"-15,0 0-22 16,0 0-83-16,-80 6-31 16,56 19-26-16,2 9-14 15,5 9-36-15,4 2-27 16,7 1-4-16,6-5-29 15,0-6-15-15,15-8-8 16,6-9 0-16,2-9-8 16,3-9-7-16,0 0-5 15,-1-17-12-15,-2-12-24 16,-3-8-10-16,-8-6-21 16,-6-6 16-16,-6-2 32 15,0 3-6-15,-3 10 13 0,-6 10 18 16,0 14 5-1,0 9-7-15,0 5-15 0,1 15 14 16,2 9 8-16,2 6 1 16,4 3 1-16,0-2 0 15,3-4 5-15,12-6-4 16,6-10 5-16,4-9 2 16,5-2 0-16,-1-16-3 15,1-12 0-15,-4-8-6 16,-5-3 2-16,-8-3-2 15,-8 2 0-15,-5 6 0 16,0 8 0-16,0 7 0 0,-8 9-1 16,2 6-5-16,3 4-3 15,3 0-4-15,0 0-14 16,0 12 21-16,3 5 6 16,11 4 6-16,-1 3 1 15,3 4 1-15,-2 4 2 16,1 3 26-16,-3 4 16 15,-2-2-5-15,0 1 1 16,0-6-9-16,-1-4-12 16,2-7-17-16,-2-3-9 15,2-7-1-15,10-6-124 16,-4-3-189-16,3-2-314 0</inkml:trace>
  <inkml:trace contextRef="#ctx0" brushRef="#br0" timeOffset="43950.35">27991 2394 1661 0,'0'0'503'16,"0"0"-265"-16,0 0 37 15,0 0-121-15,0 0-38 16,0 0-62-16,0 0 27 15,-23 81-35-15,34-33-23 16,-1 2-10-16,2 3-7 16,0-2-6-16,-1-2-11 15,-5-6-107-15,-6 1-169 16,0-15-241-16,-3-12-337 0</inkml:trace>
  <inkml:trace contextRef="#ctx0" brushRef="#br0" timeOffset="44577.82">27825 2646 1313 0,'0'0'209'16,"0"0"-153"-16,81-25-33 0,-25 9-6 16,7-4-7-1,-2-3-10-15,-7-2-28 16,-15-4-85-16,-14-6 73 0,-14-1 40 15,-11-2 95-15,0 5 138 16,-3 8 48-16,-7 10-20 16,3 8-52-16,-1 7-32 15,1 12-86-15,1 20-28 16,2 14 27-16,2 12-12 16,2 6-16-16,0 4-15 15,8 0-11-15,8-3-15 16,2-8-12-16,3-7-9 15,-4-15 0-15,-1-15-12 16,-3-17-55-16,0-6 13 16,1-25 3-16,1-13-51 0,1-4 44 15,1 0 37-15,-4 6 9 16,-1 10 12-16,-5 10 2 16,-4 9 11-16,-1 7 11 15,1 3 4-15,2 5-16 16,6 10 0-16,4 7-4 15,9-2-7-15,3 1 5 16,4-6-4-16,1-5-1 16,-3-10 0-16,0 0-1 15,-2-14-16-15,-4-13 2 16,0-8-17-16,-1-6-23 16,-3-3 10-16,-3 4 32 15,-8 8 12-15,-5 11 15 16,-3 10 94-16,0 11-6 15,-14 1-32-15,-5 21-45 0,-3 9-2 16,1 8 0-16,5 7-6 16,7-3-8-16,9 2-10 15,10-1 0-15,71 3-78 16,-2-10-180-16,9-13-439 0</inkml:trace>
  <inkml:trace contextRef="#ctx0" brushRef="#br0" timeOffset="44810.38">29412 2254 1532 0,'0'0'322'0,"0"0"-170"0,0 0 53 16,0 0 49-16,30 113-57 15,-15-57-29-15,4 7-62 16,0 2-74-16,0-2-23 16,3-6-9-16,9 1-118 15,-5-15-206-15,-1-17-568 0</inkml:trace>
  <inkml:trace contextRef="#ctx0" brushRef="#br0" timeOffset="45118.35">29788 2396 1543 0,'0'0'346'16,"0"0"120"-16,0 0-294 16,0 0-15-16,0 0-92 15,0 0-1-15,0 0-2 16,-82 105-19-16,64-64-19 16,4-5-14-16,4-7-8 15,7-9-2-15,3-9-10 16,0-9-24-16,2-2-3 15,14-5 35-15,1-7 1 16,5-1 1-16,0 2 0 16,-2 2 0-16,2 7 1 15,-3 2-1-15,-1 0 1 0,0 0 1 16,-1 9-2 0,-2 0-1-16,-3-1-71 0,1-5-151 15,-1-3-136-15,-3-12-308 16,0-6-706-16</inkml:trace>
  <inkml:trace contextRef="#ctx0" brushRef="#br0" timeOffset="45472.09">29919 2426 863 0,'0'0'378'15,"0"0"-54"-15,0 0-165 16,0 0-35-16,0 0 21 16,0 0-16-16,0 0-29 15,63 75-14-15,-30-63-50 16,-2-7-19-16,-4-5-8 15,-6 0-3-15,-8-9 5 16,-5-11-2-16,-7-2-1 0,-1 0 71 16,0 3 42-16,-1 6 8 15,-5 6 4-15,0 7-40 16,-3 0-56-16,0 20-14 16,1 7 11-16,2 15-1 15,6 19-11-15,0 29 2 16,17 21 14-16,1 5 1 15,-5-21-8-15,-10-25-19 16,-3-32-3-16,-4-5-8 16,-14-4 0-16,-12-4-1 15,-12-6-2-15,-3-18-37 16,-1-6-22-16,6-29-29 16,21-47-57-16,13 6-175 15,6-1-493-15</inkml:trace>
  <inkml:trace contextRef="#ctx0" brushRef="#br0" timeOffset="46002.91">30279 2517 1377 0,'0'0'283'16,"0"0"-160"-16,0 0-75 15,0 0 2-15,0 0-12 16,0 0-12-16,0 0-2 15,28 48 4-15,-13-44-2 16,6-4 3-16,1 0-20 16,5-13-2-16,3-6 3 0,-2-6-10 15,-2-3 0-15,-6-1 1 16,-6 2 5-16,-6 5 60 16,-7 5 117-16,-1 8-18 15,-11 6-16-15,-12 3-49 16,-6 15-32-16,0 13 1 15,4 5-24-15,8 7-20 16,11-1-10-16,6-2-4 16,15-7-10-16,19-6 7 15,9-12-7-15,4-10 0 16,-1-2-1-16,-4-13-24 0,-8-10-10 16,-7-7-15-1,-8-4 10-15,-9-2 3 0,-6 2 16 16,-4 4 14-16,0 2 6 15,-2 8-1-15,-3 6 1 16,4 6 1-16,1 7-1 16,0 1 0-16,1 9-11 15,13 15 11-15,-1 8 22 16,1 10 15-16,-1 7 11 16,-1 0-9-16,0 3-12 15,-2-4-17-15,7-6-10 16,32-6-45-16,0-13-202 15,5-14-620-15</inkml:trace>
  <inkml:trace contextRef="#ctx0" brushRef="#br0" timeOffset="46574.83">31655 2836 1114 0,'0'0'662'0,"0"0"-378"15,0 0-88-15,0 0-53 16,0 0-47-16,0 0-22 0,0 0 7 15,32 0-44-15,-17-9-12 16,0-5 5-16,-3-6 13 16,1-10-11-16,-3-9-7 15,0-18-7-15,3-25-4 16,0-22-2-16,2 5-1 16,-4 22 16-16,-5 27 18 15,-3 27 23-15,-2 4 14 16,1 2-13-16,-2 5-6 15,0 9-11-15,0 3-29 16,0 4-23-16,0 19 0 16,-2 13 6-16,-2 10 3 15,2 10 46-15,2 17 19 0,0-4-16 16,0 2-7-16,12-3-10 16,0-13-2-16,6 1-5 15,1-8-4-15,7-9-9 16,-1-14 0-16,6-9-1 15,4-12-1-15,5-4-1 16,9-6-6-16,5-11-10 16,-2-5-2-16,-1 2-8 15,-11 3-89-15,-18 6-145 16,-11 5-238-16,-11 4-611 0</inkml:trace>
  <inkml:trace contextRef="#ctx0" brushRef="#br0" timeOffset="48008.85">26289 4081 1139 0,'0'0'364'16,"0"0"-33"-16,0 0 6 16,0 0-53-16,0 0-34 15,0 0-97-15,0 0-89 16,-12-16-34-16,12 53 25 16,9 7-17-16,0 6-25 15,2 0-13-15,0-5-1 16,-3-4-128-16,-8 2-200 0,0-10-393 15,-9-12-871-15</inkml:trace>
  <inkml:trace contextRef="#ctx0" brushRef="#br0" timeOffset="48616.8">26066 4229 332 0,'0'0'1250'0,"0"0"-1044"15,0 0-89-15,0 0-35 16,127-22 33-16,-66 8-66 16,5-4-31-16,0-3-17 15,-7-4-1-15,-10-4-1 0,-14-4-5 16,-13-6 1-16,-13-2 5 16,-7-4 12-16,-2 5-1 15,0 5 8-15,-2 14 120 16,-2 12 8-16,1 9-34 15,1 9-58-15,-1 25-18 16,3 14 84-16,0 8-21 16,0 5-51-16,6-1-19 15,9-2-12-15,4-8-10 16,5-5-8-16,-1-10 0 16,-2-12-1-16,-4-11-36 15,-3-12-81-15,-2-3 27 0,-3-20 6 16,-2-9-32-1,1-4 45-15,1 1 42 0,-5 4 23 16,-1 6 7-16,0 8 6 16,-1 8 7-16,-1 4 15 15,1 5-4-15,2 0-12 16,5 0-11-16,8 5 15 16,6 4 0-16,9 2-7 15,4-5 5-15,4 2-4 16,0-5-10-16,-3-3 0 15,-7 0 0-15,-8 0 0 16,-6-5 9-16,-9 2 7 16,-3 0 76-16,-2 3-5 0,1 0-38 15,0 10-38-15,3 8 26 16,0 4-16-16,-3 3-12 16,-2 1-9-16,-1-4-39 15,-1-9-159-15,-11-8-88 16,0-5-357-16</inkml:trace>
  <inkml:trace contextRef="#ctx0" brushRef="#br0" timeOffset="48759.76">26975 3718 1318 0,'0'0'237'0,"0"0"-119"15,0 0-76-15,0 0-13 16,29 95-15-16,12-39-14 15,-5-9-198-15,-2-8-1172 0</inkml:trace>
  <inkml:trace contextRef="#ctx0" brushRef="#br0" timeOffset="49016.42">27315 3886 1356 0,'0'0'384'15,"0"0"-19"-15,0 0-212 16,0 0 1-16,0 0-50 15,-51 93-29-15,50-64-32 16,1-5-19-16,3-2-5 16,13-5-8-16,2-1-10 15,6-4 10-15,1-1-2 0,2-1-8 16,-2 2 5-16,-5-1-6 16,-7 3-1-16,-10 2-10 15,-3 2 11-15,-14 4 0 16,-18 3 0-16,-20 12-16 15,4-6-164-15,8-7-404 0</inkml:trace>
  <inkml:trace contextRef="#ctx0" brushRef="#br0" timeOffset="50248.27">28204 3855 1618 0,'0'0'301'0,"0"0"3"16,0 0-89-16,0 0-109 0,0 0-41 15,0 0-26-15,0 0 37 16,-21 79-20-16,21-34-27 16,7-3-17-16,4-6-11 15,0-8 1-15,2-10-2 16,-3-4-6-16,-1-11-10 15,3-3-15-15,-1-3-1 16,2-19-5-16,-1-6-38 16,-1-7 28-16,0 1 29 15,-3 0 12-15,-4 11 6 16,-2 8 1-16,-1 12 7 0,1 3-8 16,-1 8 1-1,5 14-1-15,2 9 27 16,2 1-6-16,6-3-8 0,1-3-3 15,1-9-9-15,-2-5 8 16,2-6-2-16,-4-6 5 16,2-3 3-16,-4-15-6 15,1-8-9-15,-7-10 0 16,-6-6-1-16,0-6-13 16,-3-3-65-16,-10 7-22 15,2 11-58-15,1 24-68 16,0 9-155-16,4 1-338 0</inkml:trace>
  <inkml:trace contextRef="#ctx0" brushRef="#br0" timeOffset="50789.48">28656 3883 124 0,'0'0'1123'0,"0"0"-947"16,0 0-118-16,0 0-42 16,0 0 17-16,0 0-8 15,0 0-11-15,77 50-8 16,-57-49-4-16,1-1 5 16,-5-6 3-16,-1-13-9 15,-4-1 1-15,-5-6-1 16,-4 1 11-16,-2 3-1 0,0 2 1 15,-7 4 115-15,-5 7 7 16,-3 9-35-16,2 0-26 16,-3 9-23-16,0 13 1 15,6 7 33-15,1 6-26 16,6 2-12-16,3 1-15 16,6-3-9-16,15-5 2 15,7-6-8-15,8-9-4 16,2-10-4-16,1-5-2 15,-1-12-5-15,-7-14 0 16,-6-10 5-16,-4-6-5 16,-6-5-1-16,-4 1 2 15,-1 5 5-15,-4 12-1 0,0 10 4 16,0 14 5-16,3 5-7 16,3 16-2-16,4 18 23 15,4 10 1-15,-1 7-3 16,-2-1-19-16,-6-1-8 15,-3-12-16-15,-8-8-80 16,0-27-188-16,-6-2-326 16,-7-11-690-16</inkml:trace>
  <inkml:trace contextRef="#ctx0" brushRef="#br0" timeOffset="50940.63">29090 3391 624 0,'0'0'191'0,"0"0"-47"16,31 90-44-16,-8-46-67 16,6 1-26-16,13 6-7 15,-3-9-104-15,-8-14-272 0</inkml:trace>
  <inkml:trace contextRef="#ctx0" brushRef="#br0" timeOffset="51890.7">29375 3631 757 0,'0'0'247'0,"0"0"-1"16,0 0-103-16,0 0-69 16,0 0-1-16,0 0-21 0,0 0-20 15,-73 4-16-15,64 6-14 16,1-3-1-16,5 1-1 16,2-5-2-16,1-3-18 15,0 0 20-15,0 0 38 16,4-3-18-16,1-2-8 15,-2 2 11-15,0 3 25 16,0 0-8-16,1 15 99 16,5 9-21-16,2 12-19 15,4 8 6-15,9 20-21 16,-1-2-14-16,1 5-14 16,-2 1-4-16,-5-12-1 15,-2 2-35-15,-8-5 1 16,-7-8-16-16,0-7 5 15,-14-12-5-15,-9-9 2 0,-6-10 6 16,0-7-2-16,-3-4-5 16,3-19-1-16,6-10-1 15,7-5-12-15,12-4-23 16,4-4 5-16,10-1-3 16,17-1-5-16,8-2-19 15,4-1-30-15,2 3-12 16,-3-2 0-16,-4 3 1 15,-5-2 12-15,-9 3 39 16,-4 3 30-16,-7 5 17 16,-5 4 9-16,-4 2 18 15,0 8 26-15,0 5 63 16,0 8 28-16,0 7 0 0,0 4-55 16,0 0-41-1,0 20-30-15,2 11 32 0,9 11 7 16,3 9-10-16,4 4-8 15,5 1 1-15,0-2-26 16,3-5-7-16,-3-9-7 16,-4-13-12-16,-5-16-35 15,-5-11-59-15,-1-10 52 16,-1-19-50-16,-2-13-4 16,1-2 35-16,0-1 44 15,-2 6 26-15,3 9 3 16,-2 9 9-16,-4 10 8 0,2 8 9 15,0 3-4 1,2 5-9-16,4 14 40 0,4 6-15 16,4 0-16-16,5 0-7 15,2-3-9-15,0-5-5 16,1-6 0-16,-5-10 1 16,-1-1-1-16,-7-17 0 15,-3-7-1-15,-6-10 1 16,-3-4 0-16,0-6 1 15,-8 0 6-15,1 3 4 16,-1 6 31-16,4 12 71 16,1 11 20-16,1 9-58 15,2 3-45-15,0 15-20 0,0 14 5 16,5 9 2 0,7 9-12-16,3 3-5 0,-2 1-1 15,-4-2-3-15,-2-3-28 16,-7-10-193-16,0-14-77 15,-11-11-321-15,-3-11-504 0</inkml:trace>
  <inkml:trace contextRef="#ctx0" brushRef="#br0" timeOffset="52035.3">29818 3699 1603 0,'0'0'395'0,"0"0"-260"15,0 0-85-15,86-11-23 16,28-6-27-16,-11 3-20 0,4-1-368 0</inkml:trace>
  <inkml:trace contextRef="#ctx0" brushRef="#br0" timeOffset="53159.96">30990 3596 1003 0,'0'0'229'16,"0"0"68"-16,0 0-78 15,0 0-79-15,0 0-15 16,0 0-61-16,-98-21-23 16,71 41-14-16,3 3-4 15,5 2-2-15,8 0-14 16,7-1-7-16,4-3-5 15,3-7-8-15,16-9 13 0,2-5 1 16,4-2 10-16,2-15-3 16,0-5-2-1,-5-3 4-15,-4-3 2 0,-3 6 10 16,-7 4 62-16,-4 8 39 16,1 9-27-16,-1 1-53 15,5 19-36-15,11 27 32 16,13 32 41-16,9 29-19 15,-1 11 1-15,-10-5-19 16,-13-14-12-16,-17-31-17 16,-1-14-8-16,-1-18-6 15,-15-11 1-15,-5-5-1 16,-8-9 11-16,-6-9-11 16,-4-10-12-16,-3-26-24 15,-3-23-10-15,8-3-24 0,10-6-11 16,12-4 7-1,15 10 29-15,9-7 21 0,23 8-22 16,11 7-34-16,9 9 2 16,3 7-1-16,3 7 33 15,-3 4 27-15,-4-1 19 16,-5 1-6-16,-8-3 6 16,-10 2 7-16,-7-2 0 15,-9 1 2-15,-7 4-3 16,-5-1 13-16,0 6 35 15,-8 2 24-15,-6 7-11 16,-3 1-9-16,-3 8-5 16,1 0-15-16,-2 12-7 0,0 12-10 15,6 7-3-15,6 6-9 16,8 4-8-16,1 0 0 16,6-4-1-16,12-6 0 15,4-9-15-15,2-10-6 16,0-12-27-16,-3 0-17 15,-1-15-19-15,0-12-30 16,-7-6 28-16,-2-4 4 16,-2 0 27-16,-6 5 41 15,-3 5 14-15,0 8 7 16,0 9 4-16,0 7 12 16,0 3-4-16,0 0-19 15,0 13 1-15,0 4 1 16,12 2-1-16,11 0 0 0,12-6-1 15,2-3 0-15,3-9-1 16,-4-1-13-16,-8-3-16 16,-5-11 24-16,-8-1 6 15,-6 1 11-15,-2 1 21 16,-4 7 48-16,-3 2 47 16,2 4-56-16,-2 0-43 15,0 16-16-15,0 8 8 16,0 2-6-16,0 4-7 15,0-1-7-15,-2-5-49 16,-10-11-194-16,3-5-360 16,0-8-635-16</inkml:trace>
  <inkml:trace contextRef="#ctx0" brushRef="#br0" timeOffset="53289.71">31657 3291 861 0,'0'0'144'0,"0"0"-82"16,0 0-37-16,30 105-25 16,-14-68-225-16</inkml:trace>
  <inkml:trace contextRef="#ctx0" brushRef="#br0" timeOffset="53686.88">31811 3445 1046 0,'0'0'413'16,"0"0"-82"-16,0 0-138 0,0 0-122 16,0 0 50-16,0 0 21 15,0 0-34-15,58 106-38 16,-43-65-15-16,0-4-27 16,-6-2-14-16,-2-7-13 15,-1-7-1-15,-2-12-5 16,1-9-12-16,1 0 2 15,0-18-4-15,3-6-17 16,-2-4 22-16,1 2 12 16,-2 2 2-16,-2 6 8 15,-1 7-8-15,1 4 11 0,-2 5-11 16,-1 2-1 0,4 0-1-16,1 11-4 0,5 3 6 15,5 2 0-15,3 0 0 16,1 1 2-16,2-3-1 15,2-4 0-15,-3-5 1 16,0-5-1-16,-1 0-1 16,-4-3-34-16,-8-13-132 15,-5 2-115-15,-3-2-310 0</inkml:trace>
  <inkml:trace contextRef="#ctx0" brushRef="#br0" timeOffset="54315.08">32316 3394 1071 0,'0'0'230'16,"0"0"87"-16,0 0-103 15,0 0-39-15,0 0-21 0,0 0-71 16,0 0-41-16,-77-61-19 15,59 76-3-15,3 4-11 16,7 2-3-16,8 0 0 16,0-3-5-16,12 0 9 15,11-7-8-15,3-8-2 16,1-3-1-16,-3 0-6 16,-1-12 2-16,-6-4 5 15,-6-1 13-15,-3 2-7 16,-5 4 27-16,-3 4 78 15,0 7 11-15,0 0-52 0,0 25-51 16,0 23 25-16,0 28 36 16,0 28-20-1,0 8 1-15,-6-2-13 0,-4-21-22 16,3-28-4-16,-3-16-15 16,-2-8-6-16,-5-2-1 15,-2-1 1-15,-7-6-1 16,3-16 0-16,0-12-5 15,2-6-20-15,5-22-29 16,4-12 17-16,6-5-38 16,6-3-47-16,0-1-26 15,20-4-45-15,5 14-122 16,0 6-443-16</inkml:trace>
  <inkml:trace contextRef="#ctx0" brushRef="#br0" timeOffset="55127.89">26978 5036 1096 0,'0'0'407'0,"0"0"-108"15,0 0 8-15,0 0-75 16,0 0-67-16,0 0-82 16,0 0-4-16,-13 82 36 15,13-37-36-15,0 2-31 0,1-5-27 16,8-6-12-16,-3-7-8 16,-2-8 0-16,-1-10 0 15,-3-8-1-15,0-3 1 16,0-14-1-16,-10-13-7 15,-6-13-11-15,-1-21 9 16,1-34 8-16,5-34 1 16,11-7-9-16,0 24 8 15,9 37-12-15,6 45 4 16,-3 15 8-16,6 4-5 16,3 3-5-16,4 5-10 15,3 3-40-15,1 13-82 0,2 27-67 16,-7-1-284-16,-9 0-512 15</inkml:trace>
  <inkml:trace contextRef="#ctx0" brushRef="#br0" timeOffset="55300.72">26884 5082 1418 0,'0'0'210'15,"0"0"-111"-15,0 0-61 16,91-59-22-16,-37 39-16 16,26 6-10-16,-14 6-76 0,-13 5-522 15</inkml:trace>
  <inkml:trace contextRef="#ctx0" brushRef="#br0" timeOffset="56336.76">27252 4950 1167 0,'0'0'286'15,"0"0"-20"-15,0 0-80 16,0 0-53-16,0 0 2 16,112-11 1-16,-69 33-51 15,-2 9-33-15,-7 3 13 16,-7 0-9-16,-11 1-24 16,-10-6-14-16,-6-3-8 15,0-5-1-15,-7-5-9 16,-5-7-1-16,4-9-24 15,5 0-54-15,3-12-53 0,0-17-121 16,20-5 44-16,9-9 60 16,9 1 111-16,1 1 38 15,-2 5 0-15,-4 5 15 16,-9 2 1-16,-8 8 16 16,-7 4 57-16,-4 6 30 15,-5 9 41-15,0 2-46 16,0 7-58-16,-3 18-11 15,-7 8 33-15,0 10-23 16,6 4-13-16,2 0 7 16,2-2-15-16,2-8-19 15,14-9-3-15,5-9-10 0,0-11-1 16,4-8 5 0,2-3 11-16,-2-19-8 15,-4-11-3-15,-1-9-4 0,-6-8-2 16,-6-6-1-16,-5-2-5 15,-3 2-14-15,0 5-12 16,-6 13 0-16,-4 15 13 16,2 17-5-16,1 6-110 15,2 14-8-15,5 10 6 16,0 3-56-16,15 0-9 16,12-3 6-16,0-5-59 15,-2-9 23-15,-8-6 116 16,-7-4 115-16,-7 0 68 0,-3-12 150 15,0 1 20-15,0 0 14 16,0 4-22-16,0 0-32 16,0 7-63-16,0 0-86 15,0 0-36-15,3 15 14 16,6 4 31-16,1 8-8 16,-1 1-27-16,2 2 8 15,-4-3-12-15,2 0-10 16,-3-5-9-16,-3-7 1 15,-1-5 5-15,-2-7-5 16,0-3 8-16,0-3 13 16,0-18-5-16,-3-8-10 15,0-5-6-15,3-2 5 16,0 3 1-16,4 8 2 16,8 8-2-16,4 7-5 0,2 9-2 15,-1 1 0-15,2 6 0 16,-1 10-1-16,0 6 1 15,-1 3 0-15,-3 1 12 16,-3-2-6-16,-4-4-5 16,-2-6 4-16,-4-5-4 15,-1-6 4-15,0-3 1 16,0-1 24-16,0-17-1 16,-3-9-11-16,3-11 3 15,0-5-10-15,8-4-4 16,8 5 10-16,5 7-1 15,0 11 2-15,1 11-9 16,-1 11-9-16,4 2 6 0,1 19-6 16,4 10-1-16,-1 8-8 15,3 4-3-15,1 3-80 16,20 13-100-16,-6-13-163 16,-3-8-471-16</inkml:trace>
  <inkml:trace contextRef="#ctx0" brushRef="#br0" timeOffset="56682.89">29081 4867 1562 0,'0'0'397'15,"0"0"-146"-15,0 0-47 0,0 0 34 16,-5 100-41-16,5-55-49 15,8 6-22-15,5 2-41 16,-1 1-11-16,0-1-24 16,0-5-14-16,-4-2-19 15,-4-8-10-15,-2-8-5 16,-2-8-1-16,0-8 0 16,-8-6 5-16,-14-4 3 15,-9-4-8-15,-8 0 5 16,-4-9-6-16,-1-6 0 15,4-4-12-15,3-1-20 16,8 0-27-16,8-1-34 16,7-8-78-16,14-19-134 15,0 4-314-15,0-2-715 0</inkml:trace>
  <inkml:trace contextRef="#ctx0" brushRef="#br0" timeOffset="56969.46">28984 4550 1137 0,'0'0'287'15,"0"0"4"-15,0 0-60 16,0 0-105-16,0 0-39 16,0 0-28-16,0 0 3 15,-39 59-31-15,39-38-13 0,3-6-7 16,6-3-10-1,3-7 7-15,1-5 7 0,0 0-8 16,0-13 1-16,-3-5-7 16,-4-2 0-16,-1 2-1 15,-4 2-1-15,-1 6-24 16,0 8-46-16,0 2-147 16,-3 8-170-16,0 3-320 0</inkml:trace>
  <inkml:trace contextRef="#ctx0" brushRef="#br0" timeOffset="57191.13">29342 4431 1650 0,'0'0'389'0,"0"0"-162"16,0 0-131-16,0 0 63 15,46 84-20-15,-25-34-56 16,-3 3-37-16,-2 0-35 16,-5 1-11-16,-6-4-14 15,-5 0-141-15,-10-10-223 16,-6-14-478-16</inkml:trace>
  <inkml:trace contextRef="#ctx0" brushRef="#br0" timeOffset="57657.02">29310 4592 1041 0,'0'0'249'0,"0"0"-95"16,81-3-73-16,-33 1 65 16,5-1-88-16,-5-5-37 15,-3-1-20-15,-11-8 0 16,-8-2 6-16,-10-6-6 15,-5-3 6-15,-6-2 9 16,-5-1 92-16,0 3 5 16,0 6 25-16,0 8-9 15,0 10 5-15,-1 4-85 0,1 10-32 16,0 17 5 0,0 11 17-16,0 6-16 0,8 9-8 15,2 3 14-15,3-2-13 16,-1-3-6-16,-2-8-10 15,-2-11-1-15,-2-11-9 16,-3-14 9-16,0-7 1 16,3-8 18-16,2-15-12 15,4-4-6-15,0 0 1 16,2 5 14-16,-2 4-3 16,3 9 0-16,-1 4 19 15,2 5 5-15,2 0 4 16,3 6-14-16,3 10-11 0,-2 2-14 15,2 4-1-15,18 12-38 16,-8-5-158-16,-1-8-416 0</inkml:trace>
  <inkml:trace contextRef="#ctx0" brushRef="#br0" timeOffset="57944.61">30784 4855 1597 0,'0'0'286'0,"0"0"-32"16,0 0-24-16,35 102-40 15,-16-56-85-15,2-1-44 16,-3-1-40-16,-3-7-14 16,-8-8-7-16,-4-8-92 15,-3-15-167-15,-7-6-399 16,-7 0-693-16</inkml:trace>
  <inkml:trace contextRef="#ctx0" brushRef="#br0" timeOffset="58221.07">30771 4529 1069 0,'0'0'243'15,"0"0"-119"-15,0 0 68 16,0 0-30-16,-18 81-60 16,20-60-54-16,11-4-17 15,2-8-9-15,4-7-1 16,-2-2 2-16,2-14-7 15,-4-10-15-15,-2-4 7 16,-7-2-8-16,-4 0 1 16,-2 1-1-16,0 6-2 15,-8 8-4-15,-3 12-10 16,-1 3-24-16,1 15 6 16,6 30-63-16,3-6-160 15,2-2-344-15</inkml:trace>
  <inkml:trace contextRef="#ctx0" brushRef="#br0" timeOffset="58431.73">31035 4623 1527 0,'0'0'323'15,"0"0"-91"-15,0 0-123 16,0 0 31-16,0 0 4 0,39 93-55 15,-21-43-22 1,-1 5-17-16,0 5-30 16,-4 1-20-16,-1 14-23 0,-4-13-202 15,-2-15-569-15</inkml:trace>
  <inkml:trace contextRef="#ctx0" brushRef="#br0" timeOffset="58640.18">31318 4743 1639 0,'0'0'511'16,"0"0"-338"-16,0 0-43 15,0 0 64-15,0 117 7 0,3-35-74 16,8-4-18 0,0-3-31-16,0-8-40 0,-3-16-22 15,-4 7-10-15,-4 6-6 16,0-7-12-16,-16-3-156 15,-5-16-189-15,0-18-469 0</inkml:trace>
  <inkml:trace contextRef="#ctx0" brushRef="#br0" timeOffset="58857.77">31323 4785 1295 0,'0'0'314'16,"0"0"-34"-16,0 0-116 15,0 0-23-15,85-44-33 16,-54 44-8-16,0 8-13 0,-2 9-14 16,-7 8-18-16,-8 0-6 15,-13 6-15-15,-1 2-4 16,-19 1-9-16,-11 3-15 16,-3-2-6-16,-1-1-74 15,9-9-241-15,11-12-687 0</inkml:trace>
  <inkml:trace contextRef="#ctx0" brushRef="#br0" timeOffset="59301.12">32190 5046 993 0,'0'0'243'0,"0"0"28"16,0 0-39-16,0 0-77 16,91 49-60-16,-62-49-39 15,0 0-28-15,-4-5-15 16,-4-15-4-16,-8-10 5 15,-2-7-8-15,-8-12-5 0,-3-18 6 16,0-21 2 0,-5-25 40-16,-7-10 67 15,2 21-12-15,-2 29-19 0,5 34-4 16,-1 20 25-16,2 5 22 16,0 9-32-16,0 5-54 15,3 12-33-15,3 35 1 16,2 28 2-16,22 23-10 15,5 8 11-15,1-16-12 16,-9-22-1-16,-10-25-17 16,-8 15-146-16,0-12-150 15,-3-8-508-15</inkml:trace>
  <inkml:trace contextRef="#ctx0" brushRef="#br0" timeOffset="59633.35">32440 4638 1129 0,'0'0'267'16,"0"0"26"-16,79-18-87 15,-43 18-51-15,-1 0 3 16,-3 8-32-16,-8 13-30 16,-5 8 11-16,-3 5 18 15,-6 3 5-15,-3 1-27 16,-2-4-25-16,-1-2-35 15,0-8-19-15,2-9-9 16,2-8-2-16,3-7-4 16,6-1 18-16,2-20-10 0,1-11-8 15,-2-6-3-15,-6-8-6 16,-6-5 6-16,-6 0-5 16,0 5 7-16,-12 10-8 15,-12 15-1-15,-10 18-21 16,-50 20-95-16,7 14-232 15,-14 3-647-15</inkml:trace>
  <inkml:trace contextRef="#ctx0" brushRef="#br0" timeOffset="60151.18">27867 6028 1483 0,'0'0'296'0,"0"0"33"15,0 0-60-15,0 0-59 16,0 0-37-16,0 0-78 16,0 0-53-16,-8 37 19 15,10 16 13-15,4 12-22 16,3 6-27-16,1-11-10 16,4 5-6-16,0-5-8 15,2-11 8-15,0-12-9 16,-4-13-8-16,0-13-46 15,0-11-73-15,-3-15-61 0,-3-13-121 16,-6-3-511-16</inkml:trace>
  <inkml:trace contextRef="#ctx0" brushRef="#br0" timeOffset="60756.87">27608 6330 910 0,'0'0'208'15,"0"0"-88"-15,0 0-20 16,95-30-23-16,-37 8-44 16,7-5-15-16,3-3-12 15,-6-3-6-15,-8-4-1 0,-15-3-14 16,-11-1 15 0,-13-1 19-16,-6 4 90 0,-6 7 129 15,-3 11 27-15,0 10-47 16,0 10-77-16,0 0-59 15,0 18-45-15,0 18 37 16,0 10 41-16,7 12-25 16,4 4-41-16,7-1 8 15,4-5-24-15,5-5-18 16,-1-8-15-16,0-9 0 16,0-14-1-16,-3-11-41 15,1-9-55-15,-3-14-5 16,0-16 5-16,0-3 41 15,-3-2 39-15,0 2 17 0,-5 9 0 16,1 4 8-16,-4 7 0 16,0 8 1-16,1 5-8 15,3 0 5-15,6 4 9 16,6 8 1-16,2 2-2 16,3-3-14-16,-1-5 2 15,-2-3 4-15,1-3-5 16,-4-9-1-16,-4-14 1 15,0-8 8-15,-8-7-9 16,-2-4 2-16,-7 3 8 16,-4 8 0-16,0 7 32 15,-4 15 82-15,-13 9-31 16,1 1-35-16,-2 23-25 16,-1 10-11-16,5 5-5 15,4 5-5-15,6-1-12 0,4-2 0 16,22 6-16-16,8-12-187 15,4-10-411-15</inkml:trace>
  <inkml:trace contextRef="#ctx0" brushRef="#br0" timeOffset="61031.95">29658 6174 1106 0,'0'0'731'0,"0"0"-608"0,0 0 81 15,0 0-50-15,19 72-49 16,-11-47-62-16,0-3-29 15,-2-2-14-15,-3-6-55 16,-1-5-309-16,-2-9-711 0</inkml:trace>
  <inkml:trace contextRef="#ctx0" brushRef="#br0" timeOffset="61300.44">29649 5693 1317 0,'0'0'267'16,"0"0"-60"-16,0 0-80 16,0 0 11-16,0 0-20 15,-36 95-62-15,39-70-30 16,9-10-11-16,3-4 0 16,-1-11 0-16,-1 0 7 15,-1-14-9-15,-4-9-12 16,-5-4-1-16,-3 1 0 15,0 1-18-15,-9 8-10 16,-6 5-36-16,1 9-49 0,4 3-59 16,3 15-164-16,7-1-67 15</inkml:trace>
  <inkml:trace contextRef="#ctx0" brushRef="#br0" timeOffset="61562.15">29995 5542 15 0,'0'0'1649'15,"0"0"-1298"-15,0 0-27 16,0 0-143-16,0 0-19 16,0 0-83-16,0 0 66 15,5 64-36-15,4-17-45 16,1 7-5-16,1 4-28 0,2 2-10 15,-1 1-16-15,1-5-5 16,-4-6 0-16,0-9-10 16,-3-14-98-16,2-22-142 15,-5-5-54-15,-2-6-268 0</inkml:trace>
  <inkml:trace contextRef="#ctx0" brushRef="#br0" timeOffset="62057.16">29907 5766 677 0,'0'0'197'0,"0"0"50"0,81-12-160 16,-39-4-48-16,4-3-23 16,-4-3-6-16,-5-2-10 15,-7-5 6-15,-8-2-5 16,-6-1 121-16,-8 1 52 15,-2 2 13-15,-4 8 19 16,-2 7-30-16,0 12 15 16,0 2-105-16,0 17-51 15,0 17 52-15,0 10 8 16,0 6-28-16,3 3-18 16,10 0-1-16,2-4-12 15,3-8-20-15,0-4-15 0,-2-11-1 16,-2-11-4-16,-1-13-11 15,-1-2 0-15,4-17 15 16,-1-11-18-16,3-4 0 16,-1 3 18-16,-4 4 0 15,-4 6 0-15,-3 10 11 16,-2 4-1-16,0 5-1 16,3 0-1-16,2 8 16 15,8 8 22-15,5 1-4 16,6 0-3-16,6-3-9 15,5-5-17-15,3-3-4 16,0-6-6-16,-4 0-3 16,-5-9-60-16,-15-16-155 0,-6 1-311 15,-12 1-1029-15</inkml:trace>
  <inkml:trace contextRef="#ctx0" brushRef="#br0" timeOffset="62524.2">31025 5920 1136 0,'0'0'523'0,"0"0"-408"16,0 0-8-16,0 0 47 15,26 84-11-15,-20-40-53 16,-3 0-31-16,-3-3-22 16,0-5-21-16,0-7-7 15,-9-10-1-15,0-9-7 16,-1-10 9-16,4 0-2 15,3-19 7-15,3-15-8 16,0-11-6-16,15-5 6 16,7-4-5-16,5 7 10 15,0 13 5-15,-2 12 14 16,1 15 3-16,-1 7 2 0,4 21 19 16,2 14 16-1,3 8-11-15,-3 3-18 0,-5 0-30 16,-5-7-12-16,-5-6-16 15,-6-16-156-15,-3-9-215 16,-6-8-532-16</inkml:trace>
  <inkml:trace contextRef="#ctx0" brushRef="#br0" timeOffset="62867.55">31417 5867 1051 0,'0'0'323'0,"0"0"-168"0,0 0 48 16,0 0-69-16,-6 79-20 16,12-61-54-16,6-4-26 15,1-5-15-15,-1-6 3 16,1-3 27-16,1-6 39 16,-2-11-34-16,0-5-14 15,-6-3-12-15,-5 2 4 16,-1 3 23-16,0 5 21 15,-6 7 40-15,-8 8 11 16,-5 0-42-16,-1 12-36 16,-1 14 5-16,3 13 2 15,6 5-13-15,11 5-28 16,1 2-5-16,20-3-8 16,13-9-2-16,10-10-27 0,4-17-106 15,12-20-98-15,-8-19-277 16,-14-9-148-16</inkml:trace>
  <inkml:trace contextRef="#ctx0" brushRef="#br0" timeOffset="63701.61">31726 5818 776 0,'0'0'411'15,"0"0"-31"-15,0 0-66 16,0 0-64-16,0 0-89 16,0 0-84-16,0 0 14 15,-24 27 37-15,24 11-27 16,0 6-28-16,0 0-30 15,12-1-17-15,-2-4-16 16,5-13-10-16,0-10-9 0,3-15-31 16,-2-2-27-1,4-24-29-15,-2-9-9 0,1-7 44 16,-3-7 31-16,-2 1 25 16,-4 3 5-16,-1 9 6 15,-4 10 11-15,-4 11 46 16,-1 9 35-16,0 5-16 15,0 15-36-15,-6 15 29 16,-1 8 14-16,5 5-26 16,2 5-3-16,6-1-24 15,15-6-15-15,6-7-12 16,4-11-9-16,4-12 0 16,2-11-6-16,-2-4-24 15,-3-22-25-15,-4-8-5 0,-7-3 11 16,-3-5 22-16,-4 5 27 15,-4 1 0-15,-4 6 6 16,-2 7 3-16,-1 7 1 16,-1 5 2-16,-1 5 24 15,4 6-16-15,2 0-5 16,8 3-15-16,7 12 34 16,11 7-7-16,5 4-3 15,3 3-9-15,-2-1-9 16,0-5-6-16,-5-1-1 15,-5-8-9-15,-6-9-108 16,-5-5-94-16,-6-5 6 0,-3-19-89 16,-3-7-65-16,0-9 26 15,-1 0 57-15,-2-3 160 16,-2 6 117-16,-1 6 98 16,0 11 144-16,0 9 53 15,-3 11-58-15,-9 0-74 16,-3 17-23-16,-1 10-5 15,2 7-23-15,4 3-18 16,4 5-26-16,6-2-17 16,0-5-17-16,13-6-13 15,8-10-12-15,3-11-3 16,3-8 9-16,3-6-6 16,0-20-2-16,-2-6-7 15,-3-10-11-15,-4-5 10 0,-6-2 1 16,-9-1 0-16,-6 3 1 15,0 9 7-15,-3 14-7 16,-10 13-1-16,-3 11-19 16,2 3 8-16,2 17-23 15,8 6-81-15,11 9-68 16,14-7-103-16,4-3-246 0</inkml:trace>
  <inkml:trace contextRef="#ctx0" brushRef="#br0" timeOffset="64053.53">32957 5620 1363 0,'0'0'359'15,"0"0"-72"-15,0 0-175 16,0 0-28-16,0 0 44 16,0 0-52-16,23 84-11 15,-16-55-8-15,-2-4-29 16,-2-1-13-16,-2-7-2 15,-1-7-11-15,0-3-1 16,0-7 10-16,0 0-1 16,-1-20 12-16,1-11-4 15,0-10 21-15,14-4 55 16,3 0 16-16,2 4 0 16,-2 12-13-16,2 10-19 15,0 14-21-15,3 5-23 16,8 19 14-16,5 17 10 0,8 10-7 15,2 10-12-15,3 7-18 16,-3 2-19-16,-4 1-2 16,-12 31-9-16,-11-18-151 15,-18-11-437-15</inkml:trace>
  <inkml:trace contextRef="#ctx0" brushRef="#br0" timeOffset="64632.56">28675 7103 1045 0,'0'0'530'0,"0"0"-296"16,0 0 38-16,0 0-49 0,0 0-60 16,0 0-77-16,-101-5-9 15,71 47 2-15,6 8-4 16,5 6-20-16,14-3-26 16,5-7-28-16,15-8 14 15,15-11-14-15,5-15 0 16,3-10-1-16,-4-2 0 15,-2-24 9-15,-7-6-9 16,-7-7 0-16,-6-7 0 16,-11 0-1-16,-1-1 1 0,-10 6-18 15,-7 7-13 1,0 7-2-16,2 11-7 0,3 8-34 16,7 3-34-16,5 3-139 15,0 0-51-15,18 0 38 16,26-7-46-16,-3-3 1 15,1-6-281-15</inkml:trace>
  <inkml:trace contextRef="#ctx0" brushRef="#br0" timeOffset="64932.97">28953 6921 747 0,'0'0'390'15,"0"0"104"-15,0 0-166 16,46-77-16-16,-43 77-103 16,1 6-105-16,-1 36 75 15,-1 31 26-15,2 39-56 16,4 15-47-16,2 5-7 15,10-7-21-15,0-16-14 0,2-8-22 16,-3-20-23-16,-4-22-9 16,-8-21-6-16,-1-20 1 15,0-8-1-15,2-10-29 16,5-7-1-16,2-39-1 16,3-29-17-16,-6 0-9 15,-2 7 9-15,-10 15-4 16,0 19 20-16,-6 5 25 15,-13 6 5-15,-7 14-7 16,-5 9-4-16,-2 0-8 16,5 15-81-16,19 4-158 15,7-3-244-15,2-9-540 0</inkml:trace>
  <inkml:trace contextRef="#ctx0" brushRef="#br0" timeOffset="65647.63">29983 7333 1101 0,'0'0'272'0,"0"0"-57"15,0 0-24-15,0 0-3 0,0 0-81 16,0 0-56 0,74-90-4-16,-68 40 15 0,-5-16 14 15,-1-21 5-15,-7-24-23 16,-10-15 21-16,-2 2 10 16,1 26 29-16,7 37-51 15,4 27 0-15,1 22 5 16,0 12 53-16,0 1-69 15,-1 35-34-15,7 35-5 16,0 33 7-16,28 12-12 16,15-1-11-16,12-11 8 15,-6-29-9-15,-7-17-1 16,-7-24-12-16,-4-18-95 16,3-10-73-16,2-6-4 0,-3-20-10 15,-9-24 12-15,-9-10 102 16,-8-7 63-16,-5-3 18 15,-2 6 19-15,0 8 76 16,0 15 43-16,0 13 10 16,0 8-5-16,0 12-16 15,0 2-41-15,-5 8-41 16,-2 16-20-16,-3 8 3 16,0 8-14-16,6 4-14 15,1-1 0-15,3-3 0 16,0-6 0-16,0-8 0 15,7-11-12-15,5-11-18 16,2-4-7-16,3-11 31 0,2-10-11 16,0-3 1-16,-3 5 5 15,-4 4 10-15,-3 6 1 16,-4 7 0-16,1 2-5 16,2 1-1-16,0 11 5 15,3 1 1-15,2 1-6 16,-1-2-27-16,-1-5-131 15,5-7-79-15,-4 0-331 16,-2-1-541-16</inkml:trace>
  <inkml:trace contextRef="#ctx0" brushRef="#br0" timeOffset="66030.2">30593 6849 722 0,'0'0'741'16,"0"0"-617"-16,0 0-76 0,0 0 28 15,0 0 27-15,0 0-40 16,84 7-10-16,-57-7-31 16,-3 0-12-16,-6-11-4 15,-8-6 4-15,-5-1-4 16,-5-6 6-16,0 2 108 16,0 4 25-16,0 4-6 15,-5 7 11-15,1 7-22 16,-1 0-52-16,0 22-30 15,2 13 23-15,3 19-6 0,3 26-20 16,20 21 28 0,7 11-15-16,0-3-20 0,-9-25-4 15,-12-26-19-15,-5-18-12 16,-4-11 8-16,0-3-7 16,-4-2-1-16,-13-8-1 15,-10-14-1-15,-4-2-36 16,-5-27-25-16,3-10-29 15,6-23-94-15,24-34-106 16,3 11-385-16,9 7-565 0</inkml:trace>
  <inkml:trace contextRef="#ctx0" brushRef="#br0" timeOffset="66585.99">31045 6846 430 0,'0'0'755'0,"0"0"-613"0,0 0 14 16,0 0-85-16,0 0-32 16,0 0-23-16,0 0-10 15,2-10-3-15,5 10-2 16,2-2 27-16,6-3-8 16,2-3-11-16,0-1-8 15,-1-3 6-15,-3 0 5 16,-4 1 9-16,-3 4 125 15,-5 4 14-15,-1 3-3 16,0 0-30-16,-9 13-47 16,-4 10 27-16,-5 6 10 0,4 4-39 15,3 1-29-15,6-2-15 16,5-2-15-16,2-7-5 16,18-10-4-16,10-7 7 15,8-6-2-15,2-7-6 16,2-17-8-16,-5-6 1 15,-7-6-1-15,-11-9-1 16,-10 1 0-16,-9-4-9 16,0 4 3-16,-11 7 4 15,-5 9-7-15,3 11-1 16,4 10 8-16,6 6 1 16,3 1-20-16,3 0-5 15,15 15 20-15,0 8 5 16,3 8 1-16,-2 7 0 15,-7 8 13-15,-4 5 2 0,-3 2 21 16,-5-1 15-16,0-4 1 16,3-9-8-16,2-8-26 15,7-9-14-15,9-13-4 16,40-12-109-16,-5-13-170 16,4-8-749-16</inkml:trace>
  <inkml:trace contextRef="#ctx0" brushRef="#br0" timeOffset="67044.9">32239 6982 1160 0,'0'0'277'0,"0"0"-44"16,0 0-29-16,0 0-49 15,0 0-29-15,0 0-2 16,0 0 37-16,0 20 0 16,0-38-44-16,1-8-73 15,-1-8-18-15,2-8-8 16,-2-19-4-16,0-18 2 16,0 0 10-16,0 8 12 15,0 11 18-15,0 20 16 16,0 5-1-16,0 6-9 0,0 14-2 15,0 11-23 1,0 4-11-16,0 19-14 0,-2 25 7 16,2 30 33-16,0 21-1 15,0 1 3-15,8-19 8 16,2-22-17-16,1-15-12 16,5 7-8-16,5 0-8 15,10 0-8-15,5-13-8 16,9-14 8-16,4-9-9 15,0-11 2-15,3-3-2 16,0-17-41-16,16-22-89 16,-13 3-104-16,-9-5-429 0</inkml:trace>
  <inkml:trace contextRef="#ctx0" brushRef="#br0" timeOffset="70862.94">13598 10726 1260 0,'0'0'334'0,"0"0"-11"0,0 0-35 16,0 0-56-16,0 0-9 15,0 0-71-15,-46-61-83 16,46 61-42-16,0 9-21 16,6 15-5-16,8 10 38 15,5 10 12-15,-1 6-3 16,3-1-8-16,-2-1-5 16,-7-4-14-16,3-3-14 15,-8-6-7-15,-4-7-15 16,-3-3-59-16,0-9-87 15,-14-2-44-15,-8-6-7 16,-7-6-8-16,-4-2 56 16,-4-4 55-16,4-16 88 15,3-5 21-15,6-3 47 0,6 2 85 16,9 7 45-16,2 6-18 16,7 7-13-16,0 6-69 15,15 0-42-15,8 11 53 16,9 8 3-16,5 0-30 15,4 4-20-15,2-2-21 16,0-2-6-16,0-5-13 16,-3-6 0-16,-5-5-1 15,-5-3 0-15,-8 0-22 16,-7-11-45-16,-5-7-48 16,-5-9 0-16,-5-2 13 15,0-3 35-15,0-1 41 16,-6 3 14-16,-1 6 12 0,0 7 6 15,3 11 35-15,-1 6 41 16,-1 1-27-16,-4 21 3 16,1 10 14-16,0 5-20 15,0 3-25-15,3 1-7 16,3-1-14-16,-1-5-6 16,1-3 0-16,1-5-20 15,-5 0-148-15,-2-6-172 16,1-9-494-16</inkml:trace>
  <inkml:trace contextRef="#ctx0" brushRef="#br0" timeOffset="71032.74">13937 11118 1202 0,'0'0'910'0,"0"0"-616"16,0 0-145-16,0 0-107 15,0 0-42-15,0 0-2 16,0 0-121-16,-2-1-574 0</inkml:trace>
  <inkml:trace contextRef="#ctx0" brushRef="#br0" timeOffset="75999.65">12374 11277 536 0,'0'0'234'16,"0"0"-13"-16,0 0-20 15,0 0-7-15,0 0-20 0,0 0-11 16,0 0-25-1,-6 0-14-15,6 0-5 0,0 0-17 16,0 0-34 0,0 0-24-16,0 0-13 0,0 2-12 15,9 6 17-15,6 3 8 16,2 4 0-16,3-1-22 16,4 1 3-16,0 1 23 15,2-2-4-15,1 2 3 16,0-3-21-16,0 1 33 15,-4-1 3-15,-3-2-44 16,-2-2-4-16,-6-1-9 16,-3 0-5-16,-3-3-1 15,0-1 1-15,-2-1 0 16,-2-1 0-16,-2 0-8 16,0-2-35-16,0 0-65 15,0 3-49-15,0-1-85 0,0 3-94 16,-2 2-239-16,-2-3-478 0</inkml:trace>
  <inkml:trace contextRef="#ctx0" brushRef="#br0" timeOffset="76337.48">12420 11489 1287 0,'0'0'398'0,"0"0"-83"16,0 0-125-16,0 0-33 15,0 0-40-15,0 0-51 16,0 0 45-16,52 31 18 16,-22-12-16-16,4-3-28 15,2 2-28-15,0-2-26 16,-3-1-5-16,-3-4-4 15,-6 0-20-15,-5-2 8 16,-7-4-9-16,-2-1-1 16,-7-1 0-16,2 0-8 15,-4-3-52-15,-1 0-56 0,0 0-107 16,-1-2-49-16,-7-7-366 16,-1-4-582-16</inkml:trace>
  <inkml:trace contextRef="#ctx0" brushRef="#br0" timeOffset="76665.87">12726 11311 1129 0,'0'0'370'16,"0"0"-44"-16,0 0-31 15,0 0-77-15,0 0-19 16,0 0-25-16,0 0-53 0,-3-7-45 16,3 7-25-1,0 7-18-15,0 10-4 0,0 7 23 16,6 7-6-16,4 3-11 16,-2 0-17-16,-2 0-3 15,0-2-3-15,-2-6-12 16,0-2 0-16,-1-2 2 15,-1-6 2-15,-2-3-4 16,0-2-49-16,0 0-95 16,-6-3-199-16,-6-2-415 0</inkml:trace>
  <inkml:trace contextRef="#ctx0" brushRef="#br0" timeOffset="84079.43">22597 13825 1691 0,'0'0'228'16,"0"0"-107"-16,-28-96 91 15,22 76 92-15,4 18-119 16,2 13-116-16,0 47-42 15,3 3 10-15,4 4 30 16,1-2-19-16,0-16-24 16,4 3-16-16,7 3-7 15,6-9 0-15,5-10 0 16,6-13 0-16,3-11-1 16,2-10-2-16,-3-2-14 15,-4-16-17-15,-7-1 3 0,-5 0 6 16,-8 7 23-16,-5 5 0 15,-2 7 0-15,-1 0-5 16,3 3 6-16,4 12 0 16,2 0 1-16,3 0 5 15,0-1-5-15,3-8 8 16,-2-6 5-16,3 0 10 16,0-22 18-16,-2-15 2 15,0-11-23-15,-5-21-6 16,-9-27-3-16,-6-30-6 15,0-1-4-15,-9 22 8 16,1 38-10-16,4 40-23 16,3 17-5-16,1 5-26 0,0 4-73 15,0 1-155-15,22 15-15 16,5 7-34-16,1 0-302 0</inkml:trace>
  <inkml:trace contextRef="#ctx0" brushRef="#br0" timeOffset="84448.38">23535 13430 1472 0,'0'0'262'16,"0"0"-34"-16,0 0-102 0,96-2 11 15,-74 24-37 1,-9 7-11-16,-8 7 8 0,-5 8 14 15,-3 2-11-15,-18 4-34 16,-3-1-36-16,-2-1-15 16,-1-7-9-16,4-9-6 15,5-7 1-15,8-16 1 16,5-9 11-16,4 0 2 16,1-15-14-16,0-7-1 15,3 3 15-15,7 2-7 16,6 7 4-16,1 3-3 15,4 6-1-15,-1 1 1 16,2 3-9-16,0 9 3 16,0 4-3-16,0 2-1 0,-2 4-11 15,12 10-115-15,-6-3-149 16,-3-5-416-16</inkml:trace>
  <inkml:trace contextRef="#ctx0" brushRef="#br0" timeOffset="84671.77">24133 13744 1958 0,'0'0'361'0,"0"0"-189"16,0 0-98-16,0 0 148 15,27 86-44-15,-16-45-72 16,-1 2-38-16,-1-4-13 0,-3-5-37 15,2 0-7-15,-4-5-11 16,2-6-18-16,0-6-138 16,-3-7-308-16,0-10-418 0</inkml:trace>
  <inkml:trace contextRef="#ctx0" brushRef="#br0" timeOffset="84937.34">24751 13396 1987 0,'0'0'299'16,"0"0"-157"-16,0 0-51 15,0 0 126-15,22 88-62 16,-5-46-60-16,-1 3-31 15,2-1-40-15,-1 1-15 16,-1-1-8-16,-4-4-1 16,-5-4-61-16,-7-3-202 15,-12-9-328-15,-10-11-1048 0</inkml:trace>
  <inkml:trace contextRef="#ctx0" brushRef="#br0" timeOffset="85640.49">22877 14241 1773 0,'0'0'274'16,"133"-71"-191"-16,58-18-53 0,60-24 60 15,38-9-1 1,6 5-33-16,-33 14 20 0,-21 11-35 16,-43 16-14-16,-65 20-15 15,-58 21-5-15,-53 17-7 16,-22 7 2-16,-40-1 198 15,-63 12-62-15,-78 17-81 16,-48 36-21-16,-25 27 18 16,14 17 1-16,52-5-29 15,56-19-17-15,55-23 3 0,49-23 3 16,28-17-15 0,45-6 0-16,70-16 0 0,89-44 14 15,47-18-13-15,16-8 5 16,-23 18-6-16,-63 24-66 15,-58 16-306-15,-41 6-786 0</inkml:trace>
  <inkml:trace contextRef="#ctx0" brushRef="#br0" timeOffset="86270.45">21240 15491 1839 0,'0'0'247'0,"0"0"-169"16,0 0 101-16,-62-79 41 15,58 79-19-15,4 0-125 16,0 26-53-16,0 14-7 16,0 11-8-16,12 7-1 15,5 1-7-15,5-3 0 16,5-6-9-16,1-9 0 0,0-10 3 15,-2-11-16-15,-8-14-71 16,-4-6 38-16,-3-13 39 16,-3-19 15-16,-1-3 1 15,-3 0 8-15,-1 7 3 16,-1 9 33-16,1 12 24 16,1 7-35-16,6 7-22 15,6 20 7-15,6 4 31 16,6 5-3-16,5-2-14 15,1-7-10-15,2-8-2 0,-1-11 0 16,-2-8-2-16,-7-8 9 16,-3-21 5-16,-10-13-7 15,-4-22-4-15,-9-29-10 16,-3-29-5-16,-13-7-6 16,0 25 0-16,6 34-27 15,7 41-15-15,2 22-5 16,1 7-21-16,0 7-182 15,0 49-36-15,13-1-57 16,2 1-315-16</inkml:trace>
  <inkml:trace contextRef="#ctx0" brushRef="#br0" timeOffset="86655.4">22014 15761 1392 0,'0'0'606'16,"0"0"-456"-16,0 0 33 16,0 0-96-16,0 0 2 15,0 0-53-15,91-16 24 16,-81 46 53-16,-8 8-10 16,-2 6-8-16,-2 5-45 15,-14 0-28-15,-3-1-5 16,0-6-8-16,0-9-3 15,4-12-5-15,0-11 5 16,6-10 5-16,2-5-1 16,1-17 0-16,6-6-1 0,0-1 6 15,2 2-3-15,11 7-1 16,0 5-1-16,5 10-9 16,1 3 0-16,1 2 0 15,4 2 0-15,3 12-1 16,-1 4-1-16,1 2-12 15,0 1-83-15,6 2-147 16,-7-4-122-16,-6-8-457 0</inkml:trace>
  <inkml:trace contextRef="#ctx0" brushRef="#br0" timeOffset="86852.98">22445 15626 889 0,'0'0'1333'0,"0"0"-1007"0,0 0-105 16,0 0-162-16,0 0 91 16,0 0-41-16,67 109-33 15,-46-61-34-15,-3 2-30 16,-5-3-12-16,-2-2-6 16,-11 5-108-16,0-13-363 15,-6-13-604-15</inkml:trace>
  <inkml:trace contextRef="#ctx0" brushRef="#br0" timeOffset="88554.13">22136 15633 729 0,'0'0'242'0,"0"0"-35"0,0 0-8 16,0 0 14-16,0 0 0 16,0 0-28-16,0 0-27 15,-13-26-40-15,7 22-5 16,-5 0 6-16,2 1-6 15,-1 3 0-15,-5 0-30 16,0 0-14-16,-3 0-8 16,1 2-10-16,-3 8-7 0,1 2-4 15,2 1-13 1,-2 4-12-16,1 2 1 0,3 0-1 16,0 2-7-16,2 2 1 15,0-1 0-15,3-1 0 16,1 1-2-16,2 1 4 15,0 1-2-15,0-1 1 16,1 4 5-16,0-1 3 16,2 4-16-16,-1 1 10 15,1-2 6-15,1 2 4 16,2-2-11-16,1-4 2 16,0-1-1-16,0-3-2 15,3-3 4-15,8 1-14 16,1-2 9-16,3 0-1 15,2-1-2-15,2 1-5 0,-2-1 8 16,2-2-3 0,-1-2-4-16,-2 0 4 0,2-3-5 15,-1-1 10-15,0-3-1 16,0 2 8-16,-1-4-9 16,-1 0 0-16,2 0-7 15,-2-3 5-15,-1 0 10 16,2 0-10-16,1 0 4 15,-1 0 11-15,1-4-2 16,1-3-4-16,-5-1 2 16,2 2 2-16,-1-2-2 15,-4 0-2-15,3-1 1 16,0-1-1-16,0-3 4 16,-1-1-4-16,1-3-1 0,-2 0-1 15,1-3 1-15,-1 4 0 16,-3-1-5-16,0 3 4 15,-2 0-1-15,-3 1-1 16,1 1-3-16,-1-3 0 16,-2-4 2-16,1-3-5 15,-1-5 0-15,-1-1-5 16,2-1 1-16,-2 1 3 16,0 1-4-16,0 4 0 15,0-1-1-15,0 2 0 16,0 2 0-16,0 0-1 15,-3 1 0-15,-3 2-7 16,0 0 7-16,-1 3 0 0,0 3-5 16,1 0 6-16,-2 2-1 15,0 0 0-15,1 1 0 16,-2 1-5-16,0 0 6 16,-2 0-1-16,2 1-7 15,-4 1 8-15,1 1-1 16,-1-2-1-16,-1 1-4 15,2 2 5-15,-1 0-5 16,1 3 4-16,0-3 1 16,3 3-5-16,0 0-6 15,-1 0 12-15,1 0-1 16,1 0-9-16,-1 0 9 16,0 0 1-16,2 0-11 0,-1 0 2 15,2 0 9 1,-1 0-14-16,0 0 2 0,1 0 3 15,-2 0-12-15,1 6 2 16,-1 0-4-16,-1 2-17 16,0 11-71-16,0-4-160 15,3-1-470-15</inkml:trace>
  <inkml:trace contextRef="#ctx0" brushRef="#br0" timeOffset="95492.5">22569 16098 62 0,'0'0'1216'16,"0"0"-828"-16,0 0-71 15,0 0-148-15,0 0-6 16,0 0-6-16,-5 52 26 15,19-8-31-15,-1 3-33 16,3 5-33-16,0-6-30 16,0-7-20-16,-1-3-12 15,0-8-23-15,-3-5 1 0,-3-8-2 16,-2-4 0-16,-4-5-73 16,-2-5-118-16,-1-1-60 15,0-11-19-15,0-9-281 16,-3-2-234-16</inkml:trace>
  <inkml:trace contextRef="#ctx0" brushRef="#br0" timeOffset="95792.47">22654 16206 1182 0,'0'0'361'15,"0"0"-139"-15,0 0-32 16,0 0-77-16,0 0-18 0,0 0-24 15,0 0 8-15,-66 63-14 16,54-46-6-16,0-3-2 16,2-2-25-16,2-5-17 15,4-1-7-15,0-6-7 16,2 0 9-16,2-6 2 16,0-13-6-16,2-5-5 15,8 0-1-15,3 1 0 16,4 5 0-16,1 9 0 15,6 8 0-15,4 1-7 16,3 10-48-16,21 28-138 16,-7-4-335-16,-6 0-490 0</inkml:trace>
  <inkml:trace contextRef="#ctx0" brushRef="#br0" timeOffset="99996.63">10836 12498 846 0,'0'0'315'0,"0"0"-79"15,0 0 24-15,0 0-33 16,0 0-12-16,0 0-39 16,0 0-55-16,-2 0-30 0,2 0-22 15,3 0-7-15,11 2-18 16,7 4 44-16,6 4 3 16,4 4-18-16,3 3-25 15,2 0 2-15,0 3-9 16,-1-1-14-16,3-2 2 15,-1-3 5-15,5-1 2 16,0-4 3-16,1-5-1 16,2-2 1-16,-2-2-1 15,-1 0-11-15,-8 0 0 16,-4 0-4-16,-5 0 1 0,-8 0-11 16,-1 0 5-1,-7 0 12-15,3 0-3 0,0 0 12 16,-2 0-7-16,1 0-10 15,-1 0 5-15,1 0-4 16,-4 0-2-16,2 0-3 16,-3 0-17-16,-3 0 9 15,0 0-10-15,-3 0 6 16,0 0-5-16,0 0-1 16,0 0 0-16,0 0-13 15,0 0-82-15,-15 6-82 16,-9 2-187-16,-6 3-966 0</inkml:trace>
  <inkml:trace contextRef="#ctx0" brushRef="#br0" timeOffset="101056.37">11344 14301 456 0,'0'0'179'0,"0"0"-32"16,0 0 66-16,0 0 6 15,0 0-24-15,0 0 11 16,0 0 22-16,-29-12-26 16,29 12-45-16,0 0-18 15,1 0-36-15,16-2-26 16,11 2 64-16,12-3 28 0,8 1-48 16,9-5-31-16,4 1-16 15,16-5 0-15,-5-1-10 16,3 1-11-16,1-2-9 15,-15 3-12-15,4 0-2 16,-6 3-6-16,-9-1 1 16,-8 3-7-16,-6-1-12 15,-8 1 2-15,-7 0-7 16,0 4 3-16,-8-2-4 16,-4 0 0-16,0 1 0 15,-4 1 1-15,-1-1 0 16,-2 2-1-16,-1 0 5 15,-1 0-4-15,0 0-1 16,0 0 0-16,0 0 0 0,0 0-33 16,-27 17-85-16,-7 9-138 15,-15 6-489-15</inkml:trace>
  <inkml:trace contextRef="#ctx0" brushRef="#br0" timeOffset="106315.74">10521 4425 120 0,'0'0'98'0,"21"128"-98"0</inkml:trace>
  <inkml:trace contextRef="#ctx0" brushRef="#br0" timeOffset="114890.81">7833 3462 907 0,'0'0'263'0,"0"0"-70"0,0 0 25 15,0 0-36-15,0 0-65 16,0 0-70-16,-23 30-27 16,20 3 7-16,1 2 3 15,2 1-5-15,0-1-12 16,0-6-3-16,5-4-9 16,3-2-1-16,1-7 0 15,-1-3-2-15,1-7-15 16,-2-4-75-16,-1-2 67 15,2-4-3-15,-2-15 23 16,2-2 5-16,0-3 7 16,-5 2-7-16,3 8 15 15,-3 5 16-15,0 5-9 0,0 4-6 16,4 0-9-16,2 10 4 16,5 7 12-16,4 2 2 15,1 3-6-15,1-5-6 16,2 0 0-16,-1-8-1 15,-3-5 9-15,1-4 5 16,-4 0 11-16,1-11 10 16,-2-8 4-16,-1-10-23 15,-5-3-8-15,-4-6-14 16,-4-5 4-16,0 2-9 16,-3 2 3-16,-7 7-4 15,-2 7-7-15,3 10-21 16,3 6-27-16,3 9-57 0,3 6-101 15,0 11-164-15,1 1-256 16</inkml:trace>
  <inkml:trace contextRef="#ctx0" brushRef="#br0" timeOffset="115249.62">8309 3076 1000 0,'0'0'410'16,"0"0"-138"-16,0 0-39 15,0 0-110-15,0 0-61 16,0 0 1-16,0 0-8 16,-16 112-23-16,26-68-21 15,10 4-11-15,17 22-70 16,-3-12-282-16,-5-10-975 0</inkml:trace>
  <inkml:trace contextRef="#ctx0" brushRef="#br0" timeOffset="116230.01">8421 6459 913 0,'0'0'268'0,"0"0"-47"0,0 0-39 16,0 0-74-16,0 0-47 15,0 0-5-15,0 0 11 16,-31 84-3-16,31-52-11 16,0-3-18-16,0-4-19 15,4-4-6-15,5-4-8 16,0-5-1-16,4-7 0 15,1-5-1-15,0 0-2 16,0-5 1-16,-2-9-18 0,0-1 2 16,-4 3 8-16,-2 2 9 15,-3 3 0-15,0 7 2 16,0 0-1-16,2 0-1 16,3 14 0-16,1 3 1 15,6-1 1-15,-3 0-1 16,0-6 5-16,1-5-4 15,-1-5 5-15,-2 0 2 16,-1-20 10-16,-1-6 2 16,-3-6-12-16,-4-5-9 15,-1-2 0-15,0 0-17 16,-3 4-33-16,-6 6-72 16,6 12-65-16,3 12 2 0,0 5-208 15,0 0-362-15</inkml:trace>
  <inkml:trace contextRef="#ctx0" brushRef="#br0" timeOffset="116520.75">8752 6434 1091 0,'0'0'211'0,"0"0"-60"15,0 0-80-15,0 0-40 0,0 0-1 16,0 0-6-16,0 0 2 16,49 6 2-16,-44 13 30 15,-2 8 31-15,-3 7 35 16,0 7-43-16,0 2-17 16,0-2 0-16,0-7-27 15,0-6-20-15,0-11-9 16,18-16-8-16,24-8-1 15,46-46-6-15,-5 3-107 16,-4-4-359-16</inkml:trace>
  <inkml:trace contextRef="#ctx0" brushRef="#br0" timeOffset="118859.81">8761 6488 309 0,'0'0'163'0,"0"0"134"16,0 0 8-16,0 0-57 15,0 0-44-15,0 0-80 0,0 0-50 16,-103 18 10-16,63 5 25 15,-3 4-21-15,4 2-1 16,11 0-25-16,8-7-26 16,10-6-21-16,10-6-10 15,4-9-5-15,28-1 0 16,12-9 1-16,13-13-1 16,1-6 0-16,-3-2-6 15,-11 5-21-15,-18 7 1 16,-15 7 26-16,-11 6 24 15,-11 5 6-15,-23 2-4 16,-15 18-7-16,-6 10-2 0,-8 7 18 16,2 7 30-16,10 1-4 15,8 0-12-15,13-6-18 16,15-4-13-16,15-9-18 16,0-9 0-16,30-11-6 15,12-6 5-15,11-6 0 16,4-20 1-16,3-7 0 15,-11-4-1-15,-11 2-11 16,-15 2 7-16,-13 7 5 16,-10 6 7-16,0 4 2 15,-20 8 6-15,-9 5-7 16,-2 3-1-16,-3 3 5 16,2 10-12-16,7 2 8 15,7 1-7-15,9 1 5 16,9 0-6-16,0-5-1 0,12 0-8 15,14-8 8-15,5-4-11 16,2-4 12-16,2-20-6 16,-7-7 5-16,-8-5-8 15,-9-6 9-15,-11-3-1 16,-3 0-7-16,-23 4-40 16,-12 7-44-16,-31-6-82 15,8 10-220-15,1 3-600 0</inkml:trace>
  <inkml:trace contextRef="#ctx0" brushRef="#br0" timeOffset="119816.4">8191 3297 687 0,'0'0'258'16,"0"0"-9"-16,0 0-43 15,0 0 21-15,0 0-65 16,-102-3-60-16,69 30-13 16,0 4-10-16,5 4-20 0,6-5-9 15,12-2-25-15,10-7-14 16,3-9-11-16,26-9 0 16,14-3 1-16,13-18 9 15,10-18 0-15,3-10-1 16,-8-2 0-16,-14-5 0 15,-18 4-3-15,-19 3 3 16,-10 9 0-16,-3 7-3 16,-19 12 14-16,-6 11 4 15,-10 7-11-15,-6 13-1 16,-3 16 7-16,-3 12-5 16,5 9-4-16,7 4 2 15,10 1-11-15,9 2 7 0,13-7-7 16,6-7-1-1,7-11-1-15,20-9 1 0,9-13-1 16,10-10-5-16,5-7 6 16,3-19 5-16,-5-13-5 15,-10-3 1-15,-14-2-1 16,-16 2 0-16,-9 8 0 16,-8 6 2-16,-18 9 7 15,-7 13-8-15,-6 6-1 16,-6 12 0-16,-1 22 0 15,0 12 6-15,4 9-6 16,9 5 1-16,11 0-1 16,14-3 1-16,8-9 0 15,12-6-1-15,21-12 0 16,12-13-6-16,7-17 0 0,5-2 0 16,-2-24 5-1,-9-10 1-15,-7-6 10 16,-17-1-9-16,-13-3 10 0,-9 2-11 15,-4 4 6-15,-20 7-4 16,-6 5 0-16,-3 11 0 16,0 10-2-16,2 7-14 15,-12 4-70-15,10 13-175 16,0 2-353-16</inkml:trace>
  <inkml:trace contextRef="#ctx0" brushRef="#br0" timeOffset="144701.23">25130 10723 1365 0,'0'0'314'0,"0"0"-55"0,0 0-20 15,0 0-24 1,0 0-51-16,0 0-49 0,-30-19-34 15,30 18-28-15,12-1-11 16,12 0 10-16,10-3 10 16,11 0-5-16,4-3-5 15,9-4-18-15,2 0-10 16,-2 0-4-16,-1 1-7 16,-7 1-7-16,-9 3-5 15,-8 1 0-15,-11 2-1 16,-10 3 1-16,-6 1-1 15,-6 0 0-15,0 0 0 16,0 0 0-16,-12 11 0 16,-13 9 7-16,-11 5 0 15,-12 11-1-15,-10 4-5 16,-8 8 0-16,-1 5 8 16,0 5 0-16,6-2 4 0,10-4 4 15,12-6 4-15,14-7 0 16,13-10-3-16,6-6 0 15,6-8 1-15,3-4 0 16,15-2 11-16,10-4 3 16,10-2 8-16,9-3 1 15,10 0-12-15,2 0-11 16,4 0-7-16,1-3-3 16,-4-7-1-16,-3 0-8 15,-8-1 0-15,-7-1-1 0,-10 2-5 16,-8 0 5-16,-9 3 1 15,-6 2 0-15,-3 1-15 16,-3 2-18-16,-3 1-23 16,0 1-31-16,0-2-28 15,0 2-84-15,-7-1-142 16,2 1-242-16,1-4-232 0</inkml:trace>
  <inkml:trace contextRef="#ctx0" brushRef="#br0" timeOffset="145040.49">25964 10928 466 0,'0'0'1002'0,"0"0"-654"16,0 0 6-16,0 0-112 16,0 0-31-16,0 0-29 15,0 0 14-15,0 64-34 16,8-27-53-16,0 4-27 16,-1 1-28-16,3-1-1 15,-2-1-31-15,0-7-10 0,-2-4-10 16,-3-5-1-1,0-7-1-15,-2-9-39 16,-1-8-57-16,0-12-36 16,0-15-157-16,0-9-503 0</inkml:trace>
  <inkml:trace contextRef="#ctx0" brushRef="#br0" timeOffset="145595.89">26080 9830 1506 0,'0'0'301'16,"0"0"12"-16,0 0-108 16,-86 6-53-16,57 2-38 15,5 3-30-15,2-2-1 16,3-4-25-16,8 0 5 0,3-4 1 15,4 0-22-15,4-1-10 16,0 0-8-16,0 2-8 16,0 6-7-16,0 3 4 15,4 6 25-15,2 8-1 16,2 5 1-16,1 5 8 16,0 6-4-16,-3 4-7 15,1 4 0-15,-1 0-3 16,3-1-2-16,0-3-3 15,-1-2-15-15,1-9 0 16,1-3-11-16,-1-6 0 16,-1-9 0-16,-1-4-1 15,-3-7-1-15,-1-3-24 0,-1-2-34 16,1-2-26 0,1-23-104-16,-1 1-323 0,0 0-273 15</inkml:trace>
  <inkml:trace contextRef="#ctx0" brushRef="#br0" timeOffset="145837.16">26172 10093 1538 0,'0'0'378'0,"0"0"-32"0,0 0-189 16,0 0 27-1,0 0-11-15,0 0-65 16,8 89-41-16,-1-61-28 0,-2-3-20 16,-1-4-17-1,1-3-1-15,-1-5-1 0,-1-6-72 16,3-7-157-16,-3 0-136 16,-2-7-456-16</inkml:trace>
  <inkml:trace contextRef="#ctx0" brushRef="#br0" timeOffset="146310.81">26245 9728 1517 0,'0'0'295'0,"0"0"-27"15,0 0-128-15,0 0-12 16,0 0-2-16,0 0-22 15,108-12-9-15,-71 6-40 16,0-3-11-16,-5 1 11 16,-8 0-15-16,-5-1 2 15,-7 3 3-15,-2 4 4 16,-5 2-16-16,-2 0-2 16,1 5-1-16,1 15 30 15,4 8 15-15,-2 8 6 16,1 6 3-16,-1 6-14 15,2 3-10-15,0 2 6 0,-1 2-13 16,2-4-11-16,-3-1 1 16,-1-3-11-16,0-6-13 15,0-1-13-15,-1-5-4 16,-2-4 4-16,-3-4-5 16,0-2 0-16,0-6 0 15,0-2-1-15,-2-5 2 16,-8-2-1-16,-2-3 8 15,-7 0-7-15,-10-2-1 16,-8 4-1-16,-11 1-40 16,-7 5-76-16,-23 13-100 15,14-5-278-15,15-6-683 0</inkml:trace>
  <inkml:trace contextRef="#ctx0" brushRef="#br0" timeOffset="147099.21">26821 11015 1431 0,'0'0'404'0,"0"0"-82"0,0 0-55 15,0 0-38-15,0 0-32 16,0 0-91-16,0 0-51 15,42-14-12-15,-14 7-4 16,5-3-1-16,-2 1-23 16,-1-4-9-16,-3 6 0 15,-5-2-6-15,-5 3-6 16,-8 4-50-16,-3 2-71 16,-6 0-167-16,0 0-268 15,-13 6-242-15</inkml:trace>
  <inkml:trace contextRef="#ctx0" brushRef="#br0" timeOffset="147307.47">26835 11146 1748 0,'0'0'498'0,"0"0"-197"0,0 0-84 16,0 0-8-16,0 0-80 15,0 0-63-15,86-24-32 16,-61 19-23-16,-6 0-11 16,-3 3-30-16,-4 2-130 0,-2 0-209 15,-4 0-419-15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7:34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27491 10714 424 0,'0'0'840'0,"0"0"-504"0,0 0-52 16,0 0-22-16,0 0-85 16,0 0-80-16,-9-1-54 15,9 23 25-15,0 5 63 16,0 4-38-16,0 2-34 16,0-3-30-16,0-3-19 15,0-2-10-15,0-7 0 0,2-2 0 16,3-6-14-1,-2-7-31-15,2-1-32 0,1-2 11 16,1-2 41-16,4-13 12 16,-1-5 12-16,1 1 0 15,-1-2 1-15,-4 6 6 16,-1 5 4-16,-2 5 7 16,-2 4 25-16,-1 1-5 15,2 2-19-15,1 15 12 16,0 4 23-16,2 4-8 15,1 1-11-15,2-2-22 16,-1-4 8-16,2-5-14 16,0-5 0-16,-1-4-5 15,2-4 11-15,3-2-6 16,3-8 3-16,3-12 5 0,-1-9-13 16,-2-9 9-16,-1-7-10 15,-6-6 0-15,-4-2 0 16,-4 0 1-16,-1 7-1 15,0 4 1-15,0 12-1 16,0 8-1-16,-4 10-10 16,-1 5-23-16,0 7-68 15,1 0-131-15,-5 15-158 16,5 6-303-16,-2 0-671 0</inkml:trace>
  <inkml:trace contextRef="#ctx0" brushRef="#br0" timeOffset="408.07">28000 10799 1679 0,'0'0'479'15,"0"0"-205"-15,0 0-60 16,0 0-2-16,-26 81-58 15,16-43-37-15,2 1-35 16,4 2-26-16,2-4-14 16,2-4-13-16,0-3-20 15,0-6-9-15,3-6 0 16,2-4-13-16,-1-4-69 16,-1-6-88-16,2-4-151 15,-1-4-238-15,-1-13-405 0</inkml:trace>
  <inkml:trace contextRef="#ctx0" brushRef="#br0" timeOffset="639.05">28111 10871 1549 0,'0'0'398'0,"0"0"-175"16,0 0 42-16,0 0-28 15,20 76-72-15,-14-48-62 16,0-4-23-16,0 0-43 16,-3 0-25-16,1-6-7 15,-3-2-5-15,1-4-16 16,-2-4-117-16,0-8-197 16,0 0-272-16,-2-16-403 0</inkml:trace>
  <inkml:trace contextRef="#ctx0" brushRef="#br0" timeOffset="998.19">28268 10024 1440 0,'0'0'300'15,"0"0"-5"-15,0 0-41 16,0 0-106-16,0 0 7 15,-82 19-27-15,60-2-18 16,1 0-29-16,6-1-27 16,2 0-26-16,6 0-19 15,6 2-1-15,1 3 1 0,0 3 3 16,6 3 1-16,5 2 0 16,3 2-7-16,1 4 3 15,-1 1-7-15,-1 1 5 16,-1 0-1-16,-2-1 0 15,0-2-5-15,1-2-1 16,-2-8 0-16,2-2-2 16,-2-3 1-16,-2-6-20 15,1-4-91-15,6-9-130 16,-2 0-96-16,-1-10-366 0</inkml:trace>
  <inkml:trace contextRef="#ctx0" brushRef="#br0" timeOffset="1203.09">28372 10285 1292 0,'0'0'526'15,"0"0"-197"-15,0 0-140 16,0 0-74-16,0 0-39 16,0 0 75-16,0 0-32 15,20 73-62-15,-13-47-36 16,-4 0-16-16,0-1-5 15,0-3-56-15,-3-3-197 0,0-3-291 16,0-11-437-16</inkml:trace>
  <inkml:trace contextRef="#ctx0" brushRef="#br0" timeOffset="1578.3">28456 10043 1365 0,'0'0'393'16,"0"0"-128"-16,0 0-103 16,0 0-77-16,0 0 8 15,0 0-8-15,91-12 18 16,-54 9 25-16,-3 1 24 16,-2 2-24-16,-7 0-62 15,-7 0-30-15,-2 8-6 0,-3 8-9 16,-2 5-2-1,0 6 7-15,-2 7 5 0,-3 7-1 16,0 4 5-16,-3 2-7 16,-3 2-5-16,0 1-2 15,0-1 4-15,-3-6-1 16,-6-6-8-16,1-4-7 16,-2-8-8-16,0-4 0 15,-2-8 0-15,-1-5 0 16,-3-5-1-16,-3-3-2 15,-2 0-59-15,-14-11-80 16,7-4-157-16,4 3-413 0</inkml:trace>
  <inkml:trace contextRef="#ctx0" brushRef="#br0" timeOffset="2064.57">28913 10958 977 0,'0'0'328'0,"0"0"-26"15,0 0-96-15,0 0-83 16,0 0-30-16,0 0-37 15,0 0 3-15,-5 11 27 16,2-5 23-16,-3-2-12 16,1 2-36-16,1-2-11 15,1-4-11-15,-1 0-5 0,1 0-6 16,1-3-14 0,2-6-14-16,0-4-6 0,0 2 4 15,0 1-5-15,0 5-11 16,0 2-65-16,5 3-90 15,0 0-166-15,0 5-314 0</inkml:trace>
  <inkml:trace contextRef="#ctx0" brushRef="#br0" timeOffset="2650.14">29100 10694 1538 0,'0'0'317'0,"0"0"-151"15,0 0-51-15,0 0 24 16,94 7-38-16,-69 7-18 16,-5 6 19-16,-4 5-6 15,-5 1 11-15,-6 2-28 16,-5 4-24-16,0-1-14 15,-8 0-14-15,-11-1-12 16,1-4-3-16,-3-5-12 16,6-5 0-16,2-6 4 15,5-9-4-15,5-1 0 16,3-3-11-16,0-14-38 0,11-6-26 16,8-3 14-16,3-6 3 15,2 1-8-15,3-3 15 16,-3-2 7-16,-2 1 18 15,-5 0 10-15,-3-1 11 16,-3 4 5-16,-3 3 1 16,-3 3 13-16,-2 6 21 15,-3 5 37-15,0 9 19 16,0 6-3-16,0 0-21 16,0 11-28-16,-11 14 0 15,-2 12 34-15,0 6 8 16,4 2-11-16,6 1-17 15,3-2-17-15,0-4-17 16,18-5-5-16,5-6-4 16,5-5-1-16,2-7-3 0,3-5-6 15,-4-7 0-15,-3-5-6 16,-4 0-61-16,-7-4-83 16,-3-16-143-16,-6 2-283 15,-5 1-481-15</inkml:trace>
  <inkml:trace contextRef="#ctx0" brushRef="#br0" timeOffset="2869.18">29602 10844 1735 0,'0'0'318'15,"0"0"44"-15,0 0-61 0,0 0-79 16,7 100-81-16,-5-69-24 15,0 0-35-15,0-1-37 16,-1-2-27-16,-1-4-18 16,2-2 0-16,-1-7-50 15,-1-9-151-15,2-6-410 16,-2 0-837-16</inkml:trace>
  <inkml:trace contextRef="#ctx0" brushRef="#br0" timeOffset="3620.71">29955 10749 1305 0,'0'0'495'0,"0"0"-119"16,0 0-18-16,0 0-43 15,0 0-91-15,0 0-82 16,0 0-82-16,3 0-30 16,16 0-12-16,13 2 9 15,8-2 9-15,8 0-11 16,3 0-13-16,-7 0-10 0,-7-5-1 15,-8-3-1-15,-10 2-1 16,-5-2-16-16,-5-1 5 16,-6-2-43-16,-3-1-110 15,0-8-183-15,-12 2-309 16,-5 2-488-16</inkml:trace>
  <inkml:trace contextRef="#ctx0" brushRef="#br0" timeOffset="3836.63">30146 10476 1538 0,'0'0'534'0,"0"0"-200"15,0 0-98-15,0 0-57 16,0 0 17-16,2 106-97 16,4-50-20-16,2 2-10 15,-2 2-9-15,0-2-29 16,-1-1-13-16,-1-3 8 15,-1-7-26-15,3-11 0 16,0-15-117-16,0-13-193 16,0-8-556-16</inkml:trace>
  <inkml:trace contextRef="#ctx0" brushRef="#br0" timeOffset="4618.39">30528 10561 1360 0,'0'0'521'16,"0"0"-213"-16,0 0-6 15,0 0-92-15,0 0-88 16,0 0-71-16,0 0 31 16,0 62-8-16,6-30-27 15,1-1-26-15,2 1-13 16,3-7-8-16,-1-4-1 16,2-6-1-16,-3-5-11 15,3-6-48-15,0-4-2 16,-1-7 6-16,2-11-10 0,0-7 16 15,1-4 23-15,-3 1 21 16,-1 2 7-16,-3 6 18 16,-3 8 34-16,-4 3 42 15,-1 8 6-15,0 1-42 16,0 0-17-16,0 14-19 16,2 6 65-16,1 5-13 15,1 2-18-15,4-1-18 16,3 0-13-16,2-6-5 15,3-3-1-15,-1-8-7 16,3-4-1-16,0-5-2 16,4 0 0-16,3-14-2 15,1-11 1-15,-1-5-7 0,-7-7 1 16,-5-7 4 0,-5-6-5-16,-7-2 0 0,-1 1-1 15,0 6-9-15,-1 8-3 16,-8 11-9-16,-3 6 3 15,1 5-2-15,-2 7-4 16,0 2 2-16,-2 3-16 16,-2 3-6-16,1 0-58 15,3 11-154-15,2 6-297 16,7-3-399-16</inkml:trace>
  <inkml:trace contextRef="#ctx0" brushRef="#br0" timeOffset="5550.75">31186 10558 1440 0,'0'0'611'16,"0"0"-235"-16,0 0-38 15,0 0-128-15,0 0-74 16,0 0-80-16,0 0 13 16,-2 66-15-16,2-30 4 0,0 2-15 15,3-4-16-15,0-2 0 16,1 0-25-16,-1-6-2 16,0-1 0-16,-1-5-27 15,-2-4-90-15,0-7-105 16,0-4-301-16,0-5-282 0</inkml:trace>
  <inkml:trace contextRef="#ctx0" brushRef="#br0" timeOffset="5894.3">31310 10637 1341 0,'0'0'667'0,"0"0"-494"16,0 0 22-16,0 0-79 15,0 0-16-15,0 0-27 16,102-36-8-16,-84 36-17 16,-3 0 4-16,-4 0 1 15,-7 8-6-15,-1 0-2 16,-3 3 0-16,0 4-8 16,0 6-2-16,-9 2-14 15,-6 4 0-15,-3 2-3 16,3-3 3-16,1-2-12 15,4-3 4-15,6-5-12 16,4-4 7-16,0-4-8 16,3-5 1-16,12-3-1 15,9 0 2-15,4 0 5 0,5-14-7 16,3-8-100-16,5-20-208 16,-9 2-318-16,-10-1-610 0</inkml:trace>
  <inkml:trace contextRef="#ctx0" brushRef="#br0" timeOffset="6241.29">31412 9785 1343 0,'0'0'329'16,"0"0"6"-16,0 0-85 15,0 0-43-15,-91-16-49 0,81 16-82 16,4 0-36-16,3 0-20 16,3 0-10-16,0 0-10 15,0 8 6-15,2 9 3 16,9 6 30-16,3 9 13 16,2 7 3-16,-1 5-4 15,1 5-6-15,-2 1-6 16,1 1-5-16,-3-3-2 15,0-5-13-15,1-6-13 16,-2-7-6-16,-1-5-9 16,0-9-48-16,0-6-125 15,7-10-146-15,-5-13-246 0,3-7-768 16</inkml:trace>
  <inkml:trace contextRef="#ctx0" brushRef="#br0" timeOffset="6420.15">31580 9960 988 0,'0'0'797'0,"0"0"-495"16,0 0-82-16,0 0-112 15,0 0 93-15,0 0-48 16,19 83-65-16,-10-52-40 16,-2-4-35-16,2-1-13 15,-3-4-40-15,-4-3-233 0,-2-8-379 16,0-8-1093-16</inkml:trace>
  <inkml:trace contextRef="#ctx0" brushRef="#br0" timeOffset="6796.7">31591 9793 1657 0,'0'0'370'16,"0"0"-90"-16,0 0-115 15,0 0 1-15,0 0-14 16,109-27-46-16,-77 21-59 16,-4 1-26-16,-7 2-8 15,-5 3 1-15,-2 0-2 16,-4 0-2-16,0 1-1 0,-1 11 2 16,2 8 5-16,2 5 5 15,-2 7 4-15,-2 4-1 16,1 8 0-16,-4-2-1 15,0 1-7-15,-1 1 7 16,-2-5-4-16,0-2-11 16,-3-5 4-16,0-6 0 15,0-5 1-15,0-5-2 16,0-2-5-16,-11-2 3 16,-3-4 0-16,-6 1-9 15,-4-4-8-15,-15-3-43 16,5-2-202-16,4 0-526 0</inkml:trace>
  <inkml:trace contextRef="#ctx0" brushRef="#br0" timeOffset="7315.61">32129 10735 1242 0,'0'0'342'16,"0"0"9"-16,0 0-107 15,0 0-80-15,0 0-74 16,0 0-45-16,0 0-13 15,0 0 25-15,0 8 37 0,-4 1-12 16,-2 0-24-16,0-2-16 16,2-2-14-16,-1-3-11 15,4-1-7-15,-2-1 5 16,3 0 9-16,0-5-11 16,0-5-13-16,0 0-1 15,6 2-11-15,1 2-38 16,1-1-94-16,13 3-81 15,-3-2-367-15,3-1-679 0</inkml:trace>
  <inkml:trace contextRef="#ctx0" brushRef="#br0" timeOffset="7868.79">32471 10297 1209 0,'0'0'500'0,"0"0"-239"15,0 0-40-15,0 0-83 16,0 0-30-16,81 27-16 15,-62 1-8-15,-5 6-23 16,-5 3-15-16,-9 4-7 16,0 0-11-16,-9 2-15 15,-11-6 1-15,-5-1-9 0,1-9-5 16,2-7 0-16,8-9-6 16,7-5 0-16,5-6-9 15,2-3-31-15,2-17-56 16,13-10 16-16,6-8 34 15,2-7 30-15,4-4 21 16,-3-4 0-16,0 2 1 16,-2 1 0-16,-5 1 12 15,-2 9 4-15,-6 5 29 16,-3 11 31-16,-5 8 25 0,-1 10 1 16,0 6-17-1,0 0-42-15,-3 17-25 0,-6 12 2 16,-1 10 14-16,1 8-1 15,8 5-12-15,1 2 3 16,0 1-7-16,10-2-17 16,2-5-7-16,2-7-40 15,5-7-186-15,-3-12-332 16,-4-13-568-16</inkml:trace>
  <inkml:trace contextRef="#ctx0" brushRef="#br0" timeOffset="8252.07">32802 10437 743 0,'0'0'941'15,"0"0"-766"-15,0 0 45 16,0 0-52-16,0 0-35 16,102-9-35-16,-77 13-6 15,-5 4 38-15,-4 1-9 16,-7-1-15-16,-4 4-12 15,-5 0-22-15,0 9-6 16,-3 1-2-16,-14 5-16 16,-5 4-9-16,-4-1-3 15,4-2 3-15,4-3-11 16,3-5 2-16,9-7-4 16,6-5-8-16,0-4-3 15,13-4 7-15,20 0 11 16,25 0-3-16,28-6-1 0,24-6-16 15,-4 1-2-15,-22 2-11 16,-26 4 1-16,-25 0 0 16,-5 3-1-16,-4-1-9 15,-15 3-28-15,-47 7-125 16,-18 8-220-16,-24 2-855 0</inkml:trace>
  <inkml:trace contextRef="#ctx0" brushRef="#br0" timeOffset="8799.86">27792 12335 1664 0,'0'0'486'16,"0"0"11"-16,0 0-265 15,0 0-41-15,0 0-58 16,0 0-61-16,0 0-33 16,57-5-6-16,-15 1-8 15,3-3-7-15,1 1-7 0,-4 1-10 16,-7-1 1 0,-8 1-2-16,-8 4-11 0,-8-2-83 15,-8-2-81-15,-3-5-165 16,-12-2-333-16,-7 1-749 0</inkml:trace>
  <inkml:trace contextRef="#ctx0" brushRef="#br0" timeOffset="9018.84">27961 12132 1590 0,'0'0'526'0,"0"0"-340"16,0 0-23-16,0 0-14 0,0 0 91 15,19 92-63 1,-14-40-47-16,-2 5-40 0,-3 2-33 16,0 0-29-16,0-1-20 15,0-5-8-15,0-7-12 16,0-9-58-16,12-19-158 16,1-10-379-16,5-8-579 0</inkml:trace>
  <inkml:trace contextRef="#ctx0" brushRef="#br0" timeOffset="9627.57">28992 12088 1525 0,'0'0'518'16,"0"0"-263"-16,0 0 12 16,0 0-114-16,0 0-72 15,0 0 28-15,-18 85-3 16,12-44-33-16,1 2-37 15,5-4-13-15,0-8-22 0,0-4 0 16,6-9-1 0,7-7-8-16,0-9-4 0,3-2-9 15,0-5-1-15,2-14-24 16,0-5 7-16,-2-3 25 16,-3 2 7-16,-2 2 6 15,-3 7 1-15,-4 3 6 16,-2 7 24-16,-2 5 13 15,1 1-16-15,1 0-17 16,2 14 2-16,4 4 24 16,1 3-10-16,1-1-10 15,3-3-5-15,1-4-2 16,-1-6-9-16,1-4 8 0,-1-3-2 16,2-6 4-1,1-15 1-15,-1-8-10 0,-2-8 5 16,-5-8-5-16,-3-2-1 15,-5-2 0-15,0 9-1 16,0 9-9-16,0 12-8 16,0 14-15-16,-5 5-69 15,-3 8-121-15,0 28-63 16,0-5-86-16,4-1-526 0</inkml:trace>
  <inkml:trace contextRef="#ctx0" brushRef="#br0" timeOffset="9853.07">29426 12246 1609 0,'0'0'489'0,"0"0"-250"0,0 0-49 16,0 0 21-16,0 0-8 15,23 73-58-15,-15-44-44 16,1 6-43-16,-2-4-29 15,1 3-20-15,-2-2-9 16,1-6-1-16,-1-4-54 16,0-10-115-16,-3-5-285 15,0-7-281-15</inkml:trace>
  <inkml:trace contextRef="#ctx0" brushRef="#br0" timeOffset="10264.28">29621 12264 1482 0,'0'0'368'16,"0"0"-244"-16,0 0 21 15,0 0-20-15,103-38-35 16,-81 38-54-16,-5 0-2 16,-5 0-7-16,-8 7 1 15,-2 7 18-15,-2 4-13 16,0 2-1-16,-14 3-9 15,-2-1-22-15,1-4 8 16,-2-2 0-16,7-7 16 0,1-2 66 16,6-4 0-1,3-3-28-15,0 0-21 0,2 3-30 16,11 2-3-16,5 1 6 16,4 6-3-16,4 2-5 15,0 4-6-15,0 3 6 16,-4 4 5-16,-5 0-3 15,-8 1 0-15,-9 2 0 16,0-1 8-16,-19 0 3 16,-9-4-8-16,-6-3-10 15,-5-7-1-15,2-10-1 16,1-3-15-16,-4-42-91 16,6 1-193-16,9-12-344 0</inkml:trace>
  <inkml:trace contextRef="#ctx0" brushRef="#br0" timeOffset="10594.4">29828 11564 897 0,'0'0'700'0,"0"0"-481"16,0 0 64-16,0 0-84 15,0 0 5-15,0 0-44 16,0 0-26-16,-76 32-24 16,70-19-38-16,3 3-33 0,3 5-16 15,0 4-4 1,0 6 8-16,6 4 1 0,3 2 1 16,0 1-2-16,-1 0-6 15,-2-1-5-15,0-5-10 16,2-1 0-16,-2-8-6 15,-1-5-1-15,1-6-12 16,0-7-64-16,4-5-120 16,-1-3-155-16,-1-9-490 0</inkml:trace>
  <inkml:trace contextRef="#ctx0" brushRef="#br0" timeOffset="10784.35">29914 11771 1644 0,'0'0'485'0,"0"0"-273"0,0 0-74 16,0 0 91-16,0 0-68 15,0 0-74-15,55 96-36 16,-45-70-34-16,-3-1-17 16,-2-1-15-16,-1-2-130 15,-1-5-229-15,-3-8-529 0</inkml:trace>
  <inkml:trace contextRef="#ctx0" brushRef="#br0" timeOffset="11111.67">30043 11530 1435 0,'0'0'643'0,"0"0"-403"15,0 0 19-15,0 0-104 16,0 0-46-16,0 0-40 15,0 0 15-15,67-7-16 16,-39 18-11-16,2 5-22 16,-1 6-19-16,-1 7 1 15,0 3 7-15,-4 3-6 16,-1 2 1-16,-4 1 2 16,-7-4-3-16,-6-1-4 15,-6-5-5-15,0-3-3 16,0-5-5-16,-11-3 7 0,-1-4-7 15,-1-5 6-15,0-3-7 16,-2-1-7-16,-2-4-1 16,-4 0-85-16,-7 0-130 15,3 3-387-15,5 1-782 0</inkml:trace>
  <inkml:trace contextRef="#ctx0" brushRef="#br0" timeOffset="11481.9">30441 12414 1228 0,'0'0'575'16,"0"0"-356"-16,0 0-21 15,0 0-93-15,0 0-44 16,0 0 1-16,0 0 15 16,11 14 7-16,-11-8 3 15,0 1-12-15,-5-4-27 16,-2-3-23-16,-2 0-5 0,3 0-7 15,0-3-13 1,4-5-6-16,2 0-66 0,0-1-107 16,14-7-83-16,8-1-311 15,4 2-715-15</inkml:trace>
  <inkml:trace contextRef="#ctx0" brushRef="#br0" timeOffset="11954.51">30704 12022 1744 0,'0'0'366'0,"0"0"-125"16,0 0-97-16,0 0 15 16,91 13-59-16,-59 10-15 0,-3 4-9 15,-4 8-23-15,-5 0-2 16,-11 1-10-16,-8 3-15 15,-1-3-10-15,-6-3-2 16,-9-5-14-16,0-7-5 16,2-6-1-16,3-10-12 15,5-5-17-15,5-5-60 16,0-16-28-16,3-4 10 16,13-4 61-16,4-5 32 15,2-2 14-15,-1-3 6 16,0 0 0-16,-5-4 0 15,-1 4 0-15,-3 3 9 16,-4 3 17-16,-2 10 39 16,-2 7 14-16,-4 10 23 0,0 6-30 15,0 0-32-15,0 16-9 16,0 11 34-16,-2 8-7 16,2 4-16-16,0 1-19 15,3 2-5-15,11-1-17 16,7-4 0-16,0-3-1 15,3-4-46-15,12-5-124 16,-8-9-328-16,-3-10-561 0</inkml:trace>
  <inkml:trace contextRef="#ctx0" brushRef="#br0" timeOffset="12398.59">31297 12182 1618 0,'0'0'486'0,"0"0"-325"16,0 0 2-16,0 0-67 16,0 0-20-16,0 0-24 15,96-14 8-15,-75 14-17 16,-5 3 2-16,-4 3 0 16,-4 4-30-16,-4 0 4 15,-2 2-10-15,-2 2 4 16,0 0-5-16,0 1-7 15,-5-1 7-15,-1-2-8 16,0-4 1-16,5-1 0 16,1-3 0-16,0 1 0 0,0 3 31 15,3-1 23-15,7 5-4 16,2 3 0-16,4 4-14 16,-2 1 2-16,-1 3-7 15,-4 0 2-15,-6 1 5 16,-3 1 4-16,-3-2 14 15,-15 2 3-15,-6-4-6 16,-5-2-7-16,-4-5-16 16,0-4-14-16,-2-4-8 15,2-6-8-15,1 0-1 16,1 0-7-16,3-9-95 16,-16-16-112-16,7 3-332 0,1-4-775 15</inkml:trace>
  <inkml:trace contextRef="#ctx0" brushRef="#br0" timeOffset="13827.78">26887 14056 667 0,'0'0'363'0,"0"0"-27"16,0 0 152-16,0 0-153 0,0 0-45 15,0 0-46-15,0 0-84 16,-54-24-39-16,14 38-16 16,-6 7-11-16,-1 5-16 15,3 8-31-15,5 4-16 16,7 2-13-16,10 1-5 15,12 0-7-15,10-6-6 16,0-3-1-16,15-9-7 16,12-7 2-16,4-9-1 15,6-7-2-15,0-3-27 16,-2-18-1-16,-4-5-10 16,-7-8 5-16,-8-2 12 15,-5-3 18-15,-4 0 6 16,-7 2 6-16,0 6 1 15,0 6 5-15,0 9 9 0,0 7 27 16,-1 4 11-16,-1 5-11 16,-1 0-13-16,3 4-22 15,0 14-7-15,0 7 0 16,6 8 0-16,8 1 0 16,3 2 1-16,2-2 1 15,1-1 4-15,1-4-6 16,-1 1 0-16,0-3-6 15,0-4-35-15,4 0-120 16,-5-7-324-16,-1-10-404 0</inkml:trace>
  <inkml:trace contextRef="#ctx0" brushRef="#br0" timeOffset="14031.68">27157 14268 1716 0,'0'0'345'0,"0"0"-54"16,0 0-6-16,36 82-65 16,-24-48-93-16,1 2-42 15,-3 1-39-15,-4-7-20 16,-1-5-26-16,-3-4-7 16,-2-11-114-16,0-10-224 15,-8-6-233-15,-3-15-1098 0</inkml:trace>
  <inkml:trace contextRef="#ctx0" brushRef="#br0" timeOffset="14472.16">27142 13479 1547 0,'0'0'318'0,"0"0"10"15,0 0-137-15,0 0-41 16,0 0-29-16,0 0-30 15,-83 26 4-15,72-14-22 16,3 3-17-16,5 4-29 16,3 9-12-16,0 2 0 15,0 7 4-15,9 4 23 16,4 2 3-16,0 1-2 16,0-2-8-16,2 0-2 15,-1-4-14-15,0-4-2 16,0-6-8-16,-1-4-8 0,-2-2-1 15,-2-7-1 1,-2-4-47-16,2-5-91 0,0-6-162 16,-1-6-241-16,0-8-606 15</inkml:trace>
  <inkml:trace contextRef="#ctx0" brushRef="#br0" timeOffset="14668.29">27370 13663 1661 0,'0'0'571'0,"0"0"-346"16,0 0-107-16,0 0 32 15,0 0 13-15,27 81-58 16,-17-46-40-16,2-2-32 0,0 1-21 16,-4-5-12-16,-1-4-9 15,-2-9-119-15,-4-8-238 16,1-8-444-16</inkml:trace>
  <inkml:trace contextRef="#ctx0" brushRef="#br0" timeOffset="15022.37">27423 13414 1147 0,'0'0'709'15,"0"0"-454"-15,0 0-8 16,0 0-101-16,0 0-3 15,0 0-19-15,0 0-9 16,99-50-16-16,-78 44-42 16,-1 3-28-16,-4 3-18 0,-3 0-5 15,1 12-5-15,2 10 16 16,2 10 1-16,2 9 7 16,0 9 7-16,4 17 1 15,-1 16 4-15,-5-4 1 16,-5-8-4-16,-6-11 2 15,-7-15-8-15,0 0-5 16,0 2-8-16,-1-10-9 16,-11-10-6-16,3-10 0 15,-2-9-1-15,-2-6-5 16,-2-2-15-16,-6-7-94 0,-5-13-112 16,2 0-271-1,6 3-365-15</inkml:trace>
  <inkml:trace contextRef="#ctx0" brushRef="#br0" timeOffset="15240.67">28274 14079 1972 0,'0'0'353'16,"0"0"-146"-16,0 0-9 15,0 0-133-15,0 0-38 16,0 0-21-16,0 0-5 16,72-20-1-16,-59 18-57 0,3-2-143 15,-5 2-340-15,-5 1-528 16</inkml:trace>
  <inkml:trace contextRef="#ctx0" brushRef="#br0" timeOffset="15413.46">28146 14296 1928 0,'0'0'525'0,"0"0"-248"15,0 0-116-15,0 0-45 16,0 0-52-16,0 0-40 16,109 0-18-16,-81-2-6 0,12-17-138 15,-5-1-411-15,-4-3-907 16</inkml:trace>
  <inkml:trace contextRef="#ctx0" brushRef="#br0" timeOffset="16590.71">29300 13906 418 0,'0'0'354'0,"0"0"-115"15,0 0-35-15,0 0-54 16,0 0-4-16,0 0 1 16,0 0 2-16,32-57 6 15,-29 47-11-15,0 3-4 16,-3 0-2-16,0-1-5 16,0 3 18-16,0 1-14 15,-5-1-45-15,-5 4-26 16,-7 1-16-16,-2 0-9 15,-4 3-2-15,1 11 5 16,-1 3-1-16,1 2-5 16,2 6-10-16,1 1-10 0,3 2-4 15,4 2-7-15,2 0-5 16,5-3 4 0,5 2-5-16,0-5 1 0,0-2-2 15,14-5 0-15,2-1-1 16,6-6 1-16,4-6 0 15,2-4 0 1,2 0 0-16,0-16-1 0,-1-4 1 16,-3-6-2-16,-4-4-11 15,-2-2 4-15,-7-3 3 16,-1 1 0-16,-4-2 5 16,-4 0 0-16,-2 2 1 15,-2 6 0-15,0 5 0 16,0 6 0-16,0 7 2 0,0 5 4 15,0 3 0-15,0 2-5 16,0 0 5-16,0 12-6 16,0 13 0-16,0 11 8 15,6 6 7-15,5 6 1 16,3 5 8-16,4 0 36 16,-2 3-17-16,4 0-5 15,-4 4-2-15,-3-2-11 16,-2-2 1-16,-5-1-5 15,-2-4 3-15,-4-2 0 16,0-6-9-16,0-10-15 16,-2-5 6-16,-4-6-5 0,-4-6 0 15,0-6 0 1,-5-1 0-16,-4-3 0 0,-4-4 7 16,-7-2-7-16,-3 0 0 15,1 0 1-15,0-9 4 16,4-7-6-16,4-2 2 15,8-4-1-15,8 2-1 16,8-4 0-16,0 4-6 16,5-3 5-16,11 3-14 15,4 1 7-15,1 3 7 16,-1 5 0-16,0 7-6 16,-2 2 6-16,-3 2-1 15,0 0-8-15,-6 0-7 16,-1 11-14-16,-3 0-25 15,-5 1-37-15,0 1-22 0,0-1-62 16,-10-2-150 0,-2-7-243-16,-3-3-432 0</inkml:trace>
  <inkml:trace contextRef="#ctx0" brushRef="#br0" timeOffset="20332.26">30188 13493 1209 0,'0'0'389'15,"0"0"-46"-15,0 0-14 16,0 0-147-16,-117 138 31 16,62-12-61-16,8 14-70 0,20-1-22 15,22-21 24-15,7-23-11 16,19-19-14-16,2-17-14 16,3-16-8-16,3-9-10 15,6 0-14-15,5-3-13 16,5-7-1-16,-2-15-25 15,-4-9-112-15,9-39-164 16,-11-6-299-16,-7-8-420 0</inkml:trace>
  <inkml:trace contextRef="#ctx0" brushRef="#br0" timeOffset="20749.6">30377 13799 1483 0,'0'0'486'16,"0"0"-282"-16,0 0 78 16,0 0-148-16,0 0-79 15,0 0-25-15,0 0 39 16,99-3-8-16,-50-2-16 16,-4-3-14-16,-5 1-15 15,-5-4-5-15,-10 5-10 16,-6-3 11-16,-8 6 7 15,-4 2 22-15,-7 1 14 16,0 0-10-16,0 9-3 16,-15 15-12-16,-6 10 0 15,-5 5-3-15,-2 5 19 16,-2-1-5-16,5-5-8 0,4-6-5 16,9-5-7-16,5-6-8 15,7-4 1-15,0-2-13 16,9-4 6-16,10-3 1 15,7-1 2-15,4-5 4 16,2-2-4-16,3 0-8 16,-1-2-2-16,-5-4-1 15,-6 2-55-15,-1 2-134 16,-5 0-178-16,-8 2-459 0</inkml:trace>
  <inkml:trace contextRef="#ctx0" brushRef="#br0" timeOffset="20962.41">30862 14034 1570 0,'0'0'705'0,"0"0"-505"16,0 0-8-16,0 0-52 16,0 0 38-16,0 0-56 15,54 96-39-15,-41-64-37 16,-4-2-25-16,-1-3-20 15,-1-5-1-15,-4-5-24 16,-3-12-174-16,0-5-306 16,0-3-331-16</inkml:trace>
  <inkml:trace contextRef="#ctx0" brushRef="#br0" timeOffset="21217.8">30971 13326 1669 0,'0'0'399'15,"0"0"85"-15,0 0-271 16,0 0-110-16,0 0-72 16,0 0-10-16,0 0 12 15,33 85 2-15,-15-51 1 16,-2 2-7-16,0 1-5 15,-2-1-7-15,-2-2-17 16,-6-4-24-16,-6-8-218 0,0-8-332 16,0-11-539-16</inkml:trace>
  <inkml:trace contextRef="#ctx0" brushRef="#br0" timeOffset="21539.16">31053 13210 1746 0,'0'0'349'0,"0"0"0"16,0 0-134-16,0 0-118 15,0 0-64-15,0 0-15 16,0 0-11-16,85-21 5 16,-69 23 15-16,2 5-10 0,-1 3 3 15,-1 4 6-15,2 5 2 16,-3 6 2-16,1 3-3 15,-1 6-1-15,0 1 5 16,-3 2-4-16,0-2-6 16,-2-1-6-16,-2-6-14 15,-4-3 7-15,-2-5-2 16,-2-4-5-16,0-3 1 16,-3-2-2-16,-12-1-8 15,-19 7-89-15,4-5-241 16,3 0-478-16</inkml:trace>
  <inkml:trace contextRef="#ctx0" brushRef="#br0" timeOffset="22711.2">30886 13416 1187 0,'0'0'261'15,"0"0"59"-15,0 0-51 16,0 0-93-16,0 0-67 0,0 0-41 15,-87-20 12 1,71 29-19-16,4 4-33 0,2 4-16 16,5 4-1-16,5 6 16 15,0 2 8-15,5 7 9 16,8 1 8-16,2 4 1 16,3 4-9-16,0 0 1 15,0 3-5-15,-1-4-12 16,1 0-16-16,2-5-12 15,2-8 0-15,5-6-33 16,33-8-172-16,-7-6-22 16,4-11-381-16</inkml:trace>
  <inkml:trace contextRef="#ctx0" brushRef="#br0" timeOffset="23083.87">31700 13217 1555 0,'0'0'368'16,"0"0"-73"-16,0 0-113 16,79 90 59-16,-16 3-97 15,17 41-14-15,3 25-40 16,-14 2-3-16,-25-7 0 16,-32-22 19-16,-12-6-21 15,-37-4-43-15,-31-7-25 16,-26-2-11-16,-28-3-6 15,-23-2-6-15,-17-6-66 16,-14-18-123-16,39-25-370 16,22-22-503-16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8:31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19574 8042 1101 0,'0'0'351'16,"0"0"-135"-16,0 0 24 16,0 0 23-16,-27-80-12 15,22 76-34-15,4 4-71 16,-1 9-81-16,2 22-47 16,0 14 34-16,2 12 2 15,5 6-20-15,1 0-22 16,-2-4-6-16,-1-6-5 15,-2-8-1-15,-1-9-25 16,-2-10-61-16,0-7-57 0,0-10-2 16,-12-7 46-16,-3-2 33 15,-4-11 7-15,-1-11 31 16,-3-6 16-16,-1-3 12 16,2 0 1-16,3 4 9 15,5 5 35-15,6 8 14 16,5 8 13-16,3 6-25 15,0 3-29-15,11 17 33 16,9 6 29-16,6 6-10 16,0-1-22-16,4-1-12 15,0-2-20-15,1-6-10 16,-1-3-4-16,0-7-2 16,-7-4 0-16,-2-5-66 0,-5-3-40 15,-6 0-24-15,-4-10 40 16,-1-10-5-16,-4-6 49 15,3-8 23-15,-3-4 16 16,5-2 6-16,-2 6 1 16,2 8 1-16,-1 11 16 15,-1 10 2-15,-1 5 0 16,0 10 8-16,0 14 25 16,-3 9-1-16,0 6-14 15,-4 1-19-15,-7 1-9 16,-2-5-9-16,-2 0 0 15,1-4-44-15,-3 4-103 16,3-8-191-16,2-9-358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8:39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10972 5046 398 0,'0'0'602'16,"0"0"-381"-16,0 0-5 16,0 0 20-16,0 0-29 15,0 0-11-15,-12-37-29 16,10 37-32-16,1 0-42 16,1 13-36-16,0 13 25 15,0 5 34-15,0 6-22 16,0 2-37-16,4 2-20 15,4-5-13-15,0-2-14 0,0-4-8 16,0-2 4-16,-2-6-6 16,-2-2 0-16,0-4-27 15,-2-3-67-15,-2-4-96 16,0 1-43-16,-13-1-154 16,-4-3-244-16,-1-2-351 0</inkml:trace>
  <inkml:trace contextRef="#ctx0" brushRef="#br0" timeOffset="258.51">10842 5313 874 0,'0'0'396'0,"0"0"-40"16,0 0-131-1,0 0-39-15,0 0 19 0,0 0-31 16,0 0-37-16,44 69-31 15,-19-52-8-15,0 0-5 16,5-5-46-16,-3-1-24 16,-1-2-14-16,1-4-8 15,-5-3 5-15,-2-2-6 16,-2 0-45-16,-6 0-121 16,1-9-103-16,-7-1-280 15,-1 0-324-15</inkml:trace>
  <inkml:trace contextRef="#ctx0" brushRef="#br0" timeOffset="520.2">11192 5238 1111 0,'0'0'363'16,"0"0"-89"-16,0 0-29 15,0 0-19-15,0 0-60 16,-25 82-1-16,19-52-36 16,-3 2-36-16,3-3-35 15,0-2-18-15,0-3-25 0,2-2-8 16,-2-5-7 0,0 0-4-16,1-3-114 15,-1 1-132-15,0-3-306 0,-1-7-533 0</inkml:trace>
  <inkml:trace contextRef="#ctx0" brushRef="#br0" timeOffset="698.49">11206 5472 1575 0,'0'0'534'0,"0"0"-275"15,0 0-118-15,0 0-71 16,0 0-70-16,0 0-75 0,0 0-430 16,-34 53-1168-16</inkml:trace>
  <inkml:trace contextRef="#ctx0" brushRef="#br0" timeOffset="4858.58">19769 7170 378 0,'0'0'7'0,"0"0"680"16,0 0-414-16,0 0-43 16,0 0-28-16,0 0-14 0,0 1-6 15,0-1-54-15,0-1-30 16,0-4-45-16,12-1-25 15,3-4-14-15,6 1-13 16,1-2 0-16,1 5-1 16,0-2-5-16,1 3-44 15,-3 1-127-15,-1 1-103 16,-6 0-108-16,-5 2-220 0</inkml:trace>
  <inkml:trace contextRef="#ctx0" brushRef="#br0" timeOffset="5069.37">19736 7322 616 0,'0'0'415'0,"0"0"-168"0,0 0-41 15,0 0-94-15,0 0-74 16,0 0 36-16,0 0-23 15,45-6-20-15,-18-5-31 16,15-12-83-16,-8-1-217 16,-4 4-421-16</inkml:trace>
  <inkml:trace contextRef="#ctx0" brushRef="#br0" timeOffset="14014.05">11912 5530 1270 0,'0'0'554'0,"0"0"-298"0,0 0-8 16,0 0-2-16,74-101-19 15,-31 64-61-15,9 0-42 16,5-4-42-16,9 1-41 15,2-1-28-15,4 4-7 16,1-4-5-16,-4 5 0 16,-7 2 0-16,-14 7 0 15,-12 6-1-15,-18 9-1 16,-14 7-5-16,-4 2-60 16,-18 3-130-16,-44 20-266 15,2 7-155-15,-4 4-400 0</inkml:trace>
  <inkml:trace contextRef="#ctx0" brushRef="#br0" timeOffset="14445.87">12049 5263 565 0,'0'0'650'0,"0"0"-362"0,0 0-4 16,0 0-62-16,0 0-20 15,0 0-63-15,0 0-34 16,19-60-32-16,-19 73-23 16,-13 12 8-16,-4 10 15 15,-7 9-7-15,-1 6-2 16,0 1-23-16,2 0-15 15,7-6 7-15,7-8-6 16,5-3 6-16,4-10-15 16,4-7 3-16,12-5 6 15,8-4 19-15,4-6 7 16,5-2 1-16,3-2-3 16,3-11-18-16,2-3-18 15,1-6-6-15,-1-2-9 16,-3 2 1-16,-5 2-1 0,-9 5 0 15,-9 6-29-15,-7 7-68 16,-13 13-152-16,-16 12-461 16,-7 8-776-16</inkml:trace>
  <inkml:trace contextRef="#ctx0" brushRef="#br0" timeOffset="16771">17633 8210 217 0,'0'0'174'0,"0"0"35"15,0 0 28-15,0 0 16 0,0 0-21 16,0 0 38-16,-5-25-38 16,5 18-29-16,0 3-10 15,0 0-29-15,2 2-9 16,10 2-30-16,6 0 6 16,9 0 0-16,5 6-20 15,7 2-27-15,3 0-8 16,4-4-14-16,-1-2-23 15,3-2-9-15,-2 0-5 16,0 0-12-16,2-9-7 16,-5-1-4-16,-2-2 5 15,-4 3-7-15,-10-1-1 16,-5 3-1-16,-7 1-34 0,-9 5-35 16,-6 1-52-16,-12 0-94 15,-10 11-322-15,-8 3-214 0</inkml:trace>
  <inkml:trace contextRef="#ctx0" brushRef="#br0" timeOffset="17187.83">17664 8457 841 0,'0'0'496'15,"0"0"-200"-15,0 0-50 16,0 0-1-16,0 0-42 16,0 0-63-16,0 0 67 15,54-4-7-15,-21-2-46 16,4-2-45-16,5 1-22 15,3 0-18-15,1 2-17 16,0-1-15-16,-2 0-5 16,0 3-2-16,-3-5-9 15,0 1 0-15,-1-5 3 0,-1 0-2 16,-3-3-13 0,-4-1-7-16,-9 3-1 0,-5 2 7 15,-9 6-8-15,-6 2 0 16,-3 1-1-16,0 2-41 15,-9 0-66-15,-34 14-83 16,3 6-186-16,-8 3-376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09:08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11549 4782 1684 0,'0'0'393'0,"0"0"-131"16,0 0-72-16,0 0-47 16,0 0 7-16,0 0-48 15,-7 0-59-15,24 0-23 16,7-7-11-16,6-2-9 0,3 2 0 15,-2 0-73-15,-3 4-141 16,1 3-128-16,-11 0-331 16,-9 9-263-16</inkml:trace>
  <inkml:trace contextRef="#ctx0" brushRef="#br0" timeOffset="159.47">11497 5056 1051 0,'0'0'554'0,"0"0"-213"16,0 0-109-16,0 0-96 0,0 0-73 16,0 0-46-1,89-85-7-15,-47 54-10 0,18-13-150 16,-11 6-445-16,-10 4-509 0</inkml:trace>
  <inkml:trace contextRef="#ctx0" brushRef="#br0" timeOffset="465.44">11677 4512 1393 0,'0'0'694'0,"0"0"-311"16,0 0-145-16,0 0-71 15,0 0-26-15,0 0-71 16,0 0-42-16,24 17 1 0,6-10 1 15,4 2 3-15,2 1-11 16,-2 2-2-16,-2 3-10 16,-4 3-1-16,-4 2-3 15,-6 2 11-15,-5 2 5 16,-7 3 6-16,-6 4-5 16,0 2-5-16,-9 2 0 15,-16 7-9-15,-10 5-8 16,-21 17-1-16,-44 27-22 15,13-15-215-15,-11-6-915 0</inkml:trace>
  <inkml:trace contextRef="#ctx0" brushRef="#br0" timeOffset="6643.76">18476 1743 950 0,'0'0'590'0,"0"0"-348"15,0 0 50-15,0 0-74 16,0 0-39-16,0 0-72 16,-32-30-64-16,28 53-26 15,3 14-17-15,1 8 12 16,0 4 8-16,0 1-1 16,1 0 3-16,9-8-8 15,-1-5-2-15,2-5-11 0,1-8 1 16,-3-7-1-16,-2-7-1 15,0-6-6-15,1-4-1 16,-2 0 5-16,3-12 2 16,0-7 1-16,0-5-1 15,0-3 0-15,0 3 0 16,-5 3 1-16,-1 7 0 16,-1 6 7-16,-2 5 1 15,0 3-3-15,1 0-5 16,4 7-1-16,2 10 0 15,5 3 0-15,2 1 11 16,3 3-11-16,1-5 8 16,3-4 2-16,-2-6 6 0,-2-3-1 15,-1-6 5 1,-2 0 4-16,1-8 0 0,-3-14-4 16,-2-5-6-16,-1-9-5 15,-5-5 1-15,-4-7-4 16,0-3-4-16,0 0 5 15,-3 2-6-15,-7 7 1 16,1 10-1-16,-1 10-1 16,-2 9-11-16,0 12-67 15,1 7-122-15,3 14-268 16,2 0-523-16</inkml:trace>
  <inkml:trace contextRef="#ctx0" brushRef="#br0" timeOffset="7529.93">19023 1998 362 0,'0'0'925'0,"0"0"-610"16,0 0-33-16,0 0-63 15,0 0-47-15,0 0-63 16,0 0-44-16,3-48-29 16,9 48-11-16,3 3-11 15,-1 15 10-15,-4 8-11 0,-1 8 3 16,-6 7 10 0,-3 5 15-16,-2 3 8 0,-14 2-20 15,-2 0-14-15,-6-4-8 16,0-3-1-16,1-10-5 15,3-8-1-15,2-8 1 16,6-11-1-16,3-7 9 16,3-2-1-16,2-15 1 15,1-3 16-15,3-3 5 16,0 4 0-16,0 7 2 16,0 5-2-16,1 6-19 15,5 1-4-15,6 0 2 0,2 11 5 16,3 4-1-1,3 2-1-15,4 2 2 0,0-2-5 16,1-1-8-16,-1-4 1 16,3-4 4-16,0-5-6 15,0-3-6-15,8-11-94 16,-5-10-283-16,-5-7-609 0</inkml:trace>
  <inkml:trace contextRef="#ctx0" brushRef="#br0" timeOffset="8093.29">19228 1046 804 0,'0'0'593'15,"0"0"-343"-15,0 0 29 0,-80 35-65 16,58-26-30 0,1 0-23-16,6-3-38 0,1-2-22 15,5-1 2-15,2-3 6 16,3 0-17-16,2 0-51 16,2 0-18-16,0 0-2 15,0 0-12-15,0 3-3 16,0 1-6-16,0 8-11 15,2 5 4-15,5 12 7 16,1 13 12-16,1 6 7 16,-2 7 4-16,-2 3 1 15,1 0-5-15,-2-4-2 0,2-1-8 16,2-8-3-16,-2-5-6 16,0-8 0-16,0-6 0 15,1-5-1-15,-1-9-40 16,0-3-92-16,3-9-139 15,1-4-246-15,-1-15-310 0</inkml:trace>
  <inkml:trace contextRef="#ctx0" brushRef="#br0" timeOffset="8308.35">19313 1246 611 0,'0'0'1093'0,"0"0"-842"16,0 0-97-16,0 0 43 0,0 73-28 16,10-40-47-16,-1 0-48 15,0 1-40-15,3-5-23 16,-3-4-6-16,-2-6-5 16,4-5-115-16,-1-6-226 15,-5-8-522-15</inkml:trace>
  <inkml:trace contextRef="#ctx0" brushRef="#br0" timeOffset="8702.34">19338 965 629 0,'0'0'1052'15,"0"0"-736"-15,0 0-120 16,0 0-100-16,0 0-17 15,0 0 2-15,0 0 12 16,79-28-26-16,-56 19-17 16,-3 1 8-16,-4 1-4 15,-5 3-9-15,-2 4-9 16,-3 0-11-16,3 2-12 16,0 15 1-16,2 7 22 15,0 9 3-15,0 5 6 16,-1 5 19-16,1 5-4 15,-1-2-17-15,-1 3-10 16,1-3-16-16,-1-3-10 0,-1-6 2 16,-2-6-3-1,-5-5-5-15,-1-4-1 0,0 0 1 16,0-5 0-16,-12-2-1 16,-4-1 1-16,-8-2-1 15,-3-2-26-15,-6-5-91 16,7-3-257-16,5-2-441 0</inkml:trace>
  <inkml:trace contextRef="#ctx0" brushRef="#br0" timeOffset="9150.11">19891 1881 494 0,'0'0'879'0,"0"0"-378"0,0 0-194 16,0 0-55-16,0 0-29 15,0 0-40-15,0 0-77 16,-4 3-38-16,19-3-18 15,6 0-3-15,4-4-16 16,2-4-19-16,0 3-6 16,-4-2-6-16,-1 2-42 15,1 2-109-15,-3 3-230 16,-7-2-422-16</inkml:trace>
  <inkml:trace contextRef="#ctx0" brushRef="#br0" timeOffset="9342.67">19824 2102 1640 0,'0'0'597'0,"0"0"-320"16,0 0-126-16,0 0 43 15,0 0-91-15,0 0-48 16,0 0-40-16,115 0-15 15,-72-8-90-15,2-5-528 0</inkml:trace>
  <inkml:trace contextRef="#ctx0" brushRef="#br0" timeOffset="10586.42">20964 970 28 0,'0'0'1393'0,"0"0"-1029"0,0 0-92 15,0 0-104 1,0 0-55-16,0 0-20 0,-102 2-17 16,76 7-30-16,1 2-3 15,5-2 6-15,2-1 8 16,7 0-11-16,4 0-4 16,2 1-11-16,1 2-1 15,3 5-1-15,-1 5 6 16,2 6 10-16,0 7 2 15,0 7-1-15,2 6-6 16,5 8 2-16,2 15-3 16,1 20-3-16,5 15-7 0,-1 3 5 15,0-7-5 1,-1-11 2-16,0-12 0 0,0 3 5 16,-2-1 5-16,2 0-10 15,-1-2-1-15,0 1 0 16,-3-13-13-16,-1-8 1 15,-4-13 16-15,-1-3-7 16,0 9-16-16,3 7 1 16,-2 9 6-16,1-1-3 15,-1-6-6-15,2-1 4 16,1-7-5-16,0-2 1 16,-1-2-2-16,1 0 1 15,-1-2-7-15,0 0 7 16,-2-2 1-16,-1-1-2 15,0-4-5-15,-1-5 4 0,-2-2-5 16,2-6 8 0,-1-2-3-16,1-7-5 0,-1-1 0 15,1-4 0-15,-2-2 5 16,1-3-6-16,1-1-1 16,-2-2 0-16,0 1 1 15,0 1 0-15,0 1 6 16,0-2-4-16,1 1 5 15,-1 0-5-15,2-1 7 16,-2-1-3-16,1 0 0 16,3 1-5-16,-1-1 7 15,0 1 1-15,3-1 0 16,2 1-2-16,7-3-1 0,4-2-4 16,13 0 7-1,11-11-8-15,8-10-1 0,5-2-24 16,29-19-79-16,-16 9-134 15,-8-2-396-15</inkml:trace>
  <inkml:trace contextRef="#ctx0" brushRef="#br0" timeOffset="13920.31">21286 1054 29 0,'0'0'821'0,"0"0"-449"0,0 0-111 15,0 0 8-15,0 0-21 16,0 0-44-16,-18-29-43 15,16 29-41-15,2 0-53 16,-1 0-37 0,1 7-20-16,0 15-1 0,0 6 12 15,0 7 4-15,0 3-4 16,3 1-3-16,3-4-6 16,2-4-6-16,-1-5-6 15,2-6 1-15,-2-7 0 16,-1-5-1-16,0-5 0 15,0-3-6-15,2 0 5 16,1-14 0-16,0-4-14 16,1-3 3-16,-3-1 11 15,-1-2-1-15,1 4 2 0,-3 3 0 16,0 3 0-16,-1 6 1 16,-3 4 0-16,2 3 10 15,-2 1-5-15,1 0-6 16,4 7 1-16,1 10 9 15,3 5 8-15,4 5 18 16,1 0 4-16,3-1-4 16,2-6-3-16,0-3-6 15,2-3-1-15,-3-8-3 16,1-4-5-16,-3-2-2 16,1-2 2-16,-3-12-3 15,0-9 0-15,-2-6-3 16,0-6-6-16,-6-8 2 0,-3-6 2 15,-3-3 0-15,0-2-8 16,-2 4 13-16,-7 4-14 16,-1 10 6-16,3 11-1 15,1 11-4-15,-2 9-2 16,-1 5 0-16,-3 24-103 16,3 7-399-16,1-1-862 0</inkml:trace>
  <inkml:trace contextRef="#ctx0" brushRef="#br0" timeOffset="16285.57">21817 1143 380 0,'0'0'13'0,"0"0"733"0,0 0-498 15,0 0-4-15,0 0-34 16,0 0-31-16,0 0-51 16,-12-42-49-16,12 37-27 15,9 4-16-15,1-1-10 16,4 2 4-16,1 0-8 16,0 0-3-16,0 6-4 15,-5 7-1-15,2 1-1 0,-6 4 0 16,-3 2-1-1,-3 3 5-15,0-1 0 0,-2 2 0 16,-11 0-2-16,-2 0-2 16,-6-3-1-16,2-4-3 15,-4-3-9-15,1-3 1 16,1-9 5-16,5-2 4 16,1 0-9-16,3-2 5 15,3-10 3-15,4-1-3 16,3 2 4-16,2-1-9 15,0 4 8-15,2 1 2 16,6 3-10-16,-1 1 5 0,3 3-4 16,0 0 5-1,-1 3-6-15,1 8 13 16,-1 4 6-16,0 4 13 0,-3 1 6 16,2-1 9-1,-1 1 1-15,-1-1-1 0,1-2-8 16,1-3-1-16,2 0 8 15,1-4-6-15,-1-3 3 16,5-5-8-16,0-1-5 16,1-1-8-16,1 0-14 15,-2-5 1-15,-3-4-10 16,4 2-7-16,-4-1-109 16,-4 1-514-16</inkml:trace>
  <inkml:trace contextRef="#ctx0" brushRef="#br0" timeOffset="16777">22217 996 443 0,'0'0'834'15,"0"0"-343"-15,0 0-154 16,0 0-36-16,0 0-45 16,0 0-80-16,0 0-80 15,-20 16-44-15,20 14 32 16,0 7 10-16,0 5-34 15,5 1-22-15,4-1-16 16,-2-2-10-16,-1-5-10 0,2-6-1 16,-1-6-1-1,-1-7-28-15,2-10-116 0,-1-5-230 16,-4-1-408-16</inkml:trace>
  <inkml:trace contextRef="#ctx0" brushRef="#br0" timeOffset="17201.85">22309 430 1332 0,'0'0'388'0,"0"0"-68"16,0 0-137-16,0 0 0 16,-98 18-10-16,72-6-64 15,4-2-30-15,1-2-24 16,6 1-4-16,5-4-2 16,2 0-13-16,5-3-14 15,3 1-10-15,0 2-11 16,0 5 8-16,0 4 0 15,9 6 8-15,2 2 6 0,1 4 9 16,1 4 4 0,-1 1-12-16,3 0-8 0,-5-1 2 15,2-2-10-15,0-1-7 16,-3-5 0-16,-1-1-1 16,-2-5 0-16,-1-3-22 15,1-6-100-15,2-7-200 16,0 0-400-16,0-2-714 0</inkml:trace>
  <inkml:trace contextRef="#ctx0" brushRef="#br0" timeOffset="17413.54">22409 539 133 0,'0'0'1408'0,"0"0"-1039"0,0 0-149 15,0 0-1-15,0 0 14 16,0 0-78-16,22 87-75 16,-14-67-44-16,0 0-25 15,0-3-10-15,-3-2-1 16,2-5-150-16,-2-3-358 16,-1-5-397-16</inkml:trace>
  <inkml:trace contextRef="#ctx0" brushRef="#br0" timeOffset="17773.35">22436 367 1472 0,'0'0'532'0,"0"0"-267"16,0 0-77-16,0 0-9 15,0 0-61-15,0 0-45 16,0 0 7-16,54-18 3 15,-32 18-3-15,-2 0-18 16,-1 3-20-16,-1 10-11 16,1 3 2-16,-1 8 3 15,-1 1 6-15,-1 4 3 16,-3-1-21-16,-1 2-5 16,-4-3 2-16,-2 2 8 0,-2-4 4 15,-1 0-17 1,0-3-1-16,-1-4-3 0,0-3 3 15,-2-2-13-15,0-2-1 16,0 0 0-16,-2-3 0 16,-12 3-1-16,-7 1-28 15,-24 18-146-15,4-2-381 16,-3 1-1490-16</inkml:trace>
  <inkml:trace contextRef="#ctx0" brushRef="#br0" timeOffset="19034.47">21471 2063 844 0,'0'0'673'16,"0"0"-352"-16,0 0-2 0,0 0-48 16,0 0-89-1,0 0-75-15,0 0-55 0,-30 48 17 16,30-8 11-16,3 5-24 15,10-2-25-15,1-2-17 16,4-4-7-16,-2-5-1 16,1-8-5-16,-4-8-1 15,0-6-9-15,-2-9-17 16,-1-1-28-16,-1-14-5 16,2-12 6-16,-1-4 10 15,-2-6 19-15,-2 5 17 16,-2 5 6-16,-1 6 1 15,-1 8 14-15,-2 6 16 0,1 6 1 16,2 0-19-16,3 16-12 16,3 8 10-16,0 5 11 15,6 0-3-15,-2-4-11 16,3-3-6-16,0-8 1 16,0-8 4-16,-3-6-5 15,1 0 8-15,-1-9-3 16,-2-14 2-16,-1-4-7 15,-4-10 0-15,-4-4 0 16,-2-1-1-16,0 0-7 16,-5 5-11-16,-3 7-7 15,1 10-23-15,4 10-43 0,3 15-133 16,0 9-164 0,0 6-272-16</inkml:trace>
  <inkml:trace contextRef="#ctx0" brushRef="#br0" timeOffset="19432.26">21969 2181 563 0,'0'0'1087'15,"0"0"-787"-15,0 0-90 16,0 0-135-16,0 0-10 15,0 0 2-15,0 0-8 16,46 46-1-16,-41-21 5 0,-5 3 21 16,0 0-9-16,-3 0-33 15,-11-1-24-15,-3-4-11 16,0-7-5-16,1-7 5 16,2-9-6-16,1 0 8 15,2-7-7-15,5-10 4 16,3 0-6-16,3 3 1 15,0 3 1-15,3 4 5 16,8 3-7-16,5 4 9 16,-1 0-3-16,4 2-4 15,0 10 10-15,1 3-7 16,1-1-5-16,-3 1-2 16,2-1-35-16,3 1-187 0,-5-6-341 15,0-6-759-15</inkml:trace>
  <inkml:trace contextRef="#ctx0" brushRef="#br0" timeOffset="19822.32">22165 2121 1242 0,'0'0'351'0,"0"0"-84"16,0 0-105-16,0 0-10 15,0 0-34-15,0 0-12 0,0 0 11 16,67 34 5-16,-66-17-21 16,-1 4-29-16,0-1-32 15,-7 1-13-15,-7-3-12 16,-1-2-8-16,2-6-5 16,1-3 5-16,3-7 2 15,1 0-3-15,4 0-4 16,2-4 5-16,2 0-5 15,0 0 7-15,2 4-8 16,9 0 10-16,5 0 2 16,3 3 11-16,2 6 6 15,3 3 1-15,-1 2-4 16,-1-1-12-16,-1-3-6 16,-3 0-8-16,-4-5-1 15,-3-3-19-15,1-2-94 16,-3-13-238-16,-5-4-497 0</inkml:trace>
  <inkml:trace contextRef="#ctx0" brushRef="#br0" timeOffset="20192.4">22444 1506 1264 0,'0'0'548'16,"0"0"-262"-16,0 0-140 15,0 0-3-15,0 0 13 16,0 0-35-16,-81 67-27 16,69-56-20-16,6-2-10 15,1-4 1-15,4-2-14 16,1-3-20-16,0 0-10 0,0 3-11 16,0 3-10-16,9 5 9 15,6 6 0-15,-2 4 2 16,5 5 2-16,-1 6 7 15,-3 3 1-15,-1 5-8 16,-2-1 8-16,-2 1-4 16,-1-3-7-16,-2-6-2 15,2-4-7-15,-3-9 0 16,0-5 0-16,-1-7-1 16,-1-6 0-16,3 0-33 15,7-14-88-15,-2-5-364 0,-2-5-468 16</inkml:trace>
  <inkml:trace contextRef="#ctx0" brushRef="#br0" timeOffset="20415.48">22609 1589 1520 0,'0'0'645'16,"0"0"-341"-16,0 0-136 15,0 0-35-15,0 0 4 16,0 0-17-16,0 0-43 16,43 77-42-16,-28-50-16 15,-4-1-17-15,-4-4-2 0,-2-3-5 16,0 1-105-16,0-6-218 16,-5-6-433-16</inkml:trace>
  <inkml:trace contextRef="#ctx0" brushRef="#br0" timeOffset="20761.87">22685 1428 1523 0,'0'0'380'0,"0"0"-109"16,0 0-108-16,0 0 6 15,0 0-28-15,0 0-27 16,0 0-28-16,90-33-2 0,-76 33-2 15,-2 5-12-15,2 6-19 16,-2 6-7-16,1 6-5 16,1 4 13-16,-1 9 11 15,2 2 1-15,-2 4 8 16,1 2-9-16,-2-2-9 16,-2-1-4-16,-1-2-7 15,-4-7-13-15,-4-1-16 16,-1-2-7-16,0-3-7 15,-1 1 1-15,-14-2 0 16,-5 1 0-16,-8 1 0 16,-10-4-1-16,-30 11-51 15,7-6-157-15,0-7-436 0</inkml:trace>
  <inkml:trace contextRef="#ctx0" brushRef="#br0" timeOffset="21804.84">21645 3076 127 0,'0'0'218'0,"0"0"692"15,0 0-567-15,0 0-15 16,0 0-75-16,0 0-26 16,0 0-38-16,-7-31-64 15,5 31-53-15,2 7-45 16,0 11-15-16,0 8 3 15,0 8 4-15,5 1-1 16,4 2-11-16,6-5-6 16,-2-3 0-16,3-4-1 15,1-7 0-15,-1-5-7 16,0-9-26-16,-3-4-15 16,-1 0-4-16,-3-9 16 15,1-9 10-15,-2-4 12 16,-2-1 13-16,-2 1 0 0,-1 5 1 15,-1 3 7-15,-2 4 20 16,2 10 12-16,-2 0-4 16,2 4-20-16,-1 14-3 15,4 6 8-15,1 2 5 16,1 2-13-16,5-6-3 16,-1-7-3-16,-1-2 0 15,2-8-6-15,-3-5 3 16,0 0 13-16,1-13 1 15,1-10-4-15,-4-4-7 16,0-7-4-16,-5-5 4 0,-2-2-5 16,0-1-1-1,-4-1-1-15,-4 7-16 0,2 9-32 16,0 13-20-16,3 14-65 16,2 19-215-16,-3 13-297 15,4 0-159-15</inkml:trace>
  <inkml:trace contextRef="#ctx0" brushRef="#br0" timeOffset="22892.96">22130 3219 182 0,'0'0'986'15,"0"0"-647"-15,0 0-32 16,0 0-52-16,0 0-63 16,0 0-47-16,0 0-37 15,-3-60-47-15,12 55-31 16,3 3-6-16,0 2-5 16,0 2-5-16,1 15-2 15,-5 8 4-15,-4 8 12 0,-4 1-4 16,0 5-4-1,-10 0-8-15,-8-3-4 16,0-5-6-16,-1-5 5 0,4-7-6 16,0-6 1-16,6-11-1 15,3-2 6-15,0-9-1 16,5-11-5-16,1-2-1 16,0 0 0-16,3 5 0 15,7 6-6-15,0 4 4 16,5 7 1-16,-1 0 0 15,3 0 0-15,3 7 1 16,1 6 0-16,0-1 4 16,0 1-4-16,1-2-54 15,8-2-162-15,-5-3-269 16,-3-4-552-16</inkml:trace>
  <inkml:trace contextRef="#ctx0" brushRef="#br0" timeOffset="23327.68">22353 3139 1502 0,'0'0'325'0,"0"0"-59"16,0 0-180-16,0 0-26 15,0 0-11-15,0 0-12 16,0 0-9-16,80-5 11 0,-69 5-4 15,-3 1-18-15,-5 8 0 16,-3 3-3-16,0 3-1 16,0 2-4-16,-8 0 0 15,-3-1-8-15,0-6 8 16,3-4-1-16,3-4 4 16,4 0 59-16,1-2 21 15,0 0-35-15,0 0-26 16,11 0-16-16,3 0-14 15,5 0 7-15,1 1 4 16,2 3 3-16,-1 2-6 16,-4 1 0-16,-3 3-8 15,-6 1 7-15,-5 5-7 0,-3 1 8 16,-6 1-8 0,-15 1 8-16,-4 1-7 0,-5-6-2 15,1-3-40-15,-9-11-118 16,9 0-172-16,10-11-523 0</inkml:trace>
  <inkml:trace contextRef="#ctx0" brushRef="#br0" timeOffset="23687.93">22564 2456 977 0,'0'0'553'0,"0"0"-220"16,0 0-111-16,0 0-76 15,0 0-33-15,0 0-44 16,0 0-21-16,-16 11 34 16,13 3 16-16,1 6-21 15,1 1-13-15,1 4-8 16,0 4-14-16,0 4 2 15,0 2 1-15,0 1-15 16,0-2-10-16,4 1-5 16,1-4-3-16,2-3-10 15,1-4-1-15,2-4 1 16,1-4-1-16,-2-6-1 0,1 0 0 16,-1-9-43-1,5-1-122-15,-1 0-302 0,-4-11-405 0</inkml:trace>
  <inkml:trace contextRef="#ctx0" brushRef="#br0" timeOffset="23923.27">22773 2506 1642 0,'0'0'372'0,"0"0"-165"15,0 0 39-15,0 0 11 0,0 0-91 16,19 95-57-16,-11-66-48 16,0 1-32-16,0-2-19 15,-2 0-4-15,0-2-6 16,-1-2-35-16,-1-2-155 16,-1-7-377-16,1-8-516 0</inkml:trace>
  <inkml:trace contextRef="#ctx0" brushRef="#br0" timeOffset="24260.91">22833 2404 1030 0,'0'0'722'0,"0"0"-475"16,0 0-89-16,0 0 9 15,0 0-6-15,0 0-30 16,0 0-27-16,82-12-28 16,-69 12-13-16,0 0 2 15,-2 5-15-15,0 9-13 16,-1 6 0-16,0 5 1 16,0 7-8-16,1 3 27 15,0 1-5-15,0 2-22 16,-3-1-10-16,-2-4-13 15,-3-1-5-15,-1-4-1 16,-2 0 0-16,0-4-1 16,-5-4-34-16,-17 1-119 0,4-5-328 15,-5-13-440-15</inkml:trace>
  <inkml:trace contextRef="#ctx0" brushRef="#br0" timeOffset="25160.48">22852 344 992 0,'0'0'495'0,"0"0"-275"15,0 0-70-15,0 0-46 16,0 0 3-16,102-28-11 16,-53 22-13-16,-1 5-20 15,-2 1-8-15,-4 0 1 16,-6 14-2-16,-3 10 10 16,-1 10 10-16,-5 12 30 15,3 22 4-15,5 22 10 16,1 24-15-16,-2 14 11 15,-4 1-38-15,-4 0-17 16,-5-1 5-16,1 8 3 0,2-1-1 16,0-1-13-16,-3-11-2 15,3-6-6-15,-4 1-5 16,1 0-11-16,-1 3 5 16,-1 5 8-16,-2-3-15 15,0-3-3-15,-1-2-13 16,-3-11-4-16,-4-21 2 15,-3-21-3-15,-2-21-5 16,-3-8 0-16,-1 0 13 16,0-2-8-16,0-2 0 0,0-12-5 15,0-9-1 1,-7-6 6-16,-5-5 2 0,-6 0-2 16,-6 0 1-16,-6 0-7 15,-8 0 1-15,-4-3 1 16,-4-1-1-16,-1 1 0 15,1-2 0-15,1 1 5 16,-1-1-6-16,5 0 0 16,0 1-1-16,1 0-15 15,1 0-59-15,2-1-81 16,-8-11-111-16,9-2-394 16,11-6-1134-16</inkml:trace>
  <inkml:trace contextRef="#ctx0" brushRef="#br0" timeOffset="25303.47">23587 2785 1844 0,'0'0'86'0,"0"0"-86"15,0 0-1211-15</inkml:trace>
  <inkml:trace contextRef="#ctx0" brushRef="#br0" timeOffset="32578.03">1438 3077 1413 0,'0'0'244'15,"0"0"-66"-15,0 0 55 0,0 0-35 16,0 0-9-16,0 0-50 15,-56-35-80-15,52 35-38 16,1 11-19-16,-3 10-1 16,3 8 5-16,-2 3-6 15,4 4 1-15,1-2-1 16,0-5 0-16,12-5 0 16,7-8 0-16,1-10-1 15,4-6-4-15,-2-3 4 16,3-14 0-16,-7-6-5 15,0-2 6-15,-7 1 1 0,-3 5 0 16,-5 6 11 0,-1 8 19-16,-1 2 20 0,-1 3-17 15,2 0-26-15,1 15-8 16,6 7 0-16,1 5 16 16,7 0 5-16,-1 0-6 15,2-7 4-15,-2-4 9 16,-2-9-1-16,2-7 18 15,-2 0 14-15,-1-20 24 16,2-10-30-16,0-10-32 16,-5-4-9-16,-5-6-3 15,-5-4-8-15,0 4 7 16,0 2-8-16,-8 9-15 0,2 14-14 16,2 14-13-16,2 11-65 15,2 7-179-15,0 33-9 16,9-4-228-16,2 1-452 0</inkml:trace>
  <inkml:trace contextRef="#ctx0" brushRef="#br0" timeOffset="32767.4">1927 3113 620 0,'0'0'992'0,"0"0"-864"15,0 0 13-15,0 0 9 16,0 0-23-16,34 97-62 0,-28-69-46 16,0 0-3-16,-3 3-16 15,-3-5-131-15,0-8-560 0</inkml:trace>
  <inkml:trace contextRef="#ctx0" brushRef="#br0" timeOffset="33087.98">2031 2472 925 0,'0'0'762'0,"0"0"-522"16,0 0-15-16,0 0-100 16,0 0-35-16,0 0-27 0,0 0-5 15,-89 65-5 1,78-48-11-16,4-2 5 0,1-2 0 15,6-2-19-15,0 2-12 16,0 4-1-16,0 4 0 16,0 6-4-16,6 4 14 15,4 5 6-15,1 5-5 16,-2 0-14-16,1 1 3 16,-1-6-8-16,0-3-6 15,0-6 0-15,-2-7-1 16,1-6-29-16,4-12-177 15,3-2-263-15,-2 0-310 0</inkml:trace>
  <inkml:trace contextRef="#ctx0" brushRef="#br0" timeOffset="33279.49">2137 2637 1318 0,'0'0'480'15,"0"0"-141"-15,0 0-150 16,0 0-99-16,0 0-47 15,0 0 42-15,7 79 9 16,4-43-45-16,1 1-25 16,4-3-17-16,-5-4-7 15,-1-6-31-15,-4-16-217 16,-6-5-394-16,0-3-645 0</inkml:trace>
  <inkml:trace contextRef="#ctx0" brushRef="#br0" timeOffset="33576.68">2194 2438 1428 0,'0'0'348'15,"0"0"-120"-15,0 0-107 16,0 0-33-16,0 0-29 16,0 0 14-16,0 0-4 15,64 21-11-15,-40-11-3 16,-2 2 5-16,0 2-7 15,-2 1-2-15,-1 3-20 16,-4 3-10-16,-3 1 2 16,-3 2 11-16,-4 0-6 0,-4 0 2 15,-1 0 7 1,0 0-10-16,-6 1-6 0,-9-1-6 16,-1 0-1-16,-2-3-2 15,0 0-12-15,-6 3-8 16,5-5-205-16,5-5-653 0</inkml:trace>
  <inkml:trace contextRef="#ctx0" brushRef="#br0" timeOffset="33900.96">3010 3615 1189 0,'0'0'517'15,"0"0"-408"-15,0 0 13 16,0 0 29-16,0 90-51 0,-2-57-44 16,-10 3-26-1,-6 1-20-15,-19 10-10 0,6-9-142 16,-2-16-905-16</inkml:trace>
  <inkml:trace contextRef="#ctx0" brushRef="#br0" timeOffset="34577.02">3439 3059 1345 0,'0'0'315'16,"0"0"166"-16,0 0-284 15,0 0-15-15,0 0-70 16,0 0-78-16,0 0-22 16,-40 62-3-16,40-23 7 15,0 3-2-15,9-6-5 0,9-5-8 16,0-6 1 0,1-10-1-16,2-8-1 0,-3-7-23 15,1 0-29-15,-1-11-21 16,-6-9 0-16,3-2 27 15,-5-4 27-15,-2 2 18 16,-5 4 1-16,-3 5 0 16,0 6 43-16,0 8 54 15,0 1-42-15,0 7-45 16,0 13-10-16,3 7 1 16,3 6 17-16,7 0-3 15,1-4-3-15,5-5 0 0,2-10 0 16,0-9 12-1,3-5 12-15,-2-8 2 0,0-16-3 16,-5-10-8-16,-4-6-10 16,-4-7-6-16,-9-4-1 15,0 1-1-15,-9 0-8 16,-6 7 6-16,2 10-7 16,1 13-4-16,3 13-28 15,6 7-59-15,3 24-147 16,0 8-31-16,11-2-350 0</inkml:trace>
  <inkml:trace contextRef="#ctx0" brushRef="#br0" timeOffset="34959.1">4042 3192 439 0,'0'0'1186'0,"0"0"-987"16,0 0-85-16,0 0-41 16,0 0 46-16,0 0-35 15,0 0-6-15,43 102-4 16,-43-68-25-16,0-1-12 16,-3-2-10-16,-7-6-12 15,-4-6-3-15,1-8-5 16,4-8 11-16,-2-3 2 15,-2-4 2-15,4-9 30 0,3 2 54 16,0 1-20 0,3 4-23-16,3 5-27 0,0 1-26 15,0 0-10-15,15 4 0 16,9 6 8-16,4 1 1 16,3-2-7-16,2 1 4 15,-3-5-6-15,1-3 0 16,-2-2-105-16,-8-3-263 15,-8-11-521-15</inkml:trace>
  <inkml:trace contextRef="#ctx0" brushRef="#br0" timeOffset="35318.9">4221 2481 745 0,'0'0'690'0,"0"0"-426"16,0 0-80-16,0 0-22 16,0 0 0-16,0 0-47 15,0 0-36-15,-66 20-17 16,60-16-2-16,6-3 35 16,-3 1-22-16,3-2-33 15,0 1-8-15,0 3-13 16,0 5-14-16,3 8-4 15,3 8 9-15,3 9 9 16,3 8 8-16,0 7 12 0,0 5-2 16,3 1-10-16,-2-1-10 15,2-8-5-15,0-7-12 16,-2-11 1-16,-2-6 0 16,0-11-1-16,-1-6-47 15,2-11-235-15,-3-13-240 16,-2-8-729-16</inkml:trace>
  <inkml:trace contextRef="#ctx0" brushRef="#br0" timeOffset="35644.02">4362 2445 1551 0,'0'0'386'16,"0"0"-139"-16,0 0-92 0,0 0-14 15,0 0-16-15,0 0 33 16,0 0-45-16,63 2-40 16,-39 7-23-16,-6 6-11 15,4 3-8-15,-5 5-7 16,4 2-8-16,-4 3 7 16,-3 2-1-16,1 1 5 15,-6 1-4-15,-2 1-11 16,-2-3 1-16,-4 4-2 15,-1-4 4-15,0 1 4 16,0-1-1-16,-15 1-12 0,-7-1-4 16,-3-3-2-1,-10 6-55-15,7-8-297 0,14-8-1101 0</inkml:trace>
  <inkml:trace contextRef="#ctx0" brushRef="#br0" timeOffset="36634.61">4321 2634 727 0,'0'0'319'15,"0"0"-34"-15,0 0-42 16,0 0-32-16,0 0-75 0,0 0-42 16,0 0-41-16,16-32-24 15,-4 32 5-15,0 0-3 16,-3 1-9-16,3 8-4 15,-2 2-5-15,-4 4 5 16,-1 5 7-16,-5 4 19 16,0 1 4-16,0 3 4 15,-3-1 13-15,-6-4-1 16,0-2-14-16,0-4-14 16,6-4-2-16,0-5-5 15,1-3-10-15,2-2-10 16,0-3-2-16,0 0 10 0,3 0-1 15,11-2 26-15,8-9-11 16,5-3-10-16,3 2-21 16,10-1-104-16,-5 6-409 15,-7-1-868-15</inkml:trace>
  <inkml:trace contextRef="#ctx0" brushRef="#br0" timeOffset="37496.07">4422 2667 667 0,'0'0'254'16,"0"0"-83"-16,0 0-39 15,0 0 14-15,0 0-21 16,0 0 25-16,0 0 17 0,-49-9 14 16,46 6-8-16,0-1 1 15,0 1-11 1,1 1-18-16,1 2-18 0,1 0-50 15,-2 0-45-15,2 5-29 16,0 11-3-16,0 8 0 16,8 6 0-16,1 4 10 15,4 2-4-15,-2-4-6 16,-2-3 2-16,-3-7 8 16,1-8-9-16,-4-5 1 15,0-6-2-15,-3-3 12 16,0 0 4-16,0-12 11 15,0-8-4-15,-6-9-5 0,-3-7-5 16,-1-3-1 0,-1-2-3-16,1 2 1 0,1 6 1 15,3 9-2-15,1 9-8 16,4 6 4-16,-1 9-5 16,2 0-9-16,0 4-15 15,0 16 3-15,6 8 11 16,5 8 10-16,1 5-1 15,-2 3 1-15,1-2 1 16,-1-1-1-16,-1 8-29 16,0-12-292-16,-4-10-740 0</inkml:trace>
  <inkml:trace contextRef="#ctx0" brushRef="#br0" timeOffset="37850.87">4952 3716 1001 0,'0'0'293'0,"0"0"-86"16,0 0-2-16,31 97-40 16,-25-64-46-16,-6 1-40 15,0 2-29-15,-15-4-26 16,-7-5-8-16,-8-7-16 15,-9-20-49-15,5-3-200 16,5-18-615-16</inkml:trace>
  <inkml:trace contextRef="#ctx0" brushRef="#br0" timeOffset="38392.29">5223 3031 1468 0,'0'0'506'16,"0"0"-198"-16,0 0-141 16,0 0-87-16,0 0-11 15,0 0 17-15,-4 96-7 16,4-58-27-16,1-1-17 15,8-2-23-15,1-4-6 16,1-5-6-16,1-8 1 0,-2-7-1 16,-1-7-16-1,2-4-71-15,-1-6 24 0,2-14-1 16,-1-6-32-16,-3-1 42 16,-2 3 41-16,-1 5 13 15,-5 7 6-15,0 7 41 16,0 5 22-16,0 4-43 15,3 14-25-15,3 7 6 16,3 6 19-16,3 0 1 16,4-1-11-16,1-5 0 15,3-6 4-15,-3-9 24 16,2-4-6-16,-1-6 8 16,-3-10 2-16,0-15-11 15,-3-10-17-15,-6-7-11 16,-3-3-4-16,-3-7-5 15,0-3 0-15,-15 1-1 0,-3 5-28 16,3 9-32-16,6 16-2 16,5 14-52-16,4 14-179 15,0 18-292-15,10 0-22 0</inkml:trace>
  <inkml:trace contextRef="#ctx0" brushRef="#br0" timeOffset="38878.71">5769 3205 834 0,'0'0'724'0,"0"0"-612"16,0 0 8-16,0 0-34 15,0 0 48-15,0 0-42 16,79-22-39-16,-67 35-25 16,-6 4-12-16,-6 2 5 15,0 5 11-15,-6 4 2 16,-12-3-11-16,0 0-10 16,-4-4-6-16,5-6 2 15,1-5-7-15,7-9 7 0,3-1 51 16,2 0 86-1,4 0 18-15,0 0-21 0,0 0-71 16,7 0-47-16,8 0-19 16,7 0 0-16,5 0-4 15,3 11-1-15,0 2 0 16,-5 4 0-16,-4 0 5 16,-6 6-5-16,-9-1 1 15,-6 1 7-15,0 1 0 16,-9 0 4-16,-13-4 4 15,-8-3-11-15,-6-7-5 16,0-3 0-16,-2-7-1 16,-12-13-103-16,10-8-271 15,9-8-662-15</inkml:trace>
  <inkml:trace contextRef="#ctx0" brushRef="#br0" timeOffset="39247.25">5860 2498 1330 0,'0'0'365'0,"0"0"-1"15,0 0-168-15,0 0-15 16,-86 0-19-16,63 10-46 15,2 2-49-15,5 2-34 16,2 1-15-16,4 4-3 0,4 1 0 16,5 4-2-16,1 1 5 15,0 5-3-15,0 2 3 16,7 4 7-16,5 1 7 16,-3 4-5-16,6-1-3 15,-2-4-4-15,-1-4-9 16,3-7-5-16,-3-7 0 15,0-5-6-15,-2-5 0 16,1-4-1-16,5-4-111 16,-2-6-261-16,-4-9-481 0</inkml:trace>
  <inkml:trace contextRef="#ctx0" brushRef="#br0" timeOffset="39444.28">5960 2593 127 0,'0'0'1460'16,"0"0"-1184"-16,0 0-65 16,0 0-43-16,-6 80-8 15,6-47-16-15,9-1-55 16,3 1-46-16,-2-8-28 16,-2-3-15-16,1-8-3 15,-3-14-144-15,-3 0-243 16,-2-7-639-16</inkml:trace>
  <inkml:trace contextRef="#ctx0" brushRef="#br0" timeOffset="39764.08">6033 2433 1313 0,'0'0'513'0,"0"0"-176"15,0 0-161-15,0 0 18 16,0 0-61-16,0 0-21 15,0 0-35-15,67-10-22 16,-45 10-31-16,-2 7-15 16,1 6-8-16,-2 6 7 15,-2 3-1-15,0 4 8 16,-3 3 6-16,-1 3-3 16,-2 3-4-16,-4 2 1 15,-2 0 10-15,2-3 9 16,-4 2-2-16,2-4-13 0,-5-4-1 15,0 0-4-15,0-7-7 16,0-3 5-16,-8-4-12 16,-2-3 0-16,-8 1-12 15,0-1-138-15,1-5-475 0</inkml:trace>
  <inkml:trace contextRef="#ctx0" brushRef="#br0" timeOffset="40082.06">6773 3570 1431 0,'0'0'255'0,"0"0"2"16,0 75-60-16,0-39-58 16,0 1-65-16,0-1-43 15,0-9-15-15,0-3-16 0,3-15 0 16,0-6-210-16,-3-3-589 15</inkml:trace>
  <inkml:trace contextRef="#ctx0" brushRef="#br0" timeOffset="40583.12">7074 2853 1605 0,'0'0'306'16,"0"0"-135"-16,0 0-105 16,0 0 61-16,2 81-8 0,7-45-11 15,2-1-28 1,2 0-53-16,0-2-11 0,-1-6-8 16,0-6-7-16,0-7-1 15,-2-10-9-15,-1-4-43 16,3-5 10-16,0-13-16 15,-2-7-9-15,-1-2 26 16,-4 3 28-16,-2 4 13 16,-2 5 11-16,-1 7 43 15,0 6 32-15,0 2-27 16,0 8-41-16,3 10-6 16,2 8 12-16,5 1 7 15,1 3-4-15,5-4 0 0,-1-7 19 16,6-5-10-1,-3-9-3-15,1-5 36 0,0-6 5 16,-2-17-17-16,1-7-36 16,-5-9-9-16,-4-5-5 15,-3-5 2-15,-6-2-8 16,0 0-1-16,-10 9-2 16,2 12-11-16,1 20-12 15,2 10-65-15,2 13-112 16,3 34-51-16,0-3-123 15,6-4-452-15</inkml:trace>
  <inkml:trace contextRef="#ctx0" brushRef="#br0" timeOffset="41002.62">7554 3048 68 0,'0'0'1536'0,"0"0"-1196"16,0 0-162-16,0 0-115 16,0 0 3-16,0 0 81 15,0 0-12-15,3 82-32 16,2-50-39-16,4-2-21 16,1-3-16-16,-2-7-11 15,1-4-10-15,1-8-5 16,-1-5 1-16,0-3 8 15,3-6 14-15,0-13-12 0,2-6-11 16,0-6-1-16,0 1 0 16,-4 0 0-16,-1 8 1 15,-4 6 1-15,-4 9 13 16,-1 7 28-16,2 0-21 16,2 11-21-16,3 11 8 15,2 9 9-15,2 4 8 16,1 2 4-16,0-2-14 15,-2-2-8-15,-1-7-8 16,-3-5 0-16,-1-9 0 16,-5-12-87-16,0 0-241 15,0-13-426-15</inkml:trace>
  <inkml:trace contextRef="#ctx0" brushRef="#br0" timeOffset="41356.07">7829 2330 945 0,'0'0'565'0,"0"0"-328"16,0 0-23-16,0 0 3 16,-85 84-41-16,68-64-57 15,3-3-30-15,3-6-37 0,2-2-15 16,5-7 9-1,4 0-8-15,0-2 8 16,0 0 2-16,0 0-17 0,7 6-23 16,2 8-7-16,5 5 0 15,2 9 8-15,-1 6-1 16,0 4 2 0,-3 3 0-16,-1 1 5 0,-3-1 2 15,4-5-10-15,-2-4-1 16,-1-5-5-16,-1-4-1 15,1-6-1-15,-2-6-127 16,-2-6-389-16,-4-5-504 0</inkml:trace>
  <inkml:trace contextRef="#ctx0" brushRef="#br0" timeOffset="41566.11">7996 2508 1382 0,'0'0'325'0,"0"0"-151"16,0 0-10-16,0 0 32 16,0 77-48-16,0-43-35 15,6 1-39-15,0-2-26 16,0-4-29-16,0-3-12 16,0-8-7-16,1-7-6 15,-4-11-161-15,-1-2-321 16,-2-15-692-16</inkml:trace>
  <inkml:trace contextRef="#ctx0" brushRef="#br0" timeOffset="41895.88">8009 2285 1324 0,'0'0'348'0,"0"0"-146"0,0 0-94 16,0 0 64-16,0 0-21 15,0 0-30-15,0 0-32 16,85 45-26-16,-62-31-19 16,4 2 9-16,-2 0 6 15,-1 2-7-15,-2 1-7 16,-4 2-12-16,-2 3 6 16,-2 2-3-16,-4 0 9 15,-4 1-6-15,-3-3-5 16,-1 0-6-16,-2-2-2 15,0-2-2-15,0 1-2 0,-11 1 1 16,-5 0-10-16,-5 5 2 16,-7 3-6-16,-5 5-9 15,-31 16-6-15,9-9-232 16,2-11-1382-16</inkml:trace>
  <inkml:trace contextRef="#ctx0" brushRef="#br0" timeOffset="50377.82">7741 7139 720 0,'0'0'578'16,"0"0"-302"-16,0 0 31 15,0 0-15-15,-42-80-30 16,36 78-48-16,5 2-146 16,1 24-62-16,0 35-4 15,0 4-2-15,1 2 42 0,5-2 19 16,5-20 10 0,2 3-17-16,3 1-18 0,2-11-10 15,0-10-19-15,-3-10 4 16,2-11-11-16,-4-5 1 15,0-10 14-15,-2-18 1 16,2-9-16-16,-2-6-9 16,-4 0-3-16,0 3 12 15,-5 6 0-15,1 10 0 16,-3 8 0-16,3 9 13 16,-3 7 14-16,6 0-27 15,2 17 0-15,5 9 0 0,2 5 18 16,6 1 0-1,1 2 9-15,5-6-11 0,-3-6 1 16,4-5 7-16,-1-8 0 16,-2-9 4-16,-2 0 7 15,-4-18 5-15,-1-12-21 16,-4-12-4-16,-4-19-13 16,-10-24 2-16,0-22-4 15,-10 6-21-15,-4 25-8 16,6 29-13-16,4 29-18 15,0 4 15-15,1 7 13 16,0 7 2-16,0 0-16 16,-3 42-41-16,1-4-76 15,-1-5-601-15</inkml:trace>
  <inkml:trace contextRef="#ctx0" brushRef="#br0" timeOffset="51062.85">8555 6205 472 0,'0'0'795'0,"0"0"-464"16,0 0 18-16,0 0-46 16,0 0-67-16,0 0-61 15,0 0-123-15,-97-64-35 0,75 64-10 16,3 5-1-1,2 0 5-15,4-2-1 0,5-3 1 16,4 3 2-16,2-3-3 16,2 0-2-16,0 0-7 15,0 6-1-15,0 7-6 16,0 6 6-16,8 7 10 16,1 5 17-16,6 5 3 15,-5 3-6-15,2 4 1 16,-5 3 37-16,-2 4-17 15,1-1-8-15,-1 0-13 16,0-1 15-16,0-4-6 0,1-5-2 16,-2-5-11-16,2-6-19 15,-1-8 10-15,2-9-11 16,-4-3-6-16,2-5-1 16,-2-3-92-16,6-2-176 15,-1-9-229-15,-2-5-497 0</inkml:trace>
  <inkml:trace contextRef="#ctx0" brushRef="#br0" timeOffset="51286.98">8642 6379 872 0,'0'0'943'0,"0"0"-554"15,0 0-166 1,0 0-113-16,0 0 21 0,0 0 54 15,0 0-79-15,31 90-58 16,-17-56-16-16,-1-1-7 16,-3-1-13-16,-2-2-3 15,0-4-9-15,-3-2-9 16,-5-10-180-16,0-6-324 16,0-8-443-16</inkml:trace>
  <inkml:trace contextRef="#ctx0" brushRef="#br0" timeOffset="51714.52">8700 6070 590 0,'0'0'1106'0,"0"0"-860"16,0 0-91-16,0 0 13 15,0 0 46-15,0 0-33 16,100 6-72-16,-69-6-51 15,-1-3-17-15,-3-7-9 16,-5 0 0-16,-4-1-8 16,-3 3-6-16,-6 3-2 15,-6 4-2-15,0 1-4 16,0 0-4-16,3 14-5 16,3 11 0-16,1 9 20 15,1 11 15-15,4 7 7 0,-2 4 4 16,2 1-4-1,-3 2-1-15,1-1-1 0,-2-3-1 16,-2-4-18-16,4-4 5 16,-4-7 3-16,-1-8-9 15,-2-8-12-15,-1-8 8 16,-2-7-10-16,-3-7-5 16,2-1 4-16,-2-1-5 15,0 0-1-15,0 5 1 16,-18 8-1-16,-76 38-1 15,2 3-69-15,-31 4-528 0</inkml:trace>
  <inkml:trace contextRef="#ctx0" brushRef="#br0" timeOffset="53129.12">20154 7308 87 0,'0'0'1645'0,"0"0"-1245"0,0 0-107 15,0 0-46-15,0 0-32 16,0 0-64-16,-15 11-51 16,51-11-12-16,23-13-17 15,28-11-19-15,1-5-19 16,-6 0-17-16,-12 3-4 15,-21 5-12-15,0 1-9 16,-4 0-88-16,-15 7-89 16,-27 9-271-16,-3 4-123 0,-11 0-427 0</inkml:trace>
  <inkml:trace contextRef="#ctx0" brushRef="#br0" timeOffset="53317.27">20157 7469 375 0,'0'0'1329'16,"0"0"-984"-16,0 0-91 16,0 0 1-16,97-16 7 15,-6-9-88-15,30-9-44 16,-8 1-55-16,-24 8-47 0,-34 11-25 16,-28 7-3-1,-9 3-118-15,-4 1-259 0,-14 3-624 0</inkml:trace>
  <inkml:trace contextRef="#ctx0" brushRef="#br0" timeOffset="56700.5">21353 5020 636 0,'0'0'677'15,"0"0"-337"-15,0 0-46 16,0 0-25-16,0 0-66 16,0 0 9-16,-18 0-31 15,18 0-47-15,0 0-42 16,18 0-24-16,16 0 19 15,13 0 26-15,12-3-46 16,7-6-31-16,1-1-8 0,0-2-5 16,-7 0-4-16,-6 0-10 15,-10 1-3-15,-8 2-5 16,-12 1-1-16,-9 4 0 16,-5 2-8-16,-8-1-45 15,-2 3-54-15,0-8-70 16,-12 2-291-16,-2-6-236 0</inkml:trace>
  <inkml:trace contextRef="#ctx0" brushRef="#br0" timeOffset="57067.27">21771 4699 1425 0,'0'0'642'15,"0"0"-317"-15,0 0-41 16,0 0-52-16,0 0-52 16,0 0-80-16,0 0-62 15,13 14-13-15,8-2 5 16,7 5 8-16,4 4-4 16,2-1-10-16,3 3 3 15,-3-1-5-15,-2 0-1 16,-7-2-6-16,-5-4 0 15,-7 0-4-15,-4-4 1 0,-6 2-2 16,-3-2 5-16,0 1-4 16,-3 0 1-16,-8-1 0 15,-3 1 3-15,-3-1-6 16,-4-2-3-16,-4 3-5 16,-3 3-1-16,-4 6 0 15,-14 33-86-15,8-4-227 16,2 2-759-16</inkml:trace>
  <inkml:trace contextRef="#ctx0" brushRef="#br0" timeOffset="62833.85">20314 4646 431 0,'0'0'695'15,"0"0"-480"-15,0 0 24 16,0 0-22-16,0 0-22 16,0 0-1-16,-20-66-73 15,20 85-71-15,0 24-17 0,0 8 26 16,9 8 32-1,3 8-20-15,0-12-29 0,-2 7-15 16,2-6-11-16,0-5-6 16,-4-7-4-16,-2-10-5 15,-2-7 0-15,-1-10 0 16,0-9 0-16,-2-7 8 16,-1-1 3-16,0-7 24 15,0-19 34-15,0-11-28 16,2-7-17-16,5-4 2 15,4 3 0-15,5 11 3 16,2 12-12-16,3 11-4 16,1 11-7-16,2 0-1 0,0 17 7 15,0 8 1-15,-3 7-7 16,-3 2 1-16,-3 0-7 16,-3-1 0-16,-4-1-1 15,-3-5-43-15,-2-6-111 16,-3-1-103-16,0-5-278 15,-1-11-243-15</inkml:trace>
  <inkml:trace contextRef="#ctx0" brushRef="#br0" timeOffset="63342.77">20789 4909 1079 0,'0'0'597'16,"0"0"-245"-16,0 0-32 16,0 0-29-16,0 0-80 15,0 0-93-15,0 0-42 16,0 42 35-16,0 2-32 16,0 4-20-16,0 1-31 15,0-5-16-15,0-1-11 16,0-4-1-16,0 14-52 15,0-11-211-15,3-9-533 0</inkml:trace>
  <inkml:trace contextRef="#ctx0" brushRef="#br0" timeOffset="64268.13">21513 6336 428 0,'0'0'1054'0,"0"0"-649"0,0 0-36 15,0 0-90-15,0 0-36 16,0 0-34-16,0 0-46 16,132-6-49-16,-64 4-34 15,4 1-12-15,3-2-19 16,-11-5-16-16,8-1-25 15,-10-2-8-15,-7 2 1 16,-13-1-1-16,-13 1-39 16,-13 2-81-16,-8 3-62 15,-12-4-146-15,-13 1-365 16,-8-1-584-16</inkml:trace>
  <inkml:trace contextRef="#ctx0" brushRef="#br0" timeOffset="64516.69">21983 5978 1602 0,'0'0'390'15,"0"0"-72"-15,0 0-196 16,0 0 19-16,0 0 50 16,95 48-59-16,-56-21-34 15,-2 2-30-15,-3 2-20 16,-2 1-3-16,-9-1-21 15,-6-2-12-15,-7 0-3 16,-10-2-8-16,0 4-1 0,-24-2-10 16,-7 3-66-16,-32 9-156 15,8-10-139-15,-1-7-536 0</inkml:trace>
  <inkml:trace contextRef="#ctx0" brushRef="#br0" timeOffset="65020.41">21376 5704 1335 0,'0'0'391'16,"0"0"88"-16,0 0-255 15,0 0-28-15,0 0-71 16,0 0-67-16,0 0 38 16,-24 95-14-16,35-42-26 15,5 2-12-15,1-1-15 16,1-1-11-16,0-5-9 15,0-6-8-15,-5-9-1 16,-2-9 1-16,-2-11-1 16,-5-8-1-16,-1-5-4 15,-1-10 5-15,-1-16 11 0,1-11-11 16,-1-7 8-16,2 0-7 16,0 4 4-16,0 11-4 15,3 12-2-15,-1 10 1 16,2 7-9-16,4 9-1 15,3 13 10-15,2 6 0 16,-2 6-6-16,-2 3 4 16,0 1 1-16,-4 0-60 15,-2 5-205-15,-2-12-242 16,-1-7-471-16</inkml:trace>
  <inkml:trace contextRef="#ctx0" brushRef="#br0" timeOffset="65361.68">21730 5888 1622 0,'0'0'393'0,"0"0"-122"16,0 0-150-16,0 0 31 16,0 0-37-16,102-17-24 15,-81 17-18-15,-8 4-21 16,-3 12 5-16,-8 1 13 15,-2 7 17-15,0 5-29 16,-16 5-2-16,-4 0-4 16,-1 4 7-16,1-4-13 0,6-6-18 15,4-5 5 1,7-10-1-16,3-7-4 0,0-6-5 16,7 0-5-16,14 0 6 15,7-14 3-15,7-2-9 16,6-5-18-16,1 2-17 15,4 7-98-15,21 12-135 16,-8 0-456-16,-10 10-1085 0</inkml:trace>
  <inkml:trace contextRef="#ctx0" brushRef="#br0" timeOffset="65883.9">21717 7549 1588 0,'0'0'601'0,"0"0"-250"16,0 0-51-16,0 0-128 16,0 0-20-16,0 0-77 15,0 0-21-15,112-10-8 16,-43 10-23-16,3 0-16 15,0-3-6-15,-6-1-1 16,-9 0 0-16,-11-2-55 0,-12-1-66 16,-9-11-153-16,-10 2-247 15,-10-1-258-15</inkml:trace>
  <inkml:trace contextRef="#ctx0" brushRef="#br0" timeOffset="66116.15">22053 7367 1031 0,'0'0'688'16,"0"0"-305"-16,0 0-146 16,0 0-107-16,0 0-18 15,0 0-32-15,0 0 54 16,67 22-42-16,-32-8-37 16,3 5-6-16,-4 0-20 0,-7 1-14 15,-8 3 4-15,-10 1-12 16,-9 4 7-16,0 1-8 15,-17 2-2-15,-13 1-4 16,-29 8-86-16,7-8-194 16,-4-8-363-16</inkml:trace>
  <inkml:trace contextRef="#ctx0" brushRef="#br0" timeOffset="66626.89">21043 7420 1448 0,'0'0'325'0,"0"0"62"16,0 0-149-16,0 0-49 16,0 0-76-16,0 0-70 15,0 0 27-15,-6 75 18 16,22-28-23-16,1 1-17 16,3 0-13-16,3-4-14 0,-5-6-7 15,0-6-8-15,-5-5-5 16,-5-10 0-16,-1-6-1 15,-6-8 1-15,-1-3 5 16,0-13 9-16,0-10-6 16,0-9-9-16,-1-2 0 15,1 3 0-15,0 3 1 16,1 8 5-16,10 7 6 16,3 8-1-16,5 5-5 15,3 0-5-15,3 10 1 16,0 9 4-16,0 6-5 15,-3 5 0-15,-1 0-1 16,-4 3 0-16,-1 1-64 16,-1 5-173-16,-5-7-336 0,-4-13-694 0</inkml:trace>
  <inkml:trace contextRef="#ctx0" brushRef="#br0" timeOffset="67025.24">21438 7582 1657 0,'0'0'383'15,"0"0"-160"-15,0 0-120 16,0 0 18-16,0 0-32 16,85-10-18-16,-67 11-20 15,-5 8-23-15,-5 1 19 0,-3 1-22 16,-3 2-3-1,-2 2-8-15,0-1-5 0,-4 1-4 16,-2-6-4-16,1-1-1 16,2-4 0-16,3-3 0 15,0 0 0-15,0-1-2 16,10 3 1-16,6 1 0 16,2 2 1-16,3 1-1 15,-2 5 1-15,-4-2 0 16,-2 6 0-16,-5 1 1 15,-5 3 26-15,-3 2 10 16,-6 5 1-16,-14-1-2 16,-8 6-20-16,-3-1-10 0,0-2-6 15,-7 5-99 1,10-7-205-16,7-8-517 0</inkml:trace>
  <inkml:trace contextRef="#ctx0" brushRef="#br0" timeOffset="67362.11">21460 8715 918 0,'0'0'1047'0,"0"0"-723"16,0 0-73-16,0 0-41 16,0 0 20-16,91 82-64 15,0-68-45-15,0 0-15 16,-6-8-29-16,-11-6-20 16,-22 0-24-16,1-3-18 15,-2-6-9-15,-9-2-5 16,-12-3-1-16,-11 2-12 15,-6-5-59-15,-6 1-65 16,-7-12-72-16,0 3-290 16,-5 0-272-16</inkml:trace>
  <inkml:trace contextRef="#ctx0" brushRef="#br0" timeOffset="67626.46">21954 8504 1864 0,'0'0'355'16,"0"0"-131"-16,0 0-60 16,0 0 35-16,85 49-63 15,-43-35-44-15,3-4-30 16,-3 2-32-16,-4 0-6 16,-5-1 3-16,-9 1-9 15,-6 1-9-15,-9 2 0 16,-9 6-1-16,0 2-7 15,-15 5 0-15,-15 5-1 16,-6 1 0-16,-7 0-60 0,-26 4-105 16,10-10-147-16,2-8-379 0</inkml:trace>
  <inkml:trace contextRef="#ctx0" brushRef="#br0" timeOffset="68149.94">20668 8420 1515 0,'0'0'360'16,"0"0"24"-16,0 0-129 15,0 0-74-15,0 0-84 16,0 0-64-16,0 0 51 16,-17 120 6-16,17-57-16 15,10 3-20-15,-1-2-19 16,2-5-16-16,2-4-7 15,-3-7-4-15,-1-11-1 0,0-12-6 16,-5-12 1-16,0-13 7 16,-1-9 0-16,0-20-2 15,1-9-7-15,2-1 0 16,3 0 0-16,0 10 0 16,2 7 1-16,2 7 0 15,0 9 5-15,3 6 0 16,3 0-4-16,1 16 7 15,3 9-3-15,-4 1 1 16,-1 6-5-16,-2 2-1 16,-4 0-1-16,-3-1-5 15,0-3-74-15,-1-2-149 16,-4-11-285-16,-2-10-365 0</inkml:trace>
  <inkml:trace contextRef="#ctx0" brushRef="#br0" timeOffset="68616.41">21070 8710 1060 0,'0'0'933'16,"0"0"-630"-16,0 0-106 16,0 0-84-16,0 0 51 15,0 0-24-15,0 0-36 16,6 58-18-16,-2-32-18 15,-1 4-13-15,-3 1-4 16,0-2-19-16,0 1-16 16,0-2-1-16,0-6-9 0,1-3-5 15,2-5 0-15,3-5-1 16,2-3-1-16,7-1-11 16,4-5-1-16,7 0 4 15,5 0 0-15,0-7-3 16,1-8-17-16,-4 1 7 15,-6-3-7-15,-8-3-1 16,-4 3 14-16,-5 0 5 16,-5 4 11-16,0 2 0 15,0 3 14-15,0 5 14 0,0 3 5 16,0 0-4 0,0 2-20-16,0 15 0 0,0 8 16 15,6 6 11-15,0 2-20 16,4 3-11-16,-3-2-5 15,-1-2-1-15,1-3-28 16,-3 1-78-16,-1-9-229 16,-1-10-444-16</inkml:trace>
  <inkml:trace contextRef="#ctx0" brushRef="#br0" timeOffset="68760.97">21437 9053 2129 0,'0'0'378'16,"0"0"-40"-16,0 0-233 0,0 0-105 16,0 0-21-16,0 0-440 15,0 0-1124-15</inkml:trace>
  <inkml:trace contextRef="#ctx0" brushRef="#br0" timeOffset="82492.52">24292 10484 218 0,'0'0'891'0,"0"0"-684"0,0 0-12 16,0 0-22-16,0 0-39 15,13-14 35-15,8 16 7 16,9 9-51-16,7 3-2 16,8 1 24-16,8 1-21 15,8 1-19-15,17-1-20 16,22-4-28-16,12-6-17 15,6-6-12-15,-24 0-3 0,-23-1-3 16,-27-7-5 0,-7 3 4-16,3-2-4 0,3-2 2 15,5 2-7-15,-6-4 10 16,-2-1-12-16,2 0 1 16,1-2 5-16,3-3-17 15,2 1 8-15,1-4 0 16,-1 0-9-16,0 0 2 15,-6-2-2-15,-2-1 1 16,-4 1 5-16,-5 0-5 16,-3-1 0-16,-1 0 7 15,-3-1-8-15,-1 2 10 16,-3-1-9-16,-2 1 4 0,-3-1-4 16,0 2 0-1,-5 0 5-15,-2-1-5 0,-3 2 0 16,-2-2 0-16,-3 3 0 15,0-1-1-15,0 1 2 16,-5 2-1-16,-6 3 0 16,-2-1 5-16,-2 1-5 15,-6 1 0-15,-1 2 0 16,-7 0 0-16,-5 0 0 16,-3 4 0-16,-5-1 0 15,-8 3-1-15,-4 0 1 16,-6 4 0-16,-2 1 5 15,-4 0-5-15,-1 0 0 16,-2 0-1-16,-1 0 0 16,4 1-1-16,2-1 0 0,3 0 1 15,1 0 0-15,2 0 1 16,3 0 5-16,0 0-5 16,-2 0 5-16,-1 0-3 15,-2 0 4-15,-4 0-6 16,-2 0 5-16,-3 5-6 15,-2 0 0-15,-2 3 6 16,0-4-5-16,3 3-1 16,3 0 0-16,4-1 0 15,5 2 0-15,6 0-2 0,4 3 2 16,6 3-2 0,4 0 2-16,-1 3 0 0,2 5 0 15,1 0 0-15,1-2 0 16,3 3 6-16,0-3-6 15,2 1 1-15,4-1-2 16,2 1 1-16,2-1-1 16,5-1-5-16,1 1 6 15,4-3 0-15,3 0 0 16,1-1 0-16,4-1 0 16,2 0-1-16,2 1 0 15,0 4 1-15,0-3 0 16,10 2 1-16,6 0 6 15,3-2-6-15,8 0 8 16,4-1-3-16,6 0 1 0,4-2 1 16,3-3-2-16,1 1-5 15,6-3 5-15,-2-1 0 16,5-4 3-16,0 0 1 16,-1-3 5-16,-2 1-6 15,-2-2-1-15,-1 0-7 16,-5 0 10-16,-1 0-5 15,0 0 0-15,-2 0-6 16,-3 0 14-16,2-5-5 16,-5 2 4-16,-1-2 2 15,-5 1-7-15,-1-1 1 16,-6 3 1-16,0-1 1 16,-7 0-4-16,-3 0-1 0,-6 2-4 15,-2 1-1 1,-3 0 7-16,0 0-8 0,0 0 0 15,0 0-26-15,-11 0-90 16,-25 3-105-16,1 8-390 16,-4-1-508-16</inkml:trace>
  <inkml:trace contextRef="#ctx0" brushRef="#br0" timeOffset="115821.01">19043 16091 16 0,'0'0'209'0,"0"0"-1"0,0 0-101 16,0 0-83-16,0 0 1 16,0 0 336-16,4-48-56 15,-4 34-24-15,-1 1-4 16,-4-1 28-16,-1 2-58 15,3 5-24-15,0 0 8 16,0 7-59-16,2 0-62 16,1 19-54-16,0 15 5 15,0 13 20-15,0 6 1 16,0 3-28-16,0-1-28 16,1-1-10-16,5-4-8 15,-1-4-8-15,-2-3-1 16,-2-6 0-16,-1-3-38 15,0-6-63-15,-3-4-31 16,-9-4-66-16,-4-6-76 0,-2-6-22 16,-3-8-52-16,0 0 24 15,0-8 52-15,-1-11 75 16,3-3 108-16,3 0 90 16,3 3 172-16,4 2 100 15,3 3 31-15,5 6-23 16,1 4-77-16,0 4-69 15,0 0-42-15,12 7 65 0,7 8 6 16,5 6-41 0,3-1-50-16,4 3-24 0,3-3-21 15,1 0-18-15,-3-3-8 16,0-2-1-16,-4-4-22 16,-4-4-87-16,-6-5-135 15,-2-7-140-15,-5-12-325 16,-7-6-691-16</inkml:trace>
  <inkml:trace contextRef="#ctx0" brushRef="#br0" timeOffset="115988.5">19214 16405 1237 0,'0'0'482'16,"0"0"-271"-16,0 0 49 15,0 89-50-15,0-43-50 0,0 5-57 16,-3 2-43-16,-1 0-41 15,-5-1-19-15,-12 22-56 16,-2-14-240-16,-3-7-799 16</inkml:trace>
  <inkml:trace contextRef="#ctx0" brushRef="#br0" timeOffset="120111.89">10472 8584 753 0,'0'0'357'0,"0"0"-187"15,0 0-36-15,0 0-51 16,0 0-7-16,0 0-35 15,0 0-41-15,0 8-25 16,0 9-189-16,0 3-320 0</inkml:trace>
  <inkml:trace contextRef="#ctx0" brushRef="#br0" timeOffset="120470.14">10497 10053 1273 0,'0'0'360'0,"0"0"-139"16,0 0-37-16,0 0-29 15,0 0-44-15,0 0-52 16,0 0-52-16,0 7-7 15,0 1-148-15,-6 1-347 0</inkml:trace>
  <inkml:trace contextRef="#ctx0" brushRef="#br0" timeOffset="120922.75">10472 12112 1463 0,'0'0'372'16,"0"0"-119"-16,0 0-101 15,0 0-29-15,0 0-6 16,0 0-37-16,0 0-41 16,0 0-25-16,0-2-6 15,0 2-2-15,0 0-6 16,0 0-62-16,0 2-91 16,0 9-174-16,0 3-519 0</inkml:trace>
  <inkml:trace contextRef="#ctx0" brushRef="#br0" timeOffset="121332.82">10515 14050 1385 0,'0'0'320'0,"0"0"-104"15,0 0-43-15,0 0-53 16,0 0-1-16,0 0-43 16,0 0-52-16,-1-7-15 15,1 7-9-15,0 0-36 16,0 0-97-16,0 0-221 15,-3 4-485-15</inkml:trace>
  <inkml:trace contextRef="#ctx0" brushRef="#br0" timeOffset="124466.44">27727 4969 1480 0,'0'0'554'16,"0"0"-309"-16,0 0-60 15,0 0 6-15,0 0 0 16,0 0-48-16,73 0-8 16,-17 0-45-16,10-2-27 15,3-8-20-15,-5-2-12 16,-4 1-16-16,-11 2-9 16,-12-2-5-16,-10 6-1 0,-11-1-6 15,-8 3-53-15,-8-1-75 16,-12-1-119-16,-11 0-346 15,-8 0-478-15</inkml:trace>
  <inkml:trace contextRef="#ctx0" brushRef="#br0" timeOffset="124852.96">27771 4705 1491 0,'0'0'360'0,"0"0"-77"15,0 0-48-15,0 0-6 0,0 0-41 16,0 0-94-16,0 0-40 16,9-23-27-16,-16 43 7 15,-8 7 39-15,-5 7-19 16,-5 7-19-16,-2 0-8 15,-1 3-3-15,3 0-5 16,5-4-1-16,5-5-9 16,8-4 2-16,7-6-10 15,0-5 6-15,25-6 5 16,13-3 26-16,11-6-4 16,9-4-13-16,6-1-12 15,-1 0 1-15,-1-6-2 16,-5-2-8-16,-8-3-1 0,-9 2-78 15,-8-1-140-15,-16 3-458 16,-7 2-1227-16</inkml:trace>
  <inkml:trace contextRef="#ctx0" brushRef="#br0" timeOffset="136921.28">15251 2355 1521 0,'0'0'349'16,"0"0"-59"-16,0 0-60 16,0 0-18-16,0 0-32 15,-39-64-85-15,39 64-66 16,0 0-29-16,0 22-7 15,0 10 1-15,6 12 6 16,4 5 0-16,-2 3 1 16,0 0-1-16,-2-7 0 0,1-5 0 15,-3-7-63-15,-1-5-181 16,0-7-115-16,-3-14-220 16,0-5 27-16,-3-2-207 0</inkml:trace>
  <inkml:trace contextRef="#ctx0" brushRef="#br0" timeOffset="137095.95">15211 2627 32 0,'0'0'515'15,"0"0"-105"-15,0 0-38 16,-60-73-45-16,51 63-49 16,3 5-54-16,4 5-113 15,2 5-81-15,0 16-29 0,17 7 9 16,5 5 3-16,7 1-4 16,4 2-8-16,2-3 0 15,3-7 0-15,0-4-1 16,-2-8-92-16,6-14-225 15,-9 0-256-15,-6-11-338 0</inkml:trace>
  <inkml:trace contextRef="#ctx0" brushRef="#br0" timeOffset="137244.9">15524 2518 1023 0,'0'0'368'0,"0"0"-25"15,0 0-194-15,0 0-84 16,0 0 4-16,-39 89 55 0,24-41-22 15,-3 6-56 1,1 1-22-16,3 11-23 0,6-13-1 16,5-14-257-16</inkml:trace>
  <inkml:trace contextRef="#ctx0" brushRef="#br0" timeOffset="138213.1">21280 277 849 0,'0'0'301'16,"0"0"-7"-16,0 0 1 15,0 0-37-15,0 0-26 16,0 0-61-16,0 0-54 16,-48-70-71-16,48 70-30 15,0 0-16-15,0 15-18 0,0 7 12 16,9 11 6-1,0 3 1-15,-1 6 0 0,-1-3-1 16,-3-3 1 0,-4-3-1-16,0-6-27 0,0-3-89 15,0-10-54-15,-4-5 21 16,-6-4 48-16,-1-5 52 16,-4-2 42-16,0-12 7 15,-1-5 8-15,2 0 18 16,1-1 46-16,3 3 16 15,4 5 5-15,3 4-16 16,3 7-22-16,0 1-35 16,0 0-20-16,9 12 8 0,7 5-8 15,2 0 6-15,4 2-4 16,1-2-1-16,-1-2 0 16,2-2 0-16,-2-5-1 15,-1-3-1-15,-3-4-33 16,-3-1-34-16,-5 0-6 15,-2-6 22-15,-6-3 26 16,-2-4 11-16,0 2 15 16,0-1 0-16,-5 4 0 15,-1 3 3-15,0 5 2 16,0 0-5-16,-1 2-9 16,-2 13 3-16,0 5 5 0,1 5 0 15,-1 0 0-15,3 0-55 16,2 11-132-1,2-9-183-15,1-5-498 0</inkml:trace>
  <inkml:trace contextRef="#ctx0" brushRef="#br0" timeOffset="138379.02">21636 537 1487 0,'0'0'406'16,"0"0"-187"-16,0 0-145 16,0 0-74-16,0 0-250 15,0 0-945-15</inkml:trace>
  <inkml:trace contextRef="#ctx0" brushRef="#br0" timeOffset="139993.5">19759 14166 196 0,'0'0'1032'0,"0"0"-858"16,0 0 52-16,0 0 57 15,0 0-4-15,0 0-32 16,-63-9-25-16,67 3-57 16,22-3-66-16,26-8-32 15,32-7-17-15,1-1-22 0,-2 6-18 16,-11 2-9-16,-20 7-1 15,1 3-19-15,-3 2-97 16,-23 6-229-16,-13 13-288 16,-14 3-109-16</inkml:trace>
  <inkml:trace contextRef="#ctx0" brushRef="#br0" timeOffset="140174.43">19787 14374 1119 0,'0'0'527'0,"0"0"-329"16,0 0-37-16,0 0-12 16,0 0 38-16,122-24-65 15,-56 7-75-15,4 0-30 0,-10 2-17 16,2-3 0-16,4-7-159 16,-21 2-336-16,-16 0-601 0</inkml:trace>
  <inkml:trace contextRef="#ctx0" brushRef="#br0" timeOffset="140422.4">20142 13855 1691 0,'0'0'393'0,"0"0"-193"15,0 0-91-15,87-4 65 0,-2 4 55 16,-2 5-87-1,-7 8-58-15,-15 4-33 0,-24 3-30 16,-8 8-6-16,-13 13-8 16,-22 20-7-16,-61 29 1 15,-60 32 0-15,-43 14-1 16,-25 6-23-16,-17-10-149 16,60-41-354-16,13-18-672 0</inkml:trace>
  <inkml:trace contextRef="#ctx0" brushRef="#br0" timeOffset="144392.98">16778 3269 1154 0,'0'0'302'0,"0"0"-86"0,0 0-52 15,0 0-10-15,102-53-34 16,-71 53-69-16,-1 1-18 15,-2 17-7-15,-4 10 4 16,-9 10-9-16,-10 6-2 16,-5 10 21-16,-9 6 27 15,-17 1-2-15,-3 3-19 16,-3-2-4-16,2-1-11 16,8-4-16-16,7-4-9 15,10-10-6-15,5-4 1 16,5-10 0-16,16-7-1 15,4-8 0-15,1-7 0 16,2-7-1-16,-4-4-10 0,-3-15-13 16,-8-6 15-16,-4-2 9 15,-6 1 2-15,-3 5 7 16,0 7 24-16,0 9 13 16,-2 5 43-16,-5 12-43 15,-2 35-31-15,-1 31 60 16,3 33 4-16,5 18-13 15,2 2 3-15,15-5 10 16,8-13-38-16,0-2 38 16,4-2 8-16,-6 0-24 15,-4-2-17-15,-8-5-2 16,-7-6-2-16,-2-7-8 16,-5-3 2-16,-9-14 5 0,2-14-10 15,1-13 2-15,-1-6-1 16,0 2-4-16,-2 1-10 15,0 1-12-15,3-14-5 16,1-7-1-16,3-8 2 16,2-6 4-16,-1-8-5 15,-3 0 11-15,-3 0-1 16,-7 0-4-16,-4-10-6 16,-5 0 0-16,-3 1 1 15,-6 1-1-15,-2 1-1 16,-5 6-1-16,-2 1 0 15,1 0 0-15,-2 8 0 16,2 1-8-16,3 2-35 16,7-5-64-16,6 2-87 0,7-8-115 15,10 0-456-15,6 0-809 16</inkml:trace>
  <inkml:trace contextRef="#ctx0" brushRef="#br0" timeOffset="144543.18">16883 5685 2328 0,'0'0'363'15,"0"0"-71"-15,0 0-195 16,0 0-73-16,-88 39-24 16,60-13-107-16,-10 3-678 0</inkml:trace>
  <inkml:trace contextRef="#ctx0" brushRef="#br0" timeOffset="146095.78">27476 11849 530 0,'0'0'770'16,"0"0"-365"-16,0 0-52 15,0 0-39-15,0 0 5 0,0 0-52 16,61 0-41-16,-12 1-48 15,23 2-76-15,27-3-35 16,24 0-23-16,7-2-10 16,-24-6-7-16,-27-1-13 15,-34 3-4-15,-8-1-8 16,-4 0-2-16,-4 1 1 16,-6 0 0-16,-11 1 0 15,-11 2-1-15,-1 3-6 16,-14 0-21-16,-21 0-93 15,-60 3-153-15,5 7-411 16,-5-3-1051-16</inkml:trace>
  <inkml:trace contextRef="#ctx0" brushRef="#br0" timeOffset="146628.52">27497 11576 857 0,'0'0'368'15,"0"0"-64"-15,0 0 29 0,0 0-21 16,0 0-71-16,0 0-83 16,0 0-57-16,4 3 18 15,-20 31 46-15,-5 5-71 16,-6 5-34-16,-6 0-17 16,-1-4 7-16,-3-1-14 15,3-5-9-15,4-4 0 16,7-7 0-16,7-7-7 15,8-5-5-15,7-8-1 16,1-3 8-16,6 0 5 0,18 0 5 16,10 0-11-16,6 1-11 15,8 5-2-15,3 4-7 16,3 3 16-16,-1 1 2 16,2 2-2-16,-4 0-7 15,-5-2-1-15,-7-1-8 16,-9-4-1-16,-9-2 1 15,-11-3-1-15,-3-4-15 16,-7 0-59-16,0 0-53 16,-19-11-150-16,-3-2-360 15,-5 0-785-15</inkml:trace>
  <inkml:trace contextRef="#ctx0" brushRef="#br0" timeOffset="146820.32">27926 12143 2241 0,'0'0'465'16,"0"0"-284"-16,0 0-90 16,0 0-18-16,0 0-57 15,0 0-16-15,0 0-188 16,-28 33-564-16</inkml:trace>
  <inkml:trace contextRef="#ctx0" brushRef="#br0" timeOffset="153514.42">27209 13075 1721 0,'0'0'551'0,"0"0"-219"16,0 0-34-16,0 0-58 15,0 0-50-15,0 0-40 16,33 15 7-16,5-7-64 16,24-2-30-16,30-1-16 15,26-5-10-15,7 0-7 16,-4-8-16-16,-18-3-5 16,-30 5 3-16,-20-2-5 0,-21 4-5 15,-11 0-2 1,-6 1 1-16,-5-1 0 0,-2 1-1 15,-6 2-1-15,-2-2-5 16,-2 0-15-16,-19 0-63 16,-9 3-117-16,-32 0-103 15,4 6-278-15,2 3-293 0</inkml:trace>
  <inkml:trace contextRef="#ctx0" brushRef="#br0" timeOffset="154050.68">27327 12930 411 0,'0'0'804'15,"0"0"-537"-15,0 0 7 16,0 0-5-16,0 0-18 16,0 0-51-16,0 0 26 15,5-56-20-15,-5 56-52 16,0 0-39-16,0 0-25 16,-7 0-17-16,0 0-23 15,-4 0-26-15,-3 4-14 0,-6 9-8 16,1 10-2-16,-2 7 2 15,0 6 7-15,6 3 0 16,0-1 6 0,6 1-8-16,5-3 8 0,2-6-9 15,2-3 6-15,0-4-3 16,12-5 8-16,9-5 7 16,9-5 13-16,9-5 17 15,8-3 3-15,8-3-7 16,4-11-5-16,0-2-18 15,-3 0-17-15,-7 2-4 16,-10 2-5-16,-11 4 0 16,-10 4 0-16,-12 2-1 0,-6 2-10 15,0 0-49-15,-8 6-68 16,-12 7-61-16,-25 11-90 16,2-3-355-16,2 1-632 0</inkml:trace>
  <inkml:trace contextRef="#ctx0" brushRef="#br0" timeOffset="158598.34">27373 14212 575 0,'0'0'610'0,"0"0"-385"16,0 0-37-16,-82-25 120 15,70 21 19-15,5 1-42 0,7 0-36 16,0 2-82-1,21 1-30-15,10-1 6 0,13 1-13 16,9 0-34-16,7-4-24 16,1 3-11-16,2-4-11 15,-4-1-17-15,-4-3-17 16,-7 1-10-16,-11 0-5 16,-10 0-1-16,-12 2-10 15,-9 1-39-15,-6 0-73 16,-7 0-90-16,-16 0-82 15,-32-2-216-15,6 4-131 16,-2-3-463-16</inkml:trace>
  <inkml:trace contextRef="#ctx0" brushRef="#br0" timeOffset="158913.32">27319 13892 1528 0,'0'0'267'15,"0"0"-124"-15,0 0 41 16,0 0-10-16,0 0-26 16,0 0-65-16,0 0-4 15,-3 29 57-15,-20 15-3 16,-10 9-8-16,-8 3-28 16,-3 0-28-16,0-1-15 15,10-6-12-15,9-8-12 16,13-6-9-16,12-10-6 0,10-8 1 15,23-8 17 1,12-6 2-16,10-3-11 0,5 0-12 16,-1-6 0-16,1-2-12 15,-3-1-1-15,-7 3-53 16,7 6-84-16,-12 0-194 16,-14 0-486-16</inkml:trace>
  <inkml:trace contextRef="#ctx0" brushRef="#br0" timeOffset="159396.19">27494 15298 1313 0,'0'0'353'0,"0"0"-117"0,0 0 60 15,0 0-53-15,0 0-15 16,0 0-45-16,0 0-5 16,58-2-30-16,-12 5-38 15,10-2-15-15,5-1-33 16,4 0-19-16,0 0-17 15,-4-2-14-15,-6-8-11 16,-12 2-1-16,-14 0-12 16,-13-1-70-16,-16 1-54 15,-24-3-112-15,-15 3-290 16,-8-1-380-16</inkml:trace>
  <inkml:trace contextRef="#ctx0" brushRef="#br0" timeOffset="159746.27">27495 15059 1855 0,'0'0'283'16,"0"0"-209"-16,0 0 18 15,0 0 78-15,0 0-17 16,0 0-81-16,0 0-9 15,-10 24 55-15,-2 5-20 0,-6 7-2 16,0 6-21 0,-1 1-21-16,4 4 3 0,5 0-6 15,7-2-11-15,3-4-12 16,10-4 7-16,16-6 4 16,15-8-8-16,22-8 5 15,25-15 6-15,22-6-10 16,8-20-16-16,-20-6-8 15,-28 6-8-15,-28 8-16 16,-12 5-89-16,-17 6-103 16,-8 2-329-16,-5 2-587 0</inkml:trace>
  <inkml:trace contextRef="#ctx0" brushRef="#br0" timeOffset="169817.83">18365 17624 1309 0,'0'0'539'0,"0"0"-285"16,0 0-29-16,0 0-17 0,0 0-34 15,0 0-55 1,84-8-5-16,2-7-20 0,37-8-15 15,11-2-4-15,-4 1-25 16,-30 7-22-16,-39 7-13 16,-22 3-7-16,-14 5-8 15,-7 2-1-15,-2 0-8 16,-7 0-34-16,-7 0-50 16,-2 0-43-16,0 0-92 15,-17 2-87-15,0 1-272 16,-4-1-408-16</inkml:trace>
  <inkml:trace contextRef="#ctx0" brushRef="#br0" timeOffset="170082.35">18416 17799 1179 0,'0'0'571'0,"0"0"-321"16,0 0 65-16,0 0-97 15,0 0 16-15,88-6-35 16,0-13-54-16,29-6-34 16,6-6-35-16,-6 1-16 15,-31 7-15-15,-26 3-24 16,-18 9-6-16,-7-2-9 16,-5 1-6-16,-4 2-2 15,-6 3-34-15,-16 7-73 16,-34 9-129-16,-14 10-336 15,-26 9-730-15</inkml:trace>
  <inkml:trace contextRef="#ctx0" brushRef="#br0" timeOffset="173458.72">18228 16070 71 0,'0'0'296'0,"0"0"92"16,0 0-140-16,0 0-34 16,0 0-6-16,0 0-6 15,-4-17-42-15,4 15-90 16,0 2-33-16,-2 0-17 15,2 0-8-15,0 0-10 0,0 10-1 16,0 10 0-16,0 8 16 16,0 6 11-16,0 2 24 15,3 0-7-15,0-2-4 16,-3-3-6-16,0-3-8 16,0-4-4-16,0-6-8 15,0-3-6-15,0-7-8 16,0-6 0-16,-4-2 5 15,-4 0 3-15,-1-8 0 16,-5-7 1-16,0-2-10 16,1-2 0-16,2 3-6 15,5 6 5-15,3 3-7 16,2 3 8-16,-1 2 1 16,2 2 0-16,0 0-1 15,0 0-1-15,0 6-7 0,11 5 8 16,2 5 0-16,5 1 9 15,3 1 10-15,-2-2 11 16,4-2 4-16,-1-1-7 16,0-2 4-16,-2-6-9 15,-2-3-10-15,-5-2-3 16,0 0-3-16,-2 0-6 16,-3-12 2-16,-1-7-1 15,-4-1 5-15,-2-2-5 16,-1 1 0-16,0 4 2 15,0 5-3-15,0 3-3 16,0 6-9-16,-3 3 5 16,-1 0-13-16,0 5-11 0,-3 12 18 15,1 3 13 1,-1 6 0-16,-2 1 1 0,2-2 7 16,-1 0 2-16,2-5-8 15,0-1-2-15,3-4 0 16,3-6-95-16,0-6-210 15,0-3-334-15</inkml:trace>
  <inkml:trace contextRef="#ctx0" brushRef="#br0" timeOffset="173647.53">18491 16350 1058 0,'0'0'666'0,"0"0"-459"16,0 0-55-16,0 0-101 16,0 0-23-16,0 0-28 15,0 0-8-15,-42 30-278 16,32-23-753-16</inkml:trace>
  <inkml:trace contextRef="#ctx0" brushRef="#br0" timeOffset="177302.33">21696 17248 1487 0,'0'0'475'0,"0"0"-371"0,0 0-63 16,0 0-29-16,0 0-6 15,0 0-5-15,57 0-1 16,-29-4-56-16,8 1-178 16,-8 1-107-16,-7-2-229 0</inkml:trace>
  <inkml:trace contextRef="#ctx0" brushRef="#br0" timeOffset="177460.33">21713 17367 1086 0,'0'0'499'16,"0"0"-319"-16,0 0-82 15,0 0-62-15,0 0-21 0,0 0-15 16,120-36-58-16,-61 9-303 15,-1-5-629-15</inkml:trace>
  <inkml:trace contextRef="#ctx0" brushRef="#br0" timeOffset="177799.43">22937 16587 28 0,'0'0'1014'0,"0"0"-660"15,0 0-64-15,-68 81-31 16,36 4-34-16,-2 48-20 15,1 21-4-15,9 1-36 16,17-20-27-16,7-32-34 16,22-30-37-16,8-20-37 15,4-17-18-15,23-10 0 16,37-11-12-16,49-17 0 16,42-40-33-16,-33-9-199 0,-21-11-456 0</inkml:trace>
  <inkml:trace contextRef="#ctx0" brushRef="#br0" timeOffset="179698.24">23562 16997 159 0,'0'0'722'0,"0"0"-449"15,0 0-148-15,0 0-31 16,0 0-19-16,0 0 65 16,0 0-9-16,0 31 0 15,0-19-2-15,0 1-6 16,0-1-13-16,-1 2-22 16,-7 0-20-16,2-4-19 15,-3-1-7-15,3-5-21 16,2 3-6-16,-1-7-1 15,2 0 13-15,-1-3 19 16,-3-13-3-16,2-7-23 0,2-2-4 16,2-5 1-16,1 2 0 15,0 3 3-15,4-1-7 16,8 6 1-16,3 0-8 16,3 1-5-16,0 3 8 15,2 2 2-15,0 3 8 16,-5 2 6-16,0 6-2 15,-3 1-7-15,-3 2 1 16,2 0-5-16,-2 9 11 16,2 10 21-16,1 1 1 15,-2 8 0-15,-1 4-2 16,0 0 8-16,-3 2-11 16,-1 2 5-16,-1 0 8 0,1-2-10 15,-2 1-9-15,2-4-11 16,1-6-5-16,-1-2-2 15,1-6-2-15,-1-3-7 16,-2-4 1-16,1-4-2 16,-1-3-5-16,-2 0 0 15,1-3 5-15,-2 2-5 16,1-2 0-16,-1 0-1 16,3 0 0-16,2 0 0 15,2-5-51-15,19-24-115 16,-1-4-376-16,0-1-367 0</inkml:trace>
  <inkml:trace contextRef="#ctx0" brushRef="#br0" timeOffset="181053.19">23969 17396 1277 0,'0'0'530'0,"0"0"-325"16,0 0-42-16,0 0-13 15,0 0-40-15,0 0-43 16,0 0 6-16,0-2-2 0,0-15-23 15,0-2-12-15,-4-6-9 16,0-3 5-16,-3-7-9 16,1-6-10-16,-3-5-1 15,1 0-4-15,0 0-1 16,4 5 4-16,-1 9 11 16,2 6 8-16,0 11 9 15,1 1 7-15,2 7-2 16,-2 4-7-16,2 1-7 15,-2 2-9-15,2 0-9 16,0 0-3-16,0 5-8 16,0 12 5-16,0 7 5 15,0 2 5-15,6 8 2 0,0 0 0 16,0 1 9 0,2 1-1-16,2-3 4 0,-1-6-2 15,1 0 3-15,2-6-4 16,-1-1 0-16,1-3-6 15,-1-1 8-15,-1-3-8 16,-1-2-3-16,1-3-6 16,-1 0-11-16,-2-6 5 15,7-1-5-15,-1-1-1 16,11-1 0-16,10-16-12 16,48-26-108-16,-8 3-207 15,3-7-778-15</inkml:trace>
  <inkml:trace contextRef="#ctx0" brushRef="#br0" timeOffset="182777.04">24663 17444 742 0,'0'0'686'0,"0"0"-392"15,0 0 1-15,0 0-29 16,0 0-54-16,0 0-66 15,-10-10-76-15,13 21-30 16,11 8 47-16,3 7-14 16,2 10-37-16,-5 8-24 15,-6 26-12-15,-8 39-34 16,-11-12-190-16,-15-2-377 0</inkml:trace>
  <inkml:trace contextRef="#ctx0" brushRef="#br0" timeOffset="186246.44">24945 16879 690 0,'0'0'705'16,"0"0"-449"-16,0 0-46 16,0 0-72-16,0 0-43 15,0 0-36-15,-13 48 25 16,13-22 12-16,4 2-20 16,5 2-14-16,-2-4-10 0,-1-1-16 15,0-1-17-15,0-6-11 16,-3-4-7-16,-1-4 0 15,-1-5 8-15,-1-1-8 16,0-4 8-16,0 0 0 16,0 0 7-16,-3-11-4 15,-9-9-11-15,0-7 7 16,-1-7-2-16,6-4 4 16,2 4 2-16,5 2 10 15,0 2 10-15,0 2 2 16,9 3-1-16,4 4-11 15,1 3 7-15,4 5-1 16,-2 3 3-16,3 5-4 0,1 5-1 16,-2 0-5-16,1 7-8 15,-1 11 4-15,-2 7 2 16,1 6 17-16,-5 2 0 16,-3-1-14-16,-2 1-5 15,0-2-1-15,-3-3-15 16,-1-4 7-16,0-4-8 15,-2-4 0-15,1-6-9 16,-1-5-60-16,8-6-153 16,1-18-303-16,2-8-754 0</inkml:trace>
  <inkml:trace contextRef="#ctx0" brushRef="#br0" timeOffset="189377.11">25379 17263 955 0,'0'0'317'0,"0"0"-149"0,0 0-2 16,0 0-39-16,0 0-22 16,0 0-19-16,0 0-21 15,6-44-8-15,-1 15 10 16,-1-4 22-16,-3 1-12 15,-1 1 5-15,0 2-7 16,0 1-6-16,-5 6-2 16,-5 1 5-16,3 4-11 15,-2 1-10-15,2 5-1 16,1 2-9-16,1 4 2 16,2 0-9-16,1 4 2 15,1 0-4-15,-1 1-11 16,2 0-9-16,0 0-6 0,0 7-6 15,0 11-7-15,0 9 7 16,0 7 11-16,0 4-11 16,3 3 2-16,2 0 12 15,0 0-6-15,1-2 5 16,1-6-12-16,-1-3 11 16,1-4-11-16,2-6-1 15,2-3 0-15,-1-6 6 16,2-2-5-16,1-4 0 15,0-2 0-15,1-2-1 0,0-1 0 16,1 0-58 0,0-17-174-16,-5 0-238 0,-3 0-437 0</inkml:trace>
  <inkml:trace contextRef="#ctx0" brushRef="#br0" timeOffset="189708.14">25558 17212 1348 0,'0'0'407'16,"0"0"-137"0,0 0-67-16,0 0-43 0,0 0-55 15,0 0-48-15,0 0-23 16,10 0 3-16,7-11-7 16,-1 1-15-16,2-1-15 15,-3 0 0-15,0 2-8 16,-2-2-106-16,-2 4-171 15,-5-3-418-15</inkml:trace>
  <inkml:trace contextRef="#ctx0" brushRef="#br0" timeOffset="190025.81">25759 16973 1635 0,'0'0'395'15,"0"0"-115"-15,0 0-86 16,0 0-73-16,0 0-41 0,0 0 26 15,14 81 2-15,-5-48-47 16,2 3-23-16,-5-2-17 16,1-1-20-16,-4-4-1 15,-2 0-44-15,-1-8-234 16,0-12-420-16</inkml:trace>
  <inkml:trace contextRef="#ctx0" brushRef="#br0" timeOffset="190557.43">25779 16277 755 0,'0'0'540'0,"0"0"-225"0,0 0-11 16,0 0-52-16,0 0-57 16,0 0-51-16,0 0-16 15,85 9 20-15,-45 25-5 16,6 13-32-16,2 7-11 15,3 6-29-15,5 13 4 16,4 14-7-16,0 12-18 16,-10 2-11-16,-17 2-18 15,-21-5-15-15,-13 0-6 16,-40 6-1-16,-36 9-8 16,-44 5-12-16,-46 14-86 0,21-30-193 15,-5-8-605-15</inkml:trace>
  <inkml:trace contextRef="#ctx0" brushRef="#br0" timeOffset="198928.45">10563 6210 1149 0,'0'0'346'0,"0"0"-15"15,0 0-44-15,0 0-90 16,0 0-71-16,0 0-15 0,-39 72-4 15,39-21-10-15,0 7-13 16,0 3-38-16,2-2-25 16,4-3-14-16,0-4-5 15,-2-6-2-15,1-12 0 16,-5-6-49-16,0-13-65 16,0-11-4-16,-5-4 68 15,-11-13-11-15,-7-13 7 16,-2-10 31-16,-2-4 17 15,2-1 6-15,4 2 6 16,5 10 22-16,5 10 42 16,9 9 13-16,2 10-17 15,0 0-44-15,8 15-7 16,11 9 55-16,4 11 5 16,5 2-28-16,4 5 7 0,3-1-12 15,2-3-21-15,2-6-6 16,0-5-9-16,0-8-5 15,-8-5-1-15,-1-7-6 16,-10-6-25-16,-4-1-37 16,-4-8-3-16,-5-12-6 15,-1-6-5-15,-3-2 24 16,0 0 16-16,-3 1 19 16,0 4 5-16,0 6 1 15,0 4 3-15,0 4 6 0,0 4 8 16,0 5 0-1,0 0 0-15,0 0 0 16,-3 15 0-16,-3 9 0 0,-4 6 18 16,-2 4-6-16,-4 1 0 15,0-3-5-15,0-1-6 16,3-4 1-16,-2-6-2 16,0-2-22-16,3-6-165 15,0-8-447-15</inkml:trace>
  <inkml:trace contextRef="#ctx0" brushRef="#br0" timeOffset="199090.18">10911 6844 1267 0,'0'0'378'0,"0"0"-206"16,0 0-172-16,0 0-22 15,0 0-501-15</inkml:trace>
  <inkml:trace contextRef="#ctx0" brushRef="#br0" timeOffset="205197.82">18516 17394 370 0,'0'0'919'0,"0"0"-729"16,0 0 0-16,0 0-3 16,0 0-36-16,0 0-35 15,0-10-14-15,0 10-19 16,0 0-15-16,0 0-18 16,0 0-19-16,0 7-16 15,5 8-3-15,1 6 2 0,2 4 5 16,0 2-12-1,-2 0-5-15,-2-2-1 0,0-2 1 16,-3-4-2-16,-1-2-9 16,0-6-46-16,0-5-35 15,0-1-26-15,-6-3-16 16,-5-2-30-16,-5 0-2 16,1-2 39-16,-3-6 68 15,3-1 41-15,0 1 16 16,6 0 25-16,3 4 51 15,2 2 20-15,1 2 32 16,3 0-25-16,0 0-38 0,0 0-18 16,0 0-28-1,0 0-10-15,7 0-7 0,5 8 26 16,3 1-2-16,0 0-11 16,0 1-6-16,0-2-9 15,0-1 1-15,-3-2-1 16,0-3-1-16,-2-2-52 15,-1 0-22-15,0 0-12 16,-3-11-8-16,1-2 12 16,-2 2 10-16,-2 2 26 15,0 1 29-15,-3 4 18 16,0 4 0-16,0 0 1 16,0 7-1-16,-8 15 5 15,-3 5-5-15,-10 16-69 16,1-1-195-16,0-4-595 0</inkml:trace>
  <inkml:trace contextRef="#ctx0" brushRef="#br0" timeOffset="-201187.63">16416 17694 1787 0,'0'0'514'0,"0"0"-314"16,0 0 11-16,0 0-39 16,0 0-33-16,0 0-18 0,62 2-8 15,33-24-22-15,34-16-15 16,16-11 10-16,-7-2-16 15,-31 7-28-15,-39 14-18 16,-22 8-23-16,-14 5 5 16,-5 5 2-16,-9 0-8 15,-2 7-6-15,-15 2-9 16,-1 3-43-16,-6 0-71 16,-14 12-52-16,-18 12-95 15,4 0-271-15,-5-2-277 0</inkml:trace>
  <inkml:trace contextRef="#ctx0" brushRef="#br0" timeOffset="-200728.77">16404 18042 580 0,'0'0'858'0,"0"0"-621"16,0 0-18-16,0 0-9 15,0 0 8-15,0 0-26 16,0 0-19-16,-7 14 24 0,29-25-24 16,14-7-19-16,23-14-38 15,32-11-1-15,32-12-22 16,14-1-12-16,-4 9-17 15,-17 7-7-15,-37 16-10 16,-24 7-17-16,-23 5-8 16,-15 7-5-16,-5 0 8 15,0 2 8-15,-4 0 3 16,-2 2 6-16,-3-4-4 16,1 3-5-16,1-1-9 15,0-1-12-15,0-1-12 16,-2 5 0-16,0-5 0 15,0 3 0-15,-3 1 0 0,2 1 0 16,-2 0-47 0,0 0-53-16,-2 1-59 0,-26 18-75 15,-1-2-132-15,-5 5-643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10:45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27522 4734 1547 0,'0'0'538'16,"0"0"-253"-16,0 0-32 15,0 0-19-15,0 0-53 16,84 7-21-16,9-2-44 16,44-2-13-16,19-1-9 15,4-1-25-15,-20 4-13 16,-48-1-31-16,-24-2-11 0,-28 3-8 15,-18-2-5-15,-2-2 0 16,-7 2-1-16,-4-1-10 16,-9-1-41-16,-9 1-66 15,-18-2-51-15,-40 0-70 16,5 0-239-16,-4 0-185 0</inkml:trace>
  <inkml:trace contextRef="#ctx0" brushRef="#br0" timeOffset="432.59">27839 4375 674 0,'0'0'804'0,"0"0"-461"16,0 0 9-16,0 0-73 16,0 0-55-16,0 0-99 15,0 0-71-15,26-26-16 16,-43 58 55-16,-9 9-17 16,-11 5-11-16,-7 4-14 15,-6 2-15-15,-4-4-14 16,2-3-7-16,6-6-3 0,10-9 0 15,12-10 2 1,14-4-7-16,10-4 1 0,4-4 10 16,23 1 25-16,12 1 21 15,13-1-7-15,6-1-19 16,6-2-14-16,5 2-6 16,2-1 1-16,-4 3-10 15,-2-4-7-15,-13 0-2 16,-13 4-30-16,-19 12-137 15,-14-2-201-15,-6 1-657 0</inkml:trace>
  <inkml:trace contextRef="#ctx0" brushRef="#br0" timeOffset="983.55">27294 5964 1719 0,'0'0'545'16,"0"0"-211"-16,0 0-73 15,0 0-16-15,106 17-48 16,-14 6-42-16,28 1-36 0,9-2-41 16,-8-5-15-16,-30-11-11 15,-31-3-14-15,-21-3-17 16,-12 0-20-16,-4 0 5 15,-4 0-6-15,-6 0-16 16,-12-3-44-16,-1-3-58 16,-19-2-74-16,-45-1-66 15,3 1-287-15,-5 0-350 0</inkml:trace>
  <inkml:trace contextRef="#ctx0" brushRef="#br0" timeOffset="1326.97">27556 5696 1625 0,'0'0'501'16,"0"0"-201"-16,0 0-47 16,0 0-40-16,0 0-84 15,0 0-72-15,0 0 0 16,-44 37 16-16,10-4-11 15,-10 5-5-15,-3 3-13 16,-1 0-15-16,3 0-5 16,11-7-11-16,12-3 2 15,9-7-4-15,12-4-4 16,1-3 4-16,10-5-4 16,14-1 8-16,5-3 6 0,6 0-4 15,6-5-5-15,6-3-5 16,5 0-6-16,3 0-1 15,1-2-28-15,15 1-128 16,-16 1-171-16,-8 0-674 0</inkml:trace>
  <inkml:trace contextRef="#ctx0" brushRef="#br0" timeOffset="1988.64">27245 7452 1543 0,'0'0'605'0,"0"0"-248"16,0 0 7 0,0 0-101-16,0 0-55 0,0 0-60 15,0 0-31-15,112 9-27 16,-56-1-25-16,16 1-8 16,-1-4-11-16,6-2-8 15,0-3-20-15,-16 0-5 16,0-2-7-16,-14-4-5 15,-16-3-1-15,-13 1-7 16,-15 1-47-16,-3 0-69 16,-17 4-54-16,-21 0-74 15,-40 3-115-15,5 0-300 16,5 0-422-16</inkml:trace>
  <inkml:trace contextRef="#ctx0" brushRef="#br0" timeOffset="2325.81">27459 7238 1433 0,'0'0'334'16,"0"0"14"-16,0 0-104 15,0 0 6-15,0 0-63 16,0 0-73-16,0 0-54 15,0-22-30-15,-31 52 7 16,-7 6 11-16,-4 7-11 16,3 3 8-16,2 0-13 15,10-2 1-15,7-4-3 16,13-2-5-16,7-10 1 0,4-2 2 16,23-6-4-16,8-8 9 15,6-3 4-15,5-7-14 16,-1-2-16-16,-2 0-7 15,-7-1-7-15,-1-6-116 16,-10 2-212-16,-10 3-784 0</inkml:trace>
  <inkml:trace contextRef="#ctx0" brushRef="#br0" timeOffset="2780.04">27357 8458 1751 0,'0'0'555'0,"0"0"-202"16,0 0-101-16,0 0-3 15,0 0-47-15,0 0-46 16,127 39-38-16,-62-33-17 15,5-2-37-15,2-3-13 16,1-1-18-16,-6 0-18 16,-7 0-6-16,-12-7-8 15,-13 3-1-15,-14-3-11 16,-9 2-45-16,-12 1-49 16,0-2-66-16,-42 1-88 15,3 0-250-15,-4-1-267 0</inkml:trace>
  <inkml:trace contextRef="#ctx0" brushRef="#br0" timeOffset="3166.8">27470 8085 1450 0,'0'0'395'0,"0"0"-14"16,0 0-69-16,0 0-20 16,0 0-107-16,0 0-62 15,0 0-29-15,-1-17-37 16,-16 44 21-16,-4 11 19 16,-9 11-26-16,-7 7-14 0,0 3-18 15,3 2 10-15,4-2-7 16,12-6-10-16,12-7-5 15,6-9 0-15,18-8-2 16,18-8 8-16,13-6 5 16,10-10-1-16,7-5-8 15,4 0-11-15,1-1-8 16,-3-9-8-16,-7-3-2 16,-8 0 0-16,-9 2-48 15,-11 1-73-15,-11-5-100 0,-8 3-147 16,-11-2-803-16</inkml:trace>
  <inkml:trace contextRef="#ctx0" brushRef="#br0" timeOffset="6491.09">27285 2291 1467 0,'0'0'310'0,"0"0"30"15,0 0-88-15,0 0-69 16,0 0-85-16,0 0-32 16,-57 91 28-16,50-34-25 15,4 5-19-15,3-4-23 16,0-3-10-16,6-11-10 15,8-8 1-15,2-9-7 16,-1-13 0-16,4-11-1 16,2-3-17-16,2-17 2 0,2-12-3 15,0-8-3 1,0-4 11-16,-1 3 9 0,-6 1 1 16,-2 7 0-16,-3 10 1 15,-7 10-1-15,-1 10 6 16,-2 0-5-16,2 19-1 15,2 10 23-15,3 6 4 16,3 2-5-16,2-2-2 16,1-6-2-16,5-5 0 15,-2-10 8-15,4-10 15 16,-1-4-16-16,-2-8-5 16,-1-15-7-16,-2-10-4 15,-3-7 2-15,-3-10-11 16,-4-5 6-16,-4-3-6 15,-3 0 0-15,0 6-6 0,-6 12-24 16,-4 13-6-16,-2 15-18 16,-5 12-56-16,2 3-129 15,-4 33-31-15,5-2-249 16,6-1-471-16</inkml:trace>
  <inkml:trace contextRef="#ctx0" brushRef="#br0" timeOffset="6921.68">27925 2527 590 0,'0'0'365'0,"0"0"-77"16,0 0-34-16,0 0 2 15,0 0-44-15,0 0-46 16,0 0-55-16,0 0-39 16,0 4-19-16,1 0 47 15,1 0-8-15,-2 2-24 16,0 0-26-16,0-2-14 15,-2 2-7-15,-5-3-9 0,1-3-4 16,0 0 1-16,3 0 3 16,3-12-12-16,0-5-2 15,2-1-17-15,11-1 13 16,1 5 5-16,-1 3 0 16,-3 5 0-16,-1 3-5 15,0 3-8-15,3 0-102 16,-1 0-195-16,0 0-486 0</inkml:trace>
  <inkml:trace contextRef="#ctx0" brushRef="#br0" timeOffset="7746.35">28429 2263 1463 0,'0'0'363'0,"0"0"5"15,0 0-149-15,0 0-57 16,0 0-63-16,0 0 39 16,-40 83-36-16,31-42-38 15,0 2-31-15,2-2-12 16,4-6-7-16,1-7-12 16,1-7 0-16,1-8 4 15,0-8-6-15,0-5 2 16,0-2 8-16,0-20-3 15,7-10-7-15,2-9 0 0,0-19 0 16,2 2 1-16,-1-6 8 16,0 0-8-16,-1 16 23 15,3 4 40-15,-4 15 7 16,1 12-20-16,1 17-24 16,5 0-19-16,7 20-8 15,8 16 9-15,3 10 6 16,1 7-1-16,-2 2-5 15,-6-1 4-15,-3-4-13 16,-10-11-1-16,-4-6-7 16,-5-8-41-16,-4-8-72 15,0-3-78-15,-28-9-161 16,1-5-302-16,-3 0-623 0</inkml:trace>
  <inkml:trace contextRef="#ctx0" brushRef="#br0" timeOffset="7918.64">28329 2409 1746 0,'0'0'497'16,"0"0"-237"-16,0 0-79 16,0 0-20-16,0 0-67 15,123-17-67-15,-52 17-27 16,-11 0-181-16,-12-3-487 0</inkml:trace>
  <inkml:trace contextRef="#ctx0" brushRef="#br0" timeOffset="14611.82">29135 3173 500 0,'0'0'1355'0,"0"0"-1020"15,0 0-51-15,0 0-138 16,0 0-10-16,-12 104 29 15,7-43-63-15,2 4-15 16,0 2-14-16,3-14-10 16,-1 4-31-16,1-11-14 15,0-9-8-15,0-13-8 16,0-9-1-16,-2-10 0 16,-1-5 0-16,-1-14 13 0,-5-17-7 15,-1-26-6-15,0-28 1 16,7-21 5-16,3 6-7 15,2 24-7-15,10 29-15 16,4 21 13-16,1 3 3 16,5 5 5-16,5 4 1 15,4 14-2-15,5 7-5 16,6 22 7-16,4 16 0 16,-1 10 27-16,-2 8 14 15,-7 2 9-15,-8-3 1 16,-6-7-14-16,-8-6-8 15,-6-9-19-15,-7-8-8 0,-1-9-1 16,0-8-1-16,-10-8-33 16,-8-7-96-16,-9-5-115 15,1-12-359-15,1-6-398 0</inkml:trace>
  <inkml:trace contextRef="#ctx0" brushRef="#br0" timeOffset="14791.98">29136 3362 512 0,'0'0'1358'0,"0"0"-1030"15,0 0-65-15,0 0-84 16,0 0-42-16,99-24-58 16,-52 17-37-16,-2 0-30 15,-2 4-12-15,5-1-85 0,-10 1-388 16,-9 1-591-16</inkml:trace>
  <inkml:trace contextRef="#ctx0" brushRef="#br0" timeOffset="15013">29828 3338 1395 0,'0'0'672'0,"0"0"-387"16,0 0-40-16,0 0-80 15,0 0-65-15,0 0-55 16,0 0-15-16,0 3-8 16,0-3-4-16,0-10-3 15,0-5-10-15,0-5-5 16,0-1-75-16,8-3-133 0,1 5-178 16,-2 3-451-16</inkml:trace>
  <inkml:trace contextRef="#ctx0" brushRef="#br0" timeOffset="15587.82">30334 2946 557 0,'0'0'1525'0,"0"0"-1019"16,0 0-181-16,0 0-211 15,0 0-74-15,0 0-31 16,0 0 15-16,-30 93 39 16,30-43-18-16,0 2-4 15,0-1-8-15,5-4-11 16,8-4-5-16,2-4-7 16,1-12-1-16,-1-8-8 15,2-11-1-15,0-8 0 16,3-11-14-16,1-15-24 15,2-10 2-15,-3-6 21 16,-1 1 6-16,-3 2 9 16,-3 7 0-16,-6 8 6 15,-2 7 26-15,-2 8 20 0,-2 9-16 16,1 0-26-16,2 12-9 16,1 13-1-16,5 11 18 15,6 5 17-15,4 1 7 16,5-2-3-16,5-6-18 15,1-7-11-15,1-11 14 16,-1-9 0-16,-4-7-10 16,-2-6-1-16,-4-18-7 15,-4-11 0-15,-7-12-6 16,-4-20 0-16,-6-26-9 16,-10 1-21-16,-5 9 1 15,-3 16-25-15,7 26-66 16,-2 4 29-16,-1 8 21 0,4 14 11 15,-2 11 8-15,2 4 6 16,-5 22-14-16,4 4-4 16,4 1-509-16</inkml:trace>
  <inkml:trace contextRef="#ctx0" brushRef="#br0" timeOffset="15752.79">31211 2902 2114 0,'0'0'367'16,"0"0"-33"-16,0 0-225 15,0 0-82-15,0 0-27 0,0 0-106 16,0 0-252 0,-9 65-697-16</inkml:trace>
  <inkml:trace contextRef="#ctx0" brushRef="#br0" timeOffset="16601.35">29120 3964 1215 0,'0'0'338'0,"0"0"1"16,0 0-45-16,74 91-35 16,16-62-24-16,55-11-47 15,34-11-39-15,23-7-29 16,10-17-14-16,-9-7-18 16,3-6-31-16,-2 0-18 15,-7-8-7-15,-15-6-16 16,-16-7 14-16,-20-4-12 15,-22-11-6-15,-21-8 2 16,-15-7-2-16,-19-6 3 16,-14-5 10-16,-17 3-23 15,-18 2-1-15,-16 3-1 16,-4 5-1-16,-30-1 0 0,-15-7-8 16,-14 3-11-16,-11 1-5 15,-9 7-4-15,-3 11-4 16,-4 10 3-16,-5 16-15 15,-10 11 8-15,-15 8 28 16,-17 14-34-16,-10 6 17 16,-4 0-49-16,3 14 42 15,4 7 28-15,8 6 5 16,12 2 0-16,9 4-5 16,8 4 4-16,1 4 0 15,-4 3 1-15,-5 4 0 16,-1 0 0-16,-6 2 9 15,-4-3 21-15,-2-6-17 16,2-4-5-16,22-9-8 16,25-5 1-16,25-6 1 0,13 0-1 15,-1 3 5-15,2 6 3 16,-1 5 0-16,9 3-7 16,5 9 8-16,6 9 8 15,3 5 11-15,7 4 12 16,7 6-18-16,5 9 16 15,17-7 13-15,12 1 7 16,14-2-16-16,20-8-19 16,35 9 24-16,25-9-1 15,5-12-13-15,-9-18-5 16,-30-13-17-16,-33-10 4 16,-13-4 1-16,-8-3-8 0,3 0-9 15,1 0 1-15,-1 0 0 16,-12 0 0-16,-11 0-1 15,-9-3-1-15,-6 3-28 16,-5 0-52-16,0 0-72 16,-16 0-101-16,-8 0-377 15,-3 3-600-15</inkml:trace>
  <inkml:trace contextRef="#ctx0" brushRef="#br0" timeOffset="16754.75">29591 4189 1892 0,'0'0'632'0,"0"0"-510"15,0 0 18-15,0 0-96 0,0 0-44 16,0 0-81-16,0 0-638 16</inkml:trace>
  <inkml:trace contextRef="#ctx0" brushRef="#br0" timeOffset="18357.11">26179 4028 153 0,'0'0'881'0,"0"0"-554"16,0 0-10-16,0 0-7 16,0 0-35-16,0 0-12 15,-26-5-52-15,26 2-35 16,1-1-40-16,19-8-50 16,14-4-23-16,15-11-20 0,11-6-14 15,6-6-8 1,1-2-12-16,-3 1-2 0,-9 6-7 15,-12 5 0-15,-11 9-9 16,-16 5-9-16,-6 7-87 16,-10 2-79-16,-4 0-179 15,-12 0-247-15,-8 2-231 0</inkml:trace>
  <inkml:trace contextRef="#ctx0" brushRef="#br0" timeOffset="18716.47">26280 3635 1247 0,'0'0'390'0,"0"0"-67"16,0 0-9-16,0 0-74 16,0 0-79-16,0 0-72 15,0 0-52-15,-35 31 19 16,21 28 17-16,-3 18-21 15,1-1-10-15,1-9-5 16,1-11 11-16,7-12-4 16,1-2-17-16,3 0 4 15,3-11-4-15,0-6 3 16,15-11-4-16,12-8 5 0,7-6 2 16,8-3-5-16,6-16-11 15,2-6 14-15,-2-3-17 16,-3 0-13-16,-6 2 1 15,-10 4-2-15,-5 2-26 16,-7 6-89-16,-9 2-107 16,-6 4-337-16,-2 4-464 0</inkml:trace>
  <inkml:trace contextRef="#ctx0" brushRef="#br0" timeOffset="29623.74">29466 3530 110 0,'0'0'88'15,"0"0"533"-15,0 0-414 16,0 0-41-16,0 0-31 15,0 0-38-15,-3 1-10 16,3-1-29-16,0 0-21 16,0 0-20-16,0 0-17 15,0 0-1-15,15 0-27 16,4 3-206-16,1-3-276 0</inkml:trace>
  <inkml:trace contextRef="#ctx0" brushRef="#br0" timeOffset="29960.2">31078 3304 765 0,'0'0'490'16,"0"0"-227"-16,0 0-11 15,0 0-26-15,0 0-64 16,0 0-60-16,0 0-31 15,0 0-35-15,0 0-24 16,0 2-12-16,0 6-109 16,-13 1-596-16</inkml:trace>
  <inkml:trace contextRef="#ctx0" brushRef="#br0" timeOffset="37669.31">29828 3681 45 0,'0'0'183'0,"0"0"-96"15,0 0 9 1,0 0 21-16,0 0-27 0,0 0 22 16,0 0-2-16,-57-1-19 15,53 1-51-15,2 0-25 16,2 0-8-16,0 0-7 16,6 0 0-16,18 0 0 15,12-3-23-15,42-14-138 16,-5 3-101-16,-3 0-285 0</inkml:trace>
  <inkml:trace contextRef="#ctx0" brushRef="#br0" timeOffset="38474.42">29960 3672 25 0,'0'0'40'0,"0"0"-39"16,86-17 54-16,6-7 10 15,32-9-5-15,-4 2 54 16,-23 6-44-16,-36 9-20 16,-28 7 27-16,-5 1 2 15,-6 2-24-15,-5 1 4 16,-14 2 35-16,-3 1 63 15,-12 2-53-15,-15 0-75 0,-10 0-10 16,-12 7 9-16,-19 7 6 16,-23 9-3-16,2 0-1 15,10-2 28-15,10-3 31 16,29-5-40-16,5-4-18 16,10 1-17-16,19-7-7 15,6-3-7-15,44 0 10 16,44-16 3-16,41-14 5 15,19-2-5-15,-6 2 13 16,-38 9-3-16,-39 9-10 16,-24 6-12-16,-11 0 0 15,-5 1-1-15,-5 2 1 16,-6 1-1-16,-11 2 2 0,-3 0 12 16,-23 0 4-1,-16 5-17-15,-18 10 6 0,-26 6-6 16,-35 10-1-16,-27 4 0 15,8 1 1-15,31-9-1 16,40-11-8-16,41-6 8 16,5-1 1-16,10-4-1 15,10-1-6-15,6-4 5 16,43 0 1-16,39-13 0 16,38-11 6-16,11-6 1 15,-19 8 12-15,-34 7-11 16,-36 7-8-16,-10 1 1 15,0 0-1-15,-3-1 0 16,-9 3-7-16,-12 1-25 16,-11 2 16-16,-3 2-2 0,-18 0-33 15,-15 0 18-15,-13 10 21 16,-7 4 11-16,-7 2 1 16,0 0 0-16,8 0 0 15,12-4 18-15,20-5 8 16,18-6-12-16,12-1-5 15,48-3 6-15,43-17-5 16,41-2-4-16,12 1-5 16,-14 6-1-16,-48 10-51 15,-42 2-328-15</inkml:trace>
  <inkml:trace contextRef="#ctx0" brushRef="#br0" timeOffset="42723.59">29988 6106 1435 0,'0'0'276'0,"0"0"-18"15,0 0 14-15,0 0-52 16,0 0-80-16,0 0-86 0,-49 76-35 16,35-23-7-16,1 7 45 15,4-2-13-15,7-5-17 16,2-6-9-16,5-8-10 15,14-8-8-15,6-11 0 16,5-12-1-16,3-8-24 16,1-10-26-16,2-20-22 15,-3-10 25-15,-4-3 17 16,-4-4 30-16,-7 2 1 16,-2 11 10-16,-7 7 1 15,-4 11 16-15,-1 11 22 16,-4 5-18-16,0 4-19 15,1 18-11-15,2 9 19 16,3 5 14-16,5 2-9 16,7-4-10-16,7-6-6 0,5-6 0 15,4-15 21-15,5-7 7 16,2-6 5-16,0-22-16 16,-4-8-13-16,-5-9-13 15,-8-17 0-15,-11 4-1 16,-8-5-27-16,-5 3-26 15,0 18 5-15,-2 4-5 16,-4 14-4-16,3 13-23 16,3 8-148-16,5 3-421 15,8 0-463-15</inkml:trace>
  <inkml:trace contextRef="#ctx0" brushRef="#br0" timeOffset="42988.92">30921 5602 1538 0,'0'0'402'0,"0"0"-133"15,0 0-141-15,0 0-68 16,0 0-38-16,0 0-15 16,0 0-6-16,6 64 20 15,4-15 12-15,-3 3 14 16,3 2-1-16,-2-3 0 15,-2-1 19-15,0-5-15 16,0-9-18-16,-2-8-22 16,-2-11-10-16,-2-10-3 15,0-7-143-15,-9-13-133 0,-2-8-453 16</inkml:trace>
  <inkml:trace contextRef="#ctx0" brushRef="#br0" timeOffset="43173.97">30772 5610 768 0,'0'0'667'0,"0"0"-405"15,0 0-12-15,0 0-111 16,90-36-90-16,-9 13-21 16,29-3 1-16,6 2-17 0,-16 9-12 15,-26 7-14 1,-5 6-33-16,-22 2-69 0,-3 0-772 0</inkml:trace>
  <inkml:trace contextRef="#ctx0" brushRef="#br0" timeOffset="43761.54">31609 5945 1748 0,'0'0'297'0,"0"0"-76"0,0 0-91 15,0 0-36-15,0 0-20 16,0 0-37-16,48 96-6 16,-42-55-1-16,-6 2 7 15,0 0-4-15,-11-6-7 16,-11-2-1-16,-2-9-10 15,1-4-9-15,4-6-5 16,8-11 5-16,9-5-5 16,2-2 10-16,13-20-10 15,17-12-1-15,8-13-6 16,9-8-2-16,4-4-20 16,0-2-9-16,-1 2 8 15,-6 3-2-15,-5 8-3 16,-6 7-3-16,-11 12 20 0,-6 10 11 15,-10 8 6-15,-6 11 1 16,0 0 5-16,-13 20-6 16,-23 29 0-16,-14 28 0 15,-3 22 52-15,7-6 6 16,22-21 9-16,17-24-4 16,7-23-8-16,10 4-4 15,15 0 16-15,14-3-1 16,9-9-18-16,11-6-24 15,7-9-14-15,7-2 4 16,2-10 2-16,-1-7-7 16,-7-3-8-16,-12-1-1 0,-14 4-17 15,-19 0-10 1,-17 10-6-16,-32 7-17 0,-17 0-104 16,-12 0-893-16</inkml:trace>
  <inkml:trace contextRef="#ctx0" brushRef="#br0" timeOffset="46799.8">30465 7661 719 0,'0'0'393'0,"0"0"-144"15,0 0 12-15,3-82 26 16,9 63-107-16,6 9-67 16,3 10-58-16,6 6-26 15,1 25 1-15,2 25 13 16,-6 22 68-16,-12-2 13 15,-7-6-35-15,-5-12-13 16,-11-13-15-16,-7 5-19 16,-6-2-16-16,-1-5-16 0,1-10-4 15,7-9-5-15,4-13 1 16,8-8-1-16,5-3 8 16,0-28-9-16,10-22 0 15,10-4-18-15,7-10-5 16,3-5 2-16,-2 10-2 15,0-4 7-15,-2 5-4 16,-7 4-2-16,-1 7 6 16,-6 7 4-16,-2 4 3 15,-4 7-2-15,-2 9 1 16,-4 6-1-16,0 7 2 16,0 7 8-16,0 0-6 15,-4 21-12-15,-13 26-13 0,-7 27 32 16,3 4 20-16,3-5 30 15,11-9 7-15,7-16 10 16,0 2-14-16,13 3-10 16,8-11-7-16,3-7 4 15,-1-9-7-15,-3-7-12 16,-1-8-14-16,-7-6-5 16,-1-5-1-16,-5 0 5 15,-2-5-6-15,1-11-84 16,-1-18-194-16,1 3-342 0,-2 1-547 15</inkml:trace>
  <inkml:trace contextRef="#ctx0" brushRef="#br0" timeOffset="47096.34">31223 7800 1677 0,'0'0'284'0,"0"0"-129"15,0 0-7-15,0 0-22 16,0 0 28-16,0 0-63 16,0 0-36-16,-4 33-18 0,4-33-17 15,0 0-7 1,0 0-4-16,0 0 0 0,1-13-9 15,9-7-1-15,1-2-65 16,5-1-108-16,5 0-59 16,-3 9-338-16,0 0-229 0</inkml:trace>
  <inkml:trace contextRef="#ctx0" brushRef="#br0" timeOffset="47627.01">31706 7422 1704 0,'0'0'361'0,"0"0"-11"16,0 0-182-16,0 0-114 16,0 0-30-16,-19 102 25 15,14-47 2-15,2 4-1 16,2 1 0-16,1-6-26 15,0-6-13-15,3-8 10 16,7-10-6-16,-1-14-15 16,5-12 0-16,1-4 0 15,4-16-1-15,5-18-7 16,1-9-12-16,2-5 11 0,-2 1 9 16,-4 2 0-16,-6 9 0 15,-5 10 6-15,-5 10 4 16,-3 9 5-16,-2 7-3 15,0 0-5-15,0 20-7 16,0 11 0-16,3 10 20 16,4 3 12-16,3 5 4 15,5-4-5-15,3-7-15 16,2-8 4-16,2-8 13 16,3-11-17-16,4-9 7 15,0-2-2-15,4-16-5 16,-1-15-7-16,-3-11-3 15,-2-22-6-15,-7-26 0 0,-7 4-18 16,-8 10-37 0,-5 15-1-16,-6 25 6 0,-18 7-1 15,-30 2-9-15,-71 27-19 16,6 2-41-16,-20 16-844 0</inkml:trace>
  <inkml:trace contextRef="#ctx0" brushRef="#br0" timeOffset="50582.89">30774 7456 224 0,'0'0'368'0,"0"0"-39"0,0 0-85 16,0 0 32-16,0 0 6 15,12-81-23-15,-12 73 4 16,0 4 10-16,0 4-47 16,-18 8-63-16,-22 31-54 15,-20 32 0-15,-16 34-10 16,-3 16 15-16,10-1-12 15,17-12-9-15,16-20-32 16,8-4-17-16,7-9-13 16,8-17-4-16,4-16-7 15,0-6-10-15,1 4-4 16,-1 0-5-16,-1 1 0 16,1-10-1-16,1-11 0 15,-1-6-6-15,-1-7-16 0,0-7-19 16,-2 0-29-16,-3-7-41 15,1-11-49-15,0-9-89 16,-3-29-239-16,2 4-189 16,0-3-542-16</inkml:trace>
  <inkml:trace contextRef="#ctx0" brushRef="#br0" timeOffset="51064.52">30018 7343 793 0,'0'0'685'16,"0"0"-415"-16,0 0 15 16,0 0-32-16,-26-81-24 15,26 68-67-15,0 4-20 16,0 2-23-16,0 6-53 15,2 1-33-15,10 6-18 16,12 19 7-16,10 11 43 16,14 10 13-16,17 23-3 15,20 18 1-15,17 16 3 16,2 4 7-16,-8-8-5 0,-23-23-33 16,-20-22 24-16,-12-12-14 15,-4-2-8-15,3 5-10 16,4 5-5-16,3 3-5 15,-6-7 7-15,-7-5-2 16,-4-5-8-16,-3-6-2 16,-5-2 0-16,-3-7-25 15,-5-4 0-15,-4-3 0 16,-3-6 0-16,-4-4 0 16,-1 0 0-16,-2-4 0 15,0 0-23-15,-5-5-61 16,-12-12-81-16,-4-11-64 0,-19-31-95 15,4 3-381 1,-2-2-416-16</inkml:trace>
  <inkml:trace contextRef="#ctx0" brushRef="#br0" timeOffset="51610.13">30840 7325 176 0,'0'0'310'0,"0"0"-87"0,0 0-50 15,0 0-27-15,0 0-22 16,0 0-9-16,0 0 6 16,25-80 30-16,-25 67 34 15,0 0-22-15,0-2-7 16,0 1-14-16,0 2-12 16,0 0 36-16,0 6 18 15,0 0-39-15,0 4-14 16,-3 2-23-16,-4 0-32 15,-5 18-31-15,-15 30-9 0,-15 33 27 16,-18 33 19-16,-7 13-14 16,2 2-8-16,4-12 1 15,11-17 1-15,6-4-7 16,5-8 1-16,9-18-28 16,8-14-11-16,5-16-17 15,2-4 1-15,2-1 0 16,-4 0 0-16,4-4-1 15,4-11-1-15,0-13-15 16,3-7-37-16,-2-14-64 16,2-19-96-16,-5-31-97 15,2 4-369-15,-2 1-344 0</inkml:trace>
  <inkml:trace contextRef="#ctx0" brushRef="#br0" timeOffset="51987.5">30083 7279 1038 0,'0'0'323'0,"0"0"-111"15,0 0 69-15,0 0-68 16,0 0-88-16,0 0-41 15,0 0 35-15,58 32 56 16,-14 15 11-16,14 24-28 16,19 22-36-16,17 20-21 0,3 4 10 15,-4-12-15-15,-20-26-35 16,-22-24-20-16,-10-14-17 16,-5-6-12-16,2 2-11 15,0 3 1-15,-1-2-2 16,-12-6 1-16,-9-10 1 15,-7-6-1-15,-6-5-1 16,-3-4 0-16,0-3-27 16,0-2-27-16,-5-2-66 15,-4-11-125-15,-1-11-382 16,4-6-624-16</inkml:trace>
  <inkml:trace contextRef="#ctx0" brushRef="#br0" timeOffset="52470.18">31238 7685 722 0,'0'0'267'0,"0"0"-50"16,0 0-3-16,0 0-41 16,0 0-26-16,0 0-19 15,0 0-4-15,6-31-14 16,-2 28-7-16,-2 1-4 15,1 2-23-15,-3 0-15 16,0 8 29-16,-3 6 22 16,-9 3-18-16,-3-1-29 15,0-2-30-15,1-3-16 16,3-3-7-16,6-8-4 16,2 0-7-16,3-15 8 0,0-5-2 15,3-1-1 1,5 4 6-16,2 5-3 0,-4 5-3 15,2 7-5-15,1 0-1 16,4 0-2-16,21 0-98 16,-1 3-284-16,0-3-734 0</inkml:trace>
  <inkml:trace contextRef="#ctx0" brushRef="#br0" timeOffset="53437.71">31757 7190 993 0,'0'0'298'15,"0"0"-19"-15,0 0 35 16,0 0-39-16,0 0-66 16,0 0-13-16,0 0-47 15,3-54-57-15,-3 96-32 16,2 32 105-16,-2 30-37 15,3 11-32-15,1-4-17 16,2-12-4-16,3-28-16 16,-2-13-19-16,3-18 4 15,1-4-20-15,3 0-13 16,3 0-11-16,1-2 0 0,-3-11 0 16,-3-12 0-1,0-11 0-15,-1 0-1 0,0-26-1 16,0-10-10-16,-1-12-1 15,1-7-1-15,-4-4 5 16,1-1-3-16,-1 4 6 16,0 4 6-16,-1 8-1 15,1 10 0-15,-3 6 1 16,-1 8 0-16,0 9 2 16,0 9 4-16,1 2 1 15,2 8-5-15,5 20 7 16,2 13 15-16,2 11-2 15,3 7 4-15,0 4 11 0,3 1-1 16,3-4-9-16,1-7-7 16,1-6-13-16,0-11 5 15,-2-10-11-15,-3-13 0 16,-1-11 5-16,-3-2-4 16,1-22 8-16,0-17-9 15,3-24 5-15,-4-33-5 16,-6-28 7-16,-6-9-8 15,-5 7-1-15,0 13 1 16,-2 20-1-16,-4 20-7 16,-2 18-20-16,3 19-11 15,-1 10-2-15,0 1 2 16,1 4-7-16,1 3 8 0,0 9 4 16,2 6 4-16,2 1 1 15,-1 2-4-15,1 0-6 16,-2 0-4-16,-1 21-15 15,2 1-213-15,-1-1-634 0</inkml:trace>
  <inkml:trace contextRef="#ctx0" brushRef="#br0" timeOffset="53614.85">32730 7229 2343 0,'0'0'314'16,"0"0"-134"-16,0 0-81 0,0 0-68 16,0 0-31-16,0 0-16 15,64 86-310-15,-33-56-882 0</inkml:trace>
  <inkml:trace contextRef="#ctx0" brushRef="#br0" timeOffset="53969.97">31159 8886 2169 0,'0'0'375'0,"0"0"-112"15,0 0-26-15,91-43-37 16,21 11-65-16,50-8-44 16,29-2 1-16,-1 3-47 15,-25 10-23-15,-37 7-13 16,-35 5 3-16,-32 4-11 15,-28 7-1-15,-17 1-7 16,-2 1-54-16,-10 3-94 0,-16 1-86 16,-18 3-298-16,-13 5-342 15</inkml:trace>
  <inkml:trace contextRef="#ctx0" brushRef="#br0" timeOffset="54186.83">31304 9082 2297 0,'0'0'362'0,"0"0"-123"15,0 0 5-15,179 0-54 16,-36-20-61-16,16-3-57 0,-8-4-14 16,-39 5-43-1,-45 4-13-15,-25 3-2 0,-14 0-16 16,-4-4-86-16,-9-10-106 15,-5 2-253-15,-10 0-497 0</inkml:trace>
  <inkml:trace contextRef="#ctx0" brushRef="#br0" timeOffset="54384.21">32901 8604 2890 0,'0'0'592'16,"0"0"-517"-16,0 0-41 0,0 0-5 15,0 0 34-15,-82-42-63 16,64 48-39-16,2 8-331 16,-8-2-1886-16</inkml:trace>
  <inkml:trace contextRef="#ctx0" brushRef="#br0" timeOffset="57397.91">29563 6419 23 0,'34'92'57'16,"17"4"-57"-16,-8-35-6 15,2-16-55-15</inkml:trace>
  <inkml:trace contextRef="#ctx0" brushRef="#br0" timeOffset="57728.27">30674 5509 39 0,'0'0'134'16,"0"0"-54"-16,0 0-11 16,0 0-39-16,0 0-30 15,0 0-29-15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3:15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23669 5644 349 0,'0'0'13'0,"0"0"13"16,0 0 579-16,0 0-337 16,0 0-7-16,0 0 3 15,-23 13-28-15,23-13-38 16,0 2-19-16,0-1-26 16,0 2-31-16,0 0-29 15,12 2-8-15,10-1 1 0,5 0-14 16,4-1-21-16,5-3-26 15,0 0-10-15,1 0-9 16,-1-7-5-16,-3-2 0 16,-7-1-1-16,-6 0-13 15,-5 3-63-15,-11 0-108 16,-4-4-94-16,-16 3-236 16,-2-1-340-16</inkml:trace>
  <inkml:trace contextRef="#ctx0" brushRef="#br0" timeOffset="388.01">23716 5481 1227 0,'0'0'357'0,"0"0"-74"15,0 0-78-15,0 0-29 16,0 0-55-16,0 0-56 16,0 0-23-16,-5 8-4 15,-10 14 59-15,-4 2 19 16,-5 6-32-16,2 0-17 16,4-4-15-16,3-1-4 0,9-5-13 15,6-6 0 1,0-2-2-16,5-2 2 0,14-2-1 15,3-2 17-15,6-1 5 16,1-5-13-16,0 0-10 16,3 0-14-16,-5 0-7 15,1 0-6-15,-4 0-6 16,-6 0-14-16,-8 0-79 16,-5 0-134-16,-2 9-427 15,-3 2-690-15</inkml:trace>
  <inkml:trace contextRef="#ctx0" brushRef="#br0" timeOffset="1255.22">23658 6694 1126 0,'0'0'501'0,"0"0"-212"16,0 0-30-16,0 0-55 16,0 0-11-16,0 0-35 15,0 0-43-15,10 0-36 16,7 0-6-16,9 0-1 15,7-7-17-15,6-1-22 16,3 2-3-16,0-2-12 16,-1-1-9-16,-4 2-8 0,-7 1-1 15,-8 1-1 1,-9 5-48-16,-10 0-89 0,-6 0-131 16,-15 0-194-1,-6 0-324-15</inkml:trace>
  <inkml:trace contextRef="#ctx0" brushRef="#br0" timeOffset="1653.76">23740 6520 1117 0,'0'0'321'0,"0"0"-24"15,0 0-79-15,0 0-26 16,0 0-28-16,0 0-64 16,0 0-40-16,4-20-26 15,-4 32-9-15,-7 8 63 16,-10 7 6-16,-2 4 3 16,-5 3-18-16,-1 4-18 15,1-5-19-15,6-3-12 16,3-3 1-16,9-9-2 15,4-2-2-15,2-6-5 16,8-3 7-16,13-2 4 16,6-1 7-16,7-4 22 15,3 0-10-15,3-2-22 0,1-8-14 16,-2 0-10-16,-2 0-6 16,-6 1-1-16,-5 4-53 15,-7 5-98-15,-9 0-305 16,-6 5-345-16</inkml:trace>
  <inkml:trace contextRef="#ctx0" brushRef="#br0" timeOffset="2709.63">23556 7797 962 0,'0'0'391'0,"0"0"-69"16,0 0-72-16,0 0-24 0,0 0-41 15,0 0-67 1,0 0-27-16,30 3-5 0,-6-3 26 16,4 0-25-16,3 0-29 15,2 0-21-15,0 0-14 16,-2 0-13-16,-2-4-8 15,-2-2-2-15,-8-2-32 16,-4-2-116-16,-11-10-92 16,-4 3-152-16,0 0-450 0</inkml:trace>
  <inkml:trace contextRef="#ctx0" brushRef="#br0" timeOffset="2991.48">23586 7635 798 0,'0'0'487'0,"0"0"-260"16,0 0-2-16,0 0-100 16,0 0-24-16,0 0-41 15,0 0 10-15,-19 75 82 16,8-43-48-16,-1 5-23 15,-1-3-1-15,5-1-20 16,5-5-29-16,3-3-17 16,0-4-14-16,18-4 1 15,9-2 0-15,9-6-1 0,32-6-55 16,-6-3-164-16,-6 0-392 0</inkml:trace>
  <inkml:trace contextRef="#ctx0" brushRef="#br0" timeOffset="3426.78">23601 8726 740 0,'0'0'863'15,"0"0"-553"-15,0 0-65 0,0 0-91 16,0 0 12 0,0 0 0-16,0 0-27 0,77 30-52 15,-41-29-28-15,6-1-6 16,-2 0-13-16,1-3-19 16,-5-8-11-16,-5 0-10 15,-7-2-7-15,-7 1-79 16,-8 1-135-16,-9-3-112 15,0 3-368-15,-12 1-602 0</inkml:trace>
  <inkml:trace contextRef="#ctx0" brushRef="#br0" timeOffset="3741.06">23672 8511 1348 0,'0'0'336'0,"0"0"-98"15,0 0-47-15,0 0-35 16,0 0-54-16,0 0-42 16,0 0 35-16,-11 60 10 15,0-27 7-15,-1 3-13 16,0 0-31-16,5 3-24 15,2-3-10-15,5 0-5 16,0-2-17-16,8-7-2 16,14-1-4-16,6-5-5 0,8-5-1 15,8-8-9 1,32-8-78-16,-11-4-213 0,-7-11-404 16</inkml:trace>
  <inkml:trace contextRef="#ctx0" brushRef="#br0" timeOffset="19971.14">18840 2688 682 0,'0'0'293'16,"0"0"-38"-16,0 0-64 16,0 0-35-16,0 0 17 15,0 0 4-15,-11-68-10 16,8 68-24-16,0 0-57 16,-1 17-77-16,-2 14 26 15,-3 13 0-15,3 8-9 0,2 3-15 16,1-1-4-16,1-8-4 15,2-3-3-15,0-10 0 16,0-5-8-16,0-6-45 16,0-10-18-16,2-7 54 15,1-5 17-15,0-12 39 16,3-12-2-16,4-10 6 16,3 0 9-16,5-3 16 15,2 7-1-15,5 9-30 16,3 10-17-16,5 11-7 15,2 4 6-15,-3 17-1 16,1 7-7-16,-10 4-5 16,-7 1 3-16,-10 2-3 0,-6-2 24 15,-2 1 4 1,-17-3 0-16,-5-4 20 0,-9-4-8 16,-2-3-8-16,-3-8-13 15,2-6-8-15,2-6-5 16,3 0-5-16,4-13 5 15,3-4-12-15,3-2-1 16,8 4-25-16,5 2-34 16,5 5-66-16,3 4-97 15,9 1-69-15,5 1-318 0</inkml:trace>
  <inkml:trace contextRef="#ctx0" brushRef="#br0" timeOffset="20214.64">19486 2856 1840 0,'0'0'503'0,"0"0"-274"15,0 0-113-15,0 0-15 16,0 0-57-16,0 0-28 15,0 0-7-15,73 0-9 16,-49 0-7-16,-4 0-102 16,0-4-88-16,-4 1-148 0,-5-4-345 15</inkml:trace>
  <inkml:trace contextRef="#ctx0" brushRef="#br0" timeOffset="20414.09">19456 3023 1689 0,'0'0'683'0,"0"0"-332"15,0 0-133-15,0 0-47 16,0 0-71-16,0 0-50 16,0 0-29-16,64-9-15 0,-33 0-6 15,4 1-45 1,20-6-146-16,-8-1-333 0,-3 2-621 0</inkml:trace>
  <inkml:trace contextRef="#ctx0" brushRef="#br0" timeOffset="24739.12">20178 2544 758 0,'0'0'246'0,"0"0"-25"0,0 0-14 16,0 0 41-16,0 0 7 15,0 0-27-15,0 0-51 16,-62-43-71-16,39 67-8 16,-4 12 9-16,0 23 6 15,3 20-25-15,9-1-3 16,6-9-20-16,9-10-16 0,0-20-21 15,11 4-13 1,8 4-9-16,5-8-4 0,4-5-2 16,4-6 0-16,1-8-79 15,-1-9-128-15,11-11-62 16,-8-6-255-16,-7-12-642 0</inkml:trace>
  <inkml:trace contextRef="#ctx0" brushRef="#br0" timeOffset="25159.19">20406 2654 1290 0,'0'0'397'0,"0"0"-165"15,0 0-88-15,0 0-66 16,0 0 38-16,0 0-12 15,-9 84-31-15,12-50-33 16,2-1-22-16,-1-3-7 16,-1-6-5-16,1-5-5 15,-2-5 0-15,-1-6-1 16,1-8 0-16,-1 0 0 16,-1 0 0-16,0-15 9 15,0-11-3-15,0-8 3 0,-1-3-7 16,1-1 5-1,0 2-5-15,13 10 8 0,7 8-3 16,2 8 7-16,4 10-5 16,0 0 15-16,3 15 20 15,-4 11-18-15,-4 3 3 16,-5 7-8-16,-4 0-3 16,-4 1-12-16,-5-5-6 15,-2-3-45-15,-1-1-118 16,0-10-215-16,0-6-565 0</inkml:trace>
  <inkml:trace contextRef="#ctx0" brushRef="#br0" timeOffset="25610.21">20869 3001 1380 0,'0'0'316'0,"0"0"-91"15,0 0-101-15,0 0 44 16,0 0-44-16,0 0-67 16,0 0-28-16,11-12-4 15,-2-2-11-15,-3-5-4 16,1-6-9-16,-2-1 0 15,-5-8 5-15,0-4-6 0,0-2 0 16,0-4 0-16,-3 0 1 16,-4 6-1-16,2 5 17 15,1 9 38-15,1 6 37 16,0 8-1-16,1 4-5 16,1 6-2-16,1 0-26 15,0 3-29-15,0 20-23 16,0 13 6-16,3 15 9 15,10 7 7-15,5 3-10 16,1-6-9-16,2-7-3 16,2-9-6-16,-1-8 0 15,-2-6-13-15,9-8-135 0,-3-7-193 16,-4-10-510-16</inkml:trace>
  <inkml:trace contextRef="#ctx0" brushRef="#br0" timeOffset="26015.03">21308 2942 1303 0,'0'0'495'15,"0"0"-310"-15,0 0-78 16,0 0-16-16,0 0 17 16,0 0-28-16,0 0-47 15,-3 84-19-15,3-67-4 16,2-1-10-16,-2-4-50 16,0-2-160-16,0-2-176 0,0-8-569 15</inkml:trace>
  <inkml:trace contextRef="#ctx0" brushRef="#br0" timeOffset="26563.26">21719 2193 1207 0,'0'0'480'16,"0"0"-187"-16,0 0-36 16,0 0-82-16,0 0-71 15,0 0-46-15,0 0 54 16,99 42-23-16,-49-1-8 16,2 9-7-16,-3 6 1 15,-6 15-29-15,-19 18-20 16,-24 15-11-16,-28 7-15 15,-26-18-6-15,-28-9-81 0,17-35-247 16,2-19-642-16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4:26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22620 5903 804 0,'0'0'892'0,"0"0"-581"15,0 0-62-15,0 0-24 16,0 0 4-16,32-8-36 15,1-4-63-15,9 0-40 16,4-5-32-16,5 2-11 16,1-1-11-16,-3 2-15 0,0 1-12 15,-7 2-9-15,-6 1 2 16,-7 3-2-16,-9 2-18 16,-8 0-69-16,-6 2-73 15,-6 2-84-15,-18-1-75 16,-9 0-368-16,-5 1-408 0</inkml:trace>
  <inkml:trace contextRef="#ctx0" brushRef="#br0" timeOffset="348.06">22791 5707 1252 0,'0'0'321'0,"0"0"-63"15,0 0-16-15,0 0-8 0,0 0-34 16,0 0-34-16,0 0-41 16,-15-15-41-16,9 16-26 15,-4 13-9-15,-8 11-16 16,-2 6 1-16,-1 5 5 16,2 4-7-16,2-1-20 15,6-2 7-15,3-2-1 16,5-2 3-16,3-7-1 15,0-2-4-15,5-9-1 16,12-4 6-16,5-5 9 16,6-6-3-16,6 0 10 15,3-2-16-15,2-8-12 16,0-5-7-16,-4 2-2 0,-9 4-25 16,-2 9-114-16,-10 0-227 15,-4 0-633-15</inkml:trace>
  <inkml:trace contextRef="#ctx0" brushRef="#br0" timeOffset="883.61">22645 6814 198 0,'0'0'846'0,"0"0"-564"0,0 0 31 16,0 0-75-16,0 0-38 16,0 0 11-16,0 0-25 15,104-4-17-15,-56-1-51 16,1 0-45-16,-1-2-25 16,-1-2-23-16,-5-1-17 15,-7 0-8-15,-8 0-15 16,-10 1-120-16,-17-3-104 15,0 3-153-15,-17 0-521 0</inkml:trace>
  <inkml:trace contextRef="#ctx0" brushRef="#br0" timeOffset="1137.93">22736 6707 916 0,'0'0'756'15,"0"0"-504"-15,0 0-66 16,0 0-43-16,-39 77 26 16,26-36-19-16,2 7-24 15,5 0-35-15,4-2-29 16,2-7-16-16,7-8-18 16,15-9-7-16,8-7 3 0,10-10-1 15,9-5-10-15,18-12-5 16,23-24-8-16,16-25-14 15,-14 7-218-15,-20-6-576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4:35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23170 4633 988 0,'0'0'733'16,"0"0"-502"-16,0 0-98 15,0 0-13-15,0 0 36 16,0 0 33-16,52 9-43 16,-19-9-43-16,4 0-42 15,3 0-3-15,2 0-26 16,-3 0-20-16,-3-5-6 15,-4-1-6-15,-7 2 0 16,-5 0-30-16,-8-1-91 16,-4 3-70-16,-8-3-60 15,-14 1-224-15,-8 1-264 0</inkml:trace>
  <inkml:trace contextRef="#ctx0" brushRef="#br0" timeOffset="291.24">23236 4441 933 0,'0'0'203'0,"0"0"97"16,0 0-15-16,0 0-51 16,0 0-76-16,0 0-71 15,0 0-29-15,-74 43 34 16,43-4-5-16,0 0-8 15,1-2-23-15,6-5-8 16,9-4-17-16,10-8-13 0,5-3-6 16,0-3 1-16,19-4-5 15,7-5-2-15,12-3-5 16,6-2-1-16,4 0-15 16,25-7-162-16,-12 2-200 15,-11 3-552-15</inkml:trace>
  <inkml:trace contextRef="#ctx0" brushRef="#br0" timeOffset="691.45">23164 5663 45 0,'0'0'1484'0,"0"0"-1130"15,0 0-63-15,0 0-89 0,0 0-35 16,0 0-62-16,0 0-57 16,6-10-32-16,21 10 11 15,6 0 9-15,8-2-17 16,1-3-7-16,1-1-12 16,-1-2 0-16,-8-1-26 15,-4 3-130-15,-13-4-116 16,-6 5-324-16,-11 1-449 0</inkml:trace>
  <inkml:trace contextRef="#ctx0" brushRef="#br0" timeOffset="1000.28">23227 5482 68 0,'0'0'1412'0,"0"0"-1084"0,0 0-16 16,0 0-95-16,0 0-27 16,0 0-77-16,0 0-68 15,-96 39 3-15,63-6 25 16,0 2-1-16,4 2-17 16,5-2-24-16,9-4-7 15,8-2-7-15,7-5-8 16,8-4-8-16,20-6 8 15,13-4 2-15,9-3-10 16,8-7 0-16,7 0-1 16,0 0-13-16,25 0-153 0,-17 0-183 15,-12 3-556-15</inkml:trace>
  <inkml:trace contextRef="#ctx0" brushRef="#br0" timeOffset="1391.11">23195 6727 1028 0,'0'0'392'0,"0"0"-91"16,0 0-75-16,0 0-24 15,0 0 18-15,0 0-44 16,96 30-48-16,-50-27-39 15,3 0-26-15,2-3-30 16,-2 0-11-16,-6 0-16 0,-8-6-6 16,-8-2-54-16,-11-1-137 15,-16-4-110-15,0-1-350 16,-18 4-544-16</inkml:trace>
  <inkml:trace contextRef="#ctx0" brushRef="#br0" timeOffset="1719.52">23203 6551 1468 0,'0'0'300'0,"0"0"-60"0,0 0-34 15,0 0-30 1,0 0-15-16,0 0-57 0,0 0-37 15,-15 17 10-15,3 13 52 16,-3 6-26-16,-4-2-30 16,2 2-19-16,-1-5-15 15,6-3-9-15,1-3-15 16,6-3-9-16,5-5 2 16,0-5-8-16,0-1 1 15,10-3-1-15,8-5-1 16,6 1 0-16,7-4 1 15,7 0-42-15,21 0-79 16,-8 0-265-16,-9 0-616 0</inkml:trace>
  <inkml:trace contextRef="#ctx0" brushRef="#br0" timeOffset="2206.71">23051 7906 1071 0,'0'0'592'16,"0"0"-281"-16,0 0-43 15,0 0-57-15,0 0-10 16,0 0-71-16,0 0-27 16,28 14-1-16,0-9-32 0,7-2-16 15,5-3-9 1,2 0-21-16,0-3-11 0,2-6-7 16,-4-2 0-16,-4 1-6 15,-7 0-39-15,-12 3-85 16,-9-1-133-16,-13 2-78 15,-14 0-409-15,-5 1-665 0</inkml:trace>
  <inkml:trace contextRef="#ctx0" brushRef="#br0" timeOffset="2547.95">23059 7741 1213 0,'0'0'410'0,"0"0"-166"0,0 0-44 15,0 0-27-15,0 0-18 16,0 0-47-16,0 0-36 16,-5-16-32-16,-1 35 5 15,-3 12 64-15,-1 11 6 16,-1 5-33-16,3 4-24 15,5-4-9-15,3-1-19 16,2-5 8-16,18-5-2 16,13-6-18-16,9-5 18 15,13-9-9-15,10-9-21 0,3-7 4 16,4 0-10-16,-5-14-4 16,5-6-80-16,-19 3-250 15,-22 6-738-15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4:52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17596 3246 1652 0,'0'0'366'0,"0"0"-35"16,0 0-23-16,0 0-50 0,0 0-55 16,0 0-47-16,122-61-26 15,-17 44-19-15,35-5-6 16,9 3-18-16,-12-1-27 15,-34 6-28-15,-42 5-17 16,-22 1-14-16,-18 3 0 16,-5 1-1-16,-5 4-59 15,-4 0-88-15,-7 0-81 16,-37 0-132-16,-3 10-415 16,-8 0-678-16</inkml:trace>
  <inkml:trace contextRef="#ctx0" brushRef="#br0" timeOffset="224.91">17636 3430 1709 0,'0'0'543'16,"0"0"-194"-16,0 0-83 16,0 0-3-16,146-17-71 15,-38-1-53-15,8-5-48 16,-16 1-35-16,-26 5-29 15,-32 5-17-15,-9 1-10 16,0 0 0-16,-2 0-75 16,-4-2-84-16,-9-8-109 15,-11 2-307-15,-5 0-599 0</inkml:trace>
  <inkml:trace contextRef="#ctx0" brushRef="#br0" timeOffset="585.13">18186 2786 1868 0,'0'0'486'0,"0"0"-17"15,0 0-276-15,0 0-14 16,0 0-48-16,0 0-51 16,0 0 51-16,136 44-26 15,-66-17-35-15,5 0-25 16,-4-2-7-16,-20-3-13 15,-2 2-10-15,-11-1-9 16,-14 0 0-16,-14 2-5 0,-10 2 8 16,-1 4-3-1,-26 3 6-15,-11 7-1 0,-8 2 1 16,-8 3 4-16,-2 0-2 16,-2 1-1-16,3-4 4 15,2-4-7-15,5-3-2 16,8-4-8-16,7-6 0 15,6-4-6-15,7-2-33 16,6-2-93-16,14-8-147 16,0-2-332-16,15-8-931 0</inkml:trace>
  <inkml:trace contextRef="#ctx0" brushRef="#br0" timeOffset="5494.63">19909 1805 646 0,'0'0'486'0,"0"0"-123"0,0 0-101 16,0 0-67-16,0 0 1 15,0 0-14-15,2-4-37 16,-2 4-41-16,0 0-28 16,0 4-30-16,0 12-13 15,0 10 36-15,0 8-18 16,1 5-7-16,2 7-17 15,0-2-15-15,0 3-6 16,-1-3-5-16,-2-5-1 16,0-3 0-16,0-8-72 15,0-7-120-15,0-5-51 16,-14-6-106-16,1-6-231 0,-1-4-33 0</inkml:trace>
  <inkml:trace contextRef="#ctx0" brushRef="#br0" timeOffset="5712.96">19684 2092 940 0,'0'0'388'16,"0"0"-17"-16,0 0-82 15,0 0-99-15,0 0-69 16,0 0-43-16,0 0 65 16,43 20-8-16,-13 0-24 15,3 0-41-15,1 4-8 16,1-4-21-16,-1 1-28 15,-3-3-5-15,-2-2-8 0,-4-4 0 16,-4-2-75-16,-3-7-167 16,-4-2-101-16,-4-1-307 0</inkml:trace>
  <inkml:trace contextRef="#ctx0" brushRef="#br0" timeOffset="5910.34">20090 2102 1190 0,'0'0'402'0,"0"0"-158"15,0 0-47-15,0 0 21 0,-29 103-43 16,15-59-41-16,2 3-52 16,-1 1-49-16,2-3-33 15,5 13-39-15,3-13-282 16,3-10-967-16</inkml:trace>
  <inkml:trace contextRef="#ctx0" brushRef="#br0" timeOffset="12749.31">21721 2164 879 0,'0'0'194'16,"0"0"-9"-16,0 0 44 15,0 0 21-15,0 0-18 16,-27-72-47-16,24 62-27 16,2 4-32-16,-2 2-15 15,3 2-2-15,0 2-26 16,0 0-34-16,0 0-25 0,0 17-15 16,0 9 3-16,3 12 12 15,3 4-3-15,3 2-8 16,0-1-4-16,0-4-7 15,0-3-1-15,-3-5-1 16,-1-4-9-16,-2-7-22 16,-3-6-48-16,0-5-48 15,0-4-17-15,-5-4 77 16,-9-1 27-16,-6 0-49 16,-3-9 2-16,2-5 17 15,-3-2 31-15,5-1 24 16,2 3 15-16,4 2 12 15,6 1 2-15,2 5 14 0,2 3 36 16,3 1 2-16,0 2-9 16,0 0-22-16,0 0-14 15,0 2-6-15,9 10 37 16,6 0 0-16,2 1-11 16,5 1-9-16,2-2-9 15,0-2-12-15,3-5-5 16,-1-1 0-16,0-4-6 15,-2 0-6-15,-5-3-45 16,-1-8-16-16,-6-3-7 16,-2-3-5-16,-4-3 5 15,-3 1 26-15,-1-1 27 0,-2-1 11 16,0 6 10-16,0 3 1 16,0 3 7-16,0 6 20 15,0 2 17-15,0 1-10 16,0 3-20-16,0 14 13 15,0 7 27-15,-2 4-7 16,-2 3-13-16,-4 2-14 16,-2-4-10-16,2 0-11 15,-1-2-6-15,-1-2-51 16,-5 0-112-16,3-6-349 16,-1-8-659-16</inkml:trace>
  <inkml:trace contextRef="#ctx0" brushRef="#br0" timeOffset="15909.28">22451 2230 398 0,'0'0'369'16,"0"0"-101"-16,0 0-51 0,0 0-7 16,0 0-37-16,0 0 12 15,0 0-15-15,0-41-41 16,-2 40 7-16,2 0-25 16,0 1-35-16,-2 0-24 15,0 0-17-15,2 1-21 16,0 12-8-16,0 8 4 15,0 8 5-15,0 1 1 16,0 3-7-16,4-1 0 16,-1-2-9-16,0-3 0 15,-1-2-8-15,-2-2-2 0,0-3-54 16,0-3-14 0,0-4-19-16,-3-4-17 0,-6-4 37 15,-1-3 47 1,-1-2 24-16,-4 0 6 0,2-9 0 15,-4-7-13-15,4-1 13 16,-2 1 2-16,6 2 7 16,1 3 2-16,4 3 1 15,0 3 21-15,4 3 15 16,0 0-3-16,0 2-13 16,0 0-13-16,0 0-11 15,8 6-2-15,6 9 34 16,5 2 3-16,2 1-6 15,2-1-16-15,-1 1-11 16,0-4-2-16,-2-4-7 0,-2 0 0 16,-3-7 1-1,-2-1-2-15,-4-2-1 0,-1 0-22 16,-1-10-2-16,-1-4-15 16,-3-3-13-16,0-1 4 15,-2-1 25-15,-1 1 9 16,0 2 14-16,2 4 1 15,-2 5 0-15,0 0 1 16,0 7 25-16,0 0-3 16,0 0-8-16,0 4-14 15,0 11 7-15,-2 7 28 16,-2 4-8-16,-4 3-21 16,-3 1-7-16,-2 0-6 0,-1 2-12 15,-12 5-133 1,4-6-245-16,0-8-751 0</inkml:trace>
  <inkml:trace contextRef="#ctx0" brushRef="#br0" timeOffset="18514.63">23929 1956 1003 0,'0'0'243'0,"0"0"-37"0,0 0 62 15,0 0-35 1,0 0-65-16,0 0-25 0,0 0-44 15,-34-38-45-15,32 40-29 16,2 15-12-16,-1 9 13 16,1 6 0-16,0 4-8 15,0 5-7-15,0-2-10 16,0-2-1-16,0-4 0 16,0-1-7-16,0-4-2 15,0-6-35-15,-6-5-45 16,-2-4-71-16,-3-6-13 15,0-6 84-15,-4-1 44 16,0-1-2-16,-4-14 23 16,2-7 24-16,-1-2 22 15,6 0 9-15,2 2 12 0,4 3 14 16,5 8 37-16,1 5-3 16,0 6-35-16,3 0-32 15,10 6-12-15,4 12 30 16,2 0 3-16,3 4-5 15,1 1-7-15,0-3-10 16,3 1-9-16,-1-5-7 16,-1-1-5-16,-1-5 8 15,-1-5-10-15,-3-4 0 16,-4-1-9-16,-3 0-35 16,-3-11 17-16,-3-5 3 0,-3-4-6 15,-2-1 11 1,-1 1 18-16,0 1 1 0,0 4 0 15,0 7 9-15,0 2 28 16,0 6 6-16,-4 0-15 16,-4 9-27-16,-2 13 27 15,0 5-5-15,-4 7-5 16,-2 2-16-16,1 3-2 16,-11 11-26-16,6-8-308 15,-3-11-1194-15</inkml:trace>
  <inkml:trace contextRef="#ctx0" brushRef="#br0" timeOffset="35033.56">19304 6302 563 0,'0'0'947'0,"0"0"-603"16,0 0-96-16,0 0-52 16,0 0-33-16,0 0-12 15,23 2 4-15,10-2 16 16,11 0-50-16,9 0-40 15,5 0-31-15,4-8-11 16,0 0-12-16,1 0-11 16,-3-1-1-16,-5-1-14 0,-7 1 0 15,-10 1 6-15,-8-1-7 16,-10 3-1-16,-9-1-61 16,-8 2-50-16,-3 3-130 15,-25 2-113-15,-8 0-326 16,-4 5-353-16</inkml:trace>
  <inkml:trace contextRef="#ctx0" brushRef="#br0" timeOffset="35293.46">19399 6478 1549 0,'0'0'538'0,"0"0"-236"0,0 0-38 16,0 0-34-16,0 0-16 15,0 0-52-15,97 1-55 16,-45-1-39-16,5-8-8 16,2-4-30-16,0-5-5 15,-3 0-7-15,-3-2-4 16,-4 2-8-16,-10 0-5 16,-9 5-1-16,-10 2 0 15,-9 4-13-15,-10 5-43 16,-17 2-147-16,-14 12-359 0,-6 2-733 15</inkml:trace>
  <inkml:trace contextRef="#ctx0" brushRef="#br0" timeOffset="40753.47">21346 8178 126 0,'0'0'640'0,"0"0"-387"0,0 0-55 15,0 0-50-15,0 0 0 16,0 0-2-16,0 0-31 16,-3 4-26-16,3-4-36 15,0 0-19-15,0 0-4 16,9 0 1-16,2 0 25 16,2 0-2-16,3 0-8 15,0 3-14-15,5-1 5 16,0 4-3-16,2 0-4 15,3 2-7-15,1 1 3 16,3 1 6-16,-2 0-11 0,1-3-2 16,-1 0 4-1,-1-3-6-15,1-1 3 0,2 0 9 16,0-3 0-16,1 0-1 16,2 0-3-16,1 0 3 15,-1 0-2-15,0-6-7 16,-2 4-1-16,2-1 6 15,-2-1-3-15,2 2-5 16,-1-3-5-16,-1 0-4 16,0 3 17-16,1-1-2 15,-4 1-11-15,0-1-4 16,1 1 1-16,-1-1-1 0,0 1 2 16,1 1-1-16,-1 0 4 15,2-2-11 1,-1 2 16-16,1-1-4 0,-1 1-12 15,-1 1 10-15,-3-1-5 16,-1-1 3-16,-1 1 0 16,0-1-8-16,0 0 5 15,-1 0 1-15,4-1 1 16,0 0-1-16,4 0 1 16,2 1-7-16,1-2 11 15,-1 4-11-15,3-3 10 16,-1 2-10-16,-3 0 5 15,0 0-5-15,-1-1 1 0,-2 2 5 16,-3-1-1-16,1-1 0 16,0 1-4-16,-1-1 5 15,3 2-6-15,1-3 5 16,0 3 2-16,3-4-6 16,1 3 5-16,1-2-1 15,2 2 3-15,0-2 5 16,2-1-13-16,1 1 10 15,0 0 4-15,2-1-9 16,1 0 3-16,0 0 0 16,3-1 7-16,-5 3-2 15,1-2-13-15,-3 1 9 16,0 0-9-16,-1 0 0 0,-1-1 5 16,2 1 2-1,-2 0 1-15,-1 0 1 0,-1 0 7 16,-1 1-8-16,0-1 0 15,-2 0-8-15,2 1 20 16,-2 1-9-16,-1-1-3 16,-3 1-1-16,0 1-2 15,-2 0 0-15,2 0-5 16,2-3 8-16,1 3-2 16,2-3 2-16,0 2-8 15,3 1 7-15,-2-1-2 16,1 1-5-16,-3 0 7 15,2 0-7-15,-4 0 6 16,-1 0 1-16,-3 0-1 16,-3 0 2-16,2 0-3 15,-3 0 3-15,3 0 2 16,0 0 1-16,3 0 6 0,-1 0 0 16,0 0-3-16,3 0-2 15,0 0 5-15,3 0 5 16,2 0-7-16,-6 0 1 15,1 0-5-15,-6 0-3 16,-2 0 0-16,-4 0 1 16,-1 0 5-16,-4 0 0 15,1 0-1-15,-4 0-1 16,1 0 8-16,0 0-7 16,-3 0 2-16,1 0 2 0,2 0 8 15,-1 0-11-15,2 0 9 16,0 0 0-16,-2 0-5 15,0 0 1-15,-1 0-2 16,-2 0-3-16,-2 0 6 16,1 0-11-16,-4 0 8 15,2 0-1-15,-1 0 1 16,-1 0 0-16,1 0-3 16,-1 0-3-16,1 0 1 15,-2 0 2-15,0 0-6 16,1 0 6-16,-1 0-13 15,0 0 11-15,2 0-13 16,-2 0 0-16,0 0 0 0,0 0 0 16,0 0 0-1,0 0 0-15,0 0 0 0,-9 0-3 16,-58 11-91-16,-1 3-262 16,-18 0-549-16</inkml:trace>
  <inkml:trace contextRef="#ctx0" brushRef="#br0" timeOffset="42389.47">21782 3302 58 0,'0'0'864'0,"0"0"-321"16,0 0-250-16,0 0-20 16,0 0-13-16,0 0 8 15,0 0-51-15,-28-27-68 16,28 27-50-16,0 0-43 16,0 11-27-16,2 12 4 0,8 9 45 15,6 8-5-15,1 6-25 16,4 0-18-16,-1 1-14 15,-1-7-8-15,0-4-8 16,-4-3 0-16,-2-7-9 16,-5-9 2-16,-2-4-2 15,-3-5-9-15,-3-2-37 16,0-6-32-16,-2 0-29 16,-14 0-62-16,-10-11-136 15,-2-3 42-15,-3 0 44 16,0 0 94-16,4 3 93 15,3 2 41-15,7 1 51 0,4 6 47 16,7 0 33-16,3 2-32 16,3 0-43-1,0 1-18-15,0 10 31 0,6 6 50 16,8 2 27-16,5 1-19 16,5 2-42-16,3-1 4 15,2-3-31-15,3-2-28 16,-3-4-23-16,-2-6-6 15,-2-3 7-15,-5-3-8 16,-2 0-9-16,-3-12-64 16,-5-7-87-16,-2-5-137 15,-5-2-6-15,-3-5-192 16,0 4 148-16,0 1 88 16,-6 6 159-16,-1 2 100 0,1 4 157 15,1 6 131-15,2 1 32 16,0 5-27-16,3 2-107 15,-1 0-76-15,1 10-55 16,0 9 19-16,0 8 26 16,0 3-6-16,0 4-34 15,0 0-20-15,-2-2-22 16,-1-2-17-16,1-4-1 16,-1 3-23-16,-1-5-213 15,1-10-419-15</inkml:trace>
  <inkml:trace contextRef="#ctx0" brushRef="#br0" timeOffset="47133.4">26041 7096 530 0,'0'0'90'0,"0"0"545"15,0 0-347-15,0 0 19 16,0 0-55-16,0 0-17 16,-21 7 4-16,20-7-43 15,-1 0-38-15,1 0-43 16,1 1-30-16,0 15-25 16,0 8-21-16,0 13 39 15,0 10 16-15,3 4-20 16,3 3-19-16,-2-1-5 15,2-6-17-15,-3-5-17 16,0-5-3-16,0-7-12 16,-1-7-2-16,-1-9 1 15,1-6-9-15,-1-5-62 16,-1-3-32-16,0-1-53 0,-3-32-104 16,-7-1-339-16,-2-1-304 0</inkml:trace>
  <inkml:trace contextRef="#ctx0" brushRef="#br0" timeOffset="47607.62">26035 7084 411 0,'0'0'1064'15,"0"0"-687"-15,0 0-29 16,0 0-74-16,0 0-7 16,0 0-75-16,0 0-69 15,-25-3-38-15,13 7-26 16,-3 10-17-16,-4 2-6 16,-1 3 1-16,-1 1-4 15,4-3-14-15,1-3-7 16,3-3-10-16,4-4 8 15,5-3-9-15,2-4 6 16,2 0 1-16,0-17 8 0,0-8-4 16,11-3-6-1,8-3-6-15,3-1 1 0,5 6 0 16,3 3 0-16,0 6 5 16,1 4-5-16,0 7-1 15,2 6 0-15,0 0 0 16,-3 7-1-16,0 10 0 15,-5 4 1-15,-5 2 0 16,-3 4 0-16,-5-1-1 16,-4 4-5-16,-4 1-7 15,-4 17-59-15,0-9-178 16,-8-6-762-16</inkml:trace>
  <inkml:trace contextRef="#ctx0" brushRef="#br0" timeOffset="53365.67">29274 6222 1280 0,'0'0'347'16,"0"0"-47"-16,0 0 7 15,0 0 17-15,0 0-57 16,-32 0-108-16,32 0-95 16,0 0-24-16,0 0-10 15,0 0-9-15,9 0 0 16,9 2 11-16,9 1 7 16,7-1-3-16,8 1-9 0,1-3 1 15,3 0-10 1,-1 0-2-16,-1 0-7 0,-5-3-9 15,-4-1 0-15,-7-1 5 16,-6 1-5-16,-6 1 0 16,-9 2-14-16,-4-1 2 15,-3 2-22-15,-18 0-93 16,-9 0-333-16,-10 0-553 0</inkml:trace>
  <inkml:trace contextRef="#ctx0" brushRef="#br0" timeOffset="53822.89">29214 5917 1202 0,'0'0'313'15,"0"0"-54"-15,0 0 0 16,0 0-57-16,0 0-61 16,0 0-51-16,0 0-5 15,16-31 1-15,-16 45 5 16,-1 8-33-16,-9 5-4 16,-4 5-3-16,-5 5 9 15,-3 1-15-15,-1 2-3 0,0-1 5 16,5-3-17-16,2-3 5 15,7-5-5-15,4-6 0 16,5-4-12-16,0-2-3 16,8-5 3-16,11-1-2 15,5-3 19-15,9-3-3 16,7-3 9-16,4-1-13 16,3 0-14-16,0-4-1 15,-3-4-2-15,-6 1-10 16,-12 1 8-16,-9 2-9 15,-8 4 0-15,-9 0-32 16,-24 28-98-16,-10 2-445 16,-14 7-993-16</inkml:trace>
  <inkml:trace contextRef="#ctx0" brushRef="#br0" timeOffset="59734.02">24888 4353 461 0,'0'0'95'0,"0"0"230"16,0 0-116-16,0 0-71 15,0 0-42-15,0 0-17 16,0 0-18-16,0 0-24 15,0 0-14-15,0 0-9 16,0 0-3-16,0 0-9 16,0 0-2-16,0 0-8 15,0 0-48-15,0 0-100 0,0 0-381 16</inkml:trace>
  <inkml:trace contextRef="#ctx0" brushRef="#br0" timeOffset="60828.16">25759 4252 310 0,'0'0'173'16,"0"0"-31"-16,0 0 1 0,0 0-10 15,0 0-21 1,0 0 13-16,0 0-14 0,-4 0 1 16,4 0-3-16,-2 0 5 15,2 0 22-15,0 0 16 16,-1 0 3-16,1 0-20 16,0 0-24-16,0 0-13 15,0 0-17-15,0 0-23 16,0 0-31-16,0 0-9 15,0 0-8-15,0 0-4 16,-14 0-6-16,-2-3-116 16,-12-8-1094-16</inkml:trace>
  <inkml:trace contextRef="#ctx0" brushRef="#br0" timeOffset="63023.45">24383 8215 745 0,'0'0'395'0,"0"0"-87"16,0 0-12-16,0 0-41 15,0 0-54-15,0 0-52 0,-3-22-32 16,3 22-45-1,0 0-32-15,0 8-15 0,0 12 6 16,0 8 11-16,0 8 22 16,0 1-9-16,-3 2-19 15,-4-5-7-15,1-2-16 16,-1-6-12-16,1-7 0 16,2-5 7-16,1-3-8 15,1-7-1-15,1-2 1 16,1-2 2-16,0 0 8 15,0 0 6-15,0 0-16 16,0-6 1-16,0-1 0 0,0 0 0 16,0 2-1-16,0 0 0 15,6 2 1-15,4 1-1 16,5 2 0-16,0 0-1 16,4 0 0-16,2 0-4 15,-1 0 4-15,1 2 1 16,-2 0 0-16,-3-2 1 15,1 0-1-15,-4 0 0 16,0 0-9-16,-4-7-13 16,1-2 4-16,-4-3 0 15,-1-2 0-15,-2-1 1 16,-1-2 8-16,-2 2 6 16,0 1 3-16,0 3 1 15,0 2 0-15,0 5 11 16,0 3 0-16,0 1 12 0,0 0 2 15,-2 5-17-15,1 11-8 16,1 9 12-16,0 5 2 16,0 3 7-16,0-1-10 15,0 0-11-15,0-1-1 16,0 0-4-16,0-1 4 16,0-3-63-16,0 0-140 15,0-8-186-15,0-8-403 0</inkml:trace>
  <inkml:trace contextRef="#ctx0" brushRef="#br0" timeOffset="63272.92">24919 8280 1273 0,'0'0'685'16,"0"0"-419"-16,0 0-124 15,0 0-76-15,0 0 38 16,0 0 15-16,-7 78-30 16,7-48-38-16,0-3-27 15,-2-1-8-15,2-3-10 16,-1-5-6-16,-2-3-13 16,0-4-138-16,-4-5-108 15,1-6-244-15,-4 0-231 0</inkml:trace>
  <inkml:trace contextRef="#ctx0" brushRef="#br0" timeOffset="63469.31">24740 8327 1028 0,'0'0'562'16,"0"0"-298"-16,0 0-47 15,0 0-18-15,0 0-54 16,63 78-44-16,-32-59-31 15,1-1-38-15,-1-2-21 16,-3-4-11-16,1-4-25 16,10-8-179-16,-6 0-168 15,-4-3-772-15</inkml:trace>
  <inkml:trace contextRef="#ctx0" brushRef="#br0" timeOffset="63923.33">25106 8257 1450 0,'0'0'546'0,"0"0"-330"15,0 0-69-15,0 0-44 16,0 0-52-16,0 0-30 16,0 0-9-16,64-31 4 15,-48 31-4-15,-4 0 3 16,-4 6 3-16,-1 5 7 15,-5 0-3-15,-2 5 2 0,0 0 7 16,0 4-19 0,-9-4-4-16,1-2-8 0,2-3 2 15,2-6-1-15,2-4 10 16,2-1 2-16,0 0 44 16,0 0 3-16,0 0-16 15,0 0-21-15,8 5-22 16,3 2 7-16,5 1-2 15,-1 2-6-15,1 0 1 16,-2 2 0-16,-3-3 0 16,-3 1 0-16,-4-1 0 15,-2 0-1-15,-2 2 1 16,0-2 13-16,-5 1-1 16,-11-1 1-16,-2-3-8 15,-7 2-5-15,-5-3 0 0,-4-2-1 16,-20-3-110-16,7 0-264 15,6 0-593-15</inkml:trace>
  <inkml:trace contextRef="#ctx0" brushRef="#br0" timeOffset="66905.91">25361 7035 1187 0,'0'0'256'15,"0"0"-21"-15,0 0-95 0,0 0-64 16,0 0-41-16,0 0-19 16,0 0-14-16,70-32 27 15,-58 50 2-15,-6 8-7 16,-4 1-10-16,-2 6-4 15,-2 0-3-15,-11-2-1 16,-4 0 4-16,-1-4-8 16,2-6 7-16,2-6-9 15,4-8 20-15,4-2 32 16,3-5 32-16,3 0 9 16,0 0-36-16,0 0-35 15,9 1-21-15,10 6 0 0,4 3 8 16,2 3-8-16,-1 1 1 15,-2 2-2-15,-4 0 0 16,-9 1 1-16,-7 3 6 16,-2 0 2-16,-3 2-8 15,-18-1 1-15,-2-1-2 16,-5-2 6-16,-2-4-6 16,2-8 0-16,3-4-48 15,7-5-86-15,7-13-197 16,10-1-298-16</inkml:trace>
  <inkml:trace contextRef="#ctx0" brushRef="#br0" timeOffset="67139.18">25707 7050 1294 0,'0'0'396'16,"0"0"-68"-16,0 0-152 15,0 0-65-15,0 0-57 16,0 0-26-16,0 0 7 16,-16 113 1-16,8-64-5 15,1 1-19-15,-2-4-2 16,0-4-10-16,1-6-34 16,2-7-148-16,3-11-317 15,-1-9-202-15</inkml:trace>
  <inkml:trace contextRef="#ctx0" brushRef="#br0" timeOffset="67336.45">25564 7168 307 0,'0'0'1033'0,"0"0"-656"16,0 0-142-16,0 0-72 16,0 0-67-16,0 0 26 15,0 0-22-15,69 39-45 16,-43-18-26-16,1 1-15 15,-2 0-4-15,-1 1-10 16,-3-3-18-16,8-7-150 16,-7-2-225-16,-4-8-591 0</inkml:trace>
  <inkml:trace contextRef="#ctx0" brushRef="#br0" timeOffset="67500.59">25862 7088 871 0,'0'0'977'0,"0"0"-681"16,0 0-132-16,0 0-92 16,0 0 51-16,8 80-20 15,8-33-51-15,-1 8-35 16,10 31-17-16,-5-14-63 16,-7-5-435-16</inkml:trace>
  <inkml:trace contextRef="#ctx0" brushRef="#br0" timeOffset="75060.15">29512 14715 872 0,'0'0'1193'0,"0"0"-935"0,0 0-83 16,0 0 14-16,0 0-43 16,115 0-73-16,-60-4-43 15,3-2-21-15,-1-1 6 16,-6-3-4-16,-7 1-10 16,-8-2 7-16,-8 0-7 15,-5 1 0-15,-7-1-1 16,-5 1-18-16,-2 0-72 15,-5-5-123-15,-2 5-113 16,-2 0-457-16</inkml:trace>
  <inkml:trace contextRef="#ctx0" brushRef="#br0" timeOffset="75480.56">29525 14404 1430 0,'0'0'529'0,"0"0"-337"16,0 0 39-16,0 0 2 16,0 0-78-16,0 0-61 15,0 0-39-15,-20 6-10 16,7 34 17-16,-7 10 9 0,-4 9 7 15,-4 3-28-15,-2-1-8 16,5-4-8-16,8-9 3 16,5-8-5-16,12-5-4 15,0-9-2-15,22-6 8 16,13-6 20-16,12-6 2 16,12-8 5-16,20 0 7 15,-5-11-22-15,4-7-17 16,-2-4-13-16,-17 1-7 15,1-3-8-15,-15 6-1 16,-14 4-10-16,-14 6-42 16,-13 7-53-16,-4 1-80 15,-27 34-81-15,-8 5-462 0,-15 7-1167 0</inkml:trace>
  <inkml:trace contextRef="#ctx0" brushRef="#br0" timeOffset="77219.92">29332 13803 916 0,'0'0'399'0,"0"0"-68"16,0 0-9-16,0 0-78 16,0 0-28-16,0 0-11 15,0 0-44-15,-9 5-33 16,15-5-47-16,13 0-26 16,9 0-13-16,13 0-4 15,8 0-13-15,5-3-8 16,1-3-10-16,0 0-6 15,-5 4 0-15,-5-1-1 16,-9 1-1-16,-9 2-28 0,-9 0-105 16,-12 0-329-16,-6 0-77 15,0-3-318-15</inkml:trace>
  <inkml:trace contextRef="#ctx0" brushRef="#br0" timeOffset="77603.07">29414 13571 1030 0,'0'0'611'0,"0"0"-313"16,0 0 15-16,0 0-80 15,0 0-85-15,0 0-75 0,0 0-32 16,-51 14-3-16,33 16 4 15,-6 6-6-15,-3 2 12 16,-4 3-11-16,-3-2 2 16,1 0-3-16,4-8-3 15,7-6-15-15,10-6-9 16,6-8-3-16,6-3-6 16,0-2 1-16,6 0 3 15,12-1 2-15,11 0 11 16,6-5-2-16,13 0 0 15,9-2-2-15,5-11-5 16,4-2-8-16,0-1 0 16,-4 2-1-16,-4 0-41 15,17-3-197-15,-16 1-456 16,-8 1-1153-16</inkml:trace>
  <inkml:trace contextRef="#ctx0" brushRef="#br0" timeOffset="78256.75">30441 13453 335 0,'0'0'799'0,"0"0"-307"16,0 0-136-16,0 0-44 15,0 0-12-15,0 0-100 16,0 0-124-16,9 6-27 16,20-6-31-16,7 0-6 15,10 0 6-15,2 0-6 0,4 0-11 16,-3 0 8-16,-6 0-9 16,-7 0 0-16,-9 0 6 15,-10 0-5-15,-9 0 1 16,-6 0 7-16,-2 3-9 15,0 2 0-15,-13 7 3 16,-9 6 14-16,-8 5 6 16,-4 5 1-16,-3 3-6 15,-2 2 2-15,5 1-5 16,7-4 7-16,7-2-5 16,9-8-10-16,6-1-1 15,5-5-6-15,2 0 1 16,14-3 5-16,7-2 11 0,5-2 10 15,5-3-2 1,4-4-2-16,0 0-14 0,-1 0-3 16,-6-4-5-16,-5-3-1 15,-8 4-1-15,-6-2-18 16,-8 2-37-16,-3-1-92 16,0-3-221-16,-1 2-429 0</inkml:trace>
  <inkml:trace contextRef="#ctx0" brushRef="#br0" timeOffset="78558.29">31034 13660 1111 0,'0'0'647'0,"0"0"-318"15,0 0-15-15,0 0-62 16,0 0-74-16,0 0-81 16,0 0-3-16,-2 41-28 15,2-15-17-15,3 1-11 16,0 1-4-16,3 0-7 16,-3-2-12-16,1-4-4 15,-1-2-11-15,-1-4 0 0,1-6 0 16,0-9-68-1,6-9-170-15,-3-13-349 0,1-6-1132 0</inkml:trace>
  <inkml:trace contextRef="#ctx0" brushRef="#br0" timeOffset="78985.7">31384 12900 1129 0,'0'0'508'0,"0"0"-143"16,0 0-137-1,0 0-132-15,-82-11-53 0,65 11-13 16,1 0-5-16,1 0-1 15,2 0-2-15,5 0-1 16,2 2-5-16,2-2-7 16,0 5 0-16,2 2-9 15,-1 6 2-15,3 4-2 16,-1 4 15-16,1 8-2 16,0 4 1-16,0 1 29 15,0 0 26-15,0 3-8 16,0-4-12-16,1 1-10 15,5-4-11-15,4-4-5 16,-1 1-6-16,0-8-6 16,3-2-11-16,0-5 0 15,3-5-21-15,13-7-173 0,-4-4-319 16,0-11-645-16</inkml:trace>
  <inkml:trace contextRef="#ctx0" brushRef="#br0" timeOffset="79215.29">31492 13006 1549 0,'0'0'584'0,"0"0"-348"16,0 0-154-16,0 0-49 0,0 0 19 15,0 0 13-15,36 98 11 16,-26-68-15-16,-1-2-13 15,-2-3-26-15,0-5-22 16,-1-8-1-16,5-12-193 16,1 0-409-16,-2-9-855 0</inkml:trace>
  <inkml:trace contextRef="#ctx0" brushRef="#br0" timeOffset="79601.54">31627 12794 1437 0,'0'0'640'0,"0"0"-472"15,0 0-101-15,0 0-35 0,0 0-5 16,0 0 4-16,0 0-3 16,93 22-6-16,-65-16-2 15,-1 2-4-15,-6-1 5 16,0 1-2-16,-5 2-2 15,-4 1 2-15,-1 3 5 16,0 3 10-16,0 6 8 16,-1 2 11-16,1 3-8 15,-2 3 1-15,-3 2-8 16,1 2-5-16,-1-3-2 16,-2-2-3-16,1-2 4 15,-2-3-5-15,0-5-3 16,-2-6 0-16,-1-5-7 0,0-2-6 15,0-4-4-15,0 0-5 16,-1 1-2-16,-16 4 0 16,-13 8-1-16,-32 17-16 15,4-1-464-15,0-1-1193 0</inkml:trace>
  <inkml:trace contextRef="#ctx0" brushRef="#br0" timeOffset="80658.83">30583 14512 352 0,'0'0'830'15,"0"0"-509"-15,0 0-8 16,0 0-101-16,0 0-90 15,0 0-17-15,0 0 3 16,90 39-15-16,-85-3 4 16,-5 5 7-16,-1 2-13 15,-15-1-36-15,-5-1-22 0,-2-2-18 16,-4-8-3-16,4-9-6 16,0-6-5-16,5-12 5 15,3-4 3-15,5-14 0 16,4-13 4-16,4-4-5 15,2 1 2-15,0 5-4 16,11 9-4-16,1 8-1 16,6 8 1-16,0 0-1 15,3 10-1-15,-1 9 6 16,0 5 0-16,-1 5-5 16,-1 0-1-16,-1-1 0 15,-1 1-18-15,9-3-220 16,-4-6-271-16,-3-8-402 0</inkml:trace>
  <inkml:trace contextRef="#ctx0" brushRef="#br0" timeOffset="81056.95">30899 14679 1159 0,'0'0'552'15,"0"0"-363"-15,0 0-8 16,0 0-39-16,0 0-19 16,0 0-28-16,0 0 9 15,44 72 18-15,-44-53-9 16,-9 1-37-16,-7-2-34 16,-1-1-17-16,-3-5-16 0,4-3-1 15,1-5-7-15,3-4 1 16,4 0 7-16,3-9-8 15,3-2 11-15,2 3-4 16,0 2-2-16,0 4-5 16,7 2 0-16,9 0 0 15,3 8 5-15,6 7 5 16,1 3-1-16,1 2 1 16,-2 1-5-16,0-1-6 15,-3-3 1-15,-2-5-1 16,-1-4-15-16,2-8-150 15,2-14-127-15,-2-12-401 0,-5-5-964 0</inkml:trace>
  <inkml:trace contextRef="#ctx0" brushRef="#br0" timeOffset="81433.98">31183 14137 1007 0,'0'0'317'16,"0"0"-2"-16,0 0-86 16,0 0-40-16,0 0-70 15,-93 17-23-15,81-15 8 16,2-2-6-16,4 0-31 0,3 0-23 16,1 0-12-16,2 0-6 15,0 0-9-15,0 0-12 16,0 0-5-16,0 0-7 15,0 0 1-15,3 10 6 16,4 8 7-16,3 7 2 16,-1 5 12-16,-2 6 17 15,3 5 20-15,-2 0 8 16,0-1-6-16,1 0-18 16,2-4-12-16,0-6-11 15,2-7-7-15,-1-4-12 16,0-7 0-16,3-10-38 15,12-2-155-15,-6-9-319 0,-2-5-659 16</inkml:trace>
  <inkml:trace contextRef="#ctx0" brushRef="#br0" timeOffset="82133.83">30325 14563 1151 0,'0'0'627'15,"0"0"-229"-15,0 0-89 16,0 0-74-16,0 0-144 15,0 0-52-15,0 0-19 16,85-31-4-16,-46 21 0 0,0 2-1 16,-1 3-4-16,-5 3-2 15,-9 2-3-15,-5 0-5 16,-5 0 5-16,-8 5 0 16,-5 8 1-16,-1 2 1 15,0 4 16-15,-11 4 0 16,-8 3 8-16,-4 2-2 15,-4 1-4-15,-1 1 2 16,-1 1-4-16,2 0-6 16,5-5 0-16,2-1-4 15,7-4-1-15,3-3 1 16,5-3-2-16,4-5-2 16,1-3-4-16,0-2-5 0,4-2 1 15,12 0 10-15,10-2 9 16,5-1 1-16,8 0-4 15,4-3-2-15,5-6-8 16,0-1-8-16,-1-1 1 16,-5 5-1-16,-5 0-1 15,-11 1 1-15,-8 5-11 16,-9-2-7-16,-6-4-29 16,-3-1-118-16,0-3-492 0</inkml:trace>
  <inkml:trace contextRef="#ctx0" brushRef="#br0" timeOffset="82713.61">31456 14198 823 0,'0'0'400'0,"0"0"-65"15,0 0-37-15,0 0-114 16,0 0-75-16,0 0-57 16,0 0-11-16,-2 17 46 15,2 9 8-15,0 3-4 16,-6 3 7-16,-8-1-26 15,-5 0-32-15,-3-4-21 16,0-4-13-16,2-6 0 16,2-9-6-16,5-6 0 0,1-2 6 15,6-11-6 1,5-8 13-16,1 1-13 0,0 2-7 16,7 5 7-16,9 6 0 15,1 5 0-15,4 0 2 16,2 1-1-16,1 9 1 15,1 2-2-15,-3 0 2 16,0 0-2-16,6-3-65 16,-4-4-185-16,-6-5-497 0</inkml:trace>
  <inkml:trace contextRef="#ctx0" brushRef="#br0" timeOffset="83095.15">31600 14040 1257 0,'0'0'488'0,"0"0"-228"0,0 0-73 16,0 0-17-16,0 0-44 16,85-1-44-16,-68 1-42 15,-2 0-9-15,-6 1-5 16,-3 2 2-16,-2 1-4 15,2 5 4-15,-2 2 14 16,2 6 4-16,0 6 1 16,1 4-7-16,1 4 0 15,0 1-1-15,1 3-4 16,1 1-3-16,-1 0-3 0,0 0-4 16,0-4 4-1,-2-1-10-15,-2-3 4 0,-4-5-7 16,-1-4 2-16,0-3-7 15,0-2-2-15,-16-1-2 16,-11 0-6-16,-10-1-1 16,-44 8-30-16,5-3-442 15,0-2-1301-15</inkml:trace>
  <inkml:trace contextRef="#ctx0" brushRef="#br0" timeOffset="83625.68">29658 15775 842 0,'0'0'960'16,"0"0"-617"-16,0 0-37 15,0 0-92-15,0 0-81 16,0 0-84-16,0 0-11 0,72 0 0 15,-32 0-9 1,3-3 2-16,3-4-8 0,-1 0-8 16,-4 1-14-16,-7 2-1 15,-12 1-1-15,-7 2-41 16,-15 1-249-16,0 0-289 16,-15 0-635-16</inkml:trace>
  <inkml:trace contextRef="#ctx0" brushRef="#br0" timeOffset="83957.06">29709 15588 1433 0,'0'0'404'0,"0"0"-23"0,0 0-184 15,0 0-64-15,0 0-61 16,0 0-12-16,0 0 9 15,-79 110-13-15,43-67-11 16,-10 6 24-16,-2 1-8 16,-1 1-7-16,4-2-12 15,9-3-9-15,11-10-2 16,12-7-13-16,13-5-11 16,0-8-6-16,23-3 7 15,12-5 6-15,12-5 1 16,10-3-2-16,6 0-4 15,16-2-7-15,17-7-2 0,12-1 0 16,12-2-1 0,-30 5-160-16,-21-2-491 0</inkml:trace>
  <inkml:trace contextRef="#ctx0" brushRef="#br0" timeOffset="84458.91">30577 15604 990 0,'0'0'756'15,"0"0"-390"-15,0 0-33 16,0 0-131-16,0 0-82 16,0 0-79-16,0 0-26 15,33-17-4-15,-6 17-2 16,3 0 0-16,-4 0-2 16,-5 3 2-16,-7 2-1 15,-6 4-7-15,-6 0-1 16,-2 4 24-16,-2 4 22 15,-14 5 4-15,-6 3-10 16,-6 4-3-16,-4 3-7 16,0 1-10-16,0 2 7 15,5-4-3-15,6-4-6 16,8-4 0-16,5-4-11 16,8-5-5-16,0-3-2 0,8-1 0 15,14-2 5-15,10-4 5 16,7-1-1-16,8-3-9 15,1 0 0-15,4-6-6 16,-1-2-58-16,8-3-188 16,-12 1-435-16,-13-1-834 0</inkml:trace>
  <inkml:trace contextRef="#ctx0" brushRef="#br0" timeOffset="84910.7">30934 15775 1371 0,'0'0'360'0,"0"0"-46"16,0 0-155-16,0 0-51 15,0 0-22-15,86-37-13 16,-71 37-3-16,-3 0-30 16,-6 0-6-16,-3 0 8 15,-3 13-4-15,0 1 10 16,0 4-13-16,-9 3-10 15,-7 0-13-15,0-2-11 16,0-4 8-16,3-4 0 0,4-4 9 16,4-5 51-1,5-2 25-15,0 0-18 0,0 0-35 16,0 0-14-16,12 0-11 16,3 0-5-16,6 1-5 15,1 3-5-15,1 6 0 16,-2-1 0-16,-2 5 0 15,-4 0 0-15,-6 2 0 16,-2 3-1-16,-7-2 1 16,0 0 0-16,0-1 8 15,-14-1-3-15,-5-1-5 16,-3-3 0-16,-3-2 5 16,-3-4-6-16,-1-5-36 15,2 0-57-15,2-5-109 16,9-9-258-16,3-1-268 0</inkml:trace>
  <inkml:trace contextRef="#ctx0" brushRef="#br0" timeOffset="85315.28">31210 15184 1265 0,'0'0'405'0,"0"0"-17"15,0 0-168-15,0 0-53 16,0 0-81-16,0 0-46 0,0 0-22 16,-60 6-3-1,51 0-6-15,3 2 1 0,0 1-8 16,5 1 9-16,1 3-10 15,0 1 19-15,0 1-1 16,4 5 5-16,2 0 1 16,1 7 8-16,1 0 6 15,1 6-2-15,-2 1-5 16,1 4-1-16,-1-1-13 16,3-1-3-16,1-3 18 15,0-5-8-15,2-6-7 16,-1-5-8-16,3-8-10 15,0-7-6-15,16-13-67 0,-4-13-252 16,0-6-670-16</inkml:trace>
  <inkml:trace contextRef="#ctx0" brushRef="#br0" timeOffset="85787.87">31405 15247 1179 0,'0'0'268'16,"0"0"1"-16,0 0-133 15,0 0-16-15,0 0-12 16,0 0-15-16,0 0-10 0,76-23-19 16,-73 23-20-16,-3 0-17 15,2 0-13-15,-2 6-5 16,0 2 2-16,0 4-4 15,0-3-1-15,-3 1 0 16,-4-3-4-16,4-3 9 16,0-1 1-16,3-1 30 15,0-2 19-15,0 0 7 16,0 0-24-16,0 1-33 16,6 4 12-16,5 0 11 15,2 4 6-15,2 1-13 16,3 2-1-16,-3 1-10 15,0 1-1-15,-3 1-3 0,-4 2 12 16,-3-3 7-16,-3 1 5 16,-2-3 3-16,0-1 1 15,-2-2-19-15,-9-1-6 16,-3-2 2-16,-4-3-2 16,-4-2-14-16,-1-1-1 15,-1 0-32-15,2 0-158 16,7 0-175-16,5-1-612 0</inkml:trace>
  <inkml:trace contextRef="#ctx0" brushRef="#br0" timeOffset="87665.97">31390 14204 694 0,'0'0'348'0,"0"0"7"16,0 0 26-16,0 0-188 15,0 0-108-15,0 0-37 16,0 0-14-16,-15-24-10 16,11 41-5-16,4 7 11 15,0 6 18-15,0 1 3 16,0 0 0-16,0-3 1 15,0-5 0-15,5-4-6 16,-2-6-16-16,0-5-9 16,0-4-9-16,-1-2 1 15,-1-2-1-15,-1 0-3 0,0-2 3 16,0-13 4-16,0-9-16 16,0-10-4-16,-4-10-24 15,-4-6-29-15,3 2-20 16,2 2 9-16,1 14 14 15,2 10 35-15,-1 13 18 16,1 8 0-16,0 1-1 16,0 13-6-16,0 13 0 15,7 11 8-15,3 5 22 16,0 3 20-16,-1-1 4 16,-1-4 7-16,-2-3 5 15,0-7-12-15,-1-9-7 16,-2-6-11-16,0-9-11 0,-3-4-5 15,2-2-3 1,-2 0 1-16,0-14 14 0,0-12-24 16,0-8 0-16,-2-5-45 15,-3-3-11-15,2 1-16 16,0 8 8-16,2 6 20 16,1 12 23-16,-2 7 9 15,2 5 6-15,0 3-1 16,0 4-13-16,0 16-2 15,5 9 21-15,4 7 1 16,1 6 18-16,1 3 20 16,-2-1 12-16,1-3-2 15,-3-4-4-15,0-9-8 16,-3-8-18-16,-1-8-9 16,0-4-8-16,-3-7 5 0,0-1-4 15,0 0-2-15,0 0-26 16,-7-9-250-16,-3 4-850 0</inkml:trace>
  <inkml:trace contextRef="#ctx0" brushRef="#br0" timeOffset="88740.01">31600 15159 712 0,'0'0'351'0,"0"0"-25"0,0 0-49 15,0 0 1-15,0 0-69 16,0 0-57-16,0 0-23 15,-27-4-45-15,24 17 12 16,2 6 48-16,1 7-29 16,0 5-42-16,0 0-20 15,0-1-11-15,0-2-7 16,0-4-11-16,1-6-12 16,1-5-6-16,1-4-4 15,-1-6-1-15,-2-1 7 16,0-2-2-16,0 0 1 15,0-11 2-15,0-9-8 0,-8-9-1 16,-3-2-6 0,-2-8-2-16,3-1-13 0,2 1 0 15,1 7-1-15,5 8 11 16,1 11 10-16,-1 9 0 16,2 4 0-16,0 4-5 15,0 16-4-15,8 9 10 16,1 8 1-16,0 4 12 15,-2 3 11-15,2-1 9 16,-2-3-6-16,1-5-9 16,-2-7-5-16,0-8 0 15,-2-8-13-15,-1-7 0 16,-1-5 0-16,-1-3 6 16,1-18 2-16,-2-9-7 15,0-11 0-15,0-10-1 0,0-2-9 16,0 0-12-16,-2 6-9 15,1 11 12-15,-1 11 9 16,2 13 9-16,-1 9 1 16,1 3-1-16,-2 9-9 15,2 17-6-15,-1 11 15 16,1 11 1-16,0 4 21 16,0 5 10-16,0-2-1 15,0-4-8-15,0-5-5 16,0-6-6-16,0-8-3 15,0-12-9-15,0-9 0 16,0-11-6-16,0 0 5 0,0-18 1 16,0-15-6-16,0-11-22 15,0-4-7-15,0-2-2 16,0 5 2 0,0 8 20-16,0 10 14 0,0 11-1 15,0 10 1-15,0 6 1 16,0 0-2-16,0 16-7 15,0 8 9-15,3 3 1 16,1 4 1-16,2-1-1 16,0-2 1-16,-1-3-2 15,-1-4-6-15,13-11-151 16,-5-5-302-16,1-5-389 0</inkml:trace>
  <inkml:trace contextRef="#ctx0" brushRef="#br0" timeOffset="89205.08">31911 15058 149 0,'0'0'1514'15,"0"0"-1114"-15,0 0-63 16,0 0-169-16,0 0-83 16,0 0-30-16,0 0-12 15,53-31-6-15,-35 31-4 0,-4 0-4 16,-4 0-8-16,0 7 2 16,-1 7 16-16,-3 4-1 15,1 4-1-15,0 5-2 16,-4 2-3-16,0 3-2 15,0 4 12-15,-2 0 5 16,2 2-11-16,0-1-6 16,2-1-6-16,-1-1-2 15,3-4-5-15,0-5-4 16,-1-2-4-16,0-5-2 16,-2-5-1-16,0-3 3 15,-4-2-9-15,0-4 0 0,0 2-1 16,-7 3 1-16,-13-1 0 15,-14 6 0-15,-12 2-5 16,-48 7-131-16,11-2-502 16,-4-5-1463-16</inkml:trace>
  <inkml:trace contextRef="#ctx0" brushRef="#br0" timeOffset="89786.61">29269 17179 1204 0,'0'0'574'16,"0"0"-240"-16,0 0-127 15,0 0 14-15,0 0-29 16,0 0-69-16,0 0 28 16,69 1-48-16,-32-2-49 15,3-4-23-15,4 0-16 16,-1-1-6-16,-1 0-8 16,-5 1 1-16,-2-2-2 15,-8-1-77-15,-4-6-165 0,-7-3-387 16,-10 0-653-16</inkml:trace>
  <inkml:trace contextRef="#ctx0" brushRef="#br0" timeOffset="90135.01">29522 16857 1270 0,'0'0'508'0,"0"0"-214"0,0 0-123 15,0 0-95-15,0 0-2 16,0 0 19-16,0 0 47 16,-14 79 24-16,1-42-40 15,-6 5-12-15,-4 5-39 16,-7 3-14-16,-2 1-11 16,1 1-11-16,1-6-8 15,6-2-8-15,8-8-6 16,8-8-9-16,7-6-6 15,1-7 0-15,6-4-1 16,13-5 2-16,10-2-1 16,8-4 19-16,8-2-6 15,11-10-5-15,8-5-7 16,18-2-1-16,20-3-63 16,20-8-172-16,-20 4-343 0,-23 4-762 15</inkml:trace>
  <inkml:trace contextRef="#ctx0" brushRef="#br0" timeOffset="90668.26">30235 16744 1053 0,'0'0'656'16,"0"0"-318"-16,0 0-22 0,0 0-127 15,0 0-30-15,0 0-77 16,0 0-45 0,23-8-2-16,7 8 47 0,8 0-22 15,4 0-24-15,3 0-14 16,-3 0 3-16,-6 2-17 15,-8 1-8-15,-7 1 6 16,-9 0 0-16,-8 5 3 16,-4 2 2-16,0 8 14 15,-9 4 20-15,-7 7 0 16,-10 4-4-16,0 4-8 0,-4 2-5 16,0 1-6-16,5-2-5 15,5-7 4-15,5-4-9 16,8-8 0-16,5-5-11 15,2-6 7-15,2-4-8 16,13-1 0-16,10-2 20 16,7-2-2-16,3 0-5 15,5-2-11-15,-2-2 4 16,-2-5-6-16,-5 5 0 16,-4 3-1-16,-5-1-16 15,-7 2-55-15,-2 0-83 16,2 0-118-16,-3 0-339 15,-1 0-478-15</inkml:trace>
  <inkml:trace contextRef="#ctx0" brushRef="#br0" timeOffset="91239.33">30877 16892 1136 0,'0'0'740'0,"0"0"-459"16,0 0-56-16,0 0-116 15,0 0 4-15,0 0 54 16,0 0-29-16,-21 105-33 16,14-69-6-16,-2 3-38 15,-2 1-20-15,-1-3-8 0,2-3-12 16,-2-5-8-16,4-9-7 15,4-4-5-15,1-10-1 16,1-5 7-16,2-1-7 16,0 0 0-16,0 0 1 15,0 0-1-15,3 0 0 16,10 0 0-16,4-1 0 16,5-4 0-16,5 0 1 15,3 0-1-15,-2-2-1 16,-3-1-12-16,-3-1-23 15,-6-4 3-15,-5 1 7 16,-4-5 10-16,-5-4 7 16,-2 1-1-16,0 0 10 0,0 1 0 15,0 5 0 1,0 8 0-16,-3 3 11 16,1 3 5-16,2 0 2 0,0 4-4 15,0 16-4-15,0 9 20 16,0 7 5-16,0 4-14 15,5 2-6-15,1-3-7 16,1-3-7-16,-1-5 0 16,0-4-1-16,-1-10-15 15,-2-5-66-15,4-12-140 16,-1-7-314-16,-2-12-431 0</inkml:trace>
  <inkml:trace contextRef="#ctx0" brushRef="#br0" timeOffset="91646.64">31245 16322 772 0,'0'0'969'15,"0"0"-634"-15,0 0-36 16,0 0-94-16,0 0-86 15,0 0-25-15,0 0 4 16,-76 19-26-16,57-13-31 16,2 0-13-16,1-1-12 15,2-2-14-15,4-1 11 0,4 1-8 16,3 1-5-16,3 3-12 16,0 6 12-16,0 3 4 15,0 9-3-15,5 3 13 16,2 4-13-16,2 2 16 15,-2 2 10-15,0-4-6 16,0 1-5-16,3-1 1 16,-1-3-7-16,0 0-2 15,3-2-8-15,-3-5-2 16,2-4-4-16,-3-3-4 16,1-5-52-16,14-10-171 15,-7-7-116-15,2-11-417 0</inkml:trace>
  <inkml:trace contextRef="#ctx0" brushRef="#br0" timeOffset="91849.38">31348 16431 1553 0,'0'0'373'15,"0"0"-168"-15,0 0-68 16,0 0-27-16,0 0-26 15,14 93-30-15,-7-66-24 16,0-2-14-16,-1-3-16 16,0-8-5-16,7-11-158 0,-2-3-445 15,-2-7-604-15</inkml:trace>
  <inkml:trace contextRef="#ctx0" brushRef="#br0" timeOffset="92223.32">31429 16254 320 0,'0'0'1554'16,"0"0"-1237"-16,0 0-118 15,0 0-109-15,0 0-44 16,0 0-3-16,0 0 8 16,55 15 3-16,-39-8 22 15,-4-2-8-15,-1 4-9 16,-1 1-4-16,-4 2 12 15,2 3-9-15,-2 5-14 0,-1 3-10 16,1 4-1-16,-1 2 3 16,1 1-1-16,-1 1-5 15,-1 0-8-15,2 0 1 16,0-1-8-16,-2-2-5 16,2-1-4-16,-1-3 4 15,-1-2 4-15,2-3-5 16,-3 1 1-16,-1-6-10 15,-2 0 0-15,0-3 5 16,0-1-5-16,-8 1-11 16,-11-1 11-16,-29 3-16 15,3-4-126-15,-2-2-500 0</inkml:trace>
  <inkml:trace contextRef="#ctx0" brushRef="#br0" timeOffset="101112.71">4376 15559 1691 0,'0'0'330'15,"0"0"-135"-15,0 0-40 16,0 0-31-16,0 0-46 0,0 0-39 15,43-14-21-15,-16 3-11 16,7-1-1-16,-1-1-6 16,-2 1-18-16,-8-1-89 15,-1 4-127-15,-10 4-162 16,-6 0-285-16</inkml:trace>
  <inkml:trace contextRef="#ctx0" brushRef="#br0" timeOffset="101275.24">4376 15738 803 0,'0'0'405'0,"0"0"-200"15,0 0 32-15,0 0-69 0,0 0-78 16,0 0-36-16,0 0-26 16,106-43-28-16,-44-2-11 15,-8 6-217-15,-9 1-350 0</inkml:trace>
  <inkml:trace contextRef="#ctx0" brushRef="#br0" timeOffset="101529.16">4450 15224 1555 0,'0'0'334'16,"0"0"-104"-16,0 0-128 0,0 0-65 15,129 8 34-15,-50 8-9 16,-3 5 20-16,-9 5-24 16,-21 2-15-16,-4 8 16 15,-3 12-12-15,-17 3-9 16,-22 20 1-16,-25 23-15 16,-53 28-24-16,-26 16-6 15,-5-12-177-15,21-34-280 16,34-42-794-16</inkml:trace>
  <inkml:trace contextRef="#ctx0" brushRef="#br0" timeOffset="105068.98">11744 14021 1315 0,'0'0'500'0,"0"0"-200"16,0 0-78-16,0 0-8 15,0 0-16-15,0 0-40 0,-1 0-26 16,11 0 13-16,10 2-18 15,6 1-24-15,7-3-29 16,3 0-28-16,3 0-11 16,2 0-16-16,0 0-5 15,-4 0-8-15,-4 0-5 16,-6 0 1-16,-5 0-1 16,-7 0-1-16,-5 0 0 15,-5-1-1-15,0-1-34 16,-4-2-46-16,-1 0-48 15,0-3-71-15,-14-1-156 16,-3 0-208-16,-4 3-306 0</inkml:trace>
  <inkml:trace contextRef="#ctx0" brushRef="#br0" timeOffset="105605.96">11825 13858 1035 0,'0'0'359'0,"0"0"-32"16,0 0-42-16,0 0-24 15,0 0-67-15,0 0-29 16,0 0-23-16,-7-12-27 16,-1 12-30-16,-4 8-28 15,-6 6-28-15,-6 6 0 16,-1 3 5-16,1 0-8 15,0 1-10-15,3-4-4 16,5 0-6-16,4-4-5 16,4-4 1-16,5-2 4 0,3-3-6 15,0 0 2-15,3-1 8 16,14 0 5-16,1 1 5 16,6 0 4-16,4 0-2 15,0 0-2-15,4 1-7 16,-1 1-2-16,-1-1-3 15,-2 0-7-15,-3-1 5 16,-8 0-6-16,-1-1 0 16,-7 0-7-16,-4 1-77 15,-5 8-152-15,-12 1-431 16,-9 1-736-16</inkml:trace>
  <inkml:trace contextRef="#ctx0" brushRef="#br0" timeOffset="108694.71">11708 14852 675 0,'0'0'536'0,"0"0"-252"0,0 0-6 16,0 0-45-1,0 0-2-15,0 0-48 0,0 0-24 16,0 0-29-16,9 0 3 16,8 0-30-16,2 0-12 15,7 1-19-15,2 0-39 16,5-1-9-16,0 0-17 16,-2 0-5-16,2 0-1 15,-3 0-1-15,-5 0-15 16,-6 0-61-16,-7 0-80 15,-6 0-96-15,-6-2-90 16,-9-4-305-16,-7-1-816 0</inkml:trace>
  <inkml:trace contextRef="#ctx0" brushRef="#br0" timeOffset="109074.34">11765 14604 1016 0,'0'0'378'0,"0"0"-75"16,0 0-90-16,0 0-18 16,0 0 10-16,0 0-57 15,0 0-17-15,-6-42-34 16,-3 48-51-16,-4 13-14 15,-5 10-13-15,-4 6 17 0,2 2 1 16,2 0 0-16,6-2 4 16,5-5-17-16,7-5 4 15,0-3-2-15,10-5-4 16,14-1 14-16,10-4 4 16,5-4-1-16,5-4-13 15,3-4-10-15,2 0-7 16,-2 0-8-16,-3-3 0 15,-5-2-1-15,-9 1-23 16,-18 4-128-16,-10 0-198 16,-2 8-501-16</inkml:trace>
  <inkml:trace contextRef="#ctx0" brushRef="#br0" timeOffset="112334.2">16140 13637 593 0,'0'0'505'0,"0"0"-275"16,0 0 63-16,0 0-27 15,0 0-24-15,0 0-51 16,0 0-25-16,-18 0-16 16,18 0-23-16,0 0-33 0,0 0-18 15,5 0-12-15,12-4-20 16,12-5-4-16,11-3 9 16,9-2-19-16,4-2-15 15,-1-1-13-15,-3 3 5 16,-9 2-7-16,-5 4 0 15,-7 3-19-15,-9 4-71 16,-8 1-125-16,-8 0-79 16,-3 0-259-16,0 3-316 0</inkml:trace>
  <inkml:trace contextRef="#ctx0" brushRef="#br0" timeOffset="112777.45">16204 13428 992 0,'0'0'305'0,"0"0"-34"16,0 0-14-16,0 0-15 15,0 0-54-15,0 0-68 16,0 0-43-16,-8-29-25 16,3 29 8-16,-3 14-12 15,-1 6 22-15,-4 9-18 16,-2 5-3-16,0 4-22 0,0 1 4 16,0 0-8-16,5-3 3 15,2-5-8-15,4-4-3 16,4-6 0-16,0-4-4 15,0-6-5-15,10-2-5 16,11-4 22-16,9-5 10 16,6 0-2-16,6-3-9 15,7-11-11-15,-1-3-10 16,1-2 0-16,-5 4-1 16,-6 4-25-16,-10 8-135 15,-14 6-129-15,-11 16-491 16,-3 2-910-16</inkml:trace>
  <inkml:trace contextRef="#ctx0" brushRef="#br0" timeOffset="118504.73">20813 1206 1472 0,'0'0'247'0,"0"0"12"15,0 0 13-15,0 0-59 16,0 0-27-16,0 0-37 15,-12-4-69-15,11 37-22 16,1 11 14-16,0 10-23 16,0 5-21-16,1 0-11 15,4 1-10-15,2-7-5 16,-4-4-1-16,0-6 0 16,-3-7-1-16,0-9-7 15,0-7-47-15,-3-6-27 16,-9-7-38-16,-3-4 57 15,-4-3-8-15,-6-7 26 0,-1-14 26 16,-1-7 18-16,-1-6 7 16,4 0 7-16,3 3 2 15,9 7 14-15,5 7 28 16,4 7 6-16,3 9-19 16,0 1-26-16,4 8-13 15,13 12 0-15,8 6 27 16,5 6 8-16,3 2-16 15,1-5-5-15,2-1-10 16,-2-8-9-16,-3-2-1 16,-5-7 1-16,-1-5-1 15,-4-5 0-15,-3-1-34 16,-5-4-13-16,-4-15 8 16,0-4 11-16,-6-4 14 15,-3-4 7-15,0 4 7 0,0 4 1 16,0 9 1-16,-1 10 6 15,-5 4-8-15,0 9-10 16,-3 16 10-16,-2 9 19 16,-3 2-4-16,1 3-6 15,0-5-9-15,3-2-1 16,-1-3-14-16,-5-3-182 16,4-4-131-16,-1-9-450 0</inkml:trace>
  <inkml:trace contextRef="#ctx0" brushRef="#br0" timeOffset="118684.46">20982 1746 1640 0,'0'0'496'0,"0"0"-284"15,0 0-128-15,0 0-48 16,0 0-33-16,-44 75-3 15,24-46-296-15,-6-1-953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28:05.0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5404 14643 1230 0,'0'0'346'16,"0"0"-21"-16,0 0-58 15,0 0-72-15,0 0-21 16,0 0-49-16,-8 0-55 0,8 0-35 16,3-1-21-16,11-7 0 15,2 2-13-15,-1-4-1 16,3 4-52-16,-5 1-112 16,-1 5-105-16,-4 0-290 15,-8 0-220-15</inkml:trace>
  <inkml:trace contextRef="#ctx0" brushRef="#br0" timeOffset="157.36">5283 14836 859 0,'0'0'370'0,"0"0"-58"16,0 0 18-16,0 0-109 16,0 0-51-16,0 0-87 0,0 0-46 15,47-46-24-15,-12 17-13 16,13-17-53-16,-5 7-194 15,-9 5-392-15</inkml:trace>
  <inkml:trace contextRef="#ctx0" brushRef="#br0" timeOffset="431.91">5380 14420 1405 0,'0'0'381'0,"0"0"-10"15,0 0-87-15,0 0-134 16,0 0-75-16,0 0-14 16,0 0 15-16,107-3-4 0,-65 4-5 15,-2 9-12 1,-4 4-17-16,-12 3-9 0,-6 3-11 16,-12 4 8-16,-6 2-4 15,-2 4-10-15,-16 3-4 16,-7 4-8-16,-8 1-1 15,0 3-38-15,-32 27-167 16,9-11-378-16,-3 0-947 0</inkml:trace>
  <inkml:trace contextRef="#ctx0" brushRef="#br0" timeOffset="4028.64">27293 14320 59 0,'0'0'81'16,"0"0"4"-16,101-12-85 15,-62 8-30-15,-5 1-5 16,-1 2 11-16,-5-2-4 16,-3 0 13-16,-5 0 9 15,-2 1 6-15,-4-1-23 0,2-1-4 16,-6 1 20-16,0-1 5 0</inkml:trace>
  <inkml:trace contextRef="#ctx0" brushRef="#br0" timeOffset="4582.79">28353 14252 2 0,'0'0'66'0,"0"0"-20"16,0 0 22-16,0 0-63 16,0 0-4-16,0 0-1 15,0 0 7-15,-67 20 75 16,42-15-63-16,-2 0-19 15,-3 0 0-15,0 0 32 16,-1 2-15-16,1-1-16 16,-3 2-1-16,-12 0-13 15,7-1-29-15,3 0-31 0</inkml:trace>
  <inkml:trace contextRef="#ctx0" brushRef="#br0" timeOffset="4806.06">26687 14384 45 0,'0'0'45'16,"0"0"11"-16,-105 5-43 15,56-3-12-15,0-2 0 0,-21 3-1 16,9-1-33-16,6-1-80 0</inkml:trace>
  <inkml:trace contextRef="#ctx0" brushRef="#br0" timeOffset="5798.85">20412 14446 26 0,'0'0'1'15,"0"0"77"-15,0 0 88 16,0 0-9-16,0 0-43 16,0 0 0-16,0 0 26 15,-27 5-21-15,27-5-36 16,0 0-36-16,0 0-24 15,0 0-13-15,0 0 3 16,0 0-12-16,0 0 1 16,0 0-1-16,0 0 0 15,0 0-1-15,0 0 0 16,0 0 0-16,0 0 0 0,0 0-1 16,0 0 0-1,0 0 0-15,-3 0 1 0,2 3 0 16,-1 1-7-16,1 1-39 15,-2 2-60-15,1-1-113 16,1 1-384-16</inkml:trace>
  <inkml:trace contextRef="#ctx0" brushRef="#br0" timeOffset="8363.18">6233 14587 641 0,'0'0'242'0,"0"0"-132"16,0 0-19-16,0 0 25 16,0 0-16-16,0 0-3 15,0 0-24-15,82 11 5 16,-49-8 20-16,4 0 34 16,6 1-34-16,2-4-27 15,1 0-10-15,-1 0 4 16,-2 0-14-16,-2-4-10 0,-4-5-10 15,3-2 5-15,-3 2 1 16,-1-4 0-16,0 1-2 16,-3-2-8-16,-2 1-3 15,-1-1-1-15,-2 0 10 16,2-3 3-16,-3-2 4 16,3-3 3-16,0-2 5 15,-2-3-16-15,5-1-6 16,-5 0-6-16,-1-1-5 15,-3 0-1-15,-5 2-2 16,-1 0 0-16,-3-3 0 16,-3 2 1-16,-6-2 3 15,0 1 7-15,-6-2-5 16,0 0 0-16,0 0-2 16,0 0-4-16,-6 0 0 0,-5 1 1 15,-3-1-7-15,-3 1 2 16,-1 0-2-16,-4 3 3 15,-2 0 4-15,-3 2-12 16,0 0 1-16,-1 3 4 16,-2 0-6-16,0 2-1 15,-1 0-5-15,0 0 5 16,-1 1-8-16,2 5-7 16,4 1 1-16,0 3 3 15,1 0 0-15,1 4-1 16,2 2-7-16,-1 0-5 15,0 4-1-15,-1 0 3 16,1 0-4-16,-4 8 7 0,-1 6 4 16,0 3 7-16,-4 4 3 15,-5 5-3-15,0 2 9 16,-5 3 0-16,-1 3 0 16,-3 0 1-16,4 4 0 15,2-1-1-15,7-1 1 16,5-2 0-16,5-2 0 15,5-1-1-15,6 0 1 16,3 3-1-16,5 2 12 16,2 3 4-16,2 3 8 0,0 0 5 15,8 0-9 1,8-1-5-16,1-2-3 0,2-1 3 16,2-3 3-16,0-2-3 15,3-4-9-15,-2-2-5 16,3-7 0-16,-5-3 5 15,2-3-5-15,-3-2-1 16,-2-2 0-16,-2-4 0 16,-3-1 0-16,-2-1 0 15,-1-3 0-15,-3 1-8 16,-3-2-55-16,3 0-99 16,0 1-150-16,-3-1-436 0</inkml:trace>
  <inkml:trace contextRef="#ctx0" brushRef="#br0" timeOffset="8500.45">6594 14616 882 0,'0'0'25'0,"0"0"-25"15,0 0-546-15</inkml:trace>
  <inkml:trace contextRef="#ctx0" brushRef="#br0" timeOffset="11675.81">12838 14175 1260 0,'0'0'285'0,"0"0"22"16,0 0-47-16,0 0-46 0,0 0-39 15,19-82 4-15,12 46-21 16,14-7-24-16,10-10-22 16,8-6-26-16,4-2-37 15,2 0-25-15,-4 5-10 16,-9 7-4-16,-9 8-9 16,-12 10-1-16,-10 10 0 15,-13 7-2-15,-9 10-13 16,-3 4-42-16,-3 0-75 15,-20 2-174-15,-30 29-66 16,2-2-185-16,-1 3-48 0</inkml:trace>
  <inkml:trace contextRef="#ctx0" brushRef="#br0" timeOffset="12037.87">12875 13786 1094 0,'0'0'319'16,"0"0"8"-16,0 0-51 16,0 0-25-16,0 0-39 15,0 0-66-15,0 0-57 16,-28 5-26-16,11 31 10 16,-5 6 14-16,-5 6-15 15,3 0-25-15,3-2-5 16,3-7-6-16,6-5 0 0,7-6-18 15,5-6-1 1,0-6-10-16,1-4 1 0,14-6-1 16,4-6 10-16,7 0 8 15,11-12 8-15,8-14-2 16,7-8-7-16,9-9-7 16,2-4-11-16,-1 1 0 15,-5 3-6-15,-12 9-1 16,-14 12-50-16,-21 22-109 15,-10 11-220-15,-4 14-408 0</inkml:trace>
  <inkml:trace contextRef="#ctx0" brushRef="#br0" timeOffset="13341.27">14893 13334 803 0,'0'0'348'0,"0"0"-6"16,0 0 10-16,0 0-47 15,0 0 4-15,100-54-28 16,-14 3-63-16,27-14-58 16,6-3-47-16,-20 13-23 0,-27 17-26 15,-30 18-15 1,-6 2-19-16,-4 1-12 0,-2 3-9 15,-7 2-7-15,-8 6-1 16,-11 3-1-16,-4 3-7 16,-1 0-60-16,-23 1-90 15,-57 26-146-15,2-2-315 16,-7 2-257-16</inkml:trace>
  <inkml:trace contextRef="#ctx0" brushRef="#br0" timeOffset="13713.37">14847 13061 1528 0,'0'0'301'0,"0"0"-41"16,0 0-55-16,0 0-31 15,0 0-3-15,0 0-71 16,0 0-45-16,-6 11 14 15,1 16 38-15,-1 8-14 16,-2 7-30-16,0 0-21 16,0-2-11-16,7-1-8 15,1-6-7-15,0-5 1 16,14-6-10-16,14-8 1 16,25-9 13-16,27-7 29 15,24-32 7-15,-4-5-15 0,-17-2-16 16,-26 5-13-16,-14 11-5 15,0-4-7-15,-1 1-1 16,-6 3 0-16,-13 10-36 16,-19 8-63-16,-25 7-98 15,-16 15-408-15,-11 3-495 0</inkml:trace>
  <inkml:trace contextRef="#ctx0" brushRef="#br0" timeOffset="15062.91">8815 13691 751 0,'0'0'554'16,"0"0"-231"-16,0 0 11 15,0 0-65-15,0 0-48 16,0 0-20-16,22-82-36 16,10 60-27-16,5-1-35 15,9-4-25-15,6 1-3 16,1-2-15-16,3 0-15 0,-1 3-17 16,-1-1-16-16,-6 3-11 15,-5 5 1-15,-13 4-2 16,-12 4 0-16,-8 5-37 15,-10 5-53-15,0 0-59 16,-43 9-212-16,3 3-211 16,-8 8-263-16</inkml:trace>
  <inkml:trace contextRef="#ctx0" brushRef="#br0" timeOffset="15384.55">8704 13472 1272 0,'0'0'292'0,"0"0"8"0,0 0-74 15,0 0-51-15,0 0-27 16,0 0-56-16,0 0-1 16,11 21 28-16,0 11-7 15,-4 7-3-15,-4 6-41 16,-2 6-9-16,1 2-12 15,-1-5-10-15,4-7-8 16,2-9-13-16,8-8-1 16,5-10 0-16,10-8 12 15,11-6 11-15,7-12-1 16,12-18-18-16,2-7-10 16,5-7-8-16,-4 2-1 15,7-3-93-15,-16 12-145 0,-17 10-486 0</inkml:trace>
  <inkml:trace contextRef="#ctx0" brushRef="#br0" timeOffset="22661.4">5305 13635 68 0,'0'0'899'0,"0"0"-657"16,0 0-70-16,-97 41 10 16,59-13 3-16,0 8-49 15,4 12-28-15,4 10-14 16,6 5-35-16,9 5-18 16,8-3-3-16,7-4-2 15,7-7-12-15,17-4-2 0,10-5-12 16,7-3 8-16,4-1-9 15,1 1-2-15,-6 1-5 16,0 6-1-16,-10 5 0 16,-12 10 9-16,-12 19-4 15,-6-6-6-15,0-8 6 16,-12-8-5-16,-4-17-1 16,-1-3 0-16,-2-2 1 15,5-13 6-15,4-11-7 16,4-8 1-16,3-5 4 15,0 1-4-15,3-3-1 16,0 0 0-16,0 5-6 16,6 4 0-16,6 6 6 15,0 10 0-15,0 11 2 16,4 19-1-16,-2 26 7 0,-3 28 8 16,-6 11 25-16,-2 0 0 15,-3-8 27-15,0-6-16 16,0 1 17-16,-5-3-26 15,2 0 0-15,0-6 3 16,2-3-17-16,1 0 2 16,0 2-3-16,-2 0-7 15,2 2-3-15,-5-1-4 16,3 2-5-16,-1-7 1 16,0-4-4-16,3-19-4 0,0-19 8 15,0-12-2-15,0-6-2 16,0 1 0-16,2 3-6 15,4-1 6-15,1-8-5 16,-1-7-1-16,0-7 0 16,-3-5 1-16,3-2-1 15,0-3 0-15,-2 0 0 16,-1-2-1-16,0 1-15 16,0 1-14-16,-3-3-30 15,0 1-37-15,0-2-43 16,0 0-40-16,-7 0-133 15,-11 0-390-15,3-3-648 0</inkml:trace>
  <inkml:trace contextRef="#ctx0" brushRef="#br0" timeOffset="22839.26">5217 17596 2054 0,'0'0'278'15,"0"0"-197"-15,0 0-51 16,0 0-12-16,0 0 16 16,0 0-34-16,0 0-15 15,-6-18-118-15,23-11-200 16,-4-5-511-16</inkml:trace>
  <inkml:trace contextRef="#ctx0" brushRef="#br0" timeOffset="32403.7">7586 13171 337 0,'0'0'970'0,"0"0"-684"15,0 0-79-15,0 0-21 16,0 0-53-16,0 0-33 16,-3-3-23-16,18-3-41 15,9-5-17-15,7 0 0 16,5-3-2-16,2-2-16 16,-3 1-1-16,-4 1 0 15,-3 1-14-15,-5 2-98 16,-1 4-147-16,-6 0-264 15,-8 7-124-15</inkml:trace>
  <inkml:trace contextRef="#ctx0" brushRef="#br0" timeOffset="32583.73">7611 13295 965 0,'0'0'246'15,"0"0"15"-15,0 0-25 16,0 0-64-16,0 0-40 15,0 0-70-15,0 0-32 16,60-21-15-16,-23 2-13 16,2-2-2-16,21-22-36 15,-11 6-216-15,-10 1-289 0</inkml:trace>
  <inkml:trace contextRef="#ctx0" brushRef="#br0" timeOffset="32832.09">7796 12884 697 0,'0'0'835'16,"0"0"-642"-16,0 0-13 16,0 0-109-16,0 0-45 15,0 0-8-15,0 0 0 16,105 7-9-16,-61 2 1 15,-5 4-4-15,-5 5-5 16,-13 7 18-16,-15 12-9 16,-7 21-3-16,-50 39-7 0,3-9-113 15,-13-2-498-15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7:09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20918 12984 247 0,'0'0'91'16,"0"0"293"-16,0 0-101 15,0 0-75-15,0 0 11 16,0 0 43-16,-66-9 24 16,63 7-42-16,3 2-38 15,0 0-33-15,0 0-42 16,3 0-27-16,22 0-23 0,30 0 31 16,41-2-6-16,41-4-5 15,21-1-32 1,3 2-16-16,-17 0-14 0,-21 4-7 15,-11 1-16-15,-24 0-4 16,-22 0 2-16,-22 0-8 16,-9 0 0-16,-4-3-6 15,-1 0 1-15,-3 1 1 16,-12-3-1-16,-5 4 0 16,-8-1 0-16,-2 2-1 15,0 0-13-15,-9 0-47 16,-11 0-64-16,-13 0-102 15,-23 5-247-15,5 0-54 0,-1 1-206 16</inkml:trace>
  <inkml:trace contextRef="#ctx0" brushRef="#br0" timeOffset="313.44">20996 13152 506 0,'0'0'541'0,"0"0"-326"15,0 0 23-15,0 0 27 16,0 0-11-16,0 0-21 16,0 0 22-16,87 33 5 15,0-27-63-15,37-1-42 16,16-2-30-16,4-3-49 0,-9 0-7 15,-18-6-11-15,-12-8-22 16,-28 2-15-16,-21 0-13 16,-24 5-8-16,-15 1 0 15,-8-1-11-15,-9 4-52 16,-63 3-94-16,-11 0-437 16,-23 2-580-16</inkml:trace>
  <inkml:trace contextRef="#ctx0" brushRef="#br0" timeOffset="2116.88">23777 12925 1091 0,'0'0'332'16,"0"0"4"-16,0 0-87 16,0 0-38-16,0 0-34 15,0 0-5-15,0 0-25 16,-9 0-14-16,9 0-27 16,9 0-28-16,9 0-9 0,5 0 3 15,9 0-20-15,5-3-7 16,7-3-10-16,6-2-9 15,7 0-5-15,4-1-6 16,3-2-3-16,-1 2-1 16,-6 0-1-16,-7 2-10 15,-11 2 0-15,-9 0-1 16,-9 2-1-16,-11 2 2 16,-5-1 0-16,-5 2-17 15,0 0-42-15,0 0-61 16,-11 0-72-16,-19 0-183 15,2 3-303-15,-2 5-378 0</inkml:trace>
  <inkml:trace contextRef="#ctx0" brushRef="#br0" timeOffset="2467.88">23720 13073 856 0,'0'0'646'15,"0"0"-306"-15,0 0-53 16,0 0-67-16,0 0 9 16,0 0-58-16,0 0-57 0,39 5 26 15,-3-4-28 1,10-1-11-16,11 0-20 0,9 0-16 15,5-6-26-15,4-4-10 16,-1 0-10-16,-2-3-7 16,-5-1-3-16,-9 2-7 15,-9 0-2-15,-15 3 0 16,-11 3 0-16,-14 3-20 16,-9 3-76-16,0 0-76 15,-46 9-100-15,1 4-378 16,-15 1-735-16</inkml:trace>
  <inkml:trace contextRef="#ctx0" brushRef="#br0" timeOffset="5133.78">25479 12830 747 0,'0'0'271'0,"0"0"-100"16,0 0 0-16,0 0 34 0,0 0-12 15,0 0-52-15,0 0-21 16,-24 5 0-16,24-3-22 16,0-2-8-16,0 1-28 15,4 2 0-15,13 1 23 16,11 1 18-16,14 0-14 16,25-2 4-16,31-3-7 15,44 0-14-15,16-8-10 16,3-8 5-16,-10 0-15 15,-26-1-14-15,-8 2-17 16,-23 1 10-16,-23 4-17 0,-23 1-4 16,-12 2 1-16,-3-1-10 15,-3 1 0-15,-7 0 8 16,-9 1 2-16,-8 3 7 16,-5 2 2-16,-1 1-6 15,0 0-13-15,0 0-1 16,0 0-7-16,0 0-34 15,-3 0-73-15,-18 0-103 16,1 0-329-16,-6 0-670 0</inkml:trace>
  <inkml:trace contextRef="#ctx0" brushRef="#br0" timeOffset="5884.26">25452 12055 578 0,'0'0'361'0,"0"0"-77"16,0 0 20-16,0 0-8 15,0 0 2-15,0 0-31 16,0 0-1-16,-9-50-63 15,27 25-88-15,7-5-25 16,5-4-35-16,6-2-26 16,4-1-16-16,5-2-11 15,0-2 4-15,1-1-6 16,-3-3 0-16,-2 4-6 16,-6 2-5-16,-6 5-4 0,-8 9-10 15,-8 7-10-15,-9 6-2 16,-4 5-12-16,-3 4-44 15,-16 3-85-15,-27 7-136 16,4 12-404-16,-3 1-363 0</inkml:trace>
  <inkml:trace contextRef="#ctx0" brushRef="#br0" timeOffset="6251.15">25335 11618 1234 0,'0'0'331'0,"0"0"-67"0,0 0-121 16,0 0-1-16,0 0-59 15,0 0 35-15,-7 94-13 16,3-51-8-16,-2 3 4 15,0-1-12-15,0-2-29 16,3-6 1-16,3-3-17 16,0-5-9-16,1-7 4 15,13-4 12-15,5-3 4 0,4-8-16 16,8-3 3 0,7-4-1-16,7 0-10 15,6-16-11-15,1-5-8 0,1-3-12 16,-3 2 0-16,-6 0-26 15,-9 8-137-15,-14 6-413 16,-12 8-527-16</inkml:trace>
  <inkml:trace contextRef="#ctx0" brushRef="#br0" timeOffset="13959.6">18935 592 1585 0,'0'0'555'15,"0"0"-322"-15,0 0 60 16,-98-33-73-16,58 33-86 16,-1 17-44-16,-5 16-35 15,4 7-20-15,3 9-14 16,8 4 0-16,9-2-8 15,7-2-2-15,11-6-10 16,4-7 1-16,0-8-1 0,8-8 5 16,7-8-6-16,4-10-1 15,4-2 1-15,4-13-5 16,1-14 5-16,-1-8 0 16,-2-5 6-16,-4-1-5 15,-6 7 1-15,-2 6 4 16,-7 10-5-16,-1 8 1 15,-3 8-1-15,1 2-1 16,0 0-6-16,4 16 0 16,6 7 6-16,2 5 5 15,8 5-5-15,4 0-2 16,7-4-47-16,5-4-95 16,5-8-194-16,17-17-176 0,-10 0-221 15,-12-14-470-15</inkml:trace>
  <inkml:trace contextRef="#ctx0" brushRef="#br0" timeOffset="14318.17">19184 798 234 0,'0'0'946'16,"0"0"-441"-16,0 0-135 16,0 0-80-16,0 0-17 15,0 0-69-15,0 0-92 16,-58-59-76-16,49 80-21 16,-1 9-1-16,4 4 11 15,3 2 2-15,3 1-8 16,0-3-10-16,16-3-7 0,7-5-1 15,4-11-1 1,4-9-29-16,2-6-91 0,1-19-101 16,-6-15-51-16,-1-11-5 15,-9-18 82-15,-12-22 142 16,-6-23 53-16,0 7 88 16,0 20 74-16,0 32 11 15,0 28 52-15,-2 9 14 16,2 2-54-16,0 7-94 15,0 3-56-15,0 13-34 16,5 16-1-16,10 12 1 16,1 7 8-16,4 5-8 15,-1 1-1-15,-4-1-2 16,0 0-38-16,-5 10-189 16,-2-15-272-16,-7-12-424 0</inkml:trace>
  <inkml:trace contextRef="#ctx0" brushRef="#br0" timeOffset="14575.68">19310 688 1255 0,'0'0'359'16,"0"0"-85"-16,0 0-76 15,0 0 0-15,95-40-37 16,-63 34-29-16,-1 4-41 0,-3 0-31 16,-3 2-27-1,-2 0-23-15,-5 0 2 0,-2 0-12 16,-1 0-63-16,4 2-191 16,-4 1-316-16,-6 2-497 0</inkml:trace>
  <inkml:trace contextRef="#ctx0" brushRef="#br0" timeOffset="14769.82">19627 587 1523 0,'0'0'533'0,"0"0"-311"16,0 0-89-16,0 0-40 16,0 0 7-16,0 0 57 15,24 73-41-15,-11-42-47 0,-2-1-17 16,-3 0-28-16,-1-4-13 15,-4-3-11-15,-2-4-7 16,-1-3-121-16,0-7-206 16,-1-9-352-16</inkml:trace>
  <inkml:trace contextRef="#ctx0" brushRef="#br0" timeOffset="14904.18">19538 378 360 0,'0'0'395'0,"0"0"-188"16,0 0-83-16,89 99-124 0,-48-67-228 0</inkml:trace>
  <inkml:trace contextRef="#ctx0" brushRef="#br0" timeOffset="15752.43">19748 572 907 0,'0'0'1013'16,"0"0"-631"-16,0 0-165 15,0 0-140-15,0 0-38 16,0 0 26-16,0 0 44 16,36 83-40-16,-15-53-21 15,1 3-18-15,-1-5-12 16,-3-3-11-16,-5-6-6 15,-4-7 0-15,-3-9-1 0,0-3 1 16,-1-8 17-16,1-18-10 16,3-7-8-16,2-4 0 15,5-1-6-15,4 5-21 16,6 6-22-16,6 6-18 16,9 6-36-16,5 4-6 15,5 3 15-15,2 6-10 16,-2-1-15-16,-11 2 7 15,-8 1 15-15,-13-2 57 16,-11 2 40-16,-8-1 54 0,0-1 81 16,-5 1-26-1,-8 1 6-15,-1 0 5 0,-2 0-7 16,-1 0-14-16,0 8-23 16,-1 7-19-16,0 4-20 15,3 5-8-15,2 3-3 16,3 1-6-16,7-1-11 15,3-1-9-15,0-5 1 16,6-5-1-16,8-4-6 16,2-8-34-16,1-4-17 15,2-5-24-15,-1-15-50 16,-5-8-1-16,-2-5 73 16,-1-1 39-16,-4 0 19 15,-3 2 1-15,0 7 22 16,-3 7 33-16,0 4 20 15,0 11-1-15,0 3-36 0,0 2-37 16,2 16 0-16,2 7-1 16,7 3 6-16,2 1-5 15,6-2 5-15,5-4-6 16,2-7 1-16,2-7-1 16,2-9 0-16,-3 0-43 15,-3-14-36-15,-5-11-19 16,-10-9 50-16,-5-9 33 15,-4-7 15-15,0-8 2 16,-9 0 16-16,-1 3 50 16,1 11 10-16,3 16 56 15,3 14 2-15,2 14-76 16,1 0-41-16,0 21-18 16,0 13-1-16,6 9 2 0,6 6-2 15,5 6 0-15,1 0 0 16,-4-1-1-16,-2-3-25 15,-2 5-188-15,-4-13-291 16,-6-14-427-16</inkml:trace>
  <inkml:trace contextRef="#ctx0" brushRef="#br0" timeOffset="15932.2">20515 427 1453 0,'0'0'304'0,"0"0"-140"15,0 0-118-15,0 0-21 16,0 0 18-16,88 49 3 16,-55-22-15-16,-5 6-19 15,-7-1-5-15,-8 12-7 16,-7-10-129-16,-6-8-462 0</inkml:trace>
  <inkml:trace contextRef="#ctx0" brushRef="#br0" timeOffset="16082.48">20636 352 316 0,'0'0'1034'0,"0"0"-742"0,0 0-79 15,0 0-144 1,0 0-56-16,0 0-5 0,0 0-8 16,120 29-15-16,-73 3-228 15,-6-3-247-15</inkml:trace>
  <inkml:trace contextRef="#ctx0" brushRef="#br0" timeOffset="16421.92">20943 413 1181 0,'0'0'582'0,"0"0"-214"16,0 0-60-16,0 0-41 15,0 0-114-15,0 0-101 16,0 0-37-16,-45 4-9 15,42 27 1-15,2 8-5 0,1 0-1 16,0 0 7-16,7-3-7 16,5-7-1-16,3-10 0 15,0-8-6-15,0-11-8 16,0 0 13-16,-3-20-13 16,-1-10 1-16,-6-6 4 15,-4-4 8-15,-1-4-7 16,-4 5 8-16,-11 6 0 15,2 10 0-15,-2 9 0 16,4 11-6-16,4 3-41 16,2 14-66-16,5 9-64 15,17 15-40-15,10-6-267 16,1-3-216-16</inkml:trace>
  <inkml:trace contextRef="#ctx0" brushRef="#br0" timeOffset="16745.97">21180 478 1505 0,'0'0'403'16,"0"0"-86"-16,0 0-222 15,0 0-54-15,0 0-26 16,0 0 43-16,0 0 7 16,4 85-26-16,-2-61-20 15,-1-5-9-15,-1-2-8 16,0-7 5-16,0-5-6 15,0-5 16-15,2-12 108 16,0-15-55-16,2-7 8 0,4-5 23 16,0 3-14-1,3 9-24-15,-4 8 0 0,1 8-8 16,-2 8-19-16,1 3-21 16,5 3-9-16,4 12 2 15,5 4-7-15,0 4 0 16,2 4-1-16,13 9-82 15,-7-5-407-15,-3-9-750 0</inkml:trace>
  <inkml:trace contextRef="#ctx0" brushRef="#br0" timeOffset="17899.55">22414 266 1428 0,'0'0'572'0,"0"0"-234"16,0 0-70-16,0 0-43 15,0 0-124-15,0 0-62 16,0 0-22-16,13 106 32 16,14-17 11-16,7 27-11 15,3 8 1-15,2-6-16 0,-6-31-17 16,-9-26-10-16,-6-19-6 16,-6-16 11-16,1-2-12 15,-2-5-10-15,-2-12-20 16,-3-7 2-16,-2-26 17 15,-4-16-34-15,0-13-15 16,-15-18 27-16,-9 5 2 16,-8 2 7-16,-7 7 15 15,-2 19 9-15,-8 7 0 16,0 9-8-16,6 14 8 16,10 3 0-16,12 6 0 15,15 1 0-15,6 0-60 16,18 0-75-16,18 0 64 0,13 0 29 15,12 0-38-15,6-3 1 16,-3-10 46-16,-6 0 23 16,-8-5 9-16,-9 3 1 15,-9-2 0-15,-13 3 2 16,-4 2 11-16,-9 0 38 16,-4 4 57-16,-2 3 7 15,0 2-21-15,-3 3-24 16,-10 0-43-16,-1 8-19 15,-3 13-8-15,1 5 1 16,2 2-1-16,7 4-6 16,7-3 5-16,0-5-9 0,7-5-30 15,10-9-18 1,2-9 26-16,2-1 5 0,3-17 5 16,-2-9-18-16,-1-4 22 15,-6-6 17-15,-2 4 1 16,-3 0 6-16,-7 9 26 15,-3 7 51-15,0 9 17 16,0 4-22-16,0 3-40 16,0 4-25-16,0 12-13 15,0 5 0-15,0 1 0 16,4 0 0-16,15-4 0 16,10-3 0-16,5-9 2 15,6-6 5-15,3 0-5 0,-1-12-1 16,-7-10 5-16,-8-7 0 15,-10-5-5-15,-11-2 1 16,-6 2 5 0,0 2-5-16,-8 7-2 0,-4 6 0 15,1 8 0-15,2 3-1 16,5 5 1-16,4 3-6 16,0 0-2-16,0 0-5 15,8 11 7-15,6 9 5 16,2 7 0-16,-1 4-6 15,-1 5 7-15,-4 1 0 16,-2 3 19-16,-2-2 7 16,-2-1 14-16,0-6 11 15,1-6-12-15,1-6-3 16,0-6-4-16,2-6-10 0,5-5 9 16,3-2 23-16,10 0-12 15,4-14-21-15,4-6-9 16,2-5-11-16,-1 0-1 15,-3 0-14-15,-8 3-59 16,-10 6-80-16,-14 13-148 16,-19 3-349-16,-14 0-644 0</inkml:trace>
  <inkml:trace contextRef="#ctx0" brushRef="#br0" timeOffset="20865.58">18899 1492 1026 0,'0'0'322'15,"0"0"-36"-15,-44-109 2 16,27 65-8-16,1 6-7 16,2 11-120-16,6 13-77 15,3 9-37-15,4 5-21 16,1 36-18-16,0 37-28 15,1 31 28-15,12 12 22 16,-1-17 25-16,0-29-14 16,0-27 0-16,-3-8 12 0,0-2-30 15,1-2-9-15,-2-8-6 16,-2-11-6-16,-3-12-15 16,0-2 5-16,3-20 13 15,-2-15-4-15,2-9-13 16,2-5 3-16,1 1 17 15,0 11 1-15,0 12 0 16,-3 13 0-16,4 13-1 16,-1 1-1-16,3 15-1 15,7 8 2-15,2 5 9 16,3 0 0-16,3 0-7 16,4-8-1-16,2-2 9 0,3-10-9 15,-2-8 6 1,-1 0 3-16,-2-10-9 15,-1-9 7-15,-3-3-1 0,-7 2-6 16,-4 4 5-16,-7 6 7 16,-5 5 11-16,-2 3-6 15,1 2-12-15,1 0 0 16,2 9-4-16,2 6 4 16,-1 2-6-16,2 0 0 15,-5-3-10-15,-1 1-65 16,-1-6-119-16,-2-9-97 15,0 0-222-15,-3-12-357 0</inkml:trace>
  <inkml:trace contextRef="#ctx0" brushRef="#br0" timeOffset="20987.03">19329 1330 408 0,'0'0'741'0,"0"0"-623"15,0 0-79-15,0 0-19 16,66 112-20-16,-21-65-41 15,1-5-578-15</inkml:trace>
  <inkml:trace contextRef="#ctx0" brushRef="#br0" timeOffset="21367.96">19757 1463 1390 0,'0'0'407'16,"0"0"-30"-16,0 0-180 0,0 0-31 15,0 0-62-15,-94 57-26 16,76-18-1-16,6 6-18 16,6 0-28-16,6-1-12 15,0-7-13-15,6-7-5 16,11-10-1-16,1-11 0 16,-2-9-12-16,3-6 4 15,-2-22 8-15,-5-14-5 16,-5-26 5-16,-7-37 1 15,0-40 6-15,0 10 5 16,-1 28-3-16,1 44-8 16,0 51-1-16,0 7 0 0,0 5-1 15,0 8-12-15,13 35-32 16,10 34 45-16,12 28 3 16,7 10-1-16,-5-18-2 15,-2-29 0-15,-10-31-165 16,0-16-123-16,17-19-45 15,-5-2-232-15,-5 0-87 0</inkml:trace>
  <inkml:trace contextRef="#ctx0" brushRef="#br0" timeOffset="22292.69">20108 1477 162 0,'0'0'694'0,"0"0"-317"16,-6-72 11-16,-2 50-39 0,1 9-47 16,-2 7-78-1,0 6-74-15,-2 9-89 0,-2 16-37 16,-1 11-3-16,1 11-2 15,3 6 0-15,5 2-1 16,5-2-10-16,0-3-8 16,8-11 0-16,9-12-14 15,6-14-68-15,-2-13-45 16,3-15 5-16,-4-22-33 16,-3-24 54-16,-5-33 80 15,-12-45 21-15,0-22 1 16,-7-1 35-16,-6 32 17 15,7 52 2-15,2 36 29 16,1 25 51-16,0 9 8 16,0 5-84-16,2 3-59 0,1 21-15 15,0 31 15 1,0 32 8-16,7 31 16 0,11 16 5 16,9-8-15-16,1-29-14 15,-3-37 0-15,-2-24-16 16,1-17-93-16,3-10-49 15,3-6 13-15,-2-13-8 16,-7-21-27-16,-11-13 79 16,-5-6 101-16,-5 3 28 15,0 4 72-15,-3 10 30 16,-5 11 3-16,2 11 2 16,1 9-7-16,0 5-69 15,0 10-48-15,2 16-10 16,2 11 0-16,1 7 0 0,0 3-1 15,14 0 1-15,9-7-1 16,7-6-30-16,8-13-79 16,4-13-54-16,6-8-10 15,5-32-323-15,-14-19-69 16,-14 1-118-16,-14 2 373 16,-11 21 310-16,-7 7 663 15,-5 0-162-15,2 5-133 16,-1 2-55-16,7 9-72 15,2 4-134-15,2 0-73 16,0 13-27-16,2 10-1 16,9 10 3-16,3 5-3 15,2 5-6-15,-1-2 7 0,2-1 1 16,-4-1-7-16,0-9 0 16,-5-6 0-1,-3-8-1-15,-4-10 1 0,-1-6 8 16,0-3 7-16,-1-18-5 15,-6-8 1-15,1-5 0 16,5-3 4-16,1-1 21 16,0 1-4-16,1 4-6 15,10 7 4-15,0 4-9 16,0 8-5-16,3 5-11 16,1 7 1-16,3 2 0 15,1 2 5-15,2 11 6 16,0 8-4-16,0 8-2 0,-2 4 0 15,-1 3 0-15,-2-1-5 16,-2 0-7-16,-3-5 0 16,0-3-8-16,3-7-152 15,-4-8-212-15,-1-12-717 0</inkml:trace>
  <inkml:trace contextRef="#ctx0" brushRef="#br0" timeOffset="22580.1">21353 1012 1699 0,'0'0'545'16,"0"0"-247"-16,0 0-143 0,0 0-33 15,0 0-68-15,0 0-12 16,6 123-2-16,15-39 10 16,9 20 24-16,3 4-20 15,-6-16-16-15,-7-25-26 16,-9-27-12-16,1-7-32 16,10-3-197-16,1-9-399 15,-3-13-797-15</inkml:trace>
  <inkml:trace contextRef="#ctx0" brushRef="#br0" timeOffset="22915.74">21772 1144 1367 0,'0'0'735'16,"0"0"-506"-16,0 0-76 16,-82 24-76-16,61 5 30 15,2 9-23-15,5 11-19 16,3 2-12-16,5-1-30 15,3-6-12-15,3-9-10 16,0-10 1-16,4-16-2 16,12-9-2-16,4-4 2 15,4-22-7-15,1-6-18 16,-1-2 25-16,-4 1 0 0,-4 6 6 16,-6 10-5-16,-3 7 0 15,0 8-1-15,-3 2-5 16,4 9-9-16,3 11 14 15,1 7-1-15,2 6 1 16,-1-1-7-16,1 2-40 16,-1-4-176-16,4-16-152 15,-1-8-303-15,-6-6-425 0</inkml:trace>
  <inkml:trace contextRef="#ctx0" brushRef="#br0" timeOffset="23292.56">21899 1204 494 0,'0'0'743'0,"0"0"-486"0,0 0-128 16,0 0-72 0,0 0 4-16,0 0-15 0,0 0-14 15,34 65-12-15,-14-58-1 16,-3-6-11-16,-3-1 2 16,-2-8-1-16,-6-9 11 15,-5-4 37-15,-1-1 60 16,0 2 31-16,0 5-6 15,0 6 18-15,0 7-32 16,0 2-59-16,0 12-54 16,0 19-9-16,0 24 7 15,8 26 24-15,13 23 17 16,0 7-5-16,1-9-1 16,-6-23-9-16,-8-26-9 15,-7-18-13-15,-1-9-11 0,-3 2-5 16,-13-7 6-1,-8-2-5-15,-6-12 5 0,-3-7-1 16,-1-9-6-16,7-15-38 16,6-10-87-16,21-23-134 15,0 7-111-15,16 6-414 0</inkml:trace>
  <inkml:trace contextRef="#ctx0" brushRef="#br0" timeOffset="23825.55">22165 1391 65 0,'0'0'1101'16,"0"0"-834"-16,0 0-16 15,0 0-126-15,0 0-49 16,0 0-50-16,0 0-1 16,-8 14-5-16,20-2-8 15,3-5 0-15,3-3-3 16,3-4-3-16,1 0-6 15,0-14-6-15,-2-6-3 16,-1-7 2-16,-4-1 1 16,-3-1 6-16,-6 4 23 15,-5 6 58-15,-1 8 85 16,0 6 7-16,-12 5-61 16,-8 10-62-16,-4 15-14 0,0 12 13 15,4 7-10-15,6 4-29 16,9 2 1-16,5-3-10 15,5-7 0-15,15-10 0 16,10-13-1-16,5-14 0 16,4-3 0-16,2-20-20 15,-4-11-39-15,-5-13-7 16,-5-6-5-16,-9-1 31 16,-4-1 10-16,-4 9 29 15,-6 10 1-15,-2 11 21 16,-2 13 38-16,0 9 14 15,0 0-36-15,0 18-31 16,0 14 5-16,1 7 10 16,3 7-3-16,4 4-2 15,2 1-9-15,5-2-5 0,5-7-2 16,8-9-29-16,24-22-169 16,-7-10-321-16,-5-2-726 0</inkml:trace>
  <inkml:trace contextRef="#ctx0" brushRef="#br0" timeOffset="23977.78">22828 1305 1332 0,'0'0'505'0,"0"0"-248"16,0 0-156-16,0 0-59 16,0 0-23-16,0 0-7 15,0 0-12-15,118 5-13 16,-82 0-197-16,-9-1-479 0</inkml:trace>
  <inkml:trace contextRef="#ctx0" brushRef="#br0" timeOffset="24116.95">22766 1540 1802 0,'0'0'324'0,"0"0"-143"16,0 0-116-16,95-19-56 15,-23-2-9-15,1-6-367 0</inkml:trace>
  <inkml:trace contextRef="#ctx0" brushRef="#br0" timeOffset="24576.18">23752 1099 502 0,'0'0'692'0,"0"0"-322"16,0 0-21-16,0 0-76 15,0 0-115-15,-100-45-50 0,74 53-38 16,4 9-1-16,-1 6-17 16,7-1-28-16,9 0-8 15,7-3-8-15,0-2-6 16,14-2 7-16,11-1 4 16,6-1-12-16,7-2 7 15,-2 0 0-15,0-2-8 16,-6-1 0-16,-6-2 0 15,-11 4 0-15,-10-1-5 16,-3 4-7-16,-9 2 12 16,-19 4 8-16,-9 1 1 15,-9 1-3-15,-1-3-5 16,-2-1-1-16,9-4-1 0,10-3-129 16,12-2-142-16,12-5-449 15</inkml:trace>
  <inkml:trace contextRef="#ctx0" brushRef="#br0" timeOffset="24756.73">23838 1153 1681 0,'0'0'495'0,"0"0"-342"16,0 0-77-16,0 0 84 15,0 0-40-15,52 91-46 16,-41-54-41-16,-3-1-23 15,-3 0-10-15,-3-4-123 16,-2-8-164-16,0-14-425 0</inkml:trace>
  <inkml:trace contextRef="#ctx0" brushRef="#br0" timeOffset="24997.47">23843 778 694 0,'0'0'883'15,"0"0"-605"-15,0 0-96 16,0 0-90-16,0 0 21 16,0 0-47-16,0 0-29 15,-75 82-18-15,75-69-10 16,0-6 2-16,0-7 4 16,0 0-1-16,8-3 7 0,5-11-13 15,3-4 2 1,1 0-10-16,-1 2-65 0,9 13-114 15,-4 3-220-15,-4 0-225 0</inkml:trace>
  <inkml:trace contextRef="#ctx0" brushRef="#br0" timeOffset="25483.8">24072 979 1430 0,'0'0'332'0,"0"0"3"16,0 0-184-16,0 0-52 15,0 0-64-15,0 0-18 16,0 0 8-16,-59 77-15 16,56-41-2-16,3-2 3 15,0-3-10-15,9-6-1 16,8-8-18-16,2-10-37 15,0-7 20-15,0-9 20 16,-4-13 13-16,0-5 2 16,-6-5 6-16,-5 1 28 15,-1 7 58-15,-3 7 78 16,0 8 0-16,0 8-57 16,0 1-65-16,2 12-34 0,3 18-14 15,5 21 7-15,6 27 11 16,7 20-4-16,-1 8-13 15,-6-20 8-15,-7-22-3 16,-9-25-4-16,0-10 4 16,0 0-6-16,-4-3 1 15,-7-3 1-15,-4-11 5 16,-5-10 3-16,-9-2-4 16,-4-10-6-16,-4-16-1 15,-1-10-67-15,5-7-139 16,16-27-134-16,9 11-339 15,8 8-216-15</inkml:trace>
  <inkml:trace contextRef="#ctx0" brushRef="#br0" timeOffset="26024.04">24360 1068 1549 0,'0'0'516'16,"0"0"-265"-16,0 0-147 15,0 0-61-15,0 0 25 16,0 0 29-16,-3 75-37 16,12-41-22-16,-1-1-20 15,-2 1-11-15,-2-4-7 16,-1-3-1-16,-1-9 1 16,-2-7-42-16,0-11-15 15,0-5 50-15,0-22-4 0,0-14-2 16,-6-8 13-16,3-5 10 15,1 2-9-15,2 9 19 16,0 9 16-16,0 14 4 16,6 10-18-16,9 8-13 15,3 2-9-15,7 5 2 16,5 12-1-16,3 5 5 16,-3 3 0-16,-2 3-5 15,-7-1 6-15,-8-1-7 16,-4-4 1-16,-7-7-1 15,-2-3 8-15,0-10-7 16,-2-2 19-16,-8-6 53 16,2-18-7-16,4-9-3 15,2-3-14-15,2 0-15 16,2 4-2-16,10 8-14 0,4 10-8 16,-1 6-8-16,4 8-2 15,4 7 0-15,1 15 1 16,1 10 5-16,1 4-5 15,-4 5-1-15,-4 0-1 16,-2 1-38-16,9-3-187 16,-5-11-404-16,-1-13-771 0</inkml:trace>
  <inkml:trace contextRef="#ctx0" brushRef="#br0" timeOffset="26393.08">24946 872 1577 0,'0'0'349'16,"0"0"-100"-16,0 0-148 16,0 0 32-16,-55 84-7 15,46-39-25-15,3 2-34 16,6 0-32-16,0-4-16 16,6-9-8-16,11-12-4 15,3-10 3-15,4-12 1 16,3-2 4-16,0-25-3 15,2-9-12-15,-4-7 2 16,-3-7 5-16,-8 0-5 0,-6 0 7 16,-6 3 0-1,-2 6-2-15,0 12 5 0,-12 9 15 16,2 14 3-16,-3 6-22 16,0 2-8-16,3 18-1 15,2 6-9-15,4 5-29 16,4 4-45-16,7-4-102 15,16-6-49-15,11-8-78 16,18-16 57-16,-6-1-140 16,-7-5-466-16</inkml:trace>
  <inkml:trace contextRef="#ctx0" brushRef="#br0" timeOffset="26559.74">25303 869 781 0,'0'0'571'16,"0"0"-47"-16,0 0-207 15,0 0 6-15,0 0-110 16,0 0-127-16,0 0-54 15,13 11 23-15,-4 20 9 0,1 9-29 16,0 4-20-16,-1-2-6 16,-5-1-9-16,-1-7 0 15,-3-9-123-15,0-19-164 16,0-6-208-16,0-5-486 0</inkml:trace>
  <inkml:trace contextRef="#ctx0" brushRef="#br0" timeOffset="26834.81">25266 596 727 0,'0'0'817'15,"0"0"-626"-15,0 0-42 0,0 0-2 16,-77 75-11 0,76-48-79-16,1-6-23 0,4-2-6 15,13-10 1 1,7-5 0-16,4-4 39 0,3-7 1 15,1-13-8-15,-1-6 25 16,-6-3-35-16,-4 0-16 16,-10-2-8-16,-7 6-3 15,-4 3-3-15,0 6-21 16,-6 10 0-16,-7 6-87 16,-2 12-134-16,10 38-44 15,5-3-124-15,0 0-440 0</inkml:trace>
  <inkml:trace contextRef="#ctx0" brushRef="#br0" timeOffset="27293.71">25734 778 1358 0,'0'0'301'15,"0"0"171"-15,0 0-303 16,0 0-9-16,0 0-65 15,-84-4-53-15,65 28 10 16,1 8 19-16,2 3-4 16,5 3 8-16,8-1-32 15,3-1-23-15,0-6-10 16,17-8-2-16,7-8-1 0,2-14 4 16,4 0-11-1,0-20 0-15,-3-12-9 0,-3-8-6 16,-9-7 5-16,-8-5 9 15,-7-5 1-15,0-3 1 16,-16-5 5-16,-5-3 5 16,0 6 29-16,4 7 20 15,4 15-17-15,6 12-28 16,4 15-9-16,1 11-6 16,2 2 0-16,0 7-18 15,0 19-11-15,9 17 29 16,15 22 9-16,10 21 12 15,1-6 24-15,-4-7 18 16,-3-9-6-16,-10-15-15 16,-3 7-24-16,-2 3-16 0,-13 5-2 15,0-18-176-15,-10-14-661 0</inkml:trace>
  <inkml:trace contextRef="#ctx0" brushRef="#br0" timeOffset="34420.32">24332 1864 393 0,'0'0'546'0,"0"0"-270"0,0 0-11 15,0 0 53-15,0 0-25 16,0 0-90-16,32 0-2 16,-9 0 13-16,8 0-42 15,11-9-39-15,7-5-32 16,11-8-41-16,8-5-24 15,3-5-21-15,-3-2-14 16,-6 0-1-16,-10 1-7 16,-15 6-82-16,-10 8-119 15,-21 12-136-15,-6 7-328 16,0 0-248-16</inkml:trace>
  <inkml:trace contextRef="#ctx0" brushRef="#br0" timeOffset="34642.5">24508 2025 1724 0,'0'0'488'16,"0"0"-244"-16,0 0-42 16,0 0 38-16,161-83-69 15,-52 27-66-15,9-7-53 16,-20 9-28-16,-27 16-15 15,-30 14-3-15,-11 9-6 16,-8 8-62-16,-5 7-188 0,-13 0-473 16</inkml:trace>
  <inkml:trace contextRef="#ctx0" brushRef="#br0" timeOffset="47391.29">27416 12271 85 0,'0'0'101'16,"0"0"-59"-16,0 0-29 15,0 0 55-15,0 0 69 16,0 0-59-16,5 7-18 16,-5-7 119-16,0 0 68 15,0 0-14-15,0 0 5 0,0 0-11 16,-3 0-29-16,1 0 2 15,2 0-33-15,0 0-68 16,0 0-57-16,0 0-18 16,17 0 13-16,9 1 10 15,12 0 5-15,8-1-13 16,6 0-17-16,5-2-5 16,-3-9-9-16,-5 2-8 15,-6-2 0-15,-10 4 6 16,-9 0-6-16,-12 1-12 15,-8 0-12-15,-4 1-101 16,-18 5-161-16,-9 0-288 0,-4 0-366 16</inkml:trace>
  <inkml:trace contextRef="#ctx0" brushRef="#br0" timeOffset="47749.04">27394 12093 1175 0,'0'0'318'0,"0"0"-28"0,0 0-33 16,0 0-111-16,0 0-93 15,0 0-37-15,0 0-2 16,-30 41-1-16,14-13 27 15,-3 4 3-15,0 2-16 16,5 0-4-16,5 0 22 16,4-4-6-16,5-1 7 15,5-4 0-15,18 0 10 16,12-7-2-16,10-3 12 16,11-7-22-16,8-8-6 15,5 0-25-15,-2-3 4 16,-4-9-16-16,-8 2-1 15,-6 1-15-15,-13 3-199 16,-12 2-445-16</inkml:trace>
  <inkml:trace contextRef="#ctx0" brushRef="#br0" timeOffset="51903.76">20005 15709 293 0,'0'0'171'0,"0"0"569"15,0 0-398-15,0 0-6 16,0 0-38-16,0 0-4 16,-74-31 1-16,73 29-86 15,1 0-62-15,0 2-23 16,15-1-25-16,12 1-14 16,9-2 1-16,7 0-32 15,2-2-21-15,1-1-17 16,-1-1-14-16,-2 1-1 15,-1-1-1-15,-7 0 0 16,-5-2-54-16,-6-1-112 0,-3-3-104 16,-5 0-340-1,-8 0-434-15</inkml:trace>
  <inkml:trace contextRef="#ctx0" brushRef="#br0" timeOffset="52180.09">20246 15461 851 0,'0'0'1035'0,"0"0"-703"16,0 0-89-16,0 0-100 15,0 0 65-15,0 0-75 16,0 0-61-16,114 46-23 16,-76-37-19-16,-2-1-7 15,-3-2-10-15,-4 0-5 0,-10 1-3 16,-7 2-5-16,-9 4 0 15,-3 5 0-15,-6 6 1 16,-15 6 0-16,-5 2-1 16,-5 3 0-16,1-1 0 15,2 0-7-15,6 5-65 16,7-7-185-16,9-12-514 0</inkml:trace>
  <inkml:trace contextRef="#ctx0" brushRef="#br0" timeOffset="52833.59">21314 15441 1129 0,'0'0'495'0,"0"0"-136"15,0 0-75-15,-83-5-58 16,41 27-20-16,-5 14-44 15,-2 12-23-15,3 8-21 16,11 6-24-16,9 3-40 16,13 0-10-16,13-2-12 15,0-3-15-15,20-7-16 16,10-7-1-16,6-10 0 16,5-11-57-16,20-23-106 15,-8-2-354-15,-11-14-480 0</inkml:trace>
  <inkml:trace contextRef="#ctx0" brushRef="#br0" timeOffset="53342.02">21335 15577 690 0,'0'0'1113'0,"0"0"-736"16,0 0-32-16,0 0-144 15,0 0-10-15,0 0-96 16,0 0-33-16,33-12 25 16,1 9-16-16,5-2-19 15,4 0-28-15,2-2-12 0,3 1-6 16,-5 0-5-16,-5-1 8 16,-9 3-9-16,-8 0 1 15,-10 2-1-15,-6 2 0 16,-5 0 1-16,0 0 0 15,0 2 0-15,-10 10-1 16,-6 8 2-16,-5 7-1 16,-4 4 8-16,-4 4-7 15,-2 3 28-15,1 3 10 16,0 0-2-16,6 0-4 16,5-5-2-16,6-6-7 15,7-3-4-15,6-4 2 16,0-5-7-16,6-5-1 15,14-5 5-15,9-5-1 16,5-3 4-16,7-3-2 0,1-11-8 16,-1-3-2-16,-3 0-10 15,-10 3 0-15,-9 3 0 16,-9 5-1-16,-4 5-15 16,-6 1-23-16,-3 8-118 15,-12 9-155-15,-2-1-533 0</inkml:trace>
  <inkml:trace contextRef="#ctx0" brushRef="#br0" timeOffset="53938.02">22002 15616 1348 0,'0'0'386'0,"0"0"-34"16,0 0-130-16,0 0 34 16,0 0-81-16,0 0-93 15,0 0-48-15,-6-1 12 16,10 26 64-16,2 8-36 15,-1 6-11-15,-2 1-10 0,-3 1-7 16,0-1-13-16,0-4-6 16,-5-6-12-16,-1-9-6 15,2-7-3-15,2-7-5 16,2-4 5-16,0-3-5 16,0 0 0-16,0 0-1 15,6 0 1-15,11 0 0 16,7-8 1-16,3-3-2 15,4-1 0-15,-1-2 0 16,-2-4-1-16,-3 0-17 16,-8-1-4-16,-4-2 7 15,-7-2 6-15,-6 0 9 16,0 2-1-16,0 1 1 0,0 5 0 16,-3 6 1-1,0 2 5-15,2 6 7 0,1 1 1 16,0 1-8-16,0 15-5 15,0 7 9-15,0 5 3 16,1 4-2-16,5 4-10 16,0-1 0-16,0 1-1 15,-2 2 0-15,-4-4-24 16,0 2-95-16,0-11-228 16,0-11-501-16</inkml:trace>
  <inkml:trace contextRef="#ctx0" brushRef="#br0" timeOffset="54389.74">22320 15029 1579 0,'0'0'508'16,"0"0"-218"-16,0 0-90 16,0 0-1-16,-91 15-74 0,73-5-62 15,-2 2-30-15,7 1-14 16,0-2-4-16,3 0-6 15,4 0 0-15,3 2-3 16,-1 0 0-16,4 4 1 16,0 1 1-16,0 5 5 15,0 2 7-15,0 2 2 16,6 4 10-16,0-2 1 16,2 4 0-16,2-2-3 15,3-3-12-15,1-1-9 16,2-4-8-16,1-3 0 15,2-6-1-15,-1-4-24 16,6-10-102-16,-3 0-203 0,-5-13-553 16</inkml:trace>
  <inkml:trace contextRef="#ctx0" brushRef="#br0" timeOffset="54599.04">22397 15175 1378 0,'0'0'558'16,"0"0"-392"-16,0 0-8 16,0 0 48-16,0 0 2 15,39 80-81-15,-23-53-35 16,-2-4-42-16,-4 1-32 16,1-6-12-16,-5-2-6 0,-2-4-24 15,-4-7-190 1,0-2-296-16,-1-3-561 0</inkml:trace>
  <inkml:trace contextRef="#ctx0" brushRef="#br0" timeOffset="55176.66">22542 15020 550 0,'0'0'1097'0,"0"0"-724"16,0 0-40-16,0 0-125 15,0 0-16-15,0 0-90 16,0 0-53-16,16-27-25 15,10 20-8-15,0 0 2 0,1 0 0 16,-6 2-4-16,-3 5 1 16,-6 0 10-16,-2 0-3 15,-2 12-4-15,-2 4-1 16,-1 4 5-16,-2 5 5 16,1 0 5-16,-3 1-4 15,1 1-1-15,1 0-9 16,0-2-12-16,1-2-5 15,1-3 0-15,-2 0 5 16,-3-1-6-16,0-3 1 16,0-2-1-16,-9 0-6 15,-7-2-49-15,-16 2-92 16,6-3-217-16,0-4-488 0</inkml:trace>
  <inkml:trace contextRef="#ctx0" brushRef="#br0" timeOffset="55563.26">22895 15000 1407 0,'0'0'494'0,"0"0"-349"15,0 0-33-15,0 0 56 16,109 107-16-16,-55-39 17 16,1 19-5-16,-3 20-41 15,-14 7-44-15,-22-23-28 16,-16-22-27-16,-2-25-9 15,-17-6-5-15,-8 3-8 16,-7 3 5-16,-6-2-6 16,-1-11-1-16,3-13 1 15,8-15-1-15,9-4-34 0,11-58-156 16,8-1-439-16,2-8-1099 16</inkml:trace>
  <inkml:trace contextRef="#ctx0" brushRef="#br0" timeOffset="55742.86">23443 15327 1549 0,'0'0'513'0,"0"0"-252"16,0 0-73-16,0 0-30 15,0 0-73-15,91 0-55 16,-63 0-30-16,2 0-10 15,-6 0-214-15,-9 0-371 0</inkml:trace>
  <inkml:trace contextRef="#ctx0" brushRef="#br0" timeOffset="55905.74">23393 15574 1562 0,'0'0'598'0,"0"0"-301"15,0 0-99-15,0 0-80 16,0 0-63-16,102-38-55 16,-44 20 0-16,-10 4-353 15,1 0-756-15</inkml:trace>
  <inkml:trace contextRef="#ctx0" brushRef="#br0" timeOffset="59759.06">24662 15300 702 0,'0'0'588'0,"0"0"-290"16,0 0 1-16,-41-71 17 0,16 58-68 15,-6 4-26-15,-7 9-98 16,-5 0-33-16,-3 6-19 15,1 17-17-15,5 3-25 16,10 8-3-16,9 4-18 16,9 3 1-16,12 3-1 15,0 0-3-15,19-5-4 16,10-5 4-16,5-8-6 16,5-9 0-16,0-12-1 0,-1-5-1 15,-5-10-8 1,-5-14-5-16,-6-7-8 0,-8-4 8 15,-6-5 5-15,-8 1 10 16,0 3 0-16,-2 5 1 16,-5 11 0-16,2 7 9 15,2 8 2-15,2 5-5 16,1 11-5-16,0 15-2 16,4 12 1-16,8 9 0 15,5 1 1-15,1 6-2 16,2-1 1-16,1-1-1 15,0-1-76-15,14 4-163 16,-5-15-451-16,-5-11-821 0</inkml:trace>
  <inkml:trace contextRef="#ctx0" brushRef="#br0" timeOffset="60259.95">24985 15470 1472 0,'0'0'541'16,"0"0"-275"-16,0 0-2 15,0 0-96-15,0 0-21 16,0 0-34-16,0 0-8 16,-18 86-23-16,15-52-32 15,0 1-10-15,-1-1-10 16,1 0-15-16,0-5-9 15,1-3-5-15,1-5-1 16,1-7 0-16,0-6 0 0,0-5-2 16,0-3-11-16,9 0-4 15,9 0 5-15,3-4 2 16,3-4-16-16,2-2-1 16,0-1-4-16,-3-4-8 15,-1-2-3-15,-5-3 9 16,-3-1 14-16,-4 1 14 15,-5-2 5-15,-2 4 5 16,-3 2-5-16,0 7 0 16,0 4 22-16,0 5 5 15,0 0 0-15,0 11-12 16,0 13 11-16,1 11 23 0,5 5-11 16,3 6-17-16,0 0-12 15,1 1-3-15,1-3-6 16,-4-4 1-16,-2-5-1 15,-1-9-66-15,-2-18-138 16,-1-8-413-16,-1 0-610 0</inkml:trace>
  <inkml:trace contextRef="#ctx0" brushRef="#br0" timeOffset="60928.1">25233 14705 401 0,'0'0'693'0,"0"0"-412"16,0 0 51-16,0 0-73 16,0 0-29-16,0 0-57 15,-93-9-12-15,63 9-29 16,2 2-71-16,1 5-25 15,5-1-11-15,5 0-2 16,5-4-7-16,8 2-5 0,1 0-10 16,3 6-1-16,0 4 1 15,4 8 4-15,8 7 13 16,5 8 16-16,-1 6 5 16,3 3 2-16,0 1-5 15,-2-2 0-15,-1 0 5 16,-2-6-11-16,-2-3-1 15,1-6-11-15,-3-3-6 16,-3-5-6-16,-1-8-5 16,0-4-1-16,-3-6-26 15,0-4-73-15,1-7-122 0,-2-9-335 16,-1-4-741-16</inkml:trace>
  <inkml:trace contextRef="#ctx0" brushRef="#br0" timeOffset="61221.49">25377 14797 1298 0,'0'0'556'15,"0"0"-233"-15,0 0-85 16,0 0-43-16,0 0-90 0,0 0-60 16,0 0 40-16,11 86-9 15,-2-50-20-15,-2 1-14 16,1-2-18-16,-2-4-16 16,1-2-7-16,-1-9-1 15,-3-3-128-15,-1-7-428 16,-2-8-666-16</inkml:trace>
  <inkml:trace contextRef="#ctx0" brushRef="#br0" timeOffset="62176.57">25540 14579 1190 0,'0'0'354'16,"0"0"-15"-16,0 0-15 0,0 0-71 15,0 0-64-15,0 0-98 16,0 0-49-16,31-45-33 16,-2 33-8-16,2-1-1 15,2 1 2-15,-5 2-2 16,-4 3 5-16,-6 3-5 15,-6 4 0-15,-5 0-8 16,2 13 8-16,-3 10 1 16,-1 10 17-16,1 5 12 15,-3 5 10-15,0 3 2 16,2 1 1-16,0 0-5 16,2 3 14-16,4-2-3 0,2-3-19 15,-1-2-9 1,0-7-4-16,-1-6-8 0,-5-4-2 15,-5-7-5-15,-1-3-1 16,0-2 7-16,-12-3-7 16,-12 2-1-16,-7-1-1 15,-15 5-81-15,6 0-217 16,8-3-541-16</inkml:trace>
  <inkml:trace contextRef="#ctx0" brushRef="#br0" timeOffset="62553.16">26193 15536 1435 0,'0'0'402'16,"0"0"-69"-16,0 0-107 15,0 0 9-15,0 0-132 16,0 0-72-16,0 0-20 0,77-23-4 16,-54 19-7-16,0 2-1 15,0 2-110-15,-6 0-175 16,-4 0-485-16</inkml:trace>
  <inkml:trace contextRef="#ctx0" brushRef="#br0" timeOffset="62730.25">26116 15748 1033 0,'0'0'1061'0,"0"0"-783"16,0 0-100-16,0 0 17 16,0 0-81-16,0 0-55 0,113-12-39 15,-67 5-20 1,14-10-55-16,-12 0-449 0,-11-2-926 15</inkml:trace>
  <inkml:trace contextRef="#ctx0" brushRef="#br0" timeOffset="63467.53">27388 15441 175 0,'0'0'1020'0,"0"0"-679"16,0 0 21-16,0 0-60 15,0 0-41-15,0 0-96 16,0 0-71-16,2-16-36 16,15 28 38-16,4 4 2 15,-1 1-26-15,-3 3-27 0,-4-1-21 16,-6 0-8-16,-3-2-5 15,-4 3 5-15,0-2 10 16,-13-3 1-16,-8-1-3 16,-3-3-8-16,-6-6 1 15,-3-5-11-15,-5 0 1 16,-1-5-5-16,-1-10-1 16,0-3-1-16,5-3 0 15,6 2-15-15,7 3 8 16,6 4-2-16,7 5 1 15,4 1 8-15,1 4-1 16,4-1-7-16,0 3 7 16,0-2-6-16,6-2-10 0,15-4 2 15,16-5 14-15,13-3 1 16,12-7 0-16,10 1 0 16,15-5 0-16,-9 4 0 15,0-2 1-15,-8 4 0 16,-16 6 13-16,-5-2-13 15,-9 5 5-15,-13 4-5 16,-12 2 5-16,-7 3-5 16,-5 3 0-16,-3 0 0 15,0 0 0-15,0 0 0 16,0 0-1-16,0 0-6 16,-6 0-16-16,-11 11-13 0,-20 14-1 15,3-2-173 1,2-5-876-16</inkml:trace>
  <inkml:trace contextRef="#ctx0" brushRef="#br0" timeOffset="64051.9">28507 14872 1194 0,'0'0'346'0,"0"0"0"16,0 0-38-16,0 0-112 15,-121 50-26-15,60 21-83 16,-5 27-2-16,6 18 1 16,18 2 17-16,23-6 2 15,19-7-27-15,6-5-33 16,23-7 33-16,4-18-8 15,2-20-22-15,-2-17-30 16,6-7-5-16,7-3 1 16,6-4-14-16,6-10 0 15,-4-14-54-15,7-34-166 0,-16-9-494 16,-11-11-907-16</inkml:trace>
  <inkml:trace contextRef="#ctx0" brushRef="#br0" timeOffset="64503.37">28663 15332 1508 0,'0'0'391'16,"0"0"-42"-16,0 0-13 16,0 0-152-16,0 0-108 15,0 0-54-15,0 0-10 0,120-49-6 16,-70 41 4-1,0-1-2-15,-6 2 2 0,-8 3-1 16,-7 0-1-16,-13 3-1 16,-9 1 4-16,-5 0 4 15,-2 0 19-15,-3 12-13 16,-13 8-7-16,-8 10 21 16,-2 5 7-16,-2 4-6 15,-1 0-1-15,6-1-1 16,3-4-5-16,8-7-7 15,6-3-2-15,6-7-4 16,0-6-7-16,8-3 2 16,13-4-2-16,5-4 5 0,7 0 1 15,2-4 5 1,-1-9-19-16,-3-1 1 0,-5 2-1 16,-8 1 0-16,-5 3-1 15,-5 2-1-15,-4 1-8 16,-2-2-12-16,-2 0-56 15,0-4-126-15,-2 2-356 16,-6 3-339-16</inkml:trace>
  <inkml:trace contextRef="#ctx0" brushRef="#br0" timeOffset="64981.88">29308 15308 1635 0,'0'0'376'16,"0"0"-7"-16,0 0-105 15,0 0-125-15,0 0-87 16,0 0-8-16,0 0 33 16,-11 72-32-16,7-40-15 15,-4 3-3-15,0 1 13 16,2-1 7-16,-1-1-13 15,4-3-10-15,2-3-10 16,1-6-8-16,0-5-5 16,6-5-1-16,5-5-1 15,3-7 0-15,3 0 0 0,2-9-5 16,0-11-12-16,-2-5-7 16,-1-3 10-1,-4 0 7-15,-4 3 7 0,-1 7 1 16,-4 6 0-16,-3 6 9 15,0 5 25-15,0 1-13 16,0 0-14-16,3 15-6 16,2 9-1-16,1 7 10 15,4 6 20-15,-1 1 0 16,2-1-6-16,-3-4-12 16,0-4-5-16,-2-4-6 15,-3-7-1-15,-2-8-15 16,-1-10-94-16,0-6-135 15,0-13-602-15</inkml:trace>
  <inkml:trace contextRef="#ctx0" brushRef="#br0" timeOffset="65342.88">29544 14830 1453 0,'0'0'331'15,"0"0"-27"-15,0 0-69 16,0 0-100-16,0 0-89 16,0 0-36-16,0 0 1 15,-80 7 4-15,64 0 8 16,1-1 9-16,3-1-4 16,5 1-6-16,2-3-8 0,2 5-13 15,3 3 0-15,0 5 0 16,0 1 7-16,5 8 2 15,4 0 12-15,0 3 5 16,2 0-3-16,2 1 3 16,-2-2-3-16,1-1-8 15,0-1 1-15,2-3-4 16,-4-3-5-16,3-2-7 16,-1-7-1-16,-1-3-1 15,8-7-108-15,-5 0-174 16,-1-7-400-16</inkml:trace>
  <inkml:trace contextRef="#ctx0" brushRef="#br0" timeOffset="65550.32">29691 14875 778 0,'0'0'812'0,"0"0"-539"15,0 0-94-15,0 0-72 16,0 0 47-16,0 0-24 15,19 83-24-15,-13-54-25 16,0 2-33-16,1-2-30 16,-4-6-10-16,1-2-8 15,-3-4-83-15,-1-5-227 16,0-9-594-16</inkml:trace>
  <inkml:trace contextRef="#ctx0" brushRef="#br0" timeOffset="65907.88">29787 14725 1159 0,'0'0'278'16,"0"0"-6"-16,0 0-16 15,0 0-50-15,0 0-63 16,0 0 19-16,0 0-40 15,46 4-63-15,-39-7-17 16,-2 2-23-16,-2-1-4 16,-2 2-3-16,4 0-5 0,0 4-6 15,5 12 6-15,2 5-6 16,2 8 11-16,1 3 9 16,3 6 7-16,-3 0 1 15,0 2-4-15,-3-2-3 16,-2-6-1-16,-4-3-7 15,-4-8-13-15,-2-3 5 16,0-4-5-16,-2-3-1 16,-20-3-56-16,1-3-216 15,3-5-382-15</inkml:trace>
  <inkml:trace contextRef="#ctx0" brushRef="#br0" timeOffset="66289.42">30174 14707 1614 0,'0'0'397'0,"0"0"-76"16,0 0-199-16,0 0-79 15,0 0 15-15,96 112 37 16,-47-54-10-16,2 7-15 0,0 5 30 16,-2 1-20-16,-8 0-25 15,-5 1 2-15,-9-3 10 16,-12 2 2-16,-15 8-7 15,-42 13-16-15,-61 17-10 16,-47 7-18-16,-52-1-18 16,-47-11-61-16,54-32-297 15,13-16-1531-15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18:42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19696 5424 1245 0,'0'0'516'15,"0"0"-213"-15,0 0 7 16,0 0-17-16,0 0-48 0,0 0-87 15,-16-21-56 1,26 10-39-16,13-1-25 0,13-5-7 16,11-5-7-16,8-2-11 15,3-2-5-15,2-1-8 16,-8 3 0-16,-10 2-8 16,-12 7-50-16,-10 3-101 15,-15 5-214-15,-5 2-248 16,0 1-654-16</inkml:trace>
  <inkml:trace contextRef="#ctx0" brushRef="#br0" timeOffset="220.6">19700 5578 1661 0,'0'0'510'16,"0"0"-260"-16,0 0-87 15,0 0-42-15,0 0 34 16,85-53-41-16,-41 26-65 16,2-4-29-16,-4 3-14 15,-5 3-6-15,-7-2-58 16,1-11-151-16,-7 6-338 16,-9 3-313-16</inkml:trace>
  <inkml:trace contextRef="#ctx0" brushRef="#br0" timeOffset="529.48">19854 5118 1618 0,'0'0'552'16,"0"0"-266"-16,0 0-103 16,0 0-89-16,0 0 3 15,0 0 39-15,130-3-24 16,-72 3-22-16,-1-1-30 15,-7 1-23-15,-9 0-11 16,-13 0-16-16,-9 5 1 16,-8 8-4-16,-7 4 20 15,-4 8 12-15,0 6 13 16,-6 6-2-16,-11 5-19 0,-3 3-1 16,-2 1-12-16,-1 3-7 15,4-3-10-15,3-3-1 16,5-4-6-16,11 0-108 15,7-13-187-15,11-16-715 0</inkml:trace>
  <inkml:trace contextRef="#ctx0" brushRef="#br0" timeOffset="1323.1">23729 5112 436 0,'0'0'971'0,"0"0"-596"16,0 0-61-16,0 0-29 16,0 0-3-16,0 0-74 15,0 0-60-15,-12-1-44 16,12 1-48-16,-1 0-32 16,-1 10-11-16,-1 7-4 15,2 11 15-15,-1 2 2 16,2 6-8-16,0 1-3 0,0-1-5 15,0-3-9-15,0-5 0 16,0-4-1-16,0-5-23 16,0-5-86-16,0-13-116 15,0-1-241-15,0 0-218 0</inkml:trace>
  <inkml:trace contextRef="#ctx0" brushRef="#br0" timeOffset="1625.29">24060 5006 1534 0,'0'0'557'15,"0"0"-280"-15,0 0-51 0,0 0 4 16,0 0-90-16,0 0-68 15,0 0-18-15,-16 47 9 16,7-19-6-16,-3 2-17 16,2 0-13-16,-3 2-9 15,0-4-10-15,3 0-7 16,-2-3-1-16,3 0-2 16,0-5-68-16,1-6-123 15,0-10-188-15,2-4-219 0,1 0-536 0</inkml:trace>
  <inkml:trace contextRef="#ctx0" brushRef="#br0" timeOffset="1856.62">23873 5132 1719 0,'0'0'527'15,"0"0"-325"-15,0 0-41 16,0 0 118-16,0 0-101 15,101 23-64-15,-64-10-33 16,0 3-26-16,-1-1-16 16,0 2-17-16,-5 0-13 0,-5 4-8 15,-1-1-1-15,-4-1-15 16,-3-2-102-16,-3-3-151 16,-5-6-330-16,-4-6-762 0</inkml:trace>
  <inkml:trace contextRef="#ctx0" brushRef="#br0" timeOffset="2185.54">24415 4993 1066 0,'0'0'776'0,"0"0"-264"16,0 0-177-16,0 0-49 15,0 0-61-15,0 0-128 16,0 0-52-16,-16 17-27 16,16 2 18-16,0 8 15 15,6 4 3-15,1 3-8 16,1-1-10-16,1 3 2 15,-3 1-20-15,-3-1-6 16,0 1-12-16,0 1-6 16,-2 2-108-16,-1-7-259 0,0-13-1449 15</inkml:trace>
  <inkml:trace contextRef="#ctx0" brushRef="#br0" timeOffset="9642.97">21320 8582 557 0,'0'0'342'0,"0"0"-97"15,0 0-37-15,0 0-33 16,0 0 20-16,0 0-13 15,-3 2-27-15,3-2-55 0,6 0-28 16,9 0 2-16,4 0 6 16,6-5-20-16,3 0-17 15,3 1-17-15,1-2-15 16,-3-1-2-16,1 3-9 16,-1-2 0-16,-3-1-1 15,-5-2-41-15,-3 1-93 16,-3-4-131-16,-6 2-306 15,-6 6-148-15</inkml:trace>
  <inkml:trace contextRef="#ctx0" brushRef="#br0" timeOffset="9875.47">21344 8721 1227 0,'0'0'319'16,"0"0"-10"-16,0 0-113 16,0 0 14-16,0 0-9 15,0 0-13-15,0 0-70 16,88 3-51-16,-58-9-39 16,0-5-19-16,3 0-9 15,26-11-94-15,-7 2-423 16,-2-4-916-16</inkml:trace>
  <inkml:trace contextRef="#ctx0" brushRef="#br0" timeOffset="11071.36">25604 6537 669 0,'0'0'403'0,"0"0"-167"15,0 0-36-15,0 0 51 16,0 0-17-16,0 0-68 16,-55 14-12-16,65-14-43 15,14 0 22-15,9 0-3 16,13 0-61-16,11-2-16 16,19-6-20-16,21-10-4 15,18-2-6-15,-12 3-5 16,-21 1-8-16,-26 7-9 15,-20 4 0-15,2-1 0 16,-3 1-1-16,-3-1-1 16,-13 1-82-16,-19 3-199 15,0 0-68-15,-21 0-558 0</inkml:trace>
  <inkml:trace contextRef="#ctx0" brushRef="#br0" timeOffset="11479.54">25600 6320 1104 0,'0'0'349'15,"0"0"-107"-15,0 0 21 0,0 0-49 16,0 0-70 0,0 0-90-16,0 0-27 0,-5-32-14 15,1 33-4-15,-4 10-7 16,-4 9 13-16,-1 8 1 16,-5 5 2-16,1 3-8 15,1 3 5-15,6-3 6 16,2-2 15-16,7-6 1 15,1-4 16-15,4-7-5 16,14-5-2-16,8-2 2 16,5-6-15-16,5-4 1 0,8 0-4 15,1-9-7-15,6-5-22 16,-1-2-2-16,30-2-41 16,-15 3-252-16,-2 7-413 0</inkml:trace>
  <inkml:trace contextRef="#ctx0" brushRef="#br0" timeOffset="11997.67">25667 7400 396 0,'0'0'793'15,"0"0"-512"-15,0 0 2 16,0 0-71-16,0 0 7 0,0 0-51 16,0 0-45-16,-23 22 29 15,34-16-9-15,8-1-18 16,8-1-24-16,7-2-22 15,11-2-30-15,10 0-2 16,7-14-7-16,5-4-10 16,1-3-10-16,-4 4-19 15,-11 0 1-15,-12 4-1 16,-13 5-1-16,-12 2-15 16,-9 5-35-16,-4-1-80 15,-12 2-167-15,-12 0-441 0,-7 0-633 16</inkml:trace>
  <inkml:trace contextRef="#ctx0" brushRef="#br0" timeOffset="12405.46">25659 7183 1283 0,'0'0'406'0,"0"0"-184"16,0 0 26-16,0 0-34 15,0 0-19-15,0 0-61 16,0 0-46-16,0-63-45 0,0 63-20 16,0 9-12-16,0 14-10 15,-1 8 13-15,-2 10 4 16,-2 6 22-16,1 1-1 15,1-3-6-15,1-3-3 16,2-9-6-16,0-5 0 16,11-8-3-16,10-4-2 15,8-9 16-15,10-6 14 16,9-1 1-16,6-8-11 16,6-11-8-16,2-4-13 15,-2-2-17-15,-5 2 0 16,-9 1-1-16,-7 5-35 15,-9 3-115-15,-11 7-388 0,-15 6-713 16</inkml:trace>
  <inkml:trace contextRef="#ctx0" brushRef="#br0" timeOffset="23872.96">24557 6549 506 0,'0'0'288'0,"0"0"-101"16,0 0-28-1,0 0-33-15,0 0-10 0,0 0-9 16,-25-15-8-16,22 13 9 15,0 2 8-15,-3 0-32 16,1 0-14-16,-4 0 2 16,2 0-2-16,-1 0-8 15,-2 0-20-15,1 0-8 16,0 5 7-16,0 1-16 16,-1 0-1-16,1 4-11 15,-3-1 8-15,0 2-5 16,0 5 6-16,-1-2-2 15,2 5-5-15,2 1-1 16,0 3-2-16,5 5-4 16,1 0-1-16,1 2 7 0,2-1 2 15,0 0-4-15,0-2 9 16,0-1 2-16,3-2 0 16,3 1-7-16,0-1 9 15,0 0-1-15,0-2 0 16,-1 2-6-16,-1-2 9 15,1-1 4-15,2-1 9 16,-3-1-14-16,2-2 2 16,2-3-2-16,1-4-6 15,-2-1 12-15,2-3 1 0,3-3 7 16,6-3-7 0,3 0 13-16,4-8-13 0,5-9 6 15,1-3-15-15,2-3-16 16,-3-4-2-16,-2 3 4 15,-4-3-4-15,-3 0-4 16,-5 1 7-16,-5 1-2 16,-3 0 13-16,-5 0-4 15,-3 3-5-15,0-2-5 16,0 0-6-16,-2-1 0 16,-7-1-7-16,1-1-2 15,-2 1-3-15,1 1-9 16,0 3 3-16,1 1-1 0,0 4 2 15,0 2 5 1,-1 3-4-16,1 1-2 0,-1 3 6 16,-1 0-3-1,0 4-5-15,0 2 1 0,-4 2-3 16,-4 0-8-16,-4 5-17 16,1 12-26-16,-1 13-151 15,7-3-348-15,6-5-891 0</inkml:trace>
  <inkml:trace contextRef="#ctx0" brushRef="#br0" timeOffset="24023.72">24691 6677 1625 0,'0'0'520'0,"0"0"-244"15,0 0-148 1,0 0-128-16,0 0-16 0,0 0-293 15,43 80-982-15</inkml:trace>
  <inkml:trace contextRef="#ctx0" brushRef="#br0" timeOffset="25386.7">24649 7621 836 0,'0'0'262'0,"0"0"-77"0,0 0-36 16,0 0-21-16,0 0-11 15,0 0-5-15,0 0-14 16,-26-14-1-16,23 11 8 15,-2 1-33-15,1-1-17 16,-3 0-14-16,2 0 10 16,-1 0-7-16,-2 2-5 15,2-1 8-15,-2 1-14 16,-1 0-6-16,-1 1-8 16,0 0-4-16,0 0 0 15,-1 0 14-15,-1 0 3 16,0 0-12-16,0 2-6 15,-2 4-4-15,1 3 5 0,-1-1-3 16,2 2-3-16,-2 1-8 16,4 3 6-16,-1-2-6 15,0 2 1-15,2-2-1 16,-1 1 8-16,2-2-9 16,-1 2 8-16,1 2-7 15,-1-1 8-15,-1 5-3 16,-1-1 4-16,-2 3-2 15,3-1 4-15,-1-1 1 16,3 0 8-16,1 1-6 0,3-2-6 16,2 1-2-1,2-2-6-15,0 1-1 0,0 0 9 16,8 2 0-16,5 0 9 16,2 0 11-16,4-1-5 15,2 0-9-15,0-2 8 16,2 0 2-16,-3-2-11 15,0-4 5-15,2-4-10 16,-1-1 3-16,0-6 9 16,1 0 1-16,2 0-2 15,1-3 7-15,1-8-9 16,-2-1 6-16,3-4-9 16,-2-1 0-16,0-2-2 15,1 1 2-15,-4-1 5 16,-2-3 2-16,0-1 4 0,-3-2-7 15,-1 0-5-15,-2-3 8 16,-1 1-6-16,-4-1-2 16,-1 2-5-16,-3-1 0 15,-2 2-8-15,-3 2 11 16,0-1-2-16,0 3 7 16,-8-1 4-16,-3 1-12 15,-3-3-8-15,0 5 8 16,-1 0-8-16,-3 2 0 15,3 2-1-15,-2 5-6 16,4 3-6-16,-3 2 6 16,-2 3-5-16,0 2-4 15,-4 0-1-15,-1 0-1 16,2 10 5-16,-1-1-7 0,3 3 4 16,0 1-3-16,3 1-13 15,6-2-94-15,10 4-111 16,0-3-222-16,0-7-292 0</inkml:trace>
  <inkml:trace contextRef="#ctx0" brushRef="#br0" timeOffset="25559.61">24657 7592 1536 0,'0'0'589'15,"0"0"-309"-15,0 0-137 16,0 0-85-16,0 0-58 0,0 0-9 16,0 0-215-1,6 31-627-15</inkml:trace>
  <inkml:trace contextRef="#ctx0" brushRef="#br0" timeOffset="26879.84">24600 8768 593 0,'0'0'251'0,"0"0"-48"16,0 0-30-16,0 0-42 15,0 0 14-15,0 0-27 0,0 0 14 16,-54-20-22-16,43 20-6 16,-1 0-22-16,-5 0 6 15,1 0-16-15,-2 0-17 16,0 2-3-16,-1 4-2 15,1 1 3-15,3-2-8 16,0 2-3-16,2 3-1 16,-1-3-2-16,2 3-3 15,0-1-5-15,2 2-1 16,1 0-5-16,1 2-7 16,1 1-8-16,1 3-2 0,2 3-1 15,2 1 2 1,2 1 9-16,0 2 4 0,0-1 4 15,0 0-2-15,0-1-3 16,8-1-2-16,0 1 5 16,4-3-3-16,2 1 15 15,2-3-11-15,3-1-7 16,3-6 5-16,1-2 2 16,3-4 3-16,2-2 5 15,0-2-9-15,2 0 0 16,1-3-7-16,-1-5-4 15,2-3-1-15,-3-1-4 16,-2-1 1-16,-1-2 6 16,-5-1-8-16,-2 2 1 15,-5-2-1-15,-3 2-6 0,-2 1 7 16,-4-1-7 0,-2 0 0-16,-2 0 0 0,-1 1 5 15,0-4-6-15,0 2 0 16,-7-3-1-16,-4 0-8 15,-2-2-2-15,-2 1 1 16,-1-3-1-16,-2 1-5 16,0 1-16-16,1 6 5 15,-1 2 3-15,2 2 3 16,1 5-13-16,-1 0-2 16,-1 5 3-16,-2 0-16 15,-2 5-11-15,-1 24-110 16,4 0-356-16,6 0-1033 0</inkml:trace>
  <inkml:trace contextRef="#ctx0" brushRef="#br0" timeOffset="27792.08">24624 9702 796 0,'0'0'276'0,"0"0"-54"16,0 0-29-16,0 0 4 15,0 0-46-15,-89 4-30 16,69 11-14-16,-4 7-17 16,1 4 7-16,-1 6-14 15,3 2 11-15,3 2-8 16,6 0-19-16,2 2-5 0,4 0-10 16,3-1 7-1,3 0 0-15,0-5-11 0,1-3-12 16,11-3-11-16,4-4 14 15,5-2 8-15,2-3-1 16,2-2-1-16,3-6 10 16,2-1-1-16,-1-4-19 15,0-3-10-15,3-1-4 16,-1 0 8-16,2-11-9 16,-2-3 4-16,1-6-4 15,-3-1-5-15,0-4 0 16,-6-2-3-16,-6-3 1 0,-4-2 7 15,-8-2-4 1,-5 0 10-16,0 0-4 0,-11 1-4 16,-8 2-12-16,-2 1-4 15,0 4-2-15,-1 3 0 16,0 1-1-16,2 5-19 16,1 3-7-16,1 2 8 15,4 5-8-15,4 0-6 16,0 4 4-16,0 3-2 15,3 0-26-15,-2 7-118 16,3 5-319-16,0-1-324 0</inkml:trace>
  <inkml:trace contextRef="#ctx0" brushRef="#br0" timeOffset="27956.07">24864 9663 1620 0,'0'0'890'0,"0"0"-435"16,0 0-323-16,0 0-87 16,0 0-41-16,0 0-4 15,0 0-139-15,-16-12-409 16,22 12-674-16</inkml:trace>
  <inkml:trace contextRef="#ctx0" brushRef="#br0" timeOffset="29178.01">12292 7112 1100 0,'0'0'317'0,"0"0"37"16,0 0-108-16,0 0-19 0,0 0-29 15,0 0-39-15,-12 0-40 16,12 0-14-16,10 0 25 16,8 0-40-16,6 0-32 15,6 0-12-15,3 0 2 16,5-2-4-16,0-5-11 16,-1-1-11-16,-1-2-5 15,-2-1-7-15,-4 2 2 16,-6 1-6-16,-5 1-5 15,-7 2 0-15,-4 2-1 16,-3 3-6-16,-5 3-57 16,0 11-242-16,0 5-776 0</inkml:trace>
  <inkml:trace contextRef="#ctx0" brushRef="#br0" timeOffset="30010.82">12425 8351 895 0,'0'0'388'0,"0"0"-21"0,0 0-74 16,0 0-69-16,0 0-42 15,0 0-17-15,-11-4-28 16,23 1-8-16,10 0 39 15,5-2-53-15,3 1-58 16,3-5-24-16,1 1-5 16,1-1 4-16,-1-3-8 0,-3 1-6 15,-2 0-8 1,-6 1-4-16,-5 1-5 0,-4 2 0 16,-7 4-1-16,0 0 0 15,-4 3-10-15,-3 7-89 16,0 11-374-16,-4-1-568 15</inkml:trace>
  <inkml:trace contextRef="#ctx0" brushRef="#br0" timeOffset="30831.4">12178 9464 1128 0,'0'0'511'0,"0"0"-207"15,0 0-77-15,0 0-29 16,0 0-21-16,0 0-24 0,87-36-42 16,-51 22-7-16,1 0-29 15,2 0-19 1,-2-2-4-16,-1 2-21 0,-5-3-1 15,-2 2-7-15,-4 1-16 16,-6 1-1-16,-5 4-6 16,-5 3 0-16,-2 3-1 15,-6 3-80-15,-1 11-182 16,0 2-515-16</inkml:trace>
  <inkml:trace contextRef="#ctx0" brushRef="#br0" timeOffset="31587.43">12180 10450 933 0,'0'0'342'0,"0"0"-20"0,0 0-74 15,0 0-17-15,0 0-31 16,0 0-15-16,0 0-11 15,-6 0-37-15,6-3-22 16,16-8-10-16,5-2-5 16,9-2-24-16,3-4-14 15,10-1-10-15,2-3 3 16,4-2-23-16,-1-2-11 16,4 3-9-16,-6-2-3 15,-4 4-3-15,-6 1-6 0,-8 1 12 16,-6 4-3-1,-8 5-1-15,-4 3-2 0,-4 4-5 16,-4 1 5-16,-2 3-4 16,0 0-1-16,-2 0-1 15,-15 8-23-15,-45 40-135 16,4-2-397-16,-10 5-748 0</inkml:trace>
  <inkml:trace contextRef="#ctx0" brushRef="#br0" timeOffset="33466.23">20671 11716 1555 0,'0'0'484'0,"0"0"-325"15,0 0-76-15,0 0-6 16,0 0 16-16,0 0-18 16,71 0-38-16,-37 0-25 15,0-6-12-15,-4 1-11 0,-3 1-138 16,-6 2-192-16,-11 2-381 16</inkml:trace>
  <inkml:trace contextRef="#ctx0" brushRef="#br0" timeOffset="33646.04">20603 11898 1061 0,'0'0'585'16,"0"0"-308"-16,0 0-88 16,0 0-94-16,0 0-4 15,0 0-43-15,97-31-32 16,-55 13-16-16,14-10-15 0,-10 4-249 15,-10 2-440-15</inkml:trace>
  <inkml:trace contextRef="#ctx0" brushRef="#br0" timeOffset="33898.95">20853 11490 831 0,'0'0'950'0,"0"0"-653"0,0 0-142 16,0 0-76 0,0 0 20-16,111 41-1 0,-63-19-9 15,-1 1-2-15,-8 5-16 16,-12 0-29-16,-14 1 12 16,-11 3-24-16,-2 1-10 15,-24 2-5-15,-18 5-9 16,-9 0-6-16,-35 25-18 15,10-9-228-15,7-11-393 0</inkml:trace>
  <inkml:trace contextRef="#ctx0" brushRef="#br0" timeOffset="45041.77">24339 16358 315 0,'0'0'20'0,"0"0"345"16,0 0-116-16,0 0 15 16,0 0 69-16,0 0 143 15,-69 27-184-15,69-26 5 16,0-1-63-16,8 0-41 15,10 0-23-15,14-9-56 16,26-7-42-16,33-8-26 16,40-5-7-16,11 0-7 15,-4 2-8-15,-16 4-9 0,-37 7-3 16,-22 5-3-16,-23 3-8 16,-14 4-1-16,-6-1 0 15,-7 2-17 1,-7 0-7-16,-6 3-42 0,-16 0-73 15,-16 5-122-15,-38 22-265 16,7-3-32-16,1 0-320 0</inkml:trace>
  <inkml:trace contextRef="#ctx0" brushRef="#br0" timeOffset="45289.43">24242 16649 1079 0,'0'0'400'0,"0"0"4"15,0 0-42-15,0 0-91 16,0 0 51-16,0 0-68 0,127 0-40 16,-32-29-79-16,31-13-77 15,12-6-10-15,-6-1-12 16,-16 6-16-16,-31 10-11 16,-21 8-3-16,-16 6-5 15,-9 4-1-15,-2 1-2 16,-7 1-17-16,-10 6-16 15,-20 7-94-15,-74 29-130 16,-11 10-462-16,-24 6-1013 0</inkml:trace>
  <inkml:trace contextRef="#ctx0" brushRef="#br0" timeOffset="46741.04">28637 15687 909 0,'0'0'204'0,"0"0"-100"0,0 0 32 15,0 0-20-15,0 0-65 16,0 0-34-16,0 0-11 16,-14 0-4-16,14 0 6 15,0 0 26-15,0 0 20 16,0 0 27-16,0 0 25 15,0 0-10-15,0 0-12 16,8-1-14-16,6-2-4 16,4-2 5-16,6-2-24 15,5 2-22-15,0-2-16 16,1 2-7-16,-2 0-2 16,-4 2-23-16,-6 0-131 0,-4 0-232 15,-10 3-611-15</inkml:trace>
  <inkml:trace contextRef="#ctx0" brushRef="#br0" timeOffset="46898.08">28595 15884 466 0,'0'0'995'0,"0"0"-781"15,0 0-106-15,0 0-43 0,88-22-30 16,-21-13-35-1,-7 3-92-15,-10 0-448 0</inkml:trace>
  <inkml:trace contextRef="#ctx0" brushRef="#br0" timeOffset="47143.78">28872 15436 1166 0,'0'0'717'15,"0"0"-594"-15,0 0-57 16,0 0 60-16,116 34 13 16,-57-17-59-16,0 5-20 15,-1 3-10-15,-11 3-13 16,-11 1-11-16,-14 3-13 0,-17 5 9 16,-7 7 14-16,-29 6-10 15,-16 3-12-15,-11 3-14 16,-21 15-72-16,17-16-182 15,14-17-541-15</inkml:trace>
  <inkml:trace contextRef="#ctx0" brushRef="#br0" timeOffset="48106.24">29641 15473 1209 0,'0'0'402'16,"0"0"-24"-16,0 0-73 15,0 0-75-15,0 0-84 16,0 0-84-16,0 0-21 15,-30 72 30-15,30-21-2 16,11 3-29-16,5-4-19 16,3-5-10-16,3-8-10 15,1-8 0-15,0-7-1 16,1-11 0-16,-3-10-6 16,-4-1-8-16,-3-18-8 15,-3-14-10-15,-4-5 7 16,-3-3 13-16,-3 1 11 0,-1 8 1 15,0 6 6-15,0 11-6 16,0 8 24-16,0 6 0 16,0 0-6-16,0 17-18 15,9 11 12-15,1 3 9 16,8 2-6-16,2-4-6 16,5-5-7-16,3-7 4 15,1-9 0-15,0-8-5 16,0 0 10-16,-3-21-5 15,-2-10-5-15,-6-7 0 16,-6-12 5-16,-12-16-6 16,0 1-20-16,-7-1-31 15,-8 1-31-15,0 18-36 0,-2 5-13 16,0 13-28 0,-1 11-117-16,0 7-278 0,6 3-921 0</inkml:trace>
  <inkml:trace contextRef="#ctx0" brushRef="#br0" timeOffset="48481.06">30047 14732 316 0,'0'0'1201'0,"0"0"-912"15,0 0 43-15,0 0-106 0,0 0-85 16,0 0-102-1,0 0-26-15,-29-5-11 0,29 18 7 16,0 1 4 0,0 2 2-16,3 4 16 0,4 1 1 15,3 4 6-15,-1 3 0 16,-1 7-4-16,0 2 11 16,-3 6 1-16,-2 3-1 15,-1-1-14-15,-2 2-8 16,0-2 7-16,0-3 12 15,4-2-13-15,4-5-6 16,4-9-13-16,6-6-2 16,4-5-7-16,5-8 0 0,6-7 0 15,2 0-1-15,4-15-27 16,-1-6-120-16,5-18-166 16,-12 7-260-16,-12-1-507 0</inkml:trace>
  <inkml:trace contextRef="#ctx0" brushRef="#br0" timeOffset="50230.02">30377 15095 130 0,'0'0'988'0,"0"0"-711"16,0 0 20-16,0 0-41 16,0 0-73-16,0 0-96 15,0 0-41-15,5-46-24 0,4 22-6 16,-2-6-1-1,-1-3 6-15,-5 0-6 0,-1 0 14 16,0-1 7-16,-5 2-8 16,-4 4 11-16,-2 6 8 15,1 2-8-15,2 6 3 16,4 5-5-16,1 2-22 16,0 3-6-16,3 3-8 15,0 1 0-15,0 0 0 16,0 0-1-16,0 0-1 15,0 12-14-15,3 11 14 16,7 7 1-16,4 7 5 16,1 8 19-16,2-1-2 0,2 2-13 15,0-5-9 1,2-4 0-16,-2-8-55 0,18-7-102 16,-6-9-143-16,1-10-328 0</inkml:trace>
  <inkml:trace contextRef="#ctx0" brushRef="#br0" timeOffset="50656.65">30528 14572 978 0,'0'0'272'0,"0"0"-9"0,0 0 49 16,0 0-97-16,0 0-72 15,0 0-55-15,0 0-26 16,24-39-4-16,-3 29-9 16,1 1-24-16,-1 2-10 15,-6 3-1-15,-3 4-4 16,-2 0-3-16,-1 2 10 15,2 12 2-15,2 6 15 16,2 4 6-16,1 8 41 16,1 2 5-16,2 4-9 15,0-1-19-15,-2 0-21 0,1 0-2 16,-5-3-2-16,0 0-15 16,-3-3 7-16,-3-3-10 15,-4-3-5-15,-3-2 2 16,0 0-11-16,-7-4-1 15,-29 6-1-15,4-5-188 16,-4-9-598-16</inkml:trace>
  <inkml:trace contextRef="#ctx0" brushRef="#br0" timeOffset="51239.54">30449 15769 80 0,'0'0'1372'15,"0"0"-972"-15,0 0-53 0,0 0-127 16,0 0-90-16,0 0-74 16,0 0-22-16,94-21-11 15,-61 11-13-15,0 6-9 16,-5-1-1-16,-7 0-28 16,-5 3-118-16,-4 2-159 15,-9 0-441-15</inkml:trace>
  <inkml:trace contextRef="#ctx0" brushRef="#br0" timeOffset="51404.63">30504 15927 1273 0,'0'0'647'0,"0"0"-383"15,0 0-73-15,0 0-98 0,0 0-50 16,91-48-43-16,-27 22-19 15,-7 6-321-15,-4-3-866 0</inkml:trace>
  <inkml:trace contextRef="#ctx0" brushRef="#br0" timeOffset="52177.85">31062 15280 12 0,'0'0'1292'0,"0"0"-782"15,0 0-191-15,0 0-73 16,-121 54-53-16,70 31-78 16,1 26-47-16,11 11 44 15,22-8-13-15,17-17-32 16,32-16-15-16,17-15-23 0,37-6-11 15,26-17-11-15,24-18-7 16,28-11-11-16,-44-14-185 16,-22-1-582-16</inkml:trace>
  <inkml:trace contextRef="#ctx0" brushRef="#br0" timeOffset="54713.36">31275 15574 1079 0,'0'0'535'0,"0"0"-328"16,0 0-28-16,0 0-85 16,0 0-21-16,0 0 50 15,3 95-22-15,3-63-30 0,-3-2-15 16,0-3-14-16,-3-5-20 16,0-5-8-16,0-4-5 15,0-7 0-15,0-6 11 16,0 0 7-16,-3-12 13 15,-7-15-28-15,1-9-6 16,1-10-5-16,4-6 0 16,4 2 10-16,0 5-10 15,7 6-1-15,7 13 17 16,5 7-1-16,0 13-8 16,1 6-1-16,2 0 0 0,0 19 14 15,4 8 30 1,-5 8 6-16,1 3-6 0,-1 3-8 15,-4 0-6-15,-3-2-13 16,-3-1-15-16,-4-4-7 16,-1-2-2-16,-2-7 0 15,0-5-41-15,-1-9-166 16,-2-6-301-16,1-5-513 0</inkml:trace>
  <inkml:trace contextRef="#ctx0" brushRef="#br0" timeOffset="55290.66">31720 15931 234 0,'0'0'1110'0,"0"0"-799"16,0 0-27-16,0 0-55 16,0 0-64-16,0 0-53 15,0 0 6-15,0 6 25 16,0-6-1-16,0-14-46 0,0-6-65 15,-2-8-14-15,-1-4-1 16,-2-7-8-16,-2-3-2 16,3 1-5-1,-2 1 5-15,1 7-5 0,1 5 5 16,1 11 14-16,0 4 7 16,0 7-16-16,2 1-5 15,1 5-6-15,0 0 0 16,0 5 0-16,0 12-6 15,0 10 6-15,5 4 21 16,3 3 8-16,-1-2-7 16,2-1 4-16,2-1-10 15,-1-3 4-15,1 1-4 0,2-3 1 16,-3 0 1-16,4 0-5 16,-4-4 4-16,1-3-4 15,0-1-3-15,0-6-4 16,1-2-4-16,9-6-1 15,9-3-1-15,43-9-54 16,-6-14-151-16,-1-2-614 0</inkml:trace>
  <inkml:trace contextRef="#ctx0" brushRef="#br0" timeOffset="56353.31">32182 16031 660 0,'0'0'882'16,"0"0"-516"-16,0 0-38 15,0 0-32-15,0 0-80 16,0 0-101-16,0 0-73 16,15 39 36-16,1-2-2 15,1 7-40-15,-11 18-15 16,-12 20-20-16,-64 25-1 16,1-15-129-16,-22-18-498 0</inkml:trace>
  <inkml:trace contextRef="#ctx0" brushRef="#br0" timeOffset="57275.28">32146 15351 1260 0,'0'0'507'0,"0"0"-185"0,0 0-71 15,0 0-85 1,0 0-60-16,0 0-62 0,0 0 28 16,6 62 47-16,3-31-34 15,3 2-23-15,-3 1-16 16,0-2-18-16,0-2-7 15,-5-7-10-15,1-3-11 16,-4-7 0-16,-1-5 6 16,0-8-6-16,0 0 0 15,0-4 9-15,0-18-1 16,-7-10-8-16,-2-10-7 16,-3-4 6-16,4-4 1 15,4 6-1-15,4 4-13 16,0 8 7-16,4 9 1 0,10 6-3 15,2 7 0 1,1 5 7-16,2 5 1 0,2 0-5 16,-1 18 6-16,0 5 0 15,1 4 1-15,-3 6 11 16,0 1 8-16,-4-1 2 16,-3-1 10-16,-2-1-10 15,-3-3-10-15,-3-3-4 16,0-2-8-16,2-4-9 15,-2-6-157-15,-2-6-501 0</inkml:trace>
  <inkml:trace contextRef="#ctx0" brushRef="#br0" timeOffset="59904.95">32598 15886 411 0,'0'0'697'0,"0"0"-396"0,0 0-70 16,0 0 6-16,0 0-29 16,0 0-33-16,-6 10-35 15,4-10 8-15,1 0-2 16,-5-13-55-16,0-5-43 15,0-6-17-15,-1-6-3 16,-2-3-5-16,0-1-7 16,0-3-5-16,-3 0-4 15,5 4 5-15,1 4 17 16,1 7 17-16,2 6 2 0,2 8 16 16,1 5-13-16,-2 3-27 15,2 0-18-15,0 6-6 16,0 15 0-16,3 8 0 15,6 8 9-15,2 4 13 16,0 1-1-16,0-2-7 16,1-2-8-16,-2-6 4 15,1-2 5-15,0-5-2 16,2-2-7-16,-1-6-4 16,1-2-1-16,1-4-1 15,0-2 0-15,-2-3 0 16,3-4-58-16,-1-2-71 15,5-7-142-15,-4-7-316 0,-3-4-469 0</inkml:trace>
  <inkml:trace contextRef="#ctx0" brushRef="#br0" timeOffset="60093.2">32677 15795 1737 0,'0'0'347'16,"0"0"-53"-16,0 0-144 16,0 0-101-16,0 0-35 15,0 0-14-15,0 0-7 16,73-27-82-16,-47 17-205 16,-7 0-464-16</inkml:trace>
  <inkml:trace contextRef="#ctx0" brushRef="#br0" timeOffset="60301.72">32871 15598 1467 0,'0'0'654'0,"0"0"-500"15,0 0-6-15,0 0-13 16,0 0-23-16,25 92-62 15,-13-58-31-15,2 0-19 16,-4-1-27-16,4 1-167 16,-4-9-405-16,-2-10-1142 0</inkml:trace>
  <inkml:trace contextRef="#ctx0" brushRef="#br0" timeOffset="60730.37">32774 14997 1446 0,'0'0'401'16,"0"0"-99"-16,0 0-53 15,0 0-113-15,144 14-11 16,-45 58-3-16,6 22-18 0,-13 20-22 16,-28 6-3-16,-37 2-25 15,-27 13-23-15,-40 10-21 16,-41 8-10-16,-32-3-90 16,18-37-390-16,-4-27-825 0</inkml:trace>
  <inkml:trace contextRef="#ctx0" brushRef="#br0" timeOffset="65577.92">26361 16370 502 0,'0'0'1144'0,"0"0"-783"15,0 0-90-15,0 0-59 16,0 0-90-16,0 0-73 16,-10 41-17-16,10 3 52 15,2 9 13-15,2 3-15 16,4 1-31-16,-5 1-13 15,0-1-20-15,-3-4-18 16,0-5-1-16,0-6 0 16,0-9-32-16,0-12-128 15,0-21-212-15,3 0-250 16,-2-18-371-16</inkml:trace>
  <inkml:trace contextRef="#ctx0" brushRef="#br0" timeOffset="65902.35">26407 16305 324 0,'0'0'1183'0,"0"0"-946"15,0 0-36-15,0 0-12 16,0 0-34-16,0 0-68 15,-88 53-7-15,71-41-13 16,4-2-12-16,2-3-20 16,3-3-18-16,3-3-8 15,2-1 8-15,3 0 23 0,0-5 6 16,0-9-10 0,3-1-23-16,10 1-13 0,7 5-6 15,7 9 6-15,2 0-8 16,6 23-25-16,8 38-128 15,-9-7-135-15,-9 1-606 0</inkml:trace>
  <inkml:trace contextRef="#ctx0" brushRef="#br0" timeOffset="70986.1">10942 6500 1324 0,'0'0'198'0,"0"0"-129"16,0 0 11-16,0 0 4 15,0 0-22-15,0 0-23 16,0 8-17-16,0-4-13 16,-3 10-9-16,-3 1-1 15,3-5-60-15</inkml:trace>
  <inkml:trace contextRef="#ctx0" brushRef="#br0" timeOffset="71714.78">10857 8307 1827 0,'0'0'568'0,"0"0"-242"0,0 0-178 15,0 0-75-15,0 0-30 16,0 0-13-16,0 0-13 16,0 14-10-16,0-14-5 15,0 0-2-15,0 0 0 16,0-8-69-16,0-5-546 0</inkml:trace>
  <inkml:trace contextRef="#ctx0" brushRef="#br0" timeOffset="72367.79">10857 10176 459 0,'0'0'1440'0,"0"0"-932"15,0 0-160-15,0 0-97 16,0 0-52-16,0 0-36 16,0 0-50-16,-17 5-47 15,17-5-35-15,0 0-19 16,0 0-12-16,0 0-7 16,0 0-106-16,5 9-141 15,8 0-480-15,-2 4-626 0</inkml:trace>
  <inkml:trace contextRef="#ctx0" brushRef="#br0" timeOffset="72757.4">10834 11797 1820 0,'0'0'280'0,"0"0"-155"16,0 0-80-16,0 0-22 15,0 0-23-15,0 0-3 16,0 0-205-16,0-92-660 0</inkml:trace>
  <inkml:trace contextRef="#ctx0" brushRef="#br0" timeOffset="75563.09">27349 16486 1592 0,'0'0'519'15,"0"0"-219"-15,0 0-26 16,0 0-69-16,0 0-79 16,0 0-66-16,35-13-30 15,-1-1-21-15,10-3 0 16,6 0-1-16,1-2-7 15,-2 4-2-15,-4 2-6 16,-8 4-55-16,-7 1-95 0,-13 3-139 16,-6 2-252-16,-11 2-342 0</inkml:trace>
  <inkml:trace contextRef="#ctx0" brushRef="#br0" timeOffset="75762.44">27437 16623 383 0,'0'0'1298'16,"0"0"-940"-16,0 0-51 15,0 0-114-15,0 0-44 16,0 0-14-16,88-11-30 16,-41-6-39-16,6-2-36 0,2-3-20 15,2-1-10-15,10-7-100 16,-13 6-238-16,-23 3-841 0</inkml:trace>
  <inkml:trace contextRef="#ctx0" brushRef="#br0" timeOffset="81207.44">28586 13314 1107 0,'0'0'395'0,"0"0"96"15,0 0-203-15,0 0-54 16,0 0-15-16,0 0-11 16,54 22-39-16,-17-15-45 15,5 0-19-15,8-2-27 16,5 0-26-16,9-3-16 0,4-2-15 15,-1 0-9-15,-6 0-10 16,-9-4-2-16,-16-4-18 16,-12 1-67-16,-15-2-75 15,-17-6-87-15,-16 1-309 16,-8-3-324-16</inkml:trace>
  <inkml:trace contextRef="#ctx0" brushRef="#br0" timeOffset="81582.36">28607 13014 1405 0,'0'0'545'16,"0"0"-300"-16,0 0-12 0,0 0-12 15,0 0-40-15,0 0-93 16,0 0-21-16,-15 43 27 15,0-11-1-15,-3 4-18 16,-4 4-19-16,-1 2-15 16,4 0-9-16,4-3-10 15,7 1-8-15,7-5-7 16,1-1 7-16,7-6-14 16,14-3 6-16,7-8-5 15,7-5 13-15,4-7-2 16,7-5-2-16,2 0-4 0,4-5-4 15,-3-5-1 1,-6-1-1-16,-5 0 0 0,-11 2-37 16,-11 4-55-16,-9 0-57 15,-7-1-106-15,-6 2-295 16,-11-1-602-16</inkml:trace>
  <inkml:trace contextRef="#ctx0" brushRef="#br0" timeOffset="81762.07">28976 13453 2356 0,'0'0'370'0,"0"0"-242"0,0 0-29 16,0 0 22-16,0 0-55 15,0 0-66-15,0 0-47 16,-2-3-269-16,-13-4-480 0</inkml:trace>
  <inkml:trace contextRef="#ctx0" brushRef="#br0" timeOffset="83002.23">7209 15494 1542 0,'0'0'362'16,"0"0"-86"-16,0 0-89 0,0 0-20 15,0 0-2-15,0 0-61 16,0 0-38-16,85-70-15 16,-38 33-20-16,8-5-16 15,3 0-7-15,2 1-8 16,-3 5 0-16,-5 6-14 16,-9 6-92-16,-12 7-121 15,-15 12-103-15,-10 5-323 16,-6 0-130-16</inkml:trace>
  <inkml:trace contextRef="#ctx0" brushRef="#br0" timeOffset="83189.73">7283 15601 469 0,'0'0'1082'16,"0"0"-778"-16,0 0-51 15,0 0-126-15,0 0-31 16,0 0-13-16,0 0-22 15,97-79-38-15,-42 32-9 16,8-4-13-16,-2-4-1 16,18-18-88-16,-20 14-225 15,-17 9-472-15</inkml:trace>
  <inkml:trace contextRef="#ctx0" brushRef="#br0" timeOffset="83421.39">7407 14965 1309 0,'0'0'537'0,"0"0"-381"15,0 0-31-15,83-20 11 16,-17 17 10-16,1 3-19 16,3 0-16-16,-1 0-30 15,-23 14-23-15,-1 9-24 16,-17 9-10-16,-22 23 3 15,-15 30-3-15,-58 39-24 16,-28 20-21-16,5-27-212 16,4-24-364-16</inkml:trace>
  <inkml:trace contextRef="#ctx0" brushRef="#br0" timeOffset="88318.95">13315 15654 798 0,'0'0'395'0,"0"0"-143"15,0 0 97-15,0 0-63 16,0 0-69-16,0 0-42 16,-32 14-46-16,34-14-60 15,16 0-46-15,10-8-11 16,8-3-1-16,6-1-4 0,0-2-6 15,-5 4-1 1,-4 2-7-16,-6 4-37 0,-8 2-114 16,-11 2-137-16,-5 0-340 15,-3 6-895-15</inkml:trace>
  <inkml:trace contextRef="#ctx0" brushRef="#br0" timeOffset="88495.95">13299 15919 1189 0,'0'0'520'16,"0"0"-340"-16,0 0-89 0,0 0-39 15,0 0 25 1,95-53-15-16,-46 23-33 0,5-4-20 16,-2-3-9-16,9-16-98 15,-13 10-285-15,-17 3-463 0</inkml:trace>
  <inkml:trace contextRef="#ctx0" brushRef="#br0" timeOffset="88737.5">13443 15463 1273 0,'0'0'372'0,"0"0"-189"16,0 0-52-16,93-2 42 15,-34-1 12-15,7 3-31 0,1 0-17 16,-7 5-37-16,-14 10-43 16,-18 8-10-16,-17 10-9 15,-13 24-7-15,-48 30-6 16,-40 30-25-16,-25 18-1 16,-16-4-157-16,28-37-182 15,24-31-542-15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20:21.8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15809 6341 39 0,'0'0'696'0,"0"0"-429"15,0 0-134-15,0 0-4 16,0 0-4-16,0 0-15 16,-23-20-7-16,22 18 17 15,1 0-11-15,-2 2-31 0,2 0-27 16,0 0-17-1,0 0-6-15,7 0 2 0,12 0 40 16,6 0 33-16,9 3-17 16,7-2-2-16,6 2 4 15,7-3-20-15,6 2-8 16,3-2-20-16,3 1-9 16,2-1-3-16,-3 0 2 15,0 0-4-15,-1 0-1 16,-3 0-6-16,0-6-4 15,0 1 0-15,2-1-3 16,-2 0 0-16,-1-2-1 16,-1 1-2-16,0 1 1 15,-3 1 2-15,-1 2-11 16,0 0 0-16,0 0 5 0,1 0 0 16,1 0-4-16,-1 1-1 15,-1 2 6-15,2-2-1 16,-2 1-5-16,-2 1 1 15,0-1 7-15,2-1 1 16,-1 1 2-16,0-1-1 16,3 1-4-16,-1 1-1 15,-1-2 0-15,2 2 2 16,0 0-1-16,-2-3-5 16,-1 3 8-16,1-2 2 15,-2 2 1-15,1 0-4 16,-1 0-1-16,-1 0-7 15,0 0 5-15,-3 0-4 0,0 0-1 16,-1 0 1-16,-2 0-1 16,0 0 5-16,-1 0-6 15,3 0 6-15,-2 0-5 16,5 0 1-16,-1 0 5 16,1 0-5-16,1 0-1 15,1 0 6-15,-5-2-1 16,1 2 0-16,-4-1-5 15,-1 1 10-15,-2 0-10 16,1 0 0-16,-3 0 6 16,2 0-7-16,1 0 2 15,-2 0 16-15,-2 0 1 16,1 1-7-16,0-1-1 16,5 0 5-16,1 0 13 0,5 0-7 15,4 0 1-15,2 0-10 16,-1 0 2-16,3-1 4 15,-4-2-5-15,-2 0-1 16,-2 2 4-16,1-1-2 16,-1-1-2-16,-2 3 4 15,0-2 1-15,-3 0 1 16,-5 1-7-16,-4 1-10 16,-4-2-1-16,0 1 11 15,-2 0 8-15,2-1 7 16,1 1-15-16,-3 0 0 15,2 0-3-15,-1-1-8 16,-1 1 7-16,-1-1-7 0,-3-1 8 16,-5 1 4-16,-1 0 1 15,-5 1-4-15,-5-1-1 16,-1 1-1-16,-1 0-1 16,-1 1-5-16,-2 0-1 15,-2 0 7-15,-1 0-7 16,-1 0-1-16,-2 0 1 15,1-2 5-15,-1 2-5 16,0 0 0-16,0 0 0 16,0-1 1-16,0 1-1 15,0-2 0-15,0 2 0 16,0 0-1-16,-4 0 0 16,-51 2-59-16,2 8-240 0,-15 0-876 15</inkml:trace>
  <inkml:trace contextRef="#ctx0" brushRef="#br0" timeOffset="5247.74">15611 6818 967 0,'0'0'620'0,"0"0"-391"16,0 0 31-16,-93 31 37 15,82-31 5-15,8 0-87 16,3 0-70-16,0 0-21 16,0-4-65-16,11-9-25 15,11-9-16-15,8-5-10 16,6-2-7-16,4-2 0 15,5-2 1-15,-2 1-2 16,0 2 0-16,-4 1 0 16,-4 1-1-16,-7 4-17 15,-3 3 0-15,-7 4-5 0,-4 3-2 16,-8 5-80 0,-6-1-139-16,0 4-221 0,-11 0-325 0</inkml:trace>
  <inkml:trace contextRef="#ctx0" brushRef="#br0" timeOffset="5533.41">15694 6430 702 0,'0'0'1064'15,"0"0"-684"-15,0 0-120 16,0 0-62-16,0 0-11 0,0 0-119 15,99-69-40-15,-58 58-4 16,4 2-3-16,1-2-2 16,-3 1-5-16,-4 4-2 15,-4 2-6-15,-8 4-5 16,-7 0 0-16,-6 0 5 16,-4 11-6-16,-8 9 1 15,-2 9 0-15,-10 12-1 16,-46 48-3-16,2-7-297 15,-8 1-720-15</inkml:trace>
  <inkml:trace contextRef="#ctx0" brushRef="#br0" timeOffset="7845.37">18006 4807 75 0,'0'0'601'0,"0"0"-367"15,0 0-7-15,0 0 27 16,0 0 12-16,0 0-21 15,0 0-32-15,-24-25-64 16,23 25-69-16,1 0-52 16,0 17-21-16,-2 8 1 0,2 11 27 15,0 7 38-15,0 5-6 16,0 1-12-16,0-4-4 16,0-5-19-16,0-4-2 15,0-4-13-15,0-8-10 16,-3-5-5-16,0-5-2 15,-1-8-8-15,-4-2-31 16,-4-4-12-16,-4 0-14 16,-5-13-7-16,-4-7 37 15,-1-4 12-15,4-4 17 16,-1 0 6-16,6 0 1 16,5 8 0-16,4 4 17 15,5 7 16-15,2 7-10 16,1 2-12-16,0 0-12 0,3 0 0 15,10 13 0-15,5 3 31 16,3 2 9-16,4 2 3 16,4 0-13-16,1-1 0 15,1 0 0-15,0-3 7 16,1-2-12-16,-3-2-5 16,-2-4-8-16,-3-2-5 15,-6-3 0-15,-3-1-7 16,-6-2-11-16,-2 0-7 15,-1-8-15-15,-3-6-20 16,-1-3 21-16,-2 0 22 0,0-2-2 16,0 1 11-1,0 2 0-15,-2-1 1 0,-1 7 10 16,1 3 18-16,1 5 22 16,-2 2-12-16,2 0-24 15,-2 6-14-15,-3 13-2 16,-3 8 2-16,-6 3 7 15,0 5 16-15,-3 0-10 16,-1 0 2-16,-2-1-8 16,2-1-7-16,0-1-9 15,-3 6-143-15,3-9-193 16,4-9-673-16</inkml:trace>
  <inkml:trace contextRef="#ctx0" brushRef="#br0" timeOffset="10559.77">18797 5233 510 0,'0'0'241'16,"0"0"-46"-16,0 0 25 15,0 0-27-15,0 0 4 16,0 0-10-16,0 0-50 15,-8-32-25-15,6 27-19 16,1-1 3-16,-1 1-27 16,-1 4-5-16,2-1 7 15,-1 2-14-15,2 0-20 16,-1 0-14-16,1 0-9 0,0 0-7 16,0 0 2-1,0 0-9-15,0 0-1 0,0 0 1 16,0 0 0-16,0 0 0 15,0 0 0-15,0 0 0 16,0 0 1-16,0 0-1 16,0 0 1-16,0 0-1 15,0 0 0-15,0 0 0 16,0 0 0-16,0 0-1 16,0 0-1-16,0 0-10 15,0 0 6-15,0 0-7 16,0 0 3-16,0 0-2 15,0 0 4-15,0 0 2 16,0 0-7-16,0 0 3 0,0 0-13 16,0 0-3-16,0 0-7 15,0 0 6-15,0 0-14 16,0 0-5-16,0 0 3 16,0 0 0-16,0 0-8 15,0 0-11-15,0 0-37 16,0 0-43-16,0 0-45 15,-3 0-14-15,-1 9 17 16,-1-1-89-16,-1 0-225 0</inkml:trace>
  <inkml:trace contextRef="#ctx0" brushRef="#br0" timeOffset="15303.36">18767 5907 121 0,'0'0'64'0,"0"0"162"16,0 0-12-16,0 0 15 16,0 0-12-16,0 0-33 15,0 0-13-15,-51 15-15 16,51-20-34-16,6-7-56 15,9-2-37-15,6-5-9 16,2 1-20-16,3 2 8 0,-4 0 2 16,1 3 3-1,-7 3-12-15,-6 3 1 0,-3 4 3 16,-6 3-4-16,-1 0 15 16,0 0 0-16,-11 0 12 15,-11 5-6-15,-5 6-3 16,-2 3 14-16,-6 2-1 15,4-1-10-15,0 2-5 16,5-3 1-16,8-3-2 16,6-3-6-16,6-5-4 15,6-3-6-15,0 0 0 16,5 0 0-16,16-3 7 16,5-9 3-16,4-1-4 15,0 0-6-15,-6 3 0 16,-6 0-1-16,-7 7-17 0,-7 2 18 15,-4 1 1 1,0 0 20-16,-12 4-11 0,-10 7 0 16,-8 5-1-16,-1 1 10 15,-2 4 1-15,5-3 0 16,5-1-8-16,7-5-11 16,6-3 0-16,6-5 5 15,4-3-6-15,0-1 0 16,8 0-14-16,12 0 14 15,5-7 7-15,4-3-6 16,0 3 0-16,-3-3-1 16,-3 4-21-16,-8 0-6 15,-2 4-1-15,-7 2 6 16,-4 0 12-16,-2 0-2 16,0 2 12-16,-14 10 0 0,-7 3 1 15,-3 3 7-15,1-1-6 16,0 0 14-16,5-2 2 15,8-6-6-15,4-3-1 16,6-3-11-16,0-3 0 16,4 0-9-16,13 0 9 15,7-1 7-15,1-8-7 16,-1 2 1-16,-5-1-1 16,-1 5 0-16,-6 0 0 15,-3 1-1-15,-6 2-8 16,-3 0 8-16,0 3 0 15,-2 10 1-15,-12 4 1 16,-7 2-1-16,0 4 7 0,-3-3 0 16,3 0-1-16,6-7 2 15,3-2-2-15,9-6-5 16,3-4-1-16,0-1-1 16,10 0 0-16,7 0 1 15,5 0 1-15,2-1-1 16,-3-6 1-16,-1-2 0 15,-4 4 0-15,-6 1-1 16,-2 0 2-16,-5 4-2 16,-3 0 0-16,0 0 0 15,0 5 0-15,-5 9 2 16,-7 5 5-16,-4 1-6 0,-1 1 5 16,1-4-4-16,6-4 4 15,1-4-6-15,8-3 0 16,1-6-1-16,0 0-62 15,22-15-79-15,-2-7-220 16,-3-3-622-16</inkml:trace>
  <inkml:trace contextRef="#ctx0" brushRef="#br0" timeOffset="16069.98">18535 5845 582 0,'0'0'569'0,"0"0"-353"16,0 0-22-16,0 0-48 15,0 0-37-15,0 0-28 16,0 0-36-16,100-36-17 15,-58 26-3-15,1-1-12 16,-2 2-6-16,-7 2-6 16,-7 3-2-16,-8 2 0 15,-10 2-18-15,-7 0-2 16,-2 0 21-16,-6 13 1 0,-12 2 9 16,-7 7 14-1,-4 0-8-15,-2 2 4 0,1 0 2 16,3 1-1-16,3-4-2 15,6-4 0-15,9-5 2 16,6-5-11-16,3-4-10 16,2-1 7-16,15-2 1 15,9 0 2-15,6 0-8 16,2-6 6-16,1-3-8 16,-5 0 1-16,-6 1-1 15,-6 3-2-15,-7 3-11 16,-4 2 4-16,-7 0-3 15,0 2 2-15,-6 12 10 16,-10 6 6-16,-7 2-6 0,-2 4 7 16,-2-1-6-16,5-1-1 15,4-4 6 1,7-6-4-16,7-5 7 0,4-6-9 16,0 0 0-1,12-3 1-15,9 0 5 0,1-5-5 16,2-5 1-16,0 2-1 15,-5-1 0-15,-4 2-1 16,-3 5 1-16,-3-1 0 16,-3 3-1-16,-6 0-2 15,0 3 1-15,0 9 1 16,-6 7 1-16,-7 3 0 16,-1 4 0-16,-2 1-1 0,1 0 2 15,2-1-1-15,2-3 0 16,6-6-1-16,5-3 1 15,0-6-1-15,2-4-9 16,19-4-110-16,-3-8-159 16,-2-6-352-16</inkml:trace>
  <inkml:trace contextRef="#ctx0" brushRef="#br0" timeOffset="16631.79">18626 5878 1098 0,'0'0'294'16,"0"0"-66"-16,0 0-68 15,0 0-63-15,0 0-14 16,0 0-24-16,97-45-21 15,-59 35-18-15,-4 3-6 16,-3 0 0-16,-8 4-12 16,-8 3-1-16,-7 0 5 15,-6 7-5-15,-2 8 11 16,-6 6 7-16,-15 5 3 16,-4 7-7-16,-3 1 12 15,-2-1 8-15,4-1-8 16,8-5-13-16,7-5-2 0,8-5-3 15,3-6-9-15,3-2 1 16,14-6 4-16,6 0-4 16,1-3-1-16,1 0 6 15,-1 0 3-15,-3-3-9 16,-8 0 1-16,-1 2-1 16,-8 1 0-16,-2 0 1 15,-2 0 4-15,0 11-3 16,-10 6 5-16,-5 4 2 15,-5 3 1-15,1 2 1 16,-2-1-1-16,3-6 7 16,5-2 2-16,7-6-4 15,4-3-14-15,2-4 5 0,0-4-5 16,15 0 0-16,4 0-1 16,13-9-63-16,-7-6-154 15,-4-2-478-15</inkml:trace>
  <inkml:trace contextRef="#ctx0" brushRef="#br0" timeOffset="17689.82">18756 5138 654 0,'0'0'495'0,"0"0"-161"15,0 0 2-15,0 0-40 0,0 0-70 16,0 0-58 0,0 0-39-16,-91-36-30 0,66 36-22 15,-3 7-18-15,-1 8-16 16,3 2-15-16,0 4-4 15,7 2-4-15,2 2-4 16,7-2-10-16,4 1-6 16,6-4 0-16,0 0-1 15,7-4 1-15,11-5-1 16,0-4-17-16,4-7-19 16,2 0-38-16,-1-6 11 15,-1-11 4-15,-1-3 9 16,-3-2 32-16,-3-1 19 15,-5 3 0-15,-1 2 0 16,-5 6 9-16,-2 3 15 0,-1 4 22 16,-1 5 8-16,0 0-17 15,0 0-37-15,2 8 0 16,3 10 0-16,2 6 11 16,2 6 8-16,1-1-1 15,-1 1-12-15,3-2-6 16,0-6 0-16,-1-3 6 15,2-4-6-15,-2-5-72 16,3-8-166-16,-3-2-330 16,-4 0-518-16</inkml:trace>
  <inkml:trace contextRef="#ctx0" brushRef="#br0" timeOffset="18102.91">18949 4703 1265 0,'0'0'356'0,"0"0"-20"16,0 0-104-16,0 0-43 15,-97 13-28-15,71-5-32 16,3 0-36-16,3-1-35 15,4 0-10-15,5-4 1 0,7-1-18 16,2-1-14 0,2 1-11-16,0 1-6 0,3 3 0 15,9 6 0-15,6 4 13 16,-3 2-5-16,3 4 4 16,-5 5 6-16,1 1 4 15,-5 5 5-15,0 2-6 16,-2 2-5-16,-1 0-2 15,-2-2-8-15,0-3-5 16,0-3-1-16,-1-5 2 16,2-5-2-16,0-4-18 15,1-4-93-15,2-10-170 16,-2-1-246-16,0 0-296 0</inkml:trace>
  <inkml:trace contextRef="#ctx0" brushRef="#br0" timeOffset="18311.68">19025 4864 1318 0,'0'0'484'16,"0"0"-339"-16,0 0 42 15,0 0-14-15,0 0-56 16,15 93-63-16,-8-69-31 15,3-2-23-15,-4 0-4 16,1-2-156-16,-4-4-395 16,-3-7-596-16</inkml:trace>
  <inkml:trace contextRef="#ctx0" brushRef="#br0" timeOffset="18734.55">19053 4649 1189 0,'0'0'526'0,"0"0"-237"15,0 0-135-15,0 0-49 16,0 0 36-16,0 0-37 16,88-25-7-16,-62 22-29 0,-3 0-5 15,-3 2 8-15,-2 1-5 16,-4 0-11-1,0 0-5-15,-1 10-5 0,-1 5-5 16,0 6 5-16,-3 4 3 16,-1 7-14-16,-2 2 1 15,-2 3-7-15,0 2 5 16,-1 1-7-16,0-1 8 16,-1-3-10-16,-1-5-9 15,-1-2-9-15,0-6-5 16,0-6 0-16,0-6 7 15,0-4-2-15,0-2-5 16,0-2 6-16,-13-1 2 0,-5-2-3 16,-7 0-5-1,-7 0-1-15,-5 0-56 0,-33 9-99 16,13 5-335-16,1 1-648 16</inkml:trace>
  <inkml:trace contextRef="#ctx0" brushRef="#br0" timeOffset="21518.54">20381 5185 542 0,'0'0'708'15,"0"0"-202"-15,0 0-219 16,0 0-28-16,0 0-42 0,0 0-49 15,86-51-80-15,-41 28-58 16,4 0-15-16,3-1-5 16,3 0-5-16,-1 1-5 15,-3 2-6-15,-2 1 0 16,-5 3 5-16,-5 3-14 16,-10 2-25-16,-13 4-75 15,-16 8-157-15,-12 0-205 16,-16 0-226-16</inkml:trace>
  <inkml:trace contextRef="#ctx0" brushRef="#br0" timeOffset="21841.35">20321 4930 1290 0,'0'0'344'0,"0"0"-35"16,0 0-138-16,0 0-19 16,0 0-63-16,0 0-27 15,0 0-11-15,-39 113-10 16,14-64 13-16,-2 2-5 16,0-3-1-16,2-2-10 15,5-6 4-15,10-4-6 16,8-7-3-16,2-5-8 15,14-8 1-15,17-6-1 16,14-10-3-16,20 0-21 16,23-22 2-16,19-9-3 15,6-3-203-15,-28 9-258 16,-21 5-339-16</inkml:trace>
  <inkml:trace contextRef="#ctx0" brushRef="#br0" timeOffset="24012.2">17242 7853 745 0,'0'0'354'0,"0"0"-29"16,0 0-24-16,0 0-26 16,0 0-13-16,0 0-32 15,0 0-67-15,2-13-51 16,19 6-6-16,7 3-16 16,5-1-45-16,6 1-11 15,4 0-12-15,5-2-7 16,2 3 8-16,-2-4-5 15,-2 2-3-15,-4 0-14 0,-6 1 5 16,-3 1-6 0,-6 1 1-16,-7-1 1 0,-6 2-1 15,-4-1-1-15,-7 2-1 16,-3 0-30-16,0 0-86 16,0 0-138-16,-25 7-15 15,-3 6-318-15,-2-4-328 0</inkml:trace>
  <inkml:trace contextRef="#ctx0" brushRef="#br0" timeOffset="24357.99">17232 7936 1174 0,'0'0'360'16,"0"0"-21"-16,0 0-81 16,0 0-51-16,0 0-18 15,0 0-31-15,0 0 7 16,73 0-32-16,-33-1-67 16,5-3-27-16,1-2-9 15,2 3-8-15,-1-3 8 16,-2-2-10-16,-3 0-8 15,-2 0-5-15,-2-2 1 16,-5-2-7-16,-5 2-1 16,-6 0 2-16,-8 4-1 15,-7 2-1-15,-7 4-24 0,-21 6-160 16,-13 11-385-16,-14 2-1100 16</inkml:trace>
  <inkml:trace contextRef="#ctx0" brushRef="#br0" timeOffset="26159.7">18232 8139 398 0,'0'0'200'0,"0"0"-31"16,0 0-4-16,0 0 4 16,0 0 6-16,0 0-8 0,0 0-3 15,-86 37-6-15,74-34-8 16,5 3 7-16,1-5-15 15,1 0-33-15,4-1-5 16,1 0 1-16,0 0 1 16,0 0 0-16,0 0-2 15,0-2-11-15,10-12-35 16,10-6-17-16,8-9-16 16,6-5-6-16,5-4 5 15,2 0 9-15,2 0 9 16,-5 3-12-16,0 1-10 15,-7 4-11-15,-4 5-9 0,-6 5 0 16,-6 4 2-16,-3 5 4 16,-5 4-6-16,-2 1 1 15,-4 6 0 1,-1-2-1-16,0 2 0 16,0 0-1-16,0 0-31 0,0 0-22 15,-10 8-73-15,-7 3-114 16,-7 6-65-16,0-5-325 15,4-2-396-15</inkml:trace>
  <inkml:trace contextRef="#ctx0" brushRef="#br0" timeOffset="26661.62">18322 7737 1053 0,'0'0'333'0,"0"0"29"16,0 0-122-16,0 0-13 15,0 0-69-15,0 0-57 16,0 0-28-16,9 1 26 15,12-1 43-15,5 0-29 0,5 0-29 16,4-3-30 0,1-7-9-16,0 0-23 0,-5 2-4 15,-2 1-3-15,-7 2-6 16,-8 0-7-16,-5 4-1 16,-4 0 7-16,-3 1-7 15,-2 0-1-15,0 0 0 16,0 5 0-16,0 6 7 15,0 5 12-15,0 4 1 16,0 1-5-16,0 4 4 16,-6-1-4-16,0 2-6 15,2 1 9-15,-1-4 6 16,0-1-12-16,1-2-4 16,-2-1-7-16,2-2 0 15,1-3 0-15,-3-1-1 0,0-1-46 16,-24 0-149-16,2 1-331 15,-8-6-1129-15</inkml:trace>
  <inkml:trace contextRef="#ctx0" brushRef="#br0" timeOffset="32857.91">20057 8008 947 0,'0'0'323'16,"0"0"46"-16,0 0-42 15,0 0-62-15,0 0-39 16,0 0-22-16,-15-10-34 16,15 4-34-16,9-5-12 0,10-5-28 15,8-6-52-15,6-4-22 16,3-2-10-1,1 2-3-15,-3 3-8 0,-4 3 0 16,-9 7 0-16,-8 6-1 16,-5 3 0-16,-5 4-12 15,-1 0-20-15,-2 0-110 16,1 0-241-16,-1 7-355 0</inkml:trace>
  <inkml:trace contextRef="#ctx0" brushRef="#br0" timeOffset="33207.55">20143 7764 1624 0,'0'0'526'0,"0"0"-286"16,0 0-138-16,0 0 48 15,0 0 28-15,0 0-30 16,0 0-62-16,103-9-50 15,-76 3-4-15,-3-2-1 16,-1-1-7-16,-1-1-6 16,-3 3-4-16,-2-1 1 15,-3 3-5-15,-5 1-1 16,1 2 2-16,-3 2-10 16,-3 0 0-16,2 2 0 15,-1 10 0-15,-1 7 0 16,-2 7 5-16,-2 4 3 0,0 5 2 15,-12 3 2-15,-9 1-4 16,-4 3-9-16,-4 1-1 16,-23 25-57-16,4-11-288 15,-1-3-1053-15</inkml:trace>
  <inkml:trace contextRef="#ctx0" brushRef="#br0" timeOffset="36919.24">26220 5003 947 0,'0'0'304'0,"0"0"31"16,0 0-51-16,0 0-27 15,0 0-47-15,0 0-22 16,-18 0-27-16,18 0-45 16,0 0-32-16,18 5 7 15,9 4-4-15,10-1-15 16,14-4-21-16,17 1-3 15,25-5 3-15,-7-5-24 16,-6-4-7-16,-13-2-9 16,-21 2-5-16,0 1-6 0,-6 2-1 15,-11-1-5-15,-14 4 5 16,-6 2 1 0,-8 0-1-16,-1 1 1 0,0 0-1 15,0 0-18-15,-6 0-64 16,-10 2-128-16,-26 10-360 15,2 0-209-15,-4-6-829 0</inkml:trace>
  <inkml:trace contextRef="#ctx0" brushRef="#br0" timeOffset="38284.45">26214 5115 665 0,'0'0'382'0,"0"0"-222"0,0 0 26 16,0 0 27-16,0 0-14 16,0 0-65-16,27 92-50 15,-20-62 10-15,1 2-13 16,-2-1-25-16,0 3 15 15,0 0 3-15,-5-3-7 16,-1-2-20-16,0-1-2 16,-4 0-12-16,-7-3-1 0,-2-3 4 15,-5-3 0 1,-3-1-6-16,0-4 1 0,-7-1-3 16,-4-4-7-16,-2 0-4 15,-6-2-5-15,-2-3-5 16,-1-1-1-16,0-1-5 15,2-2 5-15,1 0 0 16,8 0-5-16,2-9 10 16,7-4-4-16,1-1 27 15,3-5-5-15,0-1-10 16,2-3-5-16,2 1-1 16,-3-3 1-16,2-1-7 15,-1-1 1-15,-1-1-2 0,3 0 0 16,0-3 3-1,5 1 2-15,2-1 7 0,4 2-1 16,0 2-1-16,4-1-1 16,0 4-14-16,0 3 5 15,4 2-6-15,2 2-1 16,-2 1 1-16,2 4 0 16,-1 1 0-16,-2 3-2 15,0 4-7-15,-3 3 0 16,3 1 8-16,-3 0-7 15,0 0 2-15,0-2 1 16,0 2 5-16,0 0 0 16,0 0 0-16,0-1 1 15,0-2 1-15,0-1-2 16,0-2 0-16,0 2 0 16,-3 1-6-16,1 2 6 15,-1 1-1-15,-1 0 0 0,-5 9-14 16,-7 13-7-16,-3 7 8 15,-3 4 13-15,1 2 0 16,2-1 1-16,3-3 0 16,3-6 0-16,3-5 0 15,6-6 1-15,1-8 5 16,1-6-4-16,1 0 11 16,1-7 18-16,0-15-13 15,0-8-17-15,0-6-1 16,0-2-6-16,7-1-18 0,8 3 13 15,3 2-4-15,3 4 14 16,3 7 1-16,1 7-7 16,-2 10 1-16,2 6 0 15,-1 1-17-15,-1 18 7 16,0 7 8-16,-4 9 8 16,-1 0 1-16,-4 4 0 15,-3-3-1-15,-2-2 0 16,-1 5-36-16,-3-7-351 15,-4-11-364-15</inkml:trace>
  <inkml:trace contextRef="#ctx0" brushRef="#br0" timeOffset="38452.72">25837 5126 1521 0,'0'0'546'15,"0"0"-282"-15,0 0-104 16,0 0-84-16,0 0-76 16,0 0-100-16,-82 41-587 0</inkml:trace>
  <inkml:trace contextRef="#ctx0" brushRef="#br0" timeOffset="40103.24">23149 5450 191 0,'0'0'183'16,"0"0"503"-16,0 0-433 0,-87 42 13 15,67-35-19-15,7-3-13 16,5-4-6-16,8 0-27 16,0-5 0-16,7-18 3 15,19-14-126-15,27-19-36 16,31-21-2-16,22-15-24 16,9 3-10-16,-21 16-4 15,-28 22-2-15,-28 24 0 16,-13 5 0-16,-2 5-1 15,-6 2 0-15,-3 2-5 16,-5 6 5-16,-8 3-1 16,-1 1-5-16,0-2-54 0,0 2-120 15,-11 3-129 1,-6 0-235-16,-5 0-283 0</inkml:trace>
  <inkml:trace contextRef="#ctx0" brushRef="#br0" timeOffset="40380.46">23409 4884 863 0,'0'0'853'16,"0"0"-515"-16,0 0-92 16,0 0-44-16,0 0-19 15,0 0-93-15,81-43-58 16,-45 40-14-16,3-1-3 15,3 4 9-15,-5 0 6 16,-4 0-17-16,-5 0-4 0,-5 7-1 16,-7 7 1-16,-4 1-2 15,-8 7-5-15,-4 5-1 16,-1 10 7-16,-26 7-7 16,-53 43-1-16,3-11-33 15,-15-2-550-15</inkml:trace>
  <inkml:trace contextRef="#ctx0" brushRef="#br0" timeOffset="46078.17">17274 10007 637 0,'0'0'396'0,"0"0"-118"16,0 0-89-16,0 0 3 15,0 0-18-15,0 0-12 16,-11-3-38-16,11 3-46 16,3 0-28-16,14 0 18 15,11 0 34-15,12 0-9 16,11 0-15-16,10 0 4 16,9 0-1-16,2-1-14 15,3-2-12-15,0 0-7 16,-3 0-4-16,-1-2-4 15,-2-1 2-15,-2 3-11 16,2-5-7-16,-1 3 2 0,3-2 10 16,0-2-8-16,4 0-10 15,-2-1-1-15,1 0-10 16,1-1 5-16,-2 2 0 16,2-1-3-16,-4-1-1 15,4 5 1-15,-3 2 1 16,2-1 0-16,-2 3-8 15,-1-1 8-15,-1 3-4 16,-4 0 0-16,-2 0 2 16,-4 0-1-16,-2 0-1 15,-3 0 2-15,-1 0-2 16,1 0 1-16,3 0 2 16,3 0 3-16,1 0-3 15,0 0 0-15,-1 0-7 16,-2 0 4-16,0 0 6 0,-2 0 3 15,-1 0-9-15,1 0-5 16,-3 0 5-16,1 0 0 16,2 0 3-16,-1 0 3 15,4 0 3-15,-2 0 0 16,-1 0-3-16,-6 0-3 16,-2 0-8-16,-2 5 5 15,-2 1 0-15,0 0 2 16,-2-1-7-16,1 1 10 15,-3-1-2-15,1 1 1 0,0 0 1 16,0-2-2 0,1 1 4-16,2-1-2 0,0-1 1 15,-1 0 0-15,0 0-2 16,2 0 2-16,-3-2-3 16,1 3-3-16,-2-1-5 15,2 0 1-15,-3 2-1 16,0-1 8-16,-2 1 3 15,-1-1-10-15,0-2 10 16,0 0 4-16,1-1 8 16,4 2-9-16,-1-2-4 15,3 0-1-15,-2 1-2 16,3 1-2-16,-1 0 1 16,0 0-5-16,0-2 7 15,1 2 0-15,-1-2 0 0,-3 0 3 16,-2-1-2-16,-6 0-2 15,-1 0 2-15,-5 0-2 16,-1 0 4-16,-3 0-5 16,-5-2-5-16,1-1 4 15,-4 1 0-15,0 0 0 16,-2 1-5-16,-2-3 6 16,-3 3 2-16,-2-1-3 15,0 1-5-15,-4 0 5 16,-1 0-5-16,-2-1 5 15,0-2-5-15,0-4-1 16,-15-1-40-16,-17-5-100 16,-64-11-97-16,3 3-136 0,-8-5-652 15</inkml:trace>
  <inkml:trace contextRef="#ctx0" brushRef="#br0" timeOffset="46896.01">17466 7958 327 0,'0'0'53'16,"0"0"744"-16,0 0-433 15,0 0-46-15,0 0-22 16,0 0-53-16,0 0-43 15,-24-13-31-15,24 13-56 16,0 0-61-16,3 13-28 0,12 8 21 16,7 6 13-16,5 7-11 15,4 7-10-15,5 2 25 16,5 3-4-16,3 3-4 16,1 1-2-16,1 1-13 15,-2 0-3-15,-3-3-6 16,-5-2 5-16,-5-5-14 15,-5-4 3-15,-8-5-11 16,-2-8-4-16,-7-3-8 16,-3-9 0-16,-3-5 0 15,-1-4 0-15,-2-3-1 0,0 0 0 16,0 0 0 0,0-10-60-16,0-7-101 0,-8 0-72 15,-10-6-223-15,2 5-140 16,-3 1-323-16</inkml:trace>
  <inkml:trace contextRef="#ctx0" brushRef="#br0" timeOffset="47174.92">17688 8548 108 0,'0'0'1144'15,"0"0"-652"-15,0 0-173 0,0 0-102 16,0 0 7-1,0 0 38-15,0 0-50 0,31 36-56 16,-8-27-56-16,5 1-26 16,1-4-24-16,1 0-15 15,-2-1-14-15,0-2-6 16,-2 0-8-16,-4 0 5 16,-4-2-12-16,-3-1 0 15,-6 0-26-15,-3 0-48 16,-3 0-26-16,-2 0-53 15,2-10-143-15,-3-3-264 16,0-1-323-16</inkml:trace>
  <inkml:trace contextRef="#ctx0" brushRef="#br0" timeOffset="47573.23">18009 8352 715 0,'0'0'500'16,"0"0"-205"-16,0 0-23 15,0 0 2-15,0 0-50 0,0 0-36 16,0 0-9 0,2-35-21-16,-2 35-22 0,0 0-27 15,0 12-39-15,0 10 5 16,0 5-27-16,0 7-4 16,0 3-8-16,0 0-1 15,0 0 1-15,0-3-9 16,0-2-15-16,0-1 0 15,0-5-11-15,0-3-1 16,0-2-18-16,-10 4-136 16,0-7-423-16,-8-8-1027 0</inkml:trace>
  <inkml:trace contextRef="#ctx0" brushRef="#br0" timeOffset="53928.1">20752 10193 228 0,'0'0'185'15,"0"0"-146"-15,0 0 494 16,0 0-284-16,0 0-1 15,0 0-53-15,0 0 3 16,0-3-6-16,0 1-28 16,0 0-27-16,0 1-3 0,0 1-9 15,0 0-7-15,0 0-23 16,-2 0-22-16,2 0-19 16,0 0-16-16,0 0-16 15,0 3-8-15,0 11 0 16,0 6 28-16,0 7-1 15,0 2-8-15,0 4-8 16,0 4 5-16,3-1 3 16,2 0-10-16,-2-1-4 15,0-3 5-15,0-4-5 16,-2-1-4-16,-1-7-7 16,2-3-7-16,-2-6 0 15,0-4 1-15,0-2-1 16,0-3-1-16,-5 0 0 15,-7-2-70-15,-19 0-104 0,3 0-338 16,-2 0-746-16</inkml:trace>
  <inkml:trace contextRef="#ctx0" brushRef="#br0" timeOffset="54639.95">21225 10243 954 0,'0'0'403'0,"0"0"-29"0,0 0-43 16,0 0-54-16,0 0-33 16,0 0-43-16,0 0-65 15,-17-24-55-15,6 37-23 16,-2 8 8-16,-3 7 1 15,3 5 2-15,-2 6-24 16,3-1-12-16,1-1-18 16,3-4-3-16,2-2-11 15,1-6 0-15,2-6-1 16,0-4-7-16,1-7-52 16,1-4-60-16,-1-4-75 15,-8-2-138-15,3-13-298 16,-2-2-417-16</inkml:trace>
  <inkml:trace contextRef="#ctx0" brushRef="#br0" timeOffset="54903.98">21031 10231 1549 0,'0'0'509'16,"0"0"-243"-16,0 0-140 15,0 0 119-15,0 0-28 16,83 46-72-16,-50-24-46 16,0 4-14-16,-2-1-25 15,-4-3-24-15,-4 0-24 0,-2-5-11 16,-5-5 7 0,-4-2-8-16,-3-3-2 15,-2-3-56-15,-4-4-71 0,-3 0-100 16,0-4-255-16,0-6-444 0</inkml:trace>
  <inkml:trace contextRef="#ctx0" brushRef="#br0" timeOffset="55435.91">21404 10178 1265 0,'0'0'388'15,"0"0"-21"-15,0 0-93 16,0 0-35-16,0 0-38 16,0 0-83-16,0 0-57 15,-6 12-9-15,6 11 26 16,0 5-6-16,0 5-32 15,0 0-17-15,4-2-10 16,4-2-4-16,4-2-3 16,0-6-5-16,2-4 5 15,0-5-6-15,0-9 0 16,0-3-7-16,1-3-17 0,0-16-15 16,-3-9-6-16,0-3 3 15,-5-5 14-15,0 3 16 16,-4 4 11-16,0 5 0 15,-3 9 1-15,1 7 0 16,-1 5 22-16,0 3 2 16,0 0-5-16,0 14-2 15,0 8 19-15,4 6 9 16,1 6-12-16,1 3-2 16,1-1-5-16,1 2-13 15,0-6-5-15,0-4-8 16,0-4 1-16,-2-4-1 15,-3-8-27-15,1-4-57 16,-4-8-121-16,0-3-169 0,0-11-521 0</inkml:trace>
  <inkml:trace contextRef="#ctx0" brushRef="#br0" timeOffset="55661.95">21698 10074 1746 0,'0'0'385'0,"0"0"-184"15,0 0 1-15,32 92 31 16,-6-48-48-16,2 6-76 16,0 4-37-16,-3 4-38 15,-11 0-22-15,-12 5-12 16,-4-5-28-16,-51 12-140 0,2-15-189 15,-9-13-423-15</inkml:trace>
  <inkml:trace contextRef="#ctx0" brushRef="#br0" timeOffset="56203.55">20418 10118 1326 0,'0'0'389'0,"0"0"-35"15,0 0-117-15,0 0-53 16,0 0-10-16,-94 80-5 16,70 2-38-16,3 27-20 15,11-5-18-15,10-18-39 16,0-28-21-16,16-21-18 15,14 3-9-15,15 2-6 16,11-5-1-16,20-17-85 16,33-20-129-16,-18-17-376 0,-7-12-749 0</inkml:trace>
  <inkml:trace contextRef="#ctx0" brushRef="#br0" timeOffset="58262.39">24588 10720 829 0,'0'0'305'0,"0"0"-45"16,0 0 14-16,0 0-35 15,0 0-25-15,0 0-64 16,0 0-42-16,-9-48-47 16,9 53-19-16,0 12 41 15,0 7 29-15,0 7-12 16,0 5-24-16,0 1-23 16,-4 4-8-16,-3-5-24 15,-1-2-6-15,2-5-13 16,-2-2 4-16,3-10-6 15,0-5 1-15,2-3 1 16,0-8 4-16,0-1-5 16,0-1 4-16,0-11-5 0,2-4-8 15,1 3 7-15,0 2 0 16,0 3-7-16,6 1 1 16,6 2 5-16,5 2 1 15,6-2 1-15,-2 2-1 16,4 1 1-16,-1 0-1 15,-3 0 1-15,-3-3-1 16,-3 0-8-16,-3-1-4 16,-5-2-10-16,-1-3 5 15,-3-1 0-15,-3-2 1 16,0-3 11-16,0 1-2 16,0 1 8-16,0 0-1 0,-2 6 1 15,-2 4 1-15,3 5 27 16,-1 0 1-16,2 5-13 15,0 19-4-15,0 8 27 16,0 9 8-16,0 5-6 16,0 3-11-16,6-4-9 15,-2-3-6-15,-1-5-9 16,0-7-4-16,-1-4-2 16,-2-9-48-16,0-9-107 15,0-4-175-15,-5-4-334 0</inkml:trace>
  <inkml:trace contextRef="#ctx0" brushRef="#br0" timeOffset="59069.72">25023 10757 971 0,'0'0'333'0,"0"0"-9"16,0 0 11-16,0 0-17 16,0 0-72-16,0 0-84 15,0 0-64-15,-20-5-41 16,13 35 42-16,-1 10-6 16,1 7-20-16,1 3-37 15,-2-1-12-15,2-3-11 16,3-6-7-16,2-4-5 15,1-7-1-15,0-8-50 16,-2-5-98-16,-2-12-148 16,-1-4-196-16,-1 0-211 0</inkml:trace>
  <inkml:trace contextRef="#ctx0" brushRef="#br0" timeOffset="59307.57">24841 10853 1637 0,'0'0'321'16,"0"0"-96"-16,0 0-21 15,0 0 16-15,0 0-50 16,89 73-64-16,-58-52-25 16,-1 0-44-16,-1-3-22 15,-3-1-6-15,-3-2-9 16,-7-4-1-16,-1-4-32 15,-5-3-133-15,2-4-127 0,-4-5-275 16,-2-8-502-16</inkml:trace>
  <inkml:trace contextRef="#ctx0" brushRef="#br0" timeOffset="59540.32">25205 10783 396 0,'0'0'1524'0,"0"0"-1216"16,0 0-123-16,0 0-27 15,0 0 37-15,0 0-67 0,41 86-51 16,-27-56-46-16,0-1-8 16,-5-2-22-16,-1-3 5 15,-4-4-6-15,0-4-84 16,-4-6-149-16,0-3-253 15,0-7-330-15</inkml:trace>
  <inkml:trace contextRef="#ctx0" brushRef="#br0" timeOffset="59775.99">25319 10519 1868 0,'0'0'359'16,"0"0"-156"-16,0 0-27 0,96 23 16 16,-52 11-52-16,1 14-35 15,-2 7-26-15,-10 6-25 16,-12 4-34-16,-14 1-5 16,-7 1-15-16,-19-4-19 15,-17 0-110-15,-46 10-206 16,9-14-341-16,-9-12-929 0</inkml:trace>
  <inkml:trace contextRef="#ctx0" brushRef="#br0" timeOffset="60315.96">24471 10549 738 0,'0'0'330'0,"0"0"-19"16,0 0-30-16,0 0-24 16,0 0-21-16,0 0-47 15,0 0-46-15,-41 9-23 16,26 18-10-16,-1 25 31 0,-3 25-8 16,5 28-26-16,4 12-36 15,10-4-23-15,0-14-20 16,8-25-11-16,6-19-11 15,2-14-6-15,2-12-38 16,27-1-95-16,-5-6-193 16,1-9-475-16</inkml:trace>
  <inkml:trace contextRef="#ctx0" brushRef="#br0" timeOffset="61490.89">21517 10455 413 0,'0'0'251'0,"0"0"-162"15,0 0-54-15,0 0-34 16,0 0-1-16,0 0-98 16,0 0-147-16</inkml:trace>
  <inkml:trace contextRef="#ctx0" brushRef="#br0" timeOffset="61856.18">24491 10892 204 0,'0'0'546'0,"0"0"-466"0,0 0-56 15,0 0-24-15,0 0-44 16,0 0-257-16</inkml:trace>
  <inkml:trace contextRef="#ctx0" brushRef="#br0" timeOffset="65604.59">25767 9970 527 0,'0'0'925'0,"0"0"-643"15,0 0-67-15,0 0 30 0,0 0-45 16,0 0-16 0,-27 36-17-16,61-28-15 0,12-5-56 15,10-3-29-15,6 0-20 16,8-3-23-16,-1-10 3 15,-2-1-20-15,-6-1-7 16,-7 3-6-16,-11 2-10 16,-10 2-52-16,-15 5-90 15,-12 3-164-15,-11 0-67 16,-14 11-220-16,-8 0-308 0</inkml:trace>
  <inkml:trace contextRef="#ctx0" brushRef="#br0" timeOffset="65824.84">25774 10206 1692 0,'0'0'378'16,"0"0"-147"-16,0 0-13 16,0 0 21-16,140-32-57 15,-76 18-70-15,8-2-48 16,4 2-29-16,-15 4-20 15,0 2-8-15,-11 2-7 16,-13 1-12-16,-11 5-119 16,-12 0-323-16,-8 0-430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21:35.1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7735 3507 59 0,'-96'-31'90'0,"28"8"-12"15,17 4-31-15,8 2-6 16,-5-1-14-16,-4-1-2 16,-3-1-17-16,5 3-8 15,6 4-5-15,5 4-20 16,9 5-8-16,11 4-20 0,11 0-206 15</inkml:trace>
  <inkml:trace contextRef="#ctx0" brushRef="#br0" timeOffset="292.23">6094 2396 13 0,'0'0'0'0</inkml:trace>
  <inkml:trace contextRef="#ctx0" brushRef="#br0" timeOffset="1657.4">5942 2833 851 0,'0'0'612'0,"0"0"-428"16,0 0-24-16,0 0 22 16,0 0-87-16,0 0 4 15,0 0 56-15,78 20-7 16,-28-17-8-16,22-3-3 16,31-3-13-16,27-17-21 15,13-4-21-15,-1-4-7 16,-7-1-10-16,-14 3-14 15,-2-3-9-15,-1 0 1 16,1-4-4-16,0 0-8 0,4-4-8 16,-5-1-7-1,-9 0 2-15,-24 8-3 0,-24 8-4 16,-21 5-10 0,-8 3 5-16,-4 4 2 0,-4 0-8 15,-5 4-1-15,-8 2-6 16,-11 4-8-16,0 0-57 15,-21 1-63-15,-18 14-148 16,-60 26-223-16,5-3-129 16,-10-1-729-16</inkml:trace>
  <inkml:trace contextRef="#ctx0" brushRef="#br0" timeOffset="2182.69">5948 3113 149 0,'0'0'1081'0,"0"0"-891"16,0 0-33-16,0 0 22 15,0 0 40-15,0 0 14 16,119 22-42-16,-14-22-26 16,41-19 11-16,18-13-17 15,3-9-43-15,-6-1-21 16,-13-1-5-16,-2-4-15 16,-1-1 3-16,-14 0-20 15,-7 4-20-15,-17 5-19 16,-22 9-1-16,-28 8-6 15,-22 10-6-15,-18 4-6 0,-2 1 0 16,-6 2-1-16,-5 3-34 16,-4 2-65-16,-34 31-144 15,-3 4-459-15,-2-3-611 0</inkml:trace>
  <inkml:trace contextRef="#ctx0" brushRef="#br0" timeOffset="2872.04">12380 2605 1129 0,'0'0'326'0,"0"0"-106"16,0 0 84-16,0 0-47 16,0 0-48-16,0 0-31 15,0 0-34-15,-63 21-40 0,77-10-5 16,17 3 16-16,27-5-13 16,38-6-6-16,42-8-7 15,20-22-15-15,5-9-5 16,-7-3-12-16,-26 8-17 15,-12 4-10-15,-27 5-10 16,-25 7-13-16,-24 5-7 16,-11 2 1-16,-1 2-1 15,-5-1 0-15,-4 3-1 16,-11 1 0-16,-5 1-17 16,-5 2-29-16,-2 0-46 15,-20 2-69-15,-29 17-98 16,-37 17-348-16,8-2-130 15,2-4-391-15</inkml:trace>
  <inkml:trace contextRef="#ctx0" brushRef="#br0" timeOffset="3202.78">12429 2951 1341 0,'0'0'333'15,"0"0"-128"-15,0 0-40 16,0 0 31-16,0 0-24 16,0 0 29-16,0 0 10 15,156 12-51-15,-40-33-27 16,19-12-13-16,8-8-12 0,-1-7-15 16,-15 7-17-16,-6 2-16 15,-14 5-19-15,-25 8-14 16,-21 9-11-16,-19 5-8 15,-11 1 1-15,2 0-8 16,-1-1 7-16,-4 2-7 16,-10 2 0-16,-11 2-1 15,-7 3-1-15,-15 3-54 16,-80 13-133-16,1 13-137 16,-18 8-403-16</inkml:trace>
  <inkml:trace contextRef="#ctx0" brushRef="#br0" timeOffset="30047.94">19178 7501 783 0,'0'0'45'0,"0"0"183"15,0 0-1-15,0 0-34 16,0 0-40-16,0 0-25 15,-70-30-31-15,46 51-43 16,-4 12 12-16,0 9 20 16,2 5-9-16,7 4-15 15,9-1-25-15,5 0-15 16,5 1-4-16,0 1 1 0,3 2-4 16,3-1-14-16,-3 3-1 15,-3-3 1-15,0 2 1 16,-15-3-2-16,-7-3 1 15,-4-4-1-15,-2-9 1 16,3-8-1-16,4-8 0 16,4-11 0-16,8-9 7 15,5 0 7-15,4-14-7 16,0-6-6-16,12 1 10 16,7 8-10-16,1 10 9 15,1 2 5-15,-1 23 10 16,-5 11 51-16,-1 14 28 15,-8 15 19-15,-6 22-23 0,0 20-3 16,-11 5-31 0,-1-6-4-16,6-23-19 0,3-27-10 15,3-14-8-15,0-9-10 16,0 2-1-16,3-3-7 16,8-1-6-16,1-14 5 15,1-6-4-15,2-10 4 16,0 0-5-16,4-7 0 15,-2-12-1-15,2-6-36 16,-4 2-51-16,-2-2-118 16,-3-8-136-16,-6 8-326 15,-2 3-445-15</inkml:trace>
  <inkml:trace contextRef="#ctx0" brushRef="#br0" timeOffset="30200.09">19032 9237 1813 0,'0'0'563'16,"0"0"-499"-16,0 0-30 15,0 0-28-15,0 0-6 16,-104 56-107-16,62-33-561 0</inkml:trace>
  <inkml:trace contextRef="#ctx0" brushRef="#br0" timeOffset="31975.6">19344 10249 1011 0,'0'0'162'0,"0"0"-83"16,0 0 64-16,0 0 55 16,-92-53-69-16,68 53-53 15,0 19-16-15,-3 17-4 16,0 10 32-16,3 10-12 16,6 2-25-16,11-2-17 15,7-1-7-15,0-7-15 16,18-4-2-16,5-1-3 15,2-4-5-15,-3-3-1 16,-6 1 1-16,-7-1-1 16,-9-2 1-16,0 0-1 0,-18 2 5 15,-10-1-4-15,-5-1-1 16,-1-4 0-16,4-8-1 16,5-5 1-16,10-11 0 15,7-2 9-15,5-4-1 16,3 2-9-16,0 3 0 15,12 7-2-15,10 10 2 16,1 9 7-16,2 11 15 16,-2 9 18-16,-7 19 27 15,-9 18 7-15,-7 22 3 16,-1 5 8-16,-12-21-3 16,2-22-16-16,4-31-8 0,-1-6-9 15,5 2-9 1,0 0-4-16,3-1-12 0,0-9-7 15,0-8-8-15,0-10-8 16,9-3 5-16,-1-5-5 16,4-1 1-16,1 0-1 15,1 0 0-15,0-1-1 16,-2-3-31-16,-1 1-53 16,-4 2-115-16,-7 1-100 15,0 1-355-15,0 7-554 0</inkml:trace>
  <inkml:trace contextRef="#ctx0" brushRef="#br0" timeOffset="32150.96">19274 12134 2583 0,'0'0'313'16,"0"0"-268"-16,0 0-32 15,-81 0-13-15,50 12 0 16,4 0-237-16,-3 2-422 0</inkml:trace>
  <inkml:trace contextRef="#ctx0" brushRef="#br0" timeOffset="35998.45">19445 8238 1096 0,'0'0'282'0,"0"0"44"0,0 0-26 15,0 0-68-15,0 0-79 16,0 0-87-16,-27-12-33 16,39 10-8-16,15-1 10 15,14-2 14-15,24-4-2 16,26-4 2-16,23-4-13 15,-7 0-12-15,-22 3 13 16,-28 4-23-16,-22 5-7 16,1-2 3-16,-2 3-9 15,-4-2-1-15,-9 3 0 16,-10 2 0-16,-5 1-2 16,-5 0 2-16,-1 0-15 15,0 0-24-15,0 1-175 16,-12 24-127-16,-7 0-307 0,-3-1-448 0</inkml:trace>
  <inkml:trace contextRef="#ctx0" brushRef="#br0" timeOffset="36350.44">19456 8453 1209 0,'0'0'403'16,"0"0"-30"-16,0 0-123 16,0 0 18-16,0 0-70 15,0 0-126-15,0 0-41 0,59-11-7 16,-11 2 1-16,12 0 26 16,20-5-14-16,19-6-10 15,16-5 0-15,-11-1-16 16,-22 5 13-16,-27 6-2 15,-19 5-4-15,3-1-6 16,-3-1-11-16,-4 2 0 16,-12 3 0-16,-7 3 8 15,-8 2-8-15,-4 1-1 16,-1 1 5-16,-4 0-5 16,-20 0-21-16,-65 37-38 15,2 0-445-15,-16 1-773 0</inkml:trace>
  <inkml:trace contextRef="#ctx0" brushRef="#br0" timeOffset="39099.43">19836 2621 967 0,'0'0'538'0,"0"0"-239"16,0 0-21-16,0 0-61 15,0 0 2-15,0 0-52 16,33-50-64-16,4 34-46 16,26-4-14-16,28-3 6 15,24-5-19-15,-6 2-6 16,-20 6-9-16,-31 10-13 16,-23 5 4-16,-5 3-6 15,-7 2 0-15,-5 0 0 16,-15 0 0-16,-3 5 0 0,-19 14 0 15,-20 12 8 1,-27 21-2-16,-26 23 3 0,-16 19 5 16,13-6 7-16,28-18 12 15,30-25 17-15,23-21-2 16,5-2-21-16,6 0-18 16,3-2-8-16,3-5 0 15,24-5 9-15,25-6 11 16,30-4 24-16,29-11 0 15,12-10-21-15,-3-5-2 16,-14-2 1-16,-26 5-13 16,-19 3-4-16,-19 3-6 15,-10 5 0-15,-7 0-6 16,-4 3-6-16,-8 1-6 0,-11 5-35 16,-10 1-131-16,-14 0-459 15,-8-3-994-15</inkml:trace>
  <inkml:trace contextRef="#ctx0" brushRef="#br0" timeOffset="39390.92">21538 2389 651 0,'0'0'1212'0,"0"0"-903"0,0 0-71 16,0 0-27-16,0 0-57 16,0 0-72-16,0 0-43 15,27 0-26-15,-2-5-7 16,2 3-6-16,0 0-7 15,4 2-175-15,-7 0-293 16,-9 0-436-16</inkml:trace>
  <inkml:trace contextRef="#ctx0" brushRef="#br0" timeOffset="39563.28">21487 2579 1302 0,'0'0'562'0,"0"0"-282"15,0 0-134-15,0 0-48 16,0 0-37-16,85-37-36 16,-24 9-20-16,14-2-5 15,18-16-110-15,-29 12-406 16,-8-1-715-16</inkml:trace>
  <inkml:trace contextRef="#ctx0" brushRef="#br0" timeOffset="39787.72">21815 2119 1370 0,'0'0'406'0,"0"0"-97"0,0 0-196 15,0 0-33-15,0 0 22 16,64 74 1-16,-17-40 25 16,5 3-35-16,2 4-30 15,-6-2-12-15,-8 1-26 16,-14 2-7-16,-15 1-10 15,-11 3-2-15,-24 8-5 16,-34 12-1-16,-27 15-33 16,9-16-288-16,12-19-718 0</inkml:trace>
  <inkml:trace contextRef="#ctx0" brushRef="#br0" timeOffset="40864.06">22660 1988 1141 0,'0'0'303'16,"-24"-104"23"-16,14 72-55 15,2 4-196-15,2 6-50 16,1 12-15-16,4 10-1 16,1 14-9-16,0 44-19 0,1 34 19 15,12 22 19 1,4 7 58-16,-2-5 26 0,2-17-20 16,-2-19-29-16,-2-19-51 15,4-13-3-15,-4-23-332 16,-6-8-737-16</inkml:trace>
  <inkml:trace contextRef="#ctx0" brushRef="#br0" timeOffset="41037.29">22827 2291 1302 0,'0'0'280'15,"0"0"-39"-15,0 0-31 0,19 96-39 16,-10-53-70-1,-1 0-58-15,-1-1-29 0,-1-1-14 16,-6-5-88-16,0-11-384 16,-2-15-614-16</inkml:trace>
  <inkml:trace contextRef="#ctx0" brushRef="#br0" timeOffset="41186.91">22745 1987 1028 0,'0'0'241'0,"0"0"-126"16,0 0-12-16,47 89-56 15,-2-20-47-15,-2-9-19 16,-5-4-530-16</inkml:trace>
  <inkml:trace contextRef="#ctx0" brushRef="#br0" timeOffset="41522.29">23077 2301 780 0,'0'0'700'15,"0"0"-579"-15,0 0-77 16,0 0 72-16,0 0 26 16,21 98-32-16,-12-66-31 15,-1-1-27-15,-3-4-27 16,-2-6-15-16,0-6-8 0,-1-10 5 15,0-5 3 1,-2-5 106-16,3-22 13 0,1-7-76 16,4-7 1-16,5 1 29 15,0 6-4-15,5 9-43 16,-1 12-35-16,4 10-1 16,2 3 0-16,6 18 0 15,0 8 0-15,1 9 1 16,0 4-1-16,-3 2 0 15,-4 0-15-15,-3 5-190 16,-3-10-307-16,-11-12-471 0</inkml:trace>
  <inkml:trace contextRef="#ctx0" brushRef="#br0" timeOffset="41884.99">23434 2239 952 0,'0'0'382'0,"0"0"-268"16,0 0-18-16,0 0-11 16,0 0-4-16,49 82-22 15,-23-67-18-15,0-5-8 16,-2-4 17-16,-3-5-5 16,-6-1 11-16,-3-5 44 15,-3-11 29-15,-3-5-15 16,-3-2-5-16,-3-2 9 15,0 4-10-15,-5 4-29 16,-7 5-39-16,-5 9-22 0,-6 3-11 16,1 8-7-16,-7 18 0 15,2 8 0-15,4 9 1 16,5 5 0-16,10 2-1 16,8 0 1-16,8-2-1 15,26-9-1-15,21-10-36 16,30-21-160-16,20-16-120 15,-18-18-346-15,-19-7-637 0</inkml:trace>
  <inkml:trace contextRef="#ctx0" brushRef="#br0" timeOffset="42530.8">23983 2238 1335 0,'0'0'315'16,"0"0"28"-16,0 0-101 0,-81-17-33 15,65 17-53-15,0 17-87 16,2 11-31-16,1 11-8 15,2 4-10-15,5 5-8 16,6-1-11-16,0-4-1 16,5-7 0-16,11-13-9 15,2-9-10-15,3-14-23 16,-3 0-6-16,1-24-8 16,-3-6 29-16,-5-6 27 15,-4-2 0-15,-3 3 9 16,-4 6 39-16,0 8 38 15,0 9 19-15,0 8 13 16,0 4-64-16,0 0-36 16,-4 15-18-16,0 9 0 0,4 4 0 15,0 1 0-15,1-2 0 16,19-4 0-16,6-7 1 16,10-7-1-16,6-9 6 15,4-3 1-15,-2-17 2 16,-7-8-3-16,-7-9-5 15,-9-4 0-15,-12-1 5 16,-9 0-6-16,0 5-7 16,-11 7-8-16,-10 8 3 15,-1 10 5-15,1 6-8 16,3 6 9-16,9 0-2 16,5 0-2-16,4 12-7 15,0 5 10-15,10 5 6 0,8 3 0 16,2 6 1-16,0 0 1 15,1 5 0-15,-4-2 0 16,-1 3 6-16,-4-2 17 16,1-1 8-16,-1-4 7 15,2-4 1-15,-2-6-1 16,1-3-14-16,2-4 1 16,0-5-16-16,4-5 2 15,4-3 2-15,-1 0-7 16,1 0-6-16,0-3 0 15,3-3-1-15,5 2-53 16,32-3-143-16,-8 2-453 16,-3-4-823-16</inkml:trace>
  <inkml:trace contextRef="#ctx0" brushRef="#br0" timeOffset="43730.72">25451 2351 1182 0,'0'0'347'0,"0"0"-94"15,0 0-10-15,0 0-10 16,0 0-69-16,-100-43-107 15,76 57-45-15,0 16-6 16,-3 21-6-16,8 2 0 16,5 11 11-16,8 1 28 15,6-10 1-15,10 1 5 16,17-6-24-16,12-12-21 0,12-13-5 16,7-15-114-16,30-27-151 15,-12-16-305-15,-15-10-146 0</inkml:trace>
  <inkml:trace contextRef="#ctx0" brushRef="#br0" timeOffset="45059.9">25746 2298 1164 0,'0'0'294'0,"0"0"37"16,0 0-37-16,0 0-101 16,0 0-97-16,0 0-19 15,-87 82-2-15,78-34-7 16,6 5-23-16,3 3-20 15,2-3-14-15,13-5-5 16,7-6-2-16,3-13-4 16,2-11 0-16,0-12 0 0,-2-6-1 15,-3-12-23-15,-3-20-7 16,-7-6-9-16,-5-12 20 16,-7-7 10-16,0-3 10 15,-15 2 1-15,-5 5 5 16,-2 10 0-16,0 14 0 15,0 19 4-15,1 10-4 16,0 22-6-16,5 14 0 16,5 11-1-16,11 4-5 15,0-2-1-15,25-3-4 0,14-10-3 16,12-12-12-16,12-12-11 16,4-12-13-16,-1-5-41 15,-8-19 11-15,-12-5 18 16,-21-1 13-1,-11-1 49-15,-14 0 12 0,0 4 38 16,-17 1 45-16,1 7 7 16,1 4 11-16,4 8 17 15,4 7-41-15,4 0-56 16,1 12-26-16,2 12-6 16,0 12 0-16,2 6 1 15,11 4 4-15,4 0-5 16,2-2 0-16,4-4 0 15,-1-9-1-15,-1-8-1 16,0-11-7-16,-5-12-27 0,-2-2-53 16,-4-21-12-1,-1-15-12-15,-3-8 1 0,-3-3 73 16,-3-2 31-16,1 5 7 16,-1 8 17-16,0 9 15 15,0 11 30-15,2 9 7 16,-1 8-25-16,4 1-30 15,5 4-13-15,4 10 16 16,5 8 12-16,5 3-14 16,0 1-5-16,0 3-9 15,-2-5 0-15,-4-5-1 16,-3-4 0-16,-6-10-48 16,0-5-23-16,-5-5 32 0,-1-19-23 15,2-8-24 1,1-7 31-16,-2 0 30 0,-1 3 24 15,0 7 1-15,0 8 18 16,-3 8 30-16,0 8 32 16,0 5-23-16,0 0-34 15,3 15-12-15,1 6 13 16,3 4 5-16,3 2-6 16,5-1-16-16,0-4-1 15,6-7-4-15,1-4 0 16,3-8-1-16,1-3-1 15,1-8-21-15,0-10-71 16,-4-6-37-16,0-4-44 16,-8-5-82-16,-1-3-43 15,-6-2 82-15,-3-1 49 0,-4 1 46 16,-1 0 118-16,0 5 3 16,-6 1 71-16,-3 8 113 15,0 4 103-15,3 8 16 16,3 8-17-16,3 4-142 15,0 0-93-15,0 20-30 16,0 10 45-16,9 6 23 16,4 9-21-16,1 3-10 15,2 0-13-15,1 1-12 16,1-1-12-16,-2-5-11 16,0-5-9-16,-3-6 1 15,-3-10-2-15,-4-7-42 0,-3-15-27 16,-3 0 54-1,0-24 15-15,1-11 0 0,1-8 0 16,2 1 1-16,2 4 17 16,2 9 11-16,-1 11 2 15,2 10-9-15,6 5-22 16,3 3 1-16,3 3 1 16,4 11-1-16,-1 7 0 15,-4 4 5-15,-3 4-4 16,-8 3-2-16,-7 1 1 15,-2-1 0-15,-12-1-1 16,-14-2 1-16,-5-7-2 16,-2-7-27-16,0-9-85 0,2-19-102 15,10-14-315-15,8-10-764 16</inkml:trace>
  <inkml:trace contextRef="#ctx0" brushRef="#br0" timeOffset="45383.48">27036 1788 1360 0,'0'0'401'16,"0"0"-110"-16,0 0-136 15,0 0-111-15,0 0-15 16,0 0 16-16,7 79 4 16,10-48-15-16,-2 2-13 15,-5 0-9-15,-1-5-3 0,-4-3-8 16,-2-6-1-1,-3-11 2-15,0-8 4 0,0 0 6 16,0-18 1-16,1-11-5 16,4-5 3-16,2 1 31 15,5 6 21-15,1 8-7 16,4 9-13-16,1 7-20 16,4 3-8-16,5 9-9 15,3 12-5-15,1 8 1 16,3 9-2-16,18 28-55 15,-8-8-210-15,-1-5-564 0</inkml:trace>
  <inkml:trace contextRef="#ctx0" brushRef="#br0" timeOffset="45937.73">28043 2059 995 0,'0'0'855'0,"0"0"-748"16,0 0 21-16,0 0-87 15,0 0-3-15,0 0-17 16,-81 52-11-16,80-31-1 16,1-1-8-16,0-3 0 15,0-5-1-15,6-11-10 16,6-1 5-16,4-8 5 15,6-14 8-15,4-4-8 16,-3-4 44-16,-1 7 40 0,-5 4 41 16,-4 9 13-16,-3 10-32 15,-1 0-54-15,3 23-15 16,6 23 11-16,1 34 19 16,2 32 4-16,-2 18-13 15,-7 2 6-15,0-12-31 16,-4-25-15-16,-1-21-7 15,1-23-10-15,-3-21 0 16,0-12 0-16,-2-6-1 16,0-4 0-16,0-6-1 15,1-2-1-15,3-26 1 0,1-11-14 16,-2-7 6 0,-1-3 3-16,-5 3 6 0,0 7 0 15,-12 9 1 1,-14 13-1-16,-6 10-1 0,-10 5-14 15,3 7 8-15,6 10 6 16,11-2-1-16,14 1-14 16,8-8-59-16,14-3-53 15,46-15-89-15,-5-15-120 16,3-8-1052-16</inkml:trace>
  <inkml:trace contextRef="#ctx0" brushRef="#br0" timeOffset="46758.12">29178 2380 484 0,'0'0'1284'0,"0"0"-981"15,0 0-114-15,0 0-99 16,0 0-11-16,0 0 56 16,31 110-41-16,-17-66-50 15,-4-2-30-15,-2-4-5 16,0-6-9-16,-5-5-122 15,-1-11-180-15,-2-11-479 0</inkml:trace>
  <inkml:trace contextRef="#ctx0" brushRef="#br0" timeOffset="46908.16">29044 2057 1166 0,'0'0'240'0,"0"0"32"16,0 0-78-16,0 0-107 15,0 0-53-15,0 0-33 16,0 0-1-16,46 52-127 16,-15-28-361-16</inkml:trace>
  <inkml:trace contextRef="#ctx0" brushRef="#br0" timeOffset="47115.76">29381 1981 1631 0,'0'0'324'16,"0"0"-154"-16,0 0-95 15,0 0-22-15,22 100 44 16,8-21-17-16,4 21-30 16,1 6-29-16,-7-16-12 15,-10-23-9-15,6-8-71 16,-5-20-238-16,-2-9-598 0</inkml:trace>
  <inkml:trace contextRef="#ctx0" brushRef="#br0" timeOffset="47328.99">29781 2317 1538 0,'0'0'517'16,"0"0"-226"-16,0 0-54 15,0 0-132-15,0 0 18 16,0 0 37-16,25 120-51 15,-1-65-34-15,0 8-18 16,3 13-15-16,-2 16-25 16,-7-9-10-16,-8-11-6 15,-7-13-1-15,-3-24-81 16,-4-2-163-16,-8-5-294 16,-5-19-222-16</inkml:trace>
  <inkml:trace contextRef="#ctx0" brushRef="#br0" timeOffset="47522.42">29801 2343 1397 0,'0'0'280'0,"0"0"-15"15,0 0-103-15,0 0-44 16,0 0-20-16,85-55-31 16,-52 55-4-16,0 8 10 15,-5 9-16-15,-7 4-26 16,-7 8-12-16,-14 4-7 15,0 5-10-15,-35 20-2 16,2-11-126-16,-2-10-488 0</inkml:trace>
  <inkml:trace contextRef="#ctx0" brushRef="#br0" timeOffset="51914.79">31071 2370 342 0,'0'0'504'0,"0"0"-348"16,0 0 71-16,0 0 46 16,0 0-22-16,0 0-61 15,-76-14-33-15,53 14-32 16,-2 4-8-16,1 8-43 16,2 5-49-16,1 8-13 15,6 6-11-15,3 5 9 16,9 0 13-16,3 1-3 15,3-3-5-15,16-5 2 16,8-8 12-16,5-6-3 16,2-11-4-16,3-4-3 0,2-9-1 15,-3-13-4 1,-5-9-7-16,-6-5-1 0,-7-5-5 16,-4-2 0-16,-10-2 11 15,-4-3-12-15,0 0-1 16,-13 5-18-16,-2 11 3 15,-4 12-22-15,-4 18-51 16,2 3-74-16,-3 49-97 16,7-4-118-16,8 0-439 0</inkml:trace>
  <inkml:trace contextRef="#ctx0" brushRef="#br0" timeOffset="52422.74">31356 2648 742 0,'0'0'1060'16,"0"0"-832"-16,0 0-23 16,0 0-19-16,0 0-22 15,0 0-87-15,0 0-37 16,37-106-20-16,-21 60-7 15,-2-8-4-15,-5-5-1 16,-3-2 4-16,-6 5-12 16,0 11-15-16,-9 11-8 15,-6 14 10-15,-3 8-2 16,1 9-4-16,0 3-2 0,6 3-3 16,5 11 2-16,6 6 8 15,0 4 9-15,17-3 5 16,9 0 0-16,7-3 7 15,0-3 14-15,0 2-5 16,-5-1 14-16,-5 4 4 16,-4 2 4-16,-7 4 9 15,-3 5 12-15,-3 4-4 16,-2 3 0-16,-1 1 4 16,0 5-3-16,5-6-12 15,2 1-7-15,8-7-8 16,6-4-1-16,7-6-5 0,10-7-4 15,8-10-1 1,6-5-7-16,3-6-10 0,-1-13-1 16,-20-10-69-16,-19 5-237 15,-18 1-774-15</inkml:trace>
  <inkml:trace contextRef="#ctx0" brushRef="#br0" timeOffset="53029.96">26293 3860 1054 0,'0'0'1013'16,"0"0"-706"-16,0 0 36 15,0 0-161-15,0 0-114 16,0 0-51-16,0 0-16 0,-9 64-1 16,11-7 20-16,5 7 24 15,2-9-6-15,2 5-1 16,-2 1-23-16,0-7-14 15,-2-4 0-15,-7-1-165 16,0-15-381-16,0-15-373 0</inkml:trace>
  <inkml:trace contextRef="#ctx0" brushRef="#br0" timeOffset="53229.48">26223 3797 1378 0,'0'0'327'0,"0"0"-52"15,37-75-72-15,-7 53-80 16,8 7-8-16,5 11-39 16,0 4-9-16,0 11-11 0,-9 18-23 15,-8 9-12-15,-16 8-7 16,-10 9-4-16,-9 5-10 16,-21 1-1-16,-20 9-57 15,4-16-171-15,8-13-459 0</inkml:trace>
  <inkml:trace contextRef="#ctx0" brushRef="#br0" timeOffset="53521">26472 3794 1435 0,'0'0'561'0,"0"0"-358"15,0 0-106-15,0 0-17 16,0 0 75-16,103 65-41 0,-64-25-27 15,-8 4-4-15,-6 2-26 16,-8-4-27-16,-8-6-15 16,-6-7-9-16,-3-8-5 15,0-4 7-15,-10-13-2 16,-1-4-5-16,2-4 6 16,0-20-7-16,6-11-25 15,3-8-56-15,2-1-55 16,17 2-27-16,8 9-32 15,4 6-63-15,19 1-126 16,-7 8-174-16,-9 3-246 0</inkml:trace>
  <inkml:trace contextRef="#ctx0" brushRef="#br0" timeOffset="53846.85">26894 3821 780 0,'0'0'305'0,"0"0"-21"15,0 0-53-15,0 0-55 16,0 0-47-1,0 0 6-15,0 0-68 0,-17 66-21 16,28-61-2-16,4-5-13 16,3 0-4-16,4-9-5 15,1-8-4-15,1-10-11 16,0 1-7-16,-8-2 8 16,-1 3-2-16,-9 6 35 15,-6 5 63-15,0 7 46 16,-2 7 1-16,-11 0-77 0,-9 12-42 15,-2 15-10-15,-1 8 20 16,3 8 7-16,6 3-19 16,7 2 5-16,8-1-4 15,1-4-19-15,18-7-11 16,19-8-1-16,28-10-12 16,59-18-112-16,-13 0-242 15,2-12-376-15</inkml:trace>
  <inkml:trace contextRef="#ctx0" brushRef="#br0" timeOffset="54198.83">28044 3550 1756 0,'0'0'351'0,"0"0"-16"16,0 0-154-16,-105 25-10 15,80-1-85-15,3 6-37 16,0 5-21-16,4 5-1 15,2-2-6-15,5-3-6 16,2-4-14-16,8-8-1 16,1-8-1-16,0-11 0 15,8-4-5-15,8-4-1 16,6-17 6-16,0-8 0 16,1-5 1-16,-3-1 0 15,0 4 0-15,-7 6 2 16,-2 9-2-16,-2 6 1 0,-3 8-1 15,-2 2-1-15,5 3-11 16,4 15 3-16,6 9 9 16,1 4 0-16,4 6-9 15,1 1-72-15,14 3-231 16,-6-10-197-16,-2-14-262 0</inkml:trace>
  <inkml:trace contextRef="#ctx0" brushRef="#br0" timeOffset="54580.79">28331 3626 143 0,'0'0'1338'16,"0"0"-967"-16,0 0-14 15,0 0-164-15,0 0-30 0,0 0-96 16,0 0-28-16,-83 42-4 16,75-6-9-16,3 5 10 15,5 2-16-15,0-3-5 16,18-5-10-16,9-6-5 15,9-15-1-15,7-11-59 16,8-6-69-16,2-21-26 16,-5-12-90-16,-5-10-18 15,-13-7 108-15,-13-4 132 16,-11-17 23-16,-6 8 85 16,0 3 63-16,-3 6 13 15,-5 25 52-15,1 5 13 16,2 14-34-16,4 10-72 0,-1 3-81 15,2 7-39-15,0 18 0 16,0 10 0-16,8 9 1 16,2 7 3-16,3 2-3 15,-3 5-2-15,-4 2 0 16,-6 20-105-16,0-14-228 16,-5-17-531-16</inkml:trace>
  <inkml:trace contextRef="#ctx0" brushRef="#br0" timeOffset="54795.8">28565 3566 1455 0,'0'0'284'16,"0"0"-110"-16,0 0-98 16,0 0 78-16,97 15-31 0,-60 9-42 15,5 6-7-15,-6 3-23 16,-6 4 2-16,-7-1-30 15,-11-3-23-15,-6-7-5 16,-6-4-121-16,-4-13-142 16,-11-8-310-16,-4-1-495 0</inkml:trace>
  <inkml:trace contextRef="#ctx0" brushRef="#br0" timeOffset="54909.86">28765 3489 324 0,'0'0'943'16,"0"0"-704"-16,0 0 48 15,0 0-159-15,0 0-85 16,0 0-43-16,0 0-20 16,46 24-245-16,-19 5-568 0</inkml:trace>
  <inkml:trace contextRef="#ctx0" brushRef="#br0" timeOffset="55761.85">28891 3475 1833 0,'0'0'358'0,"0"0"-60"16,0 0-189-16,0 0-48 15,0 0-17-15,0 0 28 16,47 103-26-16,-23-63-20 16,-1 2-11-16,0-6-6 0,-7-2-8 15,-2-12 0-15,-7-10 0 16,-1-10 10-16,2-4-10 15,2-21 13-15,5-14-8 16,4-7-6-16,5-4-20 16,3 3-58-16,5 4-90 15,5 11-27-15,-2 10-8 16,3 12-129-16,-4 8-20 16,-1 0 24-16,-8 5-198 15,-4 6 314-15,-9-4 212 16,-4-5 118-16,-4-2 369 15,-4 0-89-15,0-1-79 16,0-7-45-16,0-1-33 0,0 2-29 16,-2 2 0-16,-3 1-84 15,-1 4-28-15,-2 0-47 16,-3 9-34-16,-3 10-13 16,-1 7-5-16,0 6 5 15,3 3-6-15,2-1-6 16,8-3 5-16,2-6-12 15,0-7-20-15,15-10-23 16,5-8-17-16,3 0-8 16,3-20-35-16,-3-7 39 15,0-4 39-15,-5-2 37 16,-2 1 1-16,-7 4 8 16,-3 3 13-16,-3 9 14 0,-3 5 31 15,0 6 1-15,0 5-18 16,0 0-29-16,0 15-20 15,0 5 6-15,0 7-6 16,0 0-1-16,5-2-5 16,14-3 5-16,8-8-11 15,10-7 12-15,9-7-11 16,4-4-17-16,2-18-54 16,-6-4-21-16,-10-8 30 15,-13-5 35-15,-12-8 28 16,-11-6 10-16,0-2 6 15,-8 2 25-15,-6 5 79 0,2 9 21 16,0 16-7 0,6 9-49-16,1 11-47 0,2 3-22 15,0 10-6-15,0 14 0 16,3 11-1-16,0 6 1 16,0 9 0-16,3 3 2 15,6-1-2-15,-1 1-12 16,1-7-138-16,-8-2-206 15,-1-12-289-15,0-13-178 0</inkml:trace>
  <inkml:trace contextRef="#ctx0" brushRef="#br0" timeOffset="55955.11">29798 3389 546 0,'0'0'904'15,"0"0"-606"-15,0 0-30 0,0 0-106 16,0 0-41-16,0 0-49 15,0 0-17-15,93-5-15 16,-66 34-3-16,-2 3-11 16,-4-1-16-16,-6 0-10 15,-8-4-5-15,-7-2-117 16,0-7-141-16,-13-8-135 16,-4-8-150-16</inkml:trace>
  <inkml:trace contextRef="#ctx0" brushRef="#br0" timeOffset="56082.83">29966 3306 770 0,'0'0'187'0,"0"0"61"16,0 0-87-16,0 0-26 0,0 0-79 15,95-69-37 1,-70 87-19-16,16 16-17 0,-4-4-155 16,-4-5-436-16</inkml:trace>
  <inkml:trace contextRef="#ctx0" brushRef="#br0" timeOffset="56472.15">30301 3266 1144 0,'0'0'326'15,"0"0"215"-15,0 0-298 16,0 0 0-16,0 0-81 16,0 0-99-16,0 0-44 15,-59 6-8-15,54 27 8 16,0 5 0-16,5 3-10 0,0-2 0 15,3-3-4-15,11-10-5 16,5-6-1-16,5-12 0 16,3-8-5-16,1-3-22 15,-1-18-44-15,-6-9 3 16,-5-7 46-16,-5-5 17 16,-6-7 6-16,-5 3 0 15,0 3 1-15,0 10 23 16,-5 9 13-16,-4 10 15 15,-2 12-20-15,0 2-17 16,-3 14-15-16,2 12 0 16,3 6 0-16,9 4 0 15,0 0-6-15,16-4-30 0,17-6-104 16,12-9-37-16,13-10-9 16,26-7-89-16,-14-14-209 15,-13-3-247-15</inkml:trace>
  <inkml:trace contextRef="#ctx0" brushRef="#br0" timeOffset="56803.17">30756 3260 235 0,'0'0'667'0,"0"0"-180"16,0 0-110-16,0 0-47 16,0 0-121-16,0 0-81 15,0 0-84-15,-63-50-30 16,63 74-3-16,0 5-2 16,0 5 0-16,5 3-7 15,0 1 4-15,-1-2-6 16,-3-5 1-16,-1-3-1 15,0-10-1-15,0-8-32 0,0-9 4 16,0-1 29-16,0-18 1 16,0-13 0-16,3-8 14 15,5-7 33-15,2 0 25 16,5 2 23-16,-1 9 3 16,2 10-17-16,-3 11-25 15,2 8-33-15,0 6-17 16,6 3-7-16,3 14 6 15,-1 6-5-15,-1 5 0 16,-3 1 1-16,-8 2-2 16,-8-4-31-16,-5 1-177 15,-13-7-295-15,-6-12-1018 0</inkml:trace>
  <inkml:trace contextRef="#ctx0" brushRef="#br0" timeOffset="56970.89">31301 3217 2261 0,'0'0'596'15,"0"0"-382"-15,0 0-115 16,0 0-47-16,0 0-22 16,0 0-30-16,0 0-5 15,-56 14-364-15</inkml:trace>
  <inkml:trace contextRef="#ctx0" brushRef="#br0" timeOffset="58253.93">27624 3838 523 0,'0'0'673'0,"0"0"-379"15,0 0 78-15,0 0-101 0,0 0-118 16,0 0-56-16,-26 0-56 16,28 0-21-16,13 0-3 15,6-1 1-15,9-4-18 16,31-7 0-16,-6 0-192 15,-1-3-564-15</inkml:trace>
  <inkml:trace contextRef="#ctx0" brushRef="#br0" timeOffset="58680.84">26745 4601 935 0,'0'0'684'0,"0"0"-524"15,0 0 48-15,0 0-104 16,0 0-7-16,201-48 20 15,10-9 55-15,66-17 11 16,57-12-32-16,44-1-47 16,27 6-47-16,36 1-16 15,15 2-11-15,-12 5 14 16,-39 5-8-16,-57 9 12 0,-67 11-16 16,-78 8-4-16,-70 10-19 15,-63 10 0-15,-39 10-8 16,-19 3 20-16,-6 1-3 15,-3 0 9-15,-3 1 1 16,-8 1-13-16,-35 4-15 16,-49 7-32-16,-77 31-27 15,7 0-113-15,-7 0-1131 0</inkml:trace>
  <inkml:trace contextRef="#ctx0" brushRef="#br0" timeOffset="60941.77">20616 6488 819 0,'0'0'282'0,"0"0"-69"16,0 0 18-16,0 0-3 16,0 0-30-16,0 0-29 0,-28-5-87 15,25 10-46 1,-2 13-20-16,1 10 11 0,-1 8 29 15,4 6-17-15,1 3 23 16,0 1-13-16,0-3-9 16,0-3 5-16,0-2-23 15,-6-6-21-15,0-5-1 16,-3-6-5-16,-2-6-68 16,-5-7-42-16,-3-6-33 15,-4-2-41-15,0-7 34 16,-4-11 101-16,2-4 40 15,-1-4 14-15,5 2 51 16,3 4 38-16,6 2 40 16,2 7-8-16,6 5-5 15,2 3-15-15,2 3-64 0,0 0-37 16,9 10 0-16,10 6 0 16,8 4 21-16,6 2 10 15,4 1-1-15,5-3 29 16,0-2-18-16,1-5-27 15,-1-5-5-15,-5-5-3 16,-4-3-6-16,-6 0-27 16,-5-10-25-16,-7-5-21 15,-2-2 28-15,-5-3 20 16,-4 0 14-16,-2 2 11 16,-2 1 6-16,0 6 5 15,0 3 12-15,0 5 21 16,0 3-15-16,-6 0-20 0,-2 11-8 15,-5 8 0 1,-1 7-1-16,-3 2 1 0,2 2-2 16,0-1 1-16,1 1-48 15,-2 4-125-15,3-8-368 16,1-7-742-16</inkml:trace>
  <inkml:trace contextRef="#ctx0" brushRef="#br0" timeOffset="61091.91">20764 6875 1386 0,'0'0'229'0,"0"0"-78"0,0 0-151 16,0 0-45-16,0 0-512 0</inkml:trace>
  <inkml:trace contextRef="#ctx0" brushRef="#br0" timeOffset="62991.85">21859 8143 363 0,'0'0'416'15,"0"0"-132"-15,0 0-88 0,0 0-8 16,0 0 20-16,0 0-8 16,0 0-15-16,-9 0-34 15,9 0-12 1,0 0 13-16,0 0-26 0,0 0-28 16,0 0-48-16,0-2-18 15,9 2-12-15,7 0-4 16,2-1 11-16,4 1-4 15,5-1 2-15,1-2-6 16,5 0-1-16,5-1-6 16,4-1 5-16,5 1-7 15,2-4-1-15,-1 0-1 16,1 2 4-16,-4 1 7 16,0-1 4-16,-5 0-7 15,-4 3-3-15,-5-1-2 16,-4 3-5-16,-3-2 1 15,-2 1-1-15,3-1 3 0,1 1 0 16,3 0-7-16,0-3 8 16,1 2-4-16,-1 1 8 15,-1 1-1-15,0 0 1 16,-1 1-13-16,0 0 8 16,-2 0-2-16,0 0 4 15,0 0-2-15,-2 0 1 16,1 0 2-16,-2 0 2 15,-4 0-1-15,2-2 2 16,-5 0 2-16,3 0-4 16,-5-1 5-16,0 2-11 0,-4-1 4 15,-1 2-2-15,-5 0 1 16,1 0 2-16,-2 0-4 16,-2 0-1-16,0 0-1 15,1-1 2-15,-1 1-2 16,0 0-5-16,0 0 7 15,0 0-2-15,2 0 1 16,-2-1-6-16,0 1 0 16,0 0 1-16,0 0-1 15,0 0 0-15,0-3 0 16,0 3-1-16,0 0 0 16,0-1-7-16,0-2-14 15,-10 1-24-15,-35 2-42 0,0 0-151 16,-4 0-1666-16</inkml:trace>
  <inkml:trace contextRef="#ctx0" brushRef="#br0" timeOffset="65609.98">23495 8144 61 0,'0'0'115'0,"0"0"-70"16,0 0-45-16,0 0 17 0,0 0 58 16,0 0 58-16,0 0 8 15,-40-1 25-15,37-2-36 16,-2-1-18-16,4 1 6 16,-2-1 4-16,1 3-6 15,1-3 13-15,-2 4 22 16,1-2-1-16,-1 1-12 15,2 0 1-15,-2 1-14 16,1-2-7-16,2 2 4 16,-1 0 17-16,1 0-19 15,0 0-29-15,-2 0-17 16,2 0-23-16,0 0-21 0,0 0-11 16,0 0-2-16,0 0 1 15,0 0-5-15,0 0-1 16,0 0-3-16,2 0 2 15,8 0 8-15,2 3 6 16,8-2 4-16,0-1-5 16,7 0-2-16,5 0 2 15,3 0 0-15,3-7-10 16,-2 2 2-16,-3-3-14 16,-4 3-1-16,-6-2 13 15,-6 4-8-15,-3 0-6 0,-5 0 1 16,-2 0 6-1,-1 0-1-15,-1 2-4 0,-2 0-1 16,-2-1 1-16,-1 2 4 16,2 0-5-16,-2 0 0 15,0 0-1-15,0 0 1 16,0 0-1-16,0 0-1 16,0 0-14-16,0 0-9 15,-41 31-31-15,0 3-216 16,-12 3-964-16</inkml:trace>
  <inkml:trace contextRef="#ctx0" brushRef="#br0" timeOffset="68147.99">24982 8143 687 0,'0'0'235'0,"0"0"-51"16,0 0-39-16,0 0 29 0,0 0 61 15,0 0 41 1,-36 0-36-16,35 0 8 16,1 0-4-16,-2 0-48 0,1 0-90 15,1 0-58-15,0 0-23 16,0 0-15-16,0 0 4 15,0 0-13-15,7 0 0 16,11 0 9-16,9 0 8 16,9 0 9-16,1 0-6 15,6 0-7-15,8-3 8 16,18-2-2-16,28-6-8 16,22-2-2-16,6-3 26 15,-7 2-9-15,-30 6-12 16,-30 3-14-16,-19 1 0 15,-12 3 0-15,0-1 9 0,-5-2-1 16,-1 1-3-16,-11 2-4 16,-2-1 5-16,-3 0-6 15,-2 0 6-15,1 1 1 16,-1 0-1-16,-2-1-7 16,-1 2 6-16,0-1-6 15,0-1-1-15,0 1 1 16,-1-2 0-16,-16 2-21 15,-11 1-28-15,-41 11-41 16,4 10-469-16,-5 0-758 0</inkml:trace>
  <inkml:trace contextRef="#ctx0" brushRef="#br0" timeOffset="70149.05">18604 9631 127 0,'0'0'48'16,"0"0"328"-16,0 0-151 16,0 0-15-16,0 0-5 15,0 0 4-15,0 0 19 16,-6-17-18-16,6 15-35 16,0 2-48-16,0 0-41 15,8 0-21-15,11 0 12 16,8 0 13-16,10 0-8 15,11 0-9-15,22-2 15 16,24-4 12-16,34-5-16 16,15-4-19-16,5 1-15 15,-6 1-4-15,-14 2-7 0,-4-1-5 16,-9-1-19-16,-23 1 5 16,-22 4 10-16,-22 2-8 15,-11-1-11-15,5 0 1 16,-2 1-2-16,5-3 7 15,-9 1 1-15,-5 0-9 16,-4 3-8-16,-4-1 10 16,-4 1-4-16,-6 2-7 15,-1 0 1-15,-6 1-1 16,-3 2 0-16,-1 0 1 16,-2 0 0-16,0 0 0 15,0 0 0-15,0 0-1 16,0 0 0-16,0 0-12 0,-6 0-9 15,-32 11-58 1,-2 1-295-16,-6-2-1074 0</inkml:trace>
  <inkml:trace contextRef="#ctx0" brushRef="#br0" timeOffset="72190.23">27605 7366 1491 0,'0'0'340'0,"0"0"-75"16,0 0-51-16,0 0 9 15,0 0-12-15,108-6-57 16,-47-1-43-16,21-4-38 15,-7 1-27-15,4 0-26 16,-7 1-14-16,-17 7-6 16,-5-1-16-16,-14 3-89 15,-28 0-200-15,-8 5-302 16,-9 1-103-16</inkml:trace>
  <inkml:trace contextRef="#ctx0" brushRef="#br0" timeOffset="72457.75">27534 7179 342 0,'0'0'1192'0,"0"0"-930"16,0 0-38-16,0 0-76 16,0 0-22-16,0 0-67 15,0 0 37-15,-64 91 13 16,36-46-8-16,-5 1-10 15,2 0-24-15,4-4-26 16,9-5-25-16,10-4-10 16,8-10-5-16,12-5 0 15,24-11-1-15,31-7-23 16,46-11-65-16,44-24-100 0,-18 3-120 16,-17 0-449-16</inkml:trace>
  <inkml:trace contextRef="#ctx0" brushRef="#br0" timeOffset="72662.65">28731 7077 1245 0,'0'0'963'0,"0"0"-741"16,0 0 88-16,0 0-189 16,0 0-3-16,0 0-33 15,-33 116-34-15,33-61-18 16,0 1-21-16,5-4-7 15,1-2-5-15,1-6 0 16,-4-7-51-16,-3-7-206 0,-3-11-288 16,-8-16-196-16</inkml:trace>
  <inkml:trace contextRef="#ctx0" brushRef="#br0" timeOffset="72870.84">28590 7003 1162 0,'0'0'635'15,"0"0"-372"-15,0 0-62 16,0 0-69-16,90-54-8 16,-47 54-39-16,3 8-1 15,-5 13-22-15,-10 7-22 0,-9 8-11 16,-13 7-14 0,-9 1-8-16,0 4-7 0,-12-4-9 15,-7-3-143-15,-11-11-114 16,6-11-309-16,6-11-574 0</inkml:trace>
  <inkml:trace contextRef="#ctx0" brushRef="#br0" timeOffset="73140.04">28874 7054 810 0,'0'0'892'16,"0"0"-637"-16,0 0-14 15,0 0-67-15,111-6-10 16,-70 25-50-16,-2 4-11 15,-4 7 18-15,-6 2-42 16,-11-3-13-16,-9 0-36 0,-7-7-17 16,-2-4-4-16,-7-6-3 15,-9-11 0-15,-2-1-4 16,1-15-2-16,6-18-11 16,8-8-31-16,3-6-27 15,9-1-13-15,16 7-18 16,8 7-16-16,5 14-32 15,22 6-53-15,-9 9-134 16,-5 4-269-16</inkml:trace>
  <inkml:trace contextRef="#ctx0" brushRef="#br0" timeOffset="73486.09">29437 7018 1060 0,'0'0'305'15,"0"0"-24"-15,0 0-95 16,0 0-11-16,0 0-67 16,0 0-31-16,0 0-37 15,39 46-18-15,-16-46-6 16,2 0-5-16,1-13 0 16,-1-3-9-16,0-4 5 15,-4 0-5-15,-8 2 8 16,-2 0 9-16,-10 6 44 15,-1 3 58-15,0 7-19 16,-15 2-19-16,-5 2-35 16,-5 18 4-16,-4 8 45 0,-1 7-21 15,2 8-7-15,5 3-24 16,10 1-24-16,9-4-14 16,4-3-7-16,40-6-12 15,58-19-137-15,-4-9-197 16,8-6-416-16</inkml:trace>
  <inkml:trace contextRef="#ctx0" brushRef="#br0" timeOffset="73833">30452 6842 370 0,'0'0'1382'15,"0"0"-1123"-15,-80-3 86 0,54 14-190 16,2 12 9-16,2 10-57 15,-2 6-12-15,1 5-7 16,1 1-37-16,1-2-16 16,8-5-20-16,2-9-9 15,7-10-5-15,4-9 6 16,0-10-7-16,13-7 0 16,7-13-1-16,4-9 1 15,1-2-1-15,0 2 0 16,-1 3 0-16,-6 8 1 15,-2 5 0-15,-5 8 0 16,-2 5-1-16,3 0-10 16,0 13 10-16,5 7-1 15,2 3 1-15,4 0-35 0,1 1-203 16,9-9-270-16,-5-6-225 16,-4-9-269-16</inkml:trace>
  <inkml:trace contextRef="#ctx0" brushRef="#br0" timeOffset="74201.4">30645 6953 689 0,'0'0'718'16,"0"0"-346"-16,0 0-14 16,0 0-85-16,0 0-53 15,0 0-66-15,0 0-90 16,-16-54-43-16,6 77 1 16,0 8 17-16,3 5-13 0,7 3-14 15,0-2-6-15,15-3-6 16,11-7 0-16,8-12-7 15,3-12-60-15,5-3-38 16,0-20-50-16,-5-11-28 16,-7-9 71-16,-10-10 69 15,-9-19 32-15,-9-23 11 16,-2 4 22-16,0 11 32 16,-6 15 46-16,-5 28 29 15,4 7 50-15,-2 9 2 16,4 16-80-16,0 5-72 15,3 24-29-15,2 16 1 16,0 21 10-16,7 19 10 16,8-2 6-16,-1-9-18 15,-4-12-9-15,-5-16-15 0,-5 6-166 16,0-8-285-16,0-19-224 16</inkml:trace>
  <inkml:trace contextRef="#ctx0" brushRef="#br0" timeOffset="74433.03">30791 6869 735 0,'0'0'890'0,"0"0"-668"15,0 0-4-15,0 0-44 16,105-33-38-16,-58 33-29 16,0 0-12-16,-2 5-16 15,-3 10 5-15,-8 4-10 16,-4 8-17-16,-8 0-20 0,-5 3-19 15,-4 3-9 1,-6-4-8-16,-4-3-1 0,-3-5 0 16,0-8-66-16,-1-13-104 15,-11 0-67-15,2-9-599 0</inkml:trace>
  <inkml:trace contextRef="#ctx0" brushRef="#br0" timeOffset="74573.41">31129 6718 1498 0,'0'0'292'0,"0"0"-162"15,0 0-79-15,0 0-20 0,0 0-31 16,45 78-147 0,-26-59-891-16</inkml:trace>
  <inkml:trace contextRef="#ctx0" brushRef="#br0" timeOffset="74830.19">31238 6790 538 0,'0'0'1422'15,"0"0"-906"-15,0 0-284 16,0 0-102-16,0 0-6 16,0 0-10-16,79 100-47 15,-48-54-25-15,-3 2-27 0,-3-8-13 16,-5-10-2-1,-2-10 0-15,-4-20-34 0,0-6 8 16,-2-27-4-16,1-11-34 16,-2-8 10-16,0 2-64 15,2 6-106-15,2 12 18 16,21 10-124-16,-3 13-215 16,0 6-331-16</inkml:trace>
  <inkml:trace contextRef="#ctx0" brushRef="#br0" timeOffset="75327.34">31791 6771 666 0,'0'0'766'0,"0"0"-383"15,0 0-37-15,0 0-106 16,0 0-82-16,-82-21-62 0,58 37 25 16,-3 4-29-16,-1 9-19 15,4 1-46-15,11 3-13 16,10-2-14-16,3-6 0 15,13-6-1-15,16-8-45 16,3-10-124-16,1-1-43 16,-1-12 9-16,-9-10 98 15,-3-3 67-15,-11-3 39 16,-5 2 45-16,-4 6 68 16,0 3 17-16,0 5 8 15,0 11-23-15,-3 1-53 16,0 0-47-16,3 15-13 15,0 9-1-15,0 4 0 16,17 3-1-16,7-2 0 16,4-5-1-16,5-7-12 0,0-13-63 15,-4-4-52-15,-5-16-20 16,-8-14 67-16,-10-12 60 16,-2-22 21-16,-4 2 35 15,0-4 87-15,0 6-3 16,0 21 54-16,0 7-1 15,0 18-90-15,0 14-54 16,-2 0-28-16,2 29 0 16,0 14 0-16,2 10-1 15,10 10 0-15,1 0-9 0,-7 5-264 16,-3-16-422 0,-3-19-603-16</inkml:trace>
  <inkml:trace contextRef="#ctx0" brushRef="#br0" timeOffset="75568.77">31875 6707 622 0,'0'0'966'15,"0"0"-715"-15,0 0-85 16,111-16-46-16,-46 13-62 16,5 2-35-16,-4-2-2 15,-22 3-9-15,-6 0 26 16,-16 0 8-16,-12 6 3 15,-7 11 4-15,-3 5 24 16,0 3 8-16,0 3-31 0,0-3-41 16,-6-5-13-1,0-6-31-15,-4-14-150 0,3-3-148 16,-1-15-625-16</inkml:trace>
  <inkml:trace contextRef="#ctx0" brushRef="#br0" timeOffset="75688.18">32295 6503 1205 0,'0'0'366'0,"0"0"-223"16,0 0-19-16,0 0-39 15,87 75-85-15,-54-49-16 16,-4-1-371-16</inkml:trace>
  <inkml:trace contextRef="#ctx0" brushRef="#br0" timeOffset="75997.65">32552 6554 1077 0,'0'0'570'0,"0"0"-81"0,0 0-295 16,0 0-56-16,0 0-49 15,-84 17 0-15,65 13 23 16,4 5-45-16,9 3-37 16,6 1-16-16,9-5-8 15,18-4-5-15,15-10-1 16,7-10-65-16,6-10-111 15,-3 0-55-15,-10-21-130 16,-18-11 131-16,-16-6 230 16,-8-5 6-16,-19 1 180 15,-10 6 18-15,-1 12-75 0,1 12-9 16,9 11-32-16,9 1-56 16,10 20-23-16,1 4-8 15,15 8-1-15,25 4-77 16,-4-7-266-16,-4-10-559 0</inkml:trace>
  <inkml:trace contextRef="#ctx0" brushRef="#br0" timeOffset="76308.73">32840 6592 1018 0,'0'0'557'16,"0"0"-43"-16,0 0-262 16,0 0-35-16,0 0-108 15,0 0-83-15,0 0-17 16,6 27 0-16,1 2-8 0,2 2 5 15,-6 0-5-15,-3-4 0 16,0-5-1-16,0-10-26 16,-2-6-2-16,-3-6 28 15,3-20 0-15,2-14 8 16,0-22 35-16,10 1 67 16,7-1 34-16,2 3-20 15,-3 22-63-15,1 8-40 16,4 16-13-16,7 10-8 15,10 24-1-15,21 30 1 16,21 29 6-16,9 27 17 16,-12 9-1-16,-33-2-22 15,-44-16-4-15,-23-35-323 0,-27-22-1398 16</inkml:trace>
  <inkml:trace contextRef="#ctx0" brushRef="#br0" timeOffset="76918.61">26010 8890 1523 0,'0'0'494'16,"0"0"-160"-16,0 0-92 15,0 0 22-15,162-10-65 16,-41 4-49-16,16-4-32 16,-1 3-22-16,-12-6-18 15,-33 4-32-15,-25-2-32 16,-23 3-7-16,-19 3-7 15,-12-1-8-15,-11 2-8 16,-4 0-50-16,-49 1-82 16,-53 3-71-16,7 0-292 0,-3 0-197 15</inkml:trace>
  <inkml:trace contextRef="#ctx0" brushRef="#br0" timeOffset="77250.57">25986 8593 1568 0,'0'0'360'15,"0"0"-30"-15,0 0-152 16,0 0 6-16,0 0-87 16,0 0-62-16,0 0 17 0,12 64-7 15,-23-14 56-15,-11 6-17 16,-6 5-24-16,-3 1-11 15,-1-1-11-15,5-5-22 16,9-10-14-16,9-13 5 16,9-9-6-16,6-12 21 15,27-7 35-15,28-5 9 16,33-8 4-16,29-10-19 16,8 1-30-16,-10 5-6 15,-30 4-15-15,-30 8-15 16,6 0-131-16,-24 0-229 15,-1 0-628-15</inkml:trace>
  <inkml:trace contextRef="#ctx0" brushRef="#br0" timeOffset="77728.96">28131 8576 1132 0,'0'0'293'0,"0"0"58"15,0 0-57-15,0-73-55 0,-3 60 16 16,-12 5-37-16,-6 5-78 15,-3 3-47-15,-9 2-39 16,-4 14-33-16,0 11-13 16,1 9-8-16,6 3 0 15,9 5 11-15,11-1-2 16,10-3-2-16,3-9-5 16,21-10-2-16,4-12-1 15,3-9-6-15,2-7 1 16,-5-20-8-16,-2-10-5 15,-8-5 17-15,-3-2-5 16,-5 3 6-16,-2 9 0 16,-5 12 1-16,1 11 12 0,-4 9-12 15,3 5-1-15,1 19-11 16,5 8 12-16,4 8-1 16,7-1-42-16,25 3-208 15,-5-13-276-15,2-14-242 0</inkml:trace>
  <inkml:trace contextRef="#ctx0" brushRef="#br0" timeOffset="78103.8">28429 8528 1433 0,'0'0'405'16,"0"0"119"-16,0 0-313 16,0 0-20-16,0 0-123 15,0 0-50-15,0 0 5 0,-42 64 2 16,42-24-10-16,0-1-5 15,24-3-9-15,11-7 7 16,11-12-1-16,8-14-7 16,5-5-70-16,-1-23-117 15,-5-14-47-15,-16-7 76 16,-15-9 99-16,-17-20 59 16,-5-28 22-16,-17 9 96 15,-4 12 1-15,5 21 61 16,6 33 23-16,2 6-71 15,2 5-92-15,3 14-24 16,3 3-16-16,0 16-7 0,9 27-5 16,14 27 12-1,5 30 2-15,0 8 24 0,-5-15 12 16,-13-24-17-16,-6-30-21 16,-4-13-26-16,-4-9-231 15,-9-7-385-15,-7-10-680 0</inkml:trace>
  <inkml:trace contextRef="#ctx0" brushRef="#br0" timeOffset="78369.05">28614 8470 375 0,'0'0'1068'0,"0"0"-878"16,0 0-3-16,125-9-62 15,-65 4-52-15,0-7-35 16,-6-1-12-16,-8-3 10 0,-13-1 61 15,-13 4 94-15,-9 3 39 16,-7 3-6-16,-2 5-38 16,1 2-79-16,3 6-71 15,0 15-24-15,3 8-1 16,0 5 2-16,-1-1-1 16,-2 1-10-16,-3-6-2 15,-3-7-34-15,-4-17-119 16,-11-4-223-16,-1-1-670 0</inkml:trace>
  <inkml:trace contextRef="#ctx0" brushRef="#br0" timeOffset="78466.68">29008 8232 874 0,'0'0'268'0,"0"0"-189"16,0 0-79-16,85 57-214 0</inkml:trace>
  <inkml:trace contextRef="#ctx0" brushRef="#br0" timeOffset="79222.06">29202 8253 1008 0,'0'0'743'15,"0"0"-250"-15,0 0-205 16,0 0-71-16,0 0-130 16,0 0-31-16,0 0 19 15,80 82-3-15,-42-32-26 16,-3 1-14-16,-5-5-24 0,-4-8-7 15,-8-13-2 1,-5-14-4-16,-1-11-14 0,0-16-7 16,1-18-36-16,5-7 17 15,5-2 1-15,5 2-86 16,5 7-28-16,7 5-5 16,2 8-11-16,1 4-37 15,-6 3 11-15,-5 0 2 16,-9 2 93-16,-8-2 105 15,-7 2 46-15,-2 1 129 16,-6 2 79-16,0 5-12 16,0 1-4-16,0 3-66 15,-9 0-66-15,-3 3-34 16,-7 10 28-16,-3 7-1 0,-4 6-33 16,0 8-36-16,4 4-11 15,7 2-4-15,6-4-9 16,9-6-6-16,0-10 0 15,18-10-1-15,7-10-38 16,5-4-56-16,1-17-54 16,-4-5-54-16,-6-4 49 15,-6 1 49-15,-7 3 68 16,-5 4 37-16,-3 5 31 16,0 5 61-16,0 4 36 15,0 6-10-15,0 2-39 16,0 0-52-16,0 6-27 15,3 13 0-15,10 6 0 0,7 3 1 16,5 0-1-16,8-2 0 16,7-8-11-16,0-6-68 15,4-12-67-15,-4 0-24 16,-9-19-36-16,-10-12 4 16,-9-12 114-16,-12-17 88 15,-9-23 14-15,-9 4 66 16,-3 14 60-16,5 15 5 15,2 30 82-15,2 4-15 16,1 9-74-16,5 7-98 16,3 16-31-16,3 15-8 15,0 10 0-15,11 6 0 16,7 7 5-16,3 1-6 0,-4 1-1 16,-6 3-123-16,-5-14-366 15,-4-16-389-15</inkml:trace>
  <inkml:trace contextRef="#ctx0" brushRef="#br0" timeOffset="79487.8">29960 8214 1575 0,'0'0'264'16,"0"0"-123"-16,80-13-67 15,-20 8-15-15,5-1-34 16,2-2-8-16,-2 2 5 15,-9-2 63-15,-12 5 60 16,-11 1-41-16,-13 2-65 0,-9 0-3 16,-2 14 11-16,-5 5 16 15,-1 3-18-15,0 5-20 16,-3 0-10-16,0-2-15 16,0-2 0-16,-1-7-131 15,-15-16-125-15,3-1-334 16,1-17-582-16</inkml:trace>
  <inkml:trace contextRef="#ctx0" brushRef="#br0" timeOffset="79608.24">30427 7887 1230 0,'0'0'215'0,"0"0"-48"16,0 0-116-16,0 0-19 0,86 75-32 15,-49-38-23-15,-1-1-300 16</inkml:trace>
  <inkml:trace contextRef="#ctx0" brushRef="#br0" timeOffset="80266.41">30752 8022 1390 0,'0'0'267'16,"0"0"205"-16,0 0-297 15,0 0-6-15,0 0-92 16,0 0-49-16,0 0 50 15,-65 46 29-15,56-7-22 16,4 2-25-16,5 1-33 0,5-4-17 16,15-6-8-1,8-12-2-15,5-11-27 0,6-9-53 16,0-7-16-16,-5-18-56 16,-4-9 47-16,-11-7 45 15,-12-6 42-15,-7-4 18 16,-1-1 10-16,-17 6 35 15,-1 10-5-15,-2 9 9 16,2 15-9-16,3 12-16 16,0 4-16-16,6 18-8 15,4 8 0-15,6 3-1 16,0 4-1-16,16-3-15 16,11-4-96-16,7-9-213 0,4-11-64 15,0-10 54 1,-5-8-21-16,-5-16 153 0,-9-6 204 15,-5-1 198-15,-5 1 88 16,-1 4 15-16,-2 10-47 16,-2 5-36-16,1 9-79 15,1 2-81-15,1 7 3 16,3 14-4-16,-1 8 0 16,-1 6-1-16,-3 3 1 15,-4 2-20-15,-1 1-22 16,0-7-4-16,-1-5-11 15,-7-10 2-15,0-9-1 16,1-10 8-16,1-7-2 16,5-19-5-16,1-12 5 0,0-8 2 15,8-4 8-15,8 6 29 16,1 6 18-16,1 11-1 16,0 13-30-16,-3 11-15 15,1 3-18-15,-2 11 0 16,-1 12 0-16,-5 8-6 15,-8 13-130-15,0-6-247 16,-8-8-843-16</inkml:trace>
  <inkml:trace contextRef="#ctx0" brushRef="#br0" timeOffset="80390.75">31550 8151 1698 0,'0'0'680'16,"0"0"-429"-16,0 0-114 15,0 0-137-15,0 0-52 16,0 0-769-16</inkml:trace>
  <inkml:trace contextRef="#ctx0" brushRef="#br0" timeOffset="82785.44">27582 10394 611 0,'0'0'698'16,"0"0"-322"-16,0 0-6 15,0 0-63-15,0 0-17 16,0 0-149-16,0 0-52 16,136 6-19-16,-45-6-24 15,26 0-17-15,7-9-4 16,-17 2-7-16,-29 0-6 16,-32 2-11-16,-10 0-1 0,-4 1 1 15,-7-2-1-15,-5 2 0 16,-13-2-1-16,-7 2 1 15,-10-3-70-15,-20 1-142 16,-44 0-140-16,7 0-457 16,-3 2-586-16</inkml:trace>
  <inkml:trace contextRef="#ctx0" brushRef="#br0" timeOffset="83127.75">27737 10122 140 0,'0'0'1097'0,"0"0"-790"15,0 0-20-15,0 0-30 16,0 0-54-16,0 0-65 16,0 0-96-16,11-13-20 15,-11 41-7-15,-13 9 3 16,-4 5 44-16,-4 5 8 15,-3 0 14-15,0-2-7 16,3 0-29-16,8-5 4 16,4-4-10-16,9-7-15 15,6-5 3-15,22-5 4 0,14-9 19 16,14-6-10-16,12-4-17 16,0-7-7-16,0-9-11 15,-9 1-8-15,-11 2-33 16,-17 9-138-16,-13 4-428 15,-15 0-1133-15</inkml:trace>
  <inkml:trace contextRef="#ctx0" brushRef="#br0" timeOffset="84509.14">25274 11736 1431 0,'0'0'489'16,"0"0"-287"-16,0 0-13 16,0 0 8-16,0 0 46 0,99 8-73 15,-36-8-59-15,10 0-44 16,4-1-40-16,-16-7-16 16,-1-1-10-16,-17 2-1 15,-14 2-5-15,-13 1-59 16,-10 2-124-16,-14-4-138 15,-14 0-180-15,-9-1-332 0</inkml:trace>
  <inkml:trace contextRef="#ctx0" brushRef="#br0" timeOffset="84824.08">25172 11486 1525 0,'0'0'322'0,"0"0"-130"16,0 0-63-16,0 0-55 16,0 0 3-16,0 0 13 15,0 0 34-15,-3 83 11 16,3-37-20-16,-13 6-21 16,-9 2-6-16,-3 0-29 15,-2 0-13-15,2-3-6 16,8-1-2-16,11-7-17 15,6-5-8-15,18-10-2 16,42-9 10-16,43-19 4 0,40-10-7 16,15-23-9-16,-13-7-9 15,-36 7-74-15,-35 4-120 16,-25 7-391-16,-22 6-795 0</inkml:trace>
  <inkml:trace contextRef="#ctx0" brushRef="#br0" timeOffset="87192.25">19228 13895 1262 0,'0'0'278'0,"0"0"2"16,0 0-13-16,0 0-40 15,0 0-18-15,0 0-39 0,0 0-101 16,25-73-35-16,8 51-18 15,7 1-7-15,0 3-7 16,-4 3-2-16,-8 4-12 16,-7 6-119-16,-9 4-123 15,-12 1-132-15,0 0-260 16,-9 8 11-16</inkml:trace>
  <inkml:trace contextRef="#ctx0" brushRef="#br0" timeOffset="87348.03">19187 13960 555 0,'0'0'583'0,"0"0"-289"16,0 0-26-16,0 0-68 15,0 0-13-15,0 0-88 16,0 0-50-16,115-55-24 0,-68 28-25 16,9-12-34-16,-11 8-235 15,-14 2-360-15</inkml:trace>
  <inkml:trace contextRef="#ctx0" brushRef="#br0" timeOffset="87572.34">19296 13534 1164 0,'0'0'530'0,"0"0"-325"15,0 0-75 1,0 0-2-16,122 10 24 0,-57 0-44 15,2 4-35-15,-2 8-22 16,-11 8-19-16,-20 10-14 16,-32 24-16-16,-39 32-2 15,-89 34-45-15,-59 18-127 16,14-30-403-16,7-20-891 0</inkml:trace>
  <inkml:trace contextRef="#ctx0" brushRef="#br0" timeOffset="89674.24">19360 15791 700 0,'0'0'527'16,"0"0"-334"-16,0 0 42 15,0 0 40-15,0 0 13 16,0 0-70-16,0 0-56 16,-37-18-51-16,44 11-42 15,16-5-26-15,5-4-5 16,12 0-14-16,4-1-13 15,2 2-10-15,-4 3-1 0,-3 2-15 16,-9 2-100-16,-8 4-131 16,-13 4-115-16,-8 0-273 15,-1 6-30-15</inkml:trace>
  <inkml:trace contextRef="#ctx0" brushRef="#br0" timeOffset="89855.29">19326 15917 365 0,'0'0'842'0,"0"0"-534"16,0 0-24-16,0 0-107 15,0 0-64-15,0 0-19 0,81-43-32 16,-35 19-28-16,0 4-24 16,-1 0-10-16,8-6-64 15,-12 5-200-15,-10 2-342 0</inkml:trace>
  <inkml:trace contextRef="#ctx0" brushRef="#br0" timeOffset="90139.85">19542 15529 1403 0,'0'0'350'16,"0"0"-31"-16,0 0-156 15,0 0-49-15,0 0 18 0,0 0-17 16,118-17-20-16,-73 17-28 16,-5 4-12-16,-3 10-5 15,-8 6-21-15,-11 0-9 16,-7 4-5-16,-11 5 3 16,0 2-2-16,-16 3-4 15,-11 3-3-15,-5 0-8 16,-6 1-1-16,-5 2-6 15,-19 17-115-15,7-7-157 16,5-7-409-16</inkml:trace>
  <inkml:trace contextRef="#ctx0" brushRef="#br0" timeOffset="91657.5">22451 15810 235 0,'0'0'352'0,"0"0"-105"0,0 0 10 16,0 0-29-16,0 0 1 15,0 0-15-15,-18-17-16 16,18 15-9-16,-2 2-37 16,2 0-23-16,0-1-10 15,0 1-16-15,0 0-14 16,0 0-31-16,5 0-13 16,14-3 6-16,10-1 34 15,6-4-25-15,7-1-26 16,7-1-8-16,3-1-1 0,1 1-11 15,-4 4-8-15,-4 2 1 16,-3 3 4 0,-5 1-10-16,-4 0 5 0,0 0 7 15,-2 0 5-15,2 0 6 16,0 0-10-16,1-2-4 16,0-1-4-16,-3-1-4 15,-1 1-1-15,-6 0 10 16,-3 1-4-16,-2-1 1 15,-4 0-7-15,3 0 8 16,0 3-7-16,0-3 5 16,-2-1 1-16,-4 1-1 15,-1 2 1-15,-5 0 6 0,0-1-3 16,-5 2-4-16,-1 0-1 16,0 0-5-16,0 0 0 15,0 0 0-15,0 0-1 16,0 0 0-16,0 0 0 15,-1 0-18-15,-14 0-15 16,-19 20-12-16,1 1-150 16,0 0-525-16</inkml:trace>
  <inkml:trace contextRef="#ctx0" brushRef="#br0" timeOffset="94471.28">23884 15787 1045 0,'0'0'267'0,"0"0"-20"15,0 0-87-15,0 0-8 16,0 0-49-16,0 0-33 15,0 0 7-15,36-7 8 0,-17 4-1 16,3 1-17-16,3 2-5 16,-1 0-2-16,-2 0-5 15,-2 0 7-15,-1 0-14 16,-4 0-20-16,1 0 9 16,-2 2 13-16,2-2 2 15,2 0-6-15,0 0-9 16,6 0-7-16,4 0 5 15,5 0 7-15,1 0-20 16,3 0 3-16,3 0-8 16,-1 0-2-16,3-2 3 15,1-1 4-15,2-1 10 16,3-2 1-16,-2 0 3 0,0 1-6 16,-4-1-9-16,-3 2-8 15,-2-1-2-15,-1 1 2 16,0 1 2-16,3-4 3 15,2 1-3-15,1 2 0 16,3-3 4-16,0 2 2 16,-2 0 2-16,-1-2-7 15,-7 3-1-15,-8 1-3 16,-6 2-1-16,-9 1-10 16,-4-1 10-16,-4 1 1 0,2-1 3 15,-3 1 6 1,0 0 1-16,0-2-2 0,0 2-4 15,-2 0-2-15,2-2-5 16,-1 2 0-16,-1-1-2 16,1 1 1-16,-2 0-7 15,0 0 0-15,1 0 0 16,-1 0 5-16,0 0-5 16,0 0 0-16,0 0-1 15,0 0 1-15,0 0-1 16,0 0 1-16,0 0-1 15,0 0 0-15,0 0 0 16,0 0 0-16,0 0 1 16,0 0-1-16,0 0 0 15,0 0-1-15,0 0-6 16,0 0-8-16,-9 0-32 16,-13 10-94-16,-29 23-97 0,1 0-331 15,-7 1-493-15</inkml:trace>
  <inkml:trace contextRef="#ctx0" brushRef="#br0" timeOffset="96057.8">26745 15906 1064 0,'0'0'277'15,"0"0"-30"-15,0 0 40 16,0 0-29-16,0 0-88 16,0 0-32-16,60-18 76 15,-7 16-24-15,22-4-60 16,19-2-38-16,18-3-29 16,-10 0-13-16,-21 2-13 15,-24 1-11-15,-20 3-14 16,2 0-11-16,1-2 0 0,-5 4-1 15,-13 0-1-15,-13 1-47 16,-7 2-47-16,-2 0-75 16,-11 0-132-16,-37 16-159 15,3-2-138-15,-2 0-329 0</inkml:trace>
  <inkml:trace contextRef="#ctx0" brushRef="#br0" timeOffset="96298.34">26874 16076 1480 0,'0'0'347'15,"0"0"-78"-15,0 0-76 16,0 0-1-16,0 0 12 0,110-12-58 16,-54 1-42-16,7-4-36 15,6-3-6-15,4-2-17 16,0-1-24-16,-3 1-10 15,-6 2-11-15,-9 5 0 16,-13 5-34-16,-15 8-101 16,-24 8-241-16,-3 11-279 15,-15 3-565-15</inkml:trace>
  <inkml:trace contextRef="#ctx0" brushRef="#br0" timeOffset="98069.17">20239 17331 409 0,'0'0'119'0,"0"0"5"16,0 0-10-16,0 0 13 15,0 0 25-15,0 0 47 16,0 0-12-16,-57 0 5 15,53-6-8-15,-1 4 11 16,1-2 3-16,2 1-19 16,2 3-36-16,0-3-2 0,2-2-13 15,14-1-22 1,9-3-7-16,7-2-9 0,5-2-26 16,5 2-11-16,4-3-8 15,-1 4-26-15,0-2-10 16,-5 5-1-16,-6-1-7 15,-4 2 0-15,-8 3 0 16,-5 0-1-16,-8 3-10 16,-6 0-48-16,-2 0-80 15,-1 0-103-15,-15 15-91 16,-10 2-225-16,-3 0-319 0</inkml:trace>
  <inkml:trace contextRef="#ctx0" brushRef="#br0" timeOffset="98367.67">20151 17479 1220 0,'0'0'546'0,"0"0"-196"15,0 0-79-15,0 0-28 16,0 0-16-16,0 0-74 15,0 0-37-15,43-4 4 16,-7-2-26-16,6-5-47 0,4-2-13 16,3-2-10-16,-1-1-9 15,-3-1-3 1,-5 3-4-16,-6-2-7 0,-7 6-1 16,-8 1-1-16,-8 5-11 15,-8 4-87-15,-14 8-104 16,-12 14-316-16,-12 1-350 0</inkml:trace>
  <inkml:trace contextRef="#ctx0" brushRef="#br0" timeOffset="100734.8">22363 17307 423 0,'0'0'167'16,"0"0"9"-16,0 0-63 15,0 0 39-15,0 0-6 16,0 0 4-16,0 0 48 15,-66 18 4-15,60-16-10 16,0-2 20-16,2 0-42 16,-1 0-33-16,2 0-16 0,0 0-21 15,2 0-15 1,1 0-22-16,0 0-12 0,0 0-1 16,0 0-6-16,3 0-8 15,10 0 9-15,8-8 14 16,4 0 0-16,4-1-22 15,1 0-20-15,-1 1-7 16,1 0-1-16,-4 0-8 16,-1 0 6-16,-4 5-7 15,-6-1 1-15,0 1 8 16,-3 0-8-16,1-4 0 16,-1 1 5-16,1 0-4 15,-2 1 4-15,-3 0-5 16,-2 1 0-16,-1 1 0 0,-2 3 0 15,-1 0-1-15,-2 0 1 16,1 0-1-16,-1 0 0 16,0 0 0-16,0 0 0 15,0 0 0-15,0 0-7 16,0 0-19-16,0 0-28 16,0 0-48-16,-3 0-90 15,-21 12-128-15,2 5-283 16,-2 0-415-16</inkml:trace>
  <inkml:trace contextRef="#ctx0" brushRef="#br0" timeOffset="101950.46">22466 17374 494 0,'0'0'219'0,"0"0"-31"15,0 0 16-15,0 0-46 0,0 0-10 16,0 0 27-16,0 0-6 16,-6-29-3-16,4 28 4 15,1 1-23-15,-1 0-46 16,1 1-30-16,1 15-30 15,0 7 26-15,0 6 27 16,0 3-16-16,0 1-34 16,6-5-17-16,0-5-12 15,0-3-6-15,-2-4-9 16,2-3 2-16,-3-4-1 16,0-4-1-16,-3-1-12 0,0-2-46 15,0-1-29-15,0-1 1 16,-8 0-16-16,-6 0-48 15,-3-5-14-15,1-5 71 16,-2-1 51-16,3-1 32 16,3 2 10-16,2 1 10 15,5 6 28-15,2-2 28 16,2 3 27-16,1 2-46 16,0 0-26-16,0 2-6 15,9 8 38-15,7 4 11 16,2 1-20-16,3-1-7 15,1 1-6-15,-2-2-10 0,1-2-7 16,-2-3-8-16,-2-4-5 16,-1-2 0-16,-4-2 0 15,-1 0-1-15,-1-4-26 16,-3-8-17-16,-2-3-10 16,-2-2 1-16,-2-2 7 15,-1 2 13-15,0 0 20 16,0 4 11-16,0 2 1 15,0 8 1-15,0 3 20 16,0 0-9-16,0 8-12 16,-3 14 9-16,-4 11-3 15,-2 7-5-15,-5 6-1 16,-7 28-90-16,2-12-232 16,0-6-664-16</inkml:trace>
  <inkml:trace contextRef="#ctx0" brushRef="#br0" timeOffset="107335.19">23503 17314 985 0,'0'0'341'0,"0"0"-43"0,0 0 35 15,0 0-27 1,0 0-79-16,0 0-41 0,-29-6-46 16,29 6-35-16,2 0-42 15,15 0 13-15,10 0 6 16,9-3-17-16,6-3-22 15,3-5-19-15,-3 0-12 16,-3 2-11-16,-4-4 5 16,-7 2-5-16,-7 5-1 15,-6-1-33-15,-7 3-61 16,-7 4-78-16,-1 0-148 16,-9 11-190-16,-7 0-224 0</inkml:trace>
  <inkml:trace contextRef="#ctx0" brushRef="#br0" timeOffset="107605.99">23509 17414 1532 0,'0'0'529'15,"0"0"-279"-15,0 0-50 16,0 0 17-16,0 0-38 15,0 0-65-15,88-18-14 16,-52 5-25-16,2-1-21 16,-2-3-7-16,0-2-19 0,-2-1-26 15,-4 1-2 1,-2 2 13-16,-7 5-13 0,-6 5-30 16,-6 7-76-16,-9 3-134 15,0 18-297-15,-2 1-199 0</inkml:trace>
  <inkml:trace contextRef="#ctx0" brushRef="#br0" timeOffset="112724.79">19022 15448 168 0,'0'0'121'0,"0"0"-35"16,0 0 63-16,0 0 33 0,43-94 13 16,-41 65 23-16,-2 2-26 15,0 1-10-15,-2 4 3 16,-9 5-23-16,-5 11-13 15,-5 6 7-15,-6 16-99 16,-13 29-21-16,-8 25 17 16,7 4 8-16,8-4 2 15,19-6-8-15,14-15-12 16,0 5-17-16,17 6-14 16,13-6-1-16,7-1-3 15,2-3-1-15,-2 0-6 0,-4 0 0 16,-9-2 0-1,-15 3 1-15,-9-3 4 16,-5 0 1-16,-19-7-6 0,-5-6 0 16,-3-11 0-16,4-10 0 15,5-9 5-15,4-5-5 16,8 0-1-16,4-6 0 16,6-2 0-16,1 3 7 15,0 5-7-15,14 0-12 16,9 10 3-16,2 15 9 15,5 15 15-15,-1 23 9 16,-3 21 13-16,-5 21 2 16,-9 10 25-16,-6-2 5 0,-6-5 7 15,0-4-10 1,0 0-17-16,0-8-9 0,0-20-5 16,0-23-11-16,0-17-3 15,3-9 4-15,4-1-11 16,4-3-4-16,2-2 4 15,1-7-8-15,-1-9 1 16,5-2-1-16,1-3 0 16,3 0 2-16,1-3-7 15,0-2 0-15,-1 0-1 16,-4-2-44-16,0 4-73 16,-5 0-126-16,-1-3-128 15,-6-1-300-15,-6 0-624 0</inkml:trace>
  <inkml:trace contextRef="#ctx0" brushRef="#br0" timeOffset="112890.5">19252 17442 2329 0,'0'0'274'15,"0"0"-203"-15,0 0-70 16,0 0 11-16,0 0-12 15,0 0-47-15,0 0-248 16,-2-25-537-16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24:19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28492 17022 217 0,'0'0'0'0,"-101"-25"-129"16</inkml:trace>
  <inkml:trace contextRef="#ctx0" brushRef="#br0" timeOffset="21684.17">28838 14912 1139 0,'0'0'297'16,"0"0"-178"-16,0 0-44 15,0 0 46-15,0 0-32 16,103-68-56-16,-59 68-15 16,1 0-8-16,-5 14 5 15,-7 12-5-15,-12 12 11 16,-9 13 40-16,-12 21 20 15,-9 20-15-15,-28 16 8 16,-2 4-14-16,5-22-8 16,13-25-13-16,15-25-17 0,6-6-10 15,0 0-5-15,6-2-7 16,15-3-5-16,9-10 4 16,4-14 0-16,3-5 1 15,-2-10 0-15,-4-12 0 16,-7-3 1-16,-8 0 0 15,-7 9 5-15,-6 5 0 16,-1 11 3-16,-2 5-1 16,0 34-1-16,0 33 58 15,0 44 74-15,0 25-14 16,13 6-28-16,2-4-13 16,4-16-12-16,-2-2-16 15,-1-4-9-15,-1-6-8 0,0-10-9 16,-3-13-14-1,-4-20-4-15,-4-15-3 0,-3-18-3 16,-1-6-5-16,0 2 5 16,-7 0 1-16,-7 2 4 15,-5-7 19-15,-6-4-1 16,-8-3 1-16,-4-1 3 16,-7-1 8-16,-6-4-7 15,-2-5 1-15,1-1 1 16,0-2-12-16,6-7-9 15,7 1-3-15,5 2 9 16,7-5 0-16,4 3-15 16,1-1 3-16,2 2-3 0,-1 3-6 15,-1 0 1 1,1 3-1-16,0 2-1 0,-1-1 1 16,4-2 0-16,0 2-6 15,1-5-36-15,0-2-63 16,0-4-76-16,-9-4-97 15,4-9-373-15,-4-8-595 0</inkml:trace>
  <inkml:trace contextRef="#ctx0" brushRef="#br0" timeOffset="164591.6">5930 11185 1400 0,'0'0'237'16,"0"0"-15"-16,0 0 2 15,0 0-65-15,0 0-5 16,0 0-8-16,6 0-79 16,21-3-18-16,16-3 42 15,12-5-14-15,8 0-20 16,7-1-14-16,-1-3-16 16,4 2-15-16,-11-3-3 15,-8 2-8-15,-12 3 0 16,-9 3 1-16,-17 3-1 15,-7 4 5-15,-6-1-5 16,-3 2-1-16,0 0 2 0,0 2-1 16,-16 9 5-16,-10 9 5 15,-11 9-4-15,-6 6-6 16,-6 9 5-16,-1 4 6 16,3 2 6-16,6 1 19 15,7 0 10-15,9-5 4 16,10-7-5-16,9-8-4 15,6-5-7-15,1-8 0 16,14-4 12-16,9-4 8 16,6-6 5-16,7-4 12 15,5 0-10-15,10-6-7 16,2-12-4-16,1-5-13 16,2-6-17-16,-2-1-11 0,-3 1-1 15,-4 3-8-15,-11 4 5 16,-10 7-6-16,-11 5 0 15,-8 7-6-15,-8 3-42 16,0 0-81-16,-25 25-84 16,0 0-124-16,0 0-499 0</inkml:trace>
  <inkml:trace contextRef="#ctx0" brushRef="#br0" timeOffset="165123.79">7289 11318 497 0,'0'0'1254'16,"0"0"-764"-16,0 0-209 15,0 0-63-15,0 0-39 16,0 0-37-16,-24 96-19 15,23-54-41-15,1 2-20 16,0-5-28-16,0-3-21 16,0-6-11-16,3-7-2 15,1-7-6-15,0-6-67 16,1-10-124-16,-2 0-310 0,3-11-331 0</inkml:trace>
  <inkml:trace contextRef="#ctx0" brushRef="#br0" timeOffset="165741.78">7653 10718 758 0,'0'0'990'0,"0"0"-607"0,0 0 87 16,0 0-184-16,0 0-84 15,0 0-61-15,-48 75-10 16,39-32-45-16,6 1-29 16,3 2-14-16,0-5-10 15,9-5-9-15,8-4-7 16,3-8-10-16,0-7-6 15,-1-5 0-15,2-10-1 16,-4-2-8-16,-3-5-19 0,0-16-27 16,-5-11-7-1,-2-6 1-15,-4-4 25 16,-1 0 25-16,-2 7 9 0,0 9 1 16,0 7 17-16,0 11 34 15,0 5 15-15,0 3-14 16,0 8-23-16,1 15-14 15,8 9 13-15,6 6 11 16,5 2-4-16,3-3-4 16,4-7-7-16,0-7-4 15,1-8-14-15,-4-7 1 16,-3-8 2-16,-3 0 3 16,2-19 2-16,-3-12-1 15,-2-11-11-15,-1-22-1 16,-11-23 0-16,-3-20 0 0,-14 8-1 15,-8 23-20 1,3 28-13-16,2 28-9 0,-1 6 6 16,-4 8-3-16,-4 6-9 15,-12 44-102-15,5 5-179 16,6 0-618-16</inkml:trace>
  <inkml:trace contextRef="#ctx0" brushRef="#br0" timeOffset="166403.81">8643 11057 401 0,'0'0'1230'0,"0"0"-661"0,0 0-257 16,0 0-54-16,0 0-76 15,0 0-35-15,3 83-6 16,6-50-29-16,2 1-33 16,-1-3-23-16,1-4-25 15,-2-5-16-15,-2-1-13 16,-1-2-2-16,0-2 0 16,-3 0-68-16,0-3-108 15,2-3-327-15,-3-8-582 0</inkml:trace>
  <inkml:trace contextRef="#ctx0" brushRef="#br0" timeOffset="169900.39">8952 10495 124 0,'0'0'362'0,"0"0"-157"16,0 0-81-16,0 0 5 15,0 0-9-15,0 0-20 16,0 0 1-16,0-17 3 16,3 12-8-16,0-1 10 15,2 0 8-15,-1 1-21 16,3 1-24-16,1 1-9 0,4 3-3 16,3 0-2-16,3 0 15 15,4 8-1-15,2 11-9 16,0 3 6-16,-3 6-22 15,-2 4-7-15,-3 0 0 16,-5 2 2-16,-7-1-7 16,-4 0 1-16,0-3-3 15,0-1-4-15,-7-3-8 16,-5-4-1-16,0-5-10 16,3-4 5-16,-3-4-11 15,3-9 11-15,2 0-5 16,-2 0-5-16,6-14 5 15,3-8-7-15,0-3 0 0,0-4 0 16,12-4-1 0,1 1 0-16,2-4 1 0,-3 2-1 15,1 1 1-15,-4-3 0 16,-3 4 0-16,-3-2 1 16,-1 5 1-16,-2 2-1 15,0 5 1-15,0 4 5 16,-3 4 2-16,-2 3 17 15,1 3 23-15,1 4 16 16,1 4 6-16,1 0-21 0,-1 7-21 16,2 15-16-1,0 14 7-15,0 8 17 0,0 6 14 16,5-1-6-16,10-1-3 16,4-8-2-16,3-5-5 15,3-8-10-15,0-4-10 16,0-6-1-16,0-4-4 15,-1-5-1-15,-3-3-1 16,-1-4-8-16,0-1 2 16,-1 0 4-16,-2-8-6 15,-2-6 1-15,-1-4-1 16,-7 1 0-16,-4 4-25 16,-3 1-67-16,-15 8-105 15,-9 3-333-15,-1 1-503 0</inkml:trace>
  <inkml:trace contextRef="#ctx0" brushRef="#br0" timeOffset="171805.41">9295 10400 192 0,'0'0'25'0,"0"0"475"0,0 0-191 15,0 0-50-15,0 0 27 16,0 0-23-16,0 0-27 16,-22-24-46-16,13 20-32 15,-3 4-17-15,-1 0 4 16,-1 0-33-16,-2 0-21 16,-4 5-12-16,-1 7-7 15,-2 7-14-15,1 6-1 16,0 6-22-16,3 8-20 15,2 6-2-15,4 3 1 16,4 4-2-16,6 1 6 0,3 0 0 16,0-4 0-1,6-5 1-15,8-6-6 0,3-9-1 16,1-5-6-16,0-10-4 16,3-8-1-16,1-6 0 15,1 0 0-15,5-19 7 16,1-11-8-16,0-10 0 15,-2-7 0-15,-5-4 1 16,-8-5-1-16,-7 1 1 16,-7 4-1-16,0 3 0 15,-4 9 0-15,-5 6 0 16,3 11-1-16,0 7 1 16,3 7 0-16,1 4 0 15,0 3 0-15,2 1 0 0,0 0 0 16,0 8-1-16,16 12-5 15,8 8 6-15,1 9 18 16,6 1 10-16,1 2 8 16,-1-5-6-16,2-3-6 15,-2-5-4-15,1-4-8 16,-3-6-6-16,-2-5-6 16,-4-6 1-16,-1-6-1 15,-1 0-30-15,-4-11-60 16,-4-12-63-16,-13-21-182 15,0 3-347-15,-2 5-483 0</inkml:trace>
  <inkml:trace contextRef="#ctx0" brushRef="#br0" timeOffset="172497.31">9273 10380 947 0,'0'0'270'0,"0"0"-3"0,0 0 81 16,0 0-81-1,0 0-50-15,0 0-32 0,0 0-1 16,-85-25-38-16,67 50-27 16,-1 8-13-16,5 7-13 15,2 10-42-15,3 3-16 16,5 3-2-16,4 1-5 16,0-2-1-16,3-5 0 15,11-5-5-15,3-6-5 16,5-5-2-16,4-8-3 15,0-9-6-15,3-10 0 16,2-7-5-16,2-2 0 16,0-19 0-16,0-12 0 15,-5-7 1-15,-6-9-2 16,-8-5 0-16,-8-3 0 16,-6-1-1-16,0 3-7 0,-11 4 8 15,-3 12-1-15,0 8 0 16,5 11-5-16,0 8 6 15,3 7 0-15,5 3-1 16,-1 2 1-16,2 0 0 16,0 12-9-16,8 13 0 15,8 12 9-15,8 5 25 16,0 2-2-16,1-2 8 16,2-5-1-16,0-5-6 15,-2-8-3-15,-1-5 0 16,-3-6-1-16,0-6-4 0,-2-7-1 15,2 0-3-15,3-4 0 16,0-18-4-16,-2-6-8 16,1-3 0-16,-4-2-19 15,-8 5-82-15,-11 7-86 16,0 9-190-16,0 5-701 0</inkml:trace>
  <inkml:trace contextRef="#ctx0" brushRef="#br0" timeOffset="173296.86">10180 10735 660 0,'0'0'805'0,"0"0"-272"15,0 0-264-15,0 0-28 0,0 0-44 16,0 0-30 0,16 81-16-16,-2-47-49 0,2 1-32 15,-1 0-31-15,1 0-12 16,-4-5-19-16,0-1 1 16,-3-6-9-16,-3-4-9 15,-1-7-75-15,-5-12-145 16,0 0-277-16,0-4-287 0</inkml:trace>
  <inkml:trace contextRef="#ctx0" brushRef="#br0" timeOffset="174012.77">10257 9945 1220 0,'0'0'386'16,"0"0"-56"-16,0 0 6 0,0 0-40 16,0 0-51-16,0 0-81 15,0 0-88-15,-40 6-47 16,52 28 34-16,7 9 22 15,5 5-25-15,3 1-11 16,0-5-2-16,1-3-19 16,-4-5-11-16,1-4-10 15,-5-6-6-15,-1-6-1 16,-8-8-1-16,-3-6 0 16,-5-6-5-16,-1-2 6 0,-2-20 6 15,1-11-5 1,1-8 1-16,1-2 4 0,0 3-5 15,6 9 0-15,4 8 0 16,1 8 0-16,7 9-1 16,2 4 0-16,3 2-1 15,-2 3 0-15,0 13 0 16,-2 6-1-16,-7 2-4 16,-2 3 5-16,-7 0-6 15,-3 3 7-15,-3-2 0 16,0-2 1-16,-7-3 5 15,-8-3 2-15,-2-3-7 16,-3-3 5-16,-6-6-4 16,-2-1-1-16,-2-7-1 15,-1 0-18-15,0 0-44 0,4-9-20 16,4 0-71-16,2 1-153 16,9 1-270-16,2 0-644 0</inkml:trace>
  <inkml:trace contextRef="#ctx0" brushRef="#br0" timeOffset="174193.79">10833 10275 2114 0,'0'0'618'0,"0"0"-319"16,0 0-131-16,0 0-78 0,0 0-90 15,0 0-9-15,0 0-165 16,18 3-487-16</inkml:trace>
  <inkml:trace contextRef="#ctx0" brushRef="#br0" timeOffset="181461.9">9303 10487 189 0,'0'0'0'0,"0"0"43"16,0 0 262-16,0 0-32 15,0 0-81-15,13-17-19 0,-13 11 36 16,0-2-3-16,-11 1-31 16,-5 5-11-16,-5 2-43 15,-7 0-16-15,-8 17-16 16,-6 12-2-16,-2 13-3 16,-1 8 2-16,4 3-16 15,3 3-12-15,13 1-2 16,8-3-7-16,14-4-13 15,3-4-5-15,14-7-15 16,8-7-5-16,5-6-5 16,1-7 0-16,6-6 1 15,-1-6-6-15,0-4-1 16,0-3 1-16,-3 0 0 0,0-10 6 16,-2-8-7-16,-3-5 0 15,0-8 0-15,-3-7 0 16,-2-5 1-16,-5-5 0 15,-3-3 0-15,-7 0 0 16,-5 3 5-16,0 4-5 16,0 5-1-16,-8 8 6 15,-1 5-5-15,-1 9 5 16,4 3-4-16,0 4-1 16,3 5 11-16,1 4 15 15,2 1 0-15,0 0-9 16,0 6-17-16,5 15-1 15,10 11 8-15,9 7 11 0,1 3 25 16,3 2-6 0,2-5-5-16,1-3 6 0,1-7-4 15,-1-4-13-15,-3-6-7 16,-1-7-3-16,-7-2-1 16,2-7-10-16,-4-3 0 15,-3 0 5-15,1-13-5 16,-1-7 1-16,0-3-2 15,-4-1-1-15,-5 4-29 16,-6 6-45-16,-8 11-66 16,-14 3-189-16,-2 3-451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41:45.5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30019 15790 1530 0,'0'0'355'0,"0"0"-113"15,0 0-16 1,0 0-1-16,0 0-52 0,0 0-79 16,75-15-21-16,4 8-1 15,29-7-25-15,13-2-19 16,-16 0-12-16,-26 3-8 15,-36 5-7-15,-13 2-1 16,-3-2-1-16,-6 1-56 16,-8 1-97-16,-13 5-46 15,-24 1-47-15,-11 3-322 16,-9 7-234-16</inkml:trace>
  <inkml:trace contextRef="#ctx0" brushRef="#br0" timeOffset="199.3">30016 15955 725 0,'0'0'817'0,"0"0"-523"16,0 0 54-16,106-15-58 15,0-2-93-15,38-5-44 16,10 0-27-16,-13 4-51 16,-39 5-56-16,-42 3-9 15,-21 5-10-15,-12-3 0 16,-4 2-73-16,-9-5-143 15,-14-10-109-15,-12 3-311 16,-19 0-408-16</inkml:trace>
  <inkml:trace contextRef="#ctx0" brushRef="#br0" timeOffset="534.75">30058 15387 1448 0,'0'0'271'16,"0"0"-68"-16,0 0 39 16,0 0-72-16,0 0-64 15,0 0 14-15,0 0 48 16,76 54-26-16,-76 9-34 16,-21 20-20-16,-12 16-28 0,0-10-9 15,5-14-15 1,12-22-14-16,10-14-8 0,6 5-14 15,0-1 8-15,21 3-7 16,32-5 6-16,38-9 4 16,42-10 1-16,16-13-2 15,-3-9 1-15,-20-7-11 16,-44-5-1-16,-25 2-24 16,-20 1-103-16,-15 1-162 15,-5-1-239-15,-17 1-546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25:11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14370 6266 1423 0,'0'0'539'0,"0"0"-258"16,0 0-31-16,0 0-10 15,0 0-69-15,0 0-72 16,0 0-51-16,16 0-27 16,9-8-14-16,5-1-5 15,3 0-2-15,-2 1 0 16,-4 3-38-16,-4 2-111 16,-4 3-188-16,-6 0-288 15,-8 0-335-15</inkml:trace>
  <inkml:trace contextRef="#ctx0" brushRef="#br0" timeOffset="165.76">14316 6489 1177 0,'0'0'544'0,"0"0"-281"16,0 0-72-16,0 0-59 16,0 0-55-16,0 0-21 15,80-10-14-15,-37-8-29 16,2-6-13-16,17-17-83 15,-12 6-184-15,-8 1-450 0</inkml:trace>
  <inkml:trace contextRef="#ctx0" brushRef="#br0" timeOffset="387.69">14630 6096 1672 0,'0'0'521'0,"0"0"-237"15,0 0-110-15,0 0-66 16,0 0-52-16,0 0-29 16,0 0 15-16,107 0 7 15,-60 7 1-15,-3 10-10 16,-9 9-20-16,-15 11-9 16,-20 22 0-16,-42 33-6 15,-68 36-5-15,2-12-127 16,-13-15-493-16</inkml:trace>
  <inkml:trace contextRef="#ctx0" brushRef="#br0" timeOffset="2703.74">16701 7299 262 0,'0'0'143'15,"0"0"348"-15,0 0-217 16,0 0 5-16,0 0-1 15,0 0-42-15,0 0-44 16,-41 14-32-16,38-14-8 16,3 0-13-16,0 0-31 15,0 0-8-15,0 0-18 0,0 0-22 16,0-2-21-16,3-1-18 16,5-1-9-16,4-1-10 15,6-5 5-15,3-1-6 16,2-2 0-16,0 0-1 15,-1-1-8-15,-2-3-55 16,-4 3-87-16,0 0-139 16,-3-8-59-16,-3 3-237 15,-4-1-281-15</inkml:trace>
  <inkml:trace contextRef="#ctx0" brushRef="#br0" timeOffset="3048.49">16753 7084 854 0,'0'0'486'0,"0"0"-206"0,0 0-39 16,0 0-37-16,0 0-45 15,0 0-63-15,0 0-41 16,12 0-33-16,1 0 21 15,1 0 22-15,4-2-5 16,-2 2-18-16,2 0-11 16,-3 0 0-16,0 0-14 15,-6 3-16-15,0 5 16 0,-2 5 16 16,-2 1-7-16,-2-2-1 16,-2 5-10-16,-1 0-6 15,0 4-9-15,-6-1 0 16,-6 3-28-16,-4 7-163 15,1-5-344-15,0-8-1289 0</inkml:trace>
  <inkml:trace contextRef="#ctx0" brushRef="#br0" timeOffset="25280.24">16119 6320 469 0,'0'0'416'0,"0"0"100"16,0 0-244-16,0 0-31 15,0 0-8-15,0 0-23 16,-7-4-36-16,13-10-61 16,13-3-25-16,7-7-15 15,9-2-25-15,5-4-20 16,2-1-12-16,1-2-10 16,-2 1-5-16,-8 5-1 15,-7 5-20-15,-8 7-99 16,-15 6-135-16,-3 7-122 0,0 1-402 15</inkml:trace>
  <inkml:trace contextRef="#ctx0" brushRef="#br0" timeOffset="25636.95">16047 6137 438 0,'0'0'851'0,"0"0"-570"15,0 0-60-15,0 0-53 0,0 0-13 16,0 0-29 0,0 0-38-16,-11 0-31 0,9 0-17 15,1 0 6-15,-2 9-12 16,-2 7-19-16,1 8 7 15,-5 6 44-15,1 3-5 16,2 0-24-16,3-2-6 16,2-3-4-16,1-6-8 15,0-4-10-15,7-5-7 16,16-7 7-16,8-4 7 16,9-2-5-16,12-6-11 15,32-20-110-15,-14 6-219 16,-12 0-676-16</inkml:trace>
  <inkml:trace contextRef="#ctx0" brushRef="#br0" timeOffset="34190.46">17121 6375 243 0,'0'0'77'0,"0"0"195"16,0 0-11-16,0 0-96 15,0 0-13-15,0 0-8 16,-4 0-28-16,4 0-12 15,0 0 12-15,0-5 12 16,9 1 29-16,3-5 4 16,3-1-27-16,2-3-49 15,3-1-20-15,2-2-15 16,2 0-19-16,1 0-17 16,-2-1 2-16,2-1-10 15,-2 1-4-15,-3 1 0 16,-3 3-1-16,-2 1-1 15,-8 4-1-15,-2 3-61 0,-5 4-83 16,0-2-167-16,-2 2-251 16,-8 1-638-16</inkml:trace>
  <inkml:trace contextRef="#ctx0" brushRef="#br0" timeOffset="34677.91">17154 6193 377 0,'0'0'528'15,"0"0"-358"-15,0 0-1 16,0 0-14-16,0 0 3 16,0 0-21-16,0 0-36 15,-6-7-38-15,5 7-25 16,-2 5-10-16,0 8-6 16,-3 5 38-16,2 4 28 15,-3 2-19-15,3 0-26 16,-1 0-18-16,2 1-6 15,0-3 2-15,2-3-2 0,1-2-6 16,0-3-2-16,0-2 3 16,0-4-5-16,1-1 6 15,5-2 6-15,3-1-6 16,5-1 5-16,1-3-6 16,2 0-4-16,3 0 1 15,2 0-4-15,2-7-6 16,1-1 1-16,-2-1-2 15,1-2-54-15,7-3-95 16,-7 3-174-16,-9 3-398 0</inkml:trace>
  <inkml:trace contextRef="#ctx0" brushRef="#br0" timeOffset="34903.32">17475 6496 1318 0,'0'0'346'0,"0"0"-172"15,0 0-111-15,0 0-28 16,0 0-35-16,0 0-34 0,0 0-472 15</inkml:trace>
  <inkml:trace contextRef="#ctx0" brushRef="#br0" timeOffset="62080.34">19432 5022 1015 0,'0'0'811'16,"0"0"-514"-16,0 0-65 15,0 0-2-15,103-52 45 16,-8-15-74-16,41-25-67 16,15-7-35-16,-8 3-20 15,-22 16-25-15,-45 27-24 0,-21 16-20 16,-21 16-4-16,-17 10-6 15,-10 8-5-15,-7 3-55 16,-4 1-57-16,-29 21-81 16,-43 28-172-16,7-5-232 15,-1-2-395-15</inkml:trace>
  <inkml:trace contextRef="#ctx0" brushRef="#br0" timeOffset="62511.3">19437 4707 986 0,'0'0'608'0,"0"0"-390"15,0 0-8-15,0 0-25 16,0 0 3-16,0 0-16 15,0 0-29-15,-10-32-29 16,6 48-44-16,-1 10-10 16,-2 11-2-16,3 9 2 15,1 7-8-15,3 0 5 16,0 0-13-16,11-6-17 16,12-2-9-16,8-6-3 15,11-8 6-15,6-7-2 16,7-14 15-16,5-8-2 15,2-2 14-15,-1-19-7 0,-2-10-19 16,-6-5-7-16,-8-2-2 16,-8 3-11-16,-13 6 1 15,-6 7-1-15,-10 11-10 16,-8 4-47-16,0 5-47 16,-3 0-83-16,-35 14-281 15,4 2-188-15,-6 1-753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07:38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18719 7481 694 0,'0'0'278'0,"0"0"218"16,0 0-333-16,0 0-28 16,0 0 28-16,0 0 17 15,133 30-41-15,-39-17 75 16,37-1 8-16,18-2-55 16,-1 0-41-16,-17-1-37 15,-25-1-39-15,-6 4-16 16,-7-1-22-16,-15 0 18 15,-15-3-4-15,-15-2-7 16,-6-2 1-16,8 0-5 0,8 1-6 16,9-3 4-1,1-2 1-15,-6 0-2 0,-4 0 4 16,-10 0-9-16,-14 0-6 16,-12 0 5-16,-8 0-5 15,-8 0-1-15,-4 0 1 16,-1 0 0-16,-1 0-1 15,0 0-1-15,-9 0 1 16,-61 0-40-16,-1-4-181 16,-19-4-1054-16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30:48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16644 7025 1159 0,'0'0'274'16,"0"0"-87"-16,0 0-6 16,0 0-43-16,0 0-34 15,0 0-40-15,9-14-33 16,11 11-14-16,5-5-7 0,3 3-9 15,2-1 5 1,0 1-6-16,-5 2 0 0,-3 0-78 16,-2 3-190-16,-5 0-272 15,-9 0-258-15</inkml:trace>
  <inkml:trace contextRef="#ctx0" brushRef="#br0" timeOffset="188.37">16611 7218 544 0,'0'0'534'0,"0"0"-263"16,0 0 69-16,0 0-68 15,0 0-86-15,0 0-91 0,0 0-42 16,48-23-24 0,-14 5-9-16,8-2-10 0,6 0-10 15,19-2 0-15,-12 5-172 16,-10 3-542-16</inkml:trace>
  <inkml:trace contextRef="#ctx0" brushRef="#br0" timeOffset="11768.39">18894 4377 178 0,'0'0'940'0,"0"0"-718"16,0 0-54-16,0 0 27 16,0 0-12-16,0 0-49 15,0-55-69-15,20 58-50 16,12 22-5-16,11 11 18 15,8 6 33-15,7 3 17 16,18 5-4-16,19-3-12 16,21-10-13-16,10-9-9 15,1-18-10-15,-3-10-13 0,-5-13-9 16,2-16 0-16,-2-11 2 16,-7-6-1-16,-11-3-8 15,-8 2 0-15,-18 7 10 16,-16 11-9-16,-14 9-1 15,-11 7 5-15,2 5-6 16,0 0 0-16,4 6-6 16,-6 2 0-16,2 4 5 15,8 12 1-15,8 2 0 16,23 4 0-16,27 5 1 16,28-6 0-16,11-2 5 15,1-10-5-15,-6-7 5 0,-5-2-5 16,9-3-1-16,9-11 6 15,7-3-4-15,-6 0-2 16,-5 0-1-16,-14 6 0 16,-11 1 0-16,-9 7 1 15,-9 3 0-15,-7 0 0 16,-7 0 0-16,-1 9 1 16,-2 5-1-16,4 4 0 15,5 3-1-15,2 4 1 16,4-1 0-16,5-4 0 15,6-1 1-15,10-5 6 16,10-7-6-16,5-5 9 16,8-2-2-16,7-11-2 15,-2-9-6-15,-4-3-1 16,-5-2 0-16,-10-2 0 0,-7 2 1 16,-7 6 1-16,-8 2 0 15,-7 6 0-15,-9 7 0 16,-4 4-1-16,-5 0 0 15,1 1 0-15,-12 9-1 16,-13 0 1-16,-8-1 1 16,-5 1 1-16,25 6 11 15,21 2 2-15,26 4-4 16,1-7-4-16,-9-3 8 16,-22-10-6-16,-27-2-2 15,-13 0-6-15,-2 0-1 16,6-5 0-16,4-5 2 15,8-4 4-15,-9 1-5 0,-3-1 14 16,-4 1 20-16,-8 2 7 16,-2 2-6-16,-4 3-13 15,1 4-9-15,-3 2-2 16,1 0-3-16,3 15-7 16,0 7 7-16,2 6-2 15,7 5 11-15,0 6 8 16,2-1-5-16,1 1-8 15,2-2-5-15,-7-5-8 16,-5-3 1-16,-9-8 1 16,-13-7-2-16,-8-7-1 15,-8-7-51-15,-18-12-154 0,-12-10-382 16,-6-5-1240-16</inkml:trace>
  <inkml:trace contextRef="#ctx0" brushRef="#br0" timeOffset="11912.46">28008 4509 876 0,'0'0'761'15,"0"0"-602"-15,0 0-23 16,0 0-66-16,0 0-70 16,0 0-2-16,0 0-597 0</inkml:trace>
  <inkml:trace contextRef="#ctx0" brushRef="#br0" timeOffset="12647.25">27716 3921 45 0,'0'0'1066'0,"0"0"-705"0,0 0-43 15,0 0-42-15,0 0-77 16,0 0-80-16,0 0-63 15,0 21-7-15,0 9 73 16,0 4-13-16,0 2-23 16,0 0-27-16,0-4-18 15,0-4-20-15,0-3-10 16,2-10-10-16,-1-5 0 16,1-7 5-16,-1-3-5 15,2-3 8-15,3-15 5 16,-2-12-14-16,4-10 6 15,1-9-5-15,1-6 0 16,1 1 0-16,-4 8 5 0,-1 9-4 16,2 15-1-16,-7 9 7 15,2 10-8-15,2 3 0 16,4 4-14-16,5 17 5 16,3 6 9-16,4 6 0 15,0 2 0-15,-3-1 0 16,1-5 1-16,-4-5 1 15,-2-7-1-15,-5-10 0 16,-1-4 5-16,-1-3 0 16,5-4 39-16,1-16 10 15,7-10-39-15,-1-8-5 16,4-4-5-16,-2 3-6 16,-4 3-1-16,-1 12 0 0,-8 9 1 15,1 10 0-15,1 5-8 16,3 5-8-16,9 15 5 15,4 8 10-15,6 6 1 16,2 5-1-16,0 0 1 16,-3-2-1-16,-2-3 1 15,-7-5-1-15,-5 4 0 16,-7-7-205-16,-9-11-522 0</inkml:trace>
  <inkml:trace contextRef="#ctx0" brushRef="#br0" timeOffset="13158.64">28957 3794 1294 0,'0'0'388'0,"0"0"-106"16,0 0-72-16,0 0 28 15,0 0-46-15,0 0-102 16,0 0-19-16,51 22-1 15,-8-18-8-15,14-4-18 16,7 0-20-16,5 0-14 0,-2-12-8 16,-5 0-1-16,-14-1 0 15,-12 1-1-15,-15 0-8 16,-21-4-71-16,-8 3-283 16,-19 1-477-16</inkml:trace>
  <inkml:trace contextRef="#ctx0" brushRef="#br0" timeOffset="13494.5">28888 3534 466 0,'0'0'1174'16,"0"0"-835"-16,0 0-25 15,0 0-167-15,0 0-91 16,0 0-40-16,0 0-16 0,-22 30 0 15,12 4 7-15,-5 6 41 16,1 4 25-16,3 1-40 16,5-1-13-16,6-5 16 15,1-3 16-15,24-4 2 16,16-4 3-16,24-4 7 16,32-9-17-16,24-12-17 15,1-3 23-15,-20-6-21 16,-32-6-22-16,-29 0-9 15,-9 3-1-15,-5 3 0 16,-8 0 0-16,-11 5-11 16,-45 21-10-16,-20 12-70 15,-26 7-552-15</inkml:trace>
  <inkml:trace contextRef="#ctx0" brushRef="#br0" timeOffset="18226.5">18482 5225 773 0,'0'0'296'0,"0"0"-60"16,0 0 11-16,0 0-20 16,0 0-67-16,0 0-65 15,-90-41 15-15,63 45-35 16,-2 18-23-16,2 9-22 15,3 8-11-15,6 8 14 16,9 1 13-16,9 3-8 16,0 1-16-16,23-5-5 15,5 2 1-15,8-2-10 16,4 2 0-16,2 2-2 16,-2 2-6-16,-6 6 6 0,-11 11-4 15,-19 19-1-15,-4-9 5 16,-12-9-4-16,-12-11 4 15,1-21-5-15,0-1 0 16,1-4 0-16,7-14 0 16,6-10 0-16,4-10 15 15,4 0 63-15,1-3 8 16,0-8-56-16,0 1-14 16,0 1-10-16,10 7-7 15,5 2-1-15,3 2-2 0,3 18 3 16,1 10 0-16,-4 12 11 15,0 25 18-15,-10 28 14 16,-8 30 29-16,-5 10-12 16,-19 1-4-16,-2-12-14 15,0-16-9-15,4-9 5 16,4-11 5-16,7-19-4 16,5-17-10-16,2-13-10 15,4-3 13-15,0 1-3 16,0 1-5-16,0 2-4 15,6-4-2-15,3-6-11 16,1-4-1-16,0-2 1 16,1-1-6-16,0-4-1 0,0-1 1 15,0-3 5 1,1 0-6-16,-3-5-1 0,0-1 0 16,-2-3 1-16,0-3-1 15,-2-3-5-15,1 0-8 16,-1 0-20-16,1-11-48 15,-2-8-71-15,3-12-182 16,-2 3-350-16,-5 2-744 0</inkml:trace>
  <inkml:trace contextRef="#ctx0" brushRef="#br0" timeOffset="18398.19">18570 7931 1250 0,'0'0'1128'0,"0"0"-922"16,0 0 30-16,0 0-139 16,0 0 23-16,0 0-44 15,0 0-54-15,0 2-22 16,0-2-199-16,0 0-673 0</inkml:trace>
  <inkml:trace contextRef="#ctx0" brushRef="#br0" timeOffset="19419.44">17345 8101 1091 0,'0'0'600'0,"0"0"-293"16,0 0-39-16,0 0-40 0,0 0-12 16,0 0-44-1,0 0-83-15,-21 3-51 0,21-3-19 16,17-3-2-1,16-14 3-15,14-6-6 0,11-6-7 16,3-4-7-16,1 1 1 16,-7 1 0-16,-7 2-1 15,-11 7-1-15,-9 5-21 16,-11 7-68-16,-11 9-171 16,-9 2-105-16,-15 13-404 15,-6 3-679-15</inkml:trace>
  <inkml:trace contextRef="#ctx0" brushRef="#br0" timeOffset="19615.72">17394 8250 1224 0,'0'0'500'0,"0"0"-202"16,0 0-113-16,0 0-8 15,0 0 19-15,0 0-26 16,0 0-64-16,115-56-63 15,-73 30-29-15,3-3-14 16,-3-3-8-16,16-17-153 16,-12 6-336-16,-6 5-442 0</inkml:trace>
  <inkml:trace contextRef="#ctx0" brushRef="#br0" timeOffset="20027.62">17685 7691 643 0,'0'0'1228'0,"0"0"-728"15,0 0-220-15,0 0-176 16,0 0-61-16,0 0-25 16,0 0-16-16,-7 9 14 15,25-5 10-15,7-1 11 16,5-2-13-16,6-1 6 15,4 0-14-15,2 0-2 16,-4 0-7-16,-2 2 2 0,-7 6 3 16,-7 2-1-16,-7 7-1 15,-5 7 5 1,-5 9 7-16,-4 5 1 0,-1 4 16 16,0 4-6-16,-4-2-23 15,-5-1 4-15,0-4 1 16,1-3 6-16,2-5-5 15,1-6-7-15,2-6 2 16,3-8-10-16,-2-2-1 16,2-6 1-16,0-1-1 15,0-1 0-15,0-1-27 16,0 3-163-16,0 0-437 16,0-3-619-16</inkml:trace>
  <inkml:trace contextRef="#ctx0" brushRef="#br0" timeOffset="20210.68">18193 8356 2177 0,'0'0'475'0,"0"0"-188"16,0 0-181-16,0 0-24 15,0 0-47-15,0 0-26 16,0 0-9-16,-59 29-60 15,47-19-216-15,-13 2-506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31:46.0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27364 9716 814 0,'0'0'817'16,"0"0"-514"-16,0 0-128 0,0 0-44 16,0 0-8-16,0 0-33 15,66-17-48-15,-34 14-27 16,0 0-15-16,-2 1-9 15,-5 2-83-15,-1 0-138 16,-5 0-267-16,-8 0-247 0</inkml:trace>
  <inkml:trace contextRef="#ctx0" brushRef="#br0" timeOffset="149.92">27306 9888 1232 0,'0'0'377'0,"0"0"-130"0,0 0-95 16,0 0-23-16,0 0-64 16,166 5-65-16,-69-17-82 15,5-3-486-15</inkml:trace>
  <inkml:trace contextRef="#ctx0" brushRef="#br0" timeOffset="734.26">28632 10611 1677 0,'0'0'477'0,"0"0"-263"15,0 0 38-15,0 0-28 16,104-26-50-16,-4 11-62 16,35-6-16-16,14-3-14 15,-6 1-19-15,-19-3-8 16,-36 5-34-16,-21 2-20 16,-24 6-1-16,-17 3-16 15,-9 0-85-15,-9 3-45 16,-8 0-52-16,-14 4-159 0,-47 3-180 15,5 0-85-15,-6 0-444 0</inkml:trace>
  <inkml:trace contextRef="#ctx0" brushRef="#br0" timeOffset="1117.95">28759 10308 1512 0,'0'0'553'0,"0"0"-351"15,0 0 62-15,0 0-76 0,0 0-79 16,0 0-63-16,0 0 12 16,-50 112 29-16,22-42 15 15,0-2-15-15,4-9-29 16,12-16-13-16,2 7 3 15,7 2-8-15,3-7-7 16,14-6-3-16,18-12-7 16,26-6 4-16,31-13 13 15,34-8 17-15,11-25-12 16,0-16-18-16,-19-2-13 16,-33 7-4-16,-22 6-10 15,-24 9-6-15,-17 5-22 0,-8 2-38 16,-10 3-41-16,-1 3-55 15,-42 8-80-15,-4 0-323 16,-12 7-359-16</inkml:trace>
  <inkml:trace contextRef="#ctx0" brushRef="#br0" timeOffset="1959.14">22024 11403 348 0,'0'0'1077'15,"0"0"-722"-15,0 0-47 16,0 0-112-16,0 0 13 0,0 0-23 15,0 0-50-15,15-3-47 16,15-7-8-16,6-1-18 16,7-1-21-16,-1-1-27 15,-2 1-3-15,0 2-12 16,-4 2 0-16,-5 2-7 16,-4 1-53-16,-7 0-121 15,-5 5-156-15,-8 0-230 16,-7 2-122-16</inkml:trace>
  <inkml:trace contextRef="#ctx0" brushRef="#br0" timeOffset="2142.97">22018 11659 1149 0,'0'0'316'0,"0"0"-22"15,0 0-132-15,0 0-4 16,0 0-46-16,0 0-17 15,82-31-48-15,-43 9-30 16,3-2-17-16,12-18-81 16,-8 8-257-16,-10 0-448 0</inkml:trace>
  <inkml:trace contextRef="#ctx0" brushRef="#br0" timeOffset="2373.95">22334 11206 1386 0,'0'0'288'15,"0"0"-114"-15,0 0-10 0,120 29 45 16,-72-9-42-16,-1 7-5 16,-5 1-23-16,-10 1-57 15,-10 4-33-15,-13 2-9 16,-9 5-20-16,0 2-13 15,-17 5-7-15,-21 15-27 16,3-10-225-16,-5-13-488 0</inkml:trace>
  <inkml:trace contextRef="#ctx0" brushRef="#br0" timeOffset="4460.3">26056 11293 222 0,'0'0'844'0,"0"0"-482"15,0 0-56-15,0 0-19 16,0 0-51-16,0 0-37 15,-28-4-55-15,23 20-49 16,2 11 2-16,2 9-8 16,1 9-18-16,0 6-26 15,0 2-24-15,4-2-10 0,5-4-11 16,0-2 1-16,-1-9-1 16,-1-11-77-16,0-7-138 15,1-15-168-15,-2-3-329 16,-3-2-458-16</inkml:trace>
  <inkml:trace contextRef="#ctx0" brushRef="#br0" timeOffset="4777.82">25997 11301 1181 0,'0'0'297'0,"0"0"-73"15,0 0-12-15,0 0-39 16,-78 80-74-16,60-63-49 16,3-5-15-16,2-5 5 15,4-7 21-15,1 0 41 16,4-17-42-16,2-11-41 16,2-7-4-16,0-1-2 15,9 4 7-15,8 6 15 16,5 9-2-16,3 8-8 15,5 9-10-15,1 0-7 16,-1 21-7-16,-3 10 1 16,-3 7-2-16,4 27-27 15,-5-10-192-15,1-7-376 0</inkml:trace>
  <inkml:trace contextRef="#ctx0" brushRef="#br0" timeOffset="10669.33">27085 11049 38 0,'0'0'1135'0,"0"0"-791"15,0 0-44-15,0 0-57 16,0 0-51-16,0 0-57 16,-18 52-12-16,18-10 29 15,0 9-14-15,0 4-44 16,6 0-28-16,0-4-25 15,2-6-22-15,-1-3-10 16,-1-11-8-16,2-4-1 16,-4-8-6-16,2-9-90 15,-3-8-156-15,1-12-100 16,-2-11-232-16,-2-10-296 0</inkml:trace>
  <inkml:trace contextRef="#ctx0" brushRef="#br0" timeOffset="10950.72">27079 11006 1054 0,'0'0'277'15,"0"0"-129"-15,0 0 29 16,0 0 17-16,-97 43-62 16,75-31-54-16,4 0-15 15,2-4-16-15,5-4-10 16,4-1 36-16,4-3-1 15,1 0-1-15,2-1 8 16,0-10-45-16,0-1-13 16,9 1-14-16,8 2 7 0,6 2-13 15,7 6 0-15,6 1-1 16,2 0-5-16,0 6 4 16,2 8-111-16,17 8-113 15,-10-3-353-15,-6-6-470 0</inkml:trace>
  <inkml:trace contextRef="#ctx0" brushRef="#br0" timeOffset="11088.69">27634 11080 1478 0,'0'0'366'0,"0"0"-173"15,0 0-75-15,0 0-69 0,0 0-49 16,0 0-336-16</inkml:trace>
  <inkml:trace contextRef="#ctx0" brushRef="#br0" timeOffset="13311.07">16714 15794 413 0,'0'0'70'0,"0"0"520"16,0 0-349-16,0 0-62 16,0 0-18-16,0 0-3 0,-12 3-1 15,12-3-17 1,6-3-44-16,15-7 0 0,8-5-23 15,5-3-26-15,7-4-10 16,6 0-13-16,2 1-9 16,0 0-8-16,2 2-7 15,-8 5-8-15,-6 5-52 16,-8 9-122-16,-20 0-185 16,-8 11-154-16,-1 5-167 0</inkml:trace>
  <inkml:trace contextRef="#ctx0" brushRef="#br0" timeOffset="13501.71">16790 15952 637 0,'0'0'557'0,"0"0"-352"16,0 0 19-16,0 0-43 16,0 0 13-16,0 0-8 15,0 0-51-15,127-75-52 16,-69 41-46-16,4-2-24 15,-3 6-13-15,12 9-44 16,-16 9-191-16,-19 6-539 0</inkml:trace>
  <inkml:trace contextRef="#ctx0" brushRef="#br0" timeOffset="19166.26">4349 13167 453 0,'0'0'726'0,"0"0"-539"15,0 0 16-15,0 0 37 16,0 0-37-16,0 0-35 16,-15 0-41-16,15 0-50 15,0 0-15-15,8-5 11 16,5 0-8-16,5-2-10 0,6-3-22 15,1-1-19 1,5 0-13-16,-3-1 0 0,-5 1-1 16,-1 3-58-16,-6 0-201 15,-6 5-131-15,-6 2-209 16,-3 1-206-16</inkml:trace>
  <inkml:trace contextRef="#ctx0" brushRef="#br0" timeOffset="19367.73">4230 13336 1005 0,'0'0'314'0,"0"0"-44"15,0 0 20-15,0 0-95 16,0 0-30-16,0 0-81 16,0 0-24-16,30-7-16 0,1-10-8 15,9-5-20-15,2-4-16 16,4-2 0-16,-4-1-62 15,0-13-262-15,-11 9-305 16,-12 2-547-16</inkml:trace>
  <inkml:trace contextRef="#ctx0" brushRef="#br0" timeOffset="19676.13">4303 12914 1555 0,'0'0'356'0,"0"0"-24"16,0 0-224-16,0 0-78 0,0 0-29 16,0 0 32-16,91-1 30 15,-45 6-2-15,3 4-6 16,-2-2-14-16,-3 1-6 16,-5 1-7-16,-9-1 3 15,-5 4-14-15,-10 0-10 16,-6 5 5-16,-6 5 22 15,-3 7-4-15,-9 9-3 16,-10 3 7-16,-10 5-2 16,-2 1-14-16,-2 1-5 15,0-5-7-15,2-2-5 16,7 5-1-16,5-11-55 0,7-12-513 16</inkml:trace>
  <inkml:trace contextRef="#ctx0" brushRef="#br0" timeOffset="24030.17">7447 13396 127 0,'0'0'593'16,"0"0"-411"-16,0 0-6 15,0 0-27-15,0 0-5 16,0 0-3-16,0 0 22 16,-31 0-11-16,29 0-41 0,-1 0 18 15,2 0-13-15,1 0-18 16,-2 0-24-16,2 0-3 15,-1 0-3-15,1 0-6 16,-2 0-17-16,2 0-18 16,0 0-12-16,0 0-3 15,0 0-2-15,0 0 4 16,0 0-2-16,0 0 4 16,0 0-1-16,0 0 3 15,0 0-3-15,0 1-3 16,0-1 1-16,0 0-12 15,0 0 16-15,0 0-10 0,0 0-6 16,0 0 7-16,0 0-7 16,8 0 19-16,5 0 17 15,2 0-19-15,6-1 3 16,1-3-6-16,-1 1-3 16,2 1-3-16,0-1-2 15,1 2 4-15,0-2-10 16,0 0 12-16,1 1-1 15,-2-1-4-15,-4 1-7 16,-1 1 11-16,-3-1-6 16,0 1-5-16,-6 1 0 15,3-2 1-15,-5 2-1 16,-1 0 1-16,-1 0-1 16,-2 0 5-16,-2 0-5 15,1 0-1-15,-2 0 0 0,1 0 1 16,-1 0-1-16,0-1 1 15,0 1 0-15,0 0 0 16,0 0 0-16,0 0-1 16,0 0-6-16,-13 1-54 15,-8 7-106-15,0-1-822 0</inkml:trace>
  <inkml:trace contextRef="#ctx0" brushRef="#br0" timeOffset="25635.15">8688 13392 191 0,'0'0'333'16,"0"0"-167"-16,0 0-19 15,0 0-24-15,0 0 11 0,0 0-12 16,0 0-27-16,-18 0 0 15,18 2 9-15,0-2 23 16,-4 2-6-16,4-2-3 16,0 0 1-16,-2 1 1 15,2-1-24-15,-1 2-18 16,1-2-8-16,-2 0-3 16,2 1-3-16,0-1-2 15,0 0-11-15,0 0-13 16,0 0-6-16,0 0-12 15,0 0-3-15,0 0 1 16,0 0 4-16,0 0 2 16,0 0 3-16,0 0-5 0,0 0 1 15,0 0-1-15,0 0 0 16,0 0-1-16,0 0-6 16,0 0-4-16,0 0 1 15,0 0-11-15,0 0 7 16,5 0 2-16,5 0-8 15,4 0 4-15,0 0-6 16,3 0 0-16,2 0 8 16,2 0-7-16,2 0 0 15,2 0 11-15,5 0-4 16,0 0 4-16,1 0 4 16,-1 0-14-16,-3 0 11 15,-4 0-1-15,-3 0 0 16,-1 0-3-16,-1 0-8 15,-3 0 15-15,1 0 5 0,-4-1 6 16,-1-2-3-16,1-1-10 16,-3 3 5-16,-2-1-13 15,0 0 6-15,-2 1-6 16,-2 1-5-16,-3 0-1 16,0 0 0-16,0 0 4 15,0 0-4-15,0 0 0 16,0 0 0-16,0 0 0 15,0 0-9-15,0 0-9 16,0 0-33-16,-11 0-144 16,-2 3-280-16,1-3-676 0</inkml:trace>
  <inkml:trace contextRef="#ctx0" brushRef="#br0" timeOffset="34522.78">7037 14827 884 0,'0'0'159'16,"0"0"-75"-16,0 0 30 15,0 0 37-15,0 0 19 16,0 0-36-16,0 0-48 16,12 0-16-16,7 0 49 15,5 0-5-15,4 0-32 16,5 0-8-16,3 0-3 15,6 2-12-15,1 3-8 16,3 2-7-16,3 1-2 0,1-3-9 16,5-1 2-1,6 0-6-15,2-4-7 0,1 0 12 16,-1 0 5 0,-4 0-15-16,-5 0-9 0,-2 0-3 15,-7 0-3-15,1 1 3 16,-7 5-2-16,4 0 0 15,-4-2 1-15,3 1 2 16,1-1 1-16,0-1-5 16,3-2 3-16,-1-1 3 15,0 0-5-15,-3 0-4 16,-2 0-4-16,0 0 5 16,0 0-6-16,1 0 5 15,2 0-4-15,-1 0 4 16,4 0-5-16,2 0 1 0,1-1 4 15,2-2-5-15,1 1 8 16,-3-1-8-16,2 3 1 16,0-1-1-16,-1 1 1 15,2 0 4-15,-1 0-6 16,4 0 1-16,2 0 1 16,0 1-1-16,2 2 7 15,2-1-8-15,-1 1 1 16,3 0 5-16,-4-1-6 15,-2-2-1-15,0 0 1 16,-2 0 0-16,0 0 1 0,-1 0 8 16,-1 0-2-16,-3-4 1 15,4 3-7-15,-2 0 5 16,-1-1-5-16,1 1 5 16,0 1-5-16,0-1 1 15,-3-1-1-15,2 2 7 16,-3-1-8-16,-2 0 2 15,-4 1-1-15,-1 0 1 16,-3 0 8-16,-1 0-9 16,1 0 10-16,0 0-5 15,-1 0-5-15,2 0 1 16,3-2-2-16,1 2 0 16,2 0 1-16,3 0 0 15,1 0 1-15,-1 0 0 0,1 0 4 16,-1 0-5-16,1 3 1 15,0 1-1-15,-4-1 1 16,2-1 4-16,-3 2-6 16,0-3 1-16,0-1 0 15,2 0 0-15,-1 0 0 16,5 0 0-16,0 0 0 16,2 0 6-16,2 0-6 15,-2 0 0-15,-4 0 0 16,-2-1 0-16,-4-3-1 15,-5 3 1-15,0 0-1 16,-3-1 0-16,-1 2-6 16,0-1 5-16,0 0 1 15,-2-1 0-15,-1 1 0 16,1 0 1-16,1-1-1 16,-1 1 0-16,2-1 0 15,-2 2 0-15,1 0 0 0,-4 0 0 16,-3 0 0-16,-1 0 1 15,-4 0-1-15,-3 0 0 16,-5 0 0-16,0 0 1 16,-4 0-1-16,-2 0 1 15,0 0-1-15,2 0 1 16,-2 0-1-16,2-2 0 16,0-1 1-16,2-2 0 15,-1 1-1-15,0 2 1 16,1-4 0-16,-2 4-1 15,-1-1 0-15,-1 0 1 0,-1 0-1 16,-1 2 1-16,-1-1 0 16,0 2-1-16,-2-2 0 15,1 0 0-15,-1-1 1 16,2-1 0-16,2-4-1 16,0-3 5-16,2-7-4 15,0-5-1-15,1-7 1 16,-1-5-1-16,2-6 1 15,-3-3 0-15,0-3 0 16,-1 0 0-16,-2-1 0 16,-2-2 0-16,-1 2-1 15,0-2-6-15,0 0 6 0,0-1-1 16,-1-1 1-16,-5 2 0 16,-2 4-1-16,-2 1 1 15,1 3 1-15,0 1-1 16,-3 0 1-16,0 0 0 15,3 3-1-15,-1 1 1 16,1 5 0-16,1 1 0 16,2 4 0-16,-1 3-1 15,1 1 0-15,1 7 1 16,2 2-1-16,0 6 1 16,0 4 1-16,-1-1 5 15,1 2-5-15,-3 3 4 16,0-2-6-16,0 0 2 0,-3 2-1 15,-4 0 0-15,-1 0 0 16,-7 0 0-16,-4 0 0 16,-5 0 0-16,-6 0-1 15,-4 0 1-15,-5 0 0 16,0 4-1-16,-4-1 1 16,3-1 0-16,-2-2 0 15,3 0 7-15,-2 0-7 16,2 0 10-16,-4 0 2 15,-2 0-6-15,0 0-7 16,-2-2 0-16,-2 2 1 16,-2-3-1-16,2 1 1 15,-2 0-1-15,-1 1 0 0,-2 0 1 16,-4-1-1 0,0 1 2-16,-3-2-1 0,0-1 7 15,-1-1-7 1,3 2 0-16,4 1 5 0,2-1-4 15,6 2 4-15,1 0 0 16,0 1-5-16,1 0 5 16,-3 0-5-16,-4 0 5 15,-5 0-6-15,-16 0 0 16,8 4 0-16,-4 4 0 16,-15 5 0-16,-4 2 0 15,-23 5 0-15,8-1-1 16,21-5 1-16,30-6 1 15,14 0 0-15,-5-2 0 0,-4 2 5 16,-4-2-5-16,0 1 0 16,2 0 0-16,0-2-1 15,-3-1 0-15,-5 1-2 16,3-2 2-16,-4 0 0 16,0 0 0-16,1-1 1 15,2-1-1-15,0-1 1 16,1 0-1-16,1 0 1 15,-1 0 0-15,2 0 1 16,3 0-1-16,0 0 0 16,4 0 0-16,-1 0 1 15,1 0-1-15,3 0 0 16,-4 5 1-16,0 2-1 16,-3 0 0-16,-2 3-1 0,-3-4 1 15,0 1-1-15,-1 0 0 16,-3 0 0-16,-4 2-1 15,-1-2 1-15,0-1 0 16,2 1 0-16,-1-2 2 16,1 0-1-16,2 3 0 15,6-2 5-15,5 2-5 16,8-1 0-16,3 0 0 16,1-2 0-16,1 3 5 15,1 1-5-15,3-3 0 16,3 2 0-16,-1-1-1 15,1 1 0-15,-3 1 0 0,4-1 0 16,-1 1-1 0,-1 1 1-16,1 0 0 0,4-1-1 15,0-1 1-15,2 1 0 16,4-2 0-16,5-1 0 16,1-4 0-16,0 3 0 15,0-3 0-15,-3 1 0 16,-4 1 0-16,2-1 0 15,-2 0 0-15,0 1 1 16,4-1-1-16,3 1 0 16,0 0 0-16,3-1 0 15,0 2-1-15,3-2 0 16,2-3 1-16,4 2 0 16,3 0 0-16,3-2 0 15,0 0-1-15,0 0-6 0,0 0 5 16,0 0-7-1,0 0 8-15,0 0-7 0,0 0 7 16,0 5-11-16,3 3 3 16,10 9 8-16,-1 0 1 15,3 7 0-15,2 4 0 16,-1 2 0-16,-1 6 0 16,0 2 1-16,0 3-1 15,1 3 1-15,-1-1-1 16,1 2 0-16,-2-2 0 15,2-2 5-15,-2 0-5 16,-2-4-1-16,1-3 0 0,-2 0 0 16,-1-1 0-1,-3-4 1-15,-1-3-1 0,-1-3 0 16,1-1 1 0,-3-5 0-16,3-3 0 0,-5-4-1 15,2-2 1-15,0 0-1 16,-1-4 1-16,-2-1 0 15,1-3 1-15,-1 1-1 16,2-1 0-16,1 0 0 16,0 2 0-16,3 1 0 15,1 1 0-15,2 0 0 16,0 0 0-16,3 1 0 16,1 2 1-16,5-4 0 0,3 3-1 15,8-3 1 1,2-2 5-16,7-1 0 0,6 0 2 15,3-7 4-15,3-6-6 16,2-4 1-16,0 0-7 16,17 0-1-16,-13 5-77 15,-17 2-405-15</inkml:trace>
  <inkml:trace contextRef="#ctx0" brushRef="#br0" timeOffset="67723.02">10011 15237 468 0,'0'0'72'16,"0"0"126"-16,0 0 179 0,0 0-202 15,0 0 33 1,0 0 9-16,-21 35-38 0,20-35-3 15,1 0-20-15,0 0-8 16,0 0-1-16,4-7-71 16,14-6-42-16,7-6 4 15,7-2-9-15,2-4-18 16,2 3-10-16,-5 5-1 16,-4 4-14-16,-5 7-73 15,-10 2-104-15,-6 4-154 16,-6 8-197-16,-6 7 175 15,-10 2-328-15</inkml:trace>
  <inkml:trace contextRef="#ctx0" brushRef="#br0" timeOffset="67881.28">9917 15463 664 0,'0'0'257'0,"0"0"-16"16,0 0-6-16,0 0-59 15,0 0-26-15,0 0-67 16,0 0-10-16,28-29-45 15,-2 6-26-15,6-5-2 16,13-17-110-16,-7 9-398 16,-8 3-434-16</inkml:trace>
  <inkml:trace contextRef="#ctx0" brushRef="#br0" timeOffset="68111.74">10056 15078 1068 0,'0'0'276'0,"0"0"-43"0,0 0-31 16,0 0-32-16,0 0 3 15,112-41-15-15,-66 41-42 16,5 0-42-16,-4 17 21 16,-3 12-24-16,-11 8-24 15,-10 8-15-15,-17 19-14 16,-6 18-17-16,-37 18-1 15,-14 5-105-15,5-25-156 16,0-18-485-16</inkml:trace>
  <inkml:trace contextRef="#ctx0" brushRef="#br0" timeOffset="114022.85">5912 15783 1136 0,'0'0'934'15,"0"0"-825"-15,0 0-107 16,0 0 70-16,-16-95-31 15,44 63-23-15,7-1-18 16,3 0-12-16,1 8-116 16,-3 10-218-16,-9 7-175 15,-14 8-242-15</inkml:trace>
  <inkml:trace contextRef="#ctx0" brushRef="#br0" timeOffset="114156.07">5951 15840 22 0,'0'0'1021'16,"0"0"-783"-16,0 0-40 15,0 0-62-15,0 0-78 0,0 0-16 16,0 0-1-16,52-13-15 16,-7-42-26-16,25-34-6 15,-13 13-231-15,-17 19-406 0</inkml:trace>
  <inkml:trace contextRef="#ctx0" brushRef="#br0" timeOffset="114375.08">5976 15285 1437 0,'0'0'476'0,"0"0"-419"15,0 0-57 1,112-49 35-16,12 17 59 16,15 3-22-16,-14 11-22 0,-34 15-7 15,-42 3-6-15,-22 25-5 16,-10 33-11-1,-34 60 0-15,-90 84-6 0,-77 62-15 16,7-36-191-16,-8-16-434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33:59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8657 13689 1485 0,'0'0'369'16,"0"0"-119"-16,0 0-34 16,0 0-45-16,0 0-41 15,0 0-42-15,73-71-34 16,-33 54-24-16,9 1-9 15,4-1-12-15,2 0-3 16,-5 3-6-16,-8 3 0 16,-10 5-78-16,-13 6-105 15,-19 5-155-15,-10 14-256 16,-15 2-197-16</inkml:trace>
  <inkml:trace contextRef="#ctx0" brushRef="#br0" timeOffset="165.01">8591 13911 1537 0,'0'0'382'16,"0"0"-132"-16,0 0-67 15,0 0-27-15,113-72-42 16,-53 45-33-16,6-2-45 16,-1 5-36-16,4 5-2 15,-15 9-193-15,-20 4-499 0</inkml:trace>
  <inkml:trace contextRef="#ctx0" brushRef="#br0" timeOffset="2947.72">9914 13921 398 0,'0'0'1042'0,"0"0"-751"16,0 0-107-16,0 0 54 15,0 0 24-15,0 0-45 16,-63 12-81-16,63-12-51 16,8 0-27-16,12-4 8 15,9-9-11-15,8-3-19 16,5-1-21-16,3-2-8 0,3-1-6 16,-5 3 1-16,-3 0-2 15,-7 3-18-15,-9 3-64 16,-9 2-129-16,-12-1-109 15,-3 5-292-15,0 3-305 0</inkml:trace>
  <inkml:trace contextRef="#ctx0" brushRef="#br0" timeOffset="3118.9">9926 14096 1706 0,'0'0'499'0,"0"0"-394"16,0 0 110-16,0 0 31 15,0 0-112-15,0 0-88 16,0 0-31-16,58 26-7 16,6-67-8-16,35-39-66 0,-11 12-260 15,-18 1-481-15</inkml:trace>
  <inkml:trace contextRef="#ctx0" brushRef="#br0" timeOffset="4062.86">20967 9228 1420 0,'0'0'516'0,"0"0"-244"16,0 0-48-16,0 0 6 16,0 0-15-16,0 0-80 15,-5 0-71-15,10-1-45 16,13-3-18-16,10-4 5 16,10 0-6-16,3-1-12 15,-1-1-73-15,-4 1-147 16,-7-1-140-16,-12 5-375 0,-12 1-716 15</inkml:trace>
  <inkml:trace contextRef="#ctx0" brushRef="#br0" timeOffset="4224.05">20785 9436 633 0,'0'0'864'0,"0"0"-500"0,0 0-59 15,0 0-138-15,0 0-42 16,0 0-60-16,0 0-32 15,59 4-21-15,-2-24-12 16,9-1 0-16,26-22-128 16,-17 9-230-16,-12-2-596 0</inkml:trace>
  <inkml:trace contextRef="#ctx0" brushRef="#br0" timeOffset="4466.1">21038 9058 1607 0,'0'0'505'16,"0"0"-265"-16,0 0-113 15,106 7-64-15,2 10 38 16,2 7 17-16,-15 2-18 16,-35-1-33-16,-30 2-36 15,-12 4-13-15,-12 9-6 16,-26 22 0-16,-80 18-5 0,-83 14-7 15,-56 3-50-15,-47-9-195 16,59-29-306-16,47-20-897 16</inkml:trace>
  <inkml:trace contextRef="#ctx0" brushRef="#br0" timeOffset="12039.47">19213 4183 687 0,'0'0'367'0,"0"0"-105"16,0 0-175-16,0 0-55 16,0 0 69-16,0 0 71 15,144 46-18-15,-41-32-36 16,49-2-31-16,29-4-20 16,17-5 13-16,10-2-8 0,1-1-24 15,12 0-11 1,16 1 1-16,10 1 4 0,2 0-15 15,3 5-11-15,-6-2 3 16,-1 3-1-16,-13 2 3 16,-11 1-8-16,-6 1 4 15,-12-1 4-15,-11-1 1 16,-7-1 0-16,-10-1-2 16,-7-1-1-16,-4-2 2 15,1 3 4-15,2-2 4 16,-3 3 12-16,1 1-8 15,-5 2-3-15,-7-1-7 16,0 1-1-16,-7-1-3 16,0-1-2-16,-3-1-1 0,0-2 2 15,2 0 3-15,-3 1 0 16,-3-2-10-16,-1 0 5 16,-5-4-3-16,-8 4 2 15,-7-3 8-15,-8 2-7 16,-5-2-2-16,-4 0 10 15,-2 2 9-15,-5-3-11 16,0-2-5-16,1 0-7 16,1 0 16-16,-4 0-1 15,-13 0 7-15,-16 0-7 16,-14-1-3-16,-7-1-1 16,5-2 6-16,0 0-9 15,3 0-6-15,-8 0-4 16,-3-2 4-16,0 1 7 15,-4-1-4-15,1 1-5 0,-1-2-9 16,-7 3-2-16,-3 1 2 16,-4 0-1-16,-7 0 0 15,-5 3 0-15,-2 0 1 16,-7 0-1-16,0-2 0 16,-39 2-41-16,-89-9-155 15,3 1-477-15,-24-7-940 0</inkml:trace>
  <inkml:trace contextRef="#ctx0" brushRef="#br0" timeOffset="14295.12">16574 7074 886 0,'0'0'408'0,"0"0"-127"16,0 0-97-16,0 0 31 15,0 0 4-15,0 0-37 16,0 0-20-16,33-21-28 16,-3 1-58-16,6-4-38 15,4-1-23-15,1 3-9 0,-2 2-6 16,-1 3-1 0,-3 1-84-16,-7 2-126 0,-6-3-130 15,-8 4-378-15,-12 3-546 16</inkml:trace>
  <inkml:trace contextRef="#ctx0" brushRef="#br0" timeOffset="14468.46">16541 7144 230 0,'0'0'1043'16,"0"0"-763"-16,0 0-68 15,0 0-88-15,0 0-54 16,0 0-33-16,0 0-16 15,116-38-21-15,-60 13-6 16,23-21-148-16,-12 8-179 0,-10 0-386 16</inkml:trace>
  <inkml:trace contextRef="#ctx0" brushRef="#br0" timeOffset="14714.35">16828 6735 1502 0,'0'0'520'16,"0"0"-310"-16,0 0-68 0,0 0-47 15,0 0-3 1,0 0 17-16,108 5-32 0,-55 4-14 16,-1 6-6-16,-3 4 2 15,-10 5-21-15,-14 5-29 16,-17 10 0-16,-16 15-8 15,-56 28-1-15,-63 24-29 16,5-10-211-16,-9-17-465 0</inkml:trace>
  <inkml:trace contextRef="#ctx0" brushRef="#br0" timeOffset="16764.4">28826 12654 523 0,'0'0'658'16,"0"0"-483"-16,0 0-98 15,0 0-5-15,0 0 1 16,0 0-29-16,75 0-25 16,-52 0-13-16,1 5-6 15,-1-2 0-15,-2-1-28 16,1-2-100-16,-6 0-89 16,-5 0-175-16</inkml:trace>
  <inkml:trace contextRef="#ctx0" brushRef="#br0" timeOffset="16935.33">28794 12792 147 0,'0'0'534'0,"0"0"-280"0,0 0-109 16,0 0 10-16,0 0-5 16,0 0-51-16,83 21-57 15,-39-21-29-15,4 0-13 16,15-4-37-16,-11-5-161 15,-13-2-463-15</inkml:trace>
  <inkml:trace contextRef="#ctx0" brushRef="#br0" timeOffset="17235.64">28929 12509 38 0,'0'0'1058'16,"0"0"-893"-16,0 0-17 0,0 0 67 15,0 0-7 1,0 0-80-16,0 0-55 0,-36-45-28 16,-13 75-21-16,-32 23 20 15,-2 5 24-15,5 0-7 16,19-5-13-16,30-11-18 15,20 1-14-15,28 6-14 16,92-3 8-16,99-3-10 16,56-2-23-16,-35-14-208 15,-43-8-459-15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34:21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13191 4763 720 0,'0'0'1050'0,"0"0"-847"0,0 0-9 15,0 0-51-15,0 0-66 16,0 0-34-16,-28 34 18 16,26 2 22-16,2 6-20 15,0 5-30-15,0 0-20 16,0-1-11-16,0-3 7 15,0-6-9-15,-1-6 0 16,-8-7-14-16,1-6-82 16,-4-7-46-16,-4-5 11 15,-5-6 17-15,-1 0 10 16,-4-12 32-16,-2-11 49 16,3-2 23-16,1 1 37 0,10 2 65 15,3 9 23 1,6 6 31-16,4 7-66 0,1 0-55 15,0 5-26 1,10 13-9-16,8 9 22 0,9 0 17 16,1 4-15-16,5-2-11 15,0 0-2-15,0-5-6 16,-2-6-5-16,0-6 0 16,-2-7 0-16,-3-5-21 15,0-1-51-15,-4-15-48 16,-2-6-37-16,-6-3 33 15,-3-1 52-15,-5 3 51 16,-3 6 21-16,-3 4 9 16,0 8 41-16,0 4 19 15,0 1-22-15,-9 1-29 0,-9 16-12 16,-5 5 3-16,-3 6 4 16,0 1 1-16,3 0-13 15,4 1 1-15,3-7-2 16,4-2-18-16,2-4-109 15,4-6-387-15,1-5-618 0</inkml:trace>
  <inkml:trace contextRef="#ctx0" brushRef="#br0" timeOffset="161.1">13428 5252 1780 0,'0'0'478'0,"0"0"-287"16,0 0-78-16,0 0-79 0,0 0-34 16,-100 86-181-16,54-55-556 0</inkml:trace>
  <inkml:trace contextRef="#ctx0" brushRef="#br0" timeOffset="1849.77">17011 7718 765 0,'0'0'846'0,"0"0"-534"16,0 0-67-16,0 0-72 16,0 0-65-16,0 0-60 15,0 0-32-15,81-32-6 16,-50 23-10-16,2 1-12 16,-3 3-44-16,-5-2-113 15,-6 2-131-15,-8 1-283 16,-8 1-298-16</inkml:trace>
  <inkml:trace contextRef="#ctx0" brushRef="#br0" timeOffset="2022.98">16899 7833 798 0,'0'0'353'0,"0"0"-52"16,0 0-62-16,0 0-45 15,0 0-1-15,0 0-97 16,0 0-43-16,94-4-28 15,-57-8-25-15,1-1-31 16,11-10-182-16,-12 0-308 16,-8 0-414-16</inkml:trace>
  <inkml:trace contextRef="#ctx0" brushRef="#br0" timeOffset="2238.71">17112 7553 856 0,'0'0'731'0,"0"0"-416"16,0 0-135-16,0 0-82 15,102-7 15-15,-44 23 4 16,9 8-26-16,1 6-42 16,-19 8-25-16,-14 8-6 15,-32 18-8-15,-47 22-10 16,-98 33-12-16,3-18-188 0,-26-13-494 0</inkml:trace>
  <inkml:trace contextRef="#ctx0" brushRef="#br0" timeOffset="10174.43">29362 7021 61 0,'0'0'1255'0,"0"0"-872"16,0 0-38-16,0 0-67 15,0 0-16-15,0 0-71 16,4-1-53-16,17 1-24 16,9 0-15-16,10 0-26 15,11 4-20-15,7-3-26 16,4-1-14-16,-2 0-13 15,-6 0 0-15,-11 0 0 16,-13 0-9-16,-11-1-47 16,-11-8-73-16,-8-3-110 15,-5-13-302-15,-13 0-203 0,-3 1-537 0</inkml:trace>
  <inkml:trace contextRef="#ctx0" brushRef="#br0" timeOffset="10511.98">29396 6754 1035 0,'0'0'713'0,"0"0"-482"16,0 0-51-16,0 0 7 16,0 0 1-16,0 0-79 0,0 0-8 15,-42 40 7 1,26-13-14-16,-2 1-13 0,-6 5-11 15,-4 1-18-15,-2 0-7 16,0 3-15-16,3 0-13 16,4-2 2-16,7-1-11 15,10-3 1-15,6 1-9 16,11-5 2-16,23 0 23 16,30-5 6-16,33-4-8 15,27-8-17-15,-7-7 7 16,-21-3-13-16,-36 0 0 15,-26 0-82-15,-10-6-151 16,-9-1-465-16,-14-2-1400 0</inkml:trace>
  <inkml:trace contextRef="#ctx0" brushRef="#br0" timeOffset="12675.44">20152 7738 910 0,'0'0'346'0,"0"0"-46"0,0 0-40 16,0 0-25-16,0 0-61 15,0 0-18-15,51 0 53 16,3 0-9-16,32 3-61 16,31 2-73-16,11 3-7 15,4-1-21-15,-6-2-1 16,-14-2-13-16,3-3 15 16,-7 0-21-16,-21 0-12 15,-21 0 11-15,-24 0-1 16,-11 0-16-16,-1 0 5 15,-5-3-4-15,-3 1-1 16,-11-1 0-16,-7 3 0 16,-2 0-9-16,-2 0-25 15,0 0-85-15,-6 0-217 16,-5 5-617-16</inkml:trace>
  <inkml:trace contextRef="#ctx0" brushRef="#br0" timeOffset="13315.03">22925 7769 578 0,'0'0'649'0,"0"0"-315"16,0 0 23-16,0 0-100 15,0 0-20-15,0 0-7 16,0 0-37-16,91-3-69 16,-3-2-51-16,35-4-16 15,14 1-6-15,0-1-18 16,-10-1 4-16,-17 3-11 16,-10-3-5-16,-19 4-14 15,-19 0 10-15,-18 0 10 16,-10 2-15-16,-3 0-5 15,-4-1 2-15,-1-1-8 16,-10 1-1-16,-7 3 0 0,-5-1 0 16,-2 2-19-16,-2-2-3 15,0 3-22-15,-11 3-91 16,-2 6-414-16,-5 0-1171 0</inkml:trace>
  <inkml:trace contextRef="#ctx0" brushRef="#br0" timeOffset="14042.94">26584 7768 1133 0,'0'0'271'0,"0"0"-11"16,0 0 13-16,0 0-7 15,0 0-56-15,0 0-25 16,0 0-41-16,-43-3-59 15,67 3-19-15,25 0 0 16,32 0-3-16,38 1-2 16,18-1-12-16,3 0-14 15,-9 0-16-15,-21 0 32 16,-9-1-37-16,-22-3-7 16,-19 1 5-16,-19 0-4 15,-10 0-2-15,1 0 3 16,-5-1-8-16,-5 1 1 15,-9 1-2-15,-8 0 0 16,-5 2 0-16,0 0-6 0,-9 0-19 16,-81 7-88-16,4 8-144 15,-30-6-1162-15</inkml:trace>
  <inkml:trace contextRef="#ctx0" brushRef="#br0" timeOffset="17306.69">18668 9419 1483 0,'0'0'343'0,"0"0"-105"15,0 0-121-15,0 0-47 16,0 0-33-16,0 0-22 15,0 0-15-15,106-59 6 16,-64 50-5-16,-3 5 0 0,-3 1-1 16,-5 3-1-1,-7 0-73-15,-8 2-318 0,-12 5-559 0</inkml:trace>
  <inkml:trace contextRef="#ctx0" brushRef="#br0" timeOffset="17490.39">18580 9602 1267 0,'0'0'408'15,"0"0"-51"-15,0 0-138 16,0 0-119-16,0 0-60 16,0 0-27-16,123-51-7 15,-77 33-6-15,-3 0-15 16,9-11-129-16,-13 7-218 0,-9 1-419 15</inkml:trace>
  <inkml:trace contextRef="#ctx0" brushRef="#br0" timeOffset="17988.17">18886 9089 1388 0,'0'0'338'0,"0"0"-167"16,0 0-111-16,0 0-29 16,0 0-9-16,119-9-2 0,-70 19-8 15,-1 4 11-15,0 5 29 16,-8-2 13-16,-8 3-18 16,-12-1-16-16,-12 3-16 15,-8 7 5-15,-24 7-9 16,-31 17-10-16,-62 31-1 15,9-11-172-15,-15-3-805 0</inkml:trace>
  <inkml:trace contextRef="#ctx0" brushRef="#br0" timeOffset="20401.64">22288 9553 428 0,'0'0'522'0,"0"0"-340"16,0 0 14-16,0 0 105 15,0 0 29-15,0 0-35 16,-79 0-54-16,79 0-35 16,0 0-19-16,0 0-82 0,8 0-53 15,12 0-7-15,12 0-2 16,14-2 7-16,24-3 1 15,32-2-14-15,26-4-7 16,12-2-9-16,-9 1-11 16,-27-2 25-16,-33 7-19 15,-25 1-8-15,-11 2-2 16,-6 1-6-16,-3-1 0 16,-6 1 0-16,-10 1 0 15,-7 0 1-15,-3 2-1 16,0 0 1-16,0-1-1 15,0 1-15-15,-14-1-43 16,-11-2 1-16,-35 3-161 0,5 0-325 16,-2 0-251-16</inkml:trace>
  <inkml:trace contextRef="#ctx0" brushRef="#br0" timeOffset="20709.05">22232 9629 1111 0,'0'0'514'16,"0"0"-176"-16,0 0-74 15,0 0 16-15,0 0-19 16,0 0-62-16,0 0-78 0,31 3-46 16,6-1-6-16,24-2-6 15,27 0-19-15,20-10-6 16,10-4-8-16,-8-1-11 15,-12 1-11-15,-24 3-1 16,-16 2-1-16,-17 4-5 16,-15 0 1-16,-5 1-2 15,-4 1-9-15,-6 3-8 16,-11 0-1-16,0 0-39 16,-58 15-56-16,1 4-223 15,-14 1-683-15</inkml:trace>
  <inkml:trace contextRef="#ctx0" brushRef="#br0" timeOffset="22654.85">23986 9523 133 0,'0'0'97'0,"0"0"418"16,0 0-213-16,0 0-5 15,0 0-2-15,0 0-32 16,0 0-18-16,-33 0-47 16,33 0-4-16,0 0-24 15,0 0-21-15,0 0-59 16,0 0-50-16,0 0-17 0,1 0-7 15,17 0 2 1,9 0 4-16,7 2 2 0,10 1-4 16,6-3-4-1,5 0-2-15,1 0-8 0,2 0-5 16,-4-3 5-16,-4-4 0 16,-8-2-5-16,-4 1-1 15,-10-1 0-15,-6 3 0 16,-7-2 1-16,-8 2-2 15,-4 3 1-15,-3-1-24 16,0 3-87-16,-17 1-188 16,-6 8-279-16,-4 1-305 0</inkml:trace>
  <inkml:trace contextRef="#ctx0" brushRef="#br0" timeOffset="23066.05">24019 9663 1086 0,'0'0'319'16,"0"0"37"-16,0 0-105 16,0 0-25-16,0 0 22 15,0 0-47-15,0 0-37 16,-9 2-40-16,9-2-57 15,0 0-25-15,9 3-6 16,10-3-2-16,9 0 11 0,10 0-4 16,5 0-8-1,5 0-2-15,2-3-4 0,-2-1-14 16,-2-1-4-16,-5 0-9 16,-4 2 1-16,-6-2 11 15,-1 2 4-15,-5-1-2 16,-4 2-7-16,-6-1-6 15,-3 1-1-15,-8 0 1 16,0 2-1-16,-3-1 0 16,-1 1-6-16,0 0-7 15,0 0-10-15,-3 0-35 16,-46 0-138-16,4 5-560 0,-13 0-1272 16</inkml:trace>
  <inkml:trace contextRef="#ctx0" brushRef="#br0" timeOffset="27287.76">25962 9512 1515 0,'0'0'579'0,"0"0"-220"16,0 0-18-16,0 0-67 15,0 0-90-15,0 0-96 0,0 0-40 16,51-13-30 0,-12 6 3-16,10-1-7 0,9-1-2 15,6 3-5-15,3-1-5 16,2 2 5-16,-2 1-6 16,-10-2-1-16,-5 2 1 15,-12 0-1-15,-6 0 0 16,-13 0-8-16,-6 4-5 15,-7-3-13-15,-7 3-14 16,-1 0-84-16,-7 0-116 16,-29 0-284-16,-1 8-197 15,1 0-371-15</inkml:trace>
  <inkml:trace contextRef="#ctx0" brushRef="#br0" timeOffset="27572.93">25886 9641 861 0,'0'0'597'16,"0"0"-223"-16,0 0-35 16,0 0 18-16,0 0-39 15,0 0-105-15,0 0-37 16,73 0-61-16,-28 0-42 16,6 0-14-16,7 0-14 15,5 0-23-15,-1 0-10 16,1-4-1-16,-2 2-1 15,-3-1-4-15,-6 0-5 16,-10 0 0-16,-8 1 5 16,-11 0-6-16,-10 1 0 0,-9 1 0 15,-4-2-12-15,0 2-21 16,-49 0-69-16,3 0-169 16,-14 0-507-16</inkml:trace>
  <inkml:trace contextRef="#ctx0" brushRef="#br0" timeOffset="30859.87">22813 10994 385 0,'0'0'577'0,"0"0"-356"16,0 0-17-16,0 0 26 15,0 0 28-15,0 0-33 16,0 0-53-16,-8-36-25 16,8 36-16-16,0 0-38 15,-2 0-23-15,2 0-31 16,-3 17-21-16,0 7-3 15,-2 10 27-15,1 6 7 16,-1 2-16-16,1-3-20 16,0-3-1-16,-2-5-12 0,0-4 0 15,-1-6 0 1,-3-1 0-16,0-6-17 0,-2-4-20 16,-3-4-15-16,-4-4-14 15,-1-2 14-15,-2 0-12 16,0-13 36-16,0-3-7 15,3-4-2-15,3 3 25 16,2 1 12-16,5 3 0 16,3 2 22-16,1 6 36 15,3 1 24-15,2 2-10 16,0 2-19-16,0 0-23 16,10 8-9-16,8 10 30 15,5 5-2-15,2 3-11 16,2 0-16-16,-1-1-6 15,2-4-4-15,0-3-6 16,-1-7-5-16,-2-3 0 0,-3-7-1 16,-1-1-1-16,-4-3-29 15,-1-11-21-15,-2-4-30 16,-5-4-20-16,-1 3-24 16,-2 0 2-16,-4 2 39 15,-1 3 26-15,-1 3 31 16,0 2 20-16,0 4 2 15,0 0 5-15,0 4 21 16,0 1 13-16,0 0 3 0,0 3-10 16,-7 12-1-1,-6 4 38-15,-2 8-6 0,-2-1-19 16,2-1-20-16,-1 0-13 16,2-4-6-16,1-3 0 15,3-4-101-15,4-6-112 16,2-6-299-16,3-2-452 0</inkml:trace>
  <inkml:trace contextRef="#ctx0" brushRef="#br0" timeOffset="31028.62">22874 11307 1607 0,'0'0'390'0,"0"0"-146"0,0 0-117 15,0 0-30-15,0 0-50 16,0 0-47-16,0 0-166 16,-7 0-617-16</inkml:trace>
  <inkml:trace contextRef="#ctx0" brushRef="#br0" timeOffset="33617.19">24317 4861 684 0,'0'0'608'0,"0"0"-304"16,0 0 32-16,0 0-102 0,0 0-16 15,0 0-113-15,0 0-42 16,30-1-10-16,9-4-16 16,10-2-2-16,6 0 6 15,6-3-20-15,3 0-6 16,0 0-9-16,-3 3-4 16,-5-1-1-16,-11 1-1 15,-14 3-11-15,-10 1-8 16,-18 1-75-16,-3 0-217 15,-3-2-470-15</inkml:trace>
  <inkml:trace contextRef="#ctx0" brushRef="#br0" timeOffset="34025.86">24303 4655 1285 0,'0'0'491'0,"0"0"-196"16,0 0-189-16,0 0-53 15,0 0-15-15,0 0-17 16,0 0-9-16,9-39 0 16,-9 39-2-16,0 1-3 15,-3 14-6-15,-8 8 11 16,-4 8 23-16,-3 4 10 15,1 2-8-15,2 0 16 16,8-5-1-16,4-4-1 16,3-2 0-16,1-5-8 0,20-3 14 15,9-2 11-15,7-5-5 16,10-4-8-16,8-7-23 16,8 0-1-16,15-9-11 15,18-16-11-15,-10 3-8 16,-11 1-1-16,-15 5-15 15,-27 10-12-15,-5 6-9 16,-19 25-79-16,-9 9-570 16,-17 8-521-16</inkml:trace>
  <inkml:trace contextRef="#ctx0" brushRef="#br0" timeOffset="35412.51">25075 11997 1378 0,'0'0'499'0,"0"0"-291"0,0 0-3 16,0 0 28-16,0 0-2 15,0 0-86-15,92 22-64 16,-43-19-23-16,5-3-15 16,7 0-5-16,2-3-16 15,-5-6-8-15,-1-3-13 16,-8 0 5-16,-12 1-6 15,-8 0 0-15,-13 4-15 16,-10 0-46-16,-6 4-84 16,-15-1-206-16,-6 4-219 15,-3-1-165-15</inkml:trace>
  <inkml:trace contextRef="#ctx0" brushRef="#br0" timeOffset="35848.15">25046 11881 522 0,'0'0'900'0,"0"0"-669"16,0 0-41-16,0 0 37 15,0 0-27-15,0 0-21 16,0 0-8-16,33-71-33 15,-33 71-31-15,0 0-31 0,0 0-28 16,-9 15-16 0,-13 11 29-16,-8 12 6 0,-7 6-1 15,-1 4-9-15,1-1-12 16,13-7-3-16,9-6 1 16,15-5-16-16,8-8 9 15,41-5 23-15,37-9 16 16,38-7-15-16,16-15-17 15,-2-11-5-15,-31 1-19 16,-37 4-8-16,-19 8-4 16,-17-1-7-16,-3 1 0 15,-4-1 0-15,-7 2-1 16,-13 5-18-16,-7 4-40 0,-13 3-46 16,-18 0-61-1,-47 13-71-15,6 8-302 0,-8 1-388 16</inkml:trace>
  <inkml:trace contextRef="#ctx0" brushRef="#br0" timeOffset="38578.36">18106 16779 550 0,'0'0'708'0,"0"0"-216"15,0 0-232-15,0 0-39 16,0 0-27-16,0 0 24 16,0 0-63-16,22-24-52 15,8 10-26-15,6-1-26 16,2-2-29-16,1 1-21 15,0 2 8-15,-3 0 6 0,-3 2-15 16,-3 2 1-16,-5 1 0 16,-6 2-1-16,-5 3-1 15,-4 1-5-15,-5 1-38 16,-4 2-112-16,-1 0-157 16,0 9-179-16,-10 1-225 0</inkml:trace>
  <inkml:trace contextRef="#ctx0" brushRef="#br0" timeOffset="38829.58">18000 16964 1230 0,'0'0'847'0,"0"0"-531"0,0 0-59 15,0 0-100-15,0 0-23 16,0 0-45-16,97-27-36 15,-46 10-26-15,2 0-6 16,-2 0-4-16,-2 0-10 16,-5 0-7-16,-6 3 1 15,-5 0-1-15,-6 1-15 16,-6 1-78-16,-3-5-164 16,-8 3-277-16,-5-1-378 0</inkml:trace>
  <inkml:trace contextRef="#ctx0" brushRef="#br0" timeOffset="39231.78">18356 16465 1650 0,'0'0'536'0,"0"0"-253"16,0 0-73-16,0 0-75 15,0 0-87-15,0 0-31 16,0 0-4-16,106-39-6 16,-70 39 8-16,4 0 2 15,1 0-4-15,1 10 10 16,-1-1 7-16,-2 2-5 16,-5 0-4-16,-7 1-3 0,-5 0-5 15,-8 3-7 1,-4-1 6-16,-5 6-1 0,-5 5-2 15,0 3 13 1,-5 5 7-16,-11 0 7 0,-6 4-14 16,-1 0-4-16,-4-1 0 15,4 0-3-15,-1-6-3 16,6-4-4-16,1-8 0 16,5-3-7-16,-1-6-2 15,2 0-3-15,-6 6-83 16,2-1-222-16,-3 3-776 0</inkml:trace>
  <inkml:trace contextRef="#ctx0" brushRef="#br0" timeOffset="42311.31">21975 16617 392 0,'0'0'784'0,"0"0"-565"16,0 0-20-16,0 0-36 15,0 0-18-15,0 0-40 16,-3-2-40-16,6 2-39 15,6-3-2-15,3-1-8 16,0 2-15-16,2 2 1 16,-1 0-2-16,-1 0 0 15,1 0-47-15,-2 2-117 16,-2 7-126-16,-6-2-276 0</inkml:trace>
  <inkml:trace contextRef="#ctx0" brushRef="#br0" timeOffset="42485.25">21975 16617 1069 0,'-63'70'394'0,"62"-70"-127"16,-1 0-89-16,2 0-55 16,0 0-48-16,0 0-54 15,12 0-21-15,33 0-6 16,-5 0-120-16,7-7-367 0</inkml:trace>
  <inkml:trace contextRef="#ctx0" brushRef="#br0" timeOffset="43063.89">23064 16783 704 0,'0'0'690'16,"0"0"-465"-16,0 0 35 15,0 0 23-15,-85-21 69 16,85 19-137-16,0-1-108 16,25-2-53-16,30-3-17 15,45-7 13-15,56-12 11 16,27-5 5-16,8-2-12 16,-7 4-18-16,-32 10-23 0,-17 4-1 15,-36 8 2-15,-35 2-2 16,-31 4-12-16,-19 2 0 15,-4 0 0-15,-7 0-2 16,-3 0-7-16,0 0-9 16,-16 7-16-16,-15 5-68 15,-13 5-70-15,-43 13-156 16,9-4-167-16,1-4-253 0</inkml:trace>
  <inkml:trace contextRef="#ctx0" brushRef="#br0" timeOffset="43376.61">23142 16849 218 0,'0'0'1014'0,"0"0"-730"16,0 0 25-16,0 0-84 16,0 0 16-16,0 0-13 15,0 0-34-15,40 5-17 16,18-5-37-16,29-2-21 15,35-14-27-15,18-1-43 16,8-1-32-16,-2 2-1 16,-13 2 12-16,-5 3-14 15,-25 0-7-15,-29 5-1 16,-26-1-4-16,-18 4-1 0,-5-1-1 16,-8-1 0-16,-4 2 0 15,-13 3-1-15,-7 0-5 16,-40 2-74-16,-78 22-150 15,4-2-418-15,-19 0-554 0</inkml:trace>
  <inkml:trace contextRef="#ctx0" brushRef="#br0" timeOffset="45443.45">20061 15182 137 0,'0'0'584'16,"0"0"-452"-16,0 0-72 15,0 0-26-15,0 0 43 16,0 0 24-16,0 0-21 16,-10 5 10-16,10-5 20 15,-3 0 25-15,3 0 6 16,0 0-23-16,0 0-18 16,0 0-21-16,0 0-8 15,0 0-16-15,0 0-17 16,-1 0-10-16,1 0-4 15,0 0-9-15,0 0-5 0,0 0-9 16,0 0 10 0,0 0-5-16,0 0 1 0,0 0 5 15,0 0 0-15,0 0 10 16,0 0 3-16,0 0-3 16,0 0 5-16,0 0-9 15,0 0-9-15,0 0 4 16,0 0-12-16,0 0 8 15,0 0-8-15,0 0 1 16,0 0-1-16,0 0-1 16,0 0 0-16,0 0 0 15,0 0-31-15,0 0-61 16,0 0-120-16,0 0-265 16,-2-3-484-16</inkml:trace>
  <inkml:trace contextRef="#ctx0" brushRef="#br0" timeOffset="46674.12">20044 6558 403 0,'0'0'665'0,"0"0"-512"15,-71 80-50-15,34 6 52 0,3 39 23 16,8 18-16-1,20 6-82-15,17-13-1 0,41-24-32 16,29-18-29-16,32-24-11 16,33-24-7-16,21-29-88 15,-30-13-203-15,-17-6-594 0</inkml:trace>
  <inkml:trace contextRef="#ctx0" brushRef="#br0" timeOffset="47356.42">21941 6198 451 0,'0'0'411'0,"0"0"-164"16,0 0-89-16,0 0-68 15,0 0 27-15,112 80 14 16,-50 14-1-16,8 45 0 16,-4 21-17-16,-24 7-50 15,-30-9-40-15,-27-18-23 16,-18-35-58-16,-10-24-489 0</inkml:trace>
  <inkml:trace contextRef="#ctx0" brushRef="#br0" timeOffset="48371.96">22640 6508 352 0,'-33'82'408'16,"4"24"-271"-16,5 23-24 16,19 3-6-16,11-10-13 0,36-3-36 15,31-13-33 1,35-20-15-16,30-26-10 0,-22-24-126 15,-11-21-541-15</inkml:trace>
  <inkml:trace contextRef="#ctx0" brushRef="#br0" timeOffset="48852.83">24429 6241 655 0,'0'0'187'0,"0"0"-75"16,0 0-3-16,0 0 30 16,91 31-17-16,-39 23 4 15,19 34 31-15,6 37-2 16,-6 15-46-16,-26-1-56 16,-32-9-28-16,-23-13-15 15,-44 0-10-15,6-29-44 16,-10-22-304-16</inkml:trace>
  <inkml:trace contextRef="#ctx0" brushRef="#br0" timeOffset="50473.05">20866 6093 32 0,'0'0'222'0,"0"0"-209"16,0 0-6-16,0 0 276 15,0 0-33-15,0 0-94 16,0 0-32-16,-8 16-15 15,6-16-5-15,1 0-3 16,1 0 14-16,0 0 4 16,0 0 13-16,0 0-12 0,0 0-21 15,0 0-17-15,0 0-20 16,0 0-12-16,1-2 8 16,12-4-4-16,6-2-6 15,3-3-10-15,6-1-4 16,5-5-2-16,3-2 2 15,6-3 1-15,1 2-2 16,0-4-5-16,-1 5-5 16,-6-1-13-16,-5 3-2 15,-7 3 0-15,-7 2-7 16,-4 6 0-16,-6 1-1 16,-4 4 0-16,-3 1-22 15,-7 0-101-15,-12 3-165 0,-8 4-498 16</inkml:trace>
  <inkml:trace contextRef="#ctx0" brushRef="#br0" timeOffset="51211.09">20752 5941 398 0,'0'0'369'15,"0"0"-139"-15,0 0-38 16,0 0-45-16,0 0 2 16,0 0-21-16,0 0-16 15,7-21-4-15,-7 21-23 0,0 0-8 16,0 0-4-16,0 0-16 15,0 0-11-15,0 0-20 16,0 0-2-16,-1 9-9 16,-5 7 1-16,-3 6 3 15,-1 6 23-15,-1 3 2 16,-2 2-2-16,-1 0 14 16,1 0 6-16,2-4-11 15,2 0-11-15,2-7-9 16,3-2-8-16,2-5-5 15,2-4-2-15,0-1 3 16,0-2 5-16,3 0 8 16,12-3 12-16,3 0 35 15,6-4 11-15,7-1-12 16,4 0-23-16,3-1-7 0,1-8-4 16,3-3-17-16,2 1-9 15,0-2 4-15,-1 0 1 16,-3 0-11-16,-2 1-2 15,-9 3-9-15,-6 2 0 16,-8 1 0-16,-7 3 0 16,-3 0 1-16,-5 3-1 15,0 0 0-15,0 0 1 16,0 0-2-16,-3 0-15 16,-40 20-84-16,1 2-217 15,-12 2-588-15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40:39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2592 16855 879 0,'0'0'903'16,"0"0"-692"-16,0 0 59 16,0 0-93-16,0 0-27 15,0 103-73-15,0-13 16 16,0-1-13-16,4-14-19 16,-1-24-2-16,-1-15-19 15,-1 3-29-15,-1 3-5 0,0 1-6 16,0-7-96-16,0-14-214 15,0-8-310-15,-4-14-127 0</inkml:trace>
  <inkml:trace contextRef="#ctx0" brushRef="#br0" timeOffset="179.02">2513 16894 1204 0,'0'0'325'0,"0"0"-86"16,0 0-12-16,18-86-106 0,9 67-60 15,9 2-19 1,7 3-13-16,5 4-9 0,4 3-13 16,-2 4-7-16,-2 3-8 15,3 2-113-15,-12 10-185 16,-14 1-437-16</inkml:trace>
  <inkml:trace contextRef="#ctx0" brushRef="#br0" timeOffset="372.35">2574 17171 1039 0,'0'0'523'0,"0"0"-366"16,0 0-23-16,0 0-84 16,0 0 19-16,121-9-29 0,-29-8-22 15,26-5-12 1,-7 3-6-16,-23 5-42 0,-11 1-255 15,-38 6-250-15,-6-1-431 0</inkml:trace>
  <inkml:trace contextRef="#ctx0" brushRef="#br0" timeOffset="980.94">3229 17028 1026 0,'0'0'349'16,"0"0"25"-16,0 0-100 16,-84-2-50-16,59 13-56 15,3 6-16-15,1 6-42 16,4 6-59-16,6 2-30 15,3 1-9-15,8 3 4 16,0-1 24-16,8-4-4 0,11-5-12 16,6-5-6-1,0-8-11-15,1-6-1 0,-4-6-5 16,-1-3 13-16,-2-18-14 16,-5-12 0-16,-8-9 0 15,-3-19-7-15,-3 2-16 16,-3-1-32-16,-12 6-19 15,-1 24 6-15,-4 10 15 16,2 18-10-16,1 6 14 16,3 24 15-16,5 12 18 15,4 4 4-15,5 6-2 16,3-6 8-16,14-5 6 0,10-10 1 16,1-9-1-1,5-9 6-15,4-8 5 16,5-3 5-16,-2-17-7 0,-1-7 1 15,-6-12 2-15,-3-3-3 16,-11-4 2-16,-7 3-2 16,-6 3 10-16,-6 12 17 15,0 5 19-15,-3 11-39 16,-4 5-7-16,2 4-4 16,2 0-5-16,3 0-12 15,0 0-2-15,0 6 4 16,9 7 10-16,6 2 0 15,-3 6 9-15,6 5-3 16,-5 6 21-16,-1 7 13 16,-3 4 6-16,-1 0 6 0,-4-1 2 15,-1-6-2-15,3-6-14 16,0-7-10-16,6-3-8 16,7-6-7-1,5-4-2-15,13-8-11 0,35-2-8 16,-9-2-227-16,-2-8-562 0</inkml:trace>
  <inkml:trace contextRef="#ctx0" brushRef="#br0" timeOffset="2000.21">5049 17319 939 0,'0'0'335'16,"0"0"15"-16,0 0-40 0,0 0-46 16,0 0-55-1,0 0-10-15,0 0-93 0,-80-67-75 16,51 73-19-16,-3 10-6 15,1 9 5-15,7 4-10 16,2 4 6-16,11 2 22 16,7-1 2-16,4-3-10 15,1-3-3-15,16-5-6 16,4-4-6-16,4-9 1 16,0-7-7-16,1-3-9 15,-1-12-33-15,-1-11-13 16,0-10 10-16,-2-6 5 0,-4-2 16 15,-3 0 17-15,-3 5 6 16,-4 4 1-16,-4 10 1 16,-4 8 30-16,0 7 24 15,0 7-13-15,0 0-27 16,-1 11-8-16,-4 11-6 16,-1 8 6-16,6 6 7 15,0 1 14-15,3 0 11 16,19-3-15-16,10-4-12 15,11-2 3-15,9-14 4 16,5-8-2-16,-4-6-12 16,-5-6-5-16,-12-19-45 15,-15-11-12-15,-9-9 14 0,-12-22 25 16,-3 2 16 0,-12-8 1-16,-1 6 0 15,5 20 1-15,2 6 0 0,3 18-1 16,0 18 0-16,3 5-5 15,0 19-32-15,2 19 26 16,1 9 12-16,0 10 8 16,4 1 15-16,14-4 13 15,12-6 10-15,3-4-12 16,4-13-13-16,-1-7-6 16,-2-15-15-16,-5-9-21 15,-7-11-65-15,-7-22-31 16,-11-14 8-16,-4-27 66 15,-4-32 28-15,-14 3 14 16,4 13 1-16,4 23 7 0,6 37 42 16,1 8-30-16,1 11-11 15,2 11-8-15,0 34-21 16,11 38 21-16,8 30 30 16,5 9 28-16,-2-3 55 15,-2-13-35-15,-3-27-26 16,0-10-16-16,-1-12-4 15,14 13-32-15,-2-9-319 16,-5-8-913-16</inkml:trace>
  <inkml:trace contextRef="#ctx0" brushRef="#br0" timeOffset="2594.39">6722 17674 1205 0,'0'0'553'0,"0"0"-277"16,0 0-22-16,0 0-133 16,4-73-64-16,22 40-39 0,11-9-8 15,2-8-10-15,6-6 7 16,-2-7-7-16,-6-3 1 16,-13 7 0-16,-12 7 1 15,-10 14 4-15,-2 14 6 16,-11 12 8-16,-11 12-20 15,1 12 0-15,-5 18-1 16,3 8 1-16,2 5 5 16,13 1 14-16,8-3 8 15,0-5-7-15,20-6-12 16,11-7-6-16,6-7 3 16,4-5-5-16,-1-7-13 15,-13-1 12-15,-5-2 0 0,-13-1 0 16,-5 4 1-16,-4 1 1 15,0 3 10-15,-13 7 15 16,0 5 45-16,-2 5 8 16,3 2-29-16,4 1-23 15,8-2-17-15,0-5-9 16,12-4 6-16,14-6-7 16,5-8-43-16,6-3-118 15,14-28-123-15,-11-2-379 16,-7-2-287-16</inkml:trace>
  <inkml:trace contextRef="#ctx0" brushRef="#br0" timeOffset="4248.39">7332 17363 816 0,'0'0'360'0,"0"0"-5"0,0 0-85 15,0 0-103-15,0 0-63 16,85-59-13-16,-68 59-10 16,-4 17 2-16,-3 6 9 15,-7 7 6-15,-3 0 2 16,0 6-19-16,-7-3-21 15,-6 0-29-15,2-7-23 16,5-4-8-16,6-8 0 16,0-9-41-16,0-5-105 15,18 0 44-15,3-14 21 16,1-6-19-16,-2-7 31 16,-4-4 41-16,-2-3 21 0,-3-5 7 15,-3 1 9-15,-2 1 19 16,-3 3 39-16,-3 9 7 15,0 9 21-15,0 6 2 16,-3 6 20-16,-5 4-23 16,1 11-44-16,-2 11-31 15,5 5-5-15,4 5-1 16,0-1-6-16,10 1-1 16,14-6-6-16,13-6-20 15,8-9-125-15,4-11-109 16,-1 0-134-16,-2-18-169 15,-9-7-143-15,-13-8 133 16,-13 2 567-16,-7-2 361 0,-4 4 54 16,0 3-33-1,-1 6-41-15,-7 3-63 0,2 8-58 16,-4 6-28-16,4 3-28 16,0 3-75-16,-2 14-17 15,1 6-30-15,3 5-5 16,2 3 2-16,2 0-11 15,2 1-7-15,12-5-7 16,3-8-14-16,2-5-31 16,-1-13-75-16,-6-1-16 15,-6-15 21-15,-4-11 20 16,-2-5 35-16,0-4 30 16,-5-2 4-16,-4 4 11 15,6 4-1-15,0 9 2 16,0 6 1-16,3 14 20 0,0 0-4 15,0 7-6-15,12 12 12 16,10 5-10-16,8 0-5 16,12-2-8-16,12-5-35 15,5-5-109-15,2-8-220 16,-8-4-221-16,-15 0-36 16,-19-14 431-16,-18-5 190 15,-1-1 578-15,-9 1-173 16,-7 2-71-16,5 3-53 15,2 8-74-15,3 5-48 16,3 1-61-16,-1 5-50 16,1 14 31-16,3 1-1 15,0 6-38-15,0 0-18 0,0-3-8 16,7 1-8-16,8-7-6 16,-1-7-24-16,-1-6-121 15,-1-4-41-15,-2-8 41 16,-5-14 31-16,-4-3 71 15,-1-4 33-15,0-1 10 16,0-3 0-16,0 1 18 16,0 6 10-16,0 6 12 15,0 6 8-15,0 14-14 16,8 0-12-16,1 8 27 16,4 15 39-16,2 6 1 15,6 0-27-15,1 2-37 0,2-1-15 16,3-2-10-16,-3-6-4 15,0-7-95-15,-5-8-5 16,-8-7-37-16,-7-5 19 16,-4-15 2-16,0-6 78 15,-1-3 33-15,-5 4 9 16,1 4 0-16,5 7 22 16,0 7 18-16,0 7 10 15,0 0-23-15,8 12 27 16,7 7-5-16,7 0-28 15,6 3-15-15,7-2-6 16,8-6-19-16,0-7-98 16,-2-7-96-16,-8 0-47 0,-13-12 20 15,-12-8 121 1,-8-1 119-16,0 2 242 0,-9 2-13 16,-2 7 28-16,5 7-76 15,2 3-73-15,1 10-65 16,0 11 29-16,1 9 21 15,-1 4-18-15,2 3-2 16,-1 1-22-16,1-2-26 16,-1-4-14-16,2-5-11 15,-1-10-16-15,1-11-98 16,0-6-2-16,-3-11 0 16,1-14 28-16,-1-3 53 15,0 0 26-15,1 5 9 16,2 3 9-16,0 6 13 15,0 7 13-15,0 4 6 0,11 3-4 16,3 0 10 0,5 7 9-16,5 5-12 0,-1-2-20 15,3-2-13-15,1-1-11 16,0-7 0-16,0 0-14 16,-5-8-68-16,-7-15-1 15,-3-7 19-15,-11-10 45 16,-1-29 17-16,0-43 2 15,-14-20 7-15,0 9 2 16,1 35 6-16,4 47 77 16,1 36 72-16,2 5-104 15,-1 0-48-15,4 32-12 0,3 37 0 16,15 29 13-16,11 16 45 16,7-2 20-16,-7-26-22 15,-7-29-23-15,-4-18-21 16,-1-12-12-16,9-5-130 15,-6-7-363-15,2-10-776 0</inkml:trace>
  <inkml:trace contextRef="#ctx0" brushRef="#br0" timeOffset="4743.06">9095 17195 64 0,'0'0'1269'16,"0"0"-1107"-16,0 0 6 0,0 0-68 15,0 0-25 1,84 63-42-16,-53-53-16 0,-1-6-3 16,-5-4-14-16,-4-3-7 15,-6-17-60-15,-3-5-31 16,-6-4 40-16,-6 1 58 16,0 4 77-16,-3 9 93 15,-13 10 34-15,-2 5-14 16,-3 0-39-16,2 20-29 15,5 6-15-15,6 6-27 16,8 1-40-16,0 1-18 16,20-3-10-16,7-5-11 15,3-3-1-15,0-8-45 16,-4-9-63-16,0-6 53 16,-4-8 43-16,-4-15 11 0,3-7 1 15,-2-4 0-15,-1 1 7 16,1 0 22-16,-2 5 45 15,2 5 7-15,-1 9 5 16,0 8-6-16,1 6-15 16,0 3 1-16,-2 16 12 15,-3 8-15-15,-4 4-24 16,-5 3-12-16,-5 2 1 16,-5-2 1-16,-14 2-11 15,-11-4-17-15,0-2-1 16,-7-4-3-16,-20 2-112 15,9-6-349-15,5-8-774 0</inkml:trace>
  <inkml:trace contextRef="#ctx0" brushRef="#br0" timeOffset="8630.06">10902 17070 1318 0,'0'0'321'0,"0"0"-36"15,0 0 5-15,0 0-102 16,0 0-76-16,0 0-51 16,-75 67 15-16,75-6 39 15,0-1-33-15,0-2-31 16,4-8-20-16,7-10-11 16,2-6-19-16,1-10 0 15,-1-9 2-15,4-11-3 16,-1-4-30-16,-3-10 0 15,0-14 14-15,-2-9-1 16,-2-6 8-16,-4 3 8 16,-4 0-5-16,1 8 6 15,-2 5 2-15,0 8-2 16,0 10 13-16,0 5 17 16,0 4-18-16,1 16 10 15,5 10 25-15,0 6-2 16,8 3-10-16,2-5-2 0,2-3-10 15,9-5-16-15,0-10 5 16,1-5 0-16,0-9-3 16,-1-2 0-16,-2-13 3 15,-2-12-10-15,-4-7-2 16,-7-7 6-16,-5-12-5 16,-7-14-1-16,0 5 1 15,-13-5-1-15,-5 6-7 16,-1 22-28-16,-2 9-17 0,1 25-29 15,0 36-139 1,6 15-100-16,4 7-396 0</inkml:trace>
  <inkml:trace contextRef="#ctx0" brushRef="#br0" timeOffset="10229.7">11464 16902 519 0,'0'0'258'15,"0"0"-34"-15,0 0 26 16,0 0-32-16,0 0-47 16,0 0-25-16,0 0-32 15,-26-75-32-15,25 73-23 16,-1 2-21-16,-1 2-31 16,-1 15-6-16,0 10 6 0,1 7-7 15,0 8-52-15,3 20-135 16,0-11-163-16,9-5-442 15</inkml:trace>
  <inkml:trace contextRef="#ctx0" brushRef="#br0" timeOffset="10597.73">11558 17137 757 0,'0'0'294'0,"0"0"-94"0,0 0 18 16,0 0-23-16,0 0-52 16,0 0-56-16,0 0-35 15,-42 11 17-15,32 10 2 16,2 3 12-16,2-5-29 16,2-4-21-16,4-3-14 15,0-3 2-15,12-3 20 16,4-2 5-16,5 1-7 15,4 1-7-15,-1 2-15 16,-3 2-8-16,-2 0-3 16,-5 4-6-16,-4-1 2 15,-8 3 5-15,-2-1-5 16,-3 4 12-16,-18-2-5 0,-4 5-7 16,-4-2-1-16,-2-1-1 15,1 2-70-15,9-5-148 16,9-7-380-16</inkml:trace>
  <inkml:trace contextRef="#ctx0" brushRef="#br0" timeOffset="11124.93">12789 17581 1145 0,'0'0'280'15,"0"0"20"-15,0 0-129 16,17-83-46-16,-3 49-54 15,-1-7-34-15,-4-3 9 16,-7-19-11-16,-2-19 6 16,-3 2 2-16,-8 8-20 15,-4 19-6-15,2 30 17 0,-5 4 41 16,-3 10-3-16,2 9-39 16,1 9-3-16,4 18 22 15,7 7-24-15,4 11 1 16,3 2-15-1,15 0 4-15,10-2-10 0,6 0 4 16,7-6-11-16,-1-3 0 16,2-2 7-16,-7-1-7 15,-7-3 0-15,-6-3 0 16,-13-3 1-16,-6-1-1 16,-3-1 16-16,-22 3 17 15,-8-3-16-15,-3 2-9 16,0-3-9-16,6-4-5 0,13-1-119 15,9-7-218 1,8-3-449-16</inkml:trace>
  <inkml:trace contextRef="#ctx0" brushRef="#br0" timeOffset="11603.61">13666 17229 1371 0,'0'0'363'0,"0"0"0"16,0 0-108-16,0 0-22 16,0 0-84-16,0 0-108 0,0 0-33 15,-66 6-6-15,64 36 23 16,2 4-5-16,0-2 13 15,0 2 5-15,3-5-23 16,6-5-7-16,3-3-8 16,-4-8 0-16,-1-12-8 15,-1-12-9-15,3-1 17 16,0-20 9-16,3-7-7 16,4-5 5-16,5 5-7 15,0 7 1-15,5 7 0 16,0 7-1-16,1 6 0 15,-2 0 5-15,-1 13-3 16,-7 6 8-16,-7 1 4 16,-6 3-5-16,-4 4 0 15,-10-4 13-15,-12 3-5 0,-8-4-8 16,-6 0-8-16,4-6 0 16,0-7-1-16,4-5-4 15,8-4-86-15,1-15-171 16,8-7-312-16,4-4-693 0</inkml:trace>
  <inkml:trace contextRef="#ctx0" brushRef="#br0" timeOffset="11795.58">13838 16888 1064 0,'0'0'547'0,"0"0"-260"0,0 0 14 16,0 0-169-16,0 0-42 15,0 0-10-15,0 0-25 16,41 109-35-16,-25-56-14 16,1 5-6-16,11 24-58 15,-4-14-250-15,-2-13-556 0</inkml:trace>
  <inkml:trace contextRef="#ctx0" brushRef="#br0" timeOffset="12065.04">14162 17288 1515 0,'0'0'393'0,"0"0"-44"15,0 0-134-15,0 0-2 0,0 0-79 16,0 0-58-16,-70 89-34 16,70-72-21-16,0 2-12 15,13-4-3-15,4-1 3 16,7-4-3-16,1 0 3 15,2-2-9-15,0 3 0 16,-6-3-1-16,-5 1-14 16,-10 2-19-16,-6-1-19 15,-8 3 1-15,-21 3-18 16,-40 14-61-16,5-4-141 16,3-4-485-16</inkml:trace>
  <inkml:trace contextRef="#ctx0" brushRef="#br0" timeOffset="13150.3">15082 17413 1461 0,'0'0'349'15,"0"0"-2"-15,0 0-186 16,0 0-4-16,0 0-63 15,-28 107-24-15,33-59-12 16,11-4-34-16,4-2-17 16,3-5 1-16,1-8-8 15,0-8-1-15,-3-13-51 16,0-8-21-16,-4-5 34 16,-1-19-13-16,-4-5 0 0,-2-8 18 15,-6-3 22-15,-1-1 11 16,-3-1-1-16,0 6 1 15,0 10 1-15,0 4 19 16,-3 11 24-16,-1 5 15 16,1 6-7-16,0 3-24 15,-1 13-14-15,2 8 11 16,2 8-8-16,0 2-4 16,10 2-6-16,9 0-5 15,6-6-1-15,5-4-8 16,7-9-43-16,6-7 23 15,0-10-41-15,0-4-27 16,-8-18-67-16,-10-8 8 0,-11-4 58 16,-13-2 69-16,-1 0 18 15,-10 7 10-15,-10 7 14 16,5 7 8-16,2 8-2 16,6 7 2-16,3 0-13 15,4 10-2-15,0 7-6 16,16 6 7-16,10-3-8 15,9-1-7-15,8-2-60 16,3-4-61-16,2-9 97 16,-5-4-1-16,-8 0-1 0,-10-9 17 15,-10-5 16 1,-8 3 27-16,-4-1 90 0,-3 5 37 16,0 1-8-16,0 6-26 15,0 0-71-15,2 13-33 16,1 5 9-16,0 6-11 15,-2-3-13-15,-1 1-1 16,0-3-47-16,0-5-200 16,-4-8-269-16,-4-6-297 0</inkml:trace>
  <inkml:trace contextRef="#ctx0" brushRef="#br0" timeOffset="13287.22">15777 17224 1030 0,'0'0'192'16,"0"0"10"-16,0 0-128 16,0 0-50-16,0 0-24 0,60 73-109 15,-39-46-479-15</inkml:trace>
  <inkml:trace contextRef="#ctx0" brushRef="#br0" timeOffset="13475.12">15995 17302 1215 0,'0'0'376'16,"0"0"3"-16,0 0-94 16,0 0-141-16,0 0-5 15,0 0 0-15,0 0-16 16,35 101-61-16,-26-60-34 16,-2 3-18-16,-6-1-10 15,-1-1-54-15,0 4-250 0,0-11-406 16,0-15-727-16</inkml:trace>
  <inkml:trace contextRef="#ctx0" brushRef="#br0" timeOffset="13673.68">16176 17152 1418 0,'0'0'383'0,"0"0"-57"15,0 0-123-15,0 0-14 16,-8 79 27-16,25-27-109 15,4 6-31-15,1 7-32 16,-1 1-2-16,0 2-17 0,-4-1-20 16,0 0-5-16,8 11-132 15,-2-15-251 1,-5-20-558-16</inkml:trace>
  <inkml:trace contextRef="#ctx0" brushRef="#br0" timeOffset="14734.49">17132 17737 1438 0,'0'0'361'0,"0"0"-139"0,0 0-52 15,0 0-44 1,109-43-54-16,-69 14-47 0,-8-8-7 15,-12-4 10-15,-17-1-4 16,-3-1-5-16,-23 2-13 16,-9 8-6-16,-2 11 0 15,1 10-10-15,9 7 10 16,11 5 0-16,11 0-29 16,2 2 2-16,8 10 20 15,11 8 7-15,1 2 0 16,-1 8 6-16,-4 5 28 15,-2 4 29-15,-2 6 14 16,-4-1 29-16,3 2-8 0,2-3-39 16,6-4-30-1,4-6-18-15,6-10-11 0,3-15-1 16,3-8-72-16,2-15-64 16,-5-17-8-16,-3-11 38 15,-8-6-23-15,-7-4 41 16,-7 2 79-16,-4 6 10 15,-2 9 66-15,0 8 34 16,-12 11 18-16,-4 8-8 16,-1 9 8-16,-2 0-33 15,1 17-18-15,4 9-13 16,7 10-13-16,7 6-16 16,0 0-14-16,18 0-10 15,15-3 5-15,11-5-6 16,11-10-40-16,10-12-100 0,2-12-62 15,-3-5-108 1,-12-19-259-16,-18-7 29 0,-18-5 351 16,-16-3 189-16,0 3 266 15,-11 3 29-15,-4 7-25 16,2 5-27-16,4 8-23 16,3 6-55-16,3 7-34 15,3 0-66-15,0 11-30 16,0 12 27-16,7 4 3 15,1 4-31-15,1 5-10 16,-2-1-9-16,-3 1-6 16,-1-4-3-16,-1-6-6 0,-1-9-20 15,-1-13-65-15,2-4 18 16,0-24-36-16,-1-12 35 16,2-10 35-16,2-9 27 15,2-1 6-15,2 2 0 16,4 8 7-16,2 15 8 15,2 14 5-15,2 13-4 16,0 4 2-16,2 15 22 16,2 11 21-16,-3 10-9 15,-3 2-19-15,-4 1-18 16,-4-1-7-16,-4-5-7 16,-2-8-1-16,-3-9 1 15,0-12 5-15,0-4 4 0,0-9-1 16,0-18-8-1,6-2-1-15,4-2 0 0,2 2-1 16,1 9 1-16,-1 3 1 16,2 7-1-16,1 6 1 15,-2 4-1-15,5 0 0 16,3 14 1-16,2 3 0 16,2 3 0-16,3 4-2 15,2-1 1-15,3 0-116 16,19-5-120-16,-9-5-290 15,-3-9-280-15</inkml:trace>
  <inkml:trace contextRef="#ctx0" brushRef="#br0" timeOffset="15246.91">18649 17495 834 0,'0'0'405'16,"0"0"89"-16,0 0-223 0,0 0-8 16,0 0-63-16,0 0-97 15,0 0-15-15,-73-23 19 16,47 54-23-16,3 6-31 15,3 1-18-15,7 1-20 16,7-1-2-16,6-5-12 16,0-8-1-16,12-11-2 15,10-11-50-15,3-3-33 16,4-17-47-16,-1-12 15 16,-1-5 34-16,-3-1 28 15,-6-1 25-15,-4 5 20 16,-3 5 10-16,-6 7 1 0,-5 8 27 15,0 5 37 1,-5 6-1-16,-10 0-27 0,3 12-6 16,0 5-4-16,5 4-12 15,7 1-6-15,0 1-7 16,13-3-2-16,12-6 0 16,10-6-33-16,4-7-8 15,1-1-11-15,-1-8 4 16,-8-10-6-16,-10-2 32 15,-8 1 22-15,-7 5 3 16,-4 3 43-16,-2 6 40 16,0 5 31-16,0 0-38 15,0 13-47-15,0 15 19 0,0 4 7 16,0 4-28 0,0 3-13-16,-6-3-16 0,0-6-1 15,0-10-47 1,-3-10-108-16,2-10-52 0,-6-26-179 15,2-8-333-15,0-5-250 0</inkml:trace>
  <inkml:trace contextRef="#ctx0" brushRef="#br0" timeOffset="15350.79">18797 17208 952 0,'0'0'201'16,"0"0"-20"-16,0 0-90 15,0 0-60-15,0 0-11 16,43 86-20-16,-19-50-181 0</inkml:trace>
  <inkml:trace contextRef="#ctx0" brushRef="#br0" timeOffset="15696.15">19022 17451 1172 0,'0'0'360'15,"0"0"-135"-15,0 0-43 16,0 0 28-16,0 0-49 15,13 78-40-15,-8-49 0 16,-4-2-47-16,-1-1-38 16,0-3-15-16,0-6-14 15,0-7 5-15,-3-6-6 16,0-4 4-16,3-15 11 16,0-14-20-16,9-7-1 0,10-7 8 15,5 1 16-15,5 6 40 16,3 6 6-16,1 12-7 15,2 15-5-15,1 3 12 16,2 17-13-16,2 17-7 16,1 11-5-16,-2 4-2 15,-4 8-13-15,-8-1-20 16,-6-1-10-16,-15 9-61 16,-6-18-212-16,0-13-602 0</inkml:trace>
  <inkml:trace contextRef="#ctx0" brushRef="#br0" timeOffset="16230.26">20661 17403 1220 0,'0'0'279'0,"0"0"63"0,0 0-38 16,0 0-111-16,0 0-62 16,-120 1-8-16,75 28 14 15,1 2-56-15,7 3-41 16,10-3-17-16,12-2-14 16,14-5 2-16,1-4-3 15,20-5 1-15,12-1 3 16,5-4-6-16,4 0-5 15,-2-1 1-15,-6 1-1 16,-9-3 0-16,-13 4-1 16,-11-3 1-16,-6 2-1 15,-23 2 9-15,-12 0 3 16,-6 2 3-16,-3-1-8 0,3-1-6 16,4-1-1-1,12-5-1-15,13-1-108 0,18-5-120 16,18 0-233-16,15-11-371 0</inkml:trace>
  <inkml:trace contextRef="#ctx0" brushRef="#br0" timeOffset="17095.25">20871 17545 788 0,'0'0'509'0,"0"0"-198"16,0 0-3-16,0 0-32 0,0 0-54 15,0 0-45-15,0 0 6 16,-22-67-90-1,-10 84-1-15,-3 7-8 0,-4 1-8 16,6 4-17-16,5 2-17 16,11-1-23-16,11-4-10 15,6-2-8-15,6-7-1 16,20-9 0-16,5-8-23 16,5 0-16-16,1-15-21 15,-1-8 5-15,-6-3 9 16,-5-8 17-16,-6 1 23 15,-5 3 5-15,-6 2 0 16,-7 8 1-16,-1 8 6 0,0 5 11 16,0 7 5-16,0 0-1 15,-1 5-21-15,-1 14 0 16,2 5 2 0,0 0-2-16,12 2-8 0,13-1-87 15,6-1-162-15,7-7-11 16,2-11-94-16,6-6-218 15,-10-14-63-15,-12-8-176 16,-12-3 819-16,-12 8 472 16,0 5 38-16,0-1-172 15,0 4 16-15,0-1-65 16,0 4-54-16,0 5-100 16,0 1-74-16,0 2-23 15,5 13 31-15,4 4-8 16,1 2-18-16,-1 4-16 0,-2-3-12 15,1-3-8-15,-5 1-7 16,-2-11 0-16,-1-6-34 16,0-3 10-16,0 0 3 15,0-16 5-15,0-8-5 16,0-2 11-16,0-6 9 16,9 2 1-16,7 5 0 15,1 6 0-15,4 6 1 16,1 9 1-16,1 4-2 15,0 0 9-15,1 12 6 16,0 7 8-16,-3 4 2 16,-3 3-4-16,-6 1-8 15,-3-1-5-15,-9-2-8 16,0-4 2-16,-4-11 13 16,-9-4-7-16,3-5 3 0,-2-5 19 15,5-15 7-15,5-8-1 16,2-4-5-16,2-4 1 15,17 0-4-15,6 4-3 16,2 8-4-16,3 12-9 16,0 9-3-16,-2 3 2 15,-1 13 4-15,-2 11 3 16,-5 7-6-16,-5 4-5 16,-4 1-7-16,-3-2-32 15,-2 9-140-15,-1-12-308 16,-2-9-512-16</inkml:trace>
  <inkml:trace contextRef="#ctx0" brushRef="#br0" timeOffset="17430.52">21889 17510 1167 0,'0'0'278'15,"0"0"-35"-15,0 0-63 16,0 0-30-16,0 0-60 15,0 0-14-15,0 0 14 16,46 46-13-16,-28-46-18 16,1-15-31-16,1-4-13 15,-3-5-9-15,-2 1-5 16,-7 2 10-16,-8 3-10 0,0 5 51 16,-14 10 46-1,-12 3 17-15,-12 8 10 0,-5 18 4 16,-3 10-29-16,4 8-15 15,9 6-17-15,11 0-13 16,16-3-29-16,6-4-13 16,12-7-13-16,24-10 0 15,23-13-31-15,47-18-90 16,-13-18-448-16,2-8-1002 0</inkml:trace>
  <inkml:trace contextRef="#ctx0" brushRef="#br0" timeOffset="18586.49">23355 17258 1355 0,'0'0'353'0,"0"0"-39"0,0 0-88 16,0 0-45-16,0 0 15 16,46 119-14-16,-43-10-45 15,-3 19-35-15,0 7-15 16,-9 4-18-16,-3-13-24 16,3-19-14-16,5-26-14 15,4-28-16-15,0-23-1 16,0-18 8-16,1-7-8 15,8-5-9-15,6-11-17 16,2-23-10-16,-1-26-37 0,-7-22-1 16,-9-27 15-16,-6-5 11 15,-16 21 3-15,-2 27 6 16,6 29 18-16,-6 15 12 16,-3 3 8-16,-3 2-9 15,2 5 8-15,10 7 2 16,9 4 0-16,9 1-13 15,13 0-11-15,20 0-35 16,14 0-10-16,9 0-16 16,5 0-7-16,-4-1 27 15,-6-9 30-15,-11-1 22 16,-9-3 12-16,-7 0 1 16,-5-2 1-16,-5 1 15 0,-5 2 14 15,-3 2 10-15,-3 5 5 16,-3 0 28-16,0 6 46 15,-4 0-10-15,-12 6-67 16,-3 11-17-16,-2 5-1 16,2 3-8-16,7 4-4 15,5-2-10-15,7-2-2 16,0-8-2-16,7-7-22 16,9-7-31-16,7-3 9 15,2-14 7-15,3-8-16 16,0-5 1-16,-2 1 38 15,-4 1 15-15,-5 6 0 16,-7 7 1-16,-5 2 6 0,-5 10 28 16,0 0-2-1,0 2 7-15,-5 15 10 0,1-1-16 16,2 1-21-16,2-3-2 16,8-3-2-16,14-3-7 15,8-8 10-15,7 0-2 16,4-12-3-16,0-8-4 15,-3-4-1-15,-10-5-1 16,-7-2-1-16,-12 3-5 16,-6 7 5-16,-3 5 0 15,-2 10-8-15,-11 6 0 16,1 0 8-16,3 6-11 16,3 6 10-16,3 5 1 15,3 2 0-15,0 2 1 0,12 1 0 16,0 3 0-1,1 1 18-15,-1 3-2 0,1 3 14 16,-3 2 12-16,-1 0 11 16,0-3-7-16,1-3-13 15,0-5-5-15,4-9-17 16,1-4-2-16,1-9-9 16,2-1-18-16,7-21-130 15,-4-5-239-15,-7-1-1127 0</inkml:trace>
  <inkml:trace contextRef="#ctx0" brushRef="#br0" timeOffset="19084.16">25222 17336 1132 0,'0'0'340'0,"0"0"-39"16,0 0 84-16,0 0-145 15,0 0-68-15,0 0-115 16,0 0 25-16,17 51 36 0,-2-2-53 16,-3 3-35-1,-1 1-12-15,-3-2-9 16,-4-5-9-16,-2-5-97 0,-2-7-142 16,-3-14-83-16,-11-9-157 15,-2-9-80-15</inkml:trace>
  <inkml:trace contextRef="#ctx0" brushRef="#br0" timeOffset="20075.75">25043 17456 1086 0,'0'0'236'16,"0"0"27"-16,0 0-138 16,0 0-28-16,118-5-33 15,-60 6-36-15,5 2-14 16,0-3-3-16,-5 0-1 15,-12-3 5-15,-13-11-14 16,-14-5 29-16,-14-4 85 0,-5 1 16 16,0-2-17-16,-8 10 4 15,2 5 6-15,0 9 2 16,2 3-73-16,2 20-24 16,2 11 4-16,0 12-1 15,0 0-16-15,6 4-5 16,5-1-10-16,2-11 6 15,3-6-7-15,1-10 6 16,4-15-6-16,3-7-14 16,4-7-1-16,5-18-6 15,4-5 3-15,5-1 6 16,-3 3 10-16,-4 3 1 16,-3 6 1-16,-7 7 0 15,-8 5 1-15,-3 6 0 16,-4 1 7-16,0 1-8 0,-1 15 1 15,3-1 0-15,6 3 2 16,1 1-3-16,7-2-100 16,2-5-97-16,3-8-53 15,2-4-45-15,-2-2-80 16,-2-15 33-16,-7-5 118 16,-6-2 224-16,-7-2 28 15,-6 1 216-15,-3 5 21 16,0 4-6-16,0 7-27 15,-7 3-26-15,-5 6-44 16,-2 0-36-16,-2 6-16 0,0 10-23 16,-1 4-29-1,5 4-25-15,5 2-23 0,5-3-2 16,2-1-3-16,2-5-5 16,13-8-12-16,7-9-17 15,5 0 2-15,3-6-11 16,1-8-15-16,0-5 6 15,-4 0 12-15,-6 2 15 16,-6 0 12-16,-6 2 8 16,-6 5 2-16,-3 3 17 15,0 5 45-15,-7 2-4 16,-7 0-23-16,-1 11-9 0,5 6-8 16,1 3-10-16,9 4 1 15,0-2-11-15,13-2 1 16,14-8-1-16,6-4-1 15,4-8-28-15,4 0-32 16,-4-14-15-16,-8-9 13 16,-7-6 35-16,-6-5 15 15,-9-10 13-15,-5-6 1 16,-2-5 0-16,0 0 20 16,0 5 18-16,-2 13 38 15,-2 13 31-15,2 17-5 16,2 7-52-16,0 19-33 15,0 13 12-15,6 14 5 16,8 6-6-16,-1 3-7 16,-1-1-7-16,-2-2-9 0,-4-9-6 15,-4-7-6-15,-2-9-57 16,0-13-87-16,0-14-96 16,0-2-26-16,-5-15-526 0</inkml:trace>
  <inkml:trace contextRef="#ctx0" brushRef="#br0" timeOffset="20225.96">26306 17411 1458 0,'0'0'239'16,"0"0"-20"-16,0 0-135 16,0 0-1-16,124-5-43 15,-27-1-40-15,30-7-113 0,-15 3-430 16,-21-2-344-16</inkml:trace>
  <inkml:trace contextRef="#ctx0" brushRef="#br0" timeOffset="20434.08">27333 16973 1800 0,'0'0'262'0,"0"0"-56"16,0 0 60-16,-40 122-92 15,46-57 9-15,19 4-91 16,0-11-12-16,4 4-38 16,-6-8-28-16,-5-8-14 0,-1-9-3 15,-4-11-135-15,16-16-233 16,-4-10-415-16,2-2-461 0</inkml:trace>
  <inkml:trace contextRef="#ctx0" brushRef="#br0" timeOffset="20735.99">27770 17169 1493 0,'0'0'251'16,"0"0"141"-16,-99 9-155 15,56 11-23-15,3 6-103 16,2 2-36-16,3 2-24 16,9-5-32-16,7-5-7 0,10-7-6 15,9-9-6-15,0-4-4 16,23 0 4-16,14-16 0 15,5-1-8-15,3 0 7 16,-1 5 0-16,-7 3 1 16,-7 6 1-16,-6 3 5 15,-6 2 12-15,-6 14 13 16,-5 6 1-16,-1 4-10 16,0-1-7-16,-3-2-15 15,-3-3-29-15,2-5-142 16,1-14-117-16,0-1-214 15,1-3-290-15</inkml:trace>
  <inkml:trace contextRef="#ctx0" brushRef="#br0" timeOffset="21080.04">27826 17239 1088 0,'0'0'260'0,"0"0"31"16,0 0-85-16,0 0-63 15,0 0-61-15,0 0-36 16,0 0-17-16,17 58-5 15,-5-58-4-15,-2 0 10 16,2-12-11-16,2-5-13 16,-4-7 4-16,2-1 39 15,-3 4 18-15,-3 2 19 16,-3 7 16-16,-1 11 10 16,-2 1-31-16,0 20-26 15,0 13 31-15,0 13-15 16,0 8-20-16,0 4 5 15,0 7-2-15,-2 2-15 0,-3-3-6 16,-4-3-19-16,-4-5-13 16,-3-13 0-16,-7-13 0 15,1-17-1-15,-2-13-27 16,3-12-63-16,2-19-91 16,5-34-86-16,4 9-288 15,9 0-628-15</inkml:trace>
  <inkml:trace contextRef="#ctx0" brushRef="#br0" timeOffset="21643.32">28041 17249 1215 0,'0'0'177'0,"0"0"-27"16,0 0-12-16,0 0-11 15,0 0-45-15,0 0-28 16,90 39-32-16,-72-39 19 15,3 0-16-15,2-6-10 16,1-8-14-16,-1-6 8 16,-2-4-8-16,-4 2 0 15,-5 3 8-15,-7 5 55 16,-5 7 102-16,-3 7-24 16,-16 1-38-16,-7 17 9 15,-2 9-4-15,1 3-24 0,5 0-34 16,8-1-17-1,7-7-11-15,7-1-5 0,12-8-9 16,19-5-9-16,12-8 9 16,9 0 2-16,3-13-6 15,-5-8-5-15,-7-9-1 16,-12-6 1-16,-11-7 0 16,-8-4 6-16,-11 5-5 15,-1 8 1-15,-6 12-1 16,-9 11-1-16,3 9-2 15,2 2 2-15,6 7-6 16,4 13 0-16,0 5 6 16,3 8 2-16,8 3-1 15,3 5-1-15,-2 5 9 16,-6 0 29-16,-3 3 15 0,-3-4 19 16,0 1 13-16,0-5-16 15,0-5-17-15,0-8-14 16,3-8-20-16,7-9-9 15,10-7-9-15,5-4-1 16,18-24-58-16,-3-6-158 16,-7-7-536-16</inkml:trace>
  <inkml:trace contextRef="#ctx0" brushRef="#br0" timeOffset="22859.52">29719 17024 1332 0,'0'0'298'0,"0"0"-58"16,0 0-61-16,0 0-12 15,13 108-15-15,-2-45-16 16,1 3-22-16,3-6-31 16,-4-4-28-16,-1-10-19 15,-1-13-21-15,-5-8 0 16,-1-8-14-16,-1-12 5 16,-2-5 6-16,0-5 8 15,0-23-7-15,-8-9-12 0,-2-27-1 16,0-31 0-1,2-33-6-15,6-16 0 0,2 8 0 16,8 35 0-16,10 40-51 16,-3 25-19-16,1 14 13 15,8 5 20-15,10 3 12 16,8 6 7-16,3 8-3 16,3 11 14-16,-6 17-2 15,-11 13-89-15,-15 8-165 16,-25 26-233-16,-19-9-28 15,-15-7-278-15</inkml:trace>
  <inkml:trace contextRef="#ctx0" brushRef="#br0" timeOffset="23512.11">29603 17249 580 0,'0'0'287'16,"0"0"45"-16,0 0-36 16,0 0-85-16,0 0-82 15,0 0-54-15,0 0-18 16,136 9-34-16,-66-16-10 15,-1-3-7-15,-4-2-5 16,-7-2 0-16,-10-8 0 16,-11-2 5-16,-10-3 9 15,-11 0-3-15,-10 3 81 16,-6 3 31-16,0 5-16 16,-10 7-15-16,-6 7-17 15,-8 2-9-15,-4 13-1 0,-1 13 2 16,1 10 1-16,5 6-17 15,7 2-18-15,10 0-17 16,6-5-16-16,3-5-1 16,18-7-5-16,6-12-55 15,7-8-41-15,2-7 37 16,3-12 43-16,-3-15-31 16,-4-7 29-16,-6-11 22 15,-9-5 0-15,-6 0 1 16,-6 4 0-16,-5 7 1 15,0 12 16-15,0 11 21 16,-2 12 17-16,-6 4-14 0,1 8-23 16,-2 12-11-1,3 8-1-15,6 2-6 0,0 1 0 16,3-3-11-16,16-6-11 16,8-5-20-16,5-9 9 15,3-8 9-15,0 0 4 16,-4-7 5-16,-4-11 9 15,-5-4 6-15,-4-1 1 16,-1 4 0-16,-4 2 14 16,0 5 24-16,-4 9 7 15,-1 3-4-15,2 3 1 16,-1 18 23-16,2 9 17 16,1 6-21-16,-2 4-23 15,1 0-4-15,0-2-5 16,0-1-28-16,-2-8 6 0,1-3-8 15,-2-11-57-15,16-8-190 16,-2-7-212-16,2 0-446 0</inkml:trace>
  <inkml:trace contextRef="#ctx0" brushRef="#br0" timeOffset="23741.17">31447 16748 1892 0,'0'0'266'16,"0"0"24"-16,-8 84-131 15,13-4-20-15,10 23-24 0,2-6-33 16,-4-19-31-16,-6-27-20 16,-4-22-17-16,-2 0-14 15,1 0-29-15,-2-5-123 16,0-18-139-16,-6-6-237 15,-7-3-550-15</inkml:trace>
  <inkml:trace contextRef="#ctx0" brushRef="#br0" timeOffset="24744.71">31235 16987 1122 0,'0'0'154'0,"0"0"-9"16,94 0-81-16,-8-3-41 15,-1 0-9-15,-8-1-8 0,-15-9-6 16,-23 0 2-16,-3-7-2 16,-4-8 1-16,-12-6 32 15,-8-7 103-15,-6-2 45 16,-6 3-57-16,0 11 39 16,0 9-27-16,0 14 1 15,-3 6-56-15,-5 16-32 16,-2 21 27-16,1 21-13 15,3 20-21-15,4 1 2 16,2-8-14-16,0-9-12 16,12-16-9-16,8 0-7 15,3-5-2-15,2-14-7 16,3-20-30-16,-1-7 1 0,1-9 9 16,2-18-6-16,0-5 7 15,-2-2 18-15,-1 3 7 16,-3 5 1-16,-5 8 0 15,-2 9 1-15,-5 4 0 16,-2 5 0-16,0 3 5 16,1 13 6-16,2 4-6 15,2 2-5-15,3-1-1 16,4-4-17-16,1-5-115 16,4-10-37-16,1-2-67 15,0-7 18-15,1-14 98 16,-6-6 24-16,-3-3 96 15,-5 2 13-15,-6 4 100 16,-6 4 45-16,-3 4 33 0,0 8-31 16,-15 6-24-16,-6 2-18 15,-3 0-29-15,-4 17 3 16,1 6-32-16,1 7-22 16,6 6-18-16,6-4-8 15,7 0-6-15,7-6-6 16,0-7-1-16,1-9-63 15,16-8-14-15,3-2 43 16,5-7-1-16,3-12-7 16,2-8 20-16,-2-1 15 15,-1-2 8-15,-3 3 0 16,-8 3 8-16,-4 5-7 0,-6 7 26 16,-4 5 60-1,-2 7 10-15,0 0-53 0,0 13-20 16,-7 10-10-1,4 6 2-15,3 5-5 0,0-3-2 16,14 2-8-16,11-5 7 16,7-8-2-16,5-7-6 15,3-12-1-15,-1-1-33 16,-3-11-35-16,-6-19-4 16,-8-9 41-16,-4-22 19 15,-6-24 12-15,-5-29 1 16,-2-12 0-16,-5 20 1 15,0 30-1-15,0 41 12 16,0 18 1-16,-2 5-2 0,-2 9-11 16,-4 3-1-16,1 14-28 15,-3 31 27-15,5 25 2 16,5 25 13-16,5 8 17 16,11-16 15-16,-4-20 4 15,-3-25-31-15,-5-8-18 16,1-2-97-16,-5-3-136 15,0-3-326-15,0-20-451 0</inkml:trace>
  <inkml:trace contextRef="#ctx0" brushRef="#br0" timeOffset="24940.23">32430 16911 1829 0,'0'0'237'16,"0"0"-6"-16,89 0-105 16,-2 0-34-16,1 0-57 15,-6 0-22-15,-14 0-13 16,-5 13-31-16,-11-1-232 16,-12-1-754-16</inkml:trace>
  <inkml:trace contextRef="#ctx0" brushRef="#br0" timeOffset="26043.43">29891 17769 485 0,'0'0'1110'0,"0"0"-874"16,0 0 81-16,-12-71-178 15,25 44-89-15,10-3-26 16,4 0-14-16,1-2-8 16,-3 6 4-16,-5 4-5 0,-8 10 5 15,-8 5 13-15,-4 7 31 16,0 0-21-16,-9 17 11 16,-10 3-5-1,-4 10 4-15,-2 3-8 0,3 3-2 16,3 0-13-16,8-2 1 15,8-3-9-15,3 0-7 16,6-6-1-16,15-3 0 16,2-8 0-16,2-2 8 15,-3-7-7-15,-3 0 6 16,-7-3-7-16,-6 2 6 16,-4-1-6-16,-2 3 0 15,0 7 6-15,0 5 25 16,0 2-3-16,0 6-4 15,5-4-12-15,3 1-10 0,4-5-1 16,9-6-1-16,7-10-17 16,10-2-61-16,5-12-16 15,1-17-34-15,0-7-16 16,-7-8 60-16,-10-1 40 16,-9 1 44-16,-7 5 21 15,-4 13 55-15,-4 9 25 16,-3 7 4-16,0 10 20 15,0 0-41-15,0 22-32 16,0 12-3-16,-3 21 2 16,-2 26-6-16,-2 17 0 15,1-8-26-15,1-15-10 16,2-22-9-16,0-17 0 0,2 1-75 16,-2-6-143-16,1-9-111 15,2-22 20-15,-1-12-90 16,-2-35-198-16,-1-32 326 15,-2-27 261-15,1-8 10 16,3 23 195-16,2 22 87 16,0 33 15-16,2 9-43 15,10 1-87-15,6 4-51 16,6 3-33-16,2 8-36 16,0 10-6-16,1 1 5 15,-5 0 8-15,-4 11-2 16,-8 9 7-16,-8 5-7 0,-2 8-7 15,-6 3-16 1,-15 4-12-16,-3-4-8 0,-1-5-9 16,-1-2-27-16,4-4-123 15,8-9-202-15,6-7-448 0</inkml:trace>
  <inkml:trace contextRef="#ctx0" brushRef="#br0" timeOffset="26366.27">30673 17720 1386 0,'0'0'360'0,"0"0"-75"15,0 0-108-15,0 0-102 0,0 0-10 16,-26 82 29-16,16-40-2 16,1 1-21-16,3-4-23 15,3 0-23-15,3-14-14 16,0-7-3-16,9-9-8 15,8-9 6-15,3-13 9 16,4-17-2-16,1-9-1 16,-3-11-12-16,-3-5-1 15,-6 5-8-15,-6-1 7 16,-5 12-16-16,-2 10 0 16,0 16 5-16,-3 13-17 15,-10 2-41-15,-1 22 8 16,3 13-38-16,11 23-146 15,0-4-259-15,3-9-101 0</inkml:trace>
  <inkml:trace contextRef="#ctx0" brushRef="#br0" timeOffset="26920.48">31020 17786 1393 0,'0'0'281'0,"0"0"231"16,0 0-323-16,0 0 27 15,0 0-78-15,-89-34-50 16,69 58-22-16,4 10-20 16,2 8-22-16,8 5-1 15,6 2-8-15,0 1-9 16,20-1 0-16,9-6-6 0,9-9-5 16,7-11-58-16,4-16-46 15,1-7-28-15,-3-27 20 16,-7-16 7-1,-10-21 52-15,-14-28 46 0,-11-17 12 16,-5 10 27-16,0 24 17 16,-3 28 19-16,-2 27 7 15,1 1 56-15,-2 8-2 16,0 4-45-16,3 7-44 16,-1 15-29-16,1 16 9 15,1 27 4-15,2 20-4 16,0 28-4-16,6 6-11 15,3-18 0-15,-2-28-1 0,-2-27 1 16,-1-20-6 0,2-5-18-16,5-14-17 0,4-3 28 15,4-26 13-15,5-12 9 16,0-7-3-16,0 6 1 16,-5 6 16-16,-7 14 10 15,-3 9 7-15,0 9-3 16,-2 4-17-16,4 1-11 15,7 18 6-15,4 0-5 16,5 7-4-16,4 1-5 16,5 3-1-16,0 0-46 15,14 7-178-15,-9-8-322 16,-10-9-723-16</inkml:trace>
  <inkml:trace contextRef="#ctx0" brushRef="#br0" timeOffset="27317.63">30777 18606 920 0,'0'0'640'0,"0"0"-311"15,0 0 150-15,0 0-235 16,0 0-49-16,0 0-89 15,0 0-59-15,50-8 28 16,-8 5-34-16,10 0-8 16,7 0-18-16,2 0-15 15,-3-6 0-15,-3 1-34 16,-7-1-124-16,-6-6-169 16,-14 3-269-16,-10 1-323 0</inkml:trace>
  <inkml:trace contextRef="#ctx0" brushRef="#br0" timeOffset="27499.39">30750 18731 1560 0,'0'0'565'16,"0"0"-446"-16,0 0 53 16,0 0-67-16,0 0-4 15,94 21-51-15,-30-21-27 16,4 0-11-16,1 0-12 15,5-11-29-15,-18 1-162 16,-17-6-532-16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08:32.3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21308 8944 124 0,'0'0'603'0,"0"0"-403"0,0 0-14 15,0 0-28-15,0 0 14 16,0 0-3-16,-30 0-33 16,29 0-28-16,1 0-20 15,0 0-15-15,0 0-17 16,0 0-11-16,0 0-4 16,0 0-7-16,0 0-14 15,0 0-7-15,0 0-13 16,3 0 1-16,6 0 33 15,4 0-16-15,4 3-5 16,4-1-4-16,5 1-3 16,6-2-5-16,5 0-1 15,4-1 1-15,5 2-1 0,-3-2-1 16,0 0 0-16,-4 1-42 16,-3 3-88-16,-5-1-127 15,-2 0-12-15,-1 2-18 16,11 1-30-16,-5-1-56 15,-5-1-119-15</inkml:trace>
  <inkml:trace contextRef="#ctx0" brushRef="#br0" timeOffset="1052.27">23104 8933 502 0,'0'0'152'16,"0"0"-73"-16,0 0-4 15,0 0-37-15,0 0-21 16,0 0-14-16,0 0 4 0,0 0-6 16,0 0 1-16,0 0-2 15,0 0 1-15,0 0-1 16,0 0 2-16,0 0 7 16,0 0 1-16,0 0 6 15,0 0-3-15,0 0 0 16,0 0 4-16,0 0-1 15,0 0-1-15,0 0 2 16,0 0 3-16,0 0-5 16,0 0-14-16,0 0-1 0,0 0-8 15,0 0-232-15</inkml:trace>
  <inkml:trace contextRef="#ctx0" brushRef="#br0" timeOffset="6697.75">21666 9341 1058 0,'0'0'366'0,"0"0"-5"16,0 0-43-1,0 0-58-15,0 0-31 16,0 0-80-16,-49 6-76 16,34 28-22-16,-3 13 47 15,-1 11 13-15,2 5-27 0,1 0-24 16,3 1-14-16,3-7-2 16,2-1-16-16,2-4-15 15,3-5-11-15,1-5-1 16,1-7-1-16,1-6 0 15,-2-9-12-15,2-11-26 16,-1-6-16-16,-2-3-2 16,0-19 29-16,-3-16-28 15,2-25-5-15,4-20 18 16,0-20 17-16,13 8 16 16,3 17 9-16,1 24 0 15,-4 11 1-15,6-3 13 0,4 0 13 16,1 1 10-16,-2 12 2 15,0 10 3-15,-1 10-12 16,-3 10-15-16,3 0-14 16,1 21 10-16,1 11 19 15,1 14 4-15,0 9 4 16,-4 11 9-16,-3 1 21 16,-2 1-7-16,-6 1-5 15,-5-7 1-15,-1-4-29 16,-1-7-13-16,-2-5-3 15,0-8-6-15,0-6-5 16,0-10 0-16,0-8-1 16,0-7-8-16,0-7-25 0,-6 0-40 15,-5-14-77-15,-4-20-121 16,2 0-354-16,-2 1-365 0</inkml:trace>
  <inkml:trace contextRef="#ctx0" brushRef="#br0" timeOffset="6986.89">21509 9740 1735 0,'0'0'513'0,"0"0"-226"0,0 0-110 16,0 0-20-16,0 0-42 16,96-12-34-16,-54 8-14 15,1-1-32-15,-7 2-16 16,-5 2-10-16,-6-2-7 16,-6 2-2-16,-5-1-13 15,4-8-113-15,-4 2-197 16,-5-1-518-16</inkml:trace>
  <inkml:trace contextRef="#ctx0" brushRef="#br0" timeOffset="7413.74">22191 9670 1134 0,'0'0'547'0,"0"0"-185"15,0 0-153 1,0 0-17-16,0 0-51 0,0 0-53 15,0 0-32 1,-1 15 16-16,1-10 10 0,0 4-21 16,-3-1-8-16,-3 0 5 15,-1 0-18-15,2-5-14 16,-1 0-10-16,2-3-2 16,0 0 7-16,3-3 9 15,-1-12-23-15,2-2-7 16,0 2 1-16,3 1-1 15,8 5-7-15,2 2 6 16,1 1-42-16,19 3-84 16,-2 2-197-16,-3-1-540 0</inkml:trace>
  <inkml:trace contextRef="#ctx0" brushRef="#br0" timeOffset="8619.31">22639 9293 1106 0,'0'0'391'0,"0"0"143"16,0 0-277-16,0 0 29 15,0 0-58-15,0 0-77 0,0 0-61 16,-10-7-35-16,10 14-31 16,0 10-12-16,0 12 35 15,0 7 4-15,0 7-15 16,0 1-20-16,0 2 5 15,0-3 6-15,0-1-2 16,-2-6-8-16,2-4-10 16,0-3-6-16,0-8 0 15,0-6 0-15,0-5-1 16,0-6 0-16,0-1-1 16,0-3 0-16,6 0-1 15,1-3 2-15,4-6 8 16,3-4-8-16,3-1 0 15,1-1-2-15,-3-1-11 0,1 2-4 16,-2-2 11-16,-1 2 0 16,-4-1-1-16,-1 1-2 15,-2-1-1-15,-2 1 1 16,0 2 7-16,-2 0-7 16,1 0 8-16,-2 2 0 15,1 0 0-15,-1 1 0 16,1-1 1-16,-1 5 0 15,-1 0 0-15,2 3 0 16,-2 2 0-16,2 0 0 16,-1 0-1-16,2 0-10 15,4 11-1-15,1 5 12 16,1 4 1-16,-2 0 11 0,4 5 4 16,-4-1-1-16,1 2-4 15,0-1 5-15,0 0-6 16,1-4 1-16,0-3-4 15,0-2-5-15,0-7 4 16,-3-2-5-16,1-2 1 16,2-5-1-16,0 0 10 15,3 0 16-15,4-7 1 16,1-6-14-16,2-1 1 16,-1-2-6-16,-1 1-8 15,-3-1 5-15,0-1 0 16,-2 2-5-16,-2 0-1 15,-2-2 7-15,-2 0 4 16,-1 1-4-16,-2-2 2 0,-1 1 3 16,-1-4 0-16,-1 1-4 15,0-2-7-15,0-1 0 16,0-2 0-16,-1 0 4 16,-4-1-5-16,0-1-1 15,2-4-5-15,0 2-2 16,1 0-10-16,1 0 0 15,1 0-4-15,0 0 2 16,0 6 4-16,0 3 1 16,0 3-2-16,3 5 2 15,0 6 5-15,-2 2-7 16,-1 2 1-16,2 2 1 16,-2 0 0-16,0 0-19 15,0 0-22-15,0 0-101 16,7 0-212-16,0 0-304 0,-3 3-529 0</inkml:trace>
  <inkml:trace contextRef="#ctx0" brushRef="#br0" timeOffset="8818.44">23315 9171 1247 0,'0'0'1189'15,"0"0"-839"-15,0 0-120 16,0 0-65-16,0 0-59 0,0 0-64 16,0 0-30-1,0 0-12-15,-4 0-6 0,1 0-130 16,-11 0-400-16</inkml:trace>
  <inkml:trace contextRef="#ctx0" brushRef="#br0" timeOffset="16015.57">21343 10033 512 0,'0'0'541'0,"0"0"-318"16,0 0-28-16,0 0-11 15,0 0-51-15,0 0-36 16,23-7-17-16,-9 7-7 0,4 0 5 16,4 5 3-16,1 4-22 15,5 2 23-15,5-2-7 16,2 2-5-16,4-3-3 15,0 0-12-15,4 0-13 16,-1-2-2-16,0-1 8 16,3-1-14-16,-2-1 5 15,1-3-5-15,0 0 4 16,2 0-6-16,0-1-6 16,3-8-5-16,1-2-9 15,1 1 3-15,-2-1-3 16,-4 0-12-16,-1 1 8 15,-4 0-7-15,-1 3 5 0,-3-2 5 16,-2 2-4-16,-3 1-6 16,-1 1 10-16,-4-1-1 15,2 0-3-15,-1 1 4 16,0-1-1-16,1 1 2 16,1-1 0-16,0-1-3 15,1-2-1-15,2 3-1 16,0-5 1-16,1 3-1 15,0-1 4-15,-2-3-2 16,-1 2 3-16,-3 2 3 16,-2-3 1-16,-2 2-2 15,-2-2-2-15,0-1 3 16,1-2 1-16,-1-2-1 0,3 0-4 16,0-4-2-1,-2 2 0-15,-1-2-8 0,-2 1 10 16,0 3 5-16,-3 0-10 15,-2 1 9-15,-2-1-8 16,2 1 4-16,-2-2 2 16,0-2-7-16,2-3-4 15,0 0-1-15,1-2 1 16,0-2-1-16,1-3 8 16,-2 0-8-16,2-3 0 15,-1 3 0-15,-2-2 0 16,1 2 5-16,-2 3-5 15,-5 1 1-15,1 1-2 16,-4 1 6-16,-1 0-6 0,-3 1 0 16,0 0 1-16,0-1-1 15,0 0 6-15,0-1-5 16,-1 2-1-16,-5-1 0 16,0 3-10-16,-2 0 2 15,-2 4 1-15,2 0-5 16,-2 1-2-16,0-1 1 15,-1 2-4-15,-1 0 4 16,-1 3 2-16,-1 0 11 16,-4-2-15-16,0 1 5 15,-4 0-2-15,0 1 12 16,-1 0-7-16,1 0 7 16,-2 1 0-16,-3 0-8 0,0 1 0 15,-2 1-4 1,-6 0 5-16,-1 2 1 0,-5 1-11 15,-3 0-1-15,-3 4 2 16,-1 1 4-16,-3 0 12 16,-1 0 0-16,0 0 1 15,-3 0-1-15,-1 4 0 16,3 3 0-16,-4-1 0 16,3 2 0-16,-2 2-1 15,0 0 1-15,4 2 0 16,4-3-1-16,5 3-1 15,3-1-4-15,1 0 6 16,1 1-1-16,0 0 1 16,1 3 0-16,-4-1-1 0,0 1 0 15,-3 0 1-15,-2 1-1 16,2 0 1-16,-2-2-1 16,1 2 0-16,-1-3 0 15,5 1-8-15,2 0 9 16,2 1 0-16,6-1-1 15,0-1 0-15,2 2 1 16,3-1 1-16,3 2-1 16,-1 1 0-16,2 1 0 15,1 1 1-15,0 5 0 16,-1 3 0-16,2 4 0 16,-2 3 0-16,1 5-1 15,-1-1 15-15,2 4-1 16,1-3-1-16,2 0 1 0,4-6-7 15,4-2 2-15,3 1 11 16,3-3-11-16,-1 3 4 16,4-1 7-16,0 2 7 15,0-2-13-15,0-1 0 16,8-1-1-16,3 0 2 16,3 0 2-16,3-1-1 15,1 0 2-15,0-2-6 16,3-1-4-16,-2-1-7 15,-1-4 10-15,1 0-4 16,-2-5-6-16,1-3 5 16,-3-4-5-16,1-2 0 0,-1-3 8 15,1-2-8-15,2-1 7 16,-1 0-7-16,1 0-1 16,-5 0 2-16,-1-1-2 15,-5-1 0-15,-4 1-15 16,0-1-37-16,-3 1-38 15,7-7-72-15,-1 0-212 16,-1-3-463-16</inkml:trace>
  <inkml:trace contextRef="#ctx0" brushRef="#br0" timeOffset="16205.61">21561 10065 2049 0,'0'0'265'0,"0"0"-193"15,0 0-58-15,0 0-14 16,0 0-9-16,0 0-272 16,0 0-687-16</inkml:trace>
  <inkml:trace contextRef="#ctx0" brushRef="#br0" timeOffset="38308.84">28322 8138 788 0,'0'0'722'0,"0"0"-411"0,0 0-45 16,0 0-52-16,0 0-25 16,0 0-26-16,45 5 6 15,-2 0-44-15,13-2-48 16,21-1-30-16,20-2-9 15,-8 0-16-15,-8 0-10 16,-17 0-10-16,-21-2-2 0,-6 0-45 16,-4-1-106-1,-21 1-196-15,-12 1-256 0,0-2-471 0</inkml:trace>
  <inkml:trace contextRef="#ctx0" brushRef="#br0" timeOffset="38579.36">28423 7914 836 0,'0'0'833'0,"0"0"-678"16,0 0 23-16,0 0-19 15,0 0-28-15,0 0-39 0,0 0-31 16,33-17-18-16,-33 45 9 15,-7 8 15-15,-12 6 28 16,-4 4-13-16,-1 0-31 16,8 0-25-16,14-1-16 15,21 1-10-15,69-2-5 16,65-10-55-16,-7-9-212 16,-12-18-571-16</inkml:trace>
  <inkml:trace contextRef="#ctx0" brushRef="#br0" timeOffset="42826.13">1366 1559 705 0,'0'0'917'16,"0"0"-722"-16,0 0 62 15,0 0-20-15,0 0-51 16,0 0-33-16,-36-33-97 16,36 47-56-16,0 13-4 15,6 12 4-15,5 6 6 16,2 1 31-16,-1-2 11 15,3-8-15-15,-2-4-15 0,2-8-9 16,-3-5-8-16,2-9 0 16,-4-3-1-16,-1-5-1 15,-3-2-28-15,1 0-1 16,1-14 30-16,-1-5 9 16,2-8-7-16,0 2 5 15,0 2 1-15,-6 4-7 16,0 9 11-16,2 7 10 15,-1 3-22-15,8 5-4 16,3 15 4-16,9 7 18 16,1 3-2-16,5-2-3 15,-2-2 7-15,-1-5-2 0,-4-8 10 16,-4-6 1 0,-3-7 13-16,1 0 16 0,-3-17 26 15,0-12-8-15,-1-9-38 16,-5-11-20-16,-7-19-18 15,-1 2-12-15,-1-4-19 16,-17 3-16-16,6 18-1 16,-6 3-16-16,3 18-9 15,-1 17-7-15,2 11-30 16,-5 19-165-16,10 11-367 16,-1-3-496-16</inkml:trace>
  <inkml:trace contextRef="#ctx0" brushRef="#br0" timeOffset="43599.48">1967 824 523 0,'0'0'855'16,"0"0"-522"-16,0 0 152 0,0 0-303 15,0 0-108-15,0 0-44 16,0 0-28-16,-12 4-2 15,12 20-14-15,2 10 14 16,8 6 29-16,2 4 14 16,3-1 0-16,-3 0 1 15,0-7-2-15,-2-2-12 16,1-6-18-16,-5-5-12 16,-3-4 0-16,-5-5-122 15,-11-3-229-15,-10-8-505 0</inkml:trace>
  <inkml:trace contextRef="#ctx0" brushRef="#br0" timeOffset="43824.47">1642 926 1400 0,'0'0'378'0,"0"0"-63"16,0 0-144-16,0 0-77 15,0 0-35-15,0 0-18 16,122-78-12-16,-71 51-15 16,2 0-5-16,-3 1-8 15,2 2-1-15,-7 2-13 16,7 10-14-16,-13 9-39 16,-11 1-323-16</inkml:trace>
  <inkml:trace contextRef="#ctx0" brushRef="#br0" timeOffset="44282.82">2607 1327 1207 0,'0'0'708'16,"0"0"-315"-16,0 0-32 16,0 0-194-16,0 0-106 15,0 0-36-15,0 0-11 16,-19 10-14-16,8 8 1 0,0 8-1 16,-3 7 6-1,-4 6 12-15,3 3-8 0,1 1 8 16,1-2-16-16,1 0 7 15,2-3-9-15,-1-4-40 16,-5-5-248-16,1-9-315 16,-1-10-789-16</inkml:trace>
  <inkml:trace contextRef="#ctx0" brushRef="#br0" timeOffset="44496.64">2291 1439 1607 0,'0'0'560'0,"0"0"-358"16,0 0-74-16,0 0 68 0,0 0-66 15,115 55-33-15,-62-32-31 16,5 0-19-16,2 1-6 16,6-1-11-16,-2 3-9 15,0 0-16-15,0 20-5 16,-15-4-286-16,-20-6-1090 0</inkml:trace>
  <inkml:trace contextRef="#ctx0" brushRef="#br0" timeOffset="46115.56">1873 2181 178 0,'0'0'72'0,"0"0"600"16,0 0-462-16,0 0-2 0,0 0-22 16,0 0 5-1,0 0-26-15,43-12 40 0,14-6-40 16,34-14-33-16,37-13 18 15,20-9-10-15,6 0-7 16,-16 2-66-16,-24 12-22 16,-23 7-21-16,-26 10-8 15,-20 6-14-15,-14 5 5 16,-2 0-7-16,-7 6 0 16,-7 0-51-16,-15 6-90 15,0 3-108-15,-58 32-107 16,2-3-206-16,-15 0-559 0</inkml:trace>
  <inkml:trace contextRef="#ctx0" brushRef="#br0" timeOffset="46347.73">2025 2313 1272 0,'0'0'321'16,"0"0"-38"-16,0 0-37 15,0 0-7-15,106-36 21 16,-16 3-75-16,23-7-61 16,8-4-52-16,-23 7-31 15,-26 10-6-15,-26 11-18 16,-4 3-5-16,1-1-12 16,2 1-1-16,4 7-44 0,-15 6-165 15,-16 0-481-15</inkml:trace>
  <inkml:trace contextRef="#ctx0" brushRef="#br0" timeOffset="46879.92">2283 2406 160 0,'0'0'855'0,"0"0"-469"16,0 0-85-16,0 0 24 15,0 0-30-15,0 0-62 16,0 0-54-16,-4-40-94 15,4 57-48-15,0 23-26 16,9 25 5-16,10 3 98 0,-1 0-16 16,0-3-42-16,0-11-34 15,1 5-11-15,4 3-11 16,-4-9 1-16,-4-10-1 16,-2-11-7-16,-7-10-95 15,-6-10-130-15,0-7-91 16,-16-5-33-16,-23-18-187 15,3-8-2-15,-1-2-72 0</inkml:trace>
  <inkml:trace contextRef="#ctx0" brushRef="#br0" timeOffset="47047.97">2225 2864 499 0,'0'0'506'0,"0"0"-150"15,0 0 2 1,0 0-62-16,0 0-133 0,0 0-79 16,0 0 24-16,9 19 43 15,24 3-20-15,7 1-28 16,5-3-24-16,1-3-41 15,-1-4-25-15,-5-2-11 16,-4-3-2-16,-5-5-79 16,-7-3-251-16,-7-6-368 15,-10-10-692-15</inkml:trace>
  <inkml:trace contextRef="#ctx0" brushRef="#br0" timeOffset="47200.16">2556 2842 1294 0,'0'0'357'16,"0"0"-88"-16,-13 92-15 16,8-49-81-16,1 3-59 0,4 2-65 15,0 1-32-15,0 22-17 16,0-14-276-16,0-4-863 0</inkml:trace>
  <inkml:trace contextRef="#ctx0" brushRef="#br0" timeOffset="47629.71">2197 3502 859 0,'0'0'641'0,"0"0"-490"16,0 0-75-16,0 0-45 15,0 0-22-15,0 0-9 16,0 78 0-16,0-43-187 15,0-1-547-15</inkml:trace>
  <inkml:trace contextRef="#ctx0" brushRef="#br0" timeOffset="47775.8">2367 4106 1061 0,'0'0'162'0,"0"0"-104"15,0 0-38-15,0 0-20 16,0 0-65-16,-9 83-498 0</inkml:trace>
  <inkml:trace contextRef="#ctx0" brushRef="#br0" timeOffset="47940.85">2380 4613 1294 0,'0'0'222'16,"0"0"-87"-16,0 0-72 16,0 0-21-16,0 0-23 0,0 0-19 15,-12 80-69-15,12-51-255 16,0 0-725-16</inkml:trace>
  <inkml:trace contextRef="#ctx0" brushRef="#br0" timeOffset="48099.5">2370 5153 546 0,'0'0'667'16,"0"0"-510"-16,0 0-122 16,0 0-35-16,0 0-76 0,0 0-212 15,0 0-660-15</inkml:trace>
  <inkml:trace contextRef="#ctx0" brushRef="#br0" timeOffset="48254.98">2522 5724 725 0,'0'0'959'0,"0"0"-959"15,0 0-77-15,0 0-694 0</inkml:trace>
  <inkml:trace contextRef="#ctx0" brushRef="#br0" timeOffset="53361.14">2580 1376 176 0,'0'0'131'0,"0"0"552"15,0 0-483-15,0 0-9 16,0 0 58-16,0 0-9 16,3-56-36-16,-3 55-39 15,0 1-58-15,0 1-67 16,0 18-34-16,-3 16-5 15,-3 12 1-15,-4 9 41 16,-1 4 6-16,1-1 0 16,-2-4 1-16,0-7-16 15,4-6-16-15,0-6-9 0,3-5-1 16,1-11-8-16,2-4 0 16,2-5-15-16,-3-9-107 15,0-2-142-15,-3-9-107 16,-4-4-600-16</inkml:trace>
  <inkml:trace contextRef="#ctx0" brushRef="#br0" timeOffset="53579.56">2392 1468 1145 0,'0'0'280'0,"0"0"84"16,0 0-84-16,0 0-102 0,0 0-79 15,0 0-69-15,0 0-6 16,57 33 13-16,-17-4 7 16,14 0-4-16,2 2 0 15,7 0-22-15,6 0-18 16,25 7-53-16,-17-7-419 16,-14-9-1126-16</inkml:trace>
  <inkml:trace contextRef="#ctx0" brushRef="#br0" timeOffset="56665.41">2328 1388 772 0,'0'0'678'15,"0"0"-376"-15,0 0-43 16,0 0 10-16,0 0-24 16,0 0-61-16,1-39-58 15,-1 36-50-15,8 3-45 16,10 0-16-16,4 0 0 15,10 6 11-15,2 12 5 16,6 7-3-16,-4 6-8 16,-3 6 2-16,-8 2-8 15,-4 2-2-15,-11 0-11 0,-7-2 6 16,-3-2 8-16,0-2-14 16,-10-6 7-16,-5-5 2 15,3-6-2-15,-1-4-2 16,2-8 1-16,1-4 1 15,1-2 2-15,0 0-2 16,4-8-2-16,2-9 4 16,3-3 1-16,0-6-11 15,5-6-7-15,16-7-1 16,1-4 8-16,8-7-1 16,0-2-14-16,3-3-9 15,-5-2 0-15,-4 4-2 16,-2 2 11-16,-7 4 6 15,-3 3-3-15,-6 8 5 0,-3 2 7 16,-3 6 1 0,0 5 0-16,-3 4 8 0,-3 5 0 15,0 5 12-15,0 6 0 16,2 3 3-16,1 0-23 16,0 3-1-16,-2 15-13 15,-1 15 6-15,-1 9 7 16,4 11 9-16,3 8 15 15,0-1 4-15,0 1-10 16,7-1 14-16,8-9 5 16,3-7 2-16,0-7-15 15,4-11-8-15,-1-5 16 16,4-9 10-16,-2-5-2 16,2-7 1-16,2 0-11 15,0-7-5-15,1-13-11 0,-1-3-4 16,-6-5-1-16,-3 1-9 15,-9 7-13-15,-6 4-83 16,-3 7-83-16,-30 9-121 16,-6 8-430-16,-7 6-558 0</inkml:trace>
  <inkml:trace contextRef="#ctx0" brushRef="#br0" timeOffset="57369.67">2395 1391 1714 0,'0'0'286'0,"0"0"-42"16,0 0-73-16,0 0-15 15,0 0-72-15,0 0-28 16,97-10 7-16,-61 43-11 16,-3 12-26-16,-5 5 2 15,-7 5 2-15,-9-1-8 16,-9 1-1-16,-3-9-6 16,0-2-6-16,-12-6 2 0,-3-11-4 15,2-7-1-15,2-8 2 16,5-8-2-16,-1-4 18 15,1-6 23-15,1-14-18 16,5-13-16-16,0-9-13 16,16-21-1-16,19-19-1 15,13-18 1-15,5-4-10 16,-7 17 4-16,-13 19-2 16,-13 22-6-16,-7 7-2 15,1-6 7-15,-3-2 9 16,-3 0 1-16,-8 13 1 15,0 9 8-15,0 11 12 16,0 8 18-16,-3 6-18 16,-2 4-21-16,-9 31-17 0,-7 29 10 15,1 25 7-15,1 13 21 16,10-15 24-16,9-19-3 16,0-27-12-16,3-2 0 15,11 4 15-15,5-1-20 16,3-2 7-16,1-6 14 15,4-9 2-15,1-9-7 16,5-4-7-16,1-7-8 16,0-5 1-16,2 0-9 15,-3-6-6-15,-8-8 0 16,-4-3 0-16,-3-4 0 16,-9-3-5-16,-3 2-7 0,-6-3-35 15,0 5-82 1,-37 5-97-16,-2 5-304 0,-5 5-517 0</inkml:trace>
  <inkml:trace contextRef="#ctx0" brushRef="#br0" timeOffset="57560.25">3135 1637 2109 0,'0'0'495'15,"0"0"-237"-15,0 0-77 16,0 0-69-16,0 0-46 16,0 0-53-16,0 0-13 15,0 28-160-15,-6-8-546 0,-13 7-967 16</inkml:trace>
  <inkml:trace contextRef="#ctx0" brushRef="#br0" timeOffset="61650.73">1572 4316 1572 0,'0'0'611'15,"0"0"-403"-15,0 0 76 16,0 0-97-16,0 0-74 16,0 0-42-16,-66 129 26 15,26-21 29-15,6 13-59 16,2-10 14-16,10-29-26 16,10-21-5-16,4-16-13 15,2-5-17-15,-4 8-13 16,-2 2-7-16,3 1-10 0,-3-12-67 15,3-10-105-15,-7-16-112 16,4-9-235-16,1-4-230 0</inkml:trace>
  <inkml:trace contextRef="#ctx0" brushRef="#br0" timeOffset="61912.46">1156 4483 971 0,'0'0'961'0,"0"0"-583"16,0 0-28 0,0 0-151-16,0 0-74 0,0 0 62 15,116 58-62-15,-52-19-51 16,3 5-15-16,-1 3-5 16,-1-2-5-16,-6-3-10 15,-7-3-12-15,-6-2-10 16,-4-7-7-16,-6-5-2 15,-8-3-8-15,-3-8-6 16,-7-5-102-16,-9-9-139 16,-4 0-281-16,-4-11-576 0</inkml:trace>
  <inkml:trace contextRef="#ctx0" brushRef="#br0" timeOffset="62170.01">1921 4666 1768 0,'0'0'480'15,"0"0"-291"-15,0 0 0 16,0 0 9-16,0 0-45 16,0 0-64-16,0 0-38 15,-3 22-27-15,3-22-12 16,0 0 0-16,0 0-2 15,0-6-10-15,0-5-61 16,-3-1-48-16,1-2-65 16,2 0-84-16,0 3-236 15,8 1-236-15</inkml:trace>
  <inkml:trace contextRef="#ctx0" brushRef="#br0" timeOffset="62789.35">2274 4112 1940 0,'0'0'518'0,"0"0"-214"16,0 0-98-16,0 0-62 15,0 0-75-15,0 0-3 0,17 101-6 16,1-43-16 0,2 6 0-16,3 4-1 0,1-3 8 15,1-4-18-15,0-8-16 16,-1-12-17-16,-6-13 0 16,-3-13-1-16,-1-13-41 15,-1-2-8-15,-1-25 13 16,4-25-2-16,-1-4 1 15,0-10 16-15,-3-2 12 16,-4 14 9-16,0-2 1 0,-3 14 11 16,-4 11 34-1,-1 12 22-15,0 10 16 0,0 7-34 16,0 0-49-16,2 14-4 16,5 15 4-16,4 9 4 15,8 6 20-15,2 2 15 16,7-3-12-16,-2-9-9 15,8-8-7-15,-4-10-5 16,1-9-5-16,-3-7 10 16,0-9-4-16,-3-18 2 15,0-10-8-15,-7-13 5 16,-12-21 3-16,-6-18-8 16,-6-18-1-16,-12 10 0 15,-4 27-23-15,10 26-13 16,4 27 2-16,0 3-7 15,0 6 8-15,2 4 2 16,-3 4-8-16,-3 4-15 0,-9 35-42 16,2-3-206-16,0 0-474 0</inkml:trace>
  <inkml:trace contextRef="#ctx0" brushRef="#br0" timeOffset="62979.72">3071 3967 2448 0,'0'0'594'15,"0"0"-297"-15,0 0-136 16,0 0-82-16,0 0-32 16,0 0-20-16,0 0-15 0,-17 3-12 15,17 2-108-15,-5 1-417 0</inkml:trace>
  <inkml:trace contextRef="#ctx0" brushRef="#br0" timeOffset="71356.49">24348 9367 1392 0,'0'0'186'0,"0"0"-143"0,0 0-27 16,0 0 86-16,152-14 83 15,-6 14-37-15,35 7-31 16,25 1-18-16,15-3-4 16,2-1 28-16,31-4-2 15,20 0-27-15,22 0-33 16,18 0 0-16,9 0 0 16,0 1-2-16,-8 4-16 0,-15 2-4 15,-20 2 6 1,-31 1 0-16,-31-1-17 0,-36-1-7 15,-36-6 5-15,-41-2-8 16,-38 0-3-16,-27 0-6 16,-17-6-2-16,-4-5-6 15,-6-1 10-15,-4-5-10 16,-9 0-1-16,-4-1-19 16,-22-2-59-16,-10 3-87 15,-28-3-156-15,8 4-136 0,3 0-278 16</inkml:trace>
  <inkml:trace contextRef="#ctx0" brushRef="#br0" timeOffset="71641.75">28802 9069 163 0,'0'0'1697'0,"0"0"-1501"16,0 0-59-16,0 0 68 15,0 0 26-15,17 93-65 16,21-65-39-16,10 3-48 16,7-1-46-16,2-2-15 15,-2-2-11-15,-9-2-1 16,-11-2-4-16,-13-1-1 0,-19 1-1 16,-3 2-13-16,-28 0-8 15,-11 1-12-15,-10-3-4 16,2 0-19-16,4-5-59 15,6-3-92-15,12-5-124 16,11-4-521-16</inkml:trace>
  <inkml:trace contextRef="#ctx0" brushRef="#br0" timeOffset="71822.85">29320 9469 2218 0,'0'0'308'0,"0"0"-120"16,0 0-51-16,0 0-41 0,0 0-36 15,0 0-46-15,0 0-14 16,-49 32-187-16,49-24-443 0</inkml:trace>
  <inkml:trace contextRef="#ctx0" brushRef="#br0" timeOffset="75128.19">1952 785 172 0,'0'0'40'0,"0"0"332"16,0 0 10-16,0 0-119 16,0 0-38-16,0 0-20 15,5-7-27-15,-5 7-27 16,0 0-46-16,2 0-37 15,1 12-40-15,2 6 37 16,4 9 0-16,0 4 5 16,4 4-4-16,-1 4-22 15,0-3-4-15,2 1-5 0,-2-4-12 16,-2 0-10-16,-1-7-1 16,0-2-11-16,-3-7-1 15,-3-3-49 1,-2-4-86-16,-1-5-131 0,-10 0-127 15,-2-5-452-15</inkml:trace>
  <inkml:trace contextRef="#ctx0" brushRef="#br0" timeOffset="75495.6">1714 877 652 0,'0'0'550'0,"0"0"-288"15,0 0 35-15,0 0-61 16,0 0-4-16,0 0-143 16,0 0-43-16,-32-2-18 15,38-4-1-15,18-3 16 16,13-8 9-16,8-5-27 15,10-4-1-15,3 2-8 16,-1 0-7-16,-6 4-7 16,-5 6 11-16,-6 0-4 15,-10 4-7-15,-12 5 5 16,-6 2-7-16,-6 2 0 0,-6-1 1 16,0 2-1-16,0 0 0 15,0 2-25-15,-39 28-35 16,0 1-88-16,-8-1-1641 0</inkml:trace>
  <inkml:trace contextRef="#ctx0" brushRef="#br0" timeOffset="76521.93">1927 771 952 0,'0'0'325'0,"0"0"-33"16,0 0-25-16,0 0-52 15,0 0-54-15,0 0-39 16,-6-5-31-16,6 5-32 15,0 11-8-15,0 7 23 16,10 8-17-16,2 5 1 16,2 4 24-16,2 4-1 15,0 0-19-15,-1 1-17 0,-1-3-12 16,-4-1-5-16,1-4-8 16,-4-4-8-16,0-3-5 15,-2-8-6-15,-2 0 1 16,-3-5-2-16,0-2-59 15,0-3-152-15,-3-7-109 16,-10 0-397-16,-1-5-695 0</inkml:trace>
  <inkml:trace contextRef="#ctx0" brushRef="#br0" timeOffset="76980.6">1700 926 646 0,'0'0'300'0,"0"0"-9"15,0 0-72-15,0 0-11 16,0 0-14-16,0 0-35 15,0 0-16-15,-22-17-41 0,22 17-10 16,0 0-6 0,0 0-6-16,0 0-26 0,10 0 2 15,11 0 13-15,9-3-6 16,6-6-16-16,10-4-9 16,4-4-14-16,0-2-8 15,5-2 8-15,0-1-5 16,-4 2-8-16,-6-1 14 15,-8 3-1-15,-6 4-16 16,-7 1-7-16,-8 4 5 16,-5 3-5-16,-5 0 0 15,-3 4 0-15,0 0-1 16,-3 2 0-16,0 0 0 16,0 0-1-16,-3 0-28 15,-42 40-69-15,-4-1-149 0,-3 7-744 16</inkml:trace>
  <inkml:trace contextRef="#ctx0" brushRef="#br0" timeOffset="82912.44">1532 5359 1043 0,'0'0'812'0,"0"0"-633"15,0 0-14-15,0 0-22 16,0 0 34-16,168-56 33 16,-5-4-45-16,32-15-64 0,14-8-24 15,-15 1-12 1,-30 9-5-16,-13 8-21 0,-19 9-15 16,-32 13-12-16,-34 14-5 15,-23 10-1-15,-20 6-6 16,-6 4 6-16,-6 1-6 15,-4 3-18-15,-7 5-50 16,-24 0-80-16,-53 27-175 16,8 2-206-16,-11 6-194 0</inkml:trace>
  <inkml:trace contextRef="#ctx0" brushRef="#br0" timeOffset="83168.89">1760 5450 842 0,'0'0'700'16,"0"0"-528"-16,0 0 22 15,80-2 125-15,22-29-5 16,54-23-28-16,32-18-93 16,12-6-51-16,-12-3-38 15,-33 9-39-15,-19 4-21 16,-38 16-13-16,-29 14-10 15,-26 16-12-15,-16 7-8 16,-6 5-1-16,-6 5-34 16,-21 8-117-16,-17 16-131 15,-18 8-570-15</inkml:trace>
  <inkml:trace contextRef="#ctx0" brushRef="#br0" timeOffset="96206.83">20916 8695 423 0,'0'0'29'0,"0"0"-16"0,0 0 257 15,0 0-139-15,0 0-11 16,0 0-22-16,48 26 28 16,-26-21-45-16,7 2-23 15,0 0 12-15,6 2-27 16,0-1-14-16,4 0-14 16,0 1-5-16,1-1-3 15,2 1-6-15,-2 1 0 16,3 0 1-16,1 1-1 15,-1 0 1-15,3-2 5 16,2-3-6-16,-2 1-1 16,3-4 6-16,1-1-5 0,0-1 6 15,1-1-5-15,-2 0 5 16,4 0-5-16,0-1-1 16,-2-2 6-16,1-2-1 15,-1 1-5-15,-3 2-1 16,-1-1 1-16,0 2-1 15,-1-1 1-15,1 0 0 16,0 0-1-16,-1-1 3 16,-1 3-2-16,-5 0 0 15,0 0-1-15,-2 0 0 16,-2 0 1-16,-2 0 0 16,4 2 0-16,0-1 5 15,2 1 1-15,5-2-6 0,0 0 8 16,2 0 1-16,1 0 8 15,0 0 5-15,-3 0 6 16,-1-2-7-16,-2-1-9 16,-1-2-5-16,0 2 3 15,1-3-2-15,2-2 0 16,4 1 5-16,4-3 7 16,4 1-7-16,2-1 10 15,0 3 20-15,-3-1-18 16,-1 2-13-16,-6 1-7 15,-7 2-4-15,-5 0 5 16,-3 0-6-16,-4-1 10 16,-3-3 3-16,0-1 11 15,-3-3 20-15,3-1 4 16,-4-4-6-16,4-2-12 0,-3-3-3 16,3-2-9-16,-1-1 3 15,-1-4-10-15,2-3 7 16,-3-5-1-16,1-3 2 15,-2-3 3-15,-2-3-9 16,-2-3-2-16,-3-2 3 16,-1 1 9-16,-6 0 1 15,-3 3-1-15,-5 1 1 16,0 0 9-16,-5 1-6 16,-10 1-5-16,-6 2-7 0,-3 1 12 15,-4 1 11 1,-2 5-17-16,-3 1-1 15,-2 4 12-15,-3 0-2 0,-3 3-16 16,-1 2-4-16,-3 1 2 16,0 5-5-16,-4 1-7 15,0 3 0-15,-5 1 6 16,-4 2-7-16,-2 4 1 16,-2-1 1-16,-3 1-2 15,0 3 2-15,-2 1-1 16,-5-2 0-16,-13 3-1 15,-12 0 1-15,-12 0 7 16,10 2-8-16,19 0-2 16,22 0 2-16,12 0-1 15,-9 0 0-15,-8 0 0 0,-10 0 1 16,1 4 0-16,-4 6 0 16,3 0-6-16,-3 3 6 15,3 1 0-15,0 0 0 16,1 2 5-16,2-1-5 15,0 0 0-15,-1 1 0 16,-1 0 0-16,-2 2-8 16,-1 0 8-16,-3 3 0 15,1 0 0-15,-1 2 0 16,2 1-1-16,0 0 1 16,4 0 1-16,5 0-1 15,7 0 5-15,8 1-5 16,8-3-1-16,8 2 0 15,6-1 0-15,3 3 0 16,5 2-1-16,-1 3 1 0,4 5 0 16,2 0-1-16,4 6 2 15,4 2-1-15,8 4 1 16,1-1 0-16,1 1 1 16,17-2 1-16,2-3 5 15,6-4 1-15,1-3-7 16,2-4 0-16,0-1 0 15,-2-4 0-15,1-3 7 16,-1-5-8-16,-3-2 1 16,0-5 0-16,0-4 0 15,-2-4-1-15,1-4-37 16,-1 0-92-16,8-11-113 16,-6-4-348-16,-5-1-639 0</inkml:trace>
  <inkml:trace contextRef="#ctx0" brushRef="#br0" timeOffset="96339.65">21681 8610 1803 0,'0'0'225'16,"0"0"-163"-16,0 0-62 16,0 0-106-16,0 0-242 0</inkml:trace>
  <inkml:trace contextRef="#ctx0" brushRef="#br0" timeOffset="97297.1">29955 3209 1445 0,'0'0'272'15,"0"0"-80"-15,0 0 60 16,0 0-66-16,0 0-78 16,0 0-67-16,-34 26-6 15,20 13 4-15,4 1-15 0,2 1-12 16,7-2-11-16,1-8 9 15,0-3-10-15,10-8-19 16,7-12-44-16,5-8-23 16,2 0-10-16,0-14 4 15,-3-7 46-15,-3-5 36 16,-2 2 9-16,-6 2 1 16,-2 3 0-16,-2 5 19 15,-2 4 27-15,-1 9 5 16,2 1 0-16,1 11-5 15,4 8 43-15,5 5-14 16,3 2-19-16,6-2-8 16,6-4 1-16,4-7 26 15,5-9-23-15,1-4-18 0,2-12-14 16,-2-13-8-16,-6-9-5 16,-7-8-1-16,-9-9-6 15,-8-4 0-15,-10-5 1 16,-2 0 4-16,-15 5-5 15,-8 12-12-15,0 12-29 16,-2 12-72-16,4 12-18 16,1 7-37-16,6 7-148 15,7 4-397-15</inkml:trace>
  <inkml:trace contextRef="#ctx0" brushRef="#br0" timeOffset="97575.51">30587 2634 1294 0,'0'0'638'16,"0"0"-334"-16,0 0 27 16,0 0-76-16,0 0-104 15,0 0-94-15,0 0-2 16,15 46 15-16,-5 0-19 15,0 4-19-15,-4-1-16 16,0-1-8-16,-2-7-7 16,-1-7-1-16,1-7 0 15,-4-8-58-15,0-4-73 0,0-12-130 16,-11-3-62 0,-3 0-470-16</inkml:trace>
  <inkml:trace contextRef="#ctx0" brushRef="#br0" timeOffset="97781.84">30344 2634 1461 0,'0'0'539'0,"0"0"-285"16,0 0 19-16,91-49-32 15,-38 29-77-15,6 0-75 0,6 1-30 16,-3 2-33-16,-5 3-19 15,-11 3-7-15,-3 8-65 16,-13 0-235-16,-6 1-490 0</inkml:trace>
  <inkml:trace contextRef="#ctx0" brushRef="#br0" timeOffset="98662.89">31009 3026 1128 0,'0'0'333'0,"0"0"2"16,0 0-23-16,0 0-113 15,0 0-51-15,0 0-48 16,0 0-32-16,28-39-9 15,-9 39-3-15,2 16 2 16,-3 4 2-16,-1 9-5 16,-4 3-16-16,-9 4-12 15,-4 0-10-15,0 1-7 0,-12-3-2 16,-6-3-7 0,-1-4 1-16,-2-6-1 0,3-6 7 15,3-8-7-15,4-5 0 16,5-2 8-16,6-9 2 15,0-13-11-15,17-8 0 16,11-4-11-16,8-3 10 16,6-2-6-16,-2-4 6 15,1 1-3-15,-4 3 3 16,-2 2 2-16,-9 4 0 16,-4 6 0-16,-8 6 5 15,-7 4 1-15,-4 5 14 16,-3 5 12-16,0 7 27 15,-3 0-26-15,-13 14-17 16,-5 15-8-16,-5 7 13 0,1 5 26 16,4 1-1-16,9-1 5 15,6-5-22-15,6-5-2 16,5-6 1-16,13-5-5 16,9-7 1-16,4-6 8 15,4-7-10-15,3 0-14 16,-4-11-8-16,-1-6-1 15,-5-3-12-15,-4 0-76 16,-9-1-89-16,-13-3-152 16,-2 5-393-16,0 2-1172 0</inkml:trace>
  <inkml:trace contextRef="#ctx0" brushRef="#br0" timeOffset="98978.01">30625 3646 1737 0,'0'0'540'0,"0"0"-330"15,0 0 88-15,147-44-65 16,-29 15-80-16,37-2-35 16,10-1-25-16,-16 7-48 15,-42 10-23-15,-49 7-13 0,-22 2-9 16,-18 4-12-16,-8 2-77 16,-10 0-93-16,-30 0-135 15,-17 12-244-15,-11-3-549 0</inkml:trace>
  <inkml:trace contextRef="#ctx0" brushRef="#br0" timeOffset="99187.87">30690 3745 1707 0,'0'0'505'15,"0"0"-182"-15,81 0 21 0,4-13-81 16,28-1-70-16,-4 1-65 15,-22 4-44-15,-33 3-33 16,-17 1-26-16,1 2-16 16,4 1-8-16,0 1-1 15,-12 1-98-15,-14 0-147 16,-14 0-509-16</inkml:trace>
  <inkml:trace contextRef="#ctx0" brushRef="#br0" timeOffset="102146.56">26156 12886 742 0,'0'0'912'16,"0"0"-711"-16,0 0 12 16,0 0-2-16,0 0-56 15,172-3 13-15,39-5 65 0,59-6-69 16,36-10-47-1,9-6-8-15,-18 2-19 0,7 0-21 16,-7 3-5-16,-23 4-1 16,-37 3-40-16,-47-1-8 15,-58 2-5-15,-54 6-2 16,-40 1-7-16,-25 3 0 16,-7 1 5-16,-5-2-5 15,-1 0-1-15,-15 0 0 16,-18 2-59-16,-10 0-64 15,-7 4-52-15,-28-6-147 16,12 3-242-16,7-5-389 0</inkml:trace>
  <inkml:trace contextRef="#ctx0" brushRef="#br0" timeOffset="102408.58">28799 12303 1722 0,'0'0'319'0,"0"0"-67"16,0 0-29-16,0 0-16 16,100 14-52-16,-45 8-37 15,8 8-37-15,-1 4-41 16,-5 6-17-16,-10 2-14 16,-18 3-8-16,-14 1 0 15,-15 3-1-15,-15-1 0 16,-20 1 2-16,-12-2-2 15,-5-5 0-15,-2-6-18 0,2-4-23 16,4-3-78 0,12-9-199-16,13-9-374 0</inkml:trace>
  <inkml:trace contextRef="#ctx0" brushRef="#br0" timeOffset="103121.65">29982 12567 1480 0,'0'0'402'0,"0"0"-173"0,0 0 78 16,-37 113-39-16,28-60-81 15,1 4-77-15,4-2-23 16,1-2-20-16,0-7-11 16,0-7-32-16,3-13-11 15,-1-6-11-15,1-13-1 16,0-7 11-16,0-10 7 15,0-16-11-15,0-20-7 16,0-20 0-16,1-33 1 16,14-24 5-16,2 8-6 15,-1 25 8-15,-2 34 17 16,0 26 29-16,-1 5 8 16,4 4-2-16,2 7-5 0,-2 12-20 15,2 5-15-15,2 28 9 16,4 24 15-16,1 27 15 15,-1 24-11-15,-4 4-16 16,-6-20-9-16,-6-25-10 16,-2-27-5-16,-3-6-8 15,-1 1 5-15,-1-1-6 16,-1-2-1-16,-1-10-35 16,0-9-51-16,0-7-36 15,-3-4-37-15,-9 0-71 16,-17-15-246-16,2 1-180 15,0-3-511-15</inkml:trace>
  <inkml:trace contextRef="#ctx0" brushRef="#br0" timeOffset="103318.62">29784 12818 1617 0,'0'0'512'0,"0"0"-367"15,0 0 121-15,110-28-50 16,-54 21-69-16,6 1-81 16,-1 1-30-16,-7 4-25 15,-10-1-11-15,-6-1-118 16,-15-1-206-16,-10 0-423 0</inkml:trace>
  <inkml:trace contextRef="#ctx0" brushRef="#br0" timeOffset="103693.37">30662 12780 1491 0,'0'0'302'16,"0"0"42"-16,0 0-101 0,0 0-49 15,0 0-85-15,0 0 9 16,0 0-5-16,-21 20-32 16,11-15-17-16,1-2-20 15,-3-2-25-15,4-1-7 16,2 0-3-16,3-6 3 15,3-6-4-15,0 0-8 16,0 1-1-16,8 2-11 16,4 3-18-16,3 4-30 15,0 2-77-15,12 0-153 16,-4 0-287-16,0 0-423 0</inkml:trace>
  <inkml:trace contextRef="#ctx0" brushRef="#br0" timeOffset="104337.88">31045 12393 1465 0,'0'0'393'0,"0"0"-111"15,0 0 103-15,0 0-111 16,0 0-102-16,0 0-78 16,0 0 30-16,-4 45-13 15,4-8-15-15,0 11-21 0,0 5-23 16,0 0-16-16,4 2-15 16,4-6-10-16,-1-5-11 15,4-10 1-15,-2-11-1 16,1-12 0-16,2-9-27 15,0-2-12-15,3-14-11 16,4-14-26-16,2-5 10 16,0-7 21-16,2 2 20 15,-3 1 14-15,0 5 10 16,-5 7 1-16,-5 6 6 16,-3 6 6-16,-4 9 33 15,-1 4-1-15,-1 0-20 16,1 19 2-16,1 7 31 0,3 8-3 15,6 5-17-15,4 1-4 16,7-2 14-16,5-6-10 16,3-6-5-16,4-9-10 15,1-10-5-15,-2-7-11 16,0 0 0-16,-2-21 1 16,-3-11-5-16,-5-11 10 15,-5-20-11-15,-6 1-1 16,-9-5 0-16,-4 2 2 15,0 15 8-15,-8-3-8 16,-7 9 5-16,-4 12-6 16,0 7-1-16,-1 7-1 15,2 9-7-15,-1 6 1 16,0 3-23-16,-2 3-57 0,-14 21-114 16,7-3-174-16,0-4-841 0</inkml:trace>
  <inkml:trace contextRef="#ctx0" brushRef="#br0" timeOffset="112366.97">11036 12925 514 0,'0'0'117'0,"0"0"452"0,0 0-345 16,0 0 32-16,0 0-42 16,0 0 5-16,0 6-44 15,0-6-19-15,1 0-27 16,10 2-27-16,9-1 30 15,12 1-12-15,10-2-38 16,10 0-24-16,7 0-16 0,4-2-9 16,-2-4-16-1,-4 0-10-15,-11-2-6 0,-10 4 1 16,-12 2-2-16,-11-1-25 16,-8 3-59-16,-5 0-78 15,-2 0-121-15,-28 0-175 16,2 3-172-16,0 0-362 0</inkml:trace>
  <inkml:trace contextRef="#ctx0" brushRef="#br0" timeOffset="112569.27">11060 13051 1433 0,'0'0'307'16,"0"0"-24"-16,0 0-73 15,0 0 51-15,85 7-54 16,-29-7-56-16,12 0-71 16,0-1-45-16,-1-3-20 15,-9 1-15-15,-11 3-53 16,-14 0-320-16,-20 0-772 0</inkml:trace>
  <inkml:trace contextRef="#ctx0" brushRef="#br0" timeOffset="113101.82">9567 12958 1262 0,'0'0'479'15,"0"0"-107"-15,0 0-96 16,0 0-2-16,0 0-71 15,0 0-72-15,0 0 2 0,62 0-28 16,-19-4-30 0,5-2-21-16,7-3-21 0,-1 1-21 15,1-1-11-15,-8 4-1 16,-10-1-16-16,-9 5-69 16,-13 1-85-16,-15 0-205 15,-16 8-320-15,-14 4-458 0</inkml:trace>
  <inkml:trace contextRef="#ctx0" brushRef="#br0" timeOffset="113332.15">9479 13134 1646 0,'0'0'504'0,"0"0"-196"0,0 0-63 16,0 0 0-16,0 0-65 15,116-25-54-15,-59 12-35 16,-2 1-40-16,-2 1-29 16,-9 3-13-16,-8 1-9 15,-8 3-7-15,-7 3-77 16,-11 1-106-16,-7 0-384 16,-3 0-761-16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42:03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18973 6363 1054 0,'0'0'359'16,"0"0"-14"-16,0 0-17 15,0 0-133-15,0 0-102 16,0 0-27-16,0-13-35 0,28 4-10 15,14-5-5 1,23-6 2-16,29-2-11 0,-7-2 32 16,-7 7-18-16,-14 2-21 15,-22 7 0-15,-2 2-8 16,-6 3-39-16,-13 3-290 16,-17 0-606-16</inkml:trace>
  <inkml:trace contextRef="#ctx0" brushRef="#br0" timeOffset="206.24">18706 6607 1124 0,'0'0'750'0,"0"0"-434"16,0 0-102-16,0 0-87 0,89-36-26 15,1 6-62-15,23-8-8 16,8 4-6-16,-23 7-7 15,-26 10-18-15,4 1 0 16,16 1-2-16,-8 0-190 16,-3-3-735-16</inkml:trace>
  <inkml:trace contextRef="#ctx0" brushRef="#br0" timeOffset="1903.17">21317 7238 42 0,'0'0'111'15,"0"0"-32"-15,0 0-79 16,0 0-24-16,0 0 24 16,0 0 247-16,-34-2 25 15,25 1-45-15,-4-4-9 0,-1 2-13 16,-2-3 36-16,1 3-6 15,0 0-2-15,6 1-19 16,4 1-18-16,4 1-31 16,1 0-62-16,0 0-41 15,0 0-29-15,9 0-9 16,15 0 6-16,15 0 4 16,26 1 10-16,38 1-7 15,35-2 2-15,12-3-14 16,-7-7-8-16,-34 1 13 15,-37 4-14-15,-25 2-14 16,-11 1-2-16,-5 1 1 16,-1-2 0-16,-4 2 0 0,-13 0 0 15,-4-2 0-15,-6 2 0 16,-3 1 5-16,0-2-6 16,0 2-11-16,-45 3-34 15,-1 11-294-15,-6 0-632 0</inkml:trace>
  <inkml:trace contextRef="#ctx0" brushRef="#br0" timeOffset="2419.64">21098 7414 82 0,'0'0'842'0,"0"0"-607"16,0 0-46-16,0 0-53 16,0 0 20-16,0 0-26 15,0 0-28-15,-49-17-21 16,49 17 0-16,0 0 15 15,0 0 4-15,0 0 17 16,0 0 2-16,13 0 33 0,12 3 13 16,11 0-53-16,24 4-46 15,28-4-11-15,24-1-12 16,10 0-23-16,-2-2 16 16,-12 0 1-16,-17 0-8 15,-4 0-2-15,-15-2-16 16,-16-3-10-16,-14-2 27 15,-6 4-15-15,-2-2-1 16,-3 3-4-16,-2-2 2 16,-13 1-2-16,-6 3-1 15,-7 0-6-15,-1 0 1 16,-2 0 4-16,0 0-5 16,0 0-1-16,0 0 0 15,0 0-9-15,-12 0-9 16,-22 0-29-16,0 11-40 15,-1-1-594-15</inkml:trace>
  <inkml:trace contextRef="#ctx0" brushRef="#br0" timeOffset="8064.57">23514 7230 182 0,'0'0'0'15,"0"0"118"-15,0 0 147 16,0 0-26-16,0 0-78 16,-38-10-27-16,29 6 17 15,1 1-6-15,1 2-15 16,-1-1 13-16,4-1-25 15,-1 3-10-15,2 0 1 16,2 0 1-16,-1 0-16 0,2 0-13 16,-1 0-15-16,1 0-1 15,0 0 5-15,0 0 7 16,0 0-18-16,0 0-17 16,16 0-8-16,10 0 31 15,11 0 33-15,9 0-20 16,11 0-29-16,5 0-11 15,6-9-3-15,0-1-6 16,1-3-11-16,-5 1 3 16,-8 2-11-16,-8 0 5 15,-9 3-6-15,-9 0-9 16,-9 4 1-16,-9 0-1 16,-3 2-1-16,-6 1 0 0,-2 0 1 15,-1 0-1 1,0 0-22-16,0 0-65 0,-9 5-168 15,-29 14-253-15,2-2-189 16,0-3-656-16</inkml:trace>
  <inkml:trace contextRef="#ctx0" brushRef="#br0" timeOffset="8518.34">23383 7325 914 0,'0'0'311'0,"0"0"-53"0,0 0-20 15,0 0-15-15,0 0-37 16,0 0-50-16,0 0 18 16,19 0 35-16,7 0-25 15,7 0 3-15,6 0-77 16,8 0-29-16,7 0-15 0,8 0-7 16,4-3-6-1,3-4-6-15,-2 0-6 0,-1-2-1 16,-5 1-10-16,-6-1 2 15,-6 1-1-15,-9-1-5 16,-8 2-5-16,-7 1 0 16,-10 0 6-16,-5 1-5 15,-5 2-2-15,-4 3 7 16,-1-2-6-16,0 2-2 16,-29 2-32-16,-6 14-185 15,-9 1-662-15</inkml:trace>
  <inkml:trace contextRef="#ctx0" brushRef="#br0" timeOffset="10409.8">25394 7394 153 0,'0'0'838'16,"0"0"-517"-16,0 0-29 16,0 0-8-16,0 0-10 15,0 0-42-15,0 0-49 16,22-34-64-16,36 34-7 16,45 0 4-16,45 0-8 15,24 0-26-15,-1-4-17 16,-21-3-16-16,-29-2-16 15,-15 1-3-15,-22 1-13 16,-21 0-4-16,-17 0-12 16,-14 2 1-16,3-2 9 0,-5 2-10 15,-5-1 0-15,-12 3-1 16,-11 0-16-16,-2 0-56 16,-18 2-76-16,-30 1-157 15,-44 1-220-15,7 11-123 16,0-1-234-16</inkml:trace>
  <inkml:trace contextRef="#ctx0" brushRef="#br0" timeOffset="10769.47">25512 7515 598 0,'0'0'500'0,"0"0"-263"16,0 0-42-16,0 0 7 16,0 0 40-16,0 0-35 15,0 0-43-15,19 4-7 16,35 1 56-16,32-2-22 16,35-2-52-16,13-1-40 15,-4 0-12-15,-10-1-20 16,-18-6-25-16,-3-1-3 15,-16 2-9-15,-19 0-9 16,-20 1-3-16,-11 2-8 16,-2 1-2-16,-3-1-8 15,-5 2 8-15,-11-1-8 0,-11 1-1 16,-1 1 0-16,-17 0-69 16,-72 7-134-16,1 6-392 15,-17-1-700-15</inkml:trace>
  <inkml:trace contextRef="#ctx0" brushRef="#br0" timeOffset="13997.21">20970 8629 165 0,'0'0'36'0,"0"0"633"16,0 0-435-16,0 0-14 15,0 0-21-15,0 0-23 16,-38 10-12-16,38-10-38 15,0 0 1-15,0 0-6 0,0 0 3 16,0 0 3-16,0 0 1 16,0 0-17-16,12 0-12 15,15 0 2-15,9 0-11 16,10 0-17-16,7 0-20 16,6-3-11-16,4-6-3 15,1 0-15-15,1-3-8 16,-5-1-4-16,-4 2-6 15,-7 1-4-15,-12 2-1 16,-9 1 0-16,-10 6-1 16,-9-2 0-16,-4 3 0 15,-5 0-7-15,0 0-26 16,0 4-145-16,-12 10-437 0,-6-1-757 16</inkml:trace>
  <inkml:trace contextRef="#ctx0" brushRef="#br0" timeOffset="14719.05">21028 9797 65 0,'0'0'611'0,"0"0"-99"15,0 0-261-15,0 0 22 16,0 0-46-16,0 0-19 15,0 0-31-15,-46 22-3 16,46-14 3-16,0 0-40 16,11-2-5-16,11 0-5 15,10-1 6-15,14-2-32 0,10-3-28 16,6 0 3-16,2 0-10 16,-1-8-24-16,-6 0-6 15,-9-1-15-15,-8-2-9 16,-10 3-6-16,-8 1-5 15,-6 2 0-15,-5 0 0 16,-4 4-1-16,-5 1-29 16,-2 1-112-16,-9 11-116 15,-9 3-604-15</inkml:trace>
  <inkml:trace contextRef="#ctx0" brushRef="#br0" timeOffset="15327.53">21070 11148 1137 0,'0'0'384'0,"0"0"-41"0,0 0-83 16,0 0-34-1,0 0 10-15,0 0-59 0,0 0-14 16,20 6-8-16,16-3-20 15,8-3-24-15,8 0-15 16,1 0-8-16,3-3-23 16,-5-5-16-16,-4-1-8 15,-3 1-11-15,-6 0-9 16,-5-1-11-16,-5 2-4 16,-5 0-4-16,-5-1-1 15,-8 5 5-15,-1-1-6 16,-8-1 1-16,-1 0-1 15,0 2-39-15,0 0-75 16,-8 3-89-16,-1 0-113 16,0 0-545-16</inkml:trace>
  <inkml:trace contextRef="#ctx0" brushRef="#br0" timeOffset="17060.32">26075 8023 173 0,'0'0'752'0,"0"0"-519"15,0 0-62 1,0 0-23-16,0 0 5 0,0 0-27 16,94-54-28-16,-62 54-17 15,2 0-27-15,1 6-13 16,-4 11-12-16,-3 6-2 16,-7 5-14-16,-6 7 3 15,-11 7 6-15,-4 6 0 16,-8 5-1-16,-14 3-2 15,-4 0 0-15,-6 1-4 16,2-3-4-16,1-3 0 16,3-6-3-16,6 0 2 15,6-6-2-15,8-3-7 16,6-3 0-16,0-2 2 16,9-5-2-16,12-4 1 0,7-2-1 15,3-5 7-15,4-7-7 16,1-7 0-16,-2-1 5 15,-3-5 1-15,-7-12 3 16,-6-2-1-16,-5-3 0 16,-5-2 5-16,-5 2-7 15,-3 5-7-15,0 6 32 16,0 5 31-16,0 2 22 16,0 4-33-16,0 0-31 15,0 14-9-15,-2 16-12 16,2 25 21-16,0 24 38 15,15 27 31-15,6 11-8 0,5 1 9 16,-3-3-12 0,-3-7-22-16,-4-1 3 0,0-1-9 15,-3-6-7-15,-6-7-19 16,-4-4-7-16,0-6 12 16,-3-16-12-16,0-16-3 15,0-12 0-15,-4-7-9 16,-2 3-5-16,-2 1-1 15,-1 0 0-15,0-7 1 16,0-4-1-16,2-9 1 16,1-4 0-16,0-5 0 15,3-4 0-15,1-3 5 16,-2 0 2-16,-1 0-8 0,-4 0 7 16,-4 0-7-16,-4-3 0 15,-3-2-1-15,-7 2 1 16,-4 0 0-16,-7 0 1 15,-6 1-1-15,-4 1 0 16,-3-1 0-16,-1 2 0 16,1 0 0-16,4 0 0 15,3 0 0-15,7 0 0 16,4 0 0-16,12 0 0 16,5 0 0-16,7 3-12 15,4-1-22-15,4-1-30 16,1-1-40-16,0 3-75 15,0 5-163-15,4-3-156 16,2-2-280-16</inkml:trace>
  <inkml:trace contextRef="#ctx0" brushRef="#br0" timeOffset="17257.99">26338 10432 814 0,'0'0'1458'0,"0"0"-1267"15,0 0-135-15,0 0-48 16,0 0 5-16,0 0-13 16,0 0-16-16,-73 0-316 0</inkml:trace>
  <inkml:trace contextRef="#ctx0" brushRef="#br0" timeOffset="24283.24">22849 4252 504 0,'0'0'885'15,"0"0"-533"-15,0 0-2 16,0 0-50-16,0 0-46 15,0 0-78-15,-3-18-88 16,-3 48-21-16,3 11 45 16,-1 9-23-16,-2 2-25 15,1 0-28-15,1-2-18 0,-1-4-10 16,1-2-7-16,3-6-1 16,-1-7-6-16,2-3-85 15,2-6-134-15,9-8-290 16,3-8-379-16</inkml:trace>
  <inkml:trace contextRef="#ctx0" brushRef="#br0" timeOffset="25125.1">24019 4610 1493 0,'0'0'357'15,"0"0"-60"-15,0 0-39 16,0 0 25-16,0 0-64 15,0 0-117-15,7-101-67 0,26 42-24 16,6-8-11 0,1-3 0-16,-12 10 0 0,-4-2 9 15,-15 8-8-15,-9 13 11 16,-6 13 0-16,-21 12 0 16,-9 16-5-16,-8 3-6 15,-3 24-1-15,3 8 1 16,11 2 0-16,15 1-1 15,18-6 0-15,6-4-6 16,27-9 4-16,10-5-4 16,6-3 6-16,-1-6-21 15,-8-1-1-15,-10 0 0 16,-8 3 13-16,-10 0 7 0,-6 3-10 16,-6 7 5-16,0 6 6 15,-9 7 1-15,-7 4 8 16,-2 4 13-16,2 2 7 15,5-2-15-15,7-9-7 16,4-5-5-16,4-7-1 16,20-8 0-16,9-6-2 15,10-3-65-15,8-7-187 16,21-25-118-16,-14 3-303 16,-11-2-200-16</inkml:trace>
  <inkml:trace contextRef="#ctx0" brushRef="#br0" timeOffset="25537.59">24545 4408 443 0,'0'0'832'15,"0"0"-447"-15,0 0-32 0,24-86-118 16,-9 66-50-16,0 6-70 16,3 6-31-16,-5 8-8 15,0 0-34-15,-3 11-19 16,-6 14 17-16,-4 5 17 16,0 8-1-16,-11 5-18 15,-8-3-17-15,0 2-11 16,1-6-8-16,4-7 5 15,6-4-7-15,6-11 0 16,2-6-48-16,10-8-34 16,13-1 14-16,7-19 19 15,3-8-8-15,-2-9-10 0,-1-6 41 16,-6-4 15 0,-4-4 11-16,-6-1 0 0,-5 2 21 15,-6 7 31-15,-3 7 39 16,0 11-13-16,0 12 5 15,0 12-14-15,-8 1-43 16,1 19-25-16,-1 14 13 16,2 7 8-16,6 5 6 15,0 3 8-15,5-2-13 16,16-5-13-16,4-4-4 16,14-8-6-16,6-6-26 15,7-12-82-15,18-11-197 16,-13-7-290-16,-11-11-253 0</inkml:trace>
  <inkml:trace contextRef="#ctx0" brushRef="#br0" timeOffset="26760.63">25167 4302 1113 0,'0'0'355'0,"0"0"164"0,0 0-237 16,0 0-15-16,0 0-52 16,0 0-99-16,0 0-56 15,-40-16 3-15,28 43 25 16,3 5-31-16,3 1-5 15,3 3-5-15,3-4-32 16,0-3-6-16,4-6-9 16,10-6-1-16,2-8-15 15,-1-9-38-15,3 0-17 16,-3-20-21-16,1-9-7 16,-3-4 32-16,-2-6 38 0,-2-1 20 15,-1 2 8-15,-4 5 1 16,-1 7 25-16,-2 9 42 15,-1 6-2-15,0 11-13 16,0 0-28-16,3 3-24 16,4 14 6-16,3 7 3 15,5 7 8-15,3 2 1 16,6 0-9-16,4-3-8 16,6-3 5-16,4-7-6 15,2-8-24-15,-4-9-108 16,-7-3-174-16,-6-7-181 15,-8-15-9-15,-8-6 182 16,-2-7 189-16,-5 1 125 0,0 2 106 16,0 1 112-16,0 7 49 15,0 7-52-15,0 5 4 16,0 9-65-16,0 3-76 16,0 3-59-16,6 14 3 15,3 5 42-15,1 6 5 16,2-1-10-16,-1 3-23 15,-1-4-12-15,2 0-12 16,-2-7-7-16,1-6-5 16,-4-4-80-16,-1-9-57 15,0 0 12-15,-1-14 23 16,-1-11-8-16,2-5 55 16,-2-1 41-16,-1 1 14 15,0 3 13-15,1 8 28 0,0 6 24 16,1 9 2-1,2 4-27-15,2 0-10 0,4 11 5 16,7 5-8-16,5 0-6 16,6 1-20-16,8-5 10 15,7-2-11-15,4-7-27 16,0-3-96-16,-6 0-102 16,-9-15-45-16,-12-3 106 15,-13-5 164-15,-10 1 0 16,0 0 147-16,0 2 49 15,-9 9 37-15,3 4-46 16,0 7-49-16,0 7-75 16,-1 18-31-16,-3 14 55 15,-3 9-3-15,2 10-4 0,-1 6-6 16,1-2-30-16,1-3-26 16,2-8-10-16,2-9-8 15,3-14-39-15,3-18-51 16,0-10 0-16,0-18-4 15,5-19-3-15,5-9 56 16,2-5 34-16,-3-1 7 16,-1 6 27-16,-4 10 24 15,-1 8 8-15,0 13 4 16,-2 8 12-16,2 7-35 16,3 0-29-16,7 17-4 15,4 6 13-15,5 2 5 16,7 3-10-16,4-3-6 0,4-2-3 15,3-6-6-15,2-7-16 16,-5-10-58-16,-7 0-50 16,-10-21-9-16,-10-12 59 15,-10-9 47-15,0-27 27 16,-16-36 0-16,-4-44 32 16,2-4 43-16,6 25-23 15,5 48 24-15,4 55 41 16,2 18-13-16,-1 7-27 15,2 3-47-15,0 22-29 16,0 30-1-16,13 29 18 16,12 25-2-16,4 5-2 15,0-10-14-15,-6-27 9 0,-8-26-9 16,-3-16-80-16,6-8-187 16,-3-7-296-16,1-12-448 0</inkml:trace>
  <inkml:trace contextRef="#ctx0" brushRef="#br0" timeOffset="27294.59">26630 4150 1388 0,'0'0'279'16,"0"0"-92"-16,0 0-100 16,0 0-12-16,0 0-24 15,0 0-25-15,29 74-8 16,-15-64-9-16,0-6-4 0,-2-4-5 15,-2 0 0-15,2-17-9 16,0-7 5-16,-3-3 4 16,-3-3 6-16,-4 2 17 15,-2 4 50-15,0 6 42 16,0 7 26-16,-6 9-4 16,-3 2-60-16,-3 14-56 15,3 13-2-15,3 7 8 16,4 5-15-16,2 3 3 15,0 0-12-15,15-1 3 16,6-2-6-16,4-10-68 16,5-7 5-16,5-13 16 15,1-9 17-15,-2-7 24 0,-1-18 6 16,-5-8 1-16,-4-5 47 16,-5 1 34-16,-4-1 34 15,-2 8 14-15,-1 6-24 16,2 7-38-16,2 8-34 15,3 6-19-15,1 3-13 16,1 3-1-16,-2 16 0 16,-4 5 0-16,-4 6-1 15,-7 6 8-15,-4 3-8 16,0 1 11-16,-16 1-10 16,-5-4 0-16,-2-6-1 15,0-4-18-15,-3-10-54 16,-1-15-79-16,5-2-163 0,4-2-406 15</inkml:trace>
  <inkml:trace contextRef="#ctx0" brushRef="#br0" timeOffset="27469.54">27378 4096 2271 0,'0'0'463'15,"0"0"-124"-15,0 0-204 16,0 0-66-16,0 0-59 16,0 0-10-16,0 0-201 15,-26 0-1001-15</inkml:trace>
  <inkml:trace contextRef="#ctx0" brushRef="#br0" timeOffset="31050.56">29362 4983 235 0,'0'0'1470'0,"0"0"-1069"16,0 0-12-16,0 0-75 0,0 0-140 16,0 0-95-16,-47 23-30 15,38 30 40-15,2 4-29 16,1 4-24-16,1-8-23 15,2-4-5-15,0-12-7 16,3-11 7-16,0-10-8 16,0-11-8-16,0-5 7 15,0-21-10-15,0-14-11 16,6-12 5-16,0-17 16 16,0-1 0-16,0-3 1 0,5 1 0 15,-2 18 0-15,1 5 0 16,5 18 6-16,0 16-5 15,3 10-1-15,4 11-1 16,1 17 1-16,2 11 1 16,-1 7-1-16,-2 3 2 15,-4 3-1-15,0-9 0 16,-2-7 1-16,-2-8-2 16,-4-14 1-16,-1-7 0 15,-1-7-1-15,-1-9 8 16,4-18 2-16,0-12-1 15,5-22 22-15,-2 0 19 16,1-1-2-16,3 4 4 0,-4 22-28 16,2 10-18-1,-2 12-6-15,2 14-14 0,4 9 5 16,6 18 3-16,4 10 6 16,1 10 5-16,3 6-5 15,-2 0-2-15,-3 3-52 16,13 5-176-16,-7-13-468 15,-2-16-1100-15</inkml:trace>
  <inkml:trace contextRef="#ctx0" brushRef="#br0" timeOffset="31552.77">30564 4967 1707 0,'0'0'379'16,"0"0"-120"-16,0 0-84 15,0 0 9-15,0 0-88 16,0 0-20-16,0 0-30 16,38-80-25-16,-11 20-21 15,3-24 8-15,-5 4-7 16,-5 7 5-16,-7 14-6 15,-7 23 0-15,-3 2 0 16,-3 9 8-16,0 18 7 16,-6 7-8-16,-14 20-6 0,-3 14 0 15,-3 8 10 1,7 3-10-16,7 1 0 0,11-5 0 16,1-5-1-16,15-7-6 15,13-5 5-15,8-9-1 16,5-5-4-16,1-7 5 15,-3-2 1-15,-9-1-1 16,-8 0 0-16,-13 0 1 16,-9 7 0-16,0 8-3 15,-15 9 3-15,-7 10 8 16,-2 5-7-16,5 1 7 16,4 1-1-16,9-3-7 15,6-3 0-15,0-8 0 16,19-10-36-16,22-17-174 15,-4 0-252-15,0-14-328 0</inkml:trace>
  <inkml:trace contextRef="#ctx0" brushRef="#br0" timeOffset="31973.93">31062 4752 1224 0,'0'0'497'0,"0"0"-122"15,0 0-154-15,0 0-79 16,0 0-45-16,0 0-21 15,0 0 4-15,82 9-29 16,-81 17-15-16,-1 3-12 16,-1 5-11-16,-14 0-7 15,2 2-5-15,-1-3-1 16,4-7-24-16,5-5-99 0,5-11-52 16,0-10-55-16,16 0 35 15,4-19 47-15,5-13 81 16,1-8 59-16,-3-8 8 15,-1-4 25-15,-2-4 47 16,0 3 38-16,-7 6 20 16,-1 12-3-16,-6 10 11 15,-3 11-13-15,-3 9 3 16,0 5-45-16,0 6-56 16,0 17 6-16,-2 10 46 15,-1 9-8-15,3 4-25 16,0 0-22-16,3 1-14 15,14-3-2-15,10-7-8 16,6-8-39-16,8-10-115 16,4-14-99-16,15-16-233 0,-11-14-236 15,-12-8-190-15</inkml:trace>
  <inkml:trace contextRef="#ctx0" brushRef="#br0" timeOffset="33293.92">31651 4715 563 0,'0'0'537'0,"0"0"-140"15,0-90-24-15,0 66-62 16,0 13-49-16,-6 8-55 15,-1 3-88-15,-2 6-53 16,-6 18 41-16,0 4-12 16,0 6-27-16,3 5-17 15,4 1-31-15,7-2-13 16,1-4-5-16,3-7-2 0,14-6-7 16,2-12-50-16,2-7-25 15,0-2-37-15,-2-18-28 16,-3-10 14-16,-4-10 49 15,-3-4 43-15,-4-4 17 16,-1 4 15-16,-4 9 9 16,0 7 1-16,0 11 22 15,-3 13 31-15,-3 2-12 16,-1 4-29-16,-1 14 5 16,5 4 0-16,3 3-9 15,0-2-2-15,18-4-6 16,9-4 0-16,8-6-1 15,4-8-71-15,3-1-61 16,-1-5-95-16,-7-13-68 0,-9-3 106 16,-10-5 176-1,-10-1 13-15,-5 0 143 0,0 2 62 16,0 6 0-16,-3 5-37 16,0 4-9-16,1 9-20 15,2 1-81-15,0 8-43 16,0 12 10-16,5 6 23 15,2 5 1-15,2 1-16 16,3 0-18-16,-3-2-10 16,2-5-5-16,0-5-9 15,-2-6-69-15,2-9-78 16,2-5-23-16,1-3 33 16,4-16 7-16,-2-6 25 0,0-5 70 15,-2 0 35-15,-2-3 9 16,-6 4 9-16,-2 3 23 15,-1 8 23-15,-3 5 14 16,2 7 8-16,-2 6-25 16,0 0-32-16,1 4-19 15,1 13 4-15,2 2 7 16,2 5-12-16,3 1 1 16,3-2 0-16,7-2-1 15,4-4-29-15,5-5-61 16,5-7-79-16,3-5-102 15,1 0 3-15,-4-12-105 0,-8-5 235 16,-7-3 99 0,-12 1 39-16,-3-2 35 0,-3 0 72 15,0 3 31-15,0 3 42 16,0 5-27-16,0 2 0 16,0 5-47-16,0 3-42 15,0 0-45-15,2 0-17 16,4 3-1-16,4 5 0 15,3-2 1-15,4 0-2 16,1-3-41-16,4-3-37 16,-1 0 5-16,-3 0-3 15,-2-9 76-15,-7-1 22 16,-4 2 32-16,-5 3 65 0,0 5 42 16,-3 0-46-1,-9 13-48-15,-5 16 22 0,1 7-10 16,-5 10 2-16,0 4 21 15,3 4-19-15,0-2-43 16,8-4-19-16,1-7-13 16,5-11-8-16,4-13-15 15,0-14-47-15,3-3 12 16,10-19 21-16,0-14-15 16,4-4 27-16,-4-5 17 15,2 0 1-15,-3 9 1 16,-3 8 4-16,-2 12 11 15,-4 9 19-15,0 4-21 16,0 4-15-16,3 12 19 16,6 4-1-16,2 2-9 15,3-1 0-15,6-4-7 16,2-5-1-16,4-7-1 0,-4-5-16 16,-4-8-47-16,-8-15 24 15,-5-9 28-15,-7-23 11 16,-1-30 1-16,0-41 13 15,0-20 6-15,6 1-8 16,2 36 6-16,-2 48 8 16,-3 34 46-16,-3 23 22 15,0 4-33-15,0 6-61 16,0 22 0-16,-2 27 0 16,2 27 1-16,0 19-1 15,5 7 2-15,11-19-2 0,11-12-139 16,-6-31-229-1,0-17-503-15</inkml:trace>
  <inkml:trace contextRef="#ctx0" brushRef="#br0" timeOffset="33669.28">33107 4429 855 0,'0'0'200'15,"0"0"-32"-15,0 0-79 16,0 0-35-16,46 77-16 0,-25-71-8 16,-3-4 5-1,1-2 60-15,-1-5 27 0,-1-9-8 16,-3-6 1-16,-2-4-16 16,-3 1 18-16,-4 2-9 15,-5 2 6-15,0 6-3 16,-17 9 20-16,-9 4-39 15,-13 12-28-15,-7 16 27 16,-4 15-13-16,0 12-15 16,8 6-2-16,10 6-10 15,18-1-11-15,14-6-8 16,22-2 4-16,41-8 1 16,34-5-8-16,40-10-10 15,13-10-11-15,-8-12-8 16,-26-10-9-16,-50-2-166 0,-30-1-462 15</inkml:trace>
  <inkml:trace contextRef="#ctx0" brushRef="#br0" timeOffset="35374.18">28401 3727 838 0,'0'0'265'0,"0"0"-108"15,-9 100 36-15,1-10-12 16,-1 30-8-16,-4 17-34 15,3 0 0-15,4-9-36 16,2-10-8-16,4 3-14 0,0 5-10 16,0 4 8-16,0 0-2 15,0 0-11-15,-3-2-5 16,-5-4-13-16,-3 1-16 16,-5-6-12-16,1-7-2 15,-1-3 0-15,1-3-5 16,1-5 7-16,2-4-1 15,3-5-3-15,1-7 2 16,-1 1-6-16,1 3 3 16,-3 1-1-16,1 2-2 15,0 0 4-15,0 0-1 16,0 0-7-16,4 5-7 16,2-1 8-16,2-3-7 15,2-1-1-15,0-5 6 0,0 9-6 16,5 3 5-16,1 6-5 15,4 2-1-15,-2 2 6 16,-1 7-4-16,1 7-2 16,-1 3 0-16,-1 2-6 15,-2 0 6-15,1 2 1 16,-2 4 9-16,0 3-4 16,-1 1 2-16,-1 3-1 15,1-1-6-15,1-3-1 16,1-2 11-16,0 0-11 15,-1-2 12-15,0 5-4 16,-1 2-7-16,-1 8 7 0,1-2-8 16,-2 3 0-16,1-2 0 15,1-3 8-15,1-3 10 16,0-2 1-16,1-3-1 16,-3 0-7-16,-1-5-10 15,0-1 10-15,-5-3-1 16,-10 2 7-16,-7 4-7 15,-5 3 19-15,-3 5-5 16,-3 3 4-16,2-1-19 16,-1 0-3-16,4 0 7 15,4-1-11-15,3-1 10 16,2 2-3-16,0-2 3 16,3 0-6-16,0-3 0 0,4-2 6 15,3-3 0-15,0-2 1 16,5-3-7-16,2 1 8 15,2-1-4-15,0 1-9 16,0-2 0-16,3-2-1 16,6-1 0-16,-1-6 1 15,1 4 1-15,1-4 5 16,-1-1 5-16,-1-4-11 16,-2 0 0-16,-2 2-1 15,0-3 0-15,-1-4 2 16,0-2 8-16,-1-2 5 15,1-3 2-15,0-1-5 16,0-4 10-16,0-4-8 0,1-2-13 16,2-3 7-1,-1 0-8-15,1-7-1 0,0-12 1 16,-2-15 0-16,1-13 0 16,0-4 0-16,0 4 1 15,-1 1 8-15,1 4-8 16,0-8-1-16,-5-5 1 15,0-11 0-15,0-4 0 16,0-6-1-16,0-4 1 16,0-4-1-16,0 0-7 15,0-3-35-15,-5 0-60 16,-14-13-100-16,2-7-365 16,-2-9-775-16</inkml:trace>
  <inkml:trace contextRef="#ctx0" brushRef="#br0" timeOffset="35510.71">28372 17052 2354 0,'0'0'324'0,"0"0"-213"16,0 0-111-16,-59-72-61 16,60 25-442-16,19-9-615 0</inkml:trace>
  <inkml:trace contextRef="#ctx0" brushRef="#br0" timeOffset="38061.73">29360 6374 1128 0,'0'0'342'0,"0"0"-118"0,0 0-53 15,0 0-63-15,0 0-3 16,0 0 27-16,0 71-16 16,-2-42-55-16,1-3-25 15,-1-1-4-15,1-5-12 16,-2-6-10-16,1-5-2 16,-1-3 0-16,2-5 3 15,-2-1 7-15,-1-5 26 16,2-14-6-16,1-10-9 15,1-7-5-15,0-5 16 16,11-1 19-16,8 3 0 0,4 8 6 16,3 9-10-16,2 10-13 15,2 12-14-15,1 0-2 16,0 25 9-16,-2 8-11 16,-4 9 3-16,-7 8-6 15,-3 1-7-15,-6-2-13 16,-1-6 6-16,-3-4-7 15,4-14-52-15,-1-11-236 16,-2-13-456-16</inkml:trace>
  <inkml:trace contextRef="#ctx0" brushRef="#br0" timeOffset="38557.74">29922 5941 897 0,'0'0'583'16,"0"0"-283"-16,0 0 45 16,0 0-99-16,0 0-69 15,0 0-46-15,0 0 5 16,-92 66-23-16,81-23-48 0,5 3-13 16,6-2-24-16,0-5-16 15,2-6-11-15,11-7-1 16,5-7-59-16,17-15-182 15,-4-4-249-15,-1 0-369 0</inkml:trace>
  <inkml:trace contextRef="#ctx0" brushRef="#br0" timeOffset="38918.49">30022 6079 409 0,'0'0'1069'0,"0"0"-732"16,0 0-18-16,0 0-119 15,0 0-86-15,0 0-65 0,0 0-7 16,-21 3-11-16,24-3-15 16,8 0-4-16,2-3 3 15,5-13-3-15,0-8-6 16,3-6-6-16,-3-4 1 16,-3 0-1-16,-2-4 2 15,-4 1 5-15,-6 4 37 16,-1 6 61-16,-2 7 33 15,0 11-10-15,0 6-9 16,0 3-38-16,0 8-56 16,-4 18-24-16,3 11 23 15,1 9 4-15,0 4-10 16,0 1 4-16,14-4-2 16,5-2-5-16,3-6-15 0,3-8-18 15,1-9-50-15,4-15-91 16,-6-7-214-16,-7 0-442 0</inkml:trace>
  <inkml:trace contextRef="#ctx0" brushRef="#br0" timeOffset="39168.92">30277 5721 1687 0,'0'0'364'15,"0"0"-117"-15,0 0-43 16,82 25 36-16,-41 3-76 0,3 9-44 16,0 8-15-1,-6 4-18-15,-10 4-32 0,-9-2-19 16,-15 0-19-16,-4-2-9 16,-6-6-7-16,-16-4-1 15,-5-8-65-15,-12-2-139 16,8-11-382-16,3-9-1040 0</inkml:trace>
  <inkml:trace contextRef="#ctx0" brushRef="#br0" timeOffset="39618.51">30956 6413 624 0,'0'0'1074'16,"0"0"-718"-16,0 0 27 0,0 0-81 15,0 0-69-15,0 0-107 16,0 0-72-16,-61-2-11 15,43 36 2-15,3 4-21 16,2 1-13-16,5 0-10 16,0-1-1-16,2-3-14 15,-1-7-88-15,-3-6-134 16,1-7-322-16,-1-11-349 0</inkml:trace>
  <inkml:trace contextRef="#ctx0" brushRef="#br0" timeOffset="39790.95">30739 6432 1612 0,'0'0'374'15,"0"0"-125"-15,0 0-61 16,117 27 24-16,-53-7-82 16,3 6-66-16,-1 1-38 15,-7 2-26-15,-2 0-132 16,-16-4-359-16,-13-12-806 0</inkml:trace>
  <inkml:trace contextRef="#ctx0" brushRef="#br0" timeOffset="40133.79">31335 6300 1395 0,'0'0'322'0,"0"0"-132"16,0 0 69-16,0 0-61 15,12 74-48-15,-6-48-62 16,-2-1-36-16,-1-3-29 16,-1-7-13-16,-2-5-1 15,0-8-8-15,0-2 20 16,0-13-6-16,0-11-9 16,0-5-4-16,9-4 4 15,5 1-6-15,3 3 12 0,4 10 18 16,1 6 9-1,0 9-2-15,0 4-4 0,0 9 0 16,0 11 6 0,-2 9-3-16,-1 2-11 0,-3 2-7 15,-4 1-12-15,-4-2-6 16,-2-6-22-16,-6-7-192 16,0-8-291-16,0-8-660 0</inkml:trace>
  <inkml:trace contextRef="#ctx0" brushRef="#br0" timeOffset="40391.28">31903 5785 1602 0,'0'0'349'0,"0"0"31"16,0 0-143-16,0 0-22 15,0 0-75-15,-89 28-32 16,72 4-20-16,7 7-32 16,4 5-20-16,6 1-12 15,0 0-12-15,3-3-11 16,10-3-1-16,8-7-22 16,15-9-113-16,-3-9-220 15,-2-11-385-15</inkml:trace>
  <inkml:trace contextRef="#ctx0" brushRef="#br0" timeOffset="40750.15">32021 6011 1548 0,'0'0'327'0,"0"0"-125"15,0 0-94-15,0 0-20 16,0 0-33-16,0 0-34 15,0 0-11-15,59-2-1 16,-42-15 0-16,-2-5-8 16,-3-7 13-16,-3-9-8 15,-5-3-5-15,-2 0 7 16,-2-1 27-16,0 6 49 16,-5 9 49-16,-4 8 17 0,3 10-14 15,0 8-30-15,-1 1-53 16,0 12-26-16,1 15 10 15,3 9-13-15,3 7 0 16,0 5-3-16,10 2-7 16,9-4-5-16,4-5-9 15,2-9-1-15,-1-8-71 16,10-17-96-16,-8-7-199 16,-2 0-541-16</inkml:trace>
  <inkml:trace contextRef="#ctx0" brushRef="#br0" timeOffset="40925.06">32264 5838 1377 0,'0'0'594'16,"0"0"-342"-16,0 0-107 16,0 0-20-16,0 0-52 15,0 0-73-15,97 4-6 16,-69-4-202-16,-5-4-428 15,-7-9-798-15</inkml:trace>
  <inkml:trace contextRef="#ctx0" brushRef="#br0" timeOffset="41117.04">32473 5699 1465 0,'0'0'580'0,"0"0"-299"0,0 0-62 16,0 0 10-16,0 0-60 15,-3 87-62-15,12-51-27 16,4 2-35-16,4-1-23 16,-2-3-14-16,-1-6-8 15,-3-4-76-15,-1-7-210 16,-5-8-368-16,-2-6-749 0</inkml:trace>
  <inkml:trace contextRef="#ctx0" brushRef="#br0" timeOffset="41342.34">32570 5446 1669 0,'0'0'489'0,"0"0"-267"16,0 0 13-16,0 0-19 15,116 49-62-15,-72-4-45 16,-2 11-25-16,-1 18-13 15,-16 14-29-15,-25 15-32 16,-28 3-10-16,-51-1-5 16,-36-9-99-16,20-30-276 15,-5-12-801-15</inkml:trace>
  <inkml:trace contextRef="#ctx0" brushRef="#br0" timeOffset="42537.78">29645 7325 1107 0,'0'0'334'0,"0"0"-20"0,0 0-16 16,0 0-70-16,0 0-86 15,0 0-83-15,0 0-13 16,-2 39 52-16,2-8-8 15,3 3-29-15,-1 1-21 16,-2-4-14-16,0-4-11 16,0-6-9-16,0-4-5 15,-3-7 7-15,-1-7-1 0,1-3 6 16,-2-3 7-16,2-14-8 16,0-12-5-16,3-8-1 15,0-4 3-15,11-2 8 16,9 6 8-16,6 4 7 15,3 13-7-15,6 12-3 16,2 8-4-16,1 10-3 16,-2 15 6-16,-4 9-1 15,-5 2-7-15,-9 1-12 16,-5 0 7-16,-6-2-8 16,-3-6-23-16,-4-5-78 15,0-7-131-15,0-13-72 0,-8-4-254 16,-1-1-610-16</inkml:trace>
  <inkml:trace contextRef="#ctx0" brushRef="#br0" timeOffset="43038.76">30137 6919 838 0,'0'0'497'0,"0"0"-209"15,0 0 42-15,0 0-80 16,0 0-70-16,0 0-49 16,0 0-17-16,-60-53-9 15,53 53-38-15,-2 16-6 16,-2 6-1-16,2 10-11 15,1 4-4-15,2 6-11 16,3 5-1-16,1-1-1 0,2 3-17 16,0-3-6-16,0-5 1 15,9-5-9-15,3-7 0 16,2-9 0-16,3-6-1 16,1-7 0-16,2-7-63 15,0 0-116-15,6-25-163 16,-5-3-326-16,-2 0-695 0</inkml:trace>
  <inkml:trace contextRef="#ctx0" brushRef="#br0" timeOffset="43386.36">30213 7144 1347 0,'0'0'372'15,"0"0"-126"-15,0 0-67 16,0 0-55-16,0 0-49 15,0 0-35-15,0 0-19 16,60-18-8-16,-45 2-4 16,-2-5-7-16,-1-1 5 15,-3-5-5-15,-1-2 4 16,-4 0-5-16,-2 3 11 16,-1 1 56-16,-1 5 29 15,0 8 39-15,0 5-11 16,0 5-25-16,0 2-46 15,0 7-27-15,0 15-15 16,3 8 13-16,6 7-1 0,0 5-1 16,3 0-16-16,3-2-6 15,-2-1 0-15,2-5-1 16,-3-2-83-16,6-6-201 16,-6-7-309-16,1-12-593 0</inkml:trace>
  <inkml:trace contextRef="#ctx0" brushRef="#br0" timeOffset="43626.55">30525 6824 1468 0,'0'0'354'0,"0"0"-115"0,0 0-87 15,0 0 36 1,84 41-41-16,-48-11-37 0,-1 6-24 15,-7 7-35-15,-8 1-17 16,-9 2 22-16,-8-1-31 16,-3-1-13-16,-11-4-5 15,-9-1-7-15,-5-6-73 16,-10 1-173-16,9-12-280 16,5-7-783-16</inkml:trace>
  <inkml:trace contextRef="#ctx0" brushRef="#br0" timeOffset="43868.58">31318 7321 1113 0,'0'0'928'0,"0"0"-631"15,0 0 21-15,0 0-108 16,0 0-59-16,0 0-58 15,-73 74-36-15,64-41-18 16,0 0-24-16,-2-2-8 16,0-2-7-16,-1-2-17 15,-1-5-96-15,-8-7-184 16,4-5-288-16,1-9-305 0</inkml:trace>
  <inkml:trace contextRef="#ctx0" brushRef="#br0" timeOffset="44045.3">31083 7374 1513 0,'0'0'491'0,"0"0"-215"15,0 0 17-15,0 0-33 16,104 33-109-16,-65-15-65 16,1 1-44-16,-1 1-27 15,-1-3-15-15,-3-1-40 16,7-3-184-16,-9-6-292 15,-7-7-824-15</inkml:trace>
  <inkml:trace contextRef="#ctx0" brushRef="#br0" timeOffset="44240.83">31644 7132 1788 0,'0'0'550'16,"0"0"-266"-16,0 0-13 15,0 0-60-15,-25 92-67 16,25-49-38-16,0 6-37 16,5 2-45-16,6 2-17 15,-1 2-7-15,-10 33-92 16,0-13-225-16,-16-6-829 0</inkml:trace>
  <inkml:trace contextRef="#ctx0" brushRef="#br0" timeOffset="46360.33">29476 8618 920 0,'0'0'655'0,"0"0"-473"0,0 0 73 16,0 0-77-16,0 0-73 16,0 0 24-16,-45 87-19 15,35-39-28-15,3 1-30 16,2-3-14-16,0-8-21 15,4-7-11-15,-1-9-5 16,2-9 5-16,-2-9-5 16,2-4 8-16,-3-4 9 15,1-18-17-15,-1-8-1 0,3-10 0 16,0-5 0 0,5 0 1-16,11 2 5 0,5 9 10 15,2 10 20-15,3 16-3 16,3 8-3-16,2 7 1 15,0 18 0-15,-1 6-7 16,-3 2-9-16,-3 2-6 16,-4-3-9-16,-4-4-14 15,0-6-152-15,-7-7-176 16,0-11-464-16</inkml:trace>
  <inkml:trace contextRef="#ctx0" brushRef="#br0" timeOffset="46698.59">29840 8153 1378 0,'0'0'265'15,"0"0"23"-15,0 0-29 16,0 0-86-16,-97 1-57 16,67 16-15-16,1 2-8 15,2 1-22-15,3-4-14 16,9-4 4-16,5-4-15 15,7-2-20-15,3-1-11 16,0 4-9-16,11 4 4 16,7 5 8-16,6 7-7 0,2 5 8 15,-3 6-2 1,-1 3 6-16,-3 1-9 0,-6 0 5 16,1 1-13-16,-7-4 3 15,1-4-7-15,-1-7-2 16,-1-7 0-16,-2-8-28 15,2-9-97-15,9-5-147 16,-1-14-203-16,0-4-415 0</inkml:trace>
  <inkml:trace contextRef="#ctx0" brushRef="#br0" timeOffset="47071.18">29912 8427 1174 0,'0'0'336'0,"0"0"-56"16,0 0-88-16,0 0-57 16,0 0-53-16,0 0-42 15,0 0-19-15,9 50-12 16,4-50 6-16,2-7-4 16,0-10 6-16,1-9-6 15,-2-6 9-15,-2-5 17 16,-3 1 35-16,-3 0 19 15,-3 7 31-15,-3 5 15 16,0 7-4-16,0 9-19 16,0 6-21-16,0 2-30 15,0 2-35-15,0 16-26 0,0 10 10 16,4 8 15-16,6 6-2 16,2-2-2-16,1-1-16 15,1-3 3-15,-2-5-10 16,2-6 0-16,-4-4-82 15,-2-7-84-15,0-7-217 16,-3-7-355-16,-4 0-894 0</inkml:trace>
  <inkml:trace contextRef="#ctx0" brushRef="#br0" timeOffset="47306.7">30127 8032 1468 0,'0'0'597'0,"0"0"-329"0,0 0-48 16,0 0-40-16,0 0 1 15,0 0-67-15,113 72-20 16,-80-32-19-16,-6 6-30 16,-7 0-20-16,-7 1-11 15,-9-2-13-15,-4-1-1 16,-3-5-7-16,-27 11-83 15,2-12-214-15,1-6-378 0</inkml:trace>
  <inkml:trace contextRef="#ctx0" brushRef="#br0" timeOffset="49745.06">30531 6803 897 0,'0'0'245'0,"0"0"-51"0,0 0-16 16,0 0 17-16,0 0-28 15,0 0-15-15,0 0 11 16,-9-10-31-16,9 8-25 16,0 1-14-16,4-3-9 15,11 1-34-15,6-3-11 16,4 0-24-16,1-1-2 15,-1 2-2-15,-2 3-5 16,-6 2 1-16,-6 0-6 16,-5 2 0-16,-5 9 14 15,-1 5 19-15,0 5 10 16,0 1 9-16,0 4 6 0,-4 4-28 16,-2 1 4-1,1 3 2-15,2 5 11 0,2 3-12 16,-2-1-5-16,3 2-2 15,0 1-2-15,0-5-3 16,7-4-3-16,2-3-6 16,-1-8-3-16,2-5-2 15,-4-3-4-15,-1-7 4 16,-2-3-9-16,0-2 5 16,-3-2-5-16,0-2 0 15,0 2 0-15,0-2 8 16,0 2 0-16,-12-2 4 15,-11 1-5-15,-6 2 2 0,-10 2-10 16,-9 3-1-16,-4 0 0 16,1 4-38-16,-1 2-31 15,9 1-42-15,0 1-135 16,13-3-249-16,10-8-681 0</inkml:trace>
  <inkml:trace contextRef="#ctx0" brushRef="#br0" timeOffset="50699.26">30122 6842 806 0,'0'0'325'0,"0"0"-19"15,0 0-24-15,0 0-50 16,0 0-39-16,-81-18-67 16,65 16-18-16,1 2-19 15,0 0-22-15,5 0 1 16,0 0-16-16,2 10-12 15,1 0 4-15,0 4 6 16,3 5-2-16,0 1 10 16,2 4-10-16,2-1-6 0,0 2-3 15,0 4-3-15,7-1 3 16,3 2 1-16,0 5 2 16,2 0-10-16,-3 4 2 15,0 0 4-15,0-1-17 16,-3 0 3-16,-2-5 7 15,-1 1 2-15,2-5-8 16,-4-3-10-16,2-2 2 16,-1-2 22-16,-1-4-15 15,1-4-17-15,0-3-1 16,0-5-5-16,-1-4 10 0,2 0-11 16,2-2 2-1,3 0-2-15,6 0 9 0,4-9-9 16,3 0-15-16,3-2-58 15,-1-2-72-15,11-5-140 16,-9 4-451-16,2-1-958 16</inkml:trace>
  <inkml:trace contextRef="#ctx0" brushRef="#br0" timeOffset="51658.45">29788 5875 644 0,'0'0'361'0,"0"0"-73"15,0 0 23-15,0 0-82 16,0 0-15-16,0 0-36 16,0 0-48-16,3-30-13 15,-3 30-32-15,-1 0-30 16,-10 0-4-16,-5 2-26 15,-1 8-4-15,-2 0-6 16,5 3 0-16,3-2-5 0,5 3 4 16,6 1 1-16,0 2 5 15,0 4 10-15,10 2 8 16,3 3 0-16,4 1-2 16,-2 2 6-16,1 4 3 15,-1 3-8-15,-2 3-2 16,1-2 29-16,-2 1-20 15,0-4-20-15,0 0 0 16,-3-2-6-16,1-4-9 16,-2-2-8-16,-4-4 7 15,1-4-7-15,-2-4-1 16,1-4 1-16,-3-3 0 16,-1-4-1-16,2-3-24 0,1 0-54 15,15-15-89-15,1-5-299 16,5-6-451-16</inkml:trace>
  <inkml:trace contextRef="#ctx0" brushRef="#br0" timeOffset="52502.76">30288 5743 887 0,'0'0'344'0,"0"0"-13"0,0 0-71 16,0 0-41-16,0 0-70 15,0 0-69-15,0 0-18 16,35 0 33-16,-15 0-25 16,-2 0-8-16,4 0-19 15,0 0-13-15,1 0-14 16,-1 0-2-16,-2 0-7 15,-5 0-1-15,-5-2-6 0,-4 2 15 16,-3 0 10 0,-3 0 24-16,0 0 5 0,0 0-18 15,0 2-5-15,1 10 29 16,1 4 6-16,-1 7-5 16,1 4-4-16,-1 2 1 15,3 5-2-15,-3 2-13 16,2 3 5-16,0-1-8 15,3 1 1-15,0 0-11 16,0-1-3-16,1-3-6 16,3-2 1-16,-2-7-10 15,-2-6-11-15,-1-6 0 0,-2-4 1 16,-2-4-1 0,1-4 5-16,-2 0 2 0,0-2-2 15,0 0-6-15,0 0 1 16,0 0 9-16,0 0-4 15,0 0-4-15,0 0 5 16,-6 0-7-16,-3 0 1 16,-8 0-1-16,1 2 0 15,-8 1-33-15,-4 0-52 16,-17 8-75-16,5 0-167 16,10-5-512-16</inkml:trace>
  <inkml:trace contextRef="#ctx0" brushRef="#br0" timeOffset="53650.86">31876 5754 772 0,'0'0'545'0,"0"0"-236"0,0 0-5 16,0 0-23 0,0 0-62-16,0 0-87 0,0 0-61 15,-28-7-26-15,11 7 1 16,0 0 18-16,-1 0-5 16,3 0-19-16,3 5-9 15,0 0 2-15,4 1-7 16,1 1-1-16,1 2-2 15,2 3-5-15,2 3 7 16,1 2 3-16,1 5 5 16,0 2 0-16,0 1-4 15,0 5 1-15,7 0 9 16,3 3-12-16,1 1-6 16,1 0-2-16,-2 1 3 15,1 2 1-15,-1-1-1 16,-2 1 2-16,-2-3-10 15,0-5-4-15,-3-1 4 0,0-6-7 16,1-4-5-16,-3-3-1 16,-1-6 5-16,0-1-5 15,2-4 0-15,-2-4-1 16,0 0 0-16,0 0-18 16,3 0-58-16,14-17-83 15,0-6-367-15,5-4-489 0</inkml:trace>
  <inkml:trace contextRef="#ctx0" brushRef="#br0" timeOffset="55082.98">32558 5464 743 0,'0'0'285'16,"0"0"17"-16,0 0 21 16,0 0-59-16,0 0-22 15,0 0-83-15,0 0-29 16,-9-11-26-16,9 8-7 16,0 3-29-16,12 0-23 15,3 0 0-15,6-2 0 16,2 2-12-16,0 0-13 15,-1 0-6-15,-2 0-7 0,-4 0 1 16,-1 0-2-16,-3 0 1 16,-4 0 4-16,-1 2 1 15,-3 4 1-15,1 3 14 16,-2 5 5-16,0 5 3 16,0 4 18-16,-2 6-8 15,-1 3-2-15,0 3-2 16,0-1-11-16,0 3-5 15,0-1-4-15,3 2 0 16,4-1 19-16,1 3 2 16,1-2-16-16,0 0-8 15,1-2 0-15,-1 0-9 16,-1-2 3-16,-1-2-11 16,-2-3 7-16,-2-2-7 15,-2-5 7-15,1-4-7 0,-1-5 5 16,-1-4-5-1,0-6-1-15,0 1 1 0,0-3 0 16,0-1 0-16,0 0 0 16,0 2 6-16,0-2-6 15,0 0-1-15,0 0 0 16,0 0 2-16,0 0 4 16,0 0 3-16,-7 0-3 15,-6 0-5-15,-4 0-1 16,-4 0 1-16,-3 0-1 0,-2 0 0 15,0 0-15 1,-1 0-59-16,2 0-74 0,6 0-199 16,6-12-654-16</inkml:trace>
  <inkml:trace contextRef="#ctx0" brushRef="#br0" timeOffset="56493.7">30091 7967 451 0,'0'0'306'0,"0"0"32"16,0 0-78-16,0 0-2 16,0 0-50-16,0 0-42 15,-8 19 0-15,26-16 5 16,3 0-23-16,9 0-12 16,4-3-43-16,6 0-27 15,-1 0-17-15,-3 0-14 16,-6 0-16-16,-6-1 2 15,-9-2-5-15,-5 1 10 16,-5 2 22-16,-5 0 10 16,0 0-15-16,0 0-1 15,0 0-15-15,0 14 2 16,0 5 31-16,-2 6 6 0,-2 6-7 16,-1 3-2-1,1 3-6-15,2 1-9 0,2 1-12 16,0-2-9-16,0 0-1 15,2-2-4-15,7-2-2 16,-2-4-4-16,-1-4-2 16,0-2-2-16,0-4 0 15,-3-4-6-15,0 0 2 16,0-5 8-16,-3 0-9 16,0-1 9-16,0-4-10 15,0-2 0-15,0 0 1 16,0 0 5-16,-3-2 0 0,-9-1-4 15,-1 0 8-15,-5 0-10 16,0 0-1-16,-6 0 1 16,2 0-2-16,-4 0-10 15,5 0-54-15,-1-2-87 16,8-3-139-16,9-2-593 0</inkml:trace>
  <inkml:trace contextRef="#ctx0" brushRef="#br0" timeOffset="57206.95">31050 8571 801 0,'0'0'335'0,"0"0"42"0,0 0-49 15,0 0-30-15,0 0-41 16,0 0-4-16,0 0-22 15,0-26-71-15,-6 26-42 16,-6 11-28-16,-6 8-2 16,-4 7-1-16,-4 5-16 15,0 5-17-15,0 1-12 16,5-1-18-16,0 0-6 16,5-5-9-16,3-6-8 15,3-3 1-15,2-5-2 16,5-6 0-16,0-4-19 15,1-3-52-15,2-3-58 0,0-1-44 16,0-4-100-16,-1-9-269 16,-4-2-455-16</inkml:trace>
  <inkml:trace contextRef="#ctx0" brushRef="#br0" timeOffset="57515.93">30755 8585 1627 0,'0'0'523'0,"0"0"-172"0,0 0-80 16,0 0-84-1,0 0-50-15,0 0 9 0,0 0-27 16,105 72-9-16,-67-44-22 15,1-1-17-15,-2 0-34 16,-2-1-11-16,-3-4-10 16,-8-1-8-16,-3-4-7 15,-8-3-1-15,-4-5-5 16,-5 0-54-16,-2-6-86 16,-2-3-110-16,0 0-353 15,-6 0-726-15</inkml:trace>
  <inkml:trace contextRef="#ctx0" brushRef="#br0" timeOffset="58657.58">31651 8403 1491 0,'0'0'379'0,"0"0"100"0,0 0-167 16,0 0-62-16,0 0-94 15,0 0-74-15,0 0-7 16,-51 64 2-16,45-23-6 16,3 5-29-16,3-2-12 15,0-3-7-15,0-4-16 16,0-6-1-16,0-6-5 16,5-7-1-16,-2-7 0 15,0-7-7-15,-2-4-8 16,2-5-5-16,0-15-13 15,0-10-9-15,0-11 15 16,0-5 7-16,-3-5 19 16,1 0-8-16,3 5 9 15,0 7 0-15,1 8 8 16,-1 8-8-16,2 10 1 16,3 9 17-16,1 4-11 0,7 4-6 15,2 17 13-15,5 6-2 16,1 4 7-16,-1 2-2 15,-3 0-5-15,-1-2-3 16,-5-5-8-16,-1-5 0 16,-5-6 0-16,-2-4 0 15,-2-9 0-15,-2-2 7 16,0 0 2-16,2-17-8 16,2-9-1-16,1-4-1 15,2-9 0-15,2 1 1 0,1 4-1 16,-1 3 1-16,1 9 1 15,1 11 5-15,0 11 5 16,4 0-1-16,2 14 14 16,3 11 8-16,-1 5 2 15,0 4-5-15,-3-2-6 16,-3 1-12-16,-4-2-5 16,-3-4-7-16,-8-2 0 15,-1 8-72-15,-13-7-156 16,-5-5-555-16</inkml:trace>
  <inkml:trace contextRef="#ctx0" brushRef="#br0" timeOffset="61487.21">29499 9711 909 0,'0'0'524'0,"0"0"-278"16,0 0 38-16,0 0-57 15,0 0-120-15,0 0 14 16,-9 58 20-16,4-19-12 16,-1 2-50-16,2 0-29 0,-1-3-6 15,2-4-19-15,0-6-12 16,0-4-7-16,1-7-5 16,0-5 5-16,2-7 3 15,0-3-8-15,0-2 8 16,-1-2 9-16,-1-13-11 15,2-11-5-15,0-6 5 16,0-7 7-16,0-3-14 16,7 2 0-16,7 3 6 15,3 6 5-15,3 11 1 16,2 7 0-16,4 10 6 16,0 3 11-16,1 10 12 15,1 13-7-15,-3 7 11 16,-4 6-16-16,-6 4-11 15,-2 1-6-15,-7-3-6 0,-5-2-5 16,-1-3 6-16,0-6-7 16,0-5-70-16,-3-5-98 15,-6-13-190-15,1-4-380 16,2 0-698-16</inkml:trace>
  <inkml:trace contextRef="#ctx0" brushRef="#br0" timeOffset="62268.99">29904 9263 557 0,'0'0'287'15,"0"0"-27"-15,0 0 27 0,0 0-42 16,0 0-23 0,0 0-43-16,0 0-56 0,-28-14-18 15,13 14-17-15,-1 0-22 16,1 0-8-16,-2 0-7 15,4 0-10-15,-2 3-5 16,3 0-9-16,2 0-9 16,5 0 15-16,1 0-7 15,4 1-6-15,0 4-11 16,0 6 1-16,0 3 10 16,0 9 14-16,3 4 12 15,3 4-1-15,-1 4 16 16,-2 2-11-16,-1 0-1 15,0-4-6-15,-1 0-20 16,2-4-10-16,0-3-7 0,2-6 3 16,1-3-8-1,1-5 0-15,0-7-1 0,2-6-32 16,5-2-48-16,-1 0-82 16,14-17-93-16,-3-2-325 15,-4-2-519-15</inkml:trace>
  <inkml:trace contextRef="#ctx0" brushRef="#br0" timeOffset="62740.04">29995 9570 1192 0,'0'0'401'0,"0"0"-120"15,0 0-162-15,0 0-22 16,0 0-6-16,0 0-27 16,0 0-4-16,41-17-11 15,-30 1-12-15,-3-6-12 16,0-4-10-16,-1-6-3 16,-3-6-5-16,-1-4 1 15,-1-2-1-15,-2 1 2 16,0 2 2-16,0 7 14 15,0 7 17-15,0 5 20 16,-5 4 2-16,2 5 5 0,0 6 11 16,-1-2-8-16,3 7-15 15,1 2-9-15,0 0-24 16,0 1-24-16,0 16 12 16,1 8-3-16,9 5 13 15,1 8 8-15,1 5 2 16,3 0-2-16,-3 1-12 15,-1-3-9-15,-1-1-9 16,-1-7 9-16,-1-2-9 16,-2-9-8-16,-1-5-43 15,-1-8-86-15,2-6-146 16,-1-3-93-16,-1 0-286 0</inkml:trace>
  <inkml:trace contextRef="#ctx0" brushRef="#br0" timeOffset="63228.8">30281 9075 1058 0,'0'0'404'0,"0"0"-56"15,0 0-86-15,0 0-75 16,0 0-46-16,0 0-62 16,0 0-26-16,28 0-4 15,-4 0 2-15,2 0-8 16,3-3-12-16,-3-1-7 0,-2-2-7 16,-6 2-1-16,-4 2 32 15,-4 2-5-15,-4 0 8 16,-1 0-3-16,-3 12 13 15,-2 5 15-15,0 9-10 16,0 3-10-16,0 7 7 16,-7 1 4-16,1 2-15 15,0 2-10-15,2 0 0 16,0 0-7-16,1-2-13 16,1-6-10-16,2-5-6 0,0-4-4 15,0-5-1-15,0-4-1 16,0-4 1-16,0-5 0 15,-2-2-1-15,-5 1-1 16,-10-3 1-16,-10 1-45 16,-11 1-74-16,-25 2-102 15,9 1-369-15,8-5-759 0</inkml:trace>
  <inkml:trace contextRef="#ctx0" brushRef="#br0" timeOffset="63822.98">31065 9673 1104 0,'0'0'329'15,"0"0"174"-15,0 0-226 16,0 0-42-16,0 0-42 16,0 0-18-16,0 0-9 15,-79 80-30-15,49-42-22 16,0 1-23-16,0-1-28 16,5-3-21-16,4-4-9 0,4-3-21 15,4-4-11-15,4-4-1 16,3-3 0-16,0-3-63 15,1-4-61-15,-3-4-105 16,0-3-302-16,1-3-234 0</inkml:trace>
  <inkml:trace contextRef="#ctx0" brushRef="#br0" timeOffset="64042.69">30833 9760 1332 0,'0'0'568'0,"0"0"-323"16,0 0-53-16,0 0-4 16,0 0 18-16,93 46-67 15,-57-22-11-15,-3 0-59 16,-2-2-44-16,-3 0-14 16,-2-1-5-16,-7-4-6 15,2-2-82-15,3-1-168 16,-3-6-249-16,-5-4-555 0</inkml:trace>
  <inkml:trace contextRef="#ctx0" brushRef="#br0" timeOffset="64677.4">31611 9649 1667 0,'0'0'374'0,"0"0"-31"16,0 0-111-16,0 0-76 15,0 0-5-15,0 0-37 16,-20 80-31-16,20-46-30 16,0 2-16-16,0-3-10 15,0-1-16-15,0-3-5 16,2-7-5-16,-1-6-1 15,1-6-1-15,-2-9-26 16,0-1 3-16,0-6 15 16,0-19-32-16,0-8 8 0,0-9 15 15,-3-5 17 1,1-2-1-16,1 2 2 0,1 8 6 16,0 11 8-16,0 12 14 15,0 8 4-15,7 8-22 16,7 0 2-16,5 19 17 15,3 4 2-15,4 9 2 16,-4 1-7-16,1 1 0 16,-3-1-18-16,-1-3-2 15,-3-6 0-15,-6-7-5 0,-2-5-1 16,-3-10 0 0,-3-2 2-16,-1 0 10 0,1-19-11 15,0-8 10-15,1-8-10 16,0-2-1-16,1-4 1 15,1 7 4-15,-1 6-4 16,0 12 5-16,1 9-5 16,1 7 0-16,5 1 0 15,3 18 7-15,6 9 10 16,1 6-3-16,2 3-5 16,0-1-2-16,-4 3-7 15,4-3-1-15,-4 2 0 16,-6-1-54-16,-8 11-140 15,-5-7-427-15,0-12-1635 0</inkml:trace>
  <inkml:trace contextRef="#ctx0" brushRef="#br0" timeOffset="71819.94">20106 12206 317 0,'0'0'947'0,"0"0"-746"0,0 0-35 15,-12-72 28-15,0 56 8 16,-4 3-49-16,-8 9-60 15,-7 4-22-15,-24 20-38 16,-25 41-17-16,-22 35 3 16,-1 21-4-16,18 6 12 15,31-9 3-15,34-17-11 16,20-5-6-16,12-5-1 16,26-8-4-16,9-3-7 15,8 1 0-15,-6-13 1 16,-11-11-1-16,-11-13 15 15,-11-1-15-15,-5 4 0 16,-8 4-1-16,-3 6 1 0,-23-7 0 16,-17-5 1-1,-5-11-1-15,-7-12 5 0,1-12-5 16,-1-6 5-16,5-11-5 16,8-6 5-16,10-4 0 15,13 8-4-15,7 4 5 16,8 9-7-16,1 0 0 15,6 19-14-15,19 27 14 16,9 37 0-16,6 39 23 16,-2 20 2-16,-7 14 14 15,-10-3 27-15,-9-7 7 16,-3 5-4-16,-3-3 4 0,-6-5-48 16,0-3-13-16,0-5 5 15,0-5-7-15,0 1 27 16,0-3 2-16,-6-2-1 15,1-2-23-15,-1-5 4 16,3-3-8-16,-1-7-11 16,-1-10 10-16,0-4-4 15,0-5 2-15,4-3-7 16,-1 2 5-16,2 0-4 16,0-3 4-16,0-2 0 15,6-12 12-15,0-18-9 16,0-9-8-16,0-6 5 15,5 7-5-15,3 5 0 0,1 0 0 16,3-6 0-16,-3-14 0 16,-2-9 1-16,-2-11-2 15,-3-11 2-15,-1 0 8 16,-1-12 4-16,1-9-13 16,1-4 5-16,2 0-6 15,-1 1-12-15,-1 2-18 16,2 1-27-16,-4-2-45 15,0 0-104-15,-3-6-125 16,0 5-262-16,-3 4-419 0</inkml:trace>
  <inkml:trace contextRef="#ctx0" brushRef="#br0" timeOffset="71987.34">19668 16956 2407 0,'0'0'535'0,"0"0"-466"16,0 0-66-16,0 0-3 15,0 0-42-15,0 0-326 16,0 0-1021-16</inkml:trace>
  <inkml:trace contextRef="#ctx0" brushRef="#br0" timeOffset="77833.19">19857 6907 722 0,'0'0'126'15,"0"0"7"-15,0 0-8 16,0 0 11-16,-91 12-31 16,51 16-7-16,-5 9-26 15,2 10 29-15,4 10 9 16,9 4 8-16,15 0-51 16,14 1-36-16,4 1-12 15,25 0-3-15,17 10-5 16,14 16 31-16,2 15-11 15,-8 0 1-15,-23-7-5 0,-27-9-13 16,-15-9 0-16,-29 3 5 16,-12 0-3-16,1-13 0 15,7-14 2-15,10-17-12 16,7-10 0-16,1-4 1 16,5-7-1-16,4-5 19 15,11-7 57-15,4-4-4 16,3 3-51-16,0 8-27 15,7 13 0-15,18 34 3 16,11 35 15-16,6 42 4 16,-5 22 6-16,-13 11-2 15,-13 5 15-15,-8-7-2 0,-2 5-3 16,1-1-2 0,1-6-16-16,1-1-2 0,-3 1-1 15,-1-10 6-15,0-8-9 16,0-8 4-16,-10-9 7 15,-5-9-5-15,-7-8 12 16,-4-9 10-16,4-25-15 16,6-22 4-16,6-21 7 15,5-11-6-15,5-6-13 16,0-7-6-16,4-10-4 16,19-2 4-16,11-18-4 15,12-10-5-15,9-4 5 0,2-1-7 16,-3 4-1-1,-7 3 1-15,-9 5-35 16,-11 4-66-16,-11-5-117 0,-9 3-107 16,-7 1-460-16</inkml:trace>
  <inkml:trace contextRef="#ctx0" brushRef="#br0" timeOffset="77998.67">19978 11146 2223 0,'0'0'270'0,"0"0"-199"15,0 0-71 1,0 0-123-16,-79-65-239 0,55 31-1315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43:30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12559 1821 227 0,'0'0'1117'16,"0"0"-806"-16,0 0-32 15,0 0 3-15,0 0-55 16,0 0-24-16,0 0-57 16,-39 7-65-16,58-7-39 15,11 0-18-15,11-2 1 16,5-10-11-16,0 0-6 15,0-2-8-15,-7-1-58 0,1-6-165 16,-10 3-271-16,-15 3-452 16</inkml:trace>
  <inkml:trace contextRef="#ctx0" brushRef="#br0" timeOffset="199.25">12508 2059 1883 0,'0'0'398'0,"0"0"-187"16,0 0-36-16,0 0 0 15,0 0-6-15,109-25-47 16,-47 1-56-16,7-1-42 16,0-4-15-16,1 4-9 15,12-12-86-15,-16 7-246 0,-19 1-733 0</inkml:trace>
  <inkml:trace contextRef="#ctx0" brushRef="#br0" timeOffset="8534.06">4758 3387 1154 0,'0'0'510'0,"0"0"-266"0,0 0 3 16,0 0-66-16,0 0-15 16,0 0 3-16,-15 0-56 15,25 0-68-15,13-6-9 16,11-1-2-16,11-9 8 15,8-4-21-15,5-4-11 16,2-2-1-16,3-4-9 16,-5 3 0-16,-9 3-24 0,-7 5-118 15,-11 4-161 1,-13 7-171-16,-13 5-236 0</inkml:trace>
  <inkml:trace contextRef="#ctx0" brushRef="#br0" timeOffset="8737.88">4819 3537 1706 0,'0'0'339'0,"0"0"-76"16,0 0-48-16,0 0-1 15,0 0-45-15,109-64-63 16,-54 30-61-16,24-7-44 0,-6 3 1 15,27 1-2-15,-18 10-170 16,-33 16-519-16</inkml:trace>
  <inkml:trace contextRef="#ctx0" brushRef="#br0" timeOffset="9977.96">7444 2115 965 0,'0'0'342'15,"0"0"31"-15,0 0-47 0,0 0-46 16,-30-75-29-16,26 64-29 16,1 5-78-16,0 3-90 15,1 3-33-15,1 0-21 16,1 14-12-16,0 15-16 16,0 12 19-16,0 7 9 15,1 8 8-15,2-3-2 16,0-1 5-16,0-7-4 15,-3-7-6-15,0-6-1 16,0-7-7-16,-4-5-146 16,-10-5-57-16,-5-5-36 15,-6-10 11-15,-7 0 126 16,-2-5 80-16,-5-15 29 0,4-6 17 16,0-5 62-1,7-1 72-15,10 6 11 0,5 6-8 16,10 9 16-16,3 6-67 15,4 5-73-15,17 2 0 16,9 13-1-16,4 4-6 16,6 3-4-16,-1-2-5 15,6 1 2-15,1-1 4 16,-1-5-1-16,1-4-11 16,-4-5-8-16,-6-6 0 15,-8 0-54-15,-6-2-39 16,-10-11-35-16,-6-4-8 15,-6-3 54-15,0-4 44 16,-6-1 24-16,-9-1 14 16,1 6 0-16,0 5 8 0,5 6 34 15,0 9-7-15,3 0-26 16,-1 14-1-16,-4 9-8 16,1 5 6-16,-2 5-5 15,3 0-1-15,-3-2 0 16,3 3-9-16,-2-1-84 15,0-8-387-15,0-8-724 0</inkml:trace>
  <inkml:trace contextRef="#ctx0" brushRef="#br0" timeOffset="10133.18">7710 2380 1685 0,'0'0'482'0,"0"0"-311"0,0 0-117 16,0 0-54-16,0 0-244 16,-54 99-741-16</inkml:trace>
  <inkml:trace contextRef="#ctx0" brushRef="#br0" timeOffset="12179.93">5423 4052 628 0,'0'0'815'16,"0"0"-499"-16,0 0 31 15,0 0-106-15,0 0-26 16,0 0-46-16,0 0-27 15,43 0-14-15,-4 0-47 16,6-4-39-16,-3-2-18 16,1 2-23-16,-3-2 11 15,-4 2-6-15,3 1-6 16,-2-4-33-16,22-5-121 16,-9-1-325-16,-1-2-404 0</inkml:trace>
  <inkml:trace contextRef="#ctx0" brushRef="#br0" timeOffset="12756.15">6600 3835 954 0,'0'0'238'0,"0"0"-16"0,0 0 15 16,0 0-5-16,0 0-18 15,0 0-50-15,0 0-16 16,-6 17 45 0,49-17 16-16,27 0-57 0,32-13-35 15,27-5-24-15,6-3-23 16,-22 5-23-16,-35 3-11 16,-29 6-8-16,-10 2-19 15,0 0-2-15,-1-2-6 16,-4 3 0-16,-10 2-1 15,-13 2-7-15,-8 0-30 16,-3 0-53-16,-57 0-105 0,-4 0-321 16,-18 1-1227-16</inkml:trace>
  <inkml:trace contextRef="#ctx0" brushRef="#br0" timeOffset="16521.72">1775 2921 316 0,'0'0'950'0,"0"0"-736"16,0 0 57-16,0 0-37 15,0 0-35-15,0 0-102 16,-15-41-50-16,15 41-26 16,0 5-20-16,0 18-1 15,1 11 0-15,10 9 14 16,-1 6 22-16,2 1 7 16,3-2-1-16,-5-5-4 15,-2-4-14-15,1-7-6 0,-2-6-18 16,-4-7 6-1,0-9-5-15,-1-6 0 0,-2-4 1 16,0-3 20-16,0-17 48 16,0-7-4-16,0-7-10 15,0-2-6-15,0 5-8 16,0 5-28-16,6 8-14 16,5 11 0-16,3 5-13 15,5 2 0-15,1 6 5 16,7 8 1-16,-2 3-3 15,-1 4 10-15,-6 0 1 16,1 1 1-16,-5 3-1 16,-4 0-1-16,-4 9-109 0,-3-4-205 15,-3-8-559-15</inkml:trace>
  <inkml:trace contextRef="#ctx0" brushRef="#br0" timeOffset="18211.21">2028 2660 103 0,'0'0'745'16,"0"0"-500"-16,0 0-23 15,0 0 6-15,0 0 5 16,0 0-43-16,0 0-5 15,-33-53-61-15,29 49-20 16,0 2-20-16,-1-1 1 16,2 0-24-16,0 1-12 15,0 2-13-15,3 0-20 16,-3 0-7-16,3 0-8 16,0 0 0-16,0 0 0 15,0 0-1-15,0 10-8 0,0 10 7 16,0 10-1-1,0 5 2-15,0 7 0 0,0 4 1 16,6-2 6-16,0 0 1 16,6-3-2-16,-3-5 0 15,0-5-5-15,4-5 1 16,1-4-1-16,-1-7-1 16,-1-5 0-16,4-5-6 15,-1-5-88-15,6-2-163 16,0-13-296-16,-6-4-625 0</inkml:trace>
  <inkml:trace contextRef="#ctx0" brushRef="#br0" timeOffset="18525.05">2176 2641 1273 0,'0'0'368'0,"0"0"-126"15,0 0-102-15,0 0-66 16,0 0 26-16,0 0 5 16,-27 91-14-16,27-60-16 15,0-5-26-15,3-2-20 16,6-7-18-16,4-8-5 16,-1-4-5-16,-1-5 0 15,5-2 22-15,-2-13-5 16,0-7-1-16,-3-3-17 0,-5-3-34 15,-3 5-9-15,-3 0-6 16,0 8-33-16,0 4-25 16,-9 4-24-16,0 7-109 15,3 0-235-15,-1 0-182 0</inkml:trace>
  <inkml:trace contextRef="#ctx0" brushRef="#br0" timeOffset="18940.02">2277 2481 983 0,'0'0'537'16,"0"0"-284"-16,0 0-56 0,0 0-36 15,0 0-55-15,0 0-42 16,0 0-14-16,24-23 8 15,-13 16-17-15,-2 1 7 16,-1 3 17-16,-3 2-17 16,-2 1-12-16,3 0-20 15,0 6 14-15,6 8-23 16,0 6 8-16,4 9 14 16,-1 3 9-16,3 8 6 15,-3 2 11-15,3 4-3 16,-3 2-7-16,1-2-4 15,-1-2-9-15,-2-5-8 16,-5-6 0-16,1-6-13 16,-6-8-2-16,-3-4-3 15,0-5 6-15,0 1-6 0,-9-5-5 16,-8 1 1-16,-5-2-2 16,-14 2-39-16,5-2-203 15,4-5-708-15</inkml:trace>
  <inkml:trace contextRef="#ctx0" brushRef="#br0" timeOffset="19743.09">2641 3093 1185 0,'0'0'379'0,"0"0"-116"0,0 0-77 16,0 0-23-16,0 0-64 16,0 0-61-16,0 0-14 15,8 0-3-15,8-2-11 16,8-2 0-16,0-6-10 15,3 0-65-15,4-1-169 16,-6 3-331-16,-7-1-481 0</inkml:trace>
  <inkml:trace contextRef="#ctx0" brushRef="#br0" timeOffset="19945.15">2683 3168 1134 0,'0'0'406'0,"0"0"-129"16,0 0-125-16,0 0 26 15,0 0-54-15,0 0-50 16,0 0-28-16,82-17-31 16,-36 1-15-16,26-13-84 15,-11 3-420-15,-6-1-776 0</inkml:trace>
  <inkml:trace contextRef="#ctx0" brushRef="#br0" timeOffset="23947.19">6094 4518 191 0,'0'0'520'16,"0"0"-335"-16,0 0 27 0,0 0-57 16,0 0-3-16,0 0-25 15,0 0-22-15,-40-32-59 16,28 32-28-16,-9 11-17 15,-7 12 12-15,-6 7-4 16,-7 10 9-16,1 3 21 16,0 3 25-16,7 0 2 15,6-3 8-15,9-5-19 16,9-6-11-16,9-5-11 16,0-5-16-16,15-3-2 15,10 0 1-15,5-4 9 16,6 2-6-16,0 1-7 15,3 3-11-15,-2 5 8 0,-6 2-3 16,-3 4-5-16,-5 2 12 16,-5 3-5-16,-9 4 2 15,-9 2-8-15,0 1 9 16,-6 4-10-16,-13-4 6 16,-3-3-6-16,-1-5 0 15,-1-8 0-15,2-8 0 16,2-10 1-16,2-7 4 15,5-3 1-15,-2 0 0 16,7-8 2-16,4-1 3 16,2-1 15-16,2 1-9 15,0 4-9-15,8 0-9 16,4 5 1-16,6 0 6 16,-1 7-7-16,-3 17 7 0,1 11-5 15,-6 13 7-15,-3 7 13 16,-3 15 20-16,-3 17 24 15,0 13-2-15,0 4 4 16,-3-20 3-16,0-21-5 16,3-23-20-16,0-5 0 15,0 3-7-15,0 3-15 16,3 4 0-16,3-5-10 16,0-2-1-16,3-5 1 15,-3-6 2-15,1-3-15 16,-2-5 6-16,2-5-6 0,-4-3 9 15,0-4-9 1,0-3-1-16,-3-2 1 16,3-2 0-16,-3 0-1 0,0 0 2 15,3 0-2-15,3-2 0 16,0-10-41-16,4-2-69 16,1 2-111-16,-2-10-110 15,3 3-319-15,-6 2-399 0</inkml:trace>
  <inkml:trace contextRef="#ctx0" brushRef="#br0" timeOffset="24130.58">6048 6573 757 0,'0'0'1143'16,"0"0"-975"-16,0 0-10 0,0 0-9 15,0 0 12-15,0 0-79 16,0 0-82-16,0 1-39 16,0-1-494-16</inkml:trace>
  <inkml:trace contextRef="#ctx0" brushRef="#br0" timeOffset="26237.36">5129 8961 204 0,'0'0'34'0,"0"0"18"0,0 0 737 16,0 0-544-16,0 0 36 15,0 0-41-15,0 0-33 16,-4 0-49-16,4 0-80 15,0 0-44-15,0 0-17 16,0 0-10-16,9 0 14 16,11-5 4-16,9-4 12 15,2-2-3-15,5-3-10 16,3 0-6-16,-3-1-3 16,-5 0-9-16,-1 3-5 15,-5 1-1-15,-4 0 0 0,-6 6-15 16,-2 1-28-16,-7 2-91 15,-6 2-115-15,0 0-149 16,-3 5-400-16</inkml:trace>
  <inkml:trace contextRef="#ctx0" brushRef="#br0" timeOffset="26519.74">5110 9101 1001 0,'0'0'255'0,"0"0"74"0,0 0-43 16,0 0-17-16,0 0-43 15,0 0-103-15,0 0-35 16,22-14-32-16,11-3-14 16,6-2-8-16,7-4-7 15,-1-1-12-15,1 1-6 16,-4-1-9-16,-4 4 0 15,-6 2 0-15,-8 5-1 16,-5 4-7-16,-8 5-13 16,-11 5-26-16,0 13-144 15,-5 1-534-15</inkml:trace>
  <inkml:trace contextRef="#ctx0" brushRef="#br0" timeOffset="28512.15">8327 9109 510 0,'0'0'546'0,"0"0"-287"0,0 0 23 15,0 0-21 1,0 0-25-16,0 0-53 0,0 0-23 16,-6 0-31-16,8 0-36 15,11-5-22-15,7 0-13 16,6-4-20-16,7-1-8 16,3 0-9-16,1-1-7 15,3-2-12-15,-2 1 4 16,-2 0-6-16,-5 1 0 15,-6 3-1-15,-7 0-44 16,-7 6-88-16,-7 1-86 16,-4 1-24-16,-4 0-121 0,-10 3-350 0</inkml:trace>
  <inkml:trace contextRef="#ctx0" brushRef="#br0" timeOffset="28737.78">8345 9269 872 0,'0'0'615'0,"0"0"-339"16,0 0-14-16,0 0-87 16,0 0-30-16,0 0 8 15,0 0-18-15,67-9-38 0,-26-7-42 16,6-3-34-16,5 0-16 15,17-3-5-15,-14 4-206 16,-16 7-517-16</inkml:trace>
  <inkml:trace contextRef="#ctx0" brushRef="#br0" timeOffset="29998.71">11318 2967 325 0,'0'0'1255'0,"0"0"-956"15,0 0-116-15,0 0-59 16,0 0 2-16,0 0-63 16,13 0-3-16,19 0-23 15,11-7-18-15,5-5-4 16,5 2-9-16,-2-4-5 15,-9 2-1-15,-8 2-113 16,-18 3-196-16,-10 4-337 16,-6 3-490-16</inkml:trace>
  <inkml:trace contextRef="#ctx0" brushRef="#br0" timeOffset="30164.26">11292 3074 963 0,'0'0'509'15,"0"0"-236"-15,0 0-43 16,0 0-51-16,0 0-40 16,0 0-68-16,0 0-40 15,96-17-21-15,-13 5-10 16,-9 4-174-16,-5-3-665 0</inkml:trace>
  <inkml:trace contextRef="#ctx0" brushRef="#br0" timeOffset="30798.21">11504 4031 1185 0,'0'0'479'15,"0"0"-209"-15,0 0-20 16,0 0-64-16,0 0-31 15,0 0-50-15,88-22 25 16,18 12-42-16,55-5-34 0,32 1-18 16,11 2 15-1,-6 7-14-15,-22 5-7 0,-7 0 4 16,-17 0-5-16,-18 6 2 16,-31-4 4-16,-27-2-8 15,-27 0 0-15,-13 0-15 16,-3 0-12-16,1-2 21 15,-4-2-4-15,-11-1-7 16,-8 1-2-16,-5 0-2 16,-3 3-5-16,-3-2 1 15,0 0-2-15,-12 3-8 16,-31 3-42-16,6 12-149 16,-4-5-884-16</inkml:trace>
  <inkml:trace contextRef="#ctx0" brushRef="#br0" timeOffset="31688.35">17782 3089 1026 0,'0'0'359'0,"0"0"-97"15,0 0-34-15,0 0-14 16,0 0-28-16,0 0 52 16,58 14-93-16,0-7-62 15,36-4-8-15,38-3-11 0,20-3 2 16,0-11-30-1,-15 2-21-15,-40 4 9 16,-25 3-14-16,-22 3-2 0,-12 0 5 16,-4-2-6-16,-2 3-5 15,-6-2-1-15,-12 1-1 16,-10 2 0-16,-4 0-5 16,-30 16-25-16,-8 7-145 15,-15 4-693-15</inkml:trace>
  <inkml:trace contextRef="#ctx0" brushRef="#br0" timeOffset="32364.27">17326 3934 62 0,'0'0'994'0,"0"0"-639"16,0 0-31-16,0 0-81 15,0 0-45-15,0 0-52 16,0 0-24-16,13-6 71 16,38 16 24-16,37-5-120 0,48-5-7 15,29 0-5-15,10-10-21 16,-4-6-17-16,-22 5 4 15,-9 4-7-15,-16 4-17 16,-28 2-7-16,-27 1-5 16,-23 0-3-16,-14 0 10 15,-2 0 7-15,-3 0-13 16,-4 0-5-16,-10 0-10 16,-7 0 7-16,-3 0-1 15,-3 0-1-15,0 0-5 16,0 0-1-16,-12 0-7 15,-15 0-42-15,-37 25-75 16,4 1-398-16,8-5-1016 0</inkml:trace>
  <inkml:trace contextRef="#ctx0" brushRef="#br0" timeOffset="33819.4">23856 3199 335 0,'0'0'963'16,"0"0"-668"-16,0 0-83 15,0 0-34-15,0 0 84 16,0 0 20-16,101 30-38 0,-26-25-89 15,26-5-54-15,26 0-34 16,3-5-9-16,-24-8-23 16,-34 2-20-16,-29 6-8 15,-12 3 10-15,0-1-8 16,-5 1-8-16,-5 1-1 16,-11 1-5-16,-10 7-28 15,-18 8-196-15,-10 1-467 0</inkml:trace>
  <inkml:trace contextRef="#ctx0" brushRef="#br0" timeOffset="34549.63">23186 3950 147 0,'0'0'781'0,"0"0"-563"0,0 0-7 16,0 0-6-1,0 0 14-15,0 0-44 0,0 0-46 16,-16-22-34-16,28 22-13 15,10 0 47-15,15 0 32 16,24 0-14-16,38 0-17 16,44 6-6-16,23-3-18 15,10-2-18-15,-7-1-31 16,-20 0 3-16,-12-4-15 16,-17-5 4-16,-32 0-28 15,-26 2 9-15,-24 1-13 16,-15 0-1-16,-4 1-5 0,-2 2 1 15,-5-1 9 1,-5 1-5-16,-6 1-1 0,-1 2-4 16,0 0-2-16,0 0-8 15,0 0-1-15,-14 0-7 16,-52 9-142-16,0 11-315 16,-13-1-765-16</inkml:trace>
  <inkml:trace contextRef="#ctx0" brushRef="#br0" timeOffset="39368.15">10263 15031 954 0,'0'0'205'0,"0"0"-18"0,0 0-22 16,0 0 51-16,0 0-17 16,0 0-51-16,-3-16-34 15,3 15-35-15,0-4-23 16,12 4 14-16,6-4 23 16,7-1 10-16,4 2-21 15,5-1-8-15,6 3-5 16,5 0-23-16,0 2-19 0,4 0-2 15,-1 0-8-15,1 7 1 16,0 2-9-16,-4-1 7 16,4 1-4-16,-6-4 0 15,2 0-1-15,-5-3-4 16,1 0-6-16,-4-2 0 16,3 0 8-16,-4 0-7 15,0 0-1-15,-2 0 5 16,-1 0-5-16,0 0 0 15,1 0 0-15,-3 0 6 16,2 0-7-16,0 0 0 16,-2-2 6-16,1 1-5 15,-3-2-1-15,1 3 7 0,-3-5-7 16,-4 5 0-16,-7-2 1 16,-2 1-1-16,-6 1 1 15,-5 0-1-15,-3 0 1 16,0 0 6-16,0 0-7 15,0 0-24-15,-22 1-106 16,0 8-378-16,-5-2-335 0</inkml:trace>
  <inkml:trace contextRef="#ctx0" brushRef="#br0" timeOffset="41186.17">9584 14730 727 0,'0'0'227'0,"0"0"-47"16,0 0-33-16,0 0-2 16,0 0-3-16,0 0 4 15,-85-4-84-15,59 27-16 16,-6 8 5-16,1 11 21 16,6 8 15-16,4 3-9 15,9 1-17-15,9-1-20 16,3-2-16-16,7-1-1 15,17-4 1-15,6 1 3 16,7-3-1-16,3 4-4 16,1-3 0-16,-5 3-17 0,-8 2-5 15,-6 2 5-15,-13 4 1 16,-9 1-6-16,-1 1-1 16,-23-1 2-16,-6-4-2 15,-7-4 1-15,-4-12 0 16,1-9 0-16,3-11 8 15,6-11-8-15,8-6 11 16,10 0 8-16,8-8 21 16,5-1-9-16,2-1-11 15,14 3-8-15,10 6-11 16,2 1-1-16,6 8 7 16,1 19-1-16,-1 11 4 0,0 20 1 15,0 22 5-15,-7 22 9 16,-7 8 7-16,-10 0 4 15,-2-2-12-15,-4-13-2 16,-2 3 5-16,-1-1 0 16,1 0-2-16,-1-3-4 15,2 0-10-15,4-7 3 16,-1-3 3-16,2-15-2 16,-2-13-1-16,-3-12-3 15,-1-4-10-15,-1 9 7 16,-1 9-8-16,2 20 0 15,-1 11 5-15,2-5 4 16,0-9-10-16,-2-13 0 16,1-14 1-16,-1 4 0 0,-1 6 7 15,0-4-7-15,0-4 0 16,0 0-1-16,0-5 9 16,-1-6-7-16,-5-9-1 15,0-7 1-15,5-9-1 16,-1-8 0-16,2-6 0 15,0 4 5-15,0-4-5 16,0 0 0-16,3 0-1 16,7 0 2-16,2-10-1 15,-1-4-1-15,2-2-16 16,-1-3-41-16,-2-1-98 16,-10-4-150-16,0 8-315 15,0 7-558-15</inkml:trace>
  <inkml:trace contextRef="#ctx0" brushRef="#br0" timeOffset="41361.68">9641 18332 1901 0,'0'0'873'15,"0"0"-768"-15,0 0-64 16,0 0-32-16,0 0-9 15,0 0-7-15,-6-85-168 16,38 65-388-16</inkml:trace>
  <inkml:trace contextRef="#ctx0" brushRef="#br0" timeOffset="54395.65">14559 15073 155 0,'0'0'904'16,"0"0"-692"-16,0 0 35 16,0 0-37-16,0 0 3 15,0 0-34-15,-21 5-6 16,21-5-25-16,0 1 4 16,0 0-29-16,0-1-5 0,0 2-33 15,0-2-38-15,0 1-17 16,0 0-8-16,8 1-10 15,6-1 16-15,4 2 10 16,3-2-7-16,0 1-7 16,0 0-7-16,0-2-4 15,-2 0-5-15,-2 0-7 16,-1 0 0-16,-4 0 5 16,1 0-6-16,-1 0 1 15,0 0 0-15,2 0-1 16,-4-4 0-16,-1 1 0 15,0 1-1-15,-6 0-17 16,0 1-37-16,-3 0-56 16,0-1-106-16,0 0-147 15,-8-1-229-15,-3 1-78 0</inkml:trace>
  <inkml:trace contextRef="#ctx0" brushRef="#br0" timeOffset="54800.23">14505 15182 201 0,'0'0'750'0,"0"0"-453"0,0 0-43 16,0 0-13-16,0 0-15 16,0 0-47-16,0 0-24 15,12 8-1-15,4-6-14 16,3-1 10-16,3 0-45 16,0-1-28-16,3 0-17 15,0 0-28-15,0 0-7 16,-1 0-3-16,-1-4-5 15,-2-3-2-15,-6 1-8 0,-4 2-5 16,-2 1-1 0,-5-1 0-16,-1 3 0 0,-1 1-1 15,-2 0-11-15,0 0-64 16,-9 0-154-16,-6 0-146 16,-3-2-388-16</inkml:trace>
  <inkml:trace contextRef="#ctx0" brushRef="#br0" timeOffset="57652.38">14370 13445 1081 0,'0'0'311'15,"0"0"-90"-15,0 0-33 16,0 0-37-16,-96 5-27 0,63 14-41 16,2 6-11-1,4-1 5-15,9-5-13 16,8-2-14-16,7-9-14 0,3-2 4 15,4-3 0-15,17 1 46 16,7 0 8-16,7 0-24 16,4 1-34-16,1 3-15 15,-6 1-9-15,0 4-11 16,-7 3 7-16,-9 1-2 16,-5 4 0-16,-8 1 1 15,-5 5 8-15,0-2 3 16,-19 1 1-16,-4 1-7 15,-5-1-1-15,-5-4-5 16,2-3-6-16,-1-9 0 16,4-6-18-16,4-4-100 0,5-24-162 15,5-3-276-15,7-4-315 16</inkml:trace>
  <inkml:trace contextRef="#ctx0" brushRef="#br0" timeOffset="57858.17">14237 13439 1185 0,'0'0'605'0,"0"0"-382"16,0 0-47-16,0 0-28 0,95-60-24 15,-57 44-73-15,2 0-33 16,0 3-18-1,17 4 0-15,-12 3-147 0,-7 3-490 0</inkml:trace>
  <inkml:trace contextRef="#ctx0" brushRef="#br0" timeOffset="58486.17">14754 13766 1141 0,'0'0'644'0,"0"0"-284"16,0 0-42-16,0 0-35 15,0 0-98-15,0 0-93 16,0 0-36-16,-22 25-23 16,21-4 21-16,-2 4-1 0,-2 4-23 15,2-3-17-15,0-2-12 16,0-2-1-16,0-5-1 15,3-1-50-15,0-6-202 16,0-4-501-16</inkml:trace>
  <inkml:trace contextRef="#ctx0" brushRef="#br0" timeOffset="62615.68">8273 7356 1230 0,'0'0'397'0,"0"0"-209"16,0 0-36-16,-27 89 11 15,20-44-9-15,4 4-54 16,3-1-46-16,0-3-28 16,0-6-12-16,2-4-13 15,1-6-1-15,-3-9-3 16,0-4-90-16,0-8-129 0,-11-4-104 16,-7-4-187-16,-4-1 144 15,-5-13-154-15,-1-5 360 16,-1-5 163-16,3 3 136 15,3 3 275-15,10 3-16 16,5 9-25-16,7 3-102 16,1 3-117-16,3 0-85 15,15 3 40-15,7 10 27 16,6 0-41-16,5 6-24 16,4-2-21-16,1 1-11 15,-1-2-15-15,-3-3-14 16,-1-5-6-16,-6-4-1 15,-5-4-5-15,-4 0-50 16,-5-14-63-16,-5-6-41 0,-5-3 6 16,-2 1 21-16,-4 0 54 15,0 3 55-15,0 7 23 16,-4 3 19-16,-2 9 41 16,-3 0 9-16,-2 6-31 15,-3 14-13-15,-3 7 1 16,-1 2-2-16,2 4-14 15,1-3-9-15,0 4-1 16,5-8-143-16,1-6-477 0</inkml:trace>
  <inkml:trace contextRef="#ctx0" brushRef="#br0" timeOffset="62783.35">8514 7744 1202 0,'0'0'965'0,"0"0"-776"16,0 0-27-16,0 0-112 15,0 0-50-15,0 0-96 16,0 0-408-16</inkml:trace>
  <inkml:trace contextRef="#ctx0" brushRef="#br0" timeOffset="64043.36">15322 13578 209 0,'0'0'915'0,"0"0"-675"15,0 0 16-15,0 0-18 16,0 0-66-16,0 0-41 16,-6-53-67-16,14 53-33 15,4 1-9-15,0 17 12 16,-3 6 11-16,-3 6-17 0,-6 7-5 15,0 3-6-15,-5 1-5 16,-12 0-6-16,-5-2-5 16,-1-3 1-16,-4-7 0 15,2-7-1-15,-1-10 5 16,5-10-6-16,3-2 1 16,5-17 19-16,4-9 12 15,9-3 22-15,0 2-26 16,5 5-19-16,12 5-8 15,7 8 0-15,3 9 0 0,3 0 14 16,1 9-6 0,2 8-8-16,-2 3 5 0,1-1-6 15,-1-1 0 1,11 5-43-16,-8-4-177 0,-7-6-479 0</inkml:trace>
  <inkml:trace contextRef="#ctx0" brushRef="#br0" timeOffset="64247.69">15622 13268 1629 0,'0'0'350'16,"0"0"-144"-16,0 0-92 15,99 66-2-15,-56-4-27 0,-4 21-46 16,-23 31-38-1,-16 7-1-15,-34-6-24 0,-36-18-190 16,9-36-405-16,-6-20-968 0</inkml:trace>
  <inkml:trace contextRef="#ctx0" brushRef="#br0" timeOffset="64666.78">14000 13372 988 0,'0'0'303'16,"0"0"23"-16,0 0-80 15,-94 3-72-15,62 19-48 16,-1 7-71-16,7 12-18 15,5 21-5-15,16 18 1 0,5-2 19 16,23-10 4-16,32-1-5 16,34-13 5-16,56-3-25 15,44-8-31-15,20-29-29 16,-43-11-299-16,-39-3-784 0</inkml:trace>
  <inkml:trace contextRef="#ctx0" brushRef="#br0" timeOffset="66970.63">15837 10975 1335 0,'0'0'339'0,"0"0"-17"16,0 0-109-16,0 0-64 16,0 0-61-16,0 0-19 15,0 0 65-15,-10 101-23 16,10-59-44-16,0-1-34 16,0-4-18-16,5-7-8 15,6-7-7-15,3-7-12 16,2-9-9-16,-1-7 13 15,3-3 2-15,-1-18 3 0,-1-8-53 16,-2-3 14-16,-3-2 9 16,-4 2 32-16,0 4 1 15,-4 6 6-15,1 10-5 16,-1 7 8-16,0 5 1 16,1 5-4-16,5 16 12 15,6 9 16-15,2 2 5 16,5 2-15-16,2-4-9 15,4-7-9-15,0-6-5 16,2-11 8-16,0-6-8 16,0-4 8-16,0-18 0 15,-5-12-8-15,-1-11 6 16,-6-5-7-16,-11-8 0 0,-7-2-15 16,0 3-22-16,-4 6-49 15,-14 13-56-15,0 12-11 16,-7 19-89-16,4 7-267 15,4 0-52-15</inkml:trace>
  <inkml:trace contextRef="#ctx0" brushRef="#br0" timeOffset="67287.65">16547 10344 705 0,'0'0'797'0,"0"0"-486"16,0 0-97-16,0 0-89 15,0 0 18-15,-52 86-9 16,35-36 13-16,1 6-40 15,6 1-38-15,7-2-35 16,3-5-13-16,4-7-20 16,18-6-1-16,8-10-15 15,8-10-27-15,27-17-137 16,-6-9-178-16,-7-11-541 0</inkml:trace>
  <inkml:trace contextRef="#ctx0" brushRef="#br0" timeOffset="67632.11">16728 10305 1461 0,'0'0'312'0,"0"0"-56"16,0 0-175-16,0 0-38 15,0 0 42-15,40 72 1 16,-27-36-15-16,-7 1-20 0,-6 2-16 15,0-3-20 1,-1-3-6-16,-8-9-9 0,-3-5 7 16,3-9-7-16,1-10 8 15,4 0 2-15,2-12-10 16,2-8-9-16,0 0 9 16,0 4 6-16,11 5-5 15,6 5-1-15,6 5 1 16,4 1-1-16,5 0 1 15,0 0-1-15,1 0 0 16,0 0-26-16,2 0-141 16,-9-1-299-16,-7-4-224 0</inkml:trace>
  <inkml:trace contextRef="#ctx0" brushRef="#br0" timeOffset="68895.44">16441 10369 312 0,'0'0'416'16,"0"0"-153"-16,0 0-49 16,0 0 6-16,0 0 30 15,0 0-23-15,0 0-9 16,0-16-13-16,0 16-44 0,-7-1-14 16,1-1-67-16,0-2-45 15,-2 0-17-15,2 1-9 16,2 0 1-16,3 2-1 15,1 1-8-15,0 0 0 16,0 3-1-16,0 14-8 16,1 14 8-16,9 11 6 15,-1 11 7-15,0 8 44 16,0 4 9-16,-1 2-18 16,-4-3-5-16,1 1-4 15,-1-5-9-15,5-5-14 0,0-8-7 16,2-7-3-16,2-10-6 15,-1-12-5 1,4-10-9-16,1-8-7 0,7-7-97 16,28-44-215-16,-7 3-429 15,-1-4-854-15</inkml:trace>
  <inkml:trace contextRef="#ctx0" brushRef="#br0" timeOffset="69283.69">16922 10176 1194 0,'0'0'316'0,"0"0"57"16,0 0-169-16,0 0-41 15,0 0-49-15,0 0-47 16,0 0 0-16,28-17 9 15,-15 15-20-15,-2 1-21 16,0 1-13-16,0 0-6 16,1 0-1-16,1 8 5 15,1 9 4-15,1 8 2 16,-3 10 9-16,0 9 8 16,-3 4-3-16,-3 5 4 15,-2 3-10-15,-1-3-1 16,0-2 1-16,-3-5-7 15,2-9-9-15,-2-6-4 16,0-9-13-16,0-5 8 0,0-5-8 16,-5-5-1-16,-4-1 0 15,-10-6-48-15,4 0-160 16,-6-11-460-16</inkml:trace>
  <inkml:trace contextRef="#ctx0" brushRef="#br0" timeOffset="70023.72">17209 11001 1500 0,'0'0'531'16,"0"0"-245"-16,0 0-62 15,0 0-9-15,0 0-66 16,0 0-79-16,0 0-38 15,-4 2-24-15,18-2-7 16,3 2 0-16,7-2-1 16,2 0-7-16,17-2-117 0,-9-6-236 15,-6 2-379-15</inkml:trace>
  <inkml:trace contextRef="#ctx0" brushRef="#br0" timeOffset="70208.63">17129 11182 1534 0,'0'0'353'16,"0"0"-88"-16,0 0-173 16,0 0-69-16,0 0 11 0,0 0-29 15,112-23-5 1,-59 10-345-16,-2-2-468 0</inkml:trace>
  <inkml:trace contextRef="#ctx0" brushRef="#br0" timeOffset="70769.73">18073 10639 816 0,'0'0'298'15,"0"0"25"-15,0 0-26 16,0 0-50-16,-98 12-64 16,60 30-47-16,-5 29 10 15,0 34 30-15,7 15-23 16,20-4-55-16,16-12-35 15,28-21-30-15,18-17-12 16,33-7-21-16,21-18 0 16,14-26-15-16,18-12-112 0,-39-3-223 15,-20-18-682-15</inkml:trace>
  <inkml:trace contextRef="#ctx0" brushRef="#br0" timeOffset="72610.73">17219 4721 547 0,'0'0'46'16,"0"0"399"-16,0 0-272 16,0 0-40-16,-88-4-23 15,46 26-69-15,-4 14-27 16,-8 20 1-16,1 26 34 16,13-4 7-16,15-5 12 15,20-11 23-15,5-15-24 16,24 7-7-16,13 7 9 15,21 12-17-15,17 12-5 0,9 19-1 16,-8 2 0-16,-22-7-5 16,-31-2 2-16,-23-8-14 15,-19 6-12-15,-24-2 3 16,-8-14-9-16,2-16-2 16,7-18-8-16,-3-11 0 15,-7 5 5-15,-5-3-6 16,1-5 0-16,11-12 0 15,12-10 0-15,12-7 1 16,14-2 4-16,5 0 2 16,2 0-7-16,8 0-14 15,13 17 14-15,6 14 7 16,8 27-5-16,4 32-1 0,-5 35 10 16,-4 24 17-16,-10 7 22 15,-10-3 10-15,-2-15 10 16,-4 4-11-16,2-5-14 15,-5 1 6-15,2 11-5 16,-3 0 8-16,2 0-23 16,2 6-7-16,1-12-8 15,6-7-2-15,2-11 22 16,0-16 6-16,2-2-24 16,-1-9-5-16,-3-20-4 15,-5-17-7-15,-3-23 5 16,-1-5 5-16,-2 2 1 15,1 2 1-15,-1 2-5 16,0-5-8-16,2 0 6 16,-2-2-7-16,0-3 1 0,3-1 1 15,0-6-1-15,2-5-1 16,0-6-2-16,3-6-7 16,-1-5-1-16,4 0 1 15,4-5 9-15,1-12-10 16,3-5-26-16,4-6-118 15,7-17-116-15,-7 4-211 16,-5 5-360-16</inkml:trace>
  <inkml:trace contextRef="#ctx0" brushRef="#br0" timeOffset="72769.86">17189 9529 2402 0,'0'0'284'0,"0"0"-189"16,0 0-56-16,0 0-25 16,0 0-14-16,0 0-282 15,-50-89-502-15</inkml:trace>
  <inkml:trace contextRef="#ctx0" brushRef="#br0" timeOffset="73744.74">18276 10856 1370 0,'0'0'523'16,"0"0"-243"-16,0 0-74 15,0 0-62-15,0 0-67 16,0 0 13-16,-49 104 14 16,34-61-31-16,0 1-33 15,1-3-19-15,2-6-3 0,1-5-9 16,2-7-7-1,3-7 4-15,2-8-6 0,3-6 1 16,1-2 1-16,0 0 10 16,0 0-2-16,6-4-10 15,8-2 11-15,5-4-11 16,6 1 0-16,3 0 0 16,4 2 0-16,-2 1-5 15,-5-2 4-15,-2 1 0 16,-6 0 0-16,-5-1-15 15,-4-3 0-15,-5-2 16 16,-3-4 0-16,0-3 6 16,0 0-6-16,-9 1 10 0,3 4 5 15,0 7 32-15,3 4 20 16,0 4-31-16,0 0-36 16,-1 9 0-16,-1 16-1 15,2 11 1-15,0 7 7 16,2 6 2-16,1-1-8 15,0-3-1-15,6 10-33 16,7-12-344-16,-3-9-989 0</inkml:trace>
  <inkml:trace contextRef="#ctx0" brushRef="#br0" timeOffset="74189.25">18716 11313 1913 0,'0'0'544'0,"0"0"-346"15,0 0-73-15,-33 109 11 16,33-22-67-16,18 19-50 16,28 2-19-16,2-27-133 15,-9-27-709-15</inkml:trace>
  <inkml:trace contextRef="#ctx0" brushRef="#br0" timeOffset="76694.58">13683 4529 64 0,'0'0'102'15,"0"0"-8"-15,0 0-15 16,103-9-23-16,-64 9-21 16,4 4-13-16,-2 15-1 15,-5 14 27-15,-5 11 69 16,-7 24 14-16,-13 40 47 15,-11 36-2-15,-28 18 2 16,-13 0-4-16,-9-17 32 16,9-26-44-16,12-15-30 0,17-26-37 15,12-21-39-15,0-19-23 16,15-7-13-16,12 0-4 16,6 0-15-16,5-5-1 15,3-9-16-15,-5-12 16 16,-5-5 9-16,-7 0-3 15,-8-12 3-15,-10-2-3 16,-3-3 4-16,-3 0-3 16,0 6-6-16,-3 7 8 15,-7 4 53-15,1 7-16 16,-3 35-23-16,-5 36 7 16,4 47 44-16,7 30 30 15,6 19-8-15,4 8-19 16,16-2 20-16,8 23-19 15,5 12-14-15,6 7-19 0,3 7-5 16,3-9 11 0,1-2-27-16,-6-14 32 0,0-3-49 15,-12-8 2-15,-7-11 12 16,-4-5 17-16,-10-11-22 16,-1-2-7-16,-6-8-8 15,0-2 8-15,0-4 4 16,-7-18 32-16,-4-10-26 15,-1-13 1-15,3-12-5 16,3-14-2-16,2-18-4 16,1-17 21-16,-3-13-12 15,2 2-10-15,-1-1-7 16,-1 3 0-16,1-7 0 0,-3-3 5 16,-1-3-5-1,-2-6-1-15,-2-8 8 0,-2-2-1 16,-4-5-6-16,-5-3 0 15,-2 1 0-15,-5 0 0 16,-3 1 7-16,-2 3-8 16,0 1 0-16,0-1-1 15,2-2 1-15,1-2-1 16,8-3-9-16,2 0-35 16,8-15-63-16,15-15-84 15,0 3-368-15,0 1-521 0</inkml:trace>
  <inkml:trace contextRef="#ctx0" brushRef="#br0" timeOffset="76846.76">14132 10654 2497 0,'0'0'339'0,"0"0"-164"15,0 0-106-15,0 0-69 16,0 0-88-16,0 0-393 15,15-91-402-15</inkml:trace>
  <inkml:trace contextRef="#ctx0" brushRef="#br0" timeOffset="77858.67">18865 10744 418 0,'0'0'297'16,"0"0"328"-16,0 0-278 15,0 0-75-15,0 0-115 16,0 0-59-16,-94 41 20 15,69-9 11-15,5 1 21 0,11-6-32 16,9-7-32-16,0-3-21 16,15-3-4-16,12-2-19 15,6-2-3-15,3 1-15 16,4 0-14-16,-4 3-4 16,-5 3-6-16,-6 2-2 15,-11 3-17-15,-12 2-38 16,-2 4-80-16,-21-2-118 15,-29-4-104-15,6-7-332 16,0-11-373-16</inkml:trace>
  <inkml:trace contextRef="#ctx0" brushRef="#br0" timeOffset="77988.5">18626 10889 715 0,'0'0'782'15,"0"0"-527"-15,0 0-105 0,77-86-93 16,-24 59-20-16,11-2-28 15,27 0-9-15,-16 3-154 16,-14 6-373-16</inkml:trace>
  <inkml:trace contextRef="#ctx0" brushRef="#br0" timeOffset="78203.78">18956 10339 1960 0,'0'0'323'16,"0"0"-177"-16,143 50-51 0,-4 22 133 15,12 23-37-15,-16 21-76 16,-44 15-35-16,-61 6-62 16,-37 16-17-16,-64 16-1 15,-52 12-73-15,8-44-385 16,-6-19-616-16</inkml:trace>
  <inkml:trace contextRef="#ctx0" brushRef="#br0" timeOffset="79231.74">23783 14374 1375 0,'0'0'521'15,"0"0"-245"-15,0 0-19 16,0 0 2-16,0 0-50 16,0 0-97-16,0 0-15 15,61 0-7-15,-18 0-27 16,5 1-21-16,6-1-16 16,1 0-15-16,-1 0-3 15,-6-8-7-15,-7 2-1 16,-11-3-31-16,-14 1-87 15,-16-3-135-15,-12 3-339 16,-14 1-386-16</inkml:trace>
  <inkml:trace contextRef="#ctx0" brushRef="#br0" timeOffset="79549.05">23682 14154 1352 0,'0'0'392'0,"0"0"-104"16,0 0-106-16,0 0-29 16,0 0-16-16,0 0-30 15,0 0 9-15,47 47 4 16,-47-7-44-16,0 5 9 16,-7 2-9-16,-7 2-22 15,1-4-16-15,1-6-8 16,4-8-12-16,5-6-18 15,3-10 0-15,0-9 1 0,16-3-1 16,10-3 9-16,14-1 2 16,8-15-10-16,7-4-1 15,4 0-35-15,-3 0-97 16,4 2-187-16,-14 4-392 16,-16 5-732-16</inkml:trace>
  <inkml:trace contextRef="#ctx0" brushRef="#br0" timeOffset="79720.19">24381 14587 2278 0,'0'0'498'16,"0"0"-409"-16,0 0-38 15,0 0-29-15,0 0-20 16,0 0-2-16,0 0-203 15,13 0-556-15</inkml:trace>
  <inkml:trace contextRef="#ctx0" brushRef="#br0" timeOffset="81155.03">25744 4627 1111 0,'0'0'494'16,"0"0"-156"-16,0 0-68 0,0 0-12 16,0 0-71-16,0 0-97 15,0 0-38-15,0 55-6 16,3-7 47-16,6 4-35 15,3 0-26-15,0-2-13 16,3-9-13-16,2-7-5 16,2-10-1-16,2-11 0 15,-2-11-19-15,2-2 17 16,-2-24-8-16,-1-11-23 16,-1-8-8-16,-5-3 11 15,-3 1 29-15,-1 6-1 16,-3 10 2-16,-4 10 1 15,1 11 8-15,-2 8-1 16,3 0-8-16,2 17 0 0,6 10 7 16,3 4 5-16,7 0-3 15,1-4-3-15,7-6 4 16,2-10 5-16,3-6 3 16,-1-5-1-16,-2-9-10 15,-3-14-1-15,-5-6 1 16,-7-5-2-16,-7-2-5 15,-9-5 0-15,0 1-28 16,-7 5-26-16,-11 6-34 16,-2 7-93-16,-2 7-66 15,-12 1-112-15,5 6-347 16,3-2-657-16</inkml:trace>
  <inkml:trace contextRef="#ctx0" brushRef="#br0" timeOffset="81495.11">26314 3931 1433 0,'0'0'395'0,"0"0"-120"16,0 0-90-16,0 0-25 15,0 0-7-15,0 0-80 16,0 0-25-16,-73 22-21 15,73-19 0-15,0 2-5 16,0 4-21-16,0 5 11 0,3 5-6 16,4 8 3-16,2 7 6 15,2 4 0-15,-1 6 12 16,1 7 10-16,2 2-5 16,-1 2-7-16,3-1-7 15,1-5-4-15,1-7-13 16,-1-6-1-16,2-11 0 15,-3-11-34-15,7-15-284 16,-2-17-266-16,-8-13-649 0</inkml:trace>
  <inkml:trace contextRef="#ctx0" brushRef="#br0" timeOffset="81861.91">26471 4006 1672 0,'0'0'332'0,"0"0"-105"16,0 0-158-16,0 0-24 16,0 0-22-16,0 0-9 15,80-10 8-15,-69 28-16 16,-5 3 6-16,-5 3 7 16,-1 2-9-16,0-2-8 15,-3-4 5-15,-4-6-1 16,2-4 0-16,4-6 11 15,1-3 17-15,0-1 16 16,3 0 14-16,9 0-6 16,7 0-22-16,3 0-10 0,4 0-8 15,2 0-7-15,2 0-5 16,-3 8 7-16,-3 1-13 16,-8 5-12-16,-7 4 9 15,-8 1 3-15,-1 2 0 16,-9 0-33-16,-13-3-120 15,-22-8-119-15,5-7-379 16,3-3-744-16</inkml:trace>
  <inkml:trace contextRef="#ctx0" brushRef="#br0" timeOffset="82167.85">26632 3724 1674 0,'0'0'395'0,"0"0"-103"0,0 0-133 16,0 0-1-16,0 0-47 16,0 0-34-16,106 38-27 15,-71-3-11-15,3 10 9 16,-1 9-22-16,2 5 11 16,-5 6 14-16,-3 2 0 15,-4-1-9-15,-7-2-5 16,-7 1-10-16,-7-6-12 15,-6-6-3-15,0-6-11 16,-9-10 1-16,-7-6-1 16,-1-11-1-16,-2-6 0 15,-3-9-8-15,1-5-86 0,0-19-161 16,6-4-484-16,8-5-958 0</inkml:trace>
  <inkml:trace contextRef="#ctx0" brushRef="#br0" timeOffset="82342.07">27218 4567 1901 0,'0'0'341'16,"0"0"-84"-16,0 0-164 16,0 0 23-16,0 0-57 0,0 0-39 15,100-28-20 1,-57 7-185-16,-10 3-419 0,-12 4-1011 0</inkml:trace>
  <inkml:trace contextRef="#ctx0" brushRef="#br0" timeOffset="82499.49">27115 4743 1921 0,'0'0'375'15,"0"0"-60"-15,0 0-121 16,0 0-49-16,0 0-72 15,0 0-45-15,0 0-28 16,131-41-17-16,-53 2-558 16,5-6-1256-16</inkml:trace>
  <inkml:trace contextRef="#ctx0" brushRef="#br0" timeOffset="83453.37">28025 4071 970 0,'0'0'719'15,"0"0"-411"-15,0 0-113 16,0 0-81-16,-86 158 22 16,48-17-2-16,11 18-43 15,23-5 32-15,17-26-17 16,43-26-53-16,29-15-40 16,25-20-13-16,24-19 0 15,15-27-24-15,-32-16-205 16,-22-5-368-16</inkml:trace>
  <inkml:trace contextRef="#ctx0" brushRef="#br0" timeOffset="84578.81">24523 4445 381 0,'0'0'129'0,"0"0"836"0,0 0-768 15,0 0-136-15,0 0-30 16,85-37-9-16,-47 46-2 16,3 19 11-16,-7 13 27 15,-8 21-8-15,-16 25 5 16,-10 24 4-16,-18 10 27 16,-10-2 10-16,1-15 3 15,12-27-18-15,6-19-29 16,9-16-24-16,0-9-7 15,12 2-20-15,9-1-1 16,7-4 11-16,5-15-11 16,1-13 0-16,-3-4 0 0,-2-22 5 15,-5-8-4-15,-3-6 1 16,-5 6 4-16,-6 5 1 16,-5 12-6-16,0 11 32 15,-2 4-6-15,1 18-11 16,8 30 26-16,6 36 77 15,9 40 29-15,4 23-44 16,2 11-3-16,1 2-8 16,-3-10-30-16,0-3 13 15,-1-3-20-15,-1-12-1 16,-4-4-17-16,1-7 2 16,-4-5-10-16,-1-2-4 15,-5-1-8-15,-1 3-9 0,-7-4 0 16,-5 1-8-1,-3-4 5-15,0 1-6 0,-14-6 9 16,-7-11-7-16,0-15 4 16,2-22-6-16,-2-18-9 15,2-9 3-15,-8-4 6 16,-6-3-1-16,-12-5-8 16,-10-12-40-16,-8-5-68 15,-20-52-82-15,14-4-276 16,17-17-646-16</inkml:trace>
  <inkml:trace contextRef="#ctx0" brushRef="#br0" timeOffset="85314.54">28579 4197 1136 0,'0'0'579'16,"0"0"-285"-16,0 0-38 15,0 0-18-15,0 0-78 0,0 0-114 16,0 0-46-16,7-8 30 16,6 12-18-16,3 15-12 15,-5 7 0-15,-3 10 6 16,-8 6 6-16,0 2-5 15,-8 1 0-15,-10-7-6 16,2-3-1-16,-2-10 1 16,4-10 5-16,3-9-5 15,5-6 11-15,3 0 33 16,3-1 4-16,0-5-19 16,3 0-28-16,10 4 11 15,5 2-11-15,4 0 7 16,0 2-9-16,-2 10 0 15,-2 3 0-15,-6 0-2 16,-6 5 2-16,-6 0 9 0,0 0-7 16,-14 4-1-16,-8-2 7 15,-4-2-8-15,-5-3 0 16,-3-5-34-16,7-3-117 16,6-6-115-16,8-2-291 15,10-1-644-15</inkml:trace>
  <inkml:trace contextRef="#ctx0" brushRef="#br0" timeOffset="85527.02">29009 4732 1751 0,'0'0'520'16,"0"0"-324"-16,0 73 81 0,0-28-67 15,0 8-78-15,0 6-59 16,5 4-41-16,1-4-22 16,0-5-10-16,-3 4-66 15,-2-14-312-15,-1-17-919 0</inkml:trace>
  <inkml:trace contextRef="#ctx0" brushRef="#br0" timeOffset="87108.94">19041 4570 962 0,'0'0'234'0,"0"0"-108"16,0 0-62-16,97-17-16 16,-55 17-5-16,1 6 7 15,2 12 15-15,-3 6 2 16,-8 10 0-16,-9 10 14 16,-13 18-5-16,-12 22 25 0,-7 27-18 15,-18 2-18 1,-4-7 9-16,10-11 8 0,8-16-13 15,10-13-31-15,1-11-14 16,0-14-11-16,15-4-5 16,7 3-7-16,8-2 9 15,7-1 5-15,3-14-8 16,3-12-6-16,-2-11-1 16,-4 0-1-16,-5-20 0 15,-6-3 1-15,-6-2-2 16,-10 4 2-16,-4 4 1 15,-3 11 0-15,-3 6 8 16,0 6-9-16,0 23 0 16,3 28 11-16,4 35 47 15,1 42 29-15,0 22 4 0,-1 9 5 16,3 1-17 0,4-8-12-16,7 5 11 0,4 7-12 15,9 11-8-15,7 1-10 16,5 1-27-16,3 0 5 15,0-4-2-15,-4 2 0 16,-5-3-1-16,-8-9 3 16,-7-8-17-16,-7-10-8 15,-6-11 0-15,-8-15 1 16,-4-35 5-16,0-23 7 16,-7-25-8-16,-5-9-6 15,-2-2 1-15,-2-3 13 16,-2-3 4-16,-3-12 0 15,-1-10 4-15,0-3-7 0,-1-5-1 16,-2-6-8-16,-2-2 0 16,-1 2-6-16,-2 2 0 15,-4 1 1-15,-4 3 0 16,-5 1-1-16,1 4-7 16,-1 0-4-16,3 0-8 15,4 0-16-15,5 4-23 16,7 0-33-16,3 0-79 15,6-1-166-15,3-1-317 16,2-2-532-16</inkml:trace>
  <inkml:trace contextRef="#ctx0" brushRef="#br0" timeOffset="88910.57">29244 4050 1553 0,'0'0'343'0,"0"0"-42"16,0 0-110-16,0 0-109 16,0 0-57-16,0 0 8 15,-17 79 17-15,11-35 13 16,-3 1-20-16,2 0-19 15,-1-6-6-15,-1-6-18 16,2-7 9-16,1-6-8 16,1-9 0-16,4-3 0 15,-1-8 0-15,2 0 6 16,0-3 14-16,0-11-10 16,2-2-4-16,9 4-6 15,5-1 1-15,3 7-2 0,5 3 1 16,3 2-1-1,1 1 0-15,-1 0-1 0,-2 0-5 16,-3 0-2-16,-5 0-18 16,-6 0-5-16,-3-2-11 15,-4-3 29-15,-4-2 13 16,0-6 1-16,0-4 8 16,0-3 0-16,-4 1 31 15,-1 0 12-15,-1 6 36 16,3 5 33-16,1 6-31 15,1 2-48-15,1 10-27 16,0 16-14-16,1 11 7 16,8 5-7-16,2 3 0 15,-1-1-1-15,11 9-41 16,-3-10-245-16,1-12-538 0</inkml:trace>
  <inkml:trace contextRef="#ctx0" brushRef="#br0" timeOffset="89296.6">29719 3487 1676 0,'0'0'488'16,"0"0"-345"-16,0 0-94 15,129 75 0-15,-16 31 55 16,14 36 34-16,-6 20-1 16,-30 12-56-16,-48-7-44 15,-43 7-20-15,-39 10-17 0,-50 0-51 16,8-48-323-16,-3-26-912 16</inkml:trace>
  <inkml:trace contextRef="#ctx0" brushRef="#br0" timeOffset="89686.64">28397 5886 1741 0,'0'0'288'0,"0"0"-170"16,0 0 97-16,0 0-81 16,0 0-31-16,202-94-42 0,-57 47-17 15,1-1-24 1,-35 14-20-16,-43 14-12 0,-10 1-147 16,-25 8-125-1,-10 2-464-15</inkml:trace>
  <inkml:trace contextRef="#ctx0" brushRef="#br0" timeOffset="89848.17">28644 5942 1585 0,'0'0'229'0,"0"0"-22"16,0 0-6-16,95 2-3 15,32-55-57-15,58-27-71 16,27-10-70-16,-9 6-10 15,-63 26-213-15,-58 21-647 0</inkml:trace>
  <inkml:trace contextRef="#ctx0" brushRef="#br0" timeOffset="91734.64">9983 16181 1425 0,'0'0'320'0,"0"0"-50"0,0 0-100 15,0 0-102-15,0 0-43 16,0 0-12-16,89-33 8 16,-47 25 3-16,3 1 2 15,-8-2 0-15,0 3-6 16,-7 1-11-16,-6 3-8 15,0 2-1-15,-6 4-82 16,-5 5-314-16</inkml:trace>
  <inkml:trace contextRef="#ctx0" brushRef="#br0" timeOffset="92171.93">10028 17310 1735 0,'0'0'357'0,"0"0"-145"15,0 0-62-15,0 0 27 16,0 0-73-16,80-58-44 16,-43 41-23-16,5-1-19 15,0 0-10-15,0 2-8 16,13 7-6-16,-11 4-179 16,-8 5-420-16</inkml:trace>
  <inkml:trace contextRef="#ctx0" brushRef="#br0" timeOffset="92631.44">10020 18323 1582 0,'0'0'342'16,"0"0"-125"-16,0 0-78 0,0 0 31 16,0 0-44-1,0 0 4-15,0 0-44 0,80-22-33 16,-45 6-11-16,2-4-13 15,2-2-15-15,-2 1-13 16,8-2-1-16,-9 7-120 16,-8 3-408-16</inkml:trace>
  <inkml:trace contextRef="#ctx0" brushRef="#br0" timeOffset="97199.68">15498 15640 1330 0,'0'0'547'15,"0"0"-302"-15,0 0-38 16,0 0-39-16,0 0-26 15,0 0-27-15,45-3-3 16,-6 3-33-16,7 0-22 16,4 0-21-16,-3 0-18 15,-3 0-12-15,-6-8-6 16,-6 2 0-16,-9-1-1 16,-6 3-65-16,-9 0-145 0,-8 0-143 15,-2 1-230-15,-12-2-368 0</inkml:trace>
  <inkml:trace contextRef="#ctx0" brushRef="#br0" timeOffset="97634.69">15524 15380 1243 0,'0'0'344'0,"0"0"-85"16,0 0-60 0,0 0-3-16,0 0-57 0,0 0-38 15,0 0-24-15,30-55-17 16,-30 55-10-16,0 9 1 16,-6 14-2-16,-6 9 48 15,-6 12-19-15,-2 10-9 16,0 2-22-16,0 2 3 15,4-3-28-15,4-7-5 16,5-4-4-16,4-6 7 16,3-8 1-16,0-8-8 15,3-5 1-15,9-7 1 16,4-5 9-16,6-5 10 0,5 0 5 16,6 0-5-1,4-12-5-15,4-3-13 0,3-1-2 16,-5 2-13-16,-8 3 0 15,-5 3-1-15,-13 4-1 16,-3 4-86-16,-8 0-86 16,-2 9-285-16,0 0-364 0</inkml:trace>
  <inkml:trace contextRef="#ctx0" brushRef="#br0" timeOffset="98570.79">15511 16716 423 0,'0'0'1091'16,"0"0"-740"-16,0 0-43 16,0 0-58-16,0 0-19 15,0 0-76-15,0 0-67 16,-24-6-43-16,41 9 19 15,7 3-19-15,2-1-12 16,9 0-3-16,-2-4-2 16,0-1-11-16,-2 0-7 15,-2 0-8-15,-8 0-1 16,-3-1-1-16,-8-1-20 16,-3 1-75-16,-7-2-145 0,0 1-223 15,-11-3-378-15</inkml:trace>
  <inkml:trace contextRef="#ctx0" brushRef="#br0" timeOffset="98970.55">15548 16537 1030 0,'0'0'686'0,"0"0"-458"16,0 0 25-1,0 0-53-15,0 0-15 0,0 0-60 16,0 0-38-16,-20-23-18 16,16 23-17-16,-2 6-34 15,-3 11-6-15,-6 8 3 16,-3 11 16-16,-6 9 19 16,-1 2-16-16,3 1-6 15,5-1-1-15,5-7 0 16,8-4-13-16,4-11-7 15,0-6 1-15,16-9 2 16,9-9 19-16,8-1 1 16,12-11 19-16,10-13-7 0,7-5-20 15,2-7-11-15,-2 3-10 16,-5 2-1-16,-9 8 5 16,-13 4-5-16,-11 6-15 15,-10 9-69-15,-11 4-85 16,-11 11-178-16,-14 8-343 15,-8 3-1088-15</inkml:trace>
  <inkml:trace contextRef="#ctx0" brushRef="#br0" timeOffset="99699.21">15470 17736 656 0,'0'0'533'0,"0"0"-208"0,0 0-76 16,0 0 23-16,0 0-42 16,0 0-29-16,0 0-46 15,-18-21-43-15,31 21-2 16,10 0 11-16,6 5-22 15,3 1-21-15,4 1-17 16,1-5-17-16,-1-1-13 16,0-1-16-16,0 0-7 15,-5-7-7-15,-4-2 6 16,-8-2-7-16,-7 3-21 16,-7 1-72-16,-5 0-76 0,-9 4-183 15,-13 3-238 1,-5 0-385-16</inkml:trace>
  <inkml:trace contextRef="#ctx0" brushRef="#br0" timeOffset="100075.89">15488 17526 1337 0,'0'0'309'15,"0"0"-102"-15,0 0-27 16,0 0 16-16,0 0-28 16,0 0-59-16,0 0-21 0,-4-40-6 15,-7 52-9-15,-7 10 21 16,-7 9 8-16,-5 8-26 16,-1 5-10-16,1-1-21 15,7 3-6-15,7-5-3 16,7-5-14-16,9-3-10 15,0-8 0-15,12-9 2 16,14-5 10-16,8-10 3 16,8-1 2-16,8-11-8 15,7-9-10-15,1-5-4 16,-1 0-1-16,-9 3-6 0,-7 8-55 16,-12 11-102-16,-25 13-294 15,-4 13-333-15,-6 7-1004 0</inkml:trace>
  <inkml:trace contextRef="#ctx0" brushRef="#br0" timeOffset="108920.59">22679 15559 439 0,'0'0'864'15,"0"0"-626"-15,0 0-59 16,0 0 22-16,3-79-37 15,22 69-86-15,8 7-32 0,8 3 4 16,2 8-18 0,-1 14-9-16,-6 10 0 0,-8 9-8 15,-10 9 1-15,-11 3 4 16,-7 5-3-16,-6 4 9 16,-15 2 11-16,-3-1 1 15,-1 3-17-15,3-7-6 16,4-6-13-16,9-10 4 15,9-9-6-15,0-10 1 16,10-8-1-16,16-9 0 16,5-7 1-16,5 0 0 15,7-20-1-15,-3-7 0 16,0-3-25-16,-8 0 8 16,-10 2 17-16,-6 6-1 15,-6 8 1-15,-6 8 1 0,-1 6 1 16,3 3 4-16,0 22-6 15,4 13 27-15,7 23 34 16,2 28 44-16,7 30 18 16,2 12-20-16,-3-2-16 15,-4-7-20-15,-6-9-7 16,0-1-32-16,-3 0-8 16,1-1 5-16,1-11-10 15,-5-16-3-15,-3-26 9 16,-1-15-7-16,-2 1 7 15,2 2-6-15,-1 10-2 16,1 9-3-16,-3-5 2 16,-2-7-12-16,0-7 2 0,0-12 4 15,-3-8-6-15,-2-10 1 16,2-9-1-16,-2-3 2 16,-2-4 11-16,-3 0-5 15,-4-2-7-15,-4-3 0 16,-2-4 0-16,-5 4 1 15,-1 2-1-15,-4 3 0 16,-5 0-1-16,-5 7 0 16,-5 8 0-16,-4 4-9 15,-3-1-52-15,6-1-36 16,-5-13-68-16,14-4-220 16,12-4-556-16</inkml:trace>
  <inkml:trace contextRef="#ctx0" brushRef="#br0" timeOffset="116977.59">23332 15662 224 0,'0'0'1006'0,"0"0"-657"16,0 0-50-16,0 0-15 15,0 0-96-15,0 0-65 16,8-22-13-16,20 22-11 15,10 0-16-15,9 0-20 16,7 0-14-16,6 0-7 0,4 0-14 16,4-11-7-16,1-2-4 15,0-4-10-15,-4 1 8 16,-8 0-6-16,-13 2-4 16,-14 3-5-16,-13 2-1 15,-8 4-11-15,-9 0-52 16,0 2-108-16,-34 3-126 15,1 0-194-15,-3 0-296 0</inkml:trace>
  <inkml:trace contextRef="#ctx0" brushRef="#br0" timeOffset="117294.47">23459 15430 1224 0,'0'0'332'16,"0"0"-73"-16,0 0-58 16,0 0-38-16,0 0-68 15,0 0-45-15,0 0-13 16,5 7-6-16,-5 20 12 16,0 7 5-16,-8 5 20 15,-4 3-5-15,2-3 2 16,1-3-17-16,3-6-8 15,6-6-19-15,0-5-11 16,0-8 2-16,13 0-1 0,8-4 5 16,7-5-2-16,10-2-13 15,24-4-1-15,43-28-179 16,-9 5-117-16,-4-8-495 0</inkml:trace>
  <inkml:trace contextRef="#ctx0" brushRef="#br0" timeOffset="117758.69">24590 15168 1345 0,'0'0'315'0,"0"0"-81"0,0 0 8 16,0 0-151-16,0 0-61 15,0 0 1-15,0 0 37 16,-25 108-4-16,8-59-8 16,-5-2 2-16,-2-2-13 15,0-4-15-15,6-7-21 16,3-7 2-16,9-7-10 16,5-9-1-16,1-7-1 15,10-4-6-15,16 0 6 16,8-4-5-16,6-9-36 15,2-2-1-15,-3-3 0 0,-1-2-11 16,-6 0 22-16,-7-3 17 16,-2-1 13-1,-6 2 2-15,-3 2 0 16,-4 4 9-16,-4 8 19 0,-3 7 24 16,0 1-17-16,2 4-24 15,1 13-1-15,5 7 14 16,5 3 7-16,3 1-14 15,3 0-8-15,1-2-3 16,4-1-6-16,11-4-72 16,-2-9-213-16,-5-8-601 0</inkml:trace>
  <inkml:trace contextRef="#ctx0" brushRef="#br0" timeOffset="118290.13">25365 15144 1345 0,'0'0'390'16,"0"0"-80"-16,0 0-77 16,0 0-106-16,-104 18-8 15,76 10-37-15,1 5 10 16,4 2-41-16,4 5-29 16,7-1-6-16,5-1-5 15,7-4-11-15,0-6 1 16,15-10-1-16,8-12-41 15,3-6-92-15,5-24-53 16,-1-13 42-16,-3-14 11 16,-3-23 51-16,-7-29 52 0,-4-28 29 15,-6 8 1-15,-4 27 0 16,-3 38 10-16,0 40 43 16,0 6 28-16,-4 10-20 15,-4 2-36-15,-3 17-24 16,-2 29-1-16,6 8 12 15,4 9 23-15,3 4 10 16,10-6-23-16,16 0-12 16,8-8-9-16,6-11-1 15,0-14-1-15,-2-11-32 16,-5-11-50-16,-8-6-4 16,-6-3 44-16,-5-9 43 15,-7-1 2-15,-1 3 36 0,-5 5 33 16,1 5-3-16,-1 0-32 15,2 6-29-15,2 14-5 16,0 4 13-16,1 2-14 16,-3-1 8-16,1 0-9 15,-4-8 0-15,0-9-106 16,-3-6-255-16,-6-2-569 0</inkml:trace>
  <inkml:trace contextRef="#ctx0" brushRef="#br0" timeOffset="118412.69">25567 14925 927 0,'0'0'195'0,"0"0"-111"0,0 0-56 15,0 0-20-15,91 73-8 16,-55-44-282-16</inkml:trace>
  <inkml:trace contextRef="#ctx0" brushRef="#br0" timeOffset="118898.28">25744 15100 1200 0,'0'0'264'16,"0"0"96"-16,0 0-73 15,0 0-133-15,0 0-101 16,0 0-37-16,0 0-8 16,3 35 7-16,6-13 1 15,2 0-9-15,-4-1 1 16,-1-1-7-16,-1-2 6 0,-1-6-7 15,-3-5-1-15,-1-7 1 16,0-5 19-16,0-17-13 16,0-12-5-16,0-7 5 15,0-5 3-15,2 2 22 16,8 4 45-16,3 9-11 16,3 10-29-16,-1 10-17 15,3 11-14-15,2 0-5 16,2 20 0-16,-2 6 0 15,1 7 1-15,-7 1 10 16,-4-1-10-16,-6-1 7 16,-4-7-8-16,0-7 1 15,0-8-1-15,0-9 3 16,0-1 73-16,0-12 61 0,0-12-93 16,3-5-34-16,6-3-9 15,6 5-1-15,2 6-7 16,1 9 6-16,0 7-9 15,2 5 4-15,4 2-3 16,0 18 8-16,-3 5 0 16,-2 5 1-16,-11 20-14 15,-7-8-303-15,-1-6-584 0</inkml:trace>
  <inkml:trace contextRef="#ctx0" brushRef="#br0" timeOffset="119036.94">26357 15057 1625 0,'0'0'243'0,"0"0"57"0,0 0-173 16,0 0-94-16,35-75-33 15,41 75-179-15,-5 0-307 16,2 2-760-16</inkml:trace>
  <inkml:trace contextRef="#ctx0" brushRef="#br0" timeOffset="119334.21">26969 14668 1798 0,'0'0'265'16,"0"0"-128"-16,0 0-41 15,0 0-33-15,80 108 9 0,-41-58-2 16,1 3-19-16,-5-6-25 15,-8-8-3-15,-9-13 14 16,-5-12-15-16,-4-14-5 16,0-1 11-16,4-28 52 15,2-17-59-15,6-11-21 16,1-6-56-16,0 0-55 16,1 8-2-16,3 16 23 15,-1 19-38-15,6 20-246 16,-7 6-254-16,-3 13-603 0</inkml:trace>
  <inkml:trace contextRef="#ctx0" brushRef="#br0" timeOffset="120026.22">27564 14815 624 0,'0'0'695'0,"0"0"-521"16,0 0-45-16,0 0 52 15,0 0-46-15,0 0-54 16,0 0-17-16,42 47-17 16,-27-47 12-16,1-1 16 15,2-17-10-15,0-4-16 16,-8-6-28-16,-4-2 6 0,-6 0-11 16,0 4-4-1,-9 6-6-15,-7 7 0 0,-1 10-6 16,-2 3-6-16,3 13-4 15,2 11 8-15,8 7 0 16,6 3-4-16,5 2-2 16,22-2-41-16,10-5-43 15,11-9-61-15,0-5-67 16,-1-10-69-16,-5-5 49 16,-5-3 118-16,-7-15 108 15,-7-4 14-15,-4-3 110 16,-7 0 71-16,-3 3 32 15,-8 2-7-15,-1 6-6 16,0 5-32-16,-7 5-33 0,-5 4-69 16,-2 1-53-1,-2 18-7-15,4 6-5 0,2 6 0 16,10 5 6-16,0 1 5 16,22-3-3-16,15-5-3 15,14-12-5-15,9-12 8 16,4-5-9-16,5-18-44 15,-4-15-7-15,-7-13-63 16,-10-22 39-16,-17-24 45 16,-16-26 30-16,-11 6 1 15,-4 25 30-15,-1 31-31 16,-11 32-3-16,2 7-22 16,-2 4 15-16,3 9 9 15,3 4-7-15,3 20-8 0,3 16 9 16,0 12 7-16,12 9 36 15,13 5 36-15,5 0-4 16,1 0-19-16,-2-6-18 16,-4-6-31-16,-10-8 0 15,-5-12-178-15,-10-15-445 0</inkml:trace>
  <inkml:trace contextRef="#ctx0" brushRef="#br0" timeOffset="120722.64">28096 14629 1227 0,'0'0'289'0,"0"0"-166"15,132-11-48-15,-18 8-36 0,-1-1-26 16,-19 0-13-16,-31-4-25 16,-25 0-43-16,1-7 42 15,0-2-4-15,-4-2 9 16,-14-4 21-16,-11 3 26 15,-8 2 76-15,-2 5 29 16,-9 2-2-16,-9 7-28 16,-4 4-17-16,-3 0-19 15,-2 15-17-15,4 6-22 16,2 8-7-16,8 1-10 0,7 5-7 16,6-3 3-1,0-2-5-15,15-6-2 16,5-9-26-16,2-10-65 0,1-5-49 15,-2-5-1-15,-3-18 10 16,-1-4 33-16,-5-4 68 16,-6 2 31-16,-3 2 1 15,-3 8 29-15,0 7 73 16,0 10 24-16,-5 2-19 16,-4 4-67-16,2 12 8 15,2 3 1-15,5 2-17 16,0-1-18-16,15 0-7 15,12-4-1-15,9-7 6 16,4-6-5-16,3-3-7 16,-2-6 8-16,-7-16-2 15,-3-11-5-15,-5-9 7 0,-6-5 1 16,-7 3-8-16,-7 2-1 16,-6 10 2-16,0 10 6 15,-2 5-7-15,-4 9 1 16,3 7-1-16,2 1-1 15,1 4-8-15,0 15 7 16,0 11 1-16,0 6 7 16,0 5 16-16,0 5 14 15,0-1-11-15,-4 1 2 16,4-4 2-16,0-3 12 16,14-4 1-16,16-8-15 15,11-4 8-15,7-9-8 0,4-5-28 16,8-9-153-16,-16 0-369 15,-15-6-931-15</inkml:trace>
  <inkml:trace contextRef="#ctx0" brushRef="#br0" timeOffset="120950.93">28195 15374 2116 0,'0'0'272'16,"0"0"3"-16,0 0-143 15,143-32 18-15,-16 9-99 16,10-5-32-16,-20 7-18 16,-40 8-1-16,-40 3-51 15,-7-4-164-15,-6 0-303 0,-9-1-454 16</inkml:trace>
  <inkml:trace contextRef="#ctx0" brushRef="#br0" timeOffset="121114.1">28121 15509 1847 0,'0'0'324'15,"0"0"-115"-15,0 0-96 16,156-9 4-16,-19-16-45 0,14-5-56 15,-13-6-16-15,-47 10-286 16,-40-2-599-16</inkml:trace>
  <inkml:trace contextRef="#ctx0" brushRef="#br0" timeOffset="122802.21">12729 576 861 0,'0'0'292'0,"0"0"-59"15,0 0-2-15,0 0-36 16,-94-71-29-16,63 58-21 16,-4 4-6-16,-1 4-33 15,-1 5-31-15,-3 5-10 0,-4 17-3 16,-9 21 11-16,-13 30-22 15,-4 33 1-15,6 18 20 16,15 13-15-16,20 4 17 16,20-1-12-16,9 10-13 15,11-7-9-15,19-12-17 16,12-19-1-16,4-29-4 16,0-23 2-16,19-6-7 15,18-17 1-15,11-13-8 16,2-13 0-16,-22-11 7 15,-24-23 7-15,7-21 11 16,10-26-11-16,5-32-4 0,-3-24-6 16,-25-6 5-1,-23-1-3-15,-18 6-3 0,-3 4-1 16,-19 5-1-16,-14 7 1 16,-6 11-7-16,-9 9-1 15,8 19 1-15,4 19 1 16,9 16 7-16,3 9-3 15,-1 1 6-15,0 4-12 16,-2 3-1-16,6 8 0 16,0 11-7-16,2 1-8 15,-1 6-23-15,1 13-57 16,1 7-40-16,-3 16-160 16,5-7-280-16,1-5-457 0</inkml:trace>
  <inkml:trace contextRef="#ctx0" brushRef="#br0" timeOffset="122982.27">12803 562 2338 0,'0'0'537'15,"0"0"-283"-15,0 0-158 16,0 0-65-16,0 0-31 15,0 0-52-15,0 0-301 16,-98 3-1710-16</inkml:trace>
  <inkml:trace contextRef="#ctx0" brushRef="#br0" timeOffset="127206.35">26951 16165 1169 0,'0'0'345'0,"0"0"-5"16,0 0-75-16,0 0-129 16,0 0-6-16,-27 75 1 15,20-32-18-15,-2 4-59 16,3-2-20-16,1-1-15 0,1-11-10 15,1-6-8-15,1-12 1 16,1-8-2-16,-1-7 8 16,-1-10-8-16,-4-19-9 15,3-14-3-15,1-10 12 16,3-5 0-16,0-1 1 16,4 5 2-16,17 7-3 15,4 14 1-15,6 13 1 16,2 16-1-16,2 4 10 15,-1 20-1-15,-3 7 9 16,-2 7 2-16,-4 3 2 16,-3 0-2-16,-7 0-8 15,-2-5 1-15,-6-6-8 0,-6-6-6 16,-1-11 1-16,0-9 12 16,-8 0 0-16,-5-20-2 15,1-13-10-15,6-7 10 16,6-5-4-16,0 1-1 15,12 6-6-15,12 9 9 16,4 12-8-16,5 17 5 16,2 0 6-16,0 20 6 15,0 13 5-15,-5 6-13 16,-4 5 5-16,-5 2-14 16,-4-3-1-16,-1-2-8 15,12-5-71-15,-4-11-211 16,0-15-389-16</inkml:trace>
  <inkml:trace contextRef="#ctx0" brushRef="#br0" timeOffset="127961.28">28022 16182 1189 0,'0'0'267'0,"0"0"-67"0,0 0 5 16,0 0-119-16,0 0-45 16,48-88-29-16,-27 50-9 15,-2-2-2-15,-3-1 0 16,-7 4 10-16,-6 7 15 15,-3 9 47-15,0 11 66 16,-16 10-53-16,-5 2-43 16,-7 18-15-16,-4 9-1 15,4 4 1-15,9 1-7 16,11 0-12-16,8-4-2 16,8-5 0-16,17-7 2 15,8-5-3-15,1-7 2 0,-1-3-3 16,-5 1-5-16,-5-3 0 15,-11 3-1-15,-7 3 0 16,-5 4 1-16,0 6 6 16,-5 5 32-16,-7 3 25 15,1 3-5-15,4-1-22 16,4 0-20-16,3-5-7 16,4-2-8-16,16-7-1 15,5-7-72-15,17-6-96 16,-5-12-163-16,-8-7-543 0</inkml:trace>
  <inkml:trace contextRef="#ctx0" brushRef="#br0" timeOffset="129867.69">28394 15993 1209 0,'0'0'306'0,"0"0"0"16,0 0-65-16,0 0-105 15,0 0-40-15,0 0-32 16,0 0 1-16,39 23 3 15,-39 10 9-15,-3 5-8 16,-11-2-15-16,-1-2-25 16,0-3-15-16,4-6-8 15,5-5-6-15,2-7-33 16,4-7-67-16,0-6-22 16,18-2 14-16,4-13-14 15,6-9-10-15,2-2 17 0,-1-4 52 16,-5-4 41-16,-2-2 22 15,-6-3 1-15,-4 5 34 16,-4 3 37-16,-5 5 24 16,-1 8 14-16,-2 8-2 15,0 6-17-15,0 4-11 16,0 0-43-16,0 14-21 16,0 8 29-16,0 9 16 15,0 5-13-15,0 0-23 16,0 1-8-16,8-5-16 15,9-5 11-15,7-6-12 16,5-9-47-16,6-7-69 16,1-5-55-16,2-12-123 15,-7-15-27-15,-4-10 36 0,-10-5 157 16,-6-4 128 0,-7 3 77-16,-3 3 104 0,-1 5 23 15,0 9 3-15,0 10-12 16,0 6-46-16,-3 7-12 15,1 3-46-15,2 2-45 16,-2 14 0-16,-1 7 33 16,1 8-10-16,-1 4-24 15,2 4-17-15,1-1-16 16,0-3-10-16,0-6-2 16,3-5-1-16,7-12-60 15,1-10-68-15,1-2-8 16,2-16 5-16,0-12-46 0,1-11 17 15,-2-3 53-15,1 0 62 16,-5 2 32-16,-2 6 14 16,-1 7 25-16,-1 9 38 15,-1 7 24-15,-1 4 7 16,0 7-30-16,0 0-34 16,5 6-1-16,1 12 23 15,5 5-4-15,1 5-18 16,2 1-10-16,2-1-11 15,-2-3-3-15,0-4-6 16,-3-6 0-16,-2-6-51 16,-3-8-44-16,-3-1-56 15,0-7-1-15,0-14-9 0,-1-6 16 16,1-6 51-16,0 2 58 16,-1 0 36-16,0 6 14 15,-2 6 51-15,-1 9 43 16,0 7-4-16,-2 3-6 15,0 0-45-15,0 13 47 16,3 7-14-16,1 4-37 16,7-1-22-16,4 0-11 15,3-2-7-15,4-4-9 16,0-6-16-16,-2-7-60 16,1-4-70-16,-4 0 1 15,0-10-55-15,-4-7-4 16,-2-2 26-16,-2-3 65 0,-5 5 109 15,0 0 4-15,-4 1 79 16,0 4 36-16,0 6 15 16,0-1-14-16,0 7-18 15,0 0-52-15,0 0-40 16,2 8-5-16,4 3 1 16,2 1-2-16,1 1-15 15,5-7-59-15,2-3-52 16,1-3-21-16,4-2-1 15,-4-13 29-15,0-5 77 16,-5 1 42-16,-4 2 71 16,-2 6 97-16,-5 5 81 15,-1 6-50-15,0 0-88 16,0 20 12-16,-10 6-4 0,1 9-30 16,0 5-19-1,-1 4-21-15,2 1-24 0,-1-2-8 16,-1-2-16-16,2-8-1 15,-1-8-15-15,3-11-44 16,2-11-21-16,4-3 29 16,0-15-48-16,0-14 49 15,4-5 33-15,7-2 17 16,1 5 13-16,-2 6 24 16,-2 8 34-16,-4 10 2 15,1 7-18-15,2 0-27 16,0 7 18-16,4 10 0 15,4 5-10-15,3 0-18 16,6-2-12-16,4-1-5 16,3-7-1-16,2-7-4 0,0-5-44 15,-5-8-32-15,-7-20-15 16,-9-12 0-16,-10-26 65 16,-2-30 22-16,-5-42 8 15,-6-11 7-15,1 20 14 16,4 37 7-16,2 46 34 15,-1 24 24-15,2 9 6 16,0 8-1-16,0 5-24 16,2 25-9-16,1 31 24 15,0 24-25-15,22 22-23 0,11 5-14 16,3-19-9-16,-5-22-11 16,-8-27-1-16,2-13-24 15,5-4-83-15,7-7-7 16,8-13 8-16,-3-6-15 15,-2-26 2-15,-5-14 12 16,-2-9 65-16,-4 0 33 16,-8 0 10-16,-2 7 28 15,-8 9 47-15,-7 11 16 16,-4 14 26-16,-3 12 53 16,-14 0-44-16,-8 21-47 15,-5 15-5-15,1 7-8 16,5 8 5-16,9 0 4 15,13-1-19-15,2-4-10 16,28-10-2-16,16-7 9 0,30-14-3 16,29-13-16-1,27-2-2-15,7-19-4 0,-24-4-16 16,-35 7-10-16,-33 6 6 16,-15 1-8-16,-8 3 0 15,-6-1 0-15,-8 0 1 16,-8 2-1-16,-12 2-53 15,-19 3-49-15,-44 6-86 16,8 11-383-16,-9 1-754 0</inkml:trace>
  <inkml:trace contextRef="#ctx0" brushRef="#br0" timeOffset="131450.94">27533 17331 978 0,'0'0'211'0,"0"0"-88"15,0 0 111-15,0 0-5 16,0 0-65-16,0 0-31 0,-52-8 4 15,52 8-30-15,0-2-11 16,0 0 39-16,3-1-23 16,14-2-27-16,10-2 4 15,9-3-14-15,8-2-35 16,6-1-16-16,2 2-16 16,-4 1-8-16,-5 0 7 15,-8 4-7-15,-12 1 1 16,-9 5 0-16,-10 0 0 15,-2 0 6-15,-2 0-7 16,0 0 0-16,-9 11 0 16,-12 6 9-16,-9 6-3 15,-7 9-5-15,-7 2 14 0,0 2 10 16,0 3-1-16,9-3 6 16,6-3-3-16,12-6 12 15,9-3-4-15,8-9-13 16,0-1-4-16,19-4 5 15,11-3-5-15,6-5 12 16,9-2-7-16,5-2-2 16,4-13-10-16,0-1-1 15,-3-2-10-15,-4 1 6 16,-11 3-6-16,-9 2-37 16,-12 2-62-16,-9 2-48 15,-6-11-134-15,-1 5-258 16,-12-5-405-16</inkml:trace>
  <inkml:trace contextRef="#ctx0" brushRef="#br0" timeOffset="131878.71">28150 16815 1106 0,'0'0'324'15,"0"0"-181"-15,0 0 140 16,0 0-111-16,0 0-45 0,0 0-58 16,-85-12-14-16,73 12-8 15,3 0 2-15,2 0 14 16,3 0-13-16,2 0-2 15,2 0-22-15,0 0-15 16,0 3-10-16,0 9 9 16,9 7 11-16,-2 6 43 15,1 10 8-15,-1 2-10 16,2 7-14-16,-1 1 0 16,-1 2-11-16,3-4 4 15,1-2-14-15,1-5-14 16,3-8-7-16,0-8-5 15,4-7-1-15,2-9-25 0,-1-4-99 16,8-23-121 0,-4-7-249-16,-7-6-415 0</inkml:trace>
  <inkml:trace contextRef="#ctx0" brushRef="#br0" timeOffset="132202.83">28289 16772 1348 0,'0'0'215'0,"0"0"-37"16,0 0-44-16,0 0 3 15,0 0-39-15,15 92-7 16,-15-58-9-16,-3 2-31 16,-11-2-17-16,-5-3-17 15,1-7-10-15,-1-7-5 0,5-12 4 16,3-5 5-16,6-5 1 15,5-11-1-15,0 3-10 16,5 0 5-16,11 5-4 16,2 5 6-16,7 3 1 15,3 0 3-15,4 0-4 16,-1 3-7-16,2 4 0 16,-2-3-1-16,-2-3-50 15,-3-1-197-15,-5-5-329 16,-9-9-600-16</inkml:trace>
  <inkml:trace contextRef="#ctx0" brushRef="#br0" timeOffset="132510.66">28402 16617 1324 0,'0'0'197'15,"0"0"169"-15,0 0-209 16,0 0-79-16,0 0 4 15,0 0-2-15,0 0-10 16,93 10-11-16,-71 0 20 16,4 4-5-16,-3 3 14 15,0 5 15-15,-4 4-11 16,1 3-2-16,-3 5-30 16,-3 0-21-16,-5 2-2 15,0-2-16-15,-5-2-9 16,-2-1 0-16,-2-7-11 0,0 3 5 15,0-9-6 1,-9 0 0-16,-6-6-50 0,-9-4-113 16,4-4-217-16,1-4-630 0</inkml:trace>
  <inkml:trace contextRef="#ctx0" brushRef="#br0" timeOffset="132796.89">29009 17297 1371 0,'0'0'320'15,"0"0"-59"-15,0 0 3 16,0 0-123-16,0 0-67 16,0 0-51-16,0 0-12 15,88-23-11-15,-56 19-45 16,5-1-159-16,-9 1-166 16,-7 1-456-16</inkml:trace>
  <inkml:trace contextRef="#ctx0" brushRef="#br0" timeOffset="132961.56">29004 17389 1650 0,'0'0'249'16,"0"0"40"-16,0 0-120 16,0 0-70-16,0 0-63 15,96-6-21-15,-15-7-15 16,-8 1-189-16,-7-5-506 0</inkml:trace>
  <inkml:trace contextRef="#ctx0" brushRef="#br0" timeOffset="133756.83">30235 16643 409 0,'0'0'983'0,"0"0"-773"0,0 0 75 16,0 0-47-16,-94-25-89 15,69 25-41-15,0 0-16 16,4 8-6-16,1-2-16 16,4 0 6-16,6 0 4 15,4 1-8-15,4 1-11 16,2 6-22-16,0 10 9 0,6 8 21 15,6 8-11-15,4 9-2 16,0 4-8-16,0 3-17 16,-3 7-1-16,2 3-1 15,-3 1 3-15,1 5 3 16,1-6 1-16,1-2-11 16,0-6-10-16,1-7-4 15,-1-9-10-15,1-8 1 16,-2-10-1-16,1-9-1 15,0-10-42-15,1-5-60 16,1-15-32-16,10-48-178 16,-4 6-268-16,-6-7-508 0</inkml:trace>
  <inkml:trace contextRef="#ctx0" brushRef="#br0" timeOffset="134328.33">30452 16747 1280 0,'0'0'273'0,"0"0"-19"15,0 0 44-15,0 0-92 16,0 0-79-16,0 0-45 16,0 0 61-16,-2 15-2 15,5 14-15-15,0 7-39 16,-3 3-19-16,0 0-15 15,0 0-14-15,0-6-11 16,0-3-19-16,-3-4 0 0,0-11-9 16,3-3 8-16,0-5-7 15,0-5 0-15,0-2 7 16,0 0-8-16,5 0 1 16,10-9-1-16,4 1 0 15,7-4 0-15,3 3-1 16,1-3-11-16,2 0-9 15,-3 2-6-15,-3 0 3 16,-4-4 9-16,-7-1-5 16,-3-2 5-16,-9 0 8 15,-3-4 1-15,0 1 6 16,-5-2-1-16,-8 2 1 16,-1 4 0-16,0 7 0 0,3 4 0 15,0 5 2 1,1 0 8-16,3 16 10 0,-1 6 11 15,5 6 7-15,3 4 1 16,0 5 0-16,0 0-5 16,9 0-3-16,2 0-10 15,2-3-10-15,-1-2-11 16,-3-6 1-16,1-4-1 16,-4-5-16-16,-1-4-71 15,-5-12-105-15,0-1-376 16,0-1-345-16</inkml:trace>
  <inkml:trace contextRef="#ctx0" brushRef="#br0" timeOffset="134718.79">30980 17072 1647 0,'0'0'311'16,"0"0"4"-16,0 0-106 15,0 0 31-15,0 0-79 16,0 77-64-16,0-46-34 16,0 1-33-16,0-5-18 15,0 2-12-15,0-10 0 16,9-7-109-16,0-3-216 15,2-9-335-15</inkml:trace>
  <inkml:trace contextRef="#ctx0" brushRef="#br0" timeOffset="135370.41">31219 16658 52 0,'0'0'1464'0,"0"0"-1164"16,0 0 1-16,0 0-117 15,0 0-3-15,0 0-7 16,0 0-44-16,-6 93-45 15,6-63-33-15,6 0-22 0,2-3-15 16,0-1-9-16,-2-7-5 16,0-4-1-16,0-5-35 15,-5-9-81-15,-1-1-5 16,0-14 23-16,0-12-20 16,-1-11 28-16,-11-10 51 15,-2-5 29-15,1-2 10 16,2 2 6-16,4 9 20 15,4 13 20-15,3 11 11 16,0 15 5-16,0 4-35 0,14 6 22 16,5 11 34-1,2 8-4-15,3 2-31 0,1 1-15 16,0 0-6-16,-1-3-21 16,-3-2-5-16,-3-6 5 15,-4-8-6-15,-4-4 0 16,-4-5-1-16,-2-5 1 15,-1-15 1-15,-1-13-1 16,-2-4 0-16,0-2-1 16,0 2 1-16,0 9 0 15,0 10 11-15,3 11 17 16,3 7-4-16,6 3-13 16,6 17 28-16,6 8 7 15,5 4-16-15,4 4-12 16,0-2-2-16,-3 0-10 0,-5-2-6 15,-7-5-24-15,-11 4-107 16,-5-12-217-16,-2-8-430 0</inkml:trace>
  <inkml:trace contextRef="#ctx0" brushRef="#br0" timeOffset="136016.64">31671 16175 1264 0,'0'0'299'0,"0"0"54"15,0 0-174-15,0 0-41 16,0 0-9-16,0 0-27 16,0 0-23-16,87-1 0 15,-61 1 3-15,-4 0-10 16,-2 0-11-16,-4 0-5 15,-4 0-5-15,1 1-3 0,-2 5-12 16,2 4 4-16,1 8-10 16,-1 8 17-16,3 8 8 15,1 5-17-15,-4 8-19 16,-1 3 22-16,3 6-4 16,0 1 14-16,0 3 10 15,0 2-5-15,1-3-14 16,-2 4-9-16,0-5 1 15,-1 0-4-15,0-2-6 16,-4-3-1-16,0-7-5 16,-3-5-3-16,0-9-8 15,-2-6 1-15,-2-10-7 0,-1-8 0 16,1-4 1-16,-2-2 4 16,0-1 1-16,0-1-5 15,0 0 5-15,-2 3-5 16,-17 4-2-16,-28 8 0 15,-42 12-7-15,-60 16-37 16,-41 12-56-16,-30 6-91 16,-19-2-98-16,67-19-407 15,20-4-1296-15</inkml:trace>
  <inkml:trace contextRef="#ctx0" brushRef="#br0" timeOffset="137232.99">30113 16654 734 0,'0'0'121'16,"0"0"-27"-16,0 0 72 15,0 0-18-15,0 0-18 0,0 0 56 16,-10-37 24-16,-1 41-39 15,-4 18 2-15,-5 11-18 16,-10 24-8-16,-2 25 26 16,4 23-17-16,8 14-26 15,15-6-28-15,5-11-13 16,24-18-11-16,5-16-22 16,4-12-25-16,0-15-16 15,3-3-7-15,12 3-7 16,8 1-1-16,11-1-67 15,35-22-129-15,-17-9-320 16,-5-10-518-16</inkml:trace>
  <inkml:trace contextRef="#ctx0" brushRef="#br0" timeOffset="137698.61">31645 16059 1185 0,'0'0'211'0,"0"0"39"15,0 0 14-15,84-6-84 16,-28 48-10-16,29 31-28 0,24 33-4 16,5 22 5-16,-22 4-19 15,-37-3-20-15,-46-11-51 16,-25-4-32-16,-49-8-16 16,-30-8-5-16,-35-6-67 15,24-28-200-15,-4-17-451 0</inkml:trace>
  <inkml:trace contextRef="#ctx0" brushRef="#br0" timeOffset="142019.15">22393 11219 157 0,'0'0'724'16,"0"0"-449"-16,0 0 19 15,0 0 0-15,0 0-30 16,0 0-51-16,-37 3-58 16,57 7 65-16,10 4 4 15,6-5-61-15,9 2-29 16,10-5-15-16,18-6-32 16,26 0 2-16,17-17-5 15,3-5-25-15,-23 1-26 0,-29 6-14 16,-29 7-7-16,-9 1-12 15,-7 1 0-15,-1 1-9 16,-7 2-42-16,-12 3-70 16,-16 6-83-16,-15 10-348 15,-7 3-541-15</inkml:trace>
  <inkml:trace contextRef="#ctx0" brushRef="#br0" timeOffset="142604.41">22412 12180 232 0,'0'0'731'0,"0"0"-444"15,0 0 30-15,0 0-1 16,0 0-1-16,0 0-44 15,0 0-62-15,-76-10-44 16,96 27 37-16,9 0-43 16,13 0-41-16,7-3-21 15,8-6-1-15,3-7-37 0,2-1-19 16,1 0-7-16,-2-11-15 16,-7-1-11-16,-10 0-7 15,-14 4-6-15,-16 5-75 16,-14 3-76-16,-30 16-108 15,-10 8-456-15,-13 4-1070 0</inkml:trace>
  <inkml:trace contextRef="#ctx0" brushRef="#br0" timeOffset="143439.76">22233 13268 538 0,'0'0'220'16,"0"0"-4"-16,0 0-28 16,0 0 30-16,0 0 0 15,0 0 3-15,0 0-20 16,-29 3-17-16,27-3-13 15,0 0-6-15,1 0 3 16,1 0-26-16,0 0-27 16,0 0-28-16,0 0-20 15,0 0-10-15,9 0-19 16,12 0 4-16,13 2 28 0,12-2-7 16,8 0-14-1,5 0-1-15,1-2 3 0,-2-3-15 16,-5-3-3-16,-4 4-4 15,-9-3-8-15,-7 4-6 16,-9 0-5-16,-7 1-2 16,-9 2-7-16,-3 0 0 15,-5 0 0-15,0 0-1 16,0 0-29-16,-2 0-87 16,-41 16-89-16,-2 4-393 15,-10 0-858-15</inkml:trace>
  <inkml:trace contextRef="#ctx0" brushRef="#br0" timeOffset="146606.44">27958 10790 875 0,'0'0'244'0,"0"0"41"0,0 0 35 15,0 0-47-15,0 0-56 16,0 0-59-16,0 0 6 15,43-39 32-15,-3 39-2 16,8 0-47-16,24 0-47 16,25-13-16-16,23-5-18 15,7-3-21-15,-24 3-26 16,-28 4-13-16,-38 7-5 16,-12 1 0-16,-4 0-1 15,-7 3-34-15,-10 1-48 16,-4-1-40-16,-15 3-144 0,-38 0-81 15,2 3-252-15,-2 3-101 0</inkml:trace>
  <inkml:trace contextRef="#ctx0" brushRef="#br0" timeOffset="146927.51">28070 10510 1104 0,'0'0'336'0,"0"0"-125"0,0 0 45 16,0 0-32-1,0 0-47-15,0 0-88 0,0 0-36 16,16-58-20-16,-16 80 28 16,-7 11 57-16,-10 8-29 15,-5 5-34-15,-7 5-16 16,0-3-4-16,0-4-7 15,6-6 0-15,7-6 2 16,9-7-12-16,7-7-3 16,0-5-7-16,19-7-8 15,8-3 7-15,6-3-7 16,5 0-30-16,20-1-142 16,-11-6-91-16,-5-1-422 0</inkml:trace>
  <inkml:trace contextRef="#ctx0" brushRef="#br0" timeOffset="147251.8">28189 11355 1763 0,'0'0'303'16,"0"0"-75"-16,0 0-57 15,0 0 82-15,0 0-101 16,0 0-34-16,131 1 18 0,-59-2-46 16,7-12-28-16,4-4-19 15,-15 0-19-15,0 1-17 16,-10 0-5-16,-16 6-2 15,-16 4-48-15,-18 6-106 16,-25 0-118-16,-18 0-95 16,-9 0-523-16</inkml:trace>
  <inkml:trace contextRef="#ctx0" brushRef="#br0" timeOffset="147581.6">28173 11080 1280 0,'0'0'274'15,"0"0"-137"-15,0 0 78 16,0 0-27-16,0 0-25 16,0 0-71-16,0 0-22 15,1 8 64-15,-14 29-12 16,-10 10 6-16,-5 7-33 15,-3 5-27-15,-2 0-17 16,1-3-1-16,9-5-8 16,8-8-13-16,7-7-11 15,8-12-5-15,11-9-1 16,21-11 0-16,30-4 5 0,32-19-10 16,29-16-7-1,13-4-55-15,0 3-162 0,-38 11-168 16,-25 11-915-16</inkml:trace>
  <inkml:trace contextRef="#ctx0" brushRef="#br0" timeOffset="148102.97">29206 12590 1024 0,'0'0'306'0,"0"0"-48"15,0 0 64-15,0 0-18 16,0 0-57-16,0 0-91 16,0 0 2-16,9 52 5 15,42-45-39-15,12-2-33 16,5-5-40-16,5 0-24 16,-3 0-12-16,-7-11-13 15,-11 2-2-15,-13-3-10 16,-15-1-113-16,-24-9-172 0,0 3-281 15,-21-2-503-15</inkml:trace>
  <inkml:trace contextRef="#ctx0" brushRef="#br0" timeOffset="148439">29281 12364 1743 0,'0'0'247'16,"0"0"-131"-16,0 0 46 15,0 0 7-15,0 0-56 16,0 0-25-16,0 0 46 0,-58 79-38 16,32-35-17-16,-5 5 2 15,-2 2-20-15,-1 1-13 16,4-3-11-16,9-2 5 15,12-10-7-15,9-5-14 16,14-9-8-16,35-9-1 16,30-14 3-16,30-8-6 15,9-25-3-15,-18-4-6 16,-23 3 0-16,-31 9-44 16,11-16-106-16,-8 4-194 15,-11 1-557-15</inkml:trace>
  <inkml:trace contextRef="#ctx0" brushRef="#br0" timeOffset="152176.61">23699 13198 1367 0,'0'0'362'0,"0"0"-125"15,0 0-39-15,0 0-59 16,0 0-30-16,0 0-3 15,0 0 26-15,105-2 10 16,-36-1-27-16,22-6-7 16,20-3-10-16,7-3-33 0,-21 3-23 15,-23 0-15 1,-27 5-14-16,-4-1-5 0,3-1-7 16,2-4 8-16,0-2-7 15,-5-4 4-15,-9-2 0 16,-1-4 1-16,-2-5 8 15,1-6-6-15,-1-6 0 16,0-2-8-16,-2-6-1 16,-4 1 1-16,-4-1 5 15,-3 6-5-15,-6 3 1 16,-3 4-1-16,-5 4 5 16,-4 2-4-16,0 0 4 15,0 3-5-15,0-1 7 0,-7 2-8 16,-5-1 8-1,0 3 1-15,-3 0-9 0,-1 1 8 16,-7 5 13-16,-2-2-12 16,-6 6 0-16,-5 2 0 15,-5 4 1-15,-3 0 2 16,-1 4 2-16,-1-2-2 16,2 3 7-16,0 0-5 15,2-1-5-15,2 0-3 16,-2 0 3-16,2 3-9 15,1 0 6-15,-1 2-6 16,1 0 1-16,0 0-1 16,-2 7 0-16,2 5 0 15,-3 3 1-15,0 1-1 0,2 2 0 16,1 3 1-16,-1-1 5 16,3 0-6-16,-1 1 0 15,2 1 0-15,3 2 0 16,1-2 1-16,0 2-1 15,1 2 1-15,3-1-1 16,-1 1 1-16,2 4 1 16,4 0 5-16,0 2 1 15,5 0-1-15,2 2-5 16,4 2 8-16,0-3-1 16,6 0-1-16,2 0-2 15,1-2-5-15,1 1 5 16,2-1 2-16,0 3 2 0,0 0-1 15,0 5 2-15,0 0-1 16,0 1 4-16,0-1-4 16,3-2 4-16,2-5-2 15,-1-7-6-15,6-5-5 16,3-5 0-16,4-2 7 16,4-2 5-16,9-4 2 15,5-2-3-15,2-1-4 16,-2-4-2-16,0 0 0 15,-2 0-5-15,-5-2-1 16,-1-5 1-16,-7 0-1 16,-3-3-1-16,-2 3-19 15,-6-3-32-15,-5 3-52 16,-2 2-34-16,-2-1-59 16,-12 2-273-16,-4 1-301 0</inkml:trace>
  <inkml:trace contextRef="#ctx0" brushRef="#br0" timeOffset="152380.06">23810 13297 1984 0,'0'0'585'15,"0"0"-273"-15,0 0-144 16,0 0-55-16,0 0-35 15,0 0-57-15,0 0-21 0,0 3-57 16,-8-1-163-16,-4 0-339 16,-4-2-605-16</inkml:trace>
  <inkml:trace contextRef="#ctx0" brushRef="#br0" timeOffset="154542.81">21616 13004 806 0,'0'0'282'16,"0"0"16"-16,0 0 3 15,0 0-14-15,0 0-47 16,0 0-54-16,0 0-33 16,-3-28-32-16,12 25-30 15,8 1-3-15,7-1-20 16,7 0-23-16,5-1-19 15,2-1-14-15,-1 3-5 16,-4-2-6-16,-5 2-1 0,-7 1-9 16,-7 1-86-16,-7 0-93 15,-7 0-87-15,0 1-103 16,-13 7-198-16,-4 2-53 0</inkml:trace>
  <inkml:trace contextRef="#ctx0" brushRef="#br0" timeOffset="154711.68">21656 13089 715 0,'0'0'296'0,"0"0"39"16,0 0-8-16,0 0-54 15,0 0-100-15,0 0-58 0,0 0 4 16,58 1-56 0,-26-1-39-16,0-6-19 0,0-3-5 15,5-9-150-15,-11 2-235 16,-7-1-480-16</inkml:trace>
  <inkml:trace contextRef="#ctx0" brushRef="#br0" timeOffset="155046.58">21799 12651 971 0,'0'0'629'16,"0"0"-248"-16,0 0-79 15,0 0-158-15,0 0-30 16,0 0 47-16,0 0-4 0,41 41-44 16,-13-19-28-16,2 3-23 15,0-1-22-15,-2-1-10 16,-1-2 6-16,-2-3-6 16,-3-1-12-16,-4-2 6 15,0-1-7-15,-4-1-5 16,-4 0 5-16,-4 1 0 15,-6 0-4-15,0 3 5 16,-13 5 2-16,-13 3-1 16,-14 3 1-16,-10 5-13 15,-8-1-7-15,-18 9 0 16,-34 15-94-16,13-8-226 0,-1-4-995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50:04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16261 14394 370 0,'0'0'20'0,"0"0"-20"0,0 0 0 16,0 0 537-16,0 0-323 15,0 0-51-15,0 2-2 16,3-7 62-16,3-4-13 15,4-1-55-15,3 2-31 16,3 1-29-16,1 2-26 16,6 5-5-16,-2 0-5 15,3 5-19-15,-2 9-4 16,-2 6 1-16,-3 2-7 16,-3 6 7-16,-3 4 2 15,-3 7 3-15,-5 3 10 0,-3 5-12 16,0 6-5-16,-14 1-2 15,-3 4-5-15,-1 1-9 16,1-1-4-16,5-5-7 16,5-6-7-16,6-10 5 15,1-6 0-15,0-11-5 16,10-7 0-16,3-7-1 16,4-6 2-16,2 0-1 15,4-7 0-15,0-11-1 16,-3-5-23-16,-1-2-1 15,-6-1 6-15,-4 4 8 16,-5 3 9-16,-3 2 2 16,-1 9-1-16,0 2 0 15,0 5 2-15,0 1 4 0,0 3 3 16,0 17-2-16,0 10 23 16,0 7 8-16,0 9 16 15,0 4 4-15,0 4 3 16,0 1-14-16,3 4-7 15,-1-1-8-15,2 1-16 16,-1-4 2-16,3-1 0 16,-2-7-12-16,2-4-6 15,-1-5 0-15,-1-5 0 16,1-4-1-16,-2-2 1 16,0-6 0-16,-2-1 0 15,-1-1 0-15,0-3-1 16,0 3 1-16,0-1-2 0,0 1 1 15,0-3 1-15,0 0-1 16,0-4 1-16,-6 0-1 16,2-4 1-16,-1-3 0 15,-1-1 0-15,-3-4 1 16,-5 3-1-16,-5-1 0 16,-3 3 0-16,-6-1 0 15,-5 3 1-15,-3 2-1 16,-5 0 1-16,-3 4 0 15,-3 1-1-15,0 2 1 16,-2 2 0-16,3 2 1 0,0 1-1 16,5 0 1-16,3-1 7 15,5-2-9-15,3-4 6 16,6 0-6-16,2-7 1 16,5 3-1-16,5-5 1 15,3-3-1-15,1 1 0 16,2 1 0-16,1-4 0 15,0 2 1-15,2-2 4 16,2 1-5-16,-1-1 0 16,2 0 0-16,0 2 1 15,0-2-1-15,0 0 0 16,0 0 0-16,0 0-1 16,0 0 1-16,0 0-2 15,0 0-19-15,0 0-31 16,0 0-66-16,0-19-134 0,6-3-430 15,-1-3-1346-15</inkml:trace>
  <inkml:trace contextRef="#ctx0" brushRef="#br0" timeOffset="5829.15">10470 11950 221 0,'0'0'1304'0,"0"0"-1087"16,0 0-4-16,0 0-45 15,0 0-93-15,0 0 42 16,-29 62-24-16,33-13-19 16,11 2-23-16,0 2-33 0,3-2-11 15,-3-2-7-15,-2-4-18 16,-8-1-169-16,-2-12-295 16,-3-10-225-16</inkml:trace>
  <inkml:trace contextRef="#ctx0" brushRef="#br0" timeOffset="6044.86">10402 11991 854 0,'0'0'253'0,"0"-78"-10"15,7 37 30-15,10 0-48 16,13 10-45-16,4 6-90 0,3 8-9 16,-1 7-12-1,1 9-24-15,-7 1-17 0,-8 11-15 16,-9 11 0-1,-9 6 1-15,-4 5-4 0,-12 6-3 16,-13 3-7-16,-7 0-43 16,-11 8-137-16,7-10-180 15,8-11-317-15</inkml:trace>
  <inkml:trace contextRef="#ctx0" brushRef="#br0" timeOffset="6651.68">10881 11810 1521 0,'0'0'336'0,"0"0"-47"16,0 0-109-16,0 0-29 16,0 0-33-16,-87 45-16 15,65-19-3-15,1 2-35 16,9-1-16-16,6 1-18 15,3-6-16-15,3-3-14 16,3-5 0-16,12-4-6 16,4-7-10-16,2-3-38 15,3 0-53-15,-2-15-19 16,-1-5 28-16,-6-4 40 16,-4-2 28-16,-1 0 19 15,-5-1 10-15,-2 5 1 0,-3 3 1 16,0 6 21-16,0 6 32 15,0 3 28 1,0 4 0-16,0 0-14 0,0 0-35 16,0 12-21-16,4 7 15 15,2 4 25-15,4 0-24 16,-1 4-19-16,2-4-3 16,2 0-5-16,1-5-1 15,-3-4-9-15,-1-7-37 16,-3-6-41-16,1-1 11 15,-1-7 49-15,-1-12-10 16,0-7-12-16,0-1 22 0,4 1 26 16,-2 1-6-1,-1 8 7-15,-1 5 0 0,0 5 1 16,0 5-1-16,-3 2 0 16,5 2 1-16,-2 12 0 15,5 2 0-15,0 4 0 16,7-1 0-16,1-2-1 15,7-3-20-15,2-3-191 16,9-11-162-16,-5 0-269 16,-9-11-212-16</inkml:trace>
  <inkml:trace contextRef="#ctx0" brushRef="#br0" timeOffset="7011.81">11313 11791 916 0,'0'0'315'0,"0"0"91"16,0 0-106-16,0 0-101 0,0 0-64 15,0 0-39-15,0 0-23 16,-85 52-8-16,79-23-23 16,2 2-13-16,4-1-14 15,0 1-8-15,4-8-7 16,8-3 0-16,4-8-8 16,1-6-5-16,2-6-17 15,1-3-10-15,-2-18-33 16,-2-4-2-16,-7-1 33 15,2-5 26-15,-7 5 15 16,-2 2 1-16,-2 5 7 16,0 7 20-16,0 5 31 15,0 5 8-15,0 2-15 0,-2 0-29 16,2 12-11-16,0 7-10 16,0 2 1-16,9 2-2 15,7-2 0-15,5-2-15 16,3-4-103-16,0-5-149 15,10-10-268-15,-8 0-46 16,-7-12-401-16</inkml:trace>
  <inkml:trace contextRef="#ctx0" brushRef="#br0" timeOffset="7509.81">11537 11863 681 0,'0'0'407'0,"0"0"-42"16,0 0-61-16,0 0-55 15,0 0-124-15,0 0-79 0,0 0-24 16,-9 14 31-1,10 5-9-15,7 1-13 16,3 3-10-16,-1-2-8 0,-1 0-7 16,-3-2-5-16,0-5-1 15,-2-3-32-15,-4-10-46 16,0-1 44-16,0-1 33 16,0-16-25-16,-6-4 7 15,0-2 13-15,2-4 6 16,2 6 1-16,2 2 0 15,0 5 14-15,0 6-14 16,8 5 1-16,5 3-1 16,2 0 0-16,1 8 11 15,0 5 0-15,-2 2 1 16,-3 2-1-16,-4-2 1 0,-2 1-2 16,-4-3-2-16,-1-3 1 15,0-5 0-15,0-2 39 16,0-3 65-16,-3-1-24 15,-4-13 0-15,1-5-2 16,3-1-44-16,3-2-18 16,0 5-8-16,4 3-7 15,11 6-11-15,5 5 1 16,2 3 0-16,3 0-1 16,-1 11 1-16,3 6-1 15,-3 2 0-15,-2 5-9 16,-7 2-12-16,-1 2-122 15,-13 6-103-15,-1-6-401 0,0-8-612 16</inkml:trace>
  <inkml:trace contextRef="#ctx0" brushRef="#br0" timeOffset="8063.89">11959 11900 963 0,'0'0'195'0,"0"0"-103"16,0 0-16-16,0 0 16 15,0 0-40-15,0 0-20 0,0 0-6 16,51 33-8-16,-39-33-5 16,-2 0-2-16,2-3 5 15,-1-6-5-15,-5-3 12 16,1 3 16-16,-4-2 36 15,-3 5 12-15,0-1 33 16,0 3 18-16,-2 4-5 16,-8 0-39-16,-2 0-29 15,-3 12-11-15,3 5-7 16,3 3 1-16,2 3-7 16,7 2-17-16,0-3-10 15,10 1-13-15,10-5 8 16,7-5-8-16,1-7-1 0,2-6 0 15,-2 0-37 1,-1-12-39-16,-3-10 5 0,-9-5-18 16,-5-3 52-1,-7-5 30-15,-3-1 7 0,0 5 0 16,0 3 49-16,-3 10 60 16,-3 8 3-16,5 5 34 15,-1 5-79-15,2 4-40 16,0 13-18-16,0 6 3 15,12 8 4-15,0 3-2 16,4 3-8-16,-1 0-5 16,0-2-1-16,-4-4-2 15,-4-4-113-15,-7-6-87 16,0-8-264-16,-7-8-260 0</inkml:trace>
  <inkml:trace contextRef="#ctx0" brushRef="#br0" timeOffset="8236.08">12044 11976 1620 0,'0'0'275'0,"0"0"-126"16,0 0-102-16,0 0 11 16,100-3-26-16,-49-3-32 15,0-1-4-15,17-3-212 16,-14-1-103-16,-10 2-381 0</inkml:trace>
  <inkml:trace contextRef="#ctx0" brushRef="#br0" timeOffset="8995.4">12408 11887 905 0,'0'0'249'0,"0"0"-68"15,0 0-58-15,0 0-41 16,0 0-41-16,0 0 1 15,0 0-22-15,12 49-8 16,-3-45-6-16,3-2 1 16,-2-2 0-16,4 0-6 15,-4-9 5-15,-1-6-3 16,0 0 3-16,-5-1 0 16,-2 1 4-16,-2 4 118 15,0 5 39-15,0 1-8 0,0 5-1 16,0 0-38-16,-5 0-41 15,-3 13-30-15,2 7 4 16,0 3 4-16,4 7-11 16,2 3-4-16,0-1-11 15,9 1-14-15,9-6-11 16,0-5 2-16,0-8-8 16,1-7-33-16,-4-7-28 15,0 0 3-15,-5-19-24 16,0-4 29-16,-6-8 24 15,-1-3 13-15,-3-1 9 16,0 3 6-16,0 6 1 16,0 6 1-16,0 11 27 0,0 3 5 15,0 6-6 1,0 0-19-16,0 10-7 0,4 9-1 16,7 5 1-16,4 1 7 15,4 3-8-15,5-6 0 16,4-4 0-16,5-8-38 15,1-7-42-15,-1-3-96 16,-4-6-16-16,-9-13 9 16,-8-4 41-16,-10-4 101 15,-2 2 41-15,0 2 16 16,-6 5 98-16,-5 7 82 16,0 7-19-16,0 4-10 15,-1 0-45-15,3 5-12 16,3 7-29-16,5 2-41 15,1 2-6-15,0 1-13 0,6 0-4 16,10 3-7-16,4-2-2 16,5 1-2-16,2-1 0 15,-2-1-5-15,-3-1-1 16,-5-2 1-16,-8-4-1 16,-5 2-1-16,-4 1-6 15,-18 0 7-15,-29 7-19 16,-53 12-120-16,7-3-182 15,-7-7-825-15</inkml:trace>
  <inkml:trace contextRef="#ctx0" brushRef="#br0" timeOffset="10422.3">13197 11918 882 0,'0'0'366'16,"0"0"32"-16,0 0-97 16,0 0-69-16,0 0-35 15,0 0-64-15,0 0-52 16,11 1-35-16,3 1-16 15,6-2 10-15,4 0-18 16,1 0-13-16,0 0-9 16,-5 0-112-16,-5-2-179 15,-9-1-382-15,-6 0-888 0</inkml:trace>
  <inkml:trace contextRef="#ctx0" brushRef="#br0" timeOffset="10585.38">13148 12073 1392 0,'0'0'390'0,"0"0"-93"15,0 0-125-15,0 0 2 16,0 0-81-16,113-14-63 16,-58 0-30-16,-11 3-120 15,-13-1-669-15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50:39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13744 11797 378 0,'0'0'362'0,"0"0"10"15,0 0-81-15,0 0 16 16,0 0-37-16,0 0 10 16,13-70-76-16,-13 69-12 15,0 1-43-15,0 0-61 16,-8 1-44-16,-1 12-23 15,-3 4-5-15,2 3 2 16,-1 0 0-16,4 1-16 16,1-1 7-16,0-3-8 15,1 0 0-15,2-5-1 0,2-2 0 16,-1-4 0-16,2-5-1 16,0 1-8-16,0-2-3 15,0 0 6-15,9 0 4 16,6 0 1-16,5-5 0 15,2 5 0-15,2 0 1 16,-2 0 0-16,1 10 0 16,-3 7 0-16,-6 2-5 15,-2 4 5-15,-11 0 0 16,-1 1 2-16,-8 1-2 16,-14-2 1-16,-4-2 0 0,-7 0-1 15,-4-4-1-15,-1-4-57 16,2-6-87-16,4-7-52 15,-4-7-60-15,9-13-140 16,5-4-291-16</inkml:trace>
  <inkml:trace contextRef="#ctx0" brushRef="#br0" timeOffset="176.1">13650 11688 1054 0,'0'0'345'15,"0"0"-44"-15,0 0-118 16,0 0-28-16,111-73-68 0,-74 63-45 16,-1 1-28-1,0 2-14-15,3 4-40 0,-8 2-245 16,-7 1-474-16</inkml:trace>
  <inkml:trace contextRef="#ctx0" brushRef="#br0" timeOffset="387.59">14080 11560 1235 0,'0'0'524'0,"0"0"-260"15,0 0-136-15,0 0 92 16,0 0-36-16,-33 102-26 16,23-56-46-16,2-3-27 15,1 0-37-15,-1-4-30 0,0-3-18 16,2-7 0-16,-2-4-4 15,-1-5-119-15,-6-11-160 16,3-6-326-16,-1-3-717 0</inkml:trace>
  <inkml:trace contextRef="#ctx0" brushRef="#br0" timeOffset="564.28">13835 11723 1292 0,'0'0'385'15,"0"0"-103"-15,0 0-94 16,0 0 10-16,0 0-56 16,90 48-35-16,-56-32-37 15,1 1-46-15,-1-2-15 16,-3 0-9-16,4 2-86 0,-10-5-297 16,-6-6-617-16</inkml:trace>
  <inkml:trace contextRef="#ctx0" brushRef="#br0" timeOffset="932.11">14162 11580 1317 0,'0'0'306'16,"0"0"-37"-16,0 0-124 15,0 0 70-15,0 0-82 16,0 0-11-16,0 0-9 15,72 82-28-15,-71-54-5 0,-1 1-32 16,-4-2-21-16,-13-2-16 16,1-5-4-16,-3-3-7 15,3-6 1-15,2-5-1 16,3-6 8-16,3 0 2 16,0 0-10-16,8-6 0 15,0 1 0-15,0 2 1 16,0 2 13-16,6 1-14 15,12 0 7-15,2 0-1 16,3 0 2-16,1 4-8 0,1 4 1 16,-3-1-1-1,-2 2-6-15,-2-1-64 0,-6 4-142 16,-3-4-285-16,-5-2-438 16</inkml:trace>
  <inkml:trace contextRef="#ctx0" brushRef="#br0" timeOffset="1178.61">14331 11375 235 0,'0'0'1482'15,"0"0"-1251"-15,0 0-25 16,0 0-22-16,88 97-18 15,-39-21-29-15,-3 23 11 0,-8 8-55 16,-19-6-50-16,-19-9-28 16,-11-24-14-16,-14-12-1 15,-2-17-58-15,-32 3-207 16,6-7-290-16,-6-6-494 0</inkml:trace>
  <inkml:trace contextRef="#ctx0" brushRef="#br0" timeOffset="1585.05">13636 11530 1038 0,'0'0'311'16,"0"0"66"-16,0 0-84 15,0 0-46-15,-100 30-19 16,70 18-12-16,0 23-64 16,6 24-23-16,12 10-37 15,12-8-24-15,3-5-14 0,18-28-26 16,0-12-18-16,3-18-10 16,9-6-2-16,47-7-49 15,-5-3-175-15,5-10-455 0</inkml:trace>
  <inkml:trace contextRef="#ctx0" brushRef="#br0" timeOffset="2042.04">14657 11595 1084 0,'0'0'558'0,"0"0"-157"15,0 0-80-15,0 0 38 16,0 0-125-16,0 0-75 16,0 0-59-16,17 1 4 15,10 1-21-15,6-2-29 16,7 0-15-16,0 0-18 15,2-5-12-15,-4-4-9 16,-5-2 0-16,-8 0-30 16,-8 0-71-16,-12 0-75 15,-13 1-165-15,-16 0-408 16,-7 0-1219-16</inkml:trace>
  <inkml:trace contextRef="#ctx0" brushRef="#br0" timeOffset="2283.03">14654 11425 1704 0,'0'0'559'15,"0"0"-285"-15,0 0-74 16,0 0 12-16,0 0-21 16,15 92-35-16,-3-42-24 15,-3 5-21-15,-1 2-38 16,-1-2-16-16,-1-6-19 15,-2-6-20-15,-1-5-12 16,0-4-6-16,-1-6-7 16,4-1-64-16,2 4-163 15,-1-7-376-15,-4-7-1078 0</inkml:trace>
  <inkml:trace contextRef="#ctx0" brushRef="#br0" timeOffset="3741.62">14192 12426 652 0,'0'0'217'0,"0"0"-3"15,0 0 14-15,0 0 31 16,0 0 5-16,0 0-18 15,0 0-20-15,-27-50-35 16,27 50-27-16,-2 0-39 16,2 0-44-16,0 13-29 15,0 10-6-15,0 8 17 16,3 6-21-16,7 1-26 0,-1 4-4 16,1-2-10-16,-1-3-1 15,0-6 0-15,1-5 0 16,-4-6-1-16,0-8 0 15,-3-6-1-15,2-6-6 16,-1 0 7-16,2-17 1 16,1-6 7-16,1-5 4 15,3-2-6-15,0 4-5 16,3 4 10-16,1 4-4 16,1 6 7-16,2 4-4 15,3 5-1-15,-2 3-8 16,2 0 16-16,-3 2-10 0,0 8 10 15,-6 4-4-15,-3 3 5 16,-5 2-1-16,-4 1-1 16,0 4-5-16,-6-4 2 15,-10 2 1-15,-5-3 0 16,-1-2-6-16,-5-3-7 16,-5-5 5-16,-2-6-4 15,0-3-2-15,-3 0 0 16,2-3-41-16,-5-11-82 15,9 2-144-15,4 4-613 0</inkml:trace>
  <inkml:trace contextRef="#ctx0" brushRef="#br0" timeOffset="5236.03">14353 12622 1189 0,'0'0'319'0,"0"0"-28"16,0 0-29-16,0 0 22 15,0 0-90-15,0 0-96 16,0 0-35-16,-60 41 25 15,41-14-10-15,7-2-28 16,7-1-21-16,5-4-17 16,5-4-9-16,17-8 3 15,8-8-6-15,4 0 0 16,1-15-1-16,-2-12-36 16,-8-5 11-16,-11-9 20 15,-10-4 6-15,-4-2 6 16,-10-3-5-16,-14 4 10 0,-5 5 13 15,-2 7 10 1,0 9 20-16,1 11 13 16,0 9-29-16,3 5-5 0,3 5-12 15,0 14-5-15,5 10-2 16,7 3-5-16,7 3-9 16,5-1 2-16,0-2-2 15,19-8 1-15,4-4-1 16,6-10-1-16,2-7-8 15,-1-3-3-15,-5-11-7 16,-5-12-13-16,-9-5 20 16,-9-5 4-16,-2-4 7 15,-5-1 1-15,-12 1-1 0,-4 1 1 16,0 8 0-16,0 10 0 16,3 8-18-16,5 10-39 15,4 5-45-15,7 14-70 16,11 15-53-16,18-5-148 15,4-4-331-15</inkml:trace>
  <inkml:trace contextRef="#ctx0" brushRef="#br0" timeOffset="5674.75">14839 12247 876 0,'0'0'318'16,"0"0"79"-16,0 0-37 16,0 0-208-16,0 0 10 15,0 0-2-15,-83 79 19 16,68-51-26-16,3-2-30 15,6-5-31-15,6-6-21 16,0-2-7-16,11-3-12 16,8-2-10-16,5-2-6 15,4-1-10-15,2-1-11 16,0 1-9-16,-2 0 3 16,-4-2-9-16,-6 4 0 0,-6 2-1 15,-7 1 1-15,-5 5 1 16,0 4 11-16,-16 2-4 15,-7 2-7-15,-4-1 0 16,-5-2-1-16,3-4-5 16,-3-4-37-16,2-7-58 15,4-5-98-15,-10-17-155 16,7-8-354-16,7-6-861 0</inkml:trace>
  <inkml:trace contextRef="#ctx0" brushRef="#br0" timeOffset="5841.51">14735 12280 1664 0,'0'0'488'15,"0"0"-239"-15,0 0-102 16,103-33-19-16,-61 21-60 16,4 0-44-16,-1 2-24 15,4 7-63-15,-13 2-255 16,-16 1-832-16</inkml:trace>
  <inkml:trace contextRef="#ctx0" brushRef="#br0" timeOffset="6341.69">12174 12896 1707 0,'0'0'345'16,"0"0"-86"-16,0 0-160 15,0 0-13-15,0 0-34 16,0 0-28-16,0 0-8 16,77 4-13-16,-48-3-3 0,-1-1-61 15,-5 0-201-15,-9 0-483 16</inkml:trace>
  <inkml:trace contextRef="#ctx0" brushRef="#br0" timeOffset="6506.24">12129 13055 1480 0,'0'0'533'0,"0"0"-234"15,0 0-162-15,0 0-28 16,0 0-55-16,0 0-38 15,95-21-16-15,-38 4-45 16,-10 4-220-16,-10 1-545 0</inkml:trace>
  <inkml:trace contextRef="#ctx0" brushRef="#br0" timeOffset="6713.67">12635 12751 1731 0,'0'0'379'0,"0"0"-19"16,0 0-189-16,0 0-91 16,0 0 96-16,7 79-72 15,13-43-39-15,-3-1-42 16,2 0-11-16,-5-3-11 16,0-3-1-16,-4-3-39 0,8-12-221 15,-3-5-313 1,-3-9-687-16</inkml:trace>
  <inkml:trace contextRef="#ctx0" brushRef="#br0" timeOffset="6997.22">12914 12751 1553 0,'0'0'485'16,"0"0"-146"-16,0 0-77 15,0 0-25-15,-64 91-95 16,64-74-37-16,0 0-29 15,16-2-4-15,6-3-18 16,2-1 0-16,6 0-18 0,3-2-18 16,-2 1-12-1,2-1-5-15,-7 1 0 0,-6-2 8 16,-8 1-9-16,-5 3-5 16,-7 0 4-16,0 4-6 15,-17 3 7-15,-10-1-9 16,-3 0-54-16,-6-4-64 15,-20-10-99-15,9-4-247 16,3 0-455-16</inkml:trace>
  <inkml:trace contextRef="#ctx0" brushRef="#br0" timeOffset="7166.46">12792 12751 1827 0,'0'0'355'15,"0"0"-72"-15,0 0-145 16,92-49-17-16,-52 32-59 16,5 0-62-16,28-12-1 15,-14 2-267-15,0-1-888 0</inkml:trace>
  <inkml:trace contextRef="#ctx0" brushRef="#br0" timeOffset="9011.21">16411 11940 1413 0,'0'0'313'16,"0"0"-35"-16,0 0-112 16,0 0-41-16,0 0 4 15,-3 101-46-15,3-54-5 16,0 2-53-16,6-1-9 15,-1-5-16-15,-2-2-6 16,-3 2-90-16,0-11-248 16,-5-10-532-16</inkml:trace>
  <inkml:trace contextRef="#ctx0" brushRef="#br0" timeOffset="9216.61">16356 11914 1008 0,'0'0'276'0,"0"0"-45"15,64-88-16-15,-34 72-79 16,2 8-20-16,-1 8-28 16,-4 0-16-16,-9 16-31 15,-8 9 3-15,-10 8-10 16,-3 5-28-16,-19 4 19 16,-8-1-25-16,0-1-10 15,0-2-173-15,6-12-155 0,12-10-349 16</inkml:trace>
  <inkml:trace contextRef="#ctx0" brushRef="#br0" timeOffset="9776.1">16767 11880 1227 0,'0'0'350'0,"0"0"5"15,0 0-109-15,0 0-82 16,0 0-39-16,0 0-15 15,0 0 13-15,-90 79-38 16,78-48-19-16,4 1-27 16,4-3-20-16,4-1-18 15,0-7 5-15,10-6-6 0,7-7-6 16,5-8-4-16,1 0-33 16,2-14-34-16,-4-12-13 15,0-6 58-15,-3 0 31 16,-6-1-4-16,-1 0 5 15,-2 5 7-15,-3 4-6 16,-1 6 13-16,0 4 14 16,-4 8 24-16,-1 3 12 15,0 3-17-15,0 0-15 16,2 4-14-16,3 11 15 16,3 3-7-16,2 3-5 15,5 1-8-15,0 2-1 16,4-4-11-16,0-1 0 0,0-4 0 15,-3-2-1 1,-2-3 0-16,-2-6-15 0,-4-4-9 16,0 0 1-16,1-6 14 15,1-8 0-15,-1-6-4 16,3 1 11-16,2 0 1 16,-1 4-1-16,2 5 1 15,-2 3 0-15,4 5 0 16,-2 2-5-16,1 0 5 15,-1 3 0-15,0 8-7 16,-3 1-29-16,-1 4-108 16,3 6-41-16,-3-4-172 0,-3-2-586 15</inkml:trace>
  <inkml:trace contextRef="#ctx0" brushRef="#br0" timeOffset="11443.09">17391 11860 844 0,'0'0'298'16,"0"0"-20"-16,0 0 18 16,0 0-52-16,0 0-74 15,0 0-55-15,0 0-11 16,-85 6-9-16,75 12-9 15,1 2-28-15,8 1-18 16,1-2-21-16,1 1-19 0,15-8 2 16,5 1 4-1,6-9-5-15,3-4 0 0,1 0-1 16,-3-4-21-16,-3-12-42 16,-5-1 25-16,-3-4 20 15,-8-3 17-15,-3 2 1 16,-6 0 0-16,0 5 0 15,0 6 1-15,0 3 0 16,0 6 16-16,-3 2-1 16,0 0-14-16,0 12 6 15,1 7-8-15,2 1 0 16,0 3-1-16,11-3 1 16,6-1-8-16,3-6-74 0,4-6-133 15,0-7-51-15,-2 0-56 16,-4-12-33-16,-5-5 69 15,-5-3 163-15,-7-4 123 16,-1 2 88-16,0 1 115 16,0 3 36-16,-4 4 21 15,1 7-14-15,0 4-47 16,0 3-67-16,2 0-76 16,1 8-35-16,0 10 25 15,0 7 11-15,0 0-21 16,4 3-20-16,2-1-14 15,-2-3 4-15,1-7-6 0,-1 0-2 16,-2-9-20 0,-2-6-19-16,0-2 30 0,0-10 10 15,0-14-15-15,0-8 16 16,0-4 0-16,0-4 9 16,0 2-3-16,1 7 1 15,10 10 12-15,1 5-1 16,1 15-17-16,4 1 0 15,0 3 11-15,-2 14-3 16,-1 3 7-16,-5 5-10 16,-5 2 0-16,-2-1 3 15,-2-4-9-15,0-2-1 16,-2-6-5-16,-5-6 6 16,-4-8 8-16,2 0 15 15,2-14-6-15,2-8 10 0,4-6 5 16,1-1 0-1,3 4-13-15,12 4-6 0,4 9-7 16,2 7-5-16,0 5 0 16,3 3 7-16,0 11-8 15,-2 8-1-15,-4 3 1 16,-2 0-12-16,-7 11-77 16,-4-8-147-16,-4-5-428 0</inkml:trace>
  <inkml:trace contextRef="#ctx0" brushRef="#br0" timeOffset="12007.43">18045 11797 1023 0,'0'0'258'0,"0"0"-67"15,0 0-101-15,0 0-5 16,0 0-4-16,0 0-28 15,0 0-34-15,15 67-3 16,-2-59-4-16,3-3-5 16,1-5-1-16,-1 0-5 15,2-1 0-15,-4-11-1 16,-5-1-5-16,-1-2 5 16,-5 0 1-16,-3 2 8 15,0 2 18-15,0 4 67 16,-7 2 29-16,-2 5-21 15,0 0-15-15,-3 2-25 16,0 11 12-16,3 4-32 0,2 4-2 16,4 4-9-16,3 1-25 15,7 1 2-15,14-3 3 16,6-4-10-16,5-7-1 16,-3-6-1-16,1-7-61 15,-1-4-33-15,-7-13 14 16,-6-7 38-16,-4-6 31 15,-7-6 12-15,-5-2 13 16,0-3 6-16,0-3 28 16,-2 3-1-16,-2 8 22 15,-1 12 26-15,2 13 21 0,0 8-59 16,3 7-35 0,0 16-10-16,4 9 8 0,10 7-7 15,5 2-6-15,3-3-6 16,1-1 0-16,-2-3-22 15,-6-5-122-15,-5-5-73 16,-7-9-122-16,-3-10-538 0</inkml:trace>
  <inkml:trace contextRef="#ctx0" brushRef="#br0" timeOffset="12181.55">18173 11879 1380 0,'0'0'343'0,"0"0"-136"16,0 0-140-16,0 0-20 16,85 0-25-1,-31 0-22-15,2 0-5 0,23-7-195 16,-18-2-166-16,-11 1 18 0</inkml:trace>
  <inkml:trace contextRef="#ctx0" brushRef="#br0" timeOffset="12921.12">18574 11797 838 0,'0'0'199'16,"0"0"1"-16,0 0-53 15,0 0 32-15,0 0-3 16,0 0-81-16,0 0-35 16,-21 63-24-16,33-51-16 0,2-3-10 15,2-1-8 1,-1-8-2-16,1 0-31 0,-4 0-54 15,-1-6 23-15,-4-8 37 16,-5 0 17-16,-2-3 8 16,0 0 11-16,-2 1 55 15,-7 3 35-15,2 6 4 16,1 2 58-16,-2 5-30 16,-2 0-64-16,3 12-15 15,-1 10 25-15,3 8-34 16,5 6-15-16,0 3-8 15,3 1-9-15,11-3-1 16,4-4-12-16,0-8-6 16,1-8 5-16,0-10 0 0,0-7-11 15,0-5-34-15,-4-17 24 16,-2-4 7-16,-2-8 14 16,-4-1-8-16,0 1 9 15,-2 5 0-15,-4 5 1 16,1 10 0-16,-2 8-1 15,0 6 1-15,0 0-1 16,0 6-8-16,3 8 7 16,2 6 1-16,4 2-1 15,5-3 1-15,7-5-19 16,5-3-167-16,5-9-65 0,5-2-11 16,-5-4-83-1,-7-14 23-15,-8-6 133 0,-8-6 189 16,-8 0 59-16,0 1 112 15,-2 4 58-15,-10 8 54 16,-2 10-40-16,-2 7-89 16,2 0-40-16,3 5-48 15,5 11-35-15,5 4-19 16,1 2 9-16,6 2-12 16,16-1 1-16,6 0-4 15,7 1-6-15,3-1 0 16,0 0 0-16,-7-3 0 15,-5-4-13-15,-13 0-5 0,-12-3-4 16,-1-3-14 0,-21-3 17-16,-7-4 6 0,-6-2-18 15,-11-1-59-15,11-14-136 16,7-2-264-16</inkml:trace>
  <inkml:trace contextRef="#ctx0" brushRef="#br0" timeOffset="13126.29">19459 11682 48 0,'0'0'1460'16,"0"0"-1110"-16,0 0-168 15,0 0-87-15,0 0-28 0,0 0-39 16,0 0-28-16,94-10-15 15,-69 5-169-15,-6 0-335 16,-5 2-666-16</inkml:trace>
  <inkml:trace contextRef="#ctx0" brushRef="#br0" timeOffset="13298.84">19343 11860 1579 0,'0'0'258'0,"0"0"11"16,0 0-146-16,0 0-48 16,0 0 7-16,0 0-39 15,84 1-43-15,-39-1-55 0,-8-8-439 16,-8-2-1086-16</inkml:trace>
  <inkml:trace contextRef="#ctx0" brushRef="#br0" timeOffset="15813.16">19304 12107 1162 0,'0'0'287'0,"0"0"-66"16,0 0-34-16,0 0-40 15,0 0 45-15,0 0-25 0,46 94-29 16,-43-48-27-16,-3 4-32 15,-3-3-26-15,-14-3-10 16,-3-2-16-16,-6-5-13 16,-2-6-13-16,2-6 6 15,0-6-1-15,2-11-5 16,3-8 8-16,6 0 2 16,2-14-4-16,5-7-7 15,5 0-2-15,3 4-4 16,0 4 6-16,11 7 2 15,8 6-1-15,5 0 0 16,4 4 0-16,3 11 1 16,-1 2 4-16,0 0-6 15,-3 0 0-15,-4-2-15 16,-4-4-143-16,1-3-144 0,-7-6-352 16,-4-2-587-16</inkml:trace>
  <inkml:trace contextRef="#ctx0" brushRef="#br0" timeOffset="16225.4">19547 12170 1352 0,'0'0'379'0,"0"0"-34"16,0 0-185-16,0 0 0 16,0 0-4-16,0 0 7 15,0 0-51-15,15 84-28 16,-15-53-32-16,0 0-7 0,-6-3-22 15,-5-3-11 1,2-3-4-16,1-8-6 0,3-5-1 16,2-4 0-16,3-3-1 15,0-1-10-15,0-1 0 16,15 0 8-16,4 0 2 16,7 0 0-16,3 0-26 15,0-3-26-15,-3-8-8 16,0-2-28-16,-8-2 22 15,-2-2 32-15,-5-2 22 16,-5 2 12-16,-5 3 0 0,-1 6 24 16,0 5 58-1,0 3 14-15,-3 8-32 0,-4 17-10 16,-2 9-8-16,-1 9-7 16,2 6-19-16,3 5-15 15,2 1-5-15,3 20-37 16,0-13-229-16,0-10-297 0</inkml:trace>
  <inkml:trace contextRef="#ctx0" brushRef="#br0" timeOffset="17211.29">26678 6307 2008 0,'0'0'290'0,"0"0"-81"0,0 0-68 16,0 0-32 0,-8 126 17-16,8-33-32 0,0-4-42 15,0-16-31-15,8-21-12 16,-2-18-9-16,0 2-5 16,0 0-168-16,-3-4-283 15,-3-15-213-15,0-15-378 0</inkml:trace>
  <inkml:trace contextRef="#ctx0" brushRef="#br0" timeOffset="17428.23">26630 6240 1091 0,'0'0'374'0,"0"0"-140"16,0 0 3-16,69-81-110 0,-35 76-10 15,3 5-21-15,-2 7-31 16,-5 17-21-16,-10 8-17 15,-11 6 3-15,-9 6 2 16,-3 3-14-16,-19-1-8 16,-8-2-2-16,-2-5-8 15,2-6-92-15,4-16-153 16,10-10-304-16,7-7-426 0</inkml:trace>
  <inkml:trace contextRef="#ctx0" brushRef="#br0" timeOffset="17997.33">27224 6252 1169 0,'0'0'638'0,"0"0"-424"0,0 0 33 16,0 0-48-16,-94 3-10 16,75 17-101-16,-1 5-8 15,5 5-10-15,3 4-23 16,4-2-17-16,6 0-18 15,2-3-3-15,3-7-9 16,13-5-6-16,5-8-11 16,3-8-40-16,2-1-47 15,-1-13-21-15,-1-10 16 16,-8-5 20-16,-3-3 34 16,-4-1 35-16,-2 1 20 15,-3 3 9-15,-1 4 41 0,-3 5 14 16,0 5 14-16,0 8 24 15,0 3-11 1,0 3-47-16,1 4-29 0,7 13-8 16,2 8 5-16,6 5 10 15,3 3-8-15,4-2-13 16,4-3 0-16,2-5-1 16,0-9-7-16,-2-4-43 15,-2-10-95-15,-5 0 15 16,-5-17 38-16,-5-7 27 15,-5-5 38-15,-4 0 20 16,1 0 7-16,-2 5 22 16,2 4 13-16,1 8 4 0,1 2-2 15,2 6-16 1,1 4-8-16,5 0-7 0,6 0 0 16,6 11 15-16,6 4-9 15,1 2-10-15,5-1-2 16,0-2-10-16,1-3-95 15,11-11-181-15,-11 0-366 16,-9 0-161-16</inkml:trace>
  <inkml:trace contextRef="#ctx0" brushRef="#br0" timeOffset="18831.55">27891 6198 1162 0,'0'0'347'16,"0"0"7"-16,0 0-68 15,0 0-36-15,0 0-87 0,0 0-39 16,0 0-64-1,-54-12-30-15,46 42 11 0,2 3-12 16,2 5-14-16,4-4-5 16,0 2-4-16,4-7-6 15,7-4 0-15,0-11-8 16,3-9-56-16,0-5-18 16,1-5 24-16,-3-17-26 15,-3-4 20-15,-2-4 36 16,-4 2 18-16,-2 1 9 15,-1 4 1-15,0 8 9 16,0 7 13-16,0 4 15 16,0 4-13-16,0 2-18 15,5 13 1-15,6 4 4 16,5 3-5-16,6-1-5 0,4-1 0 16,4-6-1-16,-1-2-77 15,1-9-166-15,-1-3-31 16,-6-3-71-16,-5-14 25 15,-10-7 130-15,-8-2 190 16,0 0 141-16,-3 1 107 16,-8 5 49-16,5 4-52 15,2 6-31-15,1 7-54 16,3 3-81-16,0 0-53 16,0 12-24-16,4 5 13 15,8 8 1-15,3-1-4 16,1 5-4-16,-2-5-7 15,-2 0 2-15,-3-4-3 0,-3-6 0 16,-6-6-55-16,0-6-19 16,0-2 42-16,-6-10 6 15,-6-13-8-15,0-10 25 16,1-5 9-16,3-2 11 16,5 3 11-16,3 7 24 15,0 8-12-15,0 10-18 16,10 9-8-16,6 3-8 15,5 8 1-15,3 12 5 16,0 4-5-16,0 2 5 16,-3 2-5-16,-6-2 0 15,-5-2 0-15,-4-4 0 0,-6-6-1 16,0-7 2-16,0-7 11 16,0 0 49-16,-3-15-18 15,-2-11-7-15,4-10 3 16,1-6 14-16,3 1-6 15,14 4-14-15,5 7 2 16,5 12-14-16,1 11-5 16,2 7-5-16,1 10-2 15,-1 13-9-15,-3 9 9 16,-3 2-8-16,-2 0-2 16,-1 3-23-16,6 4-218 15,-6-10-226-15,-3-9-486 0</inkml:trace>
  <inkml:trace contextRef="#ctx0" brushRef="#br0" timeOffset="19363.63">28753 6146 1392 0,'0'0'272'15,"0"0"-170"-15,0 0-72 16,0 0 49-16,0 0-27 15,0 0-30-15,0 0-11 16,61 78-5-16,-43-73-4 16,0-5 4-16,0 0-5 15,1-14 8-15,-5-6-8 16,-2-4 5-16,-4-2-5 16,-3 2 14-16,-5 2 30 0,0 7 71 15,0 7 42 1,-11 4-30-16,0 4-17 0,-2 4-45 15,-1 16-11-15,2 7 3 16,1 7-4-16,7 0-29 16,4 4-8-16,0-6-10 15,13-2-6-15,7-8-1 16,2-8-1-16,3-8-47 16,4-6-30-16,0-7 16 15,0-17 20-15,-4-7-23 16,-5-8 41-16,-7-5 22 15,-7-4 2-15,-3 1 0 0,-3 7 23 16,0 9 58-16,0 15 40 16,0 7 15-16,0 9-54 15,0 0-52-15,0 19-22 16,5 10-2-16,6 8-5 16,3 8 10-16,2 2-11 15,2 1 1-15,0-1-1 16,-3-6-62-16,-5-4-181 15,-5-12-132-15,-5-11-419 0</inkml:trace>
  <inkml:trace contextRef="#ctx0" brushRef="#br0" timeOffset="19540.91">28993 6185 1478 0,'0'0'330'16,"0"0"-232"-16,0 0-54 15,0 0 6-15,110-14-16 16,-50 6-34-16,3-1-12 16,-2-3-224-16,1-7-169 15,-17 3-108-15,-13-1 8 0</inkml:trace>
  <inkml:trace contextRef="#ctx0" brushRef="#br0" timeOffset="20252.47">29423 6021 899 0,'0'0'279'0,"0"0"51"16,0 0-44-16,0 0-49 15,0 0-102-15,0 0-79 16,0 0-39-16,-27-9-1 16,27 25 28-16,1 2 1 0,8 3-16 15,2-1-12-15,3-1-10 16,0-2-5-16,0-3-2 16,0-6-11-16,-3-7-32 15,-3-1 13-15,-3-3 23 16,-3-13 7-16,-2-7 0 15,0-2 0-15,0-4 6 16,0 3 16-16,0 5 27 16,0 5 62-16,0 7 26 15,0 6-3-15,0 3-55 16,0 0-46-16,0 20-18 16,0 9 15-16,0 9 13 15,0 6-13-15,1 1-1 0,4-1-14 16,1-7-14-1,-2-8 5-15,3-7-6 0,-2-10-31 16,-2-11-51-16,3-1 18 16,0-18 2-16,2-11-38 15,2-8 48-15,0-7 36 16,1-1 14-16,2 4 1 16,-4 7 1-16,-3 11 6 15,1 10 11-15,-1 8-7 16,2 5-8-16,1 0-1 15,6 5 0-15,1 7 5 16,5 0-6-16,1-6 0 16,2-3-40-16,-1-3-97 15,1-4-63-15,-5-15 46 0,-4-6 47 16,-3-4 56-16,-8 0 51 16,-2 0 0-16,-2 5 62 15,0 5 59-15,0 8 37 16,0 5-21-16,0 6-21 15,0 0-30-15,0 4-55 16,0 11-17-16,0 4-9 16,3 7-5-16,9 2-6 15,6 5 6-15,2 3 0 16,0 3 0-16,-2 1 0 16,-5-1 0-16,-6-2 2 15,-7-3-1-15,0-5 0 0,-20-9-1 16,-6-6-29-16,-2-8-34 15,-9-9-44-15,8-12-90 16,7-9-388-16</inkml:trace>
  <inkml:trace contextRef="#ctx0" brushRef="#br0" timeOffset="20418.18">30104 5922 537 0,'0'0'1494'15,"0"0"-1279"-15,0 0-52 16,0 0-77-16,0 0 2 16,0 0-58-16,108-2-30 15,-71-7-48-15,-9 1-280 0,-8-1-619 0</inkml:trace>
  <inkml:trace contextRef="#ctx0" brushRef="#br0" timeOffset="20567.01">30104 6113 1785 0,'0'0'356'15,"0"0"-167"-15,0 0-118 16,0 0-71-16,122-31-10 16,-51 9-298-16,-6 1-1187 0</inkml:trace>
  <inkml:trace contextRef="#ctx0" brushRef="#br0" timeOffset="21383.83">30653 5750 560 0,'0'0'922'0,"0"0"-673"0,0 0 80 16,0 0-92-16,-33-79-81 15,38 64-74-15,13 0-35 16,7 3-27-16,5 9-13 16,-2 3-5-16,-1 0-1 15,-5 6 0-15,-5 11 0 16,-7 5 7-16,-8 3-8 0,-2 3 0 16,-3 2-8-16,-15-2 7 15,0-4-13-15,2-5-7 16,1-6 20-16,7-9 1 15,5-1 7-15,3-3-6 16,0 0 1-16,8 0-2 16,11 0 1-16,6 2 5 15,5 4-6-15,2 1 0 16,-4 4 1-16,-4 2-1 16,-9 3 0-16,-8 1 1 15,-7 3 0-15,-1 2 5 16,-19 0-5-16,-10 1-1 0,-7-2 0 15,-3-3-21-15,-12-8-122 16,10-6-153-16,11-4-517 0</inkml:trace>
  <inkml:trace contextRef="#ctx0" brushRef="#br0" timeOffset="21605.12">31236 5530 1737 0,'0'0'368'0,"0"0"-80"16,0 0-129-16,0 0-20 15,0 0 11-15,-6 87-68 16,-1-44-40-16,-3 1-25 16,-4 2-11-16,-2-4-6 0,-2-2-23 15,-5-6-190 1,-13-6-156-16,5-11-359 0,3-11-810 0</inkml:trace>
  <inkml:trace contextRef="#ctx0" brushRef="#br0" timeOffset="21775.22">30971 5678 1498 0,'0'0'321'15,"0"0"-97"-15,0 0-65 16,0 0 29-16,97 29-64 15,-51-12-40-15,6 6-28 16,-1 0-35-16,1 1-21 16,6 1-16-16,-14-5-274 15,-10-9-701-15</inkml:trace>
  <inkml:trace contextRef="#ctx0" brushRef="#br0" timeOffset="22171.57">31489 5402 1640 0,'0'0'303'0,"0"0"-9"15,0 0-169-15,0 0 2 16,0 0 18-16,11 79-22 16,3-40-40-16,4 2-41 15,-2 1-20-15,3-4-5 0,-3-4-17 16,0-7 0-16,-4-8-42 15,0-11-77-15,-2-8 13 16,2 0 36-16,1-13 25 16,0-11 8-16,-2-5 28 15,-2-5 8-15,-1 0 1 16,-4 0 6-16,-2 5 28 16,2 10 55-16,-4 9-4 15,3 10-20-15,0 5-43 16,3 19 8-16,3 15 33 15,4 7-14-15,1 5 5 16,4 2-14-16,-5 1-18 16,-1-1-22-16,-6-6-1 0,-4-5-51 15,-2-14-213-15,0-12-309 16,0-13-879-16</inkml:trace>
  <inkml:trace contextRef="#ctx0" brushRef="#br0" timeOffset="22566.04">31985 5568 1597 0,'0'0'488'0,"0"0"-189"15,0 0-35-15,0 0-56 16,0 0-104-16,0 0-57 16,0 0-22-16,89-9-14 15,-42-2-6-15,0-2-5 16,-6-1-62-16,-4-8-136 0,-13 2-145 16,-8 2-414-16</inkml:trace>
  <inkml:trace contextRef="#ctx0" brushRef="#br0" timeOffset="22774.84">32107 5353 1776 0,'0'0'298'16,"0"0"-85"-16,0 0 7 15,9 85-7-15,12-36-53 16,6 9-47-16,6-1-37 0,0 0-28 15,-1-6-29-15,-5-7-19 16,-7-6-2-16,-1-9-56 16,-7-11-265-16,-2-15-424 0</inkml:trace>
  <inkml:trace contextRef="#ctx0" brushRef="#br0" timeOffset="23176.57">32571 5225 1676 0,'0'0'302'0,"0"0"-97"16,0 0-46-16,0 0-56 16,0 0-14-16,0 0-43 15,96-12-25-15,-74 22-11 16,-8 2-4-16,-7 3 9 15,-7 4-8-15,-4 0 4 16,-16 4-5-16,-7 1-2 16,-4-3-2-16,3-2-4 15,5-5 1-15,8-6 1 16,7-3 7-16,5-4 7 16,3 0 2-16,0 2-1 15,7 4-14-15,8 4 20 16,4 5 6-16,5 4 3 15,3 3-15-15,-2 6-2 0,-1 0 8 16,-5 3-4-16,-10 3-7 16,-9 0-8-16,-7 1-2 15,-26 0-60-15,-52 6-119 16,8-8-162-16,-3-10-661 0</inkml:trace>
  <inkml:trace contextRef="#ctx0" brushRef="#br0" timeOffset="23434.8">31762 5179 1676 0,'0'0'263'0,"0"0"44"15,107 14-114-15,-40 28-37 16,15 36-48-16,-4 35 12 16,-20 20-57-16,-41 3-34 15,-33-9-17-15,-48-15-12 16,-24-8-197-16,16-29-264 16,7-19-502-16</inkml:trace>
  <inkml:trace contextRef="#ctx0" brushRef="#br0" timeOffset="23823.23">30720 5307 1200 0,'0'0'302'0,"0"0"54"16,0 0-78-16,-122 73-52 15,71 2-49-15,5 24 3 16,13 10-36-16,21-6-38 16,14-16-37-16,31-11-32 15,7-13-16-15,5-9-14 16,22 4-7-16,16-1-7 16,10-3-59-16,-11-10-213 15,-29-21-586-15</inkml:trace>
  <inkml:trace contextRef="#ctx0" brushRef="#br0" timeOffset="24064.07">30358 6679 1687 0,'0'0'253'15,"0"0"-83"-15,0 0-105 16,0 0-65-16,0 0-18 16,94-45-300-16,-75 35-599 0</inkml:trace>
  <inkml:trace contextRef="#ctx0" brushRef="#br0" timeOffset="24207.14">30307 6829 1672 0,'0'0'367'0,"0"0"-38"16,0 0-170-16,0 0-37 16,0 0-67-16,123-35-55 15,-43 7-110-15,2-5-661 0</inkml:trace>
  <inkml:trace contextRef="#ctx0" brushRef="#br0" timeOffset="25596.21">31238 6402 1733 0,'0'0'330'0,"0"0"-5"16,0 0-68-16,0 0-105 16,0 0-50-16,-11 86 15 15,8-32-40-15,2 2-38 16,1-1-24-16,0-5-7 16,0-10-2-16,10-6-6 15,2-12-70-15,20-19-196 16,-5-3-232-16,1-9-400 0</inkml:trace>
  <inkml:trace contextRef="#ctx0" brushRef="#br0" timeOffset="25873.05">31548 6400 409 0,'0'0'1404'16,"0"0"-1127"-16,0 0 7 15,0 0-57-15,0 0-32 16,0 0-80-16,-75 92-37 15,75-69-30-15,0-2-18 16,17-1-3-16,5-3-6 16,5 0-3-16,3 0-3 15,-2-3-9-15,-1 3-5 16,-7-2 0-16,-6 2 0 16,-9 1 0-16,-5 2 0 0,-8 2 6 15,-17 2-7-15,-8-4-16 16,-6-4-70-16,-5-7-111 15,-19-9-131-15,10-11-417 16,6-8-966-16</inkml:trace>
  <inkml:trace contextRef="#ctx0" brushRef="#br0" timeOffset="26023.66">31639 6321 1602 0,'0'0'295'0,"100"-43"12"16,-16 14-128-16,24-8-105 0,3-6-74 16,-32 12-85-16,-26 2-920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48:53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14959 4514 758 0,'0'0'367'16,"0"0"-113"-16,0 0 45 15,0 0-91-15,0 0-134 0,0 0-43 16,-17-50-16-16,14 50-8 16,-1 14-6-16,-4 17-1 15,-2 25 13-15,1 30 9 16,4 34 25-16,2 17 25 16,3 0 52-16,0-8-4 15,0-17-31-15,-1-8 14 16,-2-10-45-16,1-19 9 15,-1-17-22-15,-1-21-23 16,3-6-14-16,-2 1-7 16,-2 1 0-16,2-4-1 15,2-12 0-15,-1-5 0 16,2-7 0-16,0-5 0 0,0 0 1 16,0 0 14-16,3 0-13 15,19-5-1-15,14-7 1 16,15 1-2-16,10-2 1 15,21 1 0-15,22 2-1 16,23 3 1-16,6 2-1 16,-3 5 0-16,-17 0 6 15,-13 0-5-15,-3 0-1 16,2 5 0-16,4-3-1 16,2-1 0-16,-1-1 1 15,-2 0 0-15,-6 0 0 16,-2-3 1-16,-3-2-1 15,-5-1 0-15,-14 1 0 16,-12 2 1-16,-13-2 8 0,-2-1-9 16,7 0-1-16,9-1 1 15,8-1-1-15,0-1 0 16,-3 0 1-16,-1 1-1 16,-6-2 1-16,-4 0 0 15,-8 0 1-15,-7 0-1 16,-4 1 1-16,-5-1-1 15,-5 3 1-15,-4-2 0 16,-3 4 0-16,-4 0 0 16,0 2 0-16,-4-1 0 15,-1 1-1-15,0 2 1 0,0-1-1 16,-1 1 0-16,1-1 0 16,-3 2-1-16,4-1 1 15,1 1-1-15,-2 0 1 16,2-2 0-16,1 1 1 15,-2-1-1-15,1 0 0 16,-3-1 1-16,0-1 0 16,-1 1 7-16,0-2 5 15,0 1 1-15,-1 1-3 16,-1 0-5-16,1 1-5 16,-2 0 0-16,-1-1 1 15,1 1-1-15,1-1 0 16,3-1 0-16,1-1 0 15,2-3 5-15,2-1 10 16,1-3 4-16,-1-3 7 0,0 1-2 16,-1 0 1-16,1-1-3 15,-1 0-2-15,1 1-9 16,2 1-1-16,0-1-5 16,4 1-5-16,-2 2 0 15,1 2 7-15,0 3-7 16,0 1-1-16,0 1 1 15,-4 2 0-15,-2 2-1 16,-2 0 0-16,-5 0 0 16,-2 0 1-16,0 0-1 15,-2 0 1-15,-2 0 0 16,1-2 5-16,1-1-4 16,1-5 8-16,0-3 8 15,1-4-4-15,-2-7 2 16,-2-8-4-16,0-9-10 0,-18-18-2 15,-21-28 0-15,-16-27-15 16,-10-9-15-16,-4 3-6 16,2 15-15-16,15 31-57 15,8 15 48-15,10 19-55 16,4 8 27-16,-6 2 21 16,-2 0 12-16,-3 2 8 15,5 9 13-15,1 3 8 16,2 7 14-16,0 4-2 15,-3 2 0-15,-3 1 7 16,-8 0-4-16,-19 1 4 0,-23 9 0 16,-29 4-2-16,-20 3-3 15,-14 2 3-15,-4-1-6 16,-2 2 8-16,-5-2-39 16,-5 1 35-16,0-4-2 15,0-3-2-15,7 0 6 16,10-5-2-16,12-2 9 15,14-2 1-15,30-3-14 16,25 0 8-16,21 0 7 16,8 0-12-16,-2-2-9 15,0-4 14-15,4 2 6 16,13 0 0-16,13 1 1 16,6 2 0-16,5-1 0 15,2 0 0-15,0 1-1 16,0 1-11-16,0-2 1 15,0 2-3-15,0 0 1 0,0 0 1 16,0 0 2-16,0 0 3 16,0 0-2-16,0 0-3 15,0 0-6-15,0 7-27 16,2 11-15-16,6 10 47 16,-2 10 13-16,0 11 9 15,-3 39 13-15,-1-12-22 16,-2-7-177-16</inkml:trace>
  <inkml:trace contextRef="#ctx0" brushRef="#br0" timeOffset="834.42">15609 3735 1187 0,'0'0'294'15,"0"0"27"-15,0 0-2 0,0 0-125 16,-37-76-117-16,34 74-46 16,1 2-21-16,1 9-10 15,-1 13-7-15,2 14 7 16,0 6 0-16,0 5 9 15,0-1 4-15,11-3 8 16,5-7-4-16,2-10-1 16,1-6-10-16,-2-11 1 15,-1-9 1-15,-2-2 4 16,0-18-3-16,-1-9-8 16,-2-4 0-16,-3-1 9 15,-4 5-9-15,1 4 0 16,-4 9 5-16,-1 7 5 15,0 7-1-15,0 2-10 16,2 8-7-16,2 15 7 0,4 7 0 16,2 2 12-16,4 2 0 15,3-5 1-15,4-4 5 16,-1-8 25-16,-1-10 2 16,0-7 0-16,-2 0-2 15,1-18-9-15,-3-10-16 16,-2-9-7-16,-5-7-11 15,-7-6-17-15,-1-1-31 16,-1 1-8-16,-14 5-10 16,-3 11-4-16,-6 13-12 15,0 15 2-15,-1 6-33 16,8 10-132-16,5 3-479 0</inkml:trace>
  <inkml:trace contextRef="#ctx0" brushRef="#br0" timeOffset="1223.95">16101 3039 1243 0,'0'0'164'0,"0"0"-109"16,0 0-20-16,0 0-7 15,0 0-11-15,0 0-5 0,0 0-6 16,-7-4-5-16,1 12 1 16,-2 2 6-16,0 0 10 15,0 1-2-15,2 2-6 16,-2 1 9-16,2 3 1 16,-1 6 4-16,3 4 5 15,1 5 13-15,0 6 14 16,3 4 2-16,0-1 14 15,0 0-19-15,3-2 24 16,7-4-19-16,3-7-14 16,3-7-16-16,0-6-7 15,0-3-5-15,2-7 0 16,1-2-16-16,6-3-43 0,-3 0-267 16,-5-8-534-16</inkml:trace>
  <inkml:trace contextRef="#ctx0" brushRef="#br0" timeOffset="1764.99">16304 3352 568 0,'0'0'553'15,"0"0"-308"-15,0 0-29 16,0 0-12-16,0 0-46 16,0 0-57-16,0 0-33 15,0-11-18-15,8-2-22 0,-1-2-16 16,-1-4-6 0,-3-6-6-16,0-3-11 0,-2-3-28 15,-1-3-31-15,0 2-9 16,0 1-5-16,0 7 20 15,0 5 15-15,0 6 20 16,0 6 13-16,0 7 15 16,0 0-7-16,0 0-8 15,0 20-33-15,2 11 49 16,7 9 19-16,6 4 74 16,-2 3-15-16,4-2-14 15,-2-5-12-15,1-7-18 16,1-3-34-16,-4-11-127 15,-4-10-619-15</inkml:trace>
  <inkml:trace contextRef="#ctx0" brushRef="#br0" timeOffset="2139.09">16449 2926 1058 0,'0'0'178'16,"0"0"-126"-16,0 0-28 16,0 0-9-16,0 0 5 15,0 0 5-15,0 0 0 16,42-9-5-16,-26 6 6 16,-3 3-3-16,1 0 9 0,-4 0-6 15,1 0-4 1,-1 3 4-16,1 9 12 0,-1 5 15 15,2 5 14-15,-2 8 1 16,-1 3-14-16,2 3 9 16,-4-3-11-16,-2 1 1 15,-1-3 9-15,-1-1 5 16,-1-6-8-16,-2 1-14 16,0-1-11-16,0 0-11 15,-9 1-10-15,-6 3-3 16,-22 14-10-16,5-7-21 15,1-12-902-15</inkml:trace>
  <inkml:trace contextRef="#ctx0" brushRef="#br0" timeOffset="4100.78">16116 3109 23 0,'0'0'150'0,"0"0"-60"15,0 0-66-15,0 0 252 16,0 0 7-16,0 0-1 16,0 0-17-16,24-39-14 15,-24 36-33-15,-9-1-60 16,2 1-80-16,-5 0-42 15,-5 2-22-15,1 1-14 16,-2 0 10-16,1 0-1 16,1 0-1-16,5 0-2 0,3 3 1 15,3 2-7-15,2 5 0 16,2 9 0-16,1 6 0 16,0 9 8-16,3 2 14 15,6 5 37-15,3-1-4 16,0 3-12-16,-1 0-9 15,-2-2 9-15,1 2-7 16,-2-4-4-16,-2-3-9 16,2-4 0-16,-4-5-8 15,2-5-14-15,1-8 0 16,1-5-1-16,14-9-17 0,-2 0-178 16,4-6-515-16</inkml:trace>
  <inkml:trace contextRef="#ctx0" brushRef="#br0" timeOffset="4639.41">16534 2924 595 0,'0'0'291'0,"0"0"26"16,0 0-29-16,0 0-66 15,0 0-123-15,0 0-58 16,0 0-19-16,-7-10-21 16,8 10 14-16,11 0 10 15,3 0 3-15,4 0 1 16,-1 0 8-16,-2 3-8 16,2 8-1-16,-4 6-6 0,0 5 26 15,0 8 5 1,-3 6 4-16,-1 1-15 0,-3 3-6 15,1 2 19-15,1-1 22 16,-3-2-16-16,1-2-12 16,-1-2-3-16,-1-6-10 15,0-5-5-15,0-3-3 16,-4-3-7-16,1-2-4 16,-2-3-5-16,0-1-11 15,-6 0 7-15,-12 2-8 16,-24 8-98-16,1-1-446 15,-3-5-971-15</inkml:trace>
  <inkml:trace contextRef="#ctx0" brushRef="#br0" timeOffset="5418.99">19035 4904 2 0,'0'0'249'15,"0"0"-233"-15,0 0-13 0,0 0 570 16,0 0-301 0,0 0-10-16,0 0 14 0,6-44-7 15,-16 44-53-15,-5 14-95 16,-8 31-43-16,-5 39 48 16,0 34 16-16,7 18-28 15,21-3-32-15,6-17-37 16,31-26-13-16,2-20-18 15,1-19-6-15,-1-18-8 16,29-11-81-16,-6-5-249 16,-3-12-555-16</inkml:trace>
  <inkml:trace contextRef="#ctx0" brushRef="#br0" timeOffset="5802.99">19505 4810 1194 0,'0'0'370'15,"0"0"-26"-15,0 0-77 0,0 0-86 16,0 0-91-16,0 0-26 16,0 0 3-16,130 140 6 15,-66-31 7-15,-6 7-26 16,-18-3-18-16,-19-15-21 15,-21-14-6-15,-10 0-8 16,-20-17-1-16,-30-6-184 16,8-19-364-16,0-19-772 0</inkml:trace>
  <inkml:trace contextRef="#ctx0" brushRef="#br0" timeOffset="6932.02">18686 3648 140 0,'0'0'410'0,"0"0"-207"16,0 0-77-16,0 0-60 15,0 0-41-15,0 0-25 16,0 0-45-16,9-13-59 16,-6 21-14-16,-1 1-110 0</inkml:trace>
  <inkml:trace contextRef="#ctx0" brushRef="#br0" timeOffset="7792.75">18704 3609 573 0,'0'0'313'16,"0"0"1"-16,0 0 31 15,0 0-55-15,-30-72-125 16,27 64-95-16,-1 5-38 16,2 3-14-16,2 11-18 15,0 15-13-15,0 13 13 16,3 11 26-16,8 3 39 15,3 2 12-15,2-2-12 16,-2-3 0-16,1-7-18 16,-1-4-15-16,-5-8-20 15,-3-11-11-15,-3-10 6 0,-2-10-5 16,-1 0 17-16,0-19 65 16,0-13-25-1,0-5-32-15,2-1-17 16,5 1-9-16,4 10 1 0,5 4-2 15,2 9 0-15,6 6-11 16,2 5 3-16,1 3 6 16,-1 6-5-16,-7 11-1 15,-3 3 2-15,-6 4 5 16,-9 1 1-16,-1 2 2 16,-1 2 10-16,-17-4 7 15,-5-2-3-15,-8 0-4 0,-6-9-4 16,-5-2-7-1,-3-7-1-15,2-5 0 0,4-9-66 16,12-12-172-16,11-9-514 0</inkml:trace>
  <inkml:trace contextRef="#ctx0" brushRef="#br0" timeOffset="8372.42">19105 3510 390 0,'0'0'401'0,"0"0"-59"15,0 0-74-15,0 0-35 16,0 0-8-16,0 0-26 15,0 0-50-15,0-23-78 16,3 3-39-16,2-5-16 16,-5-4-8-16,0-4-8 0,0-4-1 15,-5-7-18-15,-2-3-20 16,-1 0-10-16,1 5-41 16,2 9 21-16,0 12 27 15,3 8 27-15,-1 8 14 16,3 5 1-16,-1 0-12 15,1 10-13-15,0 14-9 16,0 13 34-16,6 6 12 16,8 6 67-16,1 1 11 15,6-6-6-15,0-3-28 16,3-5-7-16,-2-7-20 16,-1-7-15-16,-2-6-14 0,-2-12-88 15,-4-4-489-15,-5 0-962 16</inkml:trace>
  <inkml:trace contextRef="#ctx0" brushRef="#br0" timeOffset="8783.47">19239 3003 783 0,'0'0'534'0,"0"0"-311"16,0 0-125-16,0 0-49 16,0 0-24-16,0 0-12 15,0 0-11-15,78-50 4 16,-54 48-6-16,0 2 12 15,-2 0-1-15,-1 12 10 16,0 9 10-16,-2 9 4 16,-2 6 32-16,-3 8 20 15,-3 6 19-15,-2-1 11 16,0 2-43-16,-3-3-25 16,0-2-15-16,-2-3-5 15,-2-4 7-15,-2-3 7 16,0-1-13-16,-3-4-16 0,-12-5-14 15,-25 3-46-15,4-10-424 16,-6-9-758-16</inkml:trace>
  <inkml:trace contextRef="#ctx0" brushRef="#br0" timeOffset="9311.87">18859 2994 918 0,'0'0'272'0,"0"0"-188"15,0 0-46-15,0 0-16 16,0 0-9-16,0 0-12 16,0 0 0-16,-75 24 13 15,62-3 18-15,3 2 22 16,4 2-6-16,1 1-5 15,2 5 11-15,3 0 22 0,0 6-5 16,0 2 13-16,5 4-8 16,2 1-13-16,2-1 2 15,1-2 5-15,-1-7-6 16,2-2 3-16,-1-7-20 16,-1-4-11-16,0-5-11 15,3-3-2-15,-1-3-2 16,1-6-1-16,2-3-3 15,0-1 4-15,4-3-6 16,0-9-15-16,7-8-58 16,-6 3-268-16,-5 3-507 0</inkml:trace>
  <inkml:trace contextRef="#ctx0" brushRef="#br0" timeOffset="9474.87">19005 3570 1558 0,'0'0'618'0,"0"0"-389"15,0 0-127-15,0 0-54 16,0 0-33-16,0 0-15 16,0 0-98-16,6 0-662 0</inkml:trace>
  <inkml:trace contextRef="#ctx0" brushRef="#br0" timeOffset="11608.92">15879 6079 1213 0,'0'0'373'16,"0"0"-152"-16,0 0-98 16,0 0-50-16,142 24 106 15,39-24 27-15,66-16-34 16,49-21-32-16,31-12-37 0,3-2-24 16,20-2-3-16,7 3-38 15,-8 5-11-15,-13 6 10 16,-32 6-21-16,-37 10 2 15,-46 3 5-15,-53 8-2 16,-59 5-20-16,-45 2 0 16,-37 5 0-16,-18 0-1 15,-6 0 1-15,-3 0-1 16,-12 0 0-16,-34 0-9 16,-54 22-65-16,5-3-245 15,-3-2-553-15</inkml:trace>
  <inkml:trace contextRef="#ctx0" brushRef="#br0" timeOffset="13094.96">17995 9944 1625 0,'0'0'402'16,"0"0"-97"-16,0 0-134 15,0 0-95-15,0 0-35 16,0 0 38-16,2 87-4 16,2-49-42-16,3-1-23 15,0-8-10-15,2-7-60 16,3-13-174-16,-3-6-325 16,0-3-330-16</inkml:trace>
  <inkml:trace contextRef="#ctx0" brushRef="#br0" timeOffset="13391.16">17978 9627 1202 0,'0'0'347'16,"0"0"-88"-16,0 0-117 16,0 0-1-16,0 0-41 15,-85 79-35-15,85-59-22 16,0-6-22-16,0-7-5 15,10-7-15-15,4 0-1 16,2-14 10-16,-1-10 1 16,-2-9-1-16,-7-6-9 15,-6-1 0-15,0-3 7 0,-7 1-7 16,-11 5 0 0,0 10 11-16,0 14-11 0,0 13-1 15,5 1-6-15,5 23-31 16,8 25-102-16,0-4-148 15,11-6-449-15</inkml:trace>
  <inkml:trace contextRef="#ctx0" brushRef="#br0" timeOffset="13605.06">18345 9604 173 0,'0'0'1597'0,"0"0"-1200"0,0 0-236 16,0 0 21-16,11 78-6 16,0-37-72-16,4 2-44 15,-2 2-39-15,2 0-13 16,3-1-8-16,3 4-144 16,-4-10-313-16,-4-13-390 0</inkml:trace>
  <inkml:trace contextRef="#ctx0" brushRef="#br0" timeOffset="13800.76">18553 9738 58 0,'0'0'1653'0,"0"0"-1083"16,0 0-384-16,0 0-47 16,0 0 39-16,-16 97-57 15,16-51-26-15,6 7-49 0,4-1-25 16,2 0-9-16,-1-1-12 15,-4-5-20-15,-2-7-153 16,-5-15-195-16,0-12-442 16,-3-12-791-16</inkml:trace>
  <inkml:trace contextRef="#ctx0" brushRef="#br0" timeOffset="13998.22">18508 9726 1347 0,'0'0'356'15,"0"0"-80"-15,0 0-125 16,0 0-12-16,113-22-44 0,-73 24-18 16,-3 11-12-16,-4 8-8 15,-9 2-23-15,-11 5-7 16,-13 5-11-16,0 2-4 16,-26 1-1-16,-34 19-11 15,6-11-157-15,0-12-535 0</inkml:trace>
  <inkml:trace contextRef="#ctx0" brushRef="#br0" timeOffset="14833.18">20288 9680 195 0,'0'0'1049'0,"0"0"-666"16,0 0-63-16,0 0-45 16,0 0-120-16,0 0-94 15,0 0-3-15,-22 48 58 0,28 13-34 16,7 4-40-16,3 0-21 15,1-1-12-15,2-7 2 16,0-5-11-16,0-12-15 16,-2-11-92-16,-1-12-30 15,-3-14-15-15,-3-3 7 16,-2-15 23-16,-4-11 17 16,-1-5 42-16,-3-2 46 15,0 2 17-15,0 6 7 16,0 5 31-16,0 7 9 15,0 7 14-15,0 5 14 16,0 1-28-16,5 0-32 16,5 9 21-16,2 5 7 0,6 3-14 15,4 0-7-15,3 0-11 16,5-3 2-16,6-5-10 16,2 0 4-16,1-3-1 15,-4-5-6-15,-5 1-1 16,-6-2 1-16,-8 0 0 15,-7 1 1-15,-6-1 0 16,-1 2 0-16,-1 1 0 16,-1-3-1-16,0 5 1 15,0-5-1-15,-9 0-84 16,-5 0-171-16,-3-10-561 0</inkml:trace>
  <inkml:trace contextRef="#ctx0" brushRef="#br0" timeOffset="14971.03">20616 9767 977 0,'0'0'241'15,"0"0"-160"-15,0 0-50 16,0 0-31-16,0 0-31 16,99 88-504-16</inkml:trace>
  <inkml:trace contextRef="#ctx0" brushRef="#br0" timeOffset="15336.79">20958 9876 447 0,'0'0'832'0,"0"0"-589"16,0 0-1-16,0 0-106 15,0 0 8-15,-81 48-27 16,75-21-16-16,4 2-36 15,2 0-25-15,0-1-22 16,14-5-3-16,4-6-14 16,2-7-1-16,0-10-10 15,1 0-26-15,-3-18-23 16,-3-11-30-16,-8-11 8 16,-7-9 57-16,0-16 22 15,-13-20 2-15,-2 5 2 16,-1 12 7-16,5 17 19 0,8 30 26 15,0 5 23-15,0 12-32 16,3 4-38-16,0 22-6 16,0 13-1-16,8 7 2 15,6 8-2-15,15 25 0 16,-2-16-192-16,-2-5-395 0</inkml:trace>
  <inkml:trace contextRef="#ctx0" brushRef="#br0" timeOffset="16203.14">21174 9821 1375 0,'0'0'320'0,"0"0"-20"16,0 0-171-16,0 0-8 16,0 0-50-16,0 0-2 15,-67 101-18-15,67-65-17 16,0 0-13-16,15-4-10 15,1-5-4-15,5-11-7 16,1-9-25-16,0-7-39 16,-2-9-30-16,0-18-33 15,-8-12 42-15,-6-20 55 16,-6-25 30-16,0-31 0 16,-11-23 13-16,-2 9 14 15,-1 31 29-15,7 42 6 16,2 30 25-16,1 18 6 15,-2 3-4-15,2 5-19 16,-4 7-38-16,2 22-21 0,-3 27 3 16,5 22 7-16,4 18-3 15,4 4-9-15,13-20-8 16,3-23 1-16,-2-22-2 16,5-12-13-16,3-3-60 15,4-6-42-15,-1-6-18 16,-6-8-36-16,-7-10 14 15,-5-15 72-15,-8-9 57 16,-3-4 26-16,0-3 21 16,0 4 14-16,-7 6 74 15,1 9-2-15,1 9-8 0,1 10-1 16,2 3-46 0,-1 8-36-16,3 13-7 0,0 8 5 15,0 2-7 1,3 1-1-16,13 0-5 0,4-6-1 15,6-5-63-15,2-9-106 16,0-9-135-16,1-3-207 16,-7-11-85-16,-6-10 194 15,-6-5 389-15,-6-1 13 16,-4 3 382-16,0 4-25 16,0 6-48-16,0 7-44 15,0 4-59-15,0 3-105 0,0 0-68 16,2 13 2-1,3 4 34-15,0 2-10 0,1 1-20 16,-3 0-18-16,0-3-8 16,-2-2-12-16,-1-3 7 15,0-7-7-15,0-5 13 16,0 0 9-16,0-17-14 16,0-9-1-16,-3-3 30 15,3-3 17-15,0 5 19 16,0 8 13-16,0 7-19 15,8 10-38-15,5 2-29 16,2 8 0-16,3 12-1 16,-1 7-1-16,-4 5-69 15,-13 19-129-15,0-5-374 16,-11-5-899-16</inkml:trace>
  <inkml:trace contextRef="#ctx0" brushRef="#br0" timeOffset="16453.47">21117 10253 856 0,'0'0'1159'15,"0"0"-841"-15,0 0-125 16,0 0-74-16,0 0 24 15,0 0-59-15,0 0-16 16,81 72-32-16,-63-45-22 16,-6 1-14-16,-2 2 0 0,-8 4-142 15,-2-5-223-15,0-9-962 16</inkml:trace>
  <inkml:trace contextRef="#ctx0" brushRef="#br0" timeOffset="17469.79">22990 9602 750 0,'0'0'505'0,"0"0"-278"16,0 0 52-16,0 0 4 16,0 0-59-16,0 0-124 15,0 0-61-15,-68 46 38 0,76 49 11 16,8 9-42-16,-2-15-15 16,0-22-22-16,-3-27-3 15,1-8 7-15,3-1-13 16,1-5-74-16,2-6-51 15,0-12-10-15,-3-8-13 16,0-13 43-16,-2-16 45 16,-1-7-13-16,-1-3 39 15,-5 2 34-15,0 6 20 16,-3 7 16-16,1 12 37 16,-4 4 28-16,0 8-16 15,1 0-40-15,2 5-32 16,5 15 5-16,2 4 8 15,5 3 4-15,3 2-11 0,3-1-8 16,3-3 2-16,0-4-6 16,-2-2-1-16,-2-4-4 15,-4-5-2-15,-6-4-22 16,-8-6-116-16,-2 0-121 16,0 0-252-16</inkml:trace>
  <inkml:trace contextRef="#ctx0" brushRef="#br0" timeOffset="17608.43">23170 9772 591 0,'0'0'204'0,"0"0"-204"16,0 0-31-1,82 14-360-15</inkml:trace>
  <inkml:trace contextRef="#ctx0" brushRef="#br0" timeOffset="17996.61">23506 9855 218 0,'0'0'1091'16,"0"0"-794"-16,0 0 0 15,0 0-120-15,-80 1-18 16,66 15-58-16,4 5-24 15,3 5-6-15,4 0-28 0,3 2-19 16,0-1-11-16,15-3-1 16,6-5-4-16,6-8-8 15,2-9-20-15,0-2-35 16,-5-20-60-16,-3-12 14 16,-11-7 61-16,-6-11 37 15,-4-21 3-15,-10-21 6 16,-5 3 9-16,2 11 8 15,2 19 5-15,8 31 24 16,-1 8 12-16,1 11-9 16,0 9-42-16,3 30-12 15,0 13 8-15,4 8-8 0,14 21 1 16,2-6-2-16,3 2 0 16,2-6-64-16,13-11-226 15,-4-7-305-15,-2-18-182 0</inkml:trace>
  <inkml:trace contextRef="#ctx0" brushRef="#br0" timeOffset="18827.42">23779 9789 1084 0,'0'0'258'16,"0"0"54"-16,0 0-78 16,0 0-30-16,0 0-86 15,0 0-31-15,-87 58-7 16,81-24-31-16,6 2-12 15,0-2-15-15,5 1-6 16,12-7-7-16,3-6-9 0,1-11-39 16,1-11-51-16,0-7-26 15,-5-22-42-15,-2-13 41 16,-9-17 91-16,-6-27 26 16,-3-32 20-16,-12-23 4 15,1 7 53-15,5 27-16 16,5 43 21-16,0 34 6 15,1 21 17-15,0 6-18 16,-1 3-39-16,1 17-42 16,-1 29 6-16,1 29 3 15,3 26-5-15,0 9-4 0,15-18-4 16,3-25-1 0,0-27-1-16,6-10-60 0,6-5-20 15,5-5-24-15,2-7-79 16,-4-13 2-16,-10-3 12 15,-8-21 79-15,-11-7 87 16,-4-2 3-16,0 1 66 16,0 2 52-16,-9 9 18 15,1 6 9-15,1 10-39 16,0 5-33-16,-1 0-39 16,1 19-18-16,0 3 5 15,3 6-6-15,4 3-8 16,0-2-6-16,12-3-1 15,6-2-8-15,8-8-72 16,2-7-130-16,2-9-28 0,0-5-137 16,-5-18-172-1,-7-5 171-15,-3-3 320 0,-9 1 56 16,-3 6 325-16,-3 5 49 16,0 8-53-16,0 8-76 15,0 3-135-15,0 0-69 16,1 12-1-16,5 7 41 15,0 3 0-15,0 1-27 16,0 0-28-16,-1-1-12 16,-2-1-12-16,0-9 4 15,-2-4-6-15,-1-8 11 16,0-1 18-16,2-20-17 0,-1-12 12 16,5-7 38-16,0-1 3 15,3 5-4-15,3 7 27 16,0 13-27-16,1 12-22 15,5 4-25-15,0 8-6 16,0 18-7-16,1 8 0 16,-5 7-1-16,-7 5-9 15,-7 29-129-15,-7-11-144 16,-13-9-535-16</inkml:trace>
  <inkml:trace contextRef="#ctx0" brushRef="#br0" timeOffset="19188.69">23793 10130 950 0,'0'0'783'0,"0"0"-489"16,0 0-125-16,0 0-89 15,0 0 71-15,0 0-7 16,0 0-27-16,57 26-49 15,-48-16-20-15,-6 6 4 16,-3 4 23-16,0 5-8 16,-9 5-12-16,-7 3-17 15,-4-1-4-15,2-2-10 16,2-5-10-16,7-8-5 16,3-6 1-16,3-5 5 15,3-4 3-15,0-2 2 16,11 0 4-16,15-10 4 15,16-9-2-15,12-4-16 0,5 0-9 16,4-1-1-16,-2 4-39 16,18 0-135-16,-16 4-328 15,-13 2-601-15</inkml:trace>
  <inkml:trace contextRef="#ctx0" brushRef="#br0" timeOffset="19845.31">26025 9707 1081 0,'0'0'289'16,"0"0"43"-16,0 0-63 15,0 0-52-15,0 0-106 16,0 0-37-16,-99 33 15 15,74 4-8-15,1 7-19 16,9 1-2-16,5 0 1 16,8-3-16-16,2-6-17 15,6-6-7-15,18-9-11 0,6-8 2 16,6-13-6-16,4 0-5 16,2-27 5-16,-2-7-6 15,-7-8-21-15,-10-6-17 16,-12-2 19-16,-11 1 3 15,-1 3-4-15,-23 10-23 16,-6 9 15-16,-3 12 4 16,-1 13-12-16,1 2-6 15,6 14-35-15,6 7-45 16,18 10-144-16,3-5-126 16,0-6-377-16</inkml:trace>
  <inkml:trace contextRef="#ctx0" brushRef="#br0" timeOffset="20038.14">26241 9311 1547 0,'0'0'315'16,"0"0"55"-16,0 0-148 16,0 0-76-16,0 0-99 15,0 0 4-15,-3 103-8 16,3-43-22-16,0 5-13 15,0 0-8-15,7 24-40 16,-1-17-212-16,-1-15-568 0</inkml:trace>
  <inkml:trace contextRef="#ctx0" brushRef="#br0" timeOffset="20249.28">26459 9549 1580 0,'0'0'387'15,"0"0"-103"-15,0 0-136 16,0 0 27-16,-15 91-9 16,15-38-57-16,3 6-26 15,12 6-45-15,-2 1-16 16,0 2-5-16,-3-2-12 16,-6-7-5-16,-1-8-108 15,-3-17-172-15,0-14-258 16,-3-19-164-16</inkml:trace>
  <inkml:trace contextRef="#ctx0" brushRef="#br0" timeOffset="20445.23">26520 9518 1267 0,'0'0'245'16,"0"0"-12"-16,0 0-63 15,92-4 41-15,-54 21-53 16,-4 6-56-16,-4 7-16 15,-11 4-17-15,-13 2-23 16,-6 6-15-16,-25 0-12 16,-19 3-17-16,-63 16-2 15,9-8-162-15,-11-11-557 0</inkml:trace>
  <inkml:trace contextRef="#ctx0" brushRef="#br0" timeOffset="25826.29">17921 11330 1190 0,'0'0'348'0,"0"0"-110"15,0 0-54-15,0 0 26 16,0 0-34-16,0 0-29 15,-1 12 42-15,14-4-10 16,5-2-26-16,9-1-25 16,13-2-27-16,24-3-7 0,30-8-25 15,31-13-29-15,8-1-13 16,-17 2-18-16,-32 6-3 16,-39 7-6-16,-11 3 1 15,-4-1-1-15,0 2 1 16,-5-2-1-16,-9 3 0 15,-7 1-1-15,-4 1 1 16,-4 0-27-16,-1 0-63 16,0 0-31-16,-9 0-101 15,-37 10-132-15,3 4-292 16,-5-1-388-16</inkml:trace>
  <inkml:trace contextRef="#ctx0" brushRef="#br0" timeOffset="26130.36">18042 11523 1189 0,'0'0'373'16,"0"0"-73"-16,0 0-58 15,0 0-15-15,0 0 5 16,0 0-17-16,0 0-12 15,110 3-55-15,-16-12-46 16,24-11-23-16,-8 3-13 0,-23 0-23 16,-29 5-17-16,-19 5-11 15,-2 2-8 1,0-3-5-16,-2 2-1 0,-15 3-1 16,-10-1-6-16,-10 4-83 15,-33 0-101-15,-11 10-351 16,-14 1-593-16</inkml:trace>
  <inkml:trace contextRef="#ctx0" brushRef="#br0" timeOffset="31509.87">16401 12596 582 0,'0'0'184'15,"0"0"-68"-15,0 0-50 0,0 0 14 16,0 0-41-16,0 0-25 15,0 0 4-15,-1 0 22 16,1 0 40-16,0 0 10 16,0 0 11-16,0 0-1 15,0 0-5-15,0 0-14 16,0 0-9-16,0 0-9 16,0 0-8-16,0 0-6 15,0 0 18-15,0 0 2 16,0 0-18-16,0 0 8 15,4 0 18-15,3 0 0 16,1 0-12-16,-1 0-1 16,3 0-2-16,0 0-1 0,-1 0-20 15,0 0-13-15,2 0-7 16,0 0 0-16,2 0-1 16,-2 2-2-16,1 1-3 15,1 0 3-15,1-2 0 16,0 2 3-16,2-2-2 15,0-1 2-15,0 1-10 16,4-1 1-16,0 0 1 16,2 0 6-16,0 0-4 15,-1 2-3-15,-5-1-10 16,0 1 4-16,-2 1 0 16,-2-1-5-16,-2-1-1 15,-1 1 1-15,3 0 5 16,-1-1-5-16,1-1 6 15,1 0 1-15,2 0 2 0,1 0 1 16,1 0-1-16,2 0-1 16,0 0 0-16,-2-3-3 15,2 0-4-15,-4 0 4 16,3-1-5-16,-3 0 5 16,1 2-5-16,-2-1-1 15,2 0 1-15,-1 0 0 16,0 1 0-16,-3-1 0 15,3 1 0-15,-3 1 0 16,1-2 0-16,1 0 0 16,0 2 0-16,0-2 1 15,0-1-1-15,2 2 0 0,-2-1 6 16,2 0-6-16,-4 1 0 16,1 0 5-16,-1-2-4 15,0 1-2-15,-2 0 8 16,-1 0-7-16,3-1 5 15,-1 0 0-15,-1-1-4 16,3 2 4-16,0-3 3 16,1 2 1-16,0-3 1 15,1 1-4-15,-2 0 2 16,-1 0-3-16,3 0 0 16,-3-1-5-16,3 0 10 0,0-1-10 15,0-2 7 1,0 1-2-16,2-3-5 0,-1 0 9 15,-2 0-2-15,0 1-7 16,-1 2 8-16,-4-2-2 16,0 1 2-16,0 0-3 15,-2-1 3-15,1-2-1 16,0 0-2-16,-1-4 3 16,0-2-8-16,-1-5 8 15,2 1-3-15,1-5-5 16,0 0 0-16,-2-2 7 15,2 0-2-15,0-2 0 16,-2 2-5-16,0 1 11 16,-1 1-3-16,-3 1-1 15,-3 0 2-15,0 3 3 16,0-3-2-16,-5 4 5 0,-7 0-4 16,-3 1-4-16,-1-2 4 15,-4 4 0-15,1-1-3 16,-5 2 0-16,0-3 0 15,-4 2-3-15,-3 1-5 16,-5-1 0-16,-2 4 0 16,-3 1 0-16,0 1-1 15,-1 1 0-15,-1 3 0 16,3 0 0-16,-1 4 0 16,2-3 0-16,1 4 0 15,1 1-2-15,2 0 1 16,0-1 0-16,1 3 0 15,1-1 0-15,-2 3 1 0,3 0-1 16,-1 0 0-16,3 0-6 16,2 0-5-16,-1 0 4 15,1 3 1-15,1 2 6 16,-1 1-1-16,-2 2 1 16,2 2 1-16,1 2-1 15,0 2 0-15,1 0 0 16,0 1 1-16,0 2-1 15,3 1 1-15,-3-1 0 16,2-3 0-16,2 2 0 16,0-2 0-16,3-3 0 0,2 2 0 15,1-2 1 1,2 2 0-16,0 3-1 0,0 1 0 16,0 1 0-16,-1 4 0 15,3 6 1-15,-1-1 5 16,1 7-5-16,1-1 7 15,1 1-1-15,3 0-1 16,-1 0 0-16,3 1-5 16,3-1 0-16,2-1 11 15,0 1-3-15,0 0-2 16,7-1 7-16,2 1 1 16,0-3-3-16,4-1-5 15,-2-4 4-15,4 1-1 16,-3-5 2-16,1 1-1 15,2-4-1-15,-3-4-2 0,0-1-7 16,-2-3 7-16,1-3-1 16,2 1 5-16,-1-2-1 15,1-1 1-15,1 0 1 16,2-1 1-16,-2 0-4 16,-2-1 2-16,1-1-4 15,-1 0-1-15,-2-1-1 16,0-2-4-16,-4 0 4 15,1 0-5-15,0 0 5 16,-1 0 0-16,0 0-5 16,0-2 0-16,-1-4 5 15,-2 0-6-15,1 1 1 16,-1-3-1-16,-3 1 0 0,0 0-30 16,0 1-44-1,0 2-53-15,-8 0-62 0,-17 4-151 16,1 0-345-16,-2 2-587 0</inkml:trace>
  <inkml:trace contextRef="#ctx0" brushRef="#br0" timeOffset="35197.92">14286 12494 899 0,'0'0'266'0,"0"0"-71"16,0 0-9-16,0 0-40 15,0 0-18-15,0 0-16 16,0 0 15-16,67 0 8 16,-37 0-27-16,3 0-6 15,3 4-15-15,-1 3-6 16,5 0-2-16,2-1-9 15,2 1-7-15,2-2-9 0,0 1-11 16,0-2-6 0,2 3-2-16,-2-6 4 0,2 2 1 15,-2-3-3-15,2 0-1 16,-2 0-3-16,-1 0 0 16,-3-4 0-16,-3-1 2 15,-2-2-14-15,-3-2-9 16,-1 1 7-16,-2-1 10 15,-1-2-4-15,0-2-10 16,0 0 3-16,-2-4 7 16,0 1-5-16,1-6-11 15,-2 0 9-15,-2-2-5 16,-1-1-7-16,-2-4 2 16,-2 1 1-16,-4 0-2 0,-2 0-5 15,-4-1 4-15,-1 2-5 16,-3 1-1-16,-2-3 0 15,1 1-1-15,-4-1 1 16,1-1-1-16,-2 0-8 16,0 0 8-16,0-2-5 15,0 3-3-15,-5 1 3 16,-2 0-1-16,-2-1-5 16,-2 4-2-16,-2-1 7 15,-1-1-5-15,-5 1-5 16,-3-1 2-16,-2-2 2 15,-6 4-11-15,-3 2 10 16,-4 3 3-16,-2 3 2 0,-3 1-12 16,-2 3 9-1,2 4-5-15,0 0-7 0,3 1 8 16,2 2 14-16,1 0-4 16,0 3 6-16,1-2 0 15,-1 0-6-15,2 2 5 16,-1 2-12-16,-1-2 0 15,-1-1-7-15,-1 3 10 16,0-1-7-16,-2 2 2 16,-3 0 8-16,1 0-2 15,0 2-2-15,-1 6 4 16,2-2-4-16,4 2 11 16,2 1-1-16,2 1-5 0,1 0 5 15,3 4-13 1,-1-2 0-16,0 3 5 0,6 2 3 15,-3 0 6 1,2 2 0-16,1-1 0 0,0 3 0 16,4-4 1-16,1 4-1 15,0-1 0-15,1 1 0 16,-1 2 2-16,2 3 9 16,1-1-10-16,4 4 11 15,-2-1 8-15,5 2-7 16,2 1-1-16,-2 3 8 15,5 0-1-15,2 2 10 16,2-2-8-16,0 2-2 16,3 0 7-16,9 0-2 0,1 1-2 15,5-2 2-15,2 0 10 16,4-3-2-16,1-3 5 16,5-4-10-16,1-2-12 15,2-3-6-15,3-3-1 16,1-5 5-16,6 0 22 15,-1-2-7-15,1-1-7 16,-2-3-6-16,-4 3-9 16,-4-4 2-16,-3 0-7 15,-4-1 7-15,0-4-8 16,-4 0 1-16,-1 0 0 16,0 0-1-16,-2 0-1 15,-2 0 1-15,-4-4 2 16,-4 1-1-16,-1 0 0 15,-5 1 0-15,-2 1-1 0,-1 1 0 16,0 0-5-16,0 0-30 16,-3 1-112-16,-33 31-130 15,0 1-433-15,-6 1-642 0</inkml:trace>
  <inkml:trace contextRef="#ctx0" brushRef="#br0" timeOffset="38169.52">18734 12559 916 0,'0'0'299'16,"0"0"-70"-16,0 0 27 15,0 0-7-15,0 0 2 16,0 0-60-16,0 0-44 15,8 0-13-15,47 0 30 0,31 0-31 16,38-6-20 0,13-7-24-16,-3-4-26 0,-28 0-8 15,-37 5-13-15,-23 2-15 16,-10 3-17-16,-2-2-9 16,-3 2-1-16,-4 1 0 15,-12-1 0-15,-9 6-1 16,-6 0-21-16,0 1-41 15,-4 0-61-15,-18 0-119 16,-30 12-140-16,5 0-250 16,-5-2-305-16</inkml:trace>
  <inkml:trace contextRef="#ctx0" brushRef="#br0" timeOffset="38398.1">18820 12782 1453 0,'0'0'268'16,"0"0"-145"-16,0 0 47 16,97 0 86-16,-9-14-4 15,26-8-97-15,-5 2-39 16,-21 3-53-16,-30 8-32 16,-22 5-15-16,-1-2-10 15,-4 1-6-15,-1 2-13 16,-12 1-99-16,-16 2-141 15,-2 0-304-15,-2 0-581 0</inkml:trace>
  <inkml:trace contextRef="#ctx0" brushRef="#br0" timeOffset="40325.84">14483 12768 889 0,'0'0'252'0,"0"0"-96"0,0 0-24 15,0 0 23-15,0 0-19 16,110-17-10-16,-44 17 0 16,28 4 10-16,31 6-23 15,17-3-27-15,4-4-7 16,-1-3-11-16,-7 0-3 16,5-3-8-16,-1-4-13 15,-2-3-17-15,-4 3-7 16,-2-2-19-16,-7 1 9 15,-6-1 1-15,-8 2-3 16,-10-1-2-16,-7 1-4 16,-17 0-1-16,-18 1 5 0,-16 2-4 15,-5 0 8 1,3-1-1-16,5-1-1 0,3 0-2 16,-2-2 0-16,0 0 6 15,-4 1 0-15,2 0-2 16,1 1-3-16,0 3-1 15,2 0-4-15,-1 0 4 16,1-1 3-16,-2 0-2 16,1-1 5-16,-2-3 3 15,-1 2-3-15,-4-3 3 16,-2 2 0-16,-8-1-3 16,-5 1-2-16,-7 1 5 15,-2 0-7-15,-6-4 8 16,1 2 10-16,-1-3-8 15,3-2-2-15,-2-3-4 0,3-1-11 16,1-5 8-16,1-5-9 16,-3-4 9-16,-2-5-6 15,-4-7 4-15,-6-8-5 16,-3-18 4-16,0-23-6 16,-17-22 0-16,-6-9 0 15,-4 2-1-15,-1 13 1 16,3 27 0-16,1 19 0 15,0 17 6-15,0 6-5 16,-6-1 5-16,-4-4 0 16,-8-1-4-16,2 9 4 0,-3 7 0 15,2 7 6 1,-2 4-3-16,-2 7-8 0,-1 4 8 16,-3 4-8-16,-2 3 0 15,2 0 0-15,-3 0 0 16,-3 1 0-16,-2 5 0 15,-4 2-1-15,-3-3 6 16,-4 1-5-16,-3 0 1 16,-2 1-2-16,1-1 0 15,-2 2 0-15,-1 0 1 16,-12 1-1-16,-11 3 0 16,-20-1 1-16,-3-2 0 0,7-1 8 15,6 1-7 1,8-1-1-16,-4 4 1 0,-10 1-2 15,-3 6 0 1,-6 1 0-16,-4 7-1 0,-2 0-22 16,3 5 10-16,7 1 13 15,7-3 0-15,14 0 1 16,5 1 1-16,7 0 4 16,12-7-5-16,15-4 5 15,11-5-6-15,6 0-1 16,-8-1-5-16,-4 3 0 15,-2-2 6-15,6 1 1 16,7-7 5-16,6-3-5 16,4-2-1-16,6-1 1 15,2-3 0-15,2 0 0 0,2 0 1 16,4 0-2-16,1 0 1 16,5 0 0-16,2 0 1 15,4 0-1-15,2 0-1 16,2 0 1-16,-1 0-1 15,1 0 0-15,-3 0 0 16,0 5-1-16,-2 7 0 16,0 6 1-16,3 5-1 15,3 5 1-15,0 6 0 16,8 8 8-16,11 5-2 16,6 6 4-16,7 7 4 15,1 1-4-15,2 4 7 16,3 1 2-16,-1-1 5 15,2 1-13-15,-2-3 2 16,-1-3 1-16,-3-4-4 0,-2-8 2 16,-4-6-3-16,0-6 9 15,-4-10-3-15,1-7-2 16,-1-9-4-16,5-7 6 16,1-3-6-16,0-3 5 15,3-10-13-15,1-3 0 16,-4 1 5-16,0 1-4 15,-4 0-2-15,-6 2 0 16,-4 2-30-16,-3 1-42 16,-6 1-31-16,-4 5-80 0,-2 3-159 15,-15 3-306 1,-3 3-560-16</inkml:trace>
  <inkml:trace contextRef="#ctx0" brushRef="#br0" timeOffset="40492.93">14623 12775 2045 0,'0'0'256'0,"0"0"-161"16,0 0-39-16,0 0-39 16,0 0-17-16,0 0-2 15,0 0-207-15,14 0-505 0</inkml:trace>
  <inkml:trace contextRef="#ctx0" brushRef="#br0" timeOffset="42530.89">18424 11734 702 0,'0'0'261'0,"0"0"17"0,0 0-91 16,0 0-84-16,0 0-4 16,0 0 83-16,28 70-26 15,-14-31-19-15,2 7-20 16,-4 2-43-16,1 6-5 15,-2 13-14-15,-1 13-10 16,-3-4-4-16,-2-8-3 16,-5-8 18-16,0-13-13 15,0 5-13-15,0 4-15 16,0-6 7-16,0-9-5 16,0-9-7-16,0-9-2 0,0-9-7 15,0-5 0 1,0-7 0-16,0 1 5 0,0-3 0 15,0 0-5 1,0 0 1-16,0 0-1 0,0 0 0 16,0 0-1-16,6 0 2 15,5-3-1-15,3-5 6 16,1 2-7-16,3-1 1 16,4 3-1-16,1 0 1 15,4 2-1-15,3-1 0 16,2 3 1-16,4 0 1 15,4 0-2-15,2 0 0 16,4 0 2-16,4 0-2 16,3 0 2-16,4 0-1 0,1 0 8 15,3 3-8-15,2-1-1 16,0 1 6-16,-2-2-5 16,-2 1 0-16,-2-2-1 15,-3 0-1-15,-6 0 1 16,-1 0-1-16,-5-6 1 15,-4-1 0-15,-3 1 0 16,-5-2 1-16,-3 0 0 16,-3-1 1-16,-2 1-1 15,-1-1 6-15,-5-1-1 16,1 2-4-16,-4-2 7 16,0 2-3-16,-2 0-5 15,-2 3 5-15,-3-1-5 16,1 2 5-16,-1-3 0 15,0 1-6-15,0-5 0 0,3-1 0 16,-1-5 0-16,-1-8 2 16,1-6-1-16,0-9 0 15,-2-7 7-15,-1-18-8 16,-3-17-1-16,-2-18 1 16,0-3-1-16,-8 18 1 15,-2 21 0-15,2 25 0 16,-1 6 0-16,-4-2 2 15,-1 0 4-15,-2-1-5 16,3 10 7-16,2 5-1 16,-1 5-6-16,6 6 13 0,0 4-1 15,3 4 4 1,2 0-8-16,1 2-9 0,-3 0 0 16,-3 0-1-1,0 6-1-15,-5 5 2 0,-2 1 0 16,0-4 0-1,-1 1 0-15,-5-3 2 0,-5-2 4 16,-6-1-6-16,-10-1 1 16,-11 1 0-16,-21-1 1 15,-25 0-1-15,-29 3 6 16,-7 0-7-16,21 0 0 16,30 2 0-16,34-4 7 15,12 2 26-15,2 0-9 16,0 2-6-16,1 0-6 15,8 0-6-15,4 2-6 0,3-1 0 16,1 3 0-16,0-2 1 16,-3 0-1-16,-2-1 1 15,0-1 0-15,-2-1-1 16,3-3 1-16,3-1 1 16,4 1 4-16,3-3-6 15,3 0 1-15,2 0 0 16,0 0-1-16,0 0 2 15,0 0-1-15,2 0-1 16,-2 0 1-16,0 0 0 16,0 0-1-16,0-3 0 15,3 2 1-15,1 1-1 0,2 0 1 16,0 0-1-16,0 0-1 16,0 0 0-16,0 0-10 15,0 9-17-15,0 15-11 16,5 25 21-16,5 35-109 15,-10 40-125-15,0-13-296 16,-8-10-1103-16</inkml:trace>
  <inkml:trace contextRef="#ctx0" brushRef="#br0" timeOffset="44510.29">24520 12167 1317 0,'0'0'357'15,"0"0"-88"-15,0 0-32 0,0 0-24 16,0 0-11-1,0 0 2-15,68 0-40 0,-20 0-47 16,9 0-51-16,10 0-23 16,1 0-16-16,3-7-10 15,-6 1-8-15,-8-1-8 16,-14 1 0-16,-13 3-1 16,-14 0-43-16,-12 3-73 15,-4 0-109-15,-36 0-142 16,-2-1-341-16,-5-1-324 0</inkml:trace>
  <inkml:trace contextRef="#ctx0" brushRef="#br0" timeOffset="44799.48">24546 11984 1260 0,'0'0'302'0,"0"0"-74"0,0 0-28 15,0 0 18-15,0 0-91 16,81-34-58-16,-75 40-5 16,-3 13 12-16,-3 9 1 15,-15 8-1-15,-13 10-2 16,-11 6-24-16,-6 1-11 16,4 0-8-16,3-5-7 15,11-9-10-15,17-10-14 16,10-8 0-16,19-10 5 15,41-11-5-15,43-2-7 0,31-15-99 16,2-1-148-16,-32 3-363 16,-43 9-1143-16</inkml:trace>
  <inkml:trace contextRef="#ctx0" brushRef="#br0" timeOffset="45155.53">24275 13184 1744 0,'0'0'296'0,"0"0"-80"16,0 0-105-16,0 0 41 15,0 0-3-15,81 0-46 16,5-8 1-16,26-6-49 16,-4 0-34-16,-23 1-9 15,-27 4-10-15,-22 4-2 16,-5-3-35-16,-4 3-131 15,-21-4-114-15,-6 3-234 16,-14 0-468-16</inkml:trace>
  <inkml:trace contextRef="#ctx0" brushRef="#br0" timeOffset="45452.92">24302 12930 1425 0,'0'0'243'16,"0"0"-96"-16,0 0 22 15,0 0 36-15,0 0-60 16,0 0-82-16,0 0-20 16,-12 21 78-16,-13 17-28 0,-10 9-1 15,-3 1-16-15,-3 2-14 16,4-5-21-16,13-5-12 15,9-8-14-15,15-9-14 16,3-6 7-16,30-8-7 16,28-7-1-16,5-2-81 15,35 0-156-15,-14-5-320 16,-29-1-675-16</inkml:trace>
  <inkml:trace contextRef="#ctx0" brushRef="#br0" timeOffset="45884.17">23549 14322 1768 0,'0'0'288'0,"0"0"-120"15,0 0-58-15,0 0 25 16,0 0 82-16,97-21-65 16,-35 9-59-16,9-2-35 15,4 4-31-15,-1-2-13 16,-9 0-5-16,-6 3-8 16,-13 1-1-16,-14 2-46 15,-12 0-117-15,-20 1-129 16,-6 0-254-16,-17 0-525 0</inkml:trace>
  <inkml:trace contextRef="#ctx0" brushRef="#br0" timeOffset="46227.56">23695 14018 1681 0,'0'0'269'0,"0"0"-224"16,0 0-32-16,0 0 15 15,0 0 113-15,0 0-52 16,0 0-33-16,-36 7 2 16,14 21 10-16,-7 8 20 15,1 2 14-15,3 5-8 0,7-1-28 16,9 1-8-1,9-4 0-15,7-3-26 0,23-4-5 16,16-10-11-16,25-6-1 16,26-15-1-16,19-5-5 15,-6-17-8-15,-24-5-1 16,-27 3-22-16,-10-13-99 16,-7 3-216-16,-13 0-571 0</inkml:trace>
  <inkml:trace contextRef="#ctx0" brushRef="#br0" timeOffset="47088.53">15358 16337 950 0,'0'0'245'0,"0"0"-61"16,0 0 83-16,0 0-22 15,0 0-53-15,0 0-29 16,132-37 13-16,-3 25-8 16,18-3-21-16,8-4-32 15,-7 2-22-15,-23 0-32 16,-7 1-19-16,-13 0-21 15,-25 5-3-15,-22 1-8 16,-21 3-5-16,-18 2-5 16,-1 2-21-16,-9-1-41 0,-7 4-58 15,-2 0-77 1,-58 2-93-16,1 10-275 0,-6 5-296 0</inkml:trace>
  <inkml:trace contextRef="#ctx0" brushRef="#br0" timeOffset="47368.02">15520 16554 1588 0,'0'0'286'16,"0"0"-143"-16,0 0-16 15,83 3 126-15,3-3 50 16,41-13-86-16,22-14-65 15,7-8-48-15,-10-5-25 0,-21 0-16 16,-7-1-9-16,-15 5-14 16,-20 6-19-16,-23 9-9 15,-21 6-10-15,-14 5 7 16,-3 1-9-16,-9 4-19 16,-10 3-71-16,-41 6-84 15,-15 11-353-15,-21 3-702 0</inkml:trace>
  <inkml:trace contextRef="#ctx0" brushRef="#br0" timeOffset="56316.7">18547 11202 491 0,'0'0'125'0,"0"0"-22"15,0 0-24-15,0 0-43 16,0 0-16-16,0 0-7 16,-17 0 90-16,17 0-68 15,5 4-8-15,10 2-11 16,11 1-6-16,14 0-1 15,31-4-3-15,39-3-5 16,45-8 0-16,19-9-1 0,-2 0-6 16,-22 4-5-16,-56 7-111 15,-28 3-184-15</inkml:trace>
  <inkml:trace contextRef="#ctx0" brushRef="#br0" timeOffset="56732.34">21277 11134 85 0,'0'0'648'0,"0"0"-584"16,0 0-64-16,0 0-21 16,0 0-78-16,0 0-92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57:03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 4919 1081 0,'0'0'390'0,"0"0"-52"16,0 0-23-16,0 0-70 15,0 0-48-15,0 0-37 16,-23 23-62-16,7 8-19 0,-6 11-13 16,-5 10-6-1,3 9-8-15,-5 1-10 0,1 0 2 16,3 0-4-16,1-3 1 15,2-3-13-15,2-1-16 16,1-4 9-16,0-1 4 16,2-3 1-16,5-2-17 15,-1-6-8-15,2-5 0 16,1-7-1-16,7-5-12 16,-3-8-49-16,3-6-64 15,-2-8-89-15,-2-22-159 16,0-9-393-16,-1-8-528 0</inkml:trace>
  <inkml:trace contextRef="#ctx0" brushRef="#br0" timeOffset="412.32">596 5005 508 0,'0'0'982'16,"0"0"-638"-16,0 0-33 15,0 0-69-15,0 0-41 0,0 0-79 16,0 0-85 0,-19 3-35-16,44 21 4 0,8 8 40 15,9 8 23-15,10 4-7 16,17 7 16-16,19 7-6 15,-5-5 1-15,-8-7-1 16,-8-5-10-16,-18-5-10 16,6 5-3-16,5 5-2 15,-8 1-2-15,-7-5-18 16,-8-2-17-16,-7-4 1 16,-9-2 5-16,-3-4-4 15,-6-5-1-15,-2-3-10 16,-4-9 0-16,0-3-1 15,-3-6 0-15,-3-4-52 16,0 0-98-16,0 0-117 0,-9-12-646 16</inkml:trace>
  <inkml:trace contextRef="#ctx0" brushRef="#br0" timeOffset="1668.34">1114 4757 274 0,'0'0'48'0,"0"0"480"0,0 0-277 16,0 0-40-16,0 0-2 15,0 0-16-15,0 0-40 16,1-2-27-16,-5 4-32 15,-5 10-37-15,3 11 5 16,-3 9 58-16,-4 8 27 16,1 4-27-16,-2 2-51 15,-2 0-17-15,2 3 0 16,1-6-13-16,1 0-9 0,0-5-5 16,2-4-7-16,-1-4-2 15,1-6-7-15,2-4-8 16,2-4 1-16,0-5-1 15,1-2-1-15,-3-2 0 16,-1 4-109-16,1 0-192 16,-2-2-384-16</inkml:trace>
  <inkml:trace contextRef="#ctx0" brushRef="#br0" timeOffset="5184.61">1819 4757 375 0,'0'0'535'0,"0"0"-240"16,0 0-80-16,0 0 44 0,0 0-18 15,0 0-39-15,-7-22-35 16,0 22-34-16,-4 0-23 16,-1 0-38-16,-6 11-19 15,-4 9-2-15,-1 10 1 16,-2 12-7-16,0 7 4 15,1 9-12-15,4 5-5 16,1 0-1-16,4 0 1 16,6-6-1-16,5-5 3 15,4-4-10-15,0-10-7 16,9-4-7-16,7-5 5 16,2-2-9-16,3-8 0 15,1-4 0-15,2-3-5 16,2-5 0-16,-1-4-1 15,5-3 0-15,-5 0-1 0,-1-5-15 16,-6-6-59-16,3-3-104 16,-2-8-173-16,-2 2-283 15,-9 2-516-15</inkml:trace>
  <inkml:trace contextRef="#ctx0" brushRef="#br0" timeOffset="5428.57">1672 5271 889 0,'0'0'878'0,"0"0"-706"15,0 0-24-15,0 0-8 0,0 0 1 16,0 0-39-1,110-58-50-15,-67 29-29 0,5-3-20 16,0-5-3-16,23-20-122 16,-13 8-271-16,-11 4-969 0</inkml:trace>
  <inkml:trace contextRef="#ctx0" brushRef="#br0" timeOffset="6109.38">2312 4712 388 0,'0'0'895'0,"0"0"-539"0,0 0-31 15,0 0-61-15,0 0-43 16,0 0-68-16,0 0-43 16,-11 17-57-16,11 3-25 15,3 13 56-15,9 6-16 16,3 7-27-16,0 1 1 15,4 3 8-15,-2-1-20 16,-1-1-13-16,2 0-11 16,-3-8-5-16,-3-2 1 15,3-5-1-15,-5-7-1 16,-1-3-1-16,-6-6-44 16,-3-4-67-16,0-8-126 15,0-4-110-15,-9-1-319 0</inkml:trace>
  <inkml:trace contextRef="#ctx0" brushRef="#br0" timeOffset="6943.08">2249 4679 540 0,'0'0'767'0,"0"0"-551"16,0 0 22-16,0 0-29 15,9-86-64-15,6 67-42 16,0 1-37-16,1 3-19 0,5 3-15 15,-3 4-2-15,1 7-3 16,-2 1-15-16,-1 0-3 16,-1 13-8-16,0 4 1 15,-3 3 5-15,0 0-6 16,-5 3 8-16,-2-1-8 16,-2 0 0-16,-3-3 1 15,0 0-1-15,0-2 1 16,0 0-1-16,0 0 0 15,0 0 0-15,0-2 0 16,-5 0 0-16,2-1 0 16,-1 0-1-16,-1-2 1 0,-2-1 0 15,1 0 0 1,0-2-1-16,0-1 0 0,-2 1 0 16,1-4 0-16,1 1 0 15,0-3-1-15,3 0 1 16,0-3-1-16,3 1 0 15,0-1 0-15,0 0-5 16,0 3-1-16,12-1 6 16,7 3 0-16,8 0 1 15,9 4 12-15,3 1 37 16,10 4 42-16,-1 0-5 16,1 3-15-16,-1 0-10 15,-5 0-10-15,-4-1-11 16,-9-2-15-16,-8-5-7 15,-7-1-10-15,-6-4-7 0,-6-3 5 16,-3-1-5-16,0 0-1 16,-5-4 0-16,-25-19-118 15,2 3-231-15,-3-4-393 0</inkml:trace>
  <inkml:trace contextRef="#ctx0" brushRef="#br0" timeOffset="7436.54">2173 4657 61 0,'0'0'610'0,"0"0"-271"16,0 0-79-16,0 0-54 15,0 0-40-15,0 0-40 16,0 0-49-16,9 34 77 0,4-3 2 16,2 10-3-16,5 6-3 15,-1 6-6-15,3 1-32 16,-2 3 6-16,4-2-12 16,-2-3-31-16,3-4-29 15,-5-6-24-15,1-5-10 16,-4-5-10-16,-3-8-1 15,-5-2 0-15,-2-8 1 16,-4-3-2-16,-3-5-51 16,0-5-91-16,-6-1-177 15,-10-10-344-15,-1-7-1026 0</inkml:trace>
  <inkml:trace contextRef="#ctx0" brushRef="#br0" timeOffset="9030.23">2216 4028 1025 0,'0'0'356'0,"0"0"44"0,0 0-76 16,0 0-80-16,0 0-71 16,0 0-83-16,0 0-50 15,-9 24-15-15,23 5 45 16,3 7 3-16,0 0-16 15,4 2-11-15,-6-3-13 16,4-4-19-16,-3-3-7 16,-5-4-6-16,-2-3 7 15,1-6-8-15,-5-5 0 16,-4-5-1-16,-1-5 1 16,0 0-10-16,-1-3 8 15,-14-13-17-15,-6-12 1 16,-6-5 1-16,2-6 10 0,1-3 6 15,3 3 0-15,6 3 1 16,6 7 1-16,2 5 8 16,7 4-3-16,0 4 0 15,0 6 0-15,3 1-6 16,10 5 0-16,1 2-1 16,2 2 0-16,8 0-1 15,-3 11 1-15,7 5 0 16,-1 4 1-16,-3-1 0 15,-5 1 0-15,-1-2 1 16,-5-3-1-16,-5-4 0 16,-5-5-1-16,0-2 1 15,-3-4 1-15,0 0 5 0,0-7 3 16,-5-7-8 0,-7-9 0-16,-1-5 7 0,1-3-2 15,5 0-6-15,4 3 9 16,3 2 9-16,0 6-4 15,1 6-8-15,11 4-5 16,3 8 0-16,4 2-1 16,5 1-2-16,-1 16 2 15,5 5 9-15,-1 6 12 16,-3 1 6-16,-2-3-5 16,-5 0-5-16,-3-3-5 15,-3-4-6-15,-2-2-5 0,0-3 0 16,-3-2-1-16,-3-5-41 15,-3-6-152-15,0-1-386 16,0 0-734-16</inkml:trace>
  <inkml:trace contextRef="#ctx0" brushRef="#br0" timeOffset="9556.51">2793 3727 476 0,'0'0'738'15,"0"0"-380"-15,0 0 34 0,0 0-67 16,0 0-40 0,0 0-72-16,0 0-76 0,-16-10-87 15,16 10-37-15,0 10-12 16,0 6 0-16,0 8 0 16,3 6 12-16,1 3 5 15,2 0 0-15,-1 0 0 16,-2-3-9-16,3 0-9 15,-3-5 0-15,1-2 0 16,-4-4-68-16,0-4-165 16,0-5-243-16,0-4-244 15,-4-6-760-15</inkml:trace>
  <inkml:trace contextRef="#ctx0" brushRef="#br0" timeOffset="9844.74">2591 3788 1495 0,'0'0'511'15,"0"0"-283"-15,0 0-51 16,0 0-35-16,0 0 2 16,0 0-4-16,0 0-59 15,92 46-30-15,-55-30-2 16,2 4 2-16,0-3-18 0,-3 2-3 15,-3-4-8-15,-5-2-5 16,-1-1-10-16,-8 0-5 16,2-3-2-16,-8-4 0 15,1-1-40-15,-2-4-119 16,1-3-209-16,0-12-303 16,-5-8-866-16</inkml:trace>
  <inkml:trace contextRef="#ctx0" brushRef="#br0" timeOffset="10598.68">3181 3693 227 0,'0'0'712'0,"0"0"-391"16,0 0 13-16,0 0-52 15,0 0-49-15,0 0-62 16,0 0-27-16,-27-21-34 16,18 21-18-16,-4 0-16 15,1 0-10-15,0 7-5 16,0 2-15-16,0 4-4 15,2-1-5-15,5 2-2 16,1 2-14-16,2 0-6 16,2 2-6-16,0-1-2 0,8 2 2 15,5-2-2-15,4-4-1 16,2 0 0-16,-1-6 0 16,1-4-4-16,-1-3 5 15,0 0-1-15,0-6 3 16,-6-8 0-16,3-10 0 15,-8-2 3-15,-4-7 0 16,-3-3 3-16,0-1 15 16,-10-4-9-16,-14-2-14 15,-3 0-7-15,-6-3-15 16,-1 0-6-16,-2 2-12 16,5 4-2-16,1 3 2 0,6 10 8 15,5 5 4-15,5 6 6 16,4 6 9-16,4 4 5 15,3 3 0-15,3 3 0 16,0 0-10-16,0 0-1 16,0 8-7-16,6 12-8 15,13 9 19-15,8 10 8 16,3 5 35-16,6 3 16 16,0-2 11-16,-2-4-17 15,-1-3-6-15,0-6-1 16,-3-3-8-16,-5-4 1 15,-6-6-2-15,-1-5-8 16,-6-3-11-16,-3-5-2 16,-6-3-8-16,0-2 2 0,-3-1-2 15,0 0 2-15,0 0-1 16,0 0-1-16,-9-15-22 16,-6 3-242-16,-9-2-931 0</inkml:trace>
  <inkml:trace contextRef="#ctx0" brushRef="#br0" timeOffset="13456.23">589 7621 929 0,'0'0'536'15,"0"0"-149"-15,0 0-129 16,0 0-89-16,0 0-17 16,-67 124-15-16,13-22-52 15,-10 12-12-15,4 3-8 0,6-16 35 16,7-11-16-16,5-4-19 15,5-16-19-15,13-13-19 16,3-18-5-16,3-9-10 16,3-2-12-16,-1-4-24 15,4-7-121-15,-6-17-194 16,6-19-312-16,3-12-669 0</inkml:trace>
  <inkml:trace contextRef="#ctx0" brushRef="#br0" timeOffset="13673.07">6 7820 1224 0,'0'0'633'16,"0"0"-504"-16,0 0 9 15,0 0 63-15,37 125-90 16,30-42-1-16,25 20 0 16,4 6-37-16,-2-7 59 15,-18-22-29-15,-19-25-31 16,-13-18-10-16,-6-6-23 15,2-1-22-15,0-2-10 16,-4-5-7-16,0-23-76 16,-14 0-265-16,-5-23-434 0</inkml:trace>
  <inkml:trace contextRef="#ctx0" brushRef="#br0" timeOffset="13862.19">715 7899 925 0,'0'0'885'0,"0"0"-736"16,0 0-2-16,0 0-19 15,0 0 10-15,0 0-67 16,111 3-44-16,-75-3-26 16,2-2-1-16,0 1-132 15,-10-1-251-15,-11 2-468 0</inkml:trace>
  <inkml:trace contextRef="#ctx0" brushRef="#br0" timeOffset="14050.64">717 8214 1181 0,'0'0'697'0,"0"0"-489"15,0 0 15-15,0 0-2 16,0 0-71-16,0 0-90 15,0 0-30-15,88-15-18 16,-37-5-12-16,37-16-162 16,-12 3-394-16,-12-2-1222 0</inkml:trace>
  <inkml:trace contextRef="#ctx0" brushRef="#br0" timeOffset="14837.62">1551 7370 1064 0,'0'0'323'0,"0"0"5"15,0 0-69-15,0 0-48 16,-91-31-66-16,67 31-56 16,-4 19-55-16,-2 13-21 15,2 7 14-15,2 5 13 16,8 3 0-16,8-5-11 16,10-2 0-16,0-6-14 15,9-1-9-15,10-3-4 0,4-2-1 16,-1-1 1-1,2 0-1-15,-6-1 0 0,-8 3-1 16,-4 3 2 0,-6 0-1-16,0 0-1 0,-6-4-1 15,-4-6-14-15,-1-8-22 16,1-7 13-16,-2-7 12 16,6 0 0-16,0-11-1 15,6-3-3-15,0 3-5 16,0 1 3-16,6 5 11 15,13 5 5-15,1 0 2 16,7 12 2-16,-2 15 11 16,5 13 26-16,-2 19 59 0,-1 24 5 15,-8-4 40 1,-7-6-34-16,-9-8-15 0,-3-16-32 16,0 2-8-16,0 2-3 15,0-10-9-15,0-9-5 16,0-10-12-16,3-8-8 15,2-5-4-15,2-6-11 16,5-5 10-16,6 0-11 16,6-7 11-16,9-11-6 15,5-3-6-15,-2 0-18 16,11-2-77-16,-12 7-157 16,-7 0-523-16</inkml:trace>
  <inkml:trace contextRef="#ctx0" brushRef="#br0" timeOffset="17230.74">2022 7829 874 0,'0'0'301'0,"0"0"-45"16,0 0 2 0,0 0-40-16,0 0-56 0,0 0-50 15,0 0-17-15,-88 36-15 16,75-18-3-16,5 4 4 15,4-2-14-15,1 0-22 16,3 0-6-16,0-2-15 16,0-1-8-16,6-4-9 15,3-3-5-15,4-2 4 16,-1-7-5-16,1-1-1 16,-2 0 1-16,1-12 17 15,0-12-12-15,-6-7 4 0,-5-9-2 16,-1-6-7-16,0-6-1 15,-14-4 0-15,-6-2 1 16,1-1 5-16,-5 1-5 16,6 8 6-16,0 11-1 15,6 13 3-15,6 11-2 16,2 7 1-16,2 7-7 16,2 1 1-16,0 7-2 15,4 19-7-15,10 13 7 16,10 11 12-16,1 9 38 15,3 2 18-15,-2-3-11 16,1-5-21-16,1-7-9 16,-4-5 0-16,1-10 3 0,-5-6-6 15,-2-8-12 1,-6-6-11-16,-4-3-1 0,-3-8-11 16,-5 0-92-16,0-14-187 15,0-4-653-15</inkml:trace>
  <inkml:trace contextRef="#ctx0" brushRef="#br0" timeOffset="17630.71">2329 7939 1870 0,'0'0'285'15,"0"0"-78"-15,0 0 37 0,0 0-42 16,0 96-73 0,0-68-75-16,0-1-32 0,0 0-14 15,2-5-8-15,13-3-30 16,1-6-257-16,-4-8-602 0</inkml:trace>
  <inkml:trace contextRef="#ctx0" brushRef="#br0" timeOffset="18598.82">2403 7420 1048 0,'0'0'365'0,"0"0"-57"16,0 0-82-16,0 0-68 15,0 0-62-15,0 0-37 16,0 0 37-16,-5 80-11 15,13-47-16-15,2 4-24 16,0-5-15-16,1-3-15 16,1-3-6-16,-3-4-8 0,-2-5 6 15,-2-7-7-15,-2-6-15 16,-3-4-16-16,0 0-15 16,0-15-23-16,0-9-12 15,-9-7 39-15,-3-10 33 16,-3-5 9-16,0-1 1 15,2 2 5-15,2 4 8 16,2 11 17-16,6 9 16 16,3 6 14-16,0 8-3 15,0 5-22-15,0 2-23 16,3 0-13-16,11 9 1 16,5 11 0-16,2 3 7 15,4 2-7-15,-1 0 5 0,-3-1-5 16,-3-5 0-16,-3-2 0 15,-5-7-1-15,-2-5 1 16,-4-3-1-16,-1-2 6 16,-3-3 12-16,0-14-6 15,0-9-3-15,0-5-2 16,0-2 5-16,0-3 10 16,0 7 20-16,-3 5 6 15,3 10 6-15,0 8-12 16,0 6-22-16,9 0-14 15,13 11-5-15,1 9 1 16,10 5 7-16,1 3 0 16,-3 0-3-16,-1 1-5 0,-3-1 5 15,-6-2-6-15,-2-2 0 16,-8-6-28-16,-5-4-127 16,-3-7-221-16,-3-7-486 0</inkml:trace>
  <inkml:trace contextRef="#ctx0" brushRef="#br0" timeOffset="19177.83">2558 6835 525 0,'0'0'609'0,"0"0"-370"0,0 0 32 15,0 0-60-15,0 0-23 16,0 0-60-16,0 0-44 16,-8-10-22-16,8 10-20 15,-1 0-14-15,1 0-9 16,0 0-10-16,0 0-3 15,0 0 0-15,0 0 0 16,0 0 7-16,0 0 8 16,0-3 6-16,3 1-7 0,4 0-11 15,5-1 2-15,-3 1-5 16,7-1 4-16,-1 0 9 16,-1 1-2-16,8 2-4 15,2 0-7-15,3 0 0 16,7 12 3-16,4 7 6 15,-1 6 9-15,6 6 11 16,-6 5 13-16,-1 1 1 16,-6 0-17-16,-5-2-7 15,-2-2 21-15,-8-4-10 16,-2-5-9-16,-4-3-10 16,-3-5-2-16,0-5-6 0,-2-4-2 15,-4-4-6 1,0-2 5-16,0-1 2 0,0 0-2 15,0 0 2 1,-16 0-8-16,-6-4-48 0,-19-6-164 16,4 3-297-16,-3-1-534 0</inkml:trace>
  <inkml:trace contextRef="#ctx0" brushRef="#br0" timeOffset="19746.54">2525 6873 1249 0,'0'0'341'0,"0"0"-43"0,0 0-96 16,0 0-83-16,0 0-38 15,0 0-44-15,0 0-5 16,110-35-3-16,-77 53-2 15,-2 9 4-15,-2 9 2 16,-4 4 13-16,-2 3 15 16,-3 0 3-16,1-3-30 15,-1-5-16-15,-1-6-3 16,3-5 6-16,-2-9-5 16,-1-10-10-16,-1-5 5 15,3-6 2-15,-3-21 3 16,-3-10-10-16,-3-7-6 0,-5 0-1 15,-4 4 0-15,-3 9 0 16,0 11 1-16,0 12 1 16,0 8-1-16,2 9-9 15,4 32 9-15,7 30 3 16,9 35 67-16,1 16 15 16,10-1-8-16,-2-10-3 15,-1-21-14-15,1-4 12 16,-4-15 3-16,-6-18-6 15,-5-10-14-15,-2-8-2 16,-4 2-8-16,0 1-17 16,-2 1-5-16,-8-9 2 15,0-6-5-15,0-6-7 16,-3-9-1-16,-12-1-1 0,-3-5-5 16,-7-3-6-16,-5 0-7 15,-25-1-77-15,8-6-171 16,-8-8-674-16</inkml:trace>
  <inkml:trace contextRef="#ctx0" brushRef="#br0" timeOffset="26705.85">2522 7045 1018 0,'0'0'210'15,"0"0"-61"-15,0 0 47 16,0 0-22-16,-94 0-18 16,69 5-21-16,1 4-35 15,4 6-41-15,1 3-16 16,2 5 0-16,1 8-6 0,0 10-9 16,7 2 13-16,-2 6 18 15,5 3 10-15,5-3-14 16,1 0-6-16,0-3-1 15,3 3 4-15,7-3 5 16,4-5-11-16,2 0-13 16,3-3-5-16,1-1 6 15,5-3-8-15,2 0-1 16,1-5 1-16,-1-4-4 16,0-6 4-16,1-6-3 15,-5-4-3-15,-1-2 7 16,-1-7-9-16,-4 0 10 15,-1 0 8-15,2-10 12 16,1-7-3-16,2-6-7 16,1-5-9-16,-2-1-5 0,2-3-1 15,-3 1 1-15,-2 2 1 16,1-3-1-16,-5 2 0 16,-2 2 0-16,-4-1 0 15,-2 0-9-15,-4 0-13 16,-1-2-1-16,0 2 5 15,-1-1-6-15,-11-1-1 16,1 0-9-16,-4-3-8 16,-4 1-11-16,0-1-5 15,-4 2-1-15,-2 0 11 16,-2 3 5-16,-1 3 5 0,-1 0 1 16,1 2-11-16,0 4-15 15,1 2 2 1,2 2 8-16,5 5 4 0,4 5 4 15,2-2-2-15,1 3 4 16,4 3-1-16,0 0-4 16,-1 2-1-16,1 0-4 15,-2 0-18-15,-4 27-33 16,6 3-441-16,-4 0-492 0</inkml:trace>
  <inkml:trace contextRef="#ctx0" brushRef="#br0" timeOffset="30197.13">12811 3981 1160 0,'0'0'316'0,"0"0"-131"16,0 0-4-1,0 0-3-15,92-40-36 0,-59 23-24 16,0-1-28-16,1-3-23 15,-2-1-13-15,-2-6-10 16,-2-2 4-16,-3-1-14 16,-1-4-3-16,-3-2-4 15,-6-1 12-15,-1-2-5 16,-6-3 5-16,0-1 9 16,-5-4-18-16,-3-2 1 15,0 0-1-15,0 4-3 16,-3 0-5-16,-8 5-5 15,-2 4-10-15,-2 6-7 0,-5 2-1 16,1 2-11 0,-5 5-6-16,2 2-3 0,-2 3-9 15,0 6-1-15,3 4 7 16,2 4 5-16,2 1 1 16,-1 2 3-16,1 0-2 15,0 0 1-15,-1 9 3 16,2 2 11-16,-2 3-5 15,1 5-2-15,1 5 9 16,4 3-1-16,0 4 1 16,5 3 0-16,2 2 6 15,2 3 12-15,3 2 4 16,0 1-5-16,0 1 14 0,2 1 17 16,8-1 3-1,3 1-8-15,1 0-14 0,2-4-5 16,1 1-4-16,-1-4-11 15,-2-5-7-15,0-3 8 16,-1-7-9-16,-3-5-1 16,2-5 0-16,-2-3-11 15,11-4-127-15,-4-1-232 16,-1-4-378-16</inkml:trace>
  <inkml:trace contextRef="#ctx0" brushRef="#br0" timeOffset="30356.98">13143 3855 342 0,'0'0'1258'15,"0"0"-929"-15,0 0-127 16,0 0-138-16,0 0-54 16,0 0-10-16,0 0-241 15,84 17-958-15</inkml:trace>
  <inkml:trace contextRef="#ctx0" brushRef="#br0" timeOffset="31481.82">21529 4028 1224 0,'0'0'572'0,"0"0"-437"15,-31 135 51-15,25-40-16 16,4 7-22-16,2-4-35 16,0-23-30-16,0-22-20 0,0-15-32 15,0-8-22-15,0-2-9 16,0-5 0-16,0-6-7 16,0-12-65-16,-4-7 10 15,-8-25-25-15,-3-29 34 16,-4-33 22-16,2-32 20 15,7-9 10-15,10 10 0 16,1 30 1-16,17 33 1 16,1 22 12-16,1 11-1 15,5 3-4-15,5 7-1 16,3 7-1-16,-2 7 6 16,-4 14 3-16,-8 14 4 15,-8 9-4-15,-11 9-9 0,-2 2 0 16,-20 5-6-16,-5-1 2 15,-4-4-2-15,5-9 1 16,3-10-1-16,8-10 8 16,7-10-7-16,7-6 1 15,1-3 17-15,9 0 33 16,16 0-10-16,10 1-4 16,6 3-12-16,2 5-11 15,3 4-6-15,-4 6-2 16,-4 1 1-16,-7 4-2 15,-10 2 7-15,-12 5 0 16,-9-1-2-16,-6 1-2 16,-24-2 6-16,-10-1-9 15,-11-7-6-15,-1-7 1 16,-1-7-1-16,4-7-10 0,9-3-68 16,9-36-114-16,10 1-195 15,15-6-535-15</inkml:trace>
  <inkml:trace contextRef="#ctx0" brushRef="#br0" timeOffset="31674.09">22108 4293 1728 0,'0'0'293'0,"0"0"-111"16,0 0-94-16,0 0 58 0,0 0-30 15,0 0-67 1,110 8-49-16,-69-13-85 0,-9-3-243 16,-11-1-546-16</inkml:trace>
  <inkml:trace contextRef="#ctx0" brushRef="#br0" timeOffset="31835.04">22055 4478 1635 0,'0'0'561'0,"0"0"-367"16,0 0-108-16,0 0 5 15,0 0 28-15,91 5-73 0,-11-22-46 16,-9 0-256 0,-2-5-611-16</inkml:trace>
  <inkml:trace contextRef="#ctx0" brushRef="#br0" timeOffset="32719.89">23054 4323 491 0,'0'0'1183'15,"0"0"-697"-15,0 0-237 16,0 0-112-16,0 0-67 15,-45 75 49-15,39-22 11 16,4 5-57-16,2 3-34 16,0-7-27-16,6-3-12 15,5-8 0-15,0-4 0 16,-1-13-33-16,-3-9-161 16,-4-13-113-16,-3-4-27 15,0-27-25-15,-6-25-7 16,-15-27 77-16,0-28 276 15,2-11 13-15,11 5 148 16,8 23 29-16,0 32 19 16,12 21 2-16,6 9-45 0,6 3-11 15,4 2-51-15,5 6-32 16,1 12-5-16,-1 5-3 16,-4 12-3-16,-10 16-8 15,-6 12-7-15,-13 8-1 16,0 6-8-16,-16 5-3 15,-6-3-11-15,-4-3-9 16,4-8 8-16,3-11-7 16,8-10-2-16,4-13 1 15,5-4-1-15,2-6 0 16,3 0-1-16,17 1-7 0,10 1 8 16,10 3 6-1,5 0-6-15,4 4-1 0,-6 1 1 16,-4 3-1-16,-12-1 0 15,-13 4 1-15,-14 2 0 16,0 0 1-16,-28 5 8 16,-12-3-1-16,-9 1-7 15,-3-5-1-15,1-6-9 16,8-7-92-16,14-4-130 16,14-14-281-16,15-4-690 0</inkml:trace>
  <inkml:trace contextRef="#ctx0" brushRef="#br0" timeOffset="33282.84">23743 4299 1662 0,'0'0'396'0,"0"0"-121"16,0 0-130-16,0 0-2 15,0 0-30-15,-87 57-22 16,74-24-1-16,1 3-48 15,7 0-21-15,5-1-11 16,0-6-1-16,7-4-9 16,10-8 1-16,5-10-1 15,4-7-24-15,-4 0-64 0,2-15-33 16,-5-10-18 0,-3-6 36-16,-5-6 42 0,-6 0 35 15,-4 2 19 1,-1 2 7-16,0 10 31 0,0 4 15 15,-3 9 31-15,0 6 26 16,2 4-36-16,-1 3-49 16,2 14-16-16,0 10 6 15,2 2 1-15,11 4-1 16,7-1-8-16,6-3 6 16,6-6 3-16,2-7-8 15,0-9-1-15,1-7-27 16,-7-7-55-16,-6-15 0 15,-8-11 23-15,-6-9 34 16,-8-7 24-16,0-6 0 16,-7-3 1-16,-5 7 22 15,1 7 36-15,2 18 37 0,4 10 16 16,2 15-43-16,3 1-53 16,0 23-15-16,6 11 0 15,15 7 0-15,3 4 1 16,3 1-1-16,0 0-2 15,-4-6-105-15,-8 0-132 16,-7-11-310-16,-8-12-386 0</inkml:trace>
  <inkml:trace contextRef="#ctx0" brushRef="#br0" timeOffset="33936.64">23871 4342 1273 0,'0'0'478'15,"0"0"-349"1,0 0-75-16,0 0-19 0,0 0 6 16,143 35-41-16,-64-35-26 15,-7 0-106-15,-13 0-157 16,-23-10-53-16,-3-2 31 16,-6-2 155-16,-12-2 156 15,-12 0 170-15,-3 0 124 16,0 3-22-16,-14 1-27 15,1 4-39-15,-2 3-11 16,0 5-50-16,-1 0-46 16,2 9-45-16,1 9-5 0,5 8 1 15,5 2 4-15,3 2-24 16,2-1-17-16,16-2-3 16,7-7-2-16,6-9-8 15,5-8-8-15,3-3-87 16,0-19-53-16,-2-11-43 15,-6-10-148-15,-8-9 112 16,-7-17 165-16,-10-23 62 16,-6 7 29-16,0 7 117 15,0 15 17-15,0 27 46 16,0 9-23-16,-3 7 17 16,2 17-109-16,1 8-66 15,0 25-19-15,0 10 4 16,12 10 1-16,7 5-5 15,2-1-2-15,1-1 0 0,1-1-5 16,-3-5-2-16,-4-10 1 16,-2-10-1-16,-3-17-43 15,-4-13 13-15,4-1 30 16,-2-24 0-16,1-4 1 16,5-4 0-16,-1 3 8 15,0 6-8-15,-2 10 10 16,2 6-1-16,-4 8-1 15,4 0-9-15,3 3 0 16,6 14 0-16,3 0-1 16,7 0 0-16,35 4-117 15,-7-7-162-15,1-4-463 0</inkml:trace>
  <inkml:trace contextRef="#ctx0" brushRef="#br0" timeOffset="34455.9">25573 3958 1681 0,'0'0'236'15,"0"0"68"-15,0 0-191 16,0 0 1-16,0 0-72 16,-79 46-16-16,79-19-12 15,3 1-13-15,13 0 0 16,8-5 0-16,1-3-1 15,1-1-1-15,-3-5-16 16,-6 0 0-16,-7-2-1 16,-10 1 7-16,0 1 6 0,-17 2 5 15,-13 1 1-15,-6 2 5 16,-2-1-6-16,6 1 0 16,5-5 0-16,9-3-1 15,10-2 1-15,8-6 0 16,8 0-11-16,22-3 2 15,16-3-4-15,8-9-24 16,6-5-33-16,1-7-18 16,-5-2-50-16,-7-5 39 15,-11-4 72-15,-11 1 27 0,-14 3 17 16,-6 4 95-16,-7 9 39 16,0 7 25-16,0 9 4 15,0 2-89-15,0 2-69 16,-1 18-14-16,-2 8 10 15,3 8 7-15,0 3-1 16,0 0-14-16,0 0-4 16,7-5-6-16,1-7 0 15,-2-10-106-15,3-17-156 16,-2 0-261-16,-2-13-349 0</inkml:trace>
  <inkml:trace contextRef="#ctx0" brushRef="#br0" timeOffset="34592.26">25852 3785 1169 0,'0'0'313'16,"0"0"-150"-16,0 0-121 15,0 0-27-15,0 0-15 16,51 111-7-16,-7-64-213 16,-2-6-654-16</inkml:trace>
  <inkml:trace contextRef="#ctx0" brushRef="#br0" timeOffset="35033.09">26092 4099 705 0,'0'0'982'0,"0"0"-805"16,0 0 6-16,0 0-126 0,0 0-29 15,0 0 0-15,0 0 12 16,-3 41-9-16,19-27-16 15,-2-1-6-15,-1-2-8 16,-1 0 7-16,-2-3 14 16,-1 2 5-16,0-1 48 15,2 1 4-15,-2-1 4 16,1 6-9-16,3 2-2 16,0 4-9-16,-1 7-16 15,-1 2-12-15,-2 3-8 16,-6 5-5-16,-3 1-3 15,0 0-8-15,-12-5-4 16,-10-1 1-16,-5-6-2 16,-1-7-5-16,0-11 8 0,-1-7 5 15,8-2 1-15,3-20 13 16,9-10-11-16,9-11-17 16,0-5 0-16,14-3-32 15,8 3-25-15,7 4-29 16,2 5-55-16,3 7-80 15,1 3-45-15,12-1-130 16,-9 6-212-16,-7 5-302 0</inkml:trace>
  <inkml:trace contextRef="#ctx0" brushRef="#br0" timeOffset="35400.86">26403 4154 552 0,'0'0'725'15,"0"0"-459"-15,0 0-11 0,0 0-20 16,0 0-90-16,0 0-60 15,0 0-18-15,4 41-27 16,9-32-6-16,5-4-15 16,6-5-8-16,2 0-10 15,3-7-1-15,-2-10-58 16,0-5-11-16,-6-3-20 16,-5 1-14-16,-9 2 72 15,-7 4 31-15,0 6 26 16,-19 7 45-16,-8 5-15 15,-9 2 21-15,-7 17 34 16,-3 9 25-16,1 7 12 16,2 4-24-16,12 2-11 0,8 1-42 15,16-3-15-15,7-2-12 16,13-3 13-16,17-4-8 16,10-9-20-16,11-11-10 15,3-7-10-15,2-3-4 16,0-8-5-16,-6-12-24 15,-5-12-78-15,-14 2-183 16,-10 2-503-16</inkml:trace>
  <inkml:trace contextRef="#ctx0" brushRef="#br0" timeOffset="78374.26">15248 5961 82 0,'0'0'139'0,"0"0"-25"16,0 0-26-16,0 0-88 16,0 0 0-16,0 0 545 15,-24-2-336-15,20 2 10 16,4 0-17-16,0 0-18 16,0 0-22-16,0 0-17 15,15 2-34-15,11 1 31 0,12 1 21 16,12 1-29-16,22 0-31 15,22-2-20-15,-6-1-8 16,-6-2-35-16,-15 0-16 16,-16 0-6-16,0 0-16 15,2-5-2-15,-11-2 0 16,-8 2-1-16,-14 0-12 16,-7 5-55-16,-10-2-76 15,-3 2-98-15,-21 0-98 16,-6 0-233-16,-2 0-145 0</inkml:trace>
  <inkml:trace contextRef="#ctx0" brushRef="#br0" timeOffset="78663.09">15233 6199 1177 0,'0'0'289'0,"0"0"-55"16,0 0 32-16,0 0 3 16,128 21-11-16,-38-20-32 15,-1-1-69-15,-5 0-64 16,-11 0-38-16,-19 0-7 16,2 0-20-16,2-4-8 0,-8 0-19 15,-12-2 6 1,-10 3-7-16,-9 1-9 0,-9 0-57 15,-6 2-119-15,-4 5-196 16,-7 8-317-16,-5-2-579 0</inkml:trace>
  <inkml:trace contextRef="#ctx0" brushRef="#br0" timeOffset="90712.15">17754 5428 134 0,'0'0'93'0,"0"0"109"16,0 0 39-16,0 0-49 15,0 0 23-15,0 0-27 16,0-17 2-16,0 15 12 16,0 0-12-16,0 2-3 0,0 0-35 15,0 0-37-15,0 0-29 16,0 0-15-16,0 0-19 16,12 5 42-16,7 3 4 15,5-3-26-15,0-1-17 16,4 0-22-16,-1-4-15 15,2 0-8-15,-4 0-4 16,0 0 0-16,-3-4-6 16,-3-1-33-16,-5 1-78 15,-5 0-59-15,-4 0-61 16,-5 3-139-16,0-1-239 16,-8 2-444-16</inkml:trace>
  <inkml:trace contextRef="#ctx0" brushRef="#br0" timeOffset="90981.58">17694 5542 1119 0,'0'0'332'15,"0"0"-73"-15,0 0-49 16,0 0 35-16,0 0-42 0,0 0-47 16,0 0-40-16,82 12-39 15,-52-12-32-15,1 0-23 16,1 0-22-16,-3 0-1 16,4-3-175-16,-8 2-350 15,-9-1-809-15</inkml:trace>
  <inkml:trace contextRef="#ctx0" brushRef="#br0" timeOffset="99260.5">17691 9021 415 0,'0'0'84'0,"0"0"464"16,0 0-274-16,0 0 79 15,0 0 9-15,0 0-55 16,-37 3-60-16,34-3-40 16,2 2-50-16,1 4-41 15,0 1-26-15,10 2-27 16,14 2-12-16,10 0-10 15,11-1 2-15,12-1 0 16,5-4-14-16,7-3-16 0,1-2-4 16,-2 0 2-16,0 0 1 15,-7-3-11-15,-8-3 0 16,-9-1-1-16,-14 3-1 16,-11 0-8-16,-12 1-51 15,-7 2-53-15,0 1-42 16,-35 0-180-16,-3 0-229 15,-5 5-122-15</inkml:trace>
  <inkml:trace contextRef="#ctx0" brushRef="#br0" timeOffset="99570.2">17666 9235 1332 0,'0'0'368'15,"0"0"19"-15,0 0-174 16,0 0 3-16,0 0 20 16,0 0-15-16,0 0-37 15,127 36-46-15,-66-32-32 16,19-4-22-16,16 0-29 16,15-9-22-16,-9-2-13 15,-22 0-4-15,-24 2-14 16,-16 4-1-16,-1-2 5 15,-2 2-6-15,-4-2 0 0,-14 3-1 16,-9 3 0 0,-10 1-24-16,-7 0-86 0,-63 9-112 15,0 8-318-15,-10-2-453 16</inkml:trace>
  <inkml:trace contextRef="#ctx0" brushRef="#br0" timeOffset="101715.07">15396 9085 687 0,'0'0'263'0,"0"0"4"0,0 0 3 15,0 0 18-15,0 0 4 16,0 0-80-16,0 0-46 16,-17-3-2-16,67-1 32 15,38-2-43-15,37-4-22 16,16-1-29-16,4-1-33 16,-15-1-21-16,-14 4-18 15,-7 0-6-15,-6 4-14 16,-22 0-4-16,-23 4-6 15,-18 1 1-15,-13 0-2 16,-3 0 0-16,-3 0-29 16,-5 0-28-16,-12 0-33 0,-4 0-46 15,-16 0-75-15,-27 0-111 16,-50 6-204-16,7 3-103 16,-5 0-342-16</inkml:trace>
  <inkml:trace contextRef="#ctx0" brushRef="#br0" timeOffset="102000.64">15410 9174 1154 0,'0'0'180'0,"0"0"-28"16,0 0 50-16,0 0 50 16,0 0 9-16,0 0-37 0,0 0 30 15,83 63-15-15,21-62-63 16,35-1-41-16,15-11-21 15,-5-9-27-15,-18 2-26 16,-37 3-35-16,-23 3-5 16,-17 2-9-16,-12 3-6 15,4-1 1-15,-4 0-5 16,-3 2-1-16,-14 1 0 16,-10 4-1-16,-14 1-7 15,-1 0-54-15,-59 37-111 16,-4 0-125-16,-20 7-446 0</inkml:trace>
  <inkml:trace contextRef="#ctx0" brushRef="#br0" timeOffset="108474.48">20645 9039 214 0,'0'0'619'0,"0"0"-362"0,0 0-25 16,0 0 34-16,0 0-37 16,0 0 5-16,-8-22-35 15,8 22-27-15,5-2-10 16,14 1-6-16,9-1-20 16,6 1-42-16,10 0-22 15,6-2-18-15,21-2-14 16,-3-3-2-16,5 0-8 15,1-2-15-15,-19 1-14 16,0 3-1-16,-16-2 1 16,-13 4-1-16,-10 2-6 15,-11 2-39-15,-5-3-36 0,0 3-49 16,-13 0-127-16,-23 0-37 16,2 0-221-16,-1 0-129 0</inkml:trace>
  <inkml:trace contextRef="#ctx0" brushRef="#br0" timeOffset="108731.69">20689 9128 1164 0,'0'0'372'16,"0"0"-30"-16,0 0-102 15,0 0 59-15,0 0-2 16,99 12-80-16,-35-12-72 0,0 0-22 15,5-2-33-15,1-7-22 16,-16 1-15-16,4 0-25 16,-9-3-11-16,-6 5-16 15,-6-3 5-15,-10 4-6 16,-6 2-24-16,-13 3-88 16,-25 6-102-16,-16 10-368 15,-20 4-608-15</inkml:trace>
  <inkml:trace contextRef="#ctx0" brushRef="#br0" timeOffset="112686.67">20022 8168 234 0,'0'0'81'0,"0"0"157"16,0 0-114-16,0 0-13 16,0 0-26-16,0 0 15 15,0 0 17-15,-7-27 2 16,4 24-19-16,0-2-21 0,-3 1 8 15,-3-1-1-15,-3 1-6 16,-1-1-1-16,-3 1-2 16,-3 0 14-16,-4 1-18 15,-4 3 11-15,-3 0-17 16,-3 0 0-16,0 0 1 16,-1 0-24-16,0 7-19 15,2 2 17-15,4 0-8 16,4 1-5-16,2 0-6 15,5 1-7-15,0 2-4 16,3 2-2-16,-2 4-2 16,-2 3 3-16,0 3 3 15,-1 3 4-15,0 1 0 0,0 1 2 16,3 1 3-16,2-1-4 16,1-1 3-16,1 1 2 15,2-1-6-15,2 2-2 16,1 1-2-16,2-1-4 15,4 0 4-15,-1 3-2 16,2-2-5-16,0 0 5 16,0 1 0-16,8-1-2 15,4 1 1-15,0-1 5 16,1 0-4-16,2-1-3 16,3 0 0-16,-2 1 2 15,5-4-5-15,0-1-6 16,0-2 8-16,4-2-7 15,1-1 0-15,0-2 7 0,3-2-7 16,0-1 5-16,1-1-5 16,3-2 6-16,-2-3-6 15,1 0 0-15,-1-4 5 16,-1 0 0-16,0-2-5 16,-2-2 7-16,-1-2-7 15,0-1 0-15,-3 0 1 16,1 0 4-16,-1 0-5 15,0 0 0-15,1-3 0 16,-2 0 0-16,2-2 0 16,-1 2 0-16,-2 0 0 15,-2 2 0-15,-3 1-1 16,-1 0 1-16,-2 0 0 0,-2 0-1 16,-1 0 0-16,-2 0 1 15,1 0-1-15,2 0 0 16,0 0 0-16,3-2 2 15,0-1-1-15,1-2 7 16,1-1-7-16,0 1 0 16,0-3 5-16,1 2-6 15,-3-3 1-15,0 1 0 16,-5-1 5-16,2-1-5 16,-3-1 0-16,-2 0 0 15,-2-3 0-15,0 4 0 16,-1-1 1-16,-3-2-1 15,1 4 5-15,-2-1-5 0,1 3-1 16,-1-3 2-16,2 2 5 16,-2 1-5-16,0-1-1 15,0-3 5-15,0 2-5 16,0-4 1-16,0-1-1 16,0-1-1-16,0-2 1 15,0 0-1-15,0 1 1 16,0 0-1-16,0 2 0 15,0 0 1-15,0 2 0 16,0 0 0-16,0 0-1 16,0-1 0-16,0 1 0 15,0 0 1-15,-3 0 0 16,-3 0 0-16,0 0 0 0,0 1 0 16,0 0 0-1,-2-1 5-15,-2 3-5 0,3-3 1 16,-2 2-2-16,-2-1 1 15,4 2 0-15,1-3 0 16,0 3 1-16,0-2-1 16,0 2 0-16,3-2 0 15,-2 3 1-15,2-2-2 16,0 0 1-16,2 1-1 16,1-1 0-16,0 0 0 15,0 0 0-15,0-1 0 16,0-1 0-16,0-1 0 15,0 1 0-15,0 0 1 0,0-1 0 16,0 0-1 0,0-2 1-16,0 1-1 0,0-3 0 15,-2 0 1-15,1-2 0 16,-2 1-1-16,1-1 1 16,-3-3-1-16,2 1 1 15,-3-1-1-15,0 0 1 16,-4 1 0-16,2 1 0 15,-1-2 0-15,-2 5 0 16,0-2 0-16,0 1 0 16,-1 2-1-16,-3 1 1 15,3 3 2-15,-3 1-2 16,0 2 5-16,-2 2 3 16,0 0-9-16,-1 2 11 0,-1 1-5 15,2 1-5-15,0 0 5 16,1 2-4-16,-1-2-1 15,0 3-1-15,-2 0 2 16,-2 0-1-16,1 0-1 16,0 0 0-16,0 0 1 15,2 0-1-15,2 4 1 16,2-1-1-16,1 0 0 16,3 0 0-16,1 1 0 15,-2 1 0-15,2 2-2 16,0-3 1-16,-1 4 1 15,0 0-1-15,0 1-5 16,-1 5-12-16,0-1-69 16,4 1-100-16,-2 1-124 15,3-3-272-15,0-5-344 0</inkml:trace>
  <inkml:trace contextRef="#ctx0" brushRef="#br0" timeOffset="116838.35">26050 2835 871 0,'0'0'230'16,"0"0"6"-16,0 0-6 16,0 0-28-16,0 0-49 15,0 0-26-15,0 0-40 16,0 22 12-16,22-6 33 16,13 0-40-16,11 0 16 15,9 0 7-15,11-3-42 16,5-2-18-16,14-3-20 15,-7-1-4-15,1-2-9 16,-3 0-5-16,-10-2-2 16,2-1 1-16,-2 0-14 15,-3-2 8-15,-2 0-9 16,1 0-1-16,4 0 1 0,4 0 5 16,0-5-5-16,-1 0 0 15,-2 1 1-15,-3 1-1 16,0 1 5-16,-1-1-6 15,-1-1 1-15,4 1 0 16,-2 1 6-16,4-2-7 16,-3 3 6-16,2-2-5 15,-3 3 4-15,-3 0-5 16,-3 0-1-16,-2 0 0 16,-2 0 1-16,1 0 1 15,-2 0-1-15,1 1 2 16,-1 1-1-16,0 1 7 0,-2-2-2 15,-2 2 1-15,3-1-5 16,0 1 10-16,3 0-2 16,3 0 5-16,1 0-3 15,4-1 3-15,2 1 0 16,1 2 7-16,-1-2-2 16,0 0 5-16,-3 0-5 15,-1 0 1-15,-4 0 0 16,-5-2 4-16,-4 0-8 15,-2-1-4-15,-5 3 4 16,-2-3 5-16,-1 0 6 16,-4 0 7-16,-4 0-8 15,-2 0 1-15,-6 0-2 16,-5 0-2-16,-3 0 1 16,-4 0-1-16,-2-3-4 0,-4 3-7 15,-1-1-2 1,-1 1-4-16,-1 0-6 0,-1 0 5 15,0 0-4-15,0 0-1 16,0 0 5-16,0 0-6 16,0 0 0-16,0 0-10 15,-1 0-35-15,-11 0-81 16,-26 0-112-16,2 0-319 16,-8 0-432-16</inkml:trace>
  <inkml:trace contextRef="#ctx0" brushRef="#br0" timeOffset="117783.15">20330 3794 838 0,'0'0'299'0,"0"0"15"16,0 0-7-16,0 0-35 16,0 0-73-16,0 0-57 15,-2-18-35-15,17 16 3 16,9-1 27-16,9-4-31 0,6 0-30 16,7-3-29-1,-1 1-22-15,2-2-14 0,-5 1-10 16,-3 3-1-16,-10 1-33 15,-9 2-114-15,-14 4-127 16,-6 0-278-16,0 2-257 0</inkml:trace>
  <inkml:trace contextRef="#ctx0" brushRef="#br0" timeOffset="118013.6">20270 4025 1378 0,'0'0'317'0,"0"0"-46"16,0 0-44-16,0 0 3 15,0 0-4-15,112-26-37 16,-64 6-63-16,4-4-54 16,-3-1-35-16,2 0-21 15,-5 0-8-15,-6 4-8 16,-2 8-57-16,-11 2-184 15,-11 8-405-15</inkml:trace>
  <inkml:trace contextRef="#ctx0" brushRef="#br0" timeOffset="123033.77">19028 9123 664 0,'0'0'245'0,"0"0"0"16,0 0-9-16,0 0 9 16,0 0-33-16,0 0-17 15,-32-16-32-15,31 16-39 16,1 0-21-16,0 0-11 15,0 0-10-15,7 0 28 0,8 4 5 16,8 0-23-16,2 0-35 16,3 0-18-16,5-4-9 15,0 0-15-15,0 0-5 16,1 0-8-16,-2-2-1 16,-6-4-1-16,-2 2-1 15,-6-1-46-15,-8 0-52 16,-5 3-70-16,-5-3-34 15,0 4-96-15,-22 0-99 16,-3 1-276-16,-3 0-199 0</inkml:trace>
  <inkml:trace contextRef="#ctx0" brushRef="#br0" timeOffset="123238.62">18995 9155 35 0,'0'0'982'16,"0"0"-612"-16,0 0-48 15,0 0-88-15,0 0-11 16,0 0-72-16,0 0-43 16,10 7 25-16,11-3-22 15,0-1-47-15,3 0-37 16,1 1-15-16,-4-1-12 16,-3 3-38-16,-6-1-169 15,-8-1-405-15,-4 0-1165 0</inkml:trace>
  <inkml:trace contextRef="#ctx0" brushRef="#br0" timeOffset="131239.23">20002 7771 307 0,'0'0'953'0,"0"0"-584"0,0 0-99 15,0 0-72-15,0 0-59 16,0 0-55-16,33-39-34 16,-10 22-30-16,4 0-11 15,4-4-2-15,2-2-6 16,0-2-1-16,0 2 0 16,-5 2-78-16,-11-1-147 15,-8 9-260-15,-9 3-320 0</inkml:trace>
  <inkml:trace contextRef="#ctx0" brushRef="#br0" timeOffset="131510.9">19902 7621 1129 0,'0'0'261'15,"0"0"-67"-15,0 0-97 16,0 0 90-16,0 0-27 16,-3 75-36-16,3-51-16 15,0 1-33-15,1-2-20 16,8-3-18-16,5-4-12 16,3-1-11-16,6-4-4 0,4-2-3 15,4-7-7-15,2-2-52 16,19-5-147-16,-6-7-199 15,-4-5-498-15</inkml:trace>
  <inkml:trace contextRef="#ctx0" brushRef="#br0" timeOffset="134562.99">12733 10889 838 0,'0'0'156'16,"0"0"-32"-16,0 0 92 16,0 0 1-16,0 0-30 0,0 0 9 15,-73-12-20-15,73 12-89 16,11 0-31-16,13 0 13 16,10 5 14-16,12 1-2 15,9-1-10-15,9 1-7 16,17-2 2-16,16 1-14 15,-9-4-5-15,-11 1-6 16,-9-2-1-16,-15 3-12 16,10 0-16-16,10-1 2 15,-3 1 2-15,2 0-1 16,-1 0 0-16,1 2-3 16,-5 1-4-16,0-2 1 15,-3 1 0-15,3 0 0 0,0-1-2 16,1-1-1-16,2-1 2 15,1 1-2-15,1-1 2 16,0-1 4-16,-1 0-3 16,-1 2-9-16,0-3 2 15,-1 0 4-15,-5 3-5 16,0-3 6-16,-1 0-6 16,-4 2 8-16,1-2-8 15,-2 0 8-15,-1 0 2 16,1 0-1-16,0 0-2 15,1 0-1-15,0 0 1 16,3 0 4-16,1 0-5 16,0 0 2-16,-2 0-3 0,0 0-4 15,0 0 5-15,-1 0-1 16,0-2-5-16,1 2 0 16,0-3 0-16,3 3 0 15,0-4 0-15,1 1 0 16,-3-1 5-16,-1-2-5 15,-1 1 1-15,-2-1 4 16,0 0 0-16,3-4-5 16,2 4 5-16,1-2 3 15,4 0-3-15,-1 3 0 16,1-3 0-16,-1 1-5 16,-1 1 8-16,-2-2-8 15,0 0 9-15,-2 0 1 0,-1 1-4 16,0-3 4-16,-1 3 1 15,-1-1 1-15,-1 1 0 16,-1 2 1-16,-2-2 5 16,-3 2-4-16,-2-1-1 15,-3 2-4-15,-5 0 7 16,-3 1 2-16,-1 0-1 16,-3 1 5-16,2-2 7 15,4 1-3-15,5-1 0 16,3-1 0-16,2 1-3 15,1 0-3-15,-2 1 3 16,-6-1-11-16,-4 3-2 0,-3-2-4 16,-7 1-1-1,-3 1 2-15,-5 1-7 0,-1-2 6 16,-7 2-1 0,-3-1-5-16,-3 1 1 0,-3-2 4 15,-4 2-5-15,-1 0 11 16,0 0-10-16,0 0 7 15,0-3 0-15,-1-1-9 16,-15 0 0-16,-13-2-36 16,-30-2-117-16,-52-4-114 15,8 1-289-15,-6 0-220 0</inkml:trace>
  <inkml:trace contextRef="#ctx0" brushRef="#br0" timeOffset="135809.2">10902 10326 993 0,'0'0'281'0,"0"0"8"15,0 0-50-15,0 0 51 16,-81 116-47-16,57-60-42 15,3 5-60-15,2-5-41 16,7-3-13-16,3-8-37 16,3-9-23-16,3-7-12 15,2-10-9-15,1-6-5 0,0-13 1 16,0 0 8 0,0-14 10-16,-2-18-14 0,-1-14-6 15,3-24 1-15,0-29 0 16,0-23 1-16,8 9-1 15,6 23 0-15,2 37 1 16,0 29 7-16,0 6 16 16,7 7 5-16,5 11-20 15,5 7 2-15,4 25 11 16,11 24 5-16,8 25 5 16,1 22 5-16,-3-8 4 15,-19-19 6-15,-12-25-27 16,-10-18-13-16,-2 0-6 0,-5-3-2 15,-2 2-22 1,-4-6-45-16,-10-9-76 0,-14-4-109 16,-22-11-104-16,4-2-244 15,-1 0-311-15</inkml:trace>
  <inkml:trace contextRef="#ctx0" brushRef="#br0" timeOffset="136007.11">10672 10570 1309 0,'0'0'302'15,"0"0"-50"-15,0 0-45 16,0 0-16-16,109-41-77 16,-69 27-57-16,5-1-32 0,0-4-25 15,-1-1 0-15,4-11-142 16,-8 2-220-16,-12 2-690 0</inkml:trace>
  <inkml:trace contextRef="#ctx0" brushRef="#br0" timeOffset="136502.07">11321 9835 461 0,'0'0'92'15,"0"0"-5"-15,0 0-6 16,0 0 1-16,0 0 25 15,0 0-18-15,0 0-2 16,-42-73 19-16,39 68 5 16,2-2 26-16,-2 3-10 15,0 1 19-15,0-2-14 16,-2-1 1-16,2 3 18 0,1 0-5 16,-2 3-30-1,-2 0-24-15,-1 0-8 0,-5 7-24 16,-6 15 1-16,1 9 24 15,0 8-21-15,4 8-20 16,5 5 6-16,6 4 3 16,2-2 4-16,0-2-25 15,12-8-20-15,8-6-11 16,3-8 0-16,4-9-1 16,0-7 0-16,4-8-54 15,1-6-97-15,4-4-113 16,-7-13-277-16,-5-5-438 0</inkml:trace>
  <inkml:trace contextRef="#ctx0" brushRef="#br0" timeOffset="136874.8">11409 10054 1175 0,'0'0'261'16,"0"0"93"-16,0 0-128 15,0 0 6-15,0 0-88 16,0 0-72-16,0 0-35 16,-15-55-23-16,15 24-8 15,-2-7-6-15,1-7 1 16,-2-2-1-16,0 2 0 16,0 5 0-16,1 10 2 15,-1 6 10-15,2 7 7 0,-1 9 48 16,1 5 22-16,1 3-39 15,0 8-37-15,0 15 0 16,0 8 29-16,10 8-12 16,4 4 18-16,5 3-5 15,2-1-19-15,4-1-10 16,-1-7-8-16,0-5-5 16,-3-6-1-16,-6-7-30 15,0-7-107-15,-6-7-117 16,-5-4-252-16,-1-1-374 0</inkml:trace>
  <inkml:trace contextRef="#ctx0" brushRef="#br0" timeOffset="137171.04">11562 9665 1371 0,'0'0'351'0,"0"0"-57"15,0 0-97-15,0 0-12 16,0 0-36-16,100 8-26 16,-67 18-1-16,-1 6-17 15,-3 6-35-15,-2 8-7 16,-3 0-12-16,-6 0 1 16,-5-2-16-16,-5 2-9 0,-5-5-18 15,-3-3 2 1,0-2-11-16,-15-4 0 0,-6-3-1 15,-1-6-8-15,-4-3-43 16,-8-3-86-16,8-7-174 16,6-7-316-16</inkml:trace>
  <inkml:trace contextRef="#ctx0" brushRef="#br0" timeOffset="137426.9">12114 10511 1664 0,'0'0'325'0,"0"0"-77"0,0 0-107 16,0 0-9-16,0 0-77 15,0 0-37-15,0 0-18 16,79-30-33-16,-68 25-138 16,-4 1-215-16,-5 1-557 0</inkml:trace>
  <inkml:trace contextRef="#ctx0" brushRef="#br0" timeOffset="137596.88">11995 10669 1570 0,'0'0'352'0,"0"0"-10"0,0 0-165 16,0 0 19-16,0 0-44 15,0 0-71-15,91 32-40 16,-34-30-36-16,27-2-5 16,-12 0-240-16,-12 0-561 0</inkml:trace>
  <inkml:trace contextRef="#ctx0" brushRef="#br0" timeOffset="139339.59">13276 14179 792 0,'0'0'227'16,"0"0"-10"-16,0 0 37 16,0 0 14-16,0 0-81 15,0 0-37-15,-24-4-44 16,36 4-7-16,9-2 39 16,9 0-2-16,9-1-9 15,6-2-42-15,7-4-18 0,6 1-12 16,3-1-10-1,2 1-21-15,-5-1-12 0,-8 2-10 16,-8 3-1-16,-9 3-1 16,-11 0-1-16,-8 1-56 15,-5 0-68-15,-8 0-78 16,-1 0-42-16,-13 1-132 16,-2 3-377-16</inkml:trace>
  <inkml:trace contextRef="#ctx0" brushRef="#br0" timeOffset="139573.87">13245 14350 1448 0,'0'0'310'0,"0"0"-125"15,0 0-79-15,0 0 96 16,0 0-34-16,103-13-76 15,-55 3-36-15,5-1-17 16,5-3-11-16,-3 2-17 16,-5 2-11-16,-7 2-38 15,-6-4-110-15,-10 4-198 16,-9-3-425-16</inkml:trace>
  <inkml:trace contextRef="#ctx0" brushRef="#br0" timeOffset="140836.58">13885 12796 727 0,'0'0'193'0,"0"0"-107"15,0 0 44-15,-94-57 33 16,53 49-15-16,-8 3-26 0,-6 5 11 15,-6 0-10-15,-21 0-38 16,-22 17-17-16,-20 12 61 16,10 2-37-16,19-1 28 15,31-5-51-15,22-4 2 16,-4 8-28-16,-2 5-7 16,-4 13 19-16,5 15-1 15,7 22-8-15,11 24-9 16,9 9-1-16,10 0 4 15,8 1-1-15,2-6-10 16,5 6 0-16,11-2 1 16,8-7-3-16,4-8-7 0,9-4-7 15,8-12-1 1,0-15 0-16,-3-16 8 0,-1-16-6 16,13-1 6-16,28 4-4 15,24-1-4-15,15-6 8 16,-8-22-4-16,-7-12 1 15,-12-16-8-15,0-16 4 16,-4-16 5-16,-17 1-6 16,3-19-1-16,-9-10-4 15,-9-6-5-15,2-9 4 16,-17 8-5-16,-6-3 5 0,-10-5-5 16,-6-3 7-1,-8-3-2-15,-10-3 0 0,-3 1 6 16,-7 4 0-16,-14 3-2 15,-10 5-1-15,-4 17-3 16,-2 14-6-16,3 15 0 16,-6 7 1-16,-11-1 10 15,-22-4-2-15,-3 3-2 16,0 9-1-16,-3 8-6 16,16 9 0-16,-1 1-1 15,7 5 1-15,12 3-1 16,7 1 0-16,6 0-10 15,10 0-7-15,1 5 4 0,6 5-2 16,2 1-11 0,4 4-8-16,0 1-41 0,4-1-51 15,5 3-141-15,0 8-21 16,5-5-322-16,4-4-306 0</inkml:trace>
  <inkml:trace contextRef="#ctx0" brushRef="#br0" timeOffset="141011.53">13803 12947 1809 0,'0'0'214'15,"0"0"-214"-15,0 0-42 0,0 0-120 16,0 0-226-16,0 0-746 15</inkml:trace>
  <inkml:trace contextRef="#ctx0" brushRef="#br0" timeOffset="141988.62">15469 13992 734 0,'0'0'356'0,"0"0"-76"15,0 0 5-15,0 0 6 16,0 0-25-16,0 0-55 16,0 0-68-16,-15-14-69 15,54 8 62-15,26-6 4 16,23-10-48-16,26-10-22 15,0-2-13-15,-18 6-21 16,-26 6-11-16,-27 15-14 16,-11 0-10-16,-3 4-1 15,-5 1-1-15,-7 2-21 16,-13 0-77-16,-4 5-93 16,-13 12-8-16,-19 5-64 0,-38 14-202 15,5-5-140-15,-1-4-252 0</inkml:trace>
  <inkml:trace contextRef="#ctx0" brushRef="#br0" timeOffset="142229.58">15467 14162 1257 0,'0'0'360'0,"0"0"-53"15,0 0-126-15,0 0 45 16,0 0-7-16,114-32-50 15,-59 20-28-15,8-2-13 0,4 1-35 16,1 1-32 0,-1-3-25-16,-3 2-15 0,-2 2-12 15,-6 1-8-15,-9 1-1 16,-9 3-1-16,-15 3-76 16,-23 3-125-16,0 4-156 15,-17 8-522-15</inkml:trace>
  <inkml:trace contextRef="#ctx0" brushRef="#br0" timeOffset="146548.44">18353 17379 1467 0,'0'0'313'16,"0"0"-95"-16,0 0-54 16,0 0 20-16,0 0 1 15,0 0-33-15,80-26-24 16,-40 20-38-16,5-5-26 16,7 2-5-16,3-4-21 15,0 1-23-15,2-2-9 16,-7 3-4-16,-8 2-2 15,-10-1-48-15,-10 6-106 16,-11 2-134-16,-11 2-205 16,-12 6-124-16,-11 1-563 0</inkml:trace>
  <inkml:trace contextRef="#ctx0" brushRef="#br0" timeOffset="146755.91">18413 17570 1515 0,'0'0'394'16,"0"0"-91"-16,0 0-107 16,0 0-25-16,0 0 45 15,157-36-71-15,-53 5-50 16,-4 0-21-16,-13 4-42 16,-28 7-19-16,-11 9-12 15,1 0-1-15,4 2-64 16,-7 9-169-16,-17 2-317 15,-23 13-547-15</inkml:trace>
  <inkml:trace contextRef="#ctx0" brushRef="#br0" timeOffset="151950.74">17256 15097 98 0,'0'0'173'15,"0"0"-132"-15,0 0 6 16,0 0 365-16,0 0-113 15,0 0-56-15,0-4-28 16,0 2-6-16,0 2-7 16,0-1-11-16,0-2-39 15,12-1-1-15,7-4 34 16,10-6-44-16,9-5-42 16,8-6-32-16,8-5-16 15,4-4-17-15,0-1-10 0,-1 3-15 16,-9 4-8-16,-7 4 7 15,-9 6-7-15,-11 6-1 16,-6 3-7-16,-9 5-29 16,-6 4-51-16,0 0-97 15,-29 6-81-15,1 8-235 16,-5 1-172-16</inkml:trace>
  <inkml:trace contextRef="#ctx0" brushRef="#br0" timeOffset="152430.49">17208 14911 65 0,'0'0'1017'16,"0"0"-775"-16,0 0-15 16,0 0-12-16,0 0-21 15,0 0-24-15,-12-74-31 16,11 70-16-16,1 4-23 16,-2 0-39-16,2 0-26 15,0 16-20-15,-1 10 31 16,-2 8 30-16,0 7-7 15,-2 3-15-15,2-1-11 0,-1-5-12 16,2-6-1-16,2-6-1 16,0-5-8-16,0-5 0 15,3-6-5-15,6-3 3 16,2-1 2-16,5-5 11 16,3-1 5-16,4 0-7 15,4 0-7-15,-1-7-13 16,1-4-8-16,-3 1-1 15,-4 1-1-15,-6 2-5 16,-3 1-51-16,-8 2-62 16,-3-1-132-16,0 3-242 15,-8-2-342-15</inkml:trace>
  <inkml:trace contextRef="#ctx0" brushRef="#br0" timeOffset="152632.06">17465 15144 1035 0,'0'0'985'16,"0"0"-772"-16,0 0-37 16,0 0-74-16,0 0 11 15,0 0-75-15,0 0-38 16,0 10-76-16,-5-3-177 0,-4 0-518 15</inkml:trace>
  <inkml:trace contextRef="#ctx0" brushRef="#br0" timeOffset="156566.8">18069 16621 46 0,'0'0'80'0,"0"0"-54"0,0 0 0 16,0 0 59-16,0 0-23 15,0 0-26-15,-23-9 23 16,20 7 26-16,-1-2 22 15,1-1 13-15,0 2 17 16,1 0-3-16,1 1 4 16,1 0-33-16,0 2-31 15,0 0-9-15,0 0-7 16,0 0-5-16,0 0-20 0,1 0 8 16,10 0 49-1,5 0 20-15,2 0-15 0,6 0-7 16,6 0-10-16,3 4 6 15,5 1-7-15,6-1-22 16,5-1-2-16,5-2 3 16,5-1-1-16,4 2-6 15,2-2-10-15,-2 0 4 16,-2 0-6-16,-4 0-6 16,-6 0 12-16,-4 0-10 15,-6 0-3-15,-4 0-12 16,-1 0 3-16,-2 0 8 15,-1 0-11-15,0 0-3 0,-2 0 5 16,0 0-5 0,1 0-3-16,-3-2 0 0,0 1 0 15,-2 0-1 1,-2-1 0-16,1-1-1 0,-3 0-4 16,3 0 0-16,-3-1 2 15,3 0-2-15,-4-2 1 16,4 1 1-16,-4-1-7 15,-1 1 0-15,-2 1 0 16,-1-3 1-16,-3 5-2 16,1-1 0-16,-2 2 0 15,-1-2 0-15,-2 2 0 16,-2-1 0-16,-1 2 1 0,0-2-1 16,1 2-1-16,1-3 1 15,-1 3 0-15,2 0 1 16,1-2 0-16,-2 1-1 15,1-1 0-15,-1 1 0 16,-1 1 0-16,-1-1 0 16,-2-1 0-16,1 1 0 15,-1-2 6-15,1-1-6 16,1-4 0-16,4-1 12 16,0-3-12-16,-2-5 1 15,4 1-1-15,-4-3 1 16,2 2 5-16,-3 0-5 0,0 2-1 15,-3 0 0 1,1 1 0-16,-1 0 0 0,-1 0 0 16,-1 0 1-16,-1-3 5 15,0-2-5-15,0-3 0 16,1 1-1-16,-1-6 0 16,0 4 0-16,-1-2 2 15,1 0-2-15,-1 3 0 16,-2-4 6-16,0 0-6 15,0-2 0-15,0-3 1 16,-5-4-1-16,-4-1 1 16,-1-3 1-16,-1 0-1 15,1 2 0-15,-2 3 0 16,1 5 0-16,-2 3 0 16,1 6 0-16,1 1 0 15,-2 4 0-15,1 2 0 16,1 0 0-16,0 3 0 0,0 0 0 15,-2 1 0-15,1 2 0 16,-4 0-1-16,-1 2 1 16,-5 0-1-16,-5 1 0 15,-3 2 0-15,-4 0 0 16,-3 1-1-16,-5 1 1 16,-3 0 0-16,-1 0 0 15,-2 0 0-15,1 0-1 16,0 0 0-16,1 0 0 15,4 1 1-15,-1 2-1 0,4-2 0 16,0 2 0-16,0 0 1 16,-4 0 0-16,0 1 0 15,-5 0 0-15,-4 0 0 16,0 3-1-16,-5-2 1 16,1 0-2-16,-3 2-11 15,3-1 1-15,-1 2 1 16,2 0 11-16,0-1 0 15,1 0 0-15,2 0 1 16,2 0-1-16,4-2 0 16,6 0 0-16,6-1-1 15,4-1 1-15,4-1-1 16,6 1 1-16,3-3 0 16,1 3 0-16,-2-2-1 15,-2 2 1-15,-3 0-1 0,-3 0 0 16,1-1 0-16,1 0 0 15,2 0-1-15,1-2 1 16,6 1 0-16,0-1 0 16,6 0 0-16,3 2-1 15,3-2 1-15,-1 0-1 16,4 0 1-16,-2 0-7 16,2 0 7-16,-1 1-5 15,1 2-3-15,-3 4 0 16,1 3 3-16,-1 4 5 15,2 5 0-15,1 6 0 16,0 3-1-16,0 8 1 16,1 4 1-16,5 5 1 0,0 5 0 15,1 0 5-15,-2 1-5 16,-2-2 10-16,2-5-2 16,1 0 3-16,1-4 0 15,3-3-5-15,2-1 2 16,5-2 0-16,1-2 0 15,4-2 2-15,3-5 5 16,4-1-3-16,2-4-4 16,3-3 2-16,2-5 1 15,4-1 0-15,1-5-5 16,-2-2 5-16,-1-4-3 16,-1 0 0-16,-4 0-1 15,-3-8-7-15,-3 0 6 16,-4-2-7-16,-4 3 0 15,-7 2-1-15,-3 0 1 0,-5 4-1 16,-4 1-29-16,0 0-44 16,0 6-75-16,-24 24-146 15,-1-2-235-15,-8 0-446 0</inkml:trace>
  <inkml:trace contextRef="#ctx0" brushRef="#br0" timeOffset="163254.14">19083 15282 793 0,'0'0'318'16,"0"0"-68"-16,0 0-30 15,0 0-12-15,0 0 22 16,0 0-40-16,10 0-25 0,10 0-6 15,5-6-37 1,9-4-40-16,4-4-24 0,2-5-34 16,4-1-6-16,0-1-17 15,-4-3 7-15,-3 2-8 16,-5 1-15-16,-10 5-46 16,-7 4-81-16,-7 5-43 15,-7 3-26-15,-4 4-134 16,-15 0-228-16,-3 1-268 0</inkml:trace>
  <inkml:trace contextRef="#ctx0" brushRef="#br0" timeOffset="163539.54">19046 15415 910 0,'0'0'265'16,"0"0"49"-16,0 0-46 15,88-26-20-15,-48 8-88 16,3-3-54-16,6-2-26 16,2-2-27-16,0 2-26 15,-1-2-9-15,-6 4-18 16,-8 4 0-16,-8 2-8 15,-9 7-44-15,-10 5-74 0,-9 3-112 16,-7 0-150-16,-12 4-297 16</inkml:trace>
  <inkml:trace contextRef="#ctx0" brushRef="#br0" timeOffset="163890.36">19035 15037 719 0,'0'0'273'16,"0"0"-45"-16,0 0-7 0,0 0-43 16,0 0-81-16,0 0-27 15,0 0 53-15,0 50-4 16,0-11-8-16,-10 8 11 15,-4 6-14-15,2 0-44 16,2-5-9-16,4-4-9 16,6-7 3-16,0-8 15 15,18-8-6-15,9-6 7 16,7-8 6-16,8-7-10 16,5 0-25-16,1-10-24 15,0-2-4-15,-8-2-8 16,-4 3-57-16,-15 2-189 15,-9 1-339-15,-12 0-843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13:22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15558 7539 20 0,'0'0'21'0,"0"0"3"0,0 0-12 16,0 0-12 0,0 0-5-16</inkml:trace>
  <inkml:trace contextRef="#ctx0" brushRef="#br0" timeOffset="3594.84">15705 7483 68 0,'0'0'1111'16,"0"0"-774"-16,0 0-90 15,-20-88-12-15,15 70-43 16,0 5-32-16,2 9-8 16,1 4-59-16,-2 9-61 15,-2 20-9-15,-5 14 8 16,-4 6 15-16,-4 9-8 0,-2-2-16 16,-3-3-10-16,-1-4-11 15,3-10-1-15,3-7-4 16,6-13-4-16,9-8-14 15,2-8-15-15,2-3-11 16,0-7 14-16,3-10-2 16,9-1 12-16,2 2 17 15,5 1 1-15,2 6 0 16,4 6 5-16,4 3-1 16,0 0 1-16,1 4 0 0,0 4 0 15,-3-3 1 1,-3-2-9-16,-5-3-31 0,-1 0-8 15,-6-3 8 1,1-12 22-16,-4-8 7 0,-1-2 11 16,-3-5 1-16,-1 1 0 15,-3 2 9-15,1 4 17 16,-2 9 44-16,0 8 21 16,0 6-17-16,0 6-44 15,0 17-19-15,0 8 10 16,0 5 8-16,1 4-9 15,4-2-12-15,1-1-9 16,0-2-1-16,2-4-8 16,3-2-162-16,-2-10-289 15,-2-9-634-15</inkml:trace>
  <inkml:trace contextRef="#ctx0" brushRef="#br0" timeOffset="3798">16031 7657 1735 0,'0'0'349'16,"0"0"-87"-16,0 0-150 15,0 0 19-15,0 0 18 16,-28 103-35-16,28-64-50 16,0 1-39-16,0-4-18 15,0-4-7-15,0-3-18 16,0-8-185-16,1-6-360 0,4-13-709 15</inkml:trace>
  <inkml:trace contextRef="#ctx0" brushRef="#br0" timeOffset="4165">16127 7417 1445 0,'0'0'506'16,"0"0"-254"-16,0 0-107 15,0 0-81-15,0 0-34 16,0 0-13-16,0 0-5 16,89 7-3-16,-70 14-8 15,-10 4-1-15,-4 4 10 16,-5-3-8-16,0 2-1 16,-2-9 8-16,-4-4-9 0,3-6 1 15,3-6 0 1,0 0 9-16,0-3 10 0,3 0-5 15,10 0-5-15,6 1-4 16,1 6-5-16,4 3-1 16,-3 2 0-16,0 5 1 15,-6 3-1-15,-6 2 0 16,-8 2-2-16,-1 3 2 16,-16 2 0-16,-14-1 0 15,-7-3 0-15,-20-8-91 16,9-8-220-16,5-6-566 0</inkml:trace>
  <inkml:trace contextRef="#ctx0" brushRef="#br0" timeOffset="4373.72">16499 7152 1603 0,'0'0'263'0,"0"0"-33"15,57 72-20-15,-21-10-50 16,3 22-20-16,-7 19-11 16,-12 6-20-16,-20-10-74 15,-21-19-29-15,-18-25-6 16,-37 1-117-16,15-17-222 16,-6-5-549-16</inkml:trace>
  <inkml:trace contextRef="#ctx0" brushRef="#br0" timeOffset="4637.44">15230 7227 1635 0,'0'0'351'0,"0"0"-40"15,-71 104-184-15,30 0-36 16,7 21-11-16,10 6 42 16,21-5 5-16,9-18-24 15,32-2-23-15,20-11-24 0,21-8-20 16,22-18-24-16,35-26-12 16,-22-19-57-16,-7-24-542 0</inkml:trace>
  <inkml:trace contextRef="#ctx0" brushRef="#br0" timeOffset="9458.08">17481 7202 352 0,'0'0'676'0,"0"0"-530"16,0 0 99-16,0 0 50 15,0 0-14-15,-49-23-112 16,16 72-81-16,-7 31 4 16,-5 32 6-16,9 4 22 15,14-21-35-15,16-28 17 16,6-30-14-16,0-7-39 0,19 1-30 15,11 0-19 1,12-9-21-16,40-22-173 0,-11-13-194 16,-6-16-578-16</inkml:trace>
  <inkml:trace contextRef="#ctx0" brushRef="#br0" timeOffset="9700.76">17669 7343 1283 0,'0'0'372'0,"0"0"-98"16,0 0-99-16,-31 90-11 0,31-56-68 15,10 3-30-15,15 2 8 16,5 0-26-16,2-3-13 16,-4-2-12-16,-4-4-12 15,-5-6-2-15,-10-5-9 16,-6-2-13-16,-3-4-10 15,-6-4-68-15,-40-9-103 16,4 0-393-16,-4 0-555 0</inkml:trace>
  <inkml:trace contextRef="#ctx0" brushRef="#br0" timeOffset="9858.18">17550 7324 1051 0,'0'0'268'15,"0"0"5"-15,91-45-88 0,-42 29-48 16,6 2-56-16,2 3-37 16,-2 5-44-16,9 3 0 15,-13 3-281-15,-15 0-719 0</inkml:trace>
  <inkml:trace contextRef="#ctx0" brushRef="#br0" timeOffset="10067.05">18109 7546 1635 0,'0'0'265'0,"0"0"-45"0,0 0-39 16,-7 82-31-16,7-53-61 15,1-1-43-15,8-3-31 16,-2 0-15-16,1-5-6 15,-5-6-122-15,0-4-260 16,-3-10-657-16</inkml:trace>
  <inkml:trace contextRef="#ctx0" brushRef="#br0" timeOffset="10434.5">18252 7245 871 0,'0'0'875'0,"0"0"-594"16,0 0-181-16,0 0-22 16,0 0 52-16,0 0-39 15,12 97-44-15,3-65-24 16,3-3-13-16,-2-1-9 16,4-6-1-16,-5-6 0 15,1-7-19-15,-2-9-5 16,0 0 15-16,-3-12 8 15,2-8-7-15,-4-6 6 16,-1 3 2-16,-2 0 0 16,-2 7 11-16,-3 7 13 15,1 7 16-15,1 2-8 16,1 9-21-16,4 13 27 0,5 8 12 16,1 6-12-16,2 1-21 15,2 2-9-15,1-3-8 16,-2-3 0-16,1-7-128 15,-8-9-263-15,-5-11-663 0</inkml:trace>
  <inkml:trace contextRef="#ctx0" brushRef="#br0" timeOffset="10681.43">18469 6703 806 0,'0'0'1126'0,"0"0"-960"16,0 0-88-16,0 0 7 15,126 90 1-15,-51-8 0 16,8 38 37-16,-8 14-41 16,-26-3 85-16,-32-14-62 15,-20-25-53-15,-32-11-47 16,-8-15-5-16,-32 4-75 15,14-19-228-15,-4-16-534 0</inkml:trace>
  <inkml:trace contextRef="#ctx0" brushRef="#br0" timeOffset="20714.12">28517 6560 932 0,'0'0'779'15,"0"0"-570"1,0 0-20-16,-24-76 70 0,19 75-39 16,2 4-113-16,-4 39-71 15,-3 32 29-15,-5 23 7 16,3-5-15-16,3-18-29 16,6-25-11-16,3-16-10 15,0 1-7-15,3-2 0 16,6-5-1-16,5-8-7 15,5-11-7-15,3-8-3 16,5-10 3-16,1-16 15 16,4-8-1-16,-4-2 1 15,-2 3 1-15,-4 8 0 16,-3 11 0-16,-5 13-1 16,2 1 0-16,-2 21 0 0,3 9 6 15,0 9 9 1,1 3-4-16,-3-5-2 0,-1-2-3 15,0-10 0-15,-1-8 0 16,-1-11 3-16,3-6 7 16,2-8 13-16,7-18-4 15,1-12-10-15,2-10-6 16,-1-19-8-16,-4-18 8 16,-6 3-3-16,-7 9-1 15,-6 13-5-15,-3 26-1 16,0 5 0-16,0 7-6 15,0 17-23-15,-9 5-63 16,-7 21-108-16,-11 30-53 16,4-4-229-16,1-2-595 0</inkml:trace>
  <inkml:trace contextRef="#ctx0" brushRef="#br0" timeOffset="20936.88">29368 6948 950 0,'0'0'970'0,"0"0"-750"16,0 0-9-16,0 0-54 0,0 0-33 16,0 0-78-16,0 0-28 15,-5 9-8-15,5-9-10 16,0 0-28-16,0-8-90 15,0-5-158 1,3-2-431-16</inkml:trace>
  <inkml:trace contextRef="#ctx0" brushRef="#br0" timeOffset="21161.44">29706 6464 776 0,'0'0'1203'0,"0"0"-937"0,0 0-93 16,0 0-72-16,-29 81 36 15,29-31-52-15,3 8-34 16,5 0-30-16,-2-2-12 16,-1-3-9-16,-5-5-85 15,0-4-153-15,0-12-243 16,-3-14-222-16</inkml:trace>
  <inkml:trace contextRef="#ctx0" brushRef="#br0" timeOffset="21490.09">29706 6735 598 0,'0'0'699'0,"0"0"-478"16,0 0 1-16,89-25-46 15,-47 17-58-15,9-3-62 0,0 2-28 16,-1-5-16-16,-5 0-12 15,-6-2-1-15,-15-3-9 16,-8-5-6-16,-11-6 16 16,-5-4 0-16,-5-5 16 15,-13 3 34-15,-1 2 80 16,1 8 26-16,4 9 34 16,4 8-3-16,6 9-47 15,-1 0-50-15,1 24-63 16,1 22-3-16,1 26 27 15,2 1-2-15,0-2-11 16,11 3-7-16,3 1-14 16,-1 17-10-16,-6-3-7 0,-5-21-15 15,-1-2-45-15,1-27-166 16,3-11-527-16</inkml:trace>
  <inkml:trace contextRef="#ctx0" brushRef="#br0" timeOffset="22013.19">30696 6784 1298 0,'0'0'375'0,"0"0"-192"16,0 0-45-16,0 0-76 15,0 0-35-15,0 0-12 16,99 19-15-16,-35-19-68 16,-12 0-184-16,-10-1-354 0</inkml:trace>
  <inkml:trace contextRef="#ctx0" brushRef="#br0" timeOffset="22157.16">30651 6958 1160 0,'0'0'257'15,"0"0"56"-15,0 0-116 16,0 0-104-16,0 0-45 16,0 0-13-16,99-11-34 15,-12-27-1-15,-14 2-218 16,-12 1-444-16</inkml:trace>
  <inkml:trace contextRef="#ctx0" brushRef="#br0" timeOffset="22400.3">31051 6437 390 0,'0'0'1175'0,"0"0"-864"15,0 0-69-15,0 0-120 16,0 0 31-16,123 37-8 15,-59 1-18-15,3 10-21 16,0 7-12-16,-7 4-5 16,-9 4 13-16,-19-3-39 15,-17-1-27-15,-15 1-8 16,-24-1-11-16,-35 8-17 16,-29 11-1-16,-24 0-53 15,16-14-159-15,17-24-545 0</inkml:trace>
  <inkml:trace contextRef="#ctx0" brushRef="#br0" timeOffset="26678.06">29716 7790 1166 0,'0'0'310'16,"0"0"-159"-16,0 0 43 15,-83 31-11-15,63 1-37 16,6 7-40-16,12 2-26 16,2 3-24-16,21-1-11 15,12 1 11-15,6-4 4 16,1 0-16-16,0-2-17 16,-7-5-15-16,-9-2-6 15,-12-1-5-15,-11 0-1 16,-1-1-21-16,-49 4-98 15,3-8-149-15,-8-11-480 0</inkml:trace>
  <inkml:trace contextRef="#ctx0" brushRef="#br0" timeOffset="26822.04">29485 7916 529 0,'0'0'780'15,"0"0"-631"-15,81-59 66 16,-32 38-23-16,6 6-72 15,5 7-74-15,19 8-46 16,-16 6-68-16,-13 6-459 0</inkml:trace>
  <inkml:trace contextRef="#ctx0" brushRef="#br0" timeOffset="27026.25">30100 8006 1088 0,'0'0'1057'16,"0"0"-921"-16,0 0 56 16,0 0-70-16,0 0 9 15,-12 84-52-15,27-53-47 16,1-1-22-16,-1 1-10 16,-3-3-37-16,-1-6-204 15,-4-8-329-15,-7-11-646 0</inkml:trace>
  <inkml:trace contextRef="#ctx0" brushRef="#br0" timeOffset="27369.73">30226 7722 1500 0,'0'0'495'16,"0"0"-293"-16,0 0-29 15,0 0-87-15,0 0 8 16,-14 81 15-16,22-35-42 15,6 0-30-15,4-2-22 16,0-6-9-16,1-9-6 16,-1-9-7-16,1-11-16 15,-1-9-31-15,-3-7 25 16,2-21 3-16,-5-7 13 16,0-7 11-16,-2 0 2 0,-1 2 6 15,-1 9 9-15,-1 11 23 16,0 11 3-16,2 9-17 15,6 4 3-15,6 18 10 16,6 10 26-16,6 4-20 16,1 6-26-16,-2 2-16 15,-6 4-1-15,-5 13-94 16,-9-11-257-16,-12-13-706 0</inkml:trace>
  <inkml:trace contextRef="#ctx0" brushRef="#br0" timeOffset="27579.69">30719 7471 1796 0,'0'0'357'0,"0"0"-232"16,106 82 45-16,-30 8 40 15,3 33-37-15,-17 18-58 16,-32 3-46-16,-30-7-41 15,-41-22-28-15,-10-21-19 16,-27-13-152-16,14-28-163 16,4-23-405-16</inkml:trace>
  <inkml:trace contextRef="#ctx0" brushRef="#br0" timeOffset="27850">29336 7681 1497 0,'0'0'316'16,"-68"77"-120"-16,27 9 40 15,7 42-31-15,19 18-25 16,17 5-57-16,39-8-31 15,29-18-20-15,29-13-36 0,33-20-20 16,25-25-14-16,22-33-2 16,20-34-40-16,-46-9-207 15,-17-27-323-15</inkml:trace>
  <inkml:trace contextRef="#ctx0" brushRef="#br0" timeOffset="28201.87">31908 7132 1506 0,'0'0'330'0,"0"0"-15"15,0 0-56-15,0 0-100 16,-102 124-10-16,68-13-10 16,5 14-21-16,16-1-45 15,13-15-22-15,10-17-15 16,10-17-20-16,-1-15-10 15,-2-20-6-15,1-10-19 16,25-15-153-16,-1-6-352 16,-4-9-351-16</inkml:trace>
  <inkml:trace contextRef="#ctx0" brushRef="#br0" timeOffset="28564.53">32088 7350 1674 0,'0'0'304'16,"0"0"26"-16,0 0-149 16,0 0-92-16,0 0 52 15,-18 99-20-15,18-47-18 16,0 6-49-16,3-1-24 16,9-2-15-16,3-8-7 15,4-8-8-15,2-13-7 16,-1-10-35-16,2-13-45 0,-1-3-11 15,0-23-4-15,-5-10 32 16,0-6 51-16,-3 0 19 16,-3 2 0-16,-1 9 36 15,-5 11 38-15,1 10-1 16,-2 7-25-16,3 13-33 16,4 13 21-16,1 13 12 15,1 6-18-15,1 5-15 16,-2 2-14-16,-2 4-1 15,4 9-103-15,-4-13-194 16,0-17-592-16</inkml:trace>
  <inkml:trace contextRef="#ctx0" brushRef="#br0" timeOffset="28751.32">32518 7662 983 0,'0'0'1151'0,"0"0"-939"15,0 0-13-15,0 0-98 16,0 0 42-16,-3 87-49 16,19-43-36-16,1 2-38 15,0-2-19-15,-2-4-1 16,2-5-191-16,-7-12-301 16,-5-15-836-16</inkml:trace>
  <inkml:trace contextRef="#ctx0" brushRef="#br0" timeOffset="29144.17">32590 7306 1654 0,'0'0'360'0,"0"0"-119"16,0 0-86-16,0 0-82 15,0 0-3-15,0 0-19 16,107-7-5-16,-84 23-21 15,-7 5-11-15,-6 1-7 16,-9 3-1-16,-1 0-5 16,0-1 6-16,-3-6-5 0,-1-2-1 15,0-7 1 1,4-1-2-16,0-1 0 16,4 2 1-16,11 0 5 0,6 3-4 15,5 4 5-15,4-2 1 16,1 6 5-16,-1-1 15 15,-4 0-2-15,-7 1-4 16,-8 1-1-16,-10-1 0 16,-1 2-4-16,-12 0-4 15,-15 0-7-15,-7 0-6 16,-2-5-13-16,-3-5-88 16,-13-12-96-16,8 0-141 15,8-18-523-15</inkml:trace>
  <inkml:trace contextRef="#ctx0" brushRef="#br0" timeOffset="29352.11">32765 6959 1704 0,'0'0'564'15,"0"0"-462"-15,0 0 66 16,127 95 31-16,-39 0-54 15,19 30-36-15,-8 14-30 16,-32 1-37-16,-49-8-25 16,-43-13-17-16,-52-7-9 15,4-33-290-15,-4-23-787 0</inkml:trace>
  <inkml:trace contextRef="#ctx0" brushRef="#br0" timeOffset="30348.51">30844 8240 1305 0,'0'0'296'0,"0"0"-26"16,0 0-38-16,0 0-76 0,0 0-45 15,77 88 44-15,-21 3-6 16,9 10-33-16,-5-1-32 15,-8-13-26-15,-9-22-4 16,-7-13-26-16,-4-16-14 16,0-7-8-16,10-4-5 15,9-7 1-15,12-10 4 16,14-9-5-16,20-32 0 16,15-16-1-16,-8-3-9 15,-20 10-9-15,-25 9 6 16,-14 4 6-16,4-8 5 15,7-7 1-15,2-8 1 16,-3-13-1-16,-9 3 1 0,-5-3 1 16,-7-1 4-1,-7 13-5-15,-2-5 9 0,-7 10-4 16,-8 7 2-16,-5 2-7 16,-5 5 7-16,0 3-1 15,0 2-1-15,-9 1 1 16,1 1-6-16,-2 0 0 15,1 2 0-15,3 2 5 16,0 6-5-16,2 6-1 16,2 6 0-16,1 4-14 15,1 1-31-15,0 0-27 16,0 0-22-16,-2 7-4 16,2 6 68-16,-3 4 22 15,-3 7 7-15,-3 5 1 16,-4 5 1-16,-5 6 8 0,-3-2 3 15,-1 0 2-15,1-3-2 16,0-5 0-16,3-7-5 16,6-4-4-16,5-9-2 15,1-9 0-15,6-1 13 16,0-10-1-16,7-16-11 16,10-9-1-16,7-4 5 15,4 1-5-15,2 9-1 16,4 10 1-16,2 14-2 15,5 5 1-15,4 16-6 0,4 16 5 16,-1 6-5 0,-6 6 4-16,-24 17-99 15,-13-8-257-15,-7-7-674 0</inkml:trace>
  <inkml:trace contextRef="#ctx0" brushRef="#br0" timeOffset="30889.74">30634 8352 548 0,'0'0'969'16,"0"0"-676"-16,0 0-24 15,0 0-103-15,0 0-70 16,0 0-52-16,0 0 48 16,0 70-9-16,0-39-32 15,0-3-20-15,0-5-11 16,0-3-13-16,0-7-7 0,0-5 0 16,0-8-5-16,3 0-2 15,8-24 7-15,5-14 6 16,6-13-5-16,5-6 0 15,4-1-1-15,3 6 9 16,2 13-9-16,2 12 1 16,2 18 0-16,-1 9 11 15,2 7-10-15,4 19 9 16,-3 8-2-16,-3 3-9 16,10 14-56-16,-12-8-173 15,-7-9-471-15</inkml:trace>
  <inkml:trace contextRef="#ctx0" brushRef="#br0" timeOffset="31036.17">31573 8405 1923 0,'0'0'603'16,"0"0"-387"-16,0 0 8 16,0 0-109-16,0 0-61 15,0 0-54-15,0 0-22 16,-35-70-500-16</inkml:trace>
  <inkml:trace contextRef="#ctx0" brushRef="#br0" timeOffset="51505.03">18219 7945 9 0,'0'0'0'0</inkml:trace>
  <inkml:trace contextRef="#ctx0" brushRef="#br0" timeOffset="56322.06">15236 6511 902 0,'0'0'333'0,"0"0"-69"16,0 0 53-16,0 0-2 16,0 0-137-16,0 0-64 15,-116 42 33-15,65 41 8 0,6 24 0 16,12 6-44-16,22-8-28 16,11-18-38-16,22-23-24 15,6-15-10-15,4-12-10 16,5-16-1-16,11-4-35 15,11-8-114-15,29-22-156 16,-16-19-343-16,-12-9-1018 0</inkml:trace>
  <inkml:trace contextRef="#ctx0" brushRef="#br0" timeOffset="56719.43">15397 6621 1472 0,'0'0'314'0,"0"0"-88"16,0 0-84-16,0 0-56 15,0 0-18-15,0 0-22 16,87-26-12-16,-64 28-15 16,-6 10-10-16,-7 7-8 15,-8 3 26-15,-2 4-2 16,-5 0-6-16,-9-1-8 15,0-6-11-15,2-3 7 0,6-7-7 16,3-3 1 0,3-4 0-16,0-1 11 15,5 2-1-15,11 2 1 0,4 3-3 16,3 3 1-16,1 2-3 16,-2 2 4-16,-5 3 5 15,-7 2 14-15,-10 2 10 16,0 2 29-16,-13 1-35 15,-9-2-9-15,-4-1-19 16,-2-7-6-16,2-5-42 16,1-10-110-16,7-6-203 15,9-13-615-15</inkml:trace>
  <inkml:trace contextRef="#ctx0" brushRef="#br0" timeOffset="56924.33">15742 6626 1674 0,'0'0'316'0,"0"0"-86"15,0 0-74-15,0 0-14 16,0 0-36-16,37 95-48 16,-26-70-21-16,2-2-23 15,-4-2-14-15,0-4-11 16,0-7-132-16,0-6-250 15,-3-4-694-15</inkml:trace>
  <inkml:trace contextRef="#ctx0" brushRef="#br0" timeOffset="57262.08">15919 6543 1395 0,'0'0'525'0,"0"0"-165"15,0 0-195-15,0 0-58 16,0 0-48-16,0 0 104 15,0 0-40-15,30 91-64 16,-14-62-34-16,-2-1-16 16,2-4-1-16,-2-7-8 15,-1-9 2-15,1-6-2 16,-1-2-6-16,-1-15 6 16,1-10 6-16,-2-6-6 15,-2 3 2-15,-2 4 8 16,-3 7 30-16,-1 10 19 15,-1 2-8-15,0 5-26 0,2 7-16 16,4 11 11-16,3 5-1 16,3 7-5-16,4 1-13 15,-3 0-1-15,-1 2 0 16,-6-2-89-16,-8-3-153 16,-12-6-386-16,-4-14-1033 0</inkml:trace>
  <inkml:trace contextRef="#ctx0" brushRef="#br0" timeOffset="57471.04">16017 6255 1716 0,'0'0'574'0,"0"0"-318"16,0 0-149-16,83 55 58 15,-3 10-3-15,19 29-44 16,-5 10-3-16,-23 2-44 15,-38-14-37-15,-33-13-16 16,-12-12-18-16,-19-14-2 16,-36 5-87-16,10-19-259 15,-1-8-780-15</inkml:trace>
  <inkml:trace contextRef="#ctx0" brushRef="#br0" timeOffset="58343.97">17311 6314 1273 0,'0'0'536'15,"0"0"-185"-15,-85 2-152 16,43 23 7-16,-1 12-15 16,-2 22-21-16,14 2-53 15,10 5-19-15,17-1-27 16,4-12-40-16,20 3-16 15,15-10-8-15,11-6-7 16,6-12-18-16,8-10-59 0,20-18-113 16,-16-1-196-16,-13-19-621 0</inkml:trace>
  <inkml:trace contextRef="#ctx0" brushRef="#br0" timeOffset="58740.56">17418 6333 1751 0,'0'0'261'0,"0"0"18"16,0 0-173-16,0 0-31 16,0 0 32-16,0 0 65 15,0 0-54-15,36 99-51 0,-22-64-31 16,2-2-17-16,-1-1-8 15,1-5-10-15,3-7 0 16,-2-7-1-16,1-8-9 16,-3-5-19-16,0-10-16 15,-2-14-18-15,-4-8 14 16,-2-8 33-16,-2 1 13 16,-2 1 2-16,-1 9 1 15,-2 8 34-15,1 10 33 16,-1 11-2-16,2 0-25 15,2 13-26-15,5 13 23 16,1 5-8-16,4 5-15 16,2 5-8-16,-2-2-7 15,2 0-36-15,2 7-202 0,-3-10-263 16,-5-10-591-16</inkml:trace>
  <inkml:trace contextRef="#ctx0" brushRef="#br0" timeOffset="58921.79">17901 6541 1974 0,'0'0'325'0,"0"0"-141"16,0 0-19-16,0 0-10 16,39 94-68-16,-18-64-44 0,-1-1-23 15,-1-3-20-15,0-8-75 16,-7-9-267-16,-4-9-512 0</inkml:trace>
  <inkml:trace contextRef="#ctx0" brushRef="#br0" timeOffset="59178.18">18190 6093 1054 0,'0'0'982'15,"0"0"-680"-15,0 0-94 16,0 0 2-16,-74 85-65 15,74-51-48-15,18 0-36 16,18 0-22-16,7-1-9 0,9-2 2 16,2-3 1-1,-3-1-15-15,-5-3-5 0,-9-2-11 16,-10-1-1-16,-10-4-1 16,-13-2 0-16,-4-1-12 15,-15-3-18-15,-21-2-68 16,-38-9-163-16,5 0-270 15,2-9-540-15</inkml:trace>
  <inkml:trace contextRef="#ctx0" brushRef="#br0" timeOffset="59312.64">18224 6143 1084 0,'0'0'187'0,"0"0"84"16,106-54-151-16,-51 32-62 0,18 0-58 15,-12 5-150-15,-15 3-1174 16</inkml:trace>
  <inkml:trace contextRef="#ctx0" brushRef="#br0" timeOffset="59532.8">18498 5845 1949 0,'0'0'329'16,"0"0"-89"-16,0 0-150 16,153 72 127-16,-42 8-54 0,2 18-24 15,-22 7-49 1,-41-1-22-16,-44-8-35 0,-23 4-17 16,-44 2-16-16,-39 6-28 15,9-27-167-15,-10-11-449 0</inkml:trace>
  <inkml:trace contextRef="#ctx0" brushRef="#br0" timeOffset="125839.75">15578 7021 74 0,'0'0'102'0,"0"0"-24"0,0 0 3 16,0 0-3-16,0 0-2 16,0 0-2-16,-9 0-74 15,9 0-33-15,0 2 33 16,0 0 356-16,0 1-49 16,0-3-68-16,0 0-17 15,0 0-14-15,0 0 7 16,1-4-13-16,2 1-23 15,2 0-60-15,6 0-28 16,6-1-12-16,11-4-1 16,11-1 1-16,10-1-36 15,8 0-10-15,7 0-10 16,6-1-11-16,3 2-6 16,-1-1-6-16,-6 0 1 0,-10 3 0 15,-12-1-1-15,-16 5 0 16,-10 0-36-16,-12 0-60 15,-6 3-62-15,-3 0-28 16,-19 0-183-16,-30 0-135 16,3 7-70-16,2 0-369 0</inkml:trace>
  <inkml:trace contextRef="#ctx0" brushRef="#br0" timeOffset="126123.99">15710 7047 798 0,'0'0'292'0,"0"0"-21"15,0 0 28-15,0 0-11 16,0 0-41-16,0 0-68 16,0 0-34-16,-28 12-9 15,43-7 4-15,10-1-22 16,11-2-16-16,12-2-10 15,8 0-23-15,5-13-25 16,4 1-23-16,-3-2-9 16,-2-2-5-16,-7 5-7 15,-10 2 0-15,-14 5-10 16,-24 4-109-16,-5 3-262 0,-12 7-600 16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20:04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12572 9344 163 0,'-18'-175'69'16,"5"13"-60"-16,7 3 37 15,6 24-46-15,0 40-3 16,0 42 3-16,1 41 81 16,-1 30 66-16,-6 84-77 15,-16 47-21-15,-3 23-49 16,-7 69-36-16,4-11 36 0,4 9 80 16,6-29-80-16,11-70-170 15</inkml:trace>
  <inkml:trace contextRef="#ctx0" brushRef="#br0" timeOffset="14321.16">20161 7645 185 0,'0'0'798'0,"0"0"-564"16,0 0-10-16,0 0-2 16,0 0-39-16,0 0-32 15,-10 0 4-15,10 0-9 16,0-5-24-16,9 0-21 16,12-3 22-16,10-6-26 15,8-3-37-15,7-6-27 16,2 0-17-16,1 0-10 15,-7 3-5-15,-6 3-1 16,-12 5-80-16,-18 7-138 0,-6 3-126 16,0 2-399-16</inkml:trace>
  <inkml:trace contextRef="#ctx0" brushRef="#br0" timeOffset="14719.12">20000 7366 434 0,'0'0'787'15,"0"0"-590"-15,0 0 37 16,0 0-31-16,0 0-76 0,0 0-51 15,0 0-26-15,-82 49 17 16,64-10 26-16,-3 11-15 16,4 5-1-16,3 1-5 15,6 0-9-15,7-7 6 16,1-8-14-16,7-6-7 16,17-10-12-16,6-7 17 15,9-7 22-15,3-8-11 16,5-3-22-16,0-3-7 15,-1-11-21-15,-4-5-8 0,-6-2 2 16,-5 0-7-16,-6 3-1 16,-5 2-49-16,-13 10-133 15,-4 6-143-15,-3 0-386 0</inkml:trace>
  <inkml:trace contextRef="#ctx0" brushRef="#br0" timeOffset="53783.36">6746 10403 1405 0,'0'0'193'0,"0"0"-111"15,0 0-21-15,0 0-16 16,0 0 27-16,94-72-24 16,-42 46-23-16,8-2-13 15,4-1-12-15,0 2-20 16,6 7-122-16,-19 7-177 15,-18 7-325-15</inkml:trace>
  <inkml:trace contextRef="#ctx0" brushRef="#br0" timeOffset="53925.25">6819 10649 1114 0,'0'0'171'0,"0"0"-91"0,0 0 24 15,0 0 28-15,0 0-40 16,145-93-36-16,-27-2-43 15,6-6-13-15,-28 22-195 16,-32 22-338-16</inkml:trace>
  <inkml:trace contextRef="#ctx0" brushRef="#br0" timeOffset="54158.53">7092 9886 1458 0,'0'0'160'16,"0"0"-154"-16,0 0 20 0,0 0 12 16,100-92-13-16,-3 75-12 15,37 17 12-15,0 19 17 16,-23 23 44-16,-40 37-10 16,-53 21-14-16,-37 27 47 15,-60 45-25-15,-52 16-56 16,-50 22-28-16,29-44-285 15,6-28-939-15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2:10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9057 8576 1497 0,'0'0'319'0,"0"0"-155"0,0 0 9 16,0 0-28-16,0 0-47 15,0 0-44-15,19-2-27 16,11-10-12-16,9-2-13 16,7-1-2-16,-3-2-7 15,-4 2-43-15,-7 3-116 16,-7 1-93-16,-11 3-140 0,-8 5-269 16</inkml:trace>
  <inkml:trace contextRef="#ctx0" brushRef="#br0" timeOffset="166.82">9143 8635 555 0,'0'0'260'0,"0"0"-38"16,0 0-13-16,0 0-34 15,-46 75-86-15,55-75 2 16,19 0-3-16,14-15 27 16,18-11-45-16,7-8-51 15,4-7-19-15,7-17-102 16,-14 9-159-16,-18 6-427 0</inkml:trace>
  <inkml:trace contextRef="#ctx0" brushRef="#br0" timeOffset="409.08">9331 8211 712 0,'0'0'922'0,"0"0"-751"16,0 0-38-16,0 0-58 15,79 0 77-15,4 7-4 16,-2 6-37-16,-5 2-19 16,-15 9-25-16,-25 5 8 15,-8 8-16-15,-8 13 25 16,-22 17-14-16,-56 20-28 16,-51 24-24-16,-30 9-18 15,-15-7-87-15,35-33-220 16,30-30-513-16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16:37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6833 2169 965 0,'0'0'672'0,"0"0"-561"16,0 0 46-16,0 0-2 15,0 0-76-15,0 0-37 16,17-60-22-16,0 60-8 16,2 4-5-16,-5 14-6 15,-4 6-1-15,-7 5 2 16,-3 5-1-16,-9 3 11 16,-9-1-11-16,-4-3 5 15,5-5-5-15,3-8 1 16,3-9-1-16,8-7 8 0,3-2 16 15,0-2 30 1,0 0 7-16,9 0-4 0,13 3-27 16,8 7 8-16,6 1-10 15,6 6-12-15,1 4-11 16,-6 1 1-16,-4 6 5 16,-9-1 30-16,-12 4 4 15,-12 2 2-15,0 1-9 16,-24 0 11-16,-12 2 0 15,-7-3-16-15,-6-5-15 16,1-6-11-16,2-10-7 16,4-7 5-16,11-5-6 15,7-8-8-15,11-11-100 16,17-20-191-16,17 5-324 0,7-2-533 0</inkml:trace>
  <inkml:trace contextRef="#ctx0" brushRef="#br0" timeOffset="210.31">7537 2210 1182 0,'0'0'717'0,"0"0"-523"16,0 0-99-16,0 0 59 15,0 0-7-15,19 95-53 16,-13-66-48-16,0 0-28 15,1-3-12-15,-4-6-6 16,-1-6-59-16,-2-14-179 16,0 0-358-16,-12-17-569 0</inkml:trace>
  <inkml:trace contextRef="#ctx0" brushRef="#br0" timeOffset="354.1">7460 1835 1122 0,'0'0'281'15,"0"0"-20"-15,0 0-99 16,0 0-80-16,0 0-63 16,0 0-19-16,0 0-11 15,29 46-180-15,-8-22-559 0</inkml:trace>
  <inkml:trace contextRef="#ctx0" brushRef="#br0" timeOffset="539.62">7741 1869 971 0,'0'0'653'0,"0"0"-462"15,0 0-105-15,0 0 62 16,-2 90-32-16,13-43-46 16,2 6-39-16,1 0-16 15,2 2-15-15,1 12-5 16,-4-16-295-16,-4-12-969 0</inkml:trace>
  <inkml:trace contextRef="#ctx0" brushRef="#br0" timeOffset="738.06">7984 2054 791 0,'0'0'1002'0,"0"0"-743"15,0 0-136-15,0 0 38 16,0 98 20-16,0-46-35 15,16 5-31-15,-1 8-44 16,3-2-38-16,-6 1-24 16,-6 0-9-16,-6-3 0 15,-4 1-131-15,-13-14-418 16,-1-22-369-16</inkml:trace>
  <inkml:trace contextRef="#ctx0" brushRef="#br0" timeOffset="946.73">7927 2044 1061 0,'0'0'255'16,"0"0"19"-16,0 0-109 15,0 0-61-15,84-61-40 16,-56 61-26-16,-1 9-7 16,0 13-13-16,-9 10 2 15,-8 6 3-15,-10 7-11 16,0 3-10-16,-22 0-1 15,-2-2-1-15,0-1-132 16,8-13-228-16,7-14-514 0</inkml:trace>
  <inkml:trace contextRef="#ctx0" brushRef="#br0" timeOffset="1223.23">8376 1959 677 0,'0'0'860'16,"0"0"-568"-16,0 0-150 15,0 0-5-15,0 0 18 16,0 0-45-16,-47 87-35 16,47-61-20-16,0-3-1 15,14 1 0-15,7-3-1 16,3 1 5-16,3-2 2 0,0 0-17 16,4 0-4-1,-2-3-6-15,-4 0-14 16,-4-2-8-16,-8 2-10 0,-7-4 0 15,-6 3 7 1,-1 1-7-16,-26 4 6 0,-13 4-5 16,-47 9-2-16,9-3-175 15,1-9-538-15</inkml:trace>
  <inkml:trace contextRef="#ctx0" brushRef="#br0" timeOffset="2998.52">9279 2488 682 0,'0'0'876'0,"0"0"-682"0,0 0-33 15,-48 79 19-15,26-32-31 16,1 4-32-16,0 5-27 16,5-3-49-16,2-7-25 15,11-7-16-15,3-9-55 16,0-11-229-16,0-15-795 0</inkml:trace>
  <inkml:trace contextRef="#ctx0" brushRef="#br0" timeOffset="5902.3">9722 1717 415 0,'0'0'934'0,"0"0"-577"15,0 0 18-15,0 0-84 16,-2-76-19-16,-1 76-150 15,2 0-101-15,-2 22-21 16,-2 14-22-16,-1 11 20 16,-4 8 2-16,-2 2 0 0,-4-2 18 15,-4-5-6-15,4-8-2 16,-1-10 8-16,4-9-7 16,4-10-11-16,4-8 2 15,4-5 4-15,1 0 3 16,0-1 4-16,0-9-13 15,12 0-12-15,10-1 3 16,8 2-18-16,7-2-10 16,7-1 10-16,2-4-1 15,-4-2-14-15,-2-3 2 16,-10-5 12-16,-8-1 19 16,-7 1 9-16,-7-2 7 15,-5 3 12-15,-3 4 25 0,0 6 35 16,0 4 12-16,0 8-44 15,-5 3-47-15,2 14-2 16,-3 16-12-16,1 11 14 16,0 11 1-16,2 7 22 15,3-1 6-15,0 0-4 16,0-7-16-16,10-4-9 16,11-9 0-16,25-9-188 15,-4-12-407-15,3-17-813 0</inkml:trace>
  <inkml:trace contextRef="#ctx0" brushRef="#br0" timeOffset="6383.23">10678 1814 1071 0,'0'0'761'16,"0"0"-607"-16,0 0-58 15,0 0-23-15,0 0 24 16,0 0 26-16,0 0 0 16,95-71-61-16,-54 11-36 15,-10-2-5-15,-4-7-15 16,-8-5 5-16,-11 17-5 16,-4 0-4-16,-4 16-1 15,0 17 7-15,0 16 16 16,-12 8-24-16,-3 15-5 0,-4 21-8 15,-4 11 12 1,3 8 1-16,6-1 0 0,8-4 0 16,6-8-1-16,9-6-11 15,13-8 3-15,3-6 8 16,1-8-6-16,-2-2-11 16,-6-5 0-16,-8 0 12 15,-5-1-11-15,-5 6 17 16,0 3 0-16,-8 7 11 15,-6 4 8-15,0 5 11 16,2 2 9-16,3 1-23 16,9-2-5-16,0-6-10 15,12-3 0-15,16-7-1 16,7-7-18-16,20-9-191 16,-9-14-453-16,-7-7-929 0</inkml:trace>
  <inkml:trace contextRef="#ctx0" brushRef="#br0" timeOffset="6797.51">11133 1688 1114 0,'0'0'488'16,"0"0"-198"-16,0 0-142 15,0 0-46-15,0 0-52 16,89-30-22-16,-62 48-3 16,-4 8-1-16,-4 8-7 15,-7 3 7-15,-5 3 18 0,-7-1 7 16,0 0-18-16,-7-3-15 15,-4-7-10 1,2-9 0-16,1-6-6 0,5-9 0 16,3-5 8-16,0-8-8 15,0-13-40-15,11-9 23 16,6-3 17-16,2-6 1 16,3 1-1-16,1-6 1 15,1-2 1-15,-3 0 5 16,-6 5 4-16,-4 9 24 15,-6 8 57-15,-4 12 19 16,-1 10-11-16,0 2-53 16,0 7-31-16,-1 15-15 0,-5 11-1 15,3 6 1 1,0 5 1-16,3 0-1 0,0-3 5 16,10-5-5-16,10-6-1 15,7-9-74-15,22-21-257 16,-7 0-431-16,-4-18-797 15</inkml:trace>
  <inkml:trace contextRef="#ctx0" brushRef="#br0" timeOffset="7139.81">11683 1601 1305 0,'0'0'510'16,"0"0"-147"-16,0 0-121 16,0 0-54-16,0 0-56 15,0 0-72-15,0 0-41 16,-64 26-5-16,54 9-2 15,2 5 3-15,5 4 4 16,3-5-1-16,0-3-17 16,11-7 7-16,8-10-8 0,3-7-3 15,2-12-66-15,-4-1-19 16,-1-21 23-16,-7-8 14 16,-3-6 23-16,-6-3 19 15,-3-1 9-15,0 0 1 16,0 6 5-16,-7 10 7 15,2 10 26-15,2 9 4 16,0 5-28-16,3 0-15 16,0 14-8-16,3 6 8 15,13 6-1-15,7-3-6 16,8-2-5-16,9-4-109 16,17-10-197-16,-9-4-320 15,-7-3-338-15</inkml:trace>
  <inkml:trace contextRef="#ctx0" brushRef="#br0" timeOffset="8204.95">12028 1621 476 0,'0'0'760'16,"0"0"-255"-16,0 0-209 16,0 0-40-16,0 0-63 15,0 0-107-15,0 0-65 16,-33 0-13-16,33 33-2 16,0 3-5-16,0 3 8 15,0-3-6-15,0-4-2 16,0-6 1-16,6-8-2 15,0-9-22-15,0-9-62 16,3 0-14-16,1-17 33 0,2-13 3 16,2-5 31-16,-3-7 20 15,0-4 3-15,-4 4 7 16,1 5 1-16,-1 5 13 16,-2 10 24-16,-4 9 17 15,1 11 5-15,-2 2-23 16,1 15-28-16,1 12-2 15,4 9-4-15,1 3 5 16,5 0-6-16,3-3-1 16,4-7 1-16,5-7-1 15,3-11-2-15,4-9-79 16,4-2-100-16,-1-16-152 16,2-10 16-16,-8-7 94 0,-7 0 119 15,-9 0 104-15,-6 7 26 16,-6 3 130-16,0 9 72 15,0 3-26-15,-4 5-23 16,1 6-61-16,-2 0-73 16,5 4-34-16,0 15-10 15,0 6 0-15,3 4-1 16,5 3 0-16,2-6 0 16,2-6-21-16,-2-4-29 15,5-8 0-15,-3-8 34 16,1 0 16-16,-5-8 13 15,0-8-1-15,-4-1 50 16,-2 2 28-16,-2 4 4 16,1 5-8-16,-1 6-19 0,0 0-31 15,0 12-35-15,0 15 5 16,0 9 10-16,-3 7 29 16,-3 4 5-16,-2-1-8 15,1-3-18-15,-2-4-15 16,3-10-2-16,2-7-6 15,1-12 0-15,3-10-1 16,0-5-1-16,0-24-43 16,1-8 15-16,7-7 20 15,3-4 9-15,-2 0 1 16,2 3 0-16,-1 5 0 16,-1 8 5-16,2 9 0 15,-5 6-4-15,6 10-1 16,-2 7-1-16,2 4-9 0,0 16 8 15,6 4 0 1,-3 5 0-16,1-2 1 0,-1-3-1 16,0-5 1-16,-3-7-1 15,-1-4-30-15,-1-8-77 16,-4 0 23-16,-2-11 30 16,1-15-19-16,-4-10 25 15,-1-20 36-15,0-33 12 16,0-37 1-16,0-17 21 15,0 10 43-15,0 35 22 16,0 43 59-16,0 29-5 16,0 15-3-16,-1 3-98 0,-1 5-22 15,-1 3-17-15,3 12-15 16,0 34-18-16,0 39 30 16,12 33 3-16,8 14 34 15,-1-8 17-15,-4-29-5 16,-3-36-17-16,-5-19-22 15,1-13-7-15,1-3-25 16,10-19-213-16,0-4-309 16,-2-4-569-16</inkml:trace>
  <inkml:trace contextRef="#ctx0" brushRef="#br0" timeOffset="8657.22">12942 1381 1242 0,'0'0'302'0,"0"0"-78"0,0 0-101 16,0 0-29-16,6 91-26 16,10-69-31-16,7-5-18 15,-1-7-8-15,-1-8-11 16,0-2-22-16,-2-14-49 16,-5-11-10-16,-7-6 56 15,-4-3 24-15,-3 0 1 16,0 4 22-16,-4 5 64 15,-5 8 18-15,-2 14-11 16,1 3-45-16,-1 12-31 16,2 15-15-16,4 9 10 0,5 3-6 15,0 0-5 1,14-1 0-16,9-5-1 0,2-8-36 16,4-10-92-16,1-10 10 15,-1-5 35-15,0-10 64 16,-3-14 19-16,1-6 72 15,-3-4 80-15,-2 1-25 16,-4 4-19-16,2 5-8 16,-4 10-31-16,-1 11-39 15,3 3-24-15,-2 13 0 16,-5 15 6-16,-8 8-6 16,-3 6 1-16,-6 3-7 15,-33 14 0-15,3-11-181 16,-1-12-451-16</inkml:trace>
  <inkml:trace contextRef="#ctx0" brushRef="#br0" timeOffset="8801.72">13624 1472 884 0,'0'0'160'15,"0"0"-160"-15</inkml:trace>
  <inkml:trace contextRef="#ctx0" brushRef="#br0" timeOffset="9306.75">15472 1973 1622 0,'0'0'555'0,"0"0"-336"15,0 0-94-15,0 0 37 16,-12 89 31-16,4-45-44 16,-1 5-59-16,-1 3-36 0,1-4-33 15,-2-3-12-15,5-4-9 16,4 0-7-16,2-10-183 15,0-18-772-15</inkml:trace>
  <inkml:trace contextRef="#ctx0" brushRef="#br0" timeOffset="10212.38">16400 858 1403 0,'0'0'319'16,"0"0"-81"-16,0 0-160 15,0 0-39-15,0 0-23 16,0 0-16-16,-24 120 0 15,24-6 53-15,7 15 58 16,10-6-18-16,2-31-11 16,-2-30-17-16,0-23-34 15,1-14-22-15,2-6-8 16,3-7-1-16,1-9-24 16,-4-6-15-16,1-26 14 0,-4-14-24 15,1-10 18-15,0-1 23 16,-3-1 8-16,1 6 6 15,-3 8 0-15,-3 12 22 16,-4 10 15-16,-2 9 3 16,-1 8-13-16,0 2-30 15,3 7 4-15,8 15 1 16,2 9 2-16,5 8 2 16,3 5 0-16,3-1-6 15,-1 0 0-15,3-4-5 16,-4-7 5-16,1-4-5 15,-6-9 5-15,-4-8-6 16,-6-4-7-16,-10-7-124 16,0-4-161-16,-5-11-618 0</inkml:trace>
  <inkml:trace contextRef="#ctx0" brushRef="#br0" timeOffset="10375">16708 1032 1279 0,'0'0'187'0,"0"0"19"16,0 0-136-16,0 0-43 15,0 0-27-15,0 0-96 16,105 0-241-16,-71 12-845 0</inkml:trace>
  <inkml:trace contextRef="#ctx0" brushRef="#br0" timeOffset="11749.79">17208 1209 854 0,'0'0'286'0,"0"0"-40"16,0 0-54-16,0 0-39 15,-90-15-20-15,65 17-24 16,0 13-16-16,0 7-10 16,2 5-11-16,4 4-17 15,7 5-12-15,6 1-20 16,6-1-12-16,2-5-10 0,15-3 0 16,8-11-1-16,4-12-1 15,4-5 1-15,-2-17-7 16,-3-16-42-16,-6-15 3 15,-11-20 31-15,-11-23 15 16,-4-26 8-16,-22-9 3 16,1 22 0-16,4 27 2 15,9 38 8-15,3 19-21 16,3 4-25-16,-1 6 14 16,2 3 5-16,5 7-3 15,0 16-32-15,3 20 7 16,17 26 34-16,11 27 30 15,11 22 27-15,4-12-32 16,-6-21-23-16,-4-28-2 16,0-28-146-16,4-7-36 0,8-7-81 15,3-8-12-15,-8-13-222 16,-12-21 119-16,-11-7 378 16,-13-1 85-16,-7 1 166 15,0 6 31-15,-6 6-2 16,-9 10-63-16,-1 6-16 15,1 9-21-15,0 4-77 16,1 9-60-16,0 20-28 16,3 9-1-16,3 11 0 15,7 4 1-15,1 1-13 0,8 1 0 16,12-6-1-16,6-8-1 16,4-16 0-16,-2-16-31 15,0-9-23-15,-5-25-51 16,-7-29 3-16,-12-30 67 15,-4-33 29-15,-13-20 6 16,-12-3 6-16,4 26 14 16,5 40-4-16,5 30 50 15,3 25 49-15,3 6-65 16,2 9-34-16,-2 4-16 16,4 20-18-16,-1 32 12 15,2 31 6-15,0 33 28 16,16 12 1-16,9-10-13 15,3-26-5-15,-1-38-10 16,1-21-1-16,3-15-8 0,5-6-35 16,7-12-82-16,-1-5-43 15,-7-27 23-15,-12-14 62 16,-12-5 83-16,-8-2 1 16,-3 6 43-16,-8 7 60 15,-4 11 19-15,-2 12 17 16,3 8-26-16,3 9-49 15,1 0-40-15,1 14-15 16,5 10-9-16,1 5-1 16,1 5 1-16,17 2-2 15,7-2-53-15,8-7-155 16,24-13-164-16,-9-11-275 16,-4-3-222-16</inkml:trace>
  <inkml:trace contextRef="#ctx0" brushRef="#br0" timeOffset="12052.39">18096 1028 1031 0,'0'0'271'0,"0"0"8"16,0 0-138-16,0 0-80 16,0 0-46-16,0 0-1 15,0 0 17-15,31 67 20 16,-18-31-10-16,-2 3 5 16,-4-3-20-16,-2-1-17 15,-4-7-4-15,1-6-5 16,-2-11 0-16,0-11 14 15,0-1 45-15,0-24 24 16,0-11-38-16,0-7-3 16,0 1 4-16,0 4-3 0,7 9 0 15,0 9 7-15,4 11-26 16,4 9-23-16,1 2 0 16,10 16 0-16,0 8 1 15,6 6-1-15,-2 2-1 16,5 14-12-16,-5-10-205 15,-10-7-441-15</inkml:trace>
  <inkml:trace contextRef="#ctx0" brushRef="#br0" timeOffset="12245.69">18440 572 1677 0,'0'0'262'0,"0"0"-44"15,0 0-156-15,0 0-56 16,0 0-5-16,73 111 17 16,-18-42 37-16,8 17-11 15,-7-5-23-15,0 13-21 16,-18-26-114-16,-16-28-565 0</inkml:trace>
  <inkml:trace contextRef="#ctx0" brushRef="#br0" timeOffset="12508.77">18937 805 1382 0,'0'0'267'0,"0"0"15"15,0 0-156-15,0 0-32 16,0 0-56-16,0 0-20 16,-82 62 1-16,77-28-8 15,5 0-2-15,0-4-9 16,0-6 12-16,8-7-12 15,6-8 0-15,5-2 1 16,3-7 22-16,3 0-4 16,2 0-11-16,-3-2-8 15,-2-5 0-15,-2 0-17 16,-5-1-136-16,-2-11-123 16,-7 4-232-16,-3-1-609 0</inkml:trace>
  <inkml:trace contextRef="#ctx0" brushRef="#br0" timeOffset="12891.31">19014 827 1011 0,'0'0'180'15,"0"0"-18"-15,0 0-46 16,0 0 9-16,62 72-45 16,-27-58-37-16,1-4-11 15,-2-7-25-15,-2-3-1 16,-7-5 16-16,-10-13-8 15,-9-5 5-15,-6-2 56 16,-1-3 76-16,-13 1-13 0,-2 3-12 16,2 4 3-16,4 8-9 15,1 9-80-15,6 3-29 16,1 1-11-16,2 20-18 16,0 11 16-16,5 25 2 15,19 25 19-15,10 29 24 16,3 15 9-16,-3-1-10 15,-12-15-21-15,-15-34-13 16,-7-19-8-16,0-22 0 16,-9-11-1-16,-6-5 0 15,-9-9 1-15,-6-10-11 16,-1-7-62-16,-2-42-71 16,6-45-85-16,10 5-378 15,9 0-400-15</inkml:trace>
  <inkml:trace contextRef="#ctx0" brushRef="#br0" timeOffset="13330.11">19457 919 408 0,'0'0'410'0,"0"0"-254"16,0 0-101-16,0 0-23 15,0 0 14-15,0 0-24 16,0 0-11-16,67 33 30 15,-49-33-7-15,0-9 26 16,3-6-11-16,0-7-20 16,-1-4-6-16,-1-8-11 15,-7 1 23-15,-2-2 71 0,-9 6-41 16,-1 5 50-16,0 9 18 16,-13 12-32-16,-3 3-23 15,-4 8-46-15,1 18-7 16,1 7-6-16,7 8 8 15,4 4-2-15,7 1-3 16,0 1 0-16,17-2 4 16,6-1-2-16,6-5-8 15,0-4-7-15,1-5-8 16,0-6 0-16,-7-5 0 16,-2-4 0-16,-5-6-1 15,-6-3-59-15,-4-2-45 16,-1-3-39-16,0-1-1 0,0 0-28 15,1-1-107-15,3-13 17 16,0-1 42-16,0 1-180 0</inkml:trace>
  <inkml:trace contextRef="#ctx0" brushRef="#br0" timeOffset="13639.52">20149 808 1570 0,'0'0'356'0,"0"0"-56"16,0 0-201-16,0 0-46 15,0 0-16-15,0 0-31 16,80-23-6-16,-42 18-79 16,-7 2-212-16,-8 0-405 0</inkml:trace>
  <inkml:trace contextRef="#ctx0" brushRef="#br0" timeOffset="13784.71">20115 975 770 0,'0'0'854'15,"0"0"-456"-15,0 0-175 16,0 0-85-16,0 0-42 16,0 0-20-16,0 0-36 15,166-25-40-15,-83-2-267 16,-5 0-1061-16</inkml:trace>
  <inkml:trace contextRef="#ctx0" brushRef="#br0" timeOffset="14175.07">21119 671 932 0,'0'0'623'16,"0"0"-261"-16,0 0-84 15,0 0-126-15,0 0-55 16,0 0-16-16,0 0 7 0,-79 56-18 15,77-37-16-15,2 4-5 16,13 1 12-16,13 2 3 16,11 6 10-16,4 1-34 15,2 4-19-15,-3-2-9 16,-9 1-11-16,-12-2 7 16,-13-4-7-16,-6-4-1 15,-14-5-26-15,-22-5-96 16,-44-16-167-16,6-3-321 15,2-18-689-15</inkml:trace>
  <inkml:trace contextRef="#ctx0" brushRef="#br0" timeOffset="14298.05">20928 727 859 0,'0'0'775'0,"0"0"-539"16,113-64-45-16,-26 39-116 15,-2 5-38-15,13 8-37 16,-26 5-71-16,-32 7-733 0</inkml:trace>
  <inkml:trace contextRef="#ctx0" brushRef="#br0" timeOffset="14769.94">21972 834 1425 0,'0'0'275'0,"0"0"18"16,0 0-195-16,0 0-69 15,0 0-14-15,0 0 25 16,18 75 38-16,-9-42-14 16,-5 1-17-16,-1-5-23 15,-3-6-15-15,0-7-1 16,0-9 3-16,0-7-10 16,0-2 45-16,0-19 12 15,0-9-19-15,0-10 10 16,3-2 2-16,15 1 4 0,3 9 0 15,8 8-22-15,3 15-18 16,7 9-8-16,3 4-5 16,1 21 8-16,2 6-8 15,-6 8-1-15,-5 0 0 16,-6 2-1-16,-7-4-21 16,-6-4-221-16,-6-10-272 15,-6-13-306-15</inkml:trace>
  <inkml:trace contextRef="#ctx0" brushRef="#br0" timeOffset="15129.45">22402 788 929 0,'0'0'328'0,"0"0"-160"16,0 0-119-16,0 0-21 15,0 0 16-15,0 0 24 16,0 0 30-16,61 48 14 15,-39-46-37-15,-4-2-24 16,1-3 9-16,-5-13 0 16,-4-1-5-16,-7-5-16 15,-3 1 16-15,0 1 1 16,-7 5-1-16,-8 1-2 0,0 9 30 16,-3 5-20-1,-1 0-28-15,-4 13-21 0,-2 11 1 16,0 7 4-16,2 7 5 15,8 3-14-15,9 1 7 16,6 1-7-16,6-4-9 16,21-6-1-16,7-10 0 15,7-11-60-15,5-12-104 16,8-26-201-16,-10-8-389 16,-11-5-450-16</inkml:trace>
  <inkml:trace contextRef="#ctx0" brushRef="#br0" timeOffset="15639.7">22664 688 909 0,'0'0'386'16,"0"0"15"-16,0 0-126 16,0 0-28-16,0 0-118 15,0 0-82-15,0 0-34 16,-24 10 5-16,24 22-1 0,6 6 17 16,5 4 4-16,5 0-11 15,1-2-9-15,3-6-12 16,3-10 0-16,-1-10-6 15,-1-11-3-15,-2-3-27 16,-5-14-13-16,-2-13 6 16,-6-3 24-16,-2-6 11 15,-2 3 2-15,-1 3 12 16,1 6 31-16,-1 6 12 16,1 7 12-16,-2 5 10 0,1 6-33 15,3 0-44 1,3 6 0-16,5 11 0 0,4 10 0 15,0 4 9-15,5 3-8 16,-2 2 0-16,0-4 1 16,-2-6-1-16,-2-8 0 15,0-10 0-15,-3-8-1 16,1-3 12-16,3-17-10 16,0-10-1-16,0-4-1 15,1 0 0-15,-2 3 1 16,-1 7-1-16,-3 7 2 15,-2 8-1-15,1 7-1 16,1 2-9-16,7 0-2 16,1 12 2-16,8 7 3 15,3 0 0-15,1 0-62 0,2-5-111 16,-3-6-157-16,4-8-216 16,-8 0-46-16,-7-11-189 0</inkml:trace>
  <inkml:trace contextRef="#ctx0" brushRef="#br0" timeOffset="15866.17">23440 731 869 0,'0'0'384'0,"0"0"-78"0,0 0-47 16,0 0-65-16,0 0-96 15,0 0-50-15,0 0-14 16,-79 22-19-16,74 5-3 16,5 1-12-16,8-1 2 15,11-4 4-15,8-4-6 16,3-9-12-16,0-5-51 0,-2-5-27 15,-6 0-52 1,-7-15 4-16,-10-6 55 0,-5-1 52 16,-2-4 15-16,-11 1-48 15,-8-3-120-15,6 8-159 16,2 6-423-16</inkml:trace>
  <inkml:trace contextRef="#ctx0" brushRef="#br0" timeOffset="16179.71">23628 683 838 0,'0'0'717'0,"0"0"-478"15,0 0-147-15,0 0-22 0,0 0 92 16,18 73-6-16,-14-38-40 16,-1 4-36-16,-3-3-19 15,0-5-29-15,0-5-15 16,-4-9-7-16,-4-5-8 15,0-8 5-15,3-4 18 16,2-13-2-16,3-11 1 16,0-11-5-16,0-3-7 15,13 0 1-15,2 6-12 16,3 7 0-16,-1 10-1 16,2 11-6-16,0 4-6 15,2 9 0-15,4 10 2 16,2 6-14-16,12 4-131 15,-6-5-188-15,-3-9-521 0</inkml:trace>
  <inkml:trace contextRef="#ctx0" brushRef="#br0" timeOffset="16420.85">24074 595 1460 0,'0'0'331'0,"0"0"-3"16,0 0-187-16,0 0-33 15,0 0-72-15,0 0-26 16,0 0-4-16,-79 98-5 16,84-61 0-16,9-1 5 15,4 3 3-15,-5-3 3 16,-3-2-12-16,-9-3 1 0,-1 1 1 16,-11-6-1-1,-11-4-1-15,-4-5-9 0,-20-10-98 16,9-4-188-16,3-3-659 15</inkml:trace>
  <inkml:trace contextRef="#ctx0" brushRef="#br0" timeOffset="16549.94">24214 867 1542 0,'0'0'786'15,"0"0"-446"-15,0 0-195 16,0 0-145-16,-81 13-139 15,31 13-746-15</inkml:trace>
  <inkml:trace contextRef="#ctx0" brushRef="#br0" timeOffset="17801.2">18655 4541 808 0,'0'0'757'16,"0"0"-563"-16,0 0-124 16,6 87 82-16,-3-7 35 15,-2 33-65-15,1 13 0 16,1 2-23-16,0-7-9 0,0-6 9 15,1 7 10 1,6 4-31-16,1 6-30 0,5 5-20 16,-1 6 13-16,-1 7-28 15,-2 4-1-15,-5 4 7 16,1 6-4-16,-1 6 12 16,-4 10-4-16,0 5 4 15,-3 1-15-15,0 6 13 16,0 0 17-16,-3 3-16 15,-9 6-10-15,0 1 4 16,-4 4-19-16,-4 4 0 16,-2-4 5-16,-3 9 8 15,-2 1 5-15,-1-1-13 0,-2 6 1 16,6-6-1 0,-2 8 3-16,6-1 0 0,3 1-9 15,-1 6 0-15,6-7 0 16,2 11 1-16,1-3 0 15,-2-2 0-15,0 3-1 16,-3-7 0-16,-2 5 1 16,-1-5 0-16,-1-1-1 15,2-4 0-15,-2-4 0 16,0 3 2-16,2 0 1 0,-2 0-3 16,-2 1-7-1,1-2 7-15,-2 5 6 0,5-2-4 16,0-5-2-1,5 0-7-15,5-6 7 0,3-1 5 16,3-3-5-16,0-6 0 16,1-6-1-16,5-11 1 15,0 0 2-15,-1-1 4 16,0-9-6-16,-4-9 1 16,-1-7-1-16,0-11 1 15,0 6 0-15,-6 6 7 16,-5 5 4-16,1 5 7 15,1-15-2-15,6-10 4 16,3-17-6-16,0-16-3 16,5-27-2-16,2-21 4 15,0-22-5-15,-2-9-2 16,-1-5-6-16,1-4 0 0,-3-5-1 16,-2-13 0-16,0-3-27 15,-11-16-66-15,-11-9-83 16,-22-26-171-16,4 6-401 15,3-2-835-15</inkml:trace>
  <inkml:trace contextRef="#ctx0" brushRef="#br0" timeOffset="17938.23">18467 18467 1750 0,'0'0'714'0,"0"0"-385"16,0 0-175-16,0 0-109 15,0 0-45-15,0 0-225 16,-114-7-708-16</inkml:trace>
  <inkml:trace contextRef="#ctx0" brushRef="#br0" timeOffset="20790.38">3818 4242 781 0,'0'0'824'0,"0"0"-646"16,0 0 38-16,0 0-30 15,0 0-54-15,0 0-42 16,0 0-59-16,-36-18-25 0,36 18-6 16,0-3-10-16,15 0 10 15,12-2 5-15,9-3 10 16,13-4 6-16,6-1-2 16,2 0-1-16,1-1-6 15,-1 1-11-15,-5 5 0 16,-3 0 0-16,-12 4 7 15,-8 2-8-15,-11 2 0 16,-11 0 0-16,-7 0-9 16,0 16 9-16,-22 4 6 15,-11 11-4-15,-12 8 5 16,-4 4 4-16,-8 6 15 16,-1-1 4-16,0 2 4 0,6-5 10 15,13-8-3 1,12-9-8-16,12-9-6 0,11-5-8 15,4-4-4-15,9-3-1 16,19-1 19-16,12-2 29 16,12-4-18-16,5 0-11 15,4-5-21-15,-4-9-6 16,0-1 1-16,-5-1-5 16,-6 2-2-16,-10 1 0 15,-11 3-78-15,-13-4-223 16,-7 2-347-16,-5 0-982 0</inkml:trace>
  <inkml:trace contextRef="#ctx0" brushRef="#br0" timeOffset="21003.17">4819 4238 734 0,'0'0'1169'15,"0"0"-912"-15,0 0-130 16,0 0-29-16,0 0 3 16,86-3-52-16,-48 1-34 15,-4 1-15-15,0-1-41 16,-7-1-187-16,-9 2-391 16,-9-1-677-16</inkml:trace>
  <inkml:trace contextRef="#ctx0" brushRef="#br0" timeOffset="21184.82">4786 4461 1661 0,'0'0'544'16,"0"0"-310"-16,0 0-44 16,0 0-4-16,0 0-96 15,0 0-59-15,114-22-17 16,-55 11-14-16,26-8-73 15,-16 4-384-15,-8-2-623 0</inkml:trace>
  <inkml:trace contextRef="#ctx0" brushRef="#br0" timeOffset="22797.66">5796 4095 208 0,'0'0'816'16,"0"0"-551"-16,0 0 52 0,0-74-49 15,0 61-4 1,0 4-92-16,-2 9-106 15,-1 1-42-15,0 24-24 16,-1 9 0-16,0 12 18 0,4 3 15 16,0 1-5-16,5-5 23 15,12-6-2-15,7-8-18 16,4-9-6-16,2-11-10 16,1-11-1-16,-1 0-14 15,-2-17-21-15,-4-10-51 16,-6-2 0-16,-3-4 36 15,-9 0 26-15,0 3 10 16,-6 7 2-16,0 9 11 16,0 5 29-16,0 9 28 0,0 0-33 15,0 16-25-15,0 11 0 16,3 3 24-16,9 4 1 16,1-1-7-16,8-5 4 15,0-8-1-15,3-4 6 16,4-15-5-16,-1-1 9 15,-2-9 2-15,-2-15-7 16,-5-6-20-16,-2-7-12 16,-7-5-1-16,-6 0-5 15,-3-2-19-15,0 1-23 16,-6 2-15-16,-7 9-4 16,4 7 10-16,0 13 2 15,1 10-16-15,1 2-12 0,-2 25-103 16,6 3-333-16,0-5-445 15</inkml:trace>
  <inkml:trace contextRef="#ctx0" brushRef="#br0" timeOffset="23002.75">6500 4174 1896 0,'0'0'397'15,"0"0"-12"-15,0 0-199 16,0 0-113-16,0 0-43 16,0 0-15-16,0 0-14 0,-8 4-1 15,8-4-21-15,11 0-104 16,5-3-401-16,2-9-714 0</inkml:trace>
  <inkml:trace contextRef="#ctx0" brushRef="#br0" timeOffset="23688.55">6856 3984 548 0,'0'0'847'0,"0"0"-489"16,0 0 11-16,0 0-146 16,0 0-113-16,0 0-9 0,-31 80-30 15,25-35-9-15,3 4-13 16,3 0 9-16,0-3-12 15,0-6-14-15,0-3-20 16,0-11 1-16,3-7-12 16,-3-10-1-16,3-9 7 15,-3 0 2-15,0-20 11 16,0-12-13-16,-3-12-5 16,-3-10 4-16,2-7-6 15,2-7 9-15,2 0-9 16,0 3 0-16,0 11-9 0,10 16-4 15,1 13 1 1,4 16 6-16,6 9-3 0,9 12-9 16,4 17 8-1,6 12 10-15,-1 9 0 0,1 0 26 16,-5 0 3-16,-5-2 2 16,-7-6-1-16,-5-5-12 15,-6-8-6-15,-7-6-12 16,-4-9 0-16,-1-6-41 15,-6-8-135-15,-13 0-144 16,-1-7-582-16</inkml:trace>
  <inkml:trace contextRef="#ctx0" brushRef="#br0" timeOffset="23893.02">6779 4187 1096 0,'0'0'853'0,"0"0"-599"16,0 0-105-16,0 0-12 15,0 0-8-15,109-14-60 16,-56 4-43-16,1 0-21 16,10-3-5-16,-13 5-192 15,-15-3-450-15</inkml:trace>
  <inkml:trace contextRef="#ctx0" brushRef="#br0" timeOffset="24506.97">7632 4168 479 0,'0'0'649'0,"0"0"-318"16,0 0 0-16,0 0 15 15,0 0-70-15,0 0-65 16,0 0-138-16,-40 0-41 15,41 0-17-15,20 0 4 16,13 0 6-16,14 0 1 16,9 0-13-16,8-8-4 15,-2-2 3-15,-9 0-10 16,-5 0-2-16,-10-3-158 16,-12 1-353-16,-16 0-594 0</inkml:trace>
  <inkml:trace contextRef="#ctx0" brushRef="#br0" timeOffset="24725.85">7780 4008 704 0,'0'0'1027'0,"0"0"-642"0,0 0-154 15,0 0-123-15,0 0-50 16,0 0-12-16,19 95 3 15,-5-47 8-15,-1 3 35 16,-4 0-16-16,4-3-37 0,-2-4-28 16,12-5-11-16,-3-9-161 15,2-19-690-15</inkml:trace>
  <inkml:trace contextRef="#ctx0" brushRef="#br0" timeOffset="25679.46">8455 3846 1508 0,'0'0'286'0,"0"0"13"15,0 0-42-15,0 0-165 16,0 0-69-16,0 0-17 15,-32 109 3-15,32-44 49 16,5-6 8-16,6 2-13 16,7-8-1-16,-2-8-31 0,2-9-13 15,-4-9-8 1,-1-10 0-16,-4-12 0 0,-3-5 3 16,5-12 29-16,2-17-16 15,3-9-6-15,5-1-4 16,3 2 21-16,1 9 5 15,2 11-4-15,1 11-18 16,2 6-8-16,-4 4 8 16,-1 16 1-16,-7 5 1 15,-9 4 4-15,-9 3 4 16,-5 3 1-16,-20-1 7 16,-12 0-1-16,-8-1-9 15,-3-5-11-15,-2-5 2 16,2-5-9-16,-21-8-46 15,15-4-240-15,4-6-652 0</inkml:trace>
  <inkml:trace contextRef="#ctx0" brushRef="#br0" timeOffset="27502.44">8658 4586 530 0,'0'0'367'15,"0"0"174"-15,0 0-352 16,0 0-50-16,0 0-37 15,0 0-8-15,75-14-17 16,-41 2-28-16,8 0-29 16,7 0-8-16,-1 0-12 15,1 2-7-15,-10 3-104 16,-3-2-147-16,-14 3-256 0,-10 2-353 0</inkml:trace>
  <inkml:trace contextRef="#ctx0" brushRef="#br0" timeOffset="27671.53">8784 4632 978 0,'0'0'271'15,"0"0"7"-15,0 0-128 16,0 0-37-16,0 0 29 16,0 0-23-16,82 17-71 15,-20-28-48-15,35-7-94 16,-13 4-212-16,-17 0-620 0</inkml:trace>
  <inkml:trace contextRef="#ctx0" brushRef="#br0" timeOffset="30569.71">3636 5545 1041 0,'0'0'640'0,"0"0"-410"15,0 0 72-15,0 0-61 16,0 0-70-16,0 0-124 0,0 0-25 16,-13 94-3-16,8-29 35 15,5 3 0-15,0-12 4 16,0 4-3-16,8-11-16 16,8-8-18-16,2-16-7 15,0-11-13-15,3-14 5 16,-2 0 2-16,5-25-8 15,-2-6-2-15,1-8 1 16,-4-3 0-16,-4 1 0 16,-1 4 1-16,-6 6 1 15,-2 10 0-15,-3 9 8 16,-3 10 16-16,2 2-9 16,-2 14-16-16,4 15 0 0,1 8 10 15,8 7 14-15,2 1 1 16,6-4-1-16,4-9-13 15,2-7-10-15,3-11 6 16,-3-11-1-16,-3-3 2 16,3-17 7-16,-8-15-5 15,-1-7-4-15,-5-9 0 16,-5-4-5-16,-8-5-1 16,0-3 0-16,-9-2-7 15,-9 5-26-15,0 11-20 16,0 14 1-16,2 20-12 0,8 12-78 15,8 22-121-15,0 9-106 16,8-2-404-16</inkml:trace>
  <inkml:trace contextRef="#ctx0" brushRef="#br0" timeOffset="30768.55">4540 5627 1408 0,'0'0'544'16,"0"0"-257"-16,0 0-138 15,0 0-82-15,0 0-20 16,109-18-24-16,-63 11-23 16,2-2-30-16,-8 4-234 0,-16 1-453 0</inkml:trace>
  <inkml:trace contextRef="#ctx0" brushRef="#br0" timeOffset="30952.52">4528 5816 1498 0,'0'0'556'16,"0"0"-226"-16,0 0-103 15,0 0-14-15,79 0-72 16,-1-8-63-16,2-4-41 15,-5 1-27-15,-10 5-10 16,1 1-65-16,-5 2-264 0,-4-2-543 16</inkml:trace>
  <inkml:trace contextRef="#ctx0" brushRef="#br0" timeOffset="37267.51">5805 5336 616 0,'0'0'247'16,"0"0"0"-16,0 0-12 0,0 0-6 16,0 0-1-1,0 0-85-15,-69-5-42 0,36 42 23 16,-4 31 10-1,0 31 4-15,7 10 18 0,17 0-23 16,13-15-14-16,0-26-38 16,10-15-33-16,8-14-32 15,6-4-7-15,10-1-9 16,11 0-15-16,26-2-163 16,26-20-24-16,-12-5-398 15,-13-7-924-15</inkml:trace>
  <inkml:trace contextRef="#ctx0" brushRef="#br0" timeOffset="42215.93">6367 5627 849 0,'0'0'269'0,"0"0"-61"0,0 0 35 15,0 0-52-15,0 0-67 16,-94-10-21-16,75 16-1 16,0 3 1-16,5 2-2 15,5-3-20-15,6 0-12 16,3-1-14-16,0-2-15 15,9 3 3-15,13 3 15 16,8 1 6-16,3 3-21 16,3 3-9-16,-2 0-19 15,-4 1-4-15,-5 1-4 16,-10-1 4-16,-6 0-4 0,-9 1 2 16,0 1-1-16,-9-1-2 15,-10 1-5-15,-8-2 7 16,-3-3-8-16,-1-2-12 15,-1-2-77-15,1-5-35 16,4-3-47-16,-7-4-156 16,4-1-243-16,8-9-432 0</inkml:trace>
  <inkml:trace contextRef="#ctx0" brushRef="#br0" timeOffset="42487.18">6213 5615 1358 0,'0'0'326'0,"0"0"-25"16,0 0-66-16,80-30-51 15,-46 23-24-15,6 0-42 16,-1 3-37-16,0-1-32 15,-1 2-24-15,-6-2-11 16,-7 1-13-16,-5 1-1 16,-10 1-43-16,-4 2-141 15,-5 0-157-15,-1 0-453 0</inkml:trace>
  <inkml:trace contextRef="#ctx0" brushRef="#br0" timeOffset="42959.29">6776 5884 1517 0,'0'0'369'15,"0"0"-48"-15,0 0-65 16,0 0-89-16,0 0-43 16,0 0-26-16,0 0 5 0,-17 70-40 15,16-38-36 1,1-1-12-16,-2-2-15 0,1 0 0 15,-2-5 0-15,2-2-95 16,1-5-180-16,0-7-310 16,-2-9-521-16</inkml:trace>
  <inkml:trace contextRef="#ctx0" brushRef="#br0" timeOffset="43485.51">6983 5456 1283 0,'0'0'329'0,"0"0"-53"16,0 0 5-16,0 0-77 15,0 0-51-15,0 0-59 16,0 0-54-16,55-35-17 16,-26 35-9-16,-3 2-3 15,-3 8-10-15,-5 3 0 16,-9 6 0-16,-9 3-1 16,0 5-1-16,-20 4 1 15,-5-2 0-15,-3-3-15 0,1-5-3 16,5-3 12-16,5-8 6 15,8-6 0-15,6-3 12 16,3-1 23-16,0 0 4 16,12 0-5-16,12 0-4 15,7 0 6-15,6 0-10 16,2 2-13-16,-1 3-1 16,-5 5-11-16,-7-1 8 15,-5 4-1-15,-9 1-2 16,-9 3 3-16,-3 0 0 15,-6 4 4-15,-19-1-7 16,-8 2 3-16,-7-3-7 16,-4-1-2-16,-2-7-79 15,0-11-164-15,9 0-299 16,14-11-669-16</inkml:trace>
  <inkml:trace contextRef="#ctx0" brushRef="#br0" timeOffset="43791.93">7402 5146 1796 0,'0'0'389'0,"0"0"-33"16,0 0-194 0,0 0 10-16,121 38-39 0,-33 11-30 15,-3 6-40-15,9 23-12 16,-16 11 7-16,-39 3-3 16,-23 17-25-16,-40 0-21 15,-61 0-9-15,-43 12-127 16,17-27-238-16,-8-15-843 0</inkml:trace>
  <inkml:trace contextRef="#ctx0" brushRef="#br0" timeOffset="45015.42">4121 6886 1558 0,'0'0'386'0,"0"0"-91"16,0 0-77-16,0 0-114 16,-30 111 39-16,15-12 33 15,3 0-50-15,3-17-55 16,9-27-32-16,0-20-15 16,0 1-12-16,0 2-11 15,0-1-1-15,0-11-11 16,0-10-70-16,-4-15-41 15,-2-1 28-15,-5-24-51 16,-3-17 54-16,-3-29 63 16,-2-31 18-16,-1-35 10 0,8-4 6 15,9 26 27-15,3 37 44 16,0 42 26-16,8 14 19 16,10 6-27-16,5 11-48 15,9 4-35-15,8 21-10 16,14 33 11-16,7 28 25 15,2 27-5-15,-8 9-3 16,-21-7 3-16,-13-28 3 16,-14-30-20-16,-5-17-14 15,-2-9-2-15,0 0-30 16,-2-2-72-16,-11-6-136 16,-18-19-105-16,1 0-451 15,0-13-830-15</inkml:trace>
  <inkml:trace contextRef="#ctx0" brushRef="#br0" timeOffset="45199.93">4003 7233 1728 0,'0'0'380'0,"0"0"-148"15,0 0-143-15,0 0-25 16,0 0 10-16,108-29-48 15,-58 12-26-15,13-10-101 16,-11 4-369-16,-13 3-695 0</inkml:trace>
  <inkml:trace contextRef="#ctx0" brushRef="#br0" timeOffset="45401.34">4813 7065 1986 0,'0'0'321'16,"0"0"-65"-16,0 0-142 15,0 0 9-15,0 0-58 16,0 0-39-16,98-25-26 16,-65 16-78-16,0-1-202 0,-5 3-289 15,-11 2-544-15</inkml:trace>
  <inkml:trace contextRef="#ctx0" brushRef="#br0" timeOffset="45579.41">4861 7265 1776 0,'0'0'532'15,"0"0"-301"-15,0 0-106 16,0 0-56-16,0 0-41 15,89-37-19-15,-40 19-9 16,29-2-128-16,-8 1-370 16,-9 1-470-16</inkml:trace>
  <inkml:trace contextRef="#ctx0" brushRef="#br0" timeOffset="47532.08">7062 3973 166 0,'0'0'315'0,"0"0"-69"16,0 0 75-16,11-86 8 0,-10 62 10 15,1-1-18-15,-2 4-23 16,0 4-13-16,0 8-23 16,0 6-47-16,0 3-53 15,-17 22-102-15,-14 40-43 16,-18 33-6-16,-5 16 22 15,2 0 13-15,18-15-2 16,12-25-1-16,6-18-4 16,7-12-12-16,3-7-6 15,-1 2-9-15,1-3-10 16,1-2-2-16,2-11-6 16,0-8-66-16,2-11-87 15,-9-15-61-15,2-13-319 0,-1-7-348 0</inkml:trace>
  <inkml:trace contextRef="#ctx0" brushRef="#br0" timeOffset="47801.32">6649 3935 1862 0,'0'0'535'0,"0"0"-225"16,0 0-144-16,0 0 67 15,0 0-105-15,115 93-55 16,-60-50-6-16,20 20 1 16,17 13 5-16,17 16-5 15,2 3 2-15,-20-19-10 16,-23-20-3-16,-25-23-22 0,-7-8-23 16,2-2 4-16,0-2-16 15,-5-4-1-15,-13-10-57 16,-20-11-161-16,-14-15-234 15,-17-7-1098-15</inkml:trace>
  <inkml:trace contextRef="#ctx0" brushRef="#br0" timeOffset="48742.25">4288 6694 814 0,'0'0'327'0,"0"0"11"15,0 0-31-15,0 0 1 16,0 0-34-16,0 0-81 16,0-1-63-16,-21 65 25 15,-19 40 34-15,-11 21-85 16,-9 9-47-16,-1-11 3 16,18-34 8-16,12-21-3 15,10-23-11-15,12-6-21 0,1 4-9 16,1 3-10-1,1 1-7-15,5-6-5 16,1-7-1-16,0-8-1 0,0-9-4 16,0-6-91-1,-3-11-62-15,-20-27-88 0,-1-7-496 16,-4-11-950-16</inkml:trace>
  <inkml:trace contextRef="#ctx0" brushRef="#br0" timeOffset="49032.71">3772 6849 1719 0,'0'0'493'16,"0"0"-375"-16,0 0 112 0,77 87 62 16,-33-37-103-1,9 9-86-15,13 11-16 0,19 19-11 16,15 12 2-16,-4-8 3 15,-19-21-27-15,-22-22 33 16,-16-14-30-16,3 3-18 16,5 2-14-16,-2 2-2 15,-6-7-16-15,-11-11-6 16,-10-8-1-16,-6-8-36 16,-6-9-82-16,-6 0-79 15,0-29-75-15,0-4-481 16,-12-3-1335-16</inkml:trace>
  <inkml:trace contextRef="#ctx0" brushRef="#br0" timeOffset="50137.6">6088 6747 942 0,'0'0'263'16,"0"0"19"-16,0 0 28 15,0 0-16-15,0 0-69 0,0 0-58 16,0 0-37-16,-110 122 31 15,69-14-5 1,6 10-35-16,21-6-34 0,14-27-24 16,2-32-21-16,19-15-19 15,10-8-17-15,24 1-6 16,36-8-17-16,31-15-118 16,-17-8-143-16,-14-8-429 0</inkml:trace>
  <inkml:trace contextRef="#ctx0" brushRef="#br0" timeOffset="59498.63">6603 6895 33 0,'0'0'26'0,"0"0"42"16,0 0 32-16,0 0 27 15,0 0 40-15,0 0 34 16,-36 0 31-16,27 0-5 16,-3 0-28-16,3 0 7 15,0 2-52-15,3-2 38 16,5 0 10-16,1 0-44 16,0-8-48-16,9-6-43 0,10-3-30 15,8-2-3-15,6 4-7 16,-2 3-11-16,5 3-2 15,-6 8-5-15,-5 1-8 16,-8 1 5-16,-4 13 4 16,-9 5-4-16,-4 6 2 15,0 2-7-15,-14 2 11 16,-6 1-3-16,-4-2-7 16,-1-4-1-16,7-8 1 15,2-3-1-15,2-8 7 16,7-5-2-16,5 0 16 15,2-5 20-15,0-9-12 16,15 0-5-16,6 3-6 0,6 3 1 16,6 5-5-16,1 3-2 15,-3 0 5-15,-4 8 4 16,-3 5-2-16,-5 3-8 16,-11 3 3-16,-5 1 1 15,-3 5 14-15,-9-1 5 16,-15 2 2-16,-6-2-15 15,-6 0-7-15,-4-2-7 16,-3-2-7-16,1-4-1 16,5-5 0-16,5-4-32 15,10-4-65-15,13-3-85 16,9 0-106-16,17 0-485 16,5-7-689-16</inkml:trace>
  <inkml:trace contextRef="#ctx0" brushRef="#br0" timeOffset="59739.5">7062 7050 1864 0,'0'0'344'15,"0"0"-125"-15,0 0-75 16,0 0 27-16,0 0-27 15,-3 90-58-15,11-59-44 0,-1 1-27 16,-2-2-7-16,-1-5-8 16,-1-1 0-16,0-10-85 15,-2-11-206-15,-1-3-352 16,0-4-556-16</inkml:trace>
  <inkml:trace contextRef="#ctx0" brushRef="#br0" timeOffset="60114.81">7192 6702 1868 0,'0'0'346'0,"0"0"-30"16,0 0-173-16,0 0-57 0,0 0 26 16,0 0 8-16,27 100-56 15,-9-64-28-15,4 1-23 16,-1-6-11-16,1-3-1 15,-2-9 4-15,-4-7-5 16,-2-10-12-16,-3-2-18 16,-2-11 2-16,-1-16 6 15,0-7 7-15,-3-2 13 16,-2 1 2-16,-1 4 1 16,-2 8 14-16,1 10 19 15,-1 10 20-15,2 3-26 16,2 12-16-16,4 13 26 15,2 6 13-15,4 3-20 0,-1 5-13 16,2-1-16 0,-1-1-2-16,-3-1 0 0,-3-4-70 15,-8 1-147-15,0-11-356 16,-5-12-889-16</inkml:trace>
  <inkml:trace contextRef="#ctx0" brushRef="#br0" timeOffset="60340.61">7457 6316 1393 0,'0'0'1078'16,"0"0"-789"-16,0 0-119 16,108 30 12-16,-11 21-80 0,24 30-28 15,1 16 3-15,-25 7-5 16,-38 3 3-16,-45-5-12 15,-20 5-21-15,-46 4-29 16,-36 2-13-16,-45 3-30 16,18-27-153-16,-10-16-366 0</inkml:trace>
  <inkml:trace contextRef="#ctx0" brushRef="#br0" timeOffset="61313.39">3824 9201 1674 0,'0'0'239'0,"0"0"88"16,0 0-32-16,0 0-58 0,0 0-82 15,0 0-95-15,-46 95 2 16,40-13 6-16,3-2-22 16,3-9-16-16,0-22-12 15,16 4-7-15,1-4-5 16,2-13-6-16,5-12 0 15,-3-15-8-15,3-9-11 16,-2-20 10-16,0-16-14 16,-2-14-14-16,-4-5 13 15,-5 0 17-15,-5 6 7 16,-3 10 1-16,-2 17 0 0,2 15 17 16,-2 7-4-16,4 15-14 15,4 16 19-15,9 10 17 16,0 0-9-16,6-1-6 15,1-7-7-15,3-10-7 16,2-10 1-16,0-10-1 16,0-3 1-16,-2-17 1 15,0-17-8-15,-3-20 11 16,-6-23-12-16,-15-24 1 16,-4 9 1-16,-3 19-2 15,-10 30-17-15,-2 29-8 16,3 7-20-16,-6 7-63 0,0 13-149 15,6 15-113 1,8 2-417-16</inkml:trace>
  <inkml:trace contextRef="#ctx0" brushRef="#br0" timeOffset="61480.7">4479 9330 1766 0,'0'0'384'0,"0"0"-15"15,0 0-182-15,0 0-67 16,0 0-72-16,0 0-38 16,0 0-10-16,25-33-63 15,-10 33-229-15,2 0-412 0</inkml:trace>
  <inkml:trace contextRef="#ctx0" brushRef="#br0" timeOffset="61712.7">5229 8884 2192 0,'0'0'458'16,"0"0"-218"-16,0 0-126 16,-10 83 15-16,10-31-57 15,0 8-17-15,0 5-4 16,0 1-14-16,0 0-20 15,-11-1-17-15,-4-6-9 16,-7-4-99-16,-23-15-164 16,6-13-369-16,-2-20-683 0</inkml:trace>
  <inkml:trace contextRef="#ctx0" brushRef="#br0" timeOffset="61891.89">4859 9065 1962 0,'0'0'360'0,"0"0"-171"16,0 0 31-16,157 86-20 16,-38-22-59-16,10 9-41 15,-19-5-41-15,-33-13-34 16,-38-14-16-16,-6-4-9 0,0 5-103 16,-5-8-421-16,-7-9-680 15</inkml:trace>
  <inkml:trace contextRef="#ctx0" brushRef="#br0" timeOffset="62207.18">6701 8886 1220 0,'0'0'707'16,"0"0"-411"-16,0 0-53 15,0 0-76-15,81 0-31 16,-46-6-78-16,3 0-34 15,-2 1-24-15,-5 0-32 16,-3 1-212-16,-10 1-365 16,-9 1-711-16</inkml:trace>
  <inkml:trace contextRef="#ctx0" brushRef="#br0" timeOffset="62358.88">6721 9201 1796 0,'0'0'553'0,"0"0"-253"0,0 0-142 16,0 0-52-16,80 6-25 16,8-25-48-16,25-12-33 15,-14 3-89-15,-20 0-647 0</inkml:trace>
  <inkml:trace contextRef="#ctx0" brushRef="#br0" timeOffset="63970.85">8382 5318 758 0,'0'0'667'0,"0"0"-465"15,20-76 52-15,6 54-81 16,10 9-54-16,3 11-35 16,6 2-26-16,-5 25-16 15,-7 12-2-15,-6 21 3 16,-15 2 13-16,-12 5 21 0,0 5-14 16,-20-6-20-1,-4 5 5-15,4-6-9 0,6-5-17 16,14-10-13-16,0-10-3 15,21-12-6-15,15-9 0 16,1-13-23-16,5-4-17 16,-9-7-5-16,-8-9 0 15,-9-1 33-15,-10 2 12 16,-4 4 0-16,-2 8 29 16,0 3 33-16,-6 21-23 15,-4 34 7-15,5 38 50 16,5 35 16-16,15 14-37 15,18-10 19-15,10-16-20 16,5-22 3-16,-8-17-23 16,-7-16-15-16,-6-18-10 0,-10-9-8 15,0 1-14 1,-1 0 2-16,-7 0-3 0,-6-9 2 16,-3-7 4-16,-9-8 3 15,-19-6 6-15,-11-2-6 16,-13-3-8-16,-18 0-1 15,-28 0-1-15,-23 8-5 16,-12 9-24-16,-3 14-80 16,7 6-96-16,36-6-353 15,8-5-913-15</inkml:trace>
  <inkml:trace contextRef="#ctx0" brushRef="#br0" timeOffset="69665.39">7856 8547 986 0,'0'0'201'0,"0"0"21"16,0 0 68-16,0 0-43 15,0 0-45-15,-84 14-63 16,35 62-13-16,0 33-6 16,6 14 10-16,17-5-13 15,22-25-31-15,4-33-34 16,7-14-30-16,14-9-13 16,12 1-8-16,10-3-1 15,14-9-140-15,19-34-206 16,-9-18-343-16,-12-18-751 0</inkml:trace>
  <inkml:trace contextRef="#ctx0" brushRef="#br0" timeOffset="69875.01">8078 8609 1422 0,'0'0'298'0,"0"0"13"15,0 0-70-15,-67 94-56 16,65-51-62-16,2 0-36 15,21 4-23-15,10 0-30 16,5-3-16-16,-1-5-9 16,-7-3-9-16,-6-6-21 15,-11-4-93-15,-11-2-36 16,-24 4-121-16,-12-7-276 0,-4-5-294 16</inkml:trace>
  <inkml:trace contextRef="#ctx0" brushRef="#br0" timeOffset="70006.2">7857 8673 1196 0,'0'0'189'0,"0"0"-19"15,87-77-81-15,-38 51-52 16,33 3-30-16,-15 7-7 16,-9 9-285-16</inkml:trace>
  <inkml:trace contextRef="#ctx0" brushRef="#br0" timeOffset="70193.39">8527 8726 1467 0,'0'0'541'0,"0"0"-331"16,0 0-1-16,14 105-62 15,6-62-21-15,4-4-61 16,3-2-13-16,0-1-43 15,-5 4-9-15,-7-8-233 16,-7-12-400-16</inkml:trace>
  <inkml:trace contextRef="#ctx0" brushRef="#br0" timeOffset="70565.57">8666 8459 1662 0,'0'0'237'0,"0"0"12"16,0 0-144-16,93-15-13 16,-61 15-43-16,-8 13-21 15,-6 11-4-15,-12 3-8 16,-6 8-6-16,-9-1-2 16,-15 1-7-16,2-7 5 15,-1-8 2-15,10-9 0 16,4-6 33-16,7-5 64 15,2 0-14-15,0 0-42 16,17 0-20-16,7 0-16 16,4 0-4-16,6 0-8 15,1 0-1-15,0 10 1 16,-4 5-1-16,-6 3 0 16,-11 2 0-16,-9 4 1 0,-5 2 0 15,-14 3-1-15,-20 1 0 16,-8 3-73-16,-8-4-56 15,-31-4-114-15,15-7-375 16,7-14-864-16</inkml:trace>
  <inkml:trace contextRef="#ctx0" brushRef="#br0" timeOffset="70792.33">8898 7989 1785 0,'0'0'315'16,"0"0"-4"-16,129 43-101 0,-35 25-39 16,24 40-48-16,4 19-18 15,-15 10-29-15,-32-6-13 16,-42-19-21-16,-29-6-23 16,-17-10-5-16,-23-20-14 15,-6-21-20-15,-29-4-102 16,14-18-259-16,-1-11-845 0</inkml:trace>
  <inkml:trace contextRef="#ctx0" brushRef="#br0" timeOffset="71182.92">10417 8065 1453 0,'0'0'699'16,"0"0"-433"-16,0 0 52 16,0 0-140-16,0 0-51 15,-64 122-15-15,46-27-28 16,4-6-28-16,5-18-28 16,2-23-12-16,1-20-14 15,0 4-2-15,0-3-6 16,-5 1-87-16,-12-16-121 15,0-7-263-15,-3-7-484 0</inkml:trace>
  <inkml:trace contextRef="#ctx0" brushRef="#br0" timeOffset="71356.21">10159 8165 1928 0,'0'0'375'15,"0"0"-64"-15,97 34-49 16,-24 10-72-16,31 16-57 15,29 15-40-15,7-5-3 16,-26-15-47-16,-31-18-29 16,-40-12-14-16,-16-5-171 15,-7-6-459-15,-13-10-1315 0</inkml:trace>
  <inkml:trace contextRef="#ctx0" brushRef="#br0" timeOffset="71836.72">11937 7378 1448 0,'0'0'309'15,"0"0"79"-15,0 0-138 16,-112 72-61-16,60 36 2 16,9 42-33-16,17 14-34 15,26-5-40-15,27-22-12 16,31-28-48-16,18-11-14 0,15-20-9 15,9-30-1-15,-1-28-47 16,-4-21-119-16,-30-20-189 16,-20-11-426-16</inkml:trace>
  <inkml:trace contextRef="#ctx0" brushRef="#br0" timeOffset="72187.49">12244 7689 1627 0,'0'0'273'0,"0"0"-4"16,0 0-68-16,0 0-100 16,33-73-24-16,7 68-28 15,3 5 12-15,-1 2-15 16,-9 16-19-16,-11 8-12 16,-10 5 3-16,-10 3 9 0,-2 5-8 15,-6-1-17-15,-11-4 10 16,4-9-6-16,3-6-5 15,4-10 5-15,6-3-6 16,0-1-5-16,3 0 4 16,13 4 1-16,3 2 9 15,4 4-8-15,-4 4 0 16,-4 0 5-16,-9 5 2 16,-6 3 2-16,-7 3 4 15,-22-1-3-15,-7 0-5 16,-7-4-6-16,-5-7 0 15,-11-7-107-15,12-5-143 0,10-6-438 16</inkml:trace>
  <inkml:trace contextRef="#ctx0" brushRef="#br0" timeOffset="72376.47">12687 7710 1813 0,'0'0'479'15,"0"0"-121"-15,0 0-194 16,0 0-94-16,0 0-37 16,0 0 3-16,0 0-15 15,39 85-9-15,-32-53-12 16,-1 6-86-16,-6-8-186 0,0-10-409 0</inkml:trace>
  <inkml:trace contextRef="#ctx0" brushRef="#br0" timeOffset="72743.95">12888 7432 1923 0,'0'0'329'0,"0"0"4"16,0 0-232-16,0 0-28 15,0 0 64-15,0 0-33 16,61 104-49-16,-28-68-18 15,5 0-16-15,0-4-12 0,0-4-8 16,-1-8 2 0,-7-13-3-16,-6-7-37 0,-3-7 1 15,-7-20 0-15,-6-10 5 16,-7-5 20-16,-1-1 10 16,0 3 1-16,0 7 7 15,-3 12 31-15,0 8 20 16,3 12-3-16,0 1-29 15,2 6-25-15,16 18 11 16,12 5 1-16,7 6-2 16,3 3-10-16,2 1-1 15,-6-3-16-15,-6 11-113 16,-14-10-238-16,-13-10-495 0</inkml:trace>
  <inkml:trace contextRef="#ctx0" brushRef="#br0" timeOffset="72947.64">13242 6818 1967 0,'0'0'254'16,"106"65"-91"-16,17 34-46 15,27 36 19-15,-8 26-3 16,-35 14-44-16,-58-4-41 15,-49 1-48-15,-45-7-52 16,-11-45-440-16,-13-30-960 0</inkml:trace>
  <inkml:trace contextRef="#ctx0" brushRef="#br0" timeOffset="73952.2">9692 9626 1232 0,'0'0'336'0,"0"0"-36"0,0 0 14 16,0 0-78-1,0 0-38-15,0 0-101 0,0 0-63 16,-33-16 5-16,45 47 30 16,3 8-11-16,0 0-36 15,0-1-7-15,-3-9-9 16,-2-2-5-16,1-10-1 16,-8-11 0-16,-3-6-12 15,0-8 11-15,-3-21-10 16,-11-15-13-16,-1-10 15 15,3-4 8-15,2 5 1 16,9 9 0-16,1 13 0 16,5 14 8-16,13 11-7 15,9 6 8-15,6 16 18 16,10 11 0-16,2 11 5 0,4 1-1 16,2 0-3-16,1 0-11 15,-4-5-11-15,-11-9-5 16,-7-8-1-16,-15-11 2 15,-6-6 4-15,-9-12 10 16,0-19-16-16,-2-11 1 16,-5-4-1-16,2 2-1 15,5 6 0-15,0 11 1 16,0 10-1-16,5 13-8 16,10 4 1-16,3 0 2 15,6 15 6-15,7 3-1 16,3 2 0-16,5 1-8 15,1-4-88-15,1-5-152 0,6-12-95 16,-11-4-306-16,-9-13-201 16</inkml:trace>
  <inkml:trace contextRef="#ctx0" brushRef="#br0" timeOffset="74499.51">10469 9339 1094 0,'0'0'347'0,"0"0"56"15,0 0-99-15,0 0-62 16,0 0-41-16,0 0-82 15,0 0-70-15,-63 0-16 16,60 44 9-16,3 6-8 16,0 1-6-16,5-3-19 15,8-7-1-15,7-10-8 0,0-11 0 16,-1-15-26-16,0-5-46 16,-4-15-21-16,-2-16-33 15,-4-10 16-15,-3-5 43 16,-4 0 34-16,-2 4 26 15,0 3 7-15,0 11 1 16,0 9 19-16,0 7 23 16,0 7 26-16,0 5-20 15,4 2-38-15,9 15-2 16,8 5 35-16,5 4 1 16,8 2-25-16,2 0-12 15,-2-3-3-15,0-9-5 16,-2-6-52-16,-5-10-65 0,-5-5-36 15,-4-22-175-15,-5-9-55 16,-7-6 63-16,-6-5 84 16,0-1 151-16,-9-1 79 15,-10 5 6-15,-3 6 90 16,2 6 102-16,1 11 13 16,4 7 7-16,6 7-7 15,9 6-25-15,0 1-97 16,0 2-64-16,19 17 14 15,5 7 14-15,2 8-16 16,4 6-9-16,-4 6-10 16,1 1-3-16,-5 2-9 15,-2 1 0-15,-7-5-45 16,-8-4-183-16,-5-13-155 16,0-14-350-16</inkml:trace>
  <inkml:trace contextRef="#ctx0" brushRef="#br0" timeOffset="74864.72">10894 9258 704 0,'0'0'853'0,"0"0"-586"16,0 0-33-16,0 0-103 15,0 0-2-15,0 0-36 16,85-65-1-16,-51 65-27 16,4 8 1-16,-1 11-23 15,-4 5-3-15,-2 3-10 16,-7 4-7-16,-8 0-10 15,-8-1-7-15,-7-7-6 16,-1-4 0-16,0-10-38 0,-10-9-18 16,-5 0 21-1,1-20 6-15,1-10 6 0,7-4 17 16,5 1 6-16,1 5 6 16,0 6 25-16,10 7-1 15,5 6-13-15,7 6 3 16,-2 3-9-16,8 3 2 15,-1 12 4-15,-2 5-7 16,-4 1-4-16,-6 0-6 16,-6-4-12-16,-9-4-91 15,-7-12-83-15,-14-1-178 16,-6 0-493-16</inkml:trace>
  <inkml:trace contextRef="#ctx0" brushRef="#br0" timeOffset="74981.16">11007 8954 1245 0,'0'0'141'16,"0"0"-140"-16,0 0-1 15,120 56-113-15,-80-34-465 0</inkml:trace>
  <inkml:trace contextRef="#ctx0" brushRef="#br0" timeOffset="75363.59">11341 9099 1395 0,'0'0'202'0,"0"0"30"16,0 0-116-16,0 0 20 0,0 0-42 15,97-24-29-15,-73 29-7 16,-3 14-9-16,-6 6-11 16,-6 6-11-16,-7 4-6 15,-2 0-11-15,0 1-1 16,-2-7-9-16,-2-9-26 15,2-11-67-15,2-9-82 16,0-9 8-16,3-22-39 16,9-11 44-16,1-9 90 15,1-6 68-15,-2 1 4 16,-2 4 108-16,-2 5 4 16,-2 10 15-16,-2 14 26 15,-4 12 12-15,0 11-37 0,0 12-71 16,0 20 44-1,5 13 0-15,4 3-33 0,10 5-37 16,5-1-17-16,10-3-13 16,2 1-1-16,1-1-45 15,1 14-107-15,-13-13-367 16,-9-11-650-16</inkml:trace>
  <inkml:trace contextRef="#ctx0" brushRef="#br0" timeOffset="75549.27">11258 9796 2125 0,'0'0'249'0,"0"0"-60"0,0 0-121 16,0 0-18-16,0 0-31 16,122-39-9-16,-51 14-10 15,-4 0-41-15,-2 0-160 16,-17 6-286-16,-21 7-394 0</inkml:trace>
  <inkml:trace contextRef="#ctx0" brushRef="#br0" timeOffset="75701.37">11093 10056 2072 0,'0'0'261'15,"0"0"-52"1,0 0-118-16,0 0-54 0,0 0-22 15,96-11-15-15,6-35-100 16,-14 3-418-16,-24 4-1151 0</inkml:trace>
  <inkml:trace contextRef="#ctx0" brushRef="#br0" timeOffset="86572.1">20422 4096 1307 0,'0'0'335'0,"0"0"-38"15,0 0-77-15,0 0-41 16,0 0-28-16,0 0-59 16,69-17 14-16,17 0-24 15,29-6-39-15,9-2-17 16,-21 4-25-16,-30 7 7 16,-34 6-8-16,-15 4 0 15,-9 4 0-15,-9 0-1 16,-6 3 0-16,-27 19 1 15,-43 21 9-15,-29 21 11 16,-11 14 21-16,2 3 1 16,28-9 14-16,28-19-23 0,18-15 4 15,15-9 3-15,5-1 1 16,8 1-19-16,6-2-8 16,7-8-7-16,25-10 4 15,15-6-2-15,13-3 1 16,7-10-5-16,6-11-5 15,0-7-56-15,23-19-138 16,-20 5-182-16,-9 2-417 0</inkml:trace>
  <inkml:trace contextRef="#ctx0" brushRef="#br0" timeOffset="86753.82">21360 4110 1543 0,'0'0'506'15,"0"0"-213"-15,0 0-114 16,0 0-103-16,0 0-18 16,0 0-34-16,91-17-16 15,-49 16-8-15,-3-3-97 16,0 4-187-16,-15 0-371 16,-8-1-738-16</inkml:trace>
  <inkml:trace contextRef="#ctx0" brushRef="#br0" timeOffset="86934.44">21356 4346 1513 0,'0'0'403'0,"0"0"-133"16,0 0-158-16,0 0 19 15,0 0-72-15,122-30-38 16,-62 10-21-16,25-8-34 15,-12 4-354-15,-10 1-805 0</inkml:trace>
  <inkml:trace contextRef="#ctx0" brushRef="#br0" timeOffset="88750.1">22555 3852 990 0,'0'0'367'16,"0"0"13"-16,0 0-26 16,-22-75-24-16,7 72-31 15,-4 3-108-15,-10 36-88 16,-5 34-30-16,-2 29-1 15,-1 10-18-15,7-5-16 16,9-28-20-16,6-23-9 16,3-17-8-16,3-5 0 15,-4 3-1-15,-1-2-122 16,-11-2-226-16,3-10-368 0,1-15-481 16</inkml:trace>
  <inkml:trace contextRef="#ctx0" brushRef="#br0" timeOffset="88947.48">22041 4010 1662 0,'0'0'298'15,"0"0"76"-15,0 0-194 16,86 13 104-16,-34 18-80 16,9 8-52-16,5 8-48 15,1 5-38-15,-2 5-34 16,-9-3-18-16,-7-1-14 15,-8-6-5-15,-5-9-97 0,-11-15-206 16,-8-12-410-16</inkml:trace>
  <inkml:trace contextRef="#ctx0" brushRef="#br0" timeOffset="89118.87">22927 4158 1857 0,'0'0'499'0,"0"0"-178"16,0 0-156-16,0 0-57 16,0 0-68-16,0 0-40 15,0 0-24-15,0-2-154 16,0 6-176-16,0-1-646 0</inkml:trace>
  <inkml:trace contextRef="#ctx0" brushRef="#br0" timeOffset="89621.25">23231 3837 1810 0,'0'0'526'0,"0"0"-153"16,0 0-201-16,0 0-15 15,0 0-90-15,0 0 35 16,-4 109-30-16,13-56-40 15,1-2-20-15,2-3-6 16,3-6-6-16,3-7 0 0,1-8-1 16,2-12-22-16,-3-11-37 15,1-4-19-15,-1-17-23 16,2-13-3-16,-4-6 20 16,-3-2 61-16,-2 3 18 15,-1 4 6-15,-5 7 11 16,-2 7 36-16,-3 11 60 15,1 6-33-15,1 0-32 16,1 19-21-16,4 10 23 16,6 7-4-16,6 5-13 15,7-2 2-15,9-3-5 16,3-8-6-16,1-9 4 16,-1-9-9-16,-3-10-4 0,-3-2 2 15,-4-23-10-15,-4-9 1 16,-6-9 4-16,-9-22-5 15,-9-29-1-15,-5-20 0 16,-13 9-1-16,-1 24 1 16,-1 38-15-16,5 30-27 15,-4 9-53-15,-8 9-130 16,4 12-265-16,6 2-544 0</inkml:trace>
  <inkml:trace contextRef="#ctx0" brushRef="#br0" timeOffset="90179.15">24201 4021 1637 0,'0'0'555'16,"0"0"-291"-16,0 0-57 0,0 0 5 15,0 0-67-15,88 0-11 16,-32-1-54-16,10-10-50 16,-2-5-20-16,-4-1-9 15,-10 0-1-15,-11 1-35 16,-17-1-139-16,-9 7-290 15,-13 0-353-15</inkml:trace>
  <inkml:trace contextRef="#ctx0" brushRef="#br0" timeOffset="90387.97">24273 3867 1802 0,'0'0'350'0,"0"0"-87"0,0 0-144 15,-1 75 127-15,16-26-44 16,6 5-74-16,0 3-30 16,3 1-58-16,-2-2-26 15,0-1-13-15,-4-3-1 16,2-5-18-16,8-5-208 16,-6-13-324-16,-2-19-747 0</inkml:trace>
  <inkml:trace contextRef="#ctx0" brushRef="#br0" timeOffset="90859.99">25288 3577 1927 0,'0'0'265'0,"0"0"94"15,0 0-65-15,0 0-115 16,0 0-92-16,0 0-60 16,-21 78 18-16,39-20-9 15,4 9-21-15,5 2-14 16,0-13 7-16,7 2-7 16,-4-9-1-16,-4-11 0 15,-4-13-18-15,-4-16-57 16,-5-9 15-16,2-22 51 0,0-19 9 15,4-9 0-15,-1-4 6 16,5 4 5-16,0 13 2 16,3 12 2-16,4 11 5 15,1 14-11-15,0 0 10 16,1 11-5-16,-6 12-1 16,-4 7 2-16,-9 7 2 15,-10 6-1-15,-3 3 2 16,-12 1-1-16,-17-1-7 15,-11-3 1-15,-6-6-5 16,-8-4-6-16,-2-8 7 16,-5-8-7-16,-4-8-78 15,-24-13-98-15,16-14-210 0,6-6-545 16</inkml:trace>
  <inkml:trace contextRef="#ctx0" brushRef="#br0" timeOffset="91019.21">26111 3979 2045 0,'0'0'243'16,"0"0"-156"-16,0 0-45 16,0 0-42-16,0 0-25 15,0 0-501-15</inkml:trace>
  <inkml:trace contextRef="#ctx0" brushRef="#br0" timeOffset="97861.21">22475 5314 1564 0,'0'0'600'0,"0"0"-243"0,0 0-61 16,0 0-113-16,-111 105 14 16,31-3-34-16,-4 13-29 15,14-1-52-15,18-12-29 16,15-18-22-16,5-2-4 15,3-4-18-15,2-15-9 16,5-17 0-16,6-14-6 16,4-14-55-16,-2-1-106 15,-6-11-66-15,2-4-269 16,2-2-253-16</inkml:trace>
  <inkml:trace contextRef="#ctx0" brushRef="#br0" timeOffset="98085.17">21886 5479 1855 0,'0'0'504'15,"0"0"-201"-15,103 46 11 16,-28 11-67-16,32 32-60 16,22 26-21-16,2 13-50 15,-13-6-32-15,-30-17-42 16,-33-30-27-16,-17-17-15 0,-15-22-1 15,-9-12-40 1,-2-5-140-16,-3-19-113 0,-5 0-385 16,-4-15-593-16</inkml:trace>
  <inkml:trace contextRef="#ctx0" brushRef="#br0" timeOffset="98303.8">23197 5603 1899 0,'0'0'390'15,"0"0"-110"-15,0 0-149 16,0 0 63-16,83 4-78 16,-42-4-73-16,2 0-28 0,-9 0-15 15,-6 0-15-15,-10 0-112 16,-10 0-183-16,-8 0-368 15,0 0-743-15</inkml:trace>
  <inkml:trace contextRef="#ctx0" brushRef="#br0" timeOffset="98483.4">23191 5869 1855 0,'0'0'593'16,"0"0"-257"-16,0 0-156 15,0 0-10-15,0 0-81 16,0 0-28-16,116 2-35 0,-62-9-26 16,1-3-9-1,36-14-189-15,-14 2-439 0,-2-4-818 16</inkml:trace>
  <inkml:trace contextRef="#ctx0" brushRef="#br0" timeOffset="100179.21">24681 5300 990 0,'0'0'299'0,"0"0"12"0,0 0-19 15,0 0-60-15,0 0-29 16,0 0-71-16,-115 20 5 15,67 50 32-15,-7 35 2 16,4 12 1-16,11-5-38 16,13-8-12-16,15-17-27 15,7-12-23-15,5-15-41 16,0-14-14-16,13-11-16 16,9-1 0-16,5-1-1 15,9-6-1-15,4-11-15 16,0-13-65-16,13-18-97 15,-13-14-276-15,-7-6-587 0</inkml:trace>
  <inkml:trace contextRef="#ctx0" brushRef="#br0" timeOffset="104377.34">27779 2911 1075 0,'0'0'343'0,"0"0"-46"16,0 0-19-16,0 0-74 15,-88 20-13-15,55 26-35 16,0 25-21-16,9-1-38 16,9-3-28-16,14-10-8 15,1-14-25-15,7-3-18 0,14-1-8 16,9-12-9-16,6-15-1 16,7-12 7-16,5-12 1 15,-3-21-2-15,-1-13-6 16,-8-10 0-16,-9-4-1 15,-12-4 1-15,-12-1 0 16,-3 2 1-16,-14 4-1 16,-9 5 2-16,-6 13-1 15,3 16-1-15,1 20-1 16,2 7-8-16,0 29 8 16,10 8 0-16,7 8 0 15,6-1-8-15,21-3-47 0,19-9-114 16,12-9-37-16,8-12-42 15,-2-13-76-15,-7 0-164 16,-12-19 109-16,-13-6 85 16,-13-5 295-16,-10-4 152 15,-3 0 182-15,0-2-19 16,-11 2-12-16,2 5-98 16,3 12 6-16,3 11-57 15,3 6-84-15,0 11-46 16,7 20 1-16,9 10 36 15,0 5-15-15,-1 4-14 16,0-2-11-16,-3-4-21 16,-3-5 9-16,-1-7-7 15,-3-11-2-15,-2-11 0 16,0-10 1-16,0-4 12 16,3-23-12-16,1-10 0 15,1-4 5-15,1-2 4 0,1 7 7 16,2 10 19-16,-1 11-3 15,2 10-17-15,0 5-10 16,5 10 7-16,0 11 2 16,0 7-7-16,-1 0-8 15,0 0 0-15,4 0-111 16,15 3-87-16,-3-9-289 16,0-8-431-16</inkml:trace>
  <inkml:trace contextRef="#ctx0" brushRef="#br0" timeOffset="104723.49">28538 2875 1243 0,'0'0'225'0,"0"0"-132"16,0 0-42-16,0 0 32 15,0 0-4-15,54 83-51 16,-28-77-2-16,0-5-4 15,-3-1-4-15,-3-5 2 16,-2-14-10-16,-4-8 5 16,-4-4 19-16,-4-5 62 15,-6-2 57-15,0 3-11 16,-10 4-10-16,-6 9-23 0,-1 11 20 16,-3 11-20-1,-2 14-59-15,-3 34-31 0,1 5 21 16,7 11-1-16,4 3-16 15,13-11-7-15,0 3-10 16,12-5-6-16,17-8-8 16,46-8-173-16,-6-15-116 15,4-16-439-15</inkml:trace>
  <inkml:trace contextRef="#ctx0" brushRef="#br0" timeOffset="105077.71">29236 2946 235 0,'0'0'1599'16,"0"0"-1344"-16,0 0-60 15,0 0-112-15,0 0 6 16,-33 84-39-16,60-75-14 16,7-5-9-16,5-4-18 15,3-9-3-15,-3-20 0 16,-2-11-6-16,-2-20 0 15,-6-30 1-15,-9-21-1 16,-10 9 1-16,-8 26 5 16,-2 34 12-16,0 31 90 15,-3 7 59-15,-8 4-63 16,-4 10-49-16,-1 24-36 16,-3 22-11-16,6 4 2 0,9 5-2 15,4 4-3-15,4-13-5 16,20 0 0-16,7-9-12 15,8-16-99-15,24-24-143 16,-11-7-230-16,-5-5-290 0</inkml:trace>
  <inkml:trace contextRef="#ctx0" brushRef="#br0" timeOffset="105383.41">29784 2630 1288 0,'0'0'312'0,"0"0"19"16,0 0-135-16,0 0-72 15,0 0-38-15,-52 83-18 16,52-41-15-16,0 3-21 0,17-3-7 16,5-7-4-1,5-12-8-15,2-11-4 0,-2-12-2 16,0 0 1-16,-5-24-7 16,-3-9 8-16,-8-9-7 15,-7-7 4-15,-4-3 0 16,0 0 0-16,-15 6-5 15,-4 8 13-15,0 14 53 16,0 17-18-16,2 7-28 16,3 16-20-16,7 13-1 15,7 7 0-15,0 1-21 16,22 1-58-16,35-4-105 0,-5-10-307 16,-1-12-272-16</inkml:trace>
  <inkml:trace contextRef="#ctx0" brushRef="#br0" timeOffset="105812.59">30197 2565 1134 0,'0'0'390'0,"0"0"-12"0,0 0-71 15,0 0-47-15,0 0-62 16,0 0-132-16,0 0-48 16,-26 6-2-16,29 28-1 15,9 4-14-15,6-1 7 16,1-3-7-16,3-4-2 15,-2-10 1-15,1-10-30 16,-4-10-34-16,-1-2 21 16,-4-20 25-16,0-7 17 15,-3-3 1-15,-5-2 0 16,-1 5 1-16,-1 6 12 0,-2 8 44 16,0 6 13-16,0 9 0 15,0 2-49-15,0 18-15 16,0 6 0-16,7 7-5 15,11-1-1-15,4-3 0 16,4-4 7-16,-1-9-6 16,1-9-1-16,-3-7 10 15,0-3-1-15,-5-19-8 16,-5-4 11-16,-5-8-12 16,-7-6 6-16,-1 1 0 15,-3-1 2-15,-9 6-8 0,0 9-16 16,8 9-117-16,13 14-92 15,16 2-342-15,11 0-559 0</inkml:trace>
  <inkml:trace contextRef="#ctx0" brushRef="#br0" timeOffset="106217.33">31200 2426 1884 0,'0'0'328'0,"0"0"203"16,0 0-345-16,0 0-75 16,0 0-60-16,-31 92 36 15,69-5-20-15,12 22-25 16,0 7-21-16,-10-12-15 16,-19-24-5-16,-13-30-1 15,-8-14-51-15,0-13-144 0,0-8-84 16,0-11 33-16,-1-4 46 15,-9-32 78-15,-2-28 90 16,-8-34 32-16,1-43 6 16,1-22 16-16,12-5 46 15,6 14 53-15,7 48-8 16,11 35-26-16,-3 33-23 16,2 23-11-16,1 8-20 15,7 3-19-15,5 17-4 16,-2 19 12-16,-4 23 2 0,-12 1-4 15,-7 5-19-15,-5 3-1 16,-6-13-21-16,-11 15-174 16,1-20-187-16,5-16-786 15</inkml:trace>
  <inkml:trace contextRef="#ctx0" brushRef="#br0" timeOffset="106757.18">31558 2416 1109 0,'0'0'351'16,"0"0"-238"-16,0 0-6 15,0 0 50-15,0 0-50 16,0 0-66-16,0 0-13 16,97 65-11-16,-67-65-11 0,-1 0-4 15,-4-14-1-15,-7-8 10 16,-5-4-10-16,-7-4 11 15,-4 1 16-15,-2 3 77 16,0 5 40-16,-9 6 5 16,-6 10 1-16,-3 5-46 15,-1 12-56-15,-2 14 2 16,6 7 5-16,3 7-18 16,12-1-13-16,3-1-7 15,27-6-10-15,13-8-8 16,9-12 6-16,7-10-5 15,-1-2 5-15,-8-19-5 16,-9-8 8-16,-13-9-9 0,-12-7 7 16,-11-3-1-16,-5 0-6 15,-5 6 0-15,-11 7-6 16,-1 11 5-16,1 10 0 16,5 6-1-16,4 6-5 15,3 4-11-15,1 18 9 16,3 12 8-16,0 11-1 15,0 9 2-15,0 3 0 16,0 4 0-16,7-3 10 16,7-2 13-16,9-8-5 15,12-6-12-15,7-9 5 16,7-9-11-16,6-9-13 0,-13-5-174 16,-17-9-402-16</inkml:trace>
  <inkml:trace contextRef="#ctx0" brushRef="#br0" timeOffset="107358.26">28728 4224 1160 0,'0'0'934'15,"0"0"-732"-15,0 0 28 0,0 0-108 16,-3-107-15-16,44 44-46 16,19-24-34-16,10-21-13 15,-3-4-13-15,-15 20 1 16,-20 29 8-16,-17 26-2 15,-5 11-7-15,-3 2 0 16,-2 3 5-16,-3 4 4 16,-2 12 7-16,0 5 4 15,-8 5-12-15,-7 17-2 16,0 9-1-16,-3 4-5 0,8 2 0 16,5-5 0-1,5-4-1-15,5-3-1 0,20-9-9 16,6-7-1-1,7-6 5-15,4-3-22 0,-1 0-8 16,-6-3 6-16,-9-3 6 16,-9 6 14-16,-10 0 9 15,-7 0-10-15,0 14 11 16,-16 11 26-16,-3 3 10 16,-1 6 2-16,2 3-5 15,5-1 6-15,5 0-13 16,8-4-13-16,0-3-2 15,9-7-10-15,12-7-1 16,5-7 0-16,5-8-20 16,2-2-56-16,1-17-94 0,-1-22-89 15,-9 5-299-15,-9 2-184 16</inkml:trace>
  <inkml:trace contextRef="#ctx0" brushRef="#br0" timeOffset="107801.31">29420 3708 798 0,'0'0'354'16,"0"0"4"-16,0 0-44 15,23-93-70-15,-3 73-96 16,1 0-38-16,6 8-27 16,1 4-10-16,3 6-13 15,-1 2-1-15,-3 3 10 16,-6 14-7-16,-8 5-13 16,-8 8-11-16,-5 4-7 15,-5 0-7-15,-15 5 9 0,-5-4-12 16,2-4-3-16,2-7-11 15,6-7 1-15,8-8-8 16,7-9-5-16,0 0-34 16,22-16-52-16,11-11 0 15,8-4 30-15,3-6 4 16,-4-4 12-16,-5 2 20 16,-9 0 16-16,-8 1 9 15,-6 4 0-15,-5 2 1 16,-4 9 29-16,-3 5 44 15,0 7 43-15,0 5-7 16,0 6-35-16,0 0-44 16,-7 19-11-16,-1 6 2 15,1 12 12-15,-1 1-1 16,5 5-12-16,3 2-7 16,0-3-8-16,18-2-6 0,9-8 0 15,8-9-36-15,8-10-166 16,19-24-157-16,-11-15-393 15,-6-9-415-15</inkml:trace>
  <inkml:trace contextRef="#ctx0" brushRef="#br0" timeOffset="109272.94">30182 3414 1079 0,'0'0'496'16,"0"0"-154"-16,0 0-3 16,0 0-66-16,0 0-33 15,0 0-125-15,0 0-58 16,-8-13-17-16,8 46 32 0,0 8-23 15,0 4-8 1,0 5-23-16,0-4-11 0,8-3-6 16,1-10-1-16,1-12-9 15,1-12-32-15,2-9-45 16,-1-9 20-16,-1-17-36 16,0-9-14-16,0-8 47 15,-2-3 39-15,1 0 14 16,1 0 15-16,-2 5 1 15,-1 10 6-15,-3 9 37 16,-2 9 66-16,-2 7 18 16,-1 6-37-16,2 0-47 0,1 9-27 15,5 13 17-15,3 6 0 16,4 2-10-16,5 3-13 16,2-4-2-16,-1-1-7 15,4-8-1-15,-1-4-2 16,-2-9-4-16,0-6-25 15,-2-1-72-15,0-11-56 16,-4-11-60-16,0-4 15 16,-3-3 35-16,-6 0 92 15,-3 2 43-15,-4 3 34 16,0 7 5-16,0 5 21 16,0 5 36-16,0 2 3 15,0 5-16-15,0 0-25 16,0 5-22-16,0 9 30 15,6 4 8-15,6 3-2 0,6 0-15 16,2 1-10-16,2-6-11 16,5-3-1-16,0-5-1 15,-1-8-22-15,0 0-91 16,-5-10-31-16,-2-7 38 16,-5-7 16-16,-6 2 53 15,-3-1 37-15,-5 5 14 16,0 3 58-16,0 4 30 15,0 2 10-15,0 5-9 16,0 4-19-16,0 0-41 16,0 1-26-16,0 13-10 15,3 6 5-15,9 2-3 16,6 3-2-16,2 0-7 0,5-5 0 16,1-4-1-16,3-9-44 15,1-4-62-15,-4-3-97 16,0-4 37-16,-7-13 78 15,-7-1 61-15,-6-2 28 16,-6 3 31-16,0 3 88 16,0 7 29-16,0 6-14 15,-8 1-40-15,-2 13-54 16,-5 18-3-16,3 13 30 16,-3 9-1-16,3 8 4 15,1 2-33-15,2-2-19 16,1-6-17-16,2-11 0 15,-1-15-1-15,4-15-93 0,1-14 5 16,2-20-31-16,0-20-7 16,0-24 81-16,9-1 44 15,0-2 0 1,2 0 1-16,-1 19 0 0,0 5 35 16,-1 11 17-16,-2 15 14 15,1 12 13-15,0 5-35 16,4 8 4-16,4 17 21 15,5 5-22-15,0 1-26 16,4 0-12-16,-1-5-9 16,-2-8 0-16,-2-7-28 15,-4-11-103-15,-2-3 5 16,-7-18 45-16,-4-8 30 16,-3-12 39-16,0-21 12 0,-10-27 8 15,2-21 7-15,2 12 19 16,6 26 59-16,0 35-5 15,0 30 43-15,0 7-35 16,0 0-60-16,0 24-26 16,2 13 22-16,10 13 4 15,7 9-14-15,6 4-8 16,4 2-2-16,3-8-11 16,4-10-1-16,3-13-12 15,0-18-68-15,3-15-44 16,-5-4-40-16,-4-25 75 0,-6-9 34 15,-7-7 36 1,-6-3 19-16,-6 4 0 0,-4 6 58 16,-4 7 46-16,0 11 66 15,-6 13-20-15,-9 6-35 16,-7 13-55-16,-2 16-5 16,3 13 8-16,3 8-12 15,13 1 3-15,5 2-5 16,20-5 16-16,17-7-13 15,27-11 5-15,27-14-6 16,25-16-3-16,-6-2-18 16,-21-14-19-16,-29-1-10 15,-23 2 7-15,0-2-8 16,-6-1 0-16,-5-2-15 16,-20 3-47-16,-35 4-95 0,-17 5-144 15,-13 2-545-15</inkml:trace>
  <inkml:trace contextRef="#ctx0" brushRef="#br0" timeOffset="110444.45">25195 5453 1239 0,'0'0'332'0,"0"0"11"0,0 0-32 16,20-87-42-16,-19 84-27 16,-1 6-92-16,0 23-76 15,-15 18 14-15,-4 11-17 16,-7 8-25-16,-3 0-19 16,-3-2-7-16,2-7-19 15,5-7-1-15,6-13 0 16,7-9 0-16,4-10 0 15,7-9-6-15,1-6 5 16,0 0-14-16,18 0 9 16,12-10-2-16,9 2 7 15,11-1 1-15,8 0-6 16,5 2-2-16,-2-3-5 16,-4-2-31-16,-8-3-11 0,-13 1-2 15,-15-5 20-15,-11-1 22 16,-10-2 13-16,0-4 2 15,-16-1 1-15,-2 0 5 16,0 6 30-16,3 4 32 16,5 7 15-16,4 8 4 15,3 2-24-15,1 10-35 16,2 18-10-16,0 9 22 16,5 6 1-16,7 6-19 15,3-2-10-15,0 1-11 16,-1-3-1-16,-2 1-9 0,-1-3-70 15,-5 9-59-15,-2-12-378 16,-4-13-509-16</inkml:trace>
  <inkml:trace contextRef="#ctx0" brushRef="#br0" timeOffset="110683.07">25774 5908 1609 0,'0'0'728'0,"0"0"-607"15,0 0 122-15,24 101-21 0,-16-57-63 16,-1-1-89 0,-1-1-26-16,-3-6-28 0,-3-8-16 15,0-12 0-15,0-9-97 16,0-16-165-16,0-16-305 15,0-7-1001-15</inkml:trace>
  <inkml:trace contextRef="#ctx0" brushRef="#br0" timeOffset="111135.38">26323 5395 1751 0,'0'0'553'16,"0"0"-405"-16,0 0-5 16,0 0-85-16,0 0 13 15,90-36-35-15,-55 36-18 16,-3 2-11-16,-8 10-1 16,-10 5-5-16,-8 2 14 15,-6 8 5-15,-6-1-4 16,-13 3-4-16,-5-3-3 15,2-1-7-15,2-5 7 16,4-6-9-16,7-6 1 16,8-6 11-16,1-2 59 15,0 0 3-15,12 0-3 16,8-2-42-16,9-1-11 0,2 3-5 16,2 0 2-16,1 3 0 15,-1 13-4-15,-5 4-10 16,-5 6 17-16,-13 7-4 15,-10 4-2-15,0 0-11 16,-27 1 11-16,-10-4-4 16,-8-2-8-16,-4-6 2 15,0-9-2-15,3-7 0 16,5-10-54-16,0-13-78 16,9-13-159-16,13-6-360 0</inkml:trace>
  <inkml:trace contextRef="#ctx0" brushRef="#br0" timeOffset="111397.8">26814 4959 2076 0,'0'0'272'0,"0"0"-100"15,155 5-44-15,-37 63 27 16,6 26-1-16,-13 22-21 16,-36 3-50-16,-49-4-26 15,-26 4-12-15,-44-1-20 16,-38 2-7-16,-33 0-18 16,-37 2-54-16,-43-6-121 15,32-29-422-15,-2-19-1723 0</inkml:trace>
  <inkml:trace contextRef="#ctx0" brushRef="#br0" timeOffset="113695.34">22181 6979 1283 0,'0'0'366'15,"0"0"-66"-15,0 0-3 16,0 0-32-16,0 0-119 0,0 0-79 16,-16 75 48-16,16 17-25 15,0-5-41-15,0-18-25 16,1-26-13-16,7-18-10 16,3-2-1-16,1-3 0 15,3-6-9-15,0-13-40 16,3-1-10-16,2-25 36 15,0-12-1-15,0-13-2 16,-2-4 17-16,-4-5 9 16,-1 9 1-16,-2 9 5 15,-5 13-5-15,-1 14 19 16,1 14 1-16,4 2-6 16,4 26 13-16,6 12 32 15,5 7-11-15,3 1-25 0,3-4-9 16,3-5-8-16,1-12 1 15,-3-11-7-15,-2-10 1 16,-3-6 5-16,-4-7 2 16,-1-20-3-16,-3-11-5 15,-4-9 0-15,-5-19 0 16,-10-13 8-16,0 4-9 16,-5 6 0-16,-9 16-6 15,2 19-2-15,-4 4-14 16,-2 10-14-16,2 18-39 15,-4 3-120-15,7 43-11 0,3-3-97 16,10-3-331-16</inkml:trace>
  <inkml:trace contextRef="#ctx0" brushRef="#br0" timeOffset="114111.21">23456 6970 1508 0,'0'0'378'15,"0"0"-146"-15,0 0-94 16,0 0-19-16,0 0-38 15,0 0-2-15,84 0-34 16,-52 0-29-16,-3 0-10 16,-2 0-6-16,-3-3-64 0,-2-5-144 15,-8 2-316-15,-6 1-376 16</inkml:trace>
  <inkml:trace contextRef="#ctx0" brushRef="#br0" timeOffset="114288.25">23426 7200 1815 0,'0'0'353'0,"0"0"-120"16,0 0-143-16,0 0 26 16,0 0-44-16,96-12-44 15,-46 2-28-15,25-14-28 0,-11 2-289 16,-6-3-674-16</inkml:trace>
  <inkml:trace contextRef="#ctx0" brushRef="#br0" timeOffset="114753.43">24872 6522 1356 0,'0'0'311'0,"0"0"41"16,0 0-217-16,-79 138 52 0,22-15-16 15,3 16-6-15,18-2-40 16,27-19-69-16,11-38-26 16,25-21-25-16,31-14-5 15,32-31-8-15,23-14-67 16,14-30-184-16,-33-16-234 16,-33 0-592-16</inkml:trace>
  <inkml:trace contextRef="#ctx0" brushRef="#br0" timeOffset="114979.97">25291 6771 1356 0,'0'0'230'0,"0"0"116"0,0 0-141 15,0 0-20 1,0 0-66-16,-61 94-5 0,86-59 7 16,8 4-24-16,6 6-24 15,2-1-15-15,-3 5-1 16,-7-2-26-16,-10 2-17 15,-11-3 7-15,-10 0-21 16,-6-7-1-16,-22-7-95 16,-12-8-104-16,-35-18-44 15,11-6-375-15,4-5-297 0</inkml:trace>
  <inkml:trace contextRef="#ctx0" brushRef="#br0" timeOffset="115110.6">25143 6777 1298 0,'0'0'214'0,"0"0"29"0,0 0-101 16,101-90 7-16,-51 76-65 16,11 6-53-16,23 8-31 15,-14 11-24-15,-14 4-494 0</inkml:trace>
  <inkml:trace contextRef="#ctx0" brushRef="#br0" timeOffset="115296.45">25773 6984 1392 0,'0'0'840'15,"0"0"-661"-15,-21 86 18 16,21-43-25-16,3 3-25 16,12-3-90-16,0 0-32 15,1-9-25-15,-4-5 0 0,0-12-97 16,-6-10-239-16,-2-7-562 0</inkml:trace>
  <inkml:trace contextRef="#ctx0" brushRef="#br0" timeOffset="115684.88">26180 6740 1936 0,'0'0'294'0,"0"0"-100"15,0 0-134-15,0 0 15 16,109-17-22-16,-79 21-9 0,-8 12-9 16,-12 5 8-16,-8 5 4 15,-2-1 6-15,-9 1-28 16,-7-2-13-16,1-6-3 16,3-4-3-16,4-7 3 15,7-2 25-15,1-5-4 16,0 0-12-16,4 2-7 15,11 3 7-15,5 1-2 16,3 5-5-16,6 1-10 16,-1 4 7-16,0 1-1 15,-2 4 0-15,-10 1-1 16,-9 2 2-16,-7 2 2 16,-5 1 2-16,-18-1-6 0,-7-1-6 15,-4-6 0-15,-3-6-30 16,1-7-49-16,-9-14-107 15,7-12-153-15,6-10-520 0</inkml:trace>
  <inkml:trace contextRef="#ctx0" brushRef="#br0" timeOffset="115879.25">26657 6370 1923 0,'0'0'287'16,"88"82"51"-16,-12-2-100 0,8 38-93 16,-14 18-78-16,-41 11-19 15,-42 8-33-15,-66-5-15 16,-50 7-108-16,12-38-363 16,2-25-1030-16</inkml:trace>
  <inkml:trace contextRef="#ctx0" brushRef="#br0" timeOffset="119921.92">28037 6777 1068 0,'0'0'645'0,"0"0"-400"16,0 0 4-16,0 0-4 15,0 0-39-15,0 0-87 16,-36-3-56-16,40 3-42 16,15 0-15-16,9-4-6 0,6 0 0 15,6-2-117-15,2-4-108 16,-9 0-258-16,-15 3-285 0</inkml:trace>
  <inkml:trace contextRef="#ctx0" brushRef="#br0" timeOffset="120062.69">27910 6895 1139 0,'0'0'265'0,"0"0"-64"15,0 0-71-15,0 0-12 16,95 12-49-16,-9-22-50 0,19-15-19 15,-12 3-295 1,-24 0-596-16</inkml:trace>
  <inkml:trace contextRef="#ctx0" brushRef="#br0" timeOffset="120296.18">28472 6491 1558 0,'0'0'342'15,"0"0"-220"-15,0 0-35 16,130 54 49-16,-39 5 11 16,18 25-20-16,-7 11 33 15,-25-3-46-15,-37-5-52 16,-38-12-22-16,-8-12-16 16,-27-9-9-16,-30 5-5 15,-28-1-10-15,-13-1-15 0,-8-8-172 16,33-20-134-16,34-24-508 0</inkml:trace>
  <inkml:trace contextRef="#ctx0" brushRef="#br0" timeOffset="122089.48">29927 6467 1311 0,'0'0'221'0,"0"0"22"15,0 0 24-15,0 0 26 16,0 0-85-16,0 0-93 16,0 0-51-16,-35 21 57 15,25 34-42-15,4 6-39 16,5-3-20-16,1-7-14 16,6-7 0-16,14-11-6 15,7-13 0-15,3-13-14 16,4-7-29-16,-1-15-15 15,0-18 8-15,-5-7-2 0,-5-5 19 16,-8-1 26-16,-4 5 7 16,-5 4 0-16,-2 9 12 15,-3 8 32-15,1 8 37 16,-2 10-2-16,0 2-40 16,0 11-25-16,0 16-7 15,1 8 13-15,7 5 9 16,8 1-9-16,5-5 1 15,5-3 1-15,7-8-8 16,6-8-4-16,5-10 1 16,3-7-2-16,0-4-3 15,-4-17-5-15,-6-11 0 16,-7-7-1-16,-9-7 0 16,-11-8 0-16,-10-5 0 15,0 1 0-15,-7 4 0 0,-13 12 0 16,1 12-6-16,-4 15-10 15,3 10-23-15,3 5-46 16,5 9-119-16,12 12-118 16,6-5-333-16,15-6-514 0</inkml:trace>
  <inkml:trace contextRef="#ctx0" brushRef="#br0" timeOffset="124515.2">30805 5813 103 0,'0'0'929'0,"0"0"-633"0,0 0 66 15,0 0 11-15,0 0-80 16,0 0-97-16,0 0-88 15,3 10 44-15,-3 36-35 16,0 7-27-16,0 3-28 16,0-3-29-16,0-5-21 15,0-2-6-15,3-6-6 16,-1-9-1-16,-2-7-62 16,0-4-139-16,-9-6-170 15,-8-9-339-15</inkml:trace>
  <inkml:trace contextRef="#ctx0" brushRef="#br0" timeOffset="124695.31">30513 5853 1046 0,'0'0'719'15,"0"0"-604"-15,112-48 70 16,-3 17-44-16,43-2-79 15,18 4-38-15,-13 9-24 0,-47 10-169 16,-48 5-813-16</inkml:trace>
  <inkml:trace contextRef="#ctx0" brushRef="#br0" timeOffset="126245.5">23611 8065 1397 0,'0'0'330'15,"0"0"-115"-15,0 0-86 16,0 0-37-16,0 0-27 16,0 0-35-16,78 0-23 15,-38-1-7-15,17-2-110 16,-12-2-184-16,-9 0-312 0</inkml:trace>
  <inkml:trace contextRef="#ctx0" brushRef="#br0" timeOffset="126383.35">23668 8257 1337 0,'0'0'321'0,"0"0"-52"15,0 0-120-15,0 0-93 16,0 0-31-16,86 23-25 16,-8-40 0-16,12-6-685 0</inkml:trace>
  <inkml:trace contextRef="#ctx0" brushRef="#br0" timeOffset="130485.63">31081 6612 1322 0,'0'0'377'0,"0"0"-79"16,0 0-89-16,0 0-101 15,0 0-57-15,0 0-22 16,33 0-15-16,-5 0-12 16,7-1-2-16,-2-6-30 15,1 2-140-15,-10 1-226 16,-12-1-310-16</inkml:trace>
  <inkml:trace contextRef="#ctx0" brushRef="#br0" timeOffset="130643.9">31014 6762 485 0,'0'0'503'0,"0"0"-197"0,0 0-41 16,0 0-40-16,0 0-94 15,0 0-53-15,0 0-39 16,28 28 0-16,10-38-39 16,20-16-53-16,-10 0-266 15,-10 0-453-15</inkml:trace>
  <inkml:trace contextRef="#ctx0" brushRef="#br0" timeOffset="130877.49">31447 6370 1245 0,'0'0'276'15,"0"0"-4"-15,101 33-35 16,-47-2-55-16,-1 6-52 15,-8 7-44-15,-12 2-28 16,-15 2-26-16,-18 1-12 16,-2-2-1-16,-27-2-10 15,-12-2-9-15,-8-4-2 16,-24-1-124-16,12-9-165 16,4-9-504-16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19:25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32085 6266 48 0,'0'0'697'0,"0"0"-176"15,0 0-195-15,0 0-10 16,0 0-1-16,-85-66-33 16,30 106-77-16,-11 33-42 15,-2 34-27-15,11 14-33 16,24-4-22-16,29-13-36 0,10-17-24 16,22-15-5-16,6-14-16 15,2-19-8-15,6-12-17 16,4-5-91-16,27-22-166 15,-9 0-242-15,-14-20-357 0</inkml:trace>
  <inkml:trace contextRef="#ctx0" brushRef="#br0" timeOffset="402.15">32160 6391 1318 0,'0'0'292'0,"0"0"-48"0,0 0-17 15,0 0-111-15,0 0-24 16,0 0-30-16,101-27-3 16,-77 45 1-16,-8 6 5 15,-8 7 2-15,-8 2-30 16,0 3-26-16,-12 0-1 16,-7 0-8-16,-1-5-1 15,1-5-1-15,7-7-7 16,4-6 1-16,7-7 5 15,1-3 0-15,6-2 1 16,10 1 4-16,8 1 7 16,3 5 10-16,3 1-1 15,-2 3 12-15,-5 4-8 16,-6 3 1-16,-8 4 2 16,-9 2 12-16,0 3-8 15,-16 2-13-15,-11-2-3 16,-7-2-6-16,-2-3-8 0,-4-4 5 15,4-6-6-15,3-7-53 16,5-6-100-16,13-9-70 16,6-13-342-16,9 0-1010 0</inkml:trace>
  <inkml:trace contextRef="#ctx0" brushRef="#br0" timeOffset="601.56">32565 6686 1600 0,'0'0'383'0,"0"0"-151"0,0 0-25 15,0 0-21-15,0 0-59 16,25 96-74-16,-18-71-33 16,-3 0-20-16,-2-2-36 15,-2-3-146-15,0-5-317 16,0-8-522-16</inkml:trace>
  <inkml:trace contextRef="#ctx0" brushRef="#br0" timeOffset="936.19">32876 6364 955 0,'0'0'305'16,"0"0"-48"-16,0 0 42 15,0 0-30-15,0 0-40 16,-63 76-29-16,63-55-52 16,0-1-35-16,11 2-26 15,15 0-7-15,7 0-9 16,7 2-27-16,1 0-23 15,-4-1-13-15,-6-1-7 16,-8 0 0-16,-14-2 1 16,-9 0-2-16,-6-4-6 0,-23-1-43 15,-11-3-113-15,-30-12-136 16,10 0-320-16,9-3-473 16</inkml:trace>
  <inkml:trace contextRef="#ctx0" brushRef="#br0" timeOffset="1073.39">32871 6408 1172 0,'0'0'264'15,"0"0"-16"-15,115-38-125 16,-60 23-69-16,18-2-54 16,-15 3-70-16,-14 0-498 0</inkml:trace>
  <inkml:trace contextRef="#ctx0" brushRef="#br0" timeOffset="1319.65">33025 5986 1802 0,'0'0'372'0,"0"0"-165"16,0 0 47-16,131 38-52 15,-43 27-26-15,8 29-25 16,-14 19-47-16,-33 5-36 0,-46-1-26 16,-29-12-19-1,-38-4-14-15,-22-9-9 0,-11-9-56 16,-6-14-116-16,27-22-368 16,10-16-563-16</inkml:trace>
  <inkml:trace contextRef="#ctx0" brushRef="#br0" timeOffset="1485.67">33120 7051 140 0,'0'0'2462'15,"0"0"-2209"-15,0 0-183 16,-83-9-70-16,44 9-73 0,-9 0-484 15</inkml:trace>
  <inkml:trace contextRef="#ctx0" brushRef="#br0" timeOffset="6588.41">23313 9059 1624 0,'0'0'512'0,"0"0"-171"16,0 0-63-16,-80 84-88 15,22 22-5-15,-4 18-44 16,10 4-23-16,12-19-44 16,19-22-35-16,4-7-17 15,8-3-16-15,5-12-5 16,1-16-1-16,-1-13-66 16,1-12-136-16,-6 2-109 15,-1-6-358-15,-3-8-240 0</inkml:trace>
  <inkml:trace contextRef="#ctx0" brushRef="#br0" timeOffset="6813.38">22758 9369 1781 0,'0'0'501'0,"0"0"-361"16,0 0 4-16,0 0-7 15,0 0 80-15,144 66-54 16,-58 10-51-16,17 20-34 15,0 13-28-15,-11-4-24 0,-23-23-15 16,-22-23-11-16,-14-18 0 16,-7-7-31-16,-4-2-63 15,-2-3-95-15,-10-12-193 16,-9-10-312-16,-1-7-236 0</inkml:trace>
  <inkml:trace contextRef="#ctx0" brushRef="#br0" timeOffset="7075">23901 9668 2304 0,'0'0'297'16,"0"0"-38"-16,0 0-87 16,0 0-45-16,0 0-53 15,0 0-59-15,0 0-15 16,-11-5-111-16,56-23-221 16,0 0-268-16,1-9-696 0</inkml:trace>
  <inkml:trace contextRef="#ctx0" brushRef="#br0" timeOffset="7847.25">24660 8987 1807 0,'0'0'343'15,"0"0"16"-15,0 0-46 16,0 0-84-16,0 0-115 15,0 0-42-15,-64 98 3 16,55-35-16-16,6 4-24 0,3 1-17 16,1-2-11-1,22-6-6-15,6-9-1 0,6-10 0 16,4-16-18-16,1-18-40 16,0-7-27-16,-3-37 7 15,-4-28 0-15,-10-5 18 16,-8 3 32-16,-12 10 20 15,-3 19 8-15,0 3 6 16,0 3 11-16,0 15 41 16,-5 13 11-16,2 4-32 15,0 24-23-15,3 15 17 16,0 11 8-16,3 8-12 16,19 1-5-16,10-1-8 0,7-12-5 15,8-9-8 1,3-16 1-16,0-13 5 0,-1-8-1 15,-5-22 2-15,-5-17-7 16,-5-23 7-16,-9-26 1 16,-16-24-3-16,-9-17-6 15,-19 10 0-15,-8 29-12 16,5 34-9-16,6 33-20 16,3 17 4-16,0 6-63 15,1 29-117-15,0 5-293 16,9 1-341-16</inkml:trace>
  <inkml:trace contextRef="#ctx0" brushRef="#br0" timeOffset="8165.05">26588 9152 1521 0,'0'0'318'0,"0"0"-4"0,0 0-116 16,0 0-60-1,0 0-58-15,0 0-54 0,0 0-25 16,104-39-1-16,-63 32-125 16,-1 2-191-16,-10 3-272 15,-12 2-457-15</inkml:trace>
  <inkml:trace contextRef="#ctx0" brushRef="#br0" timeOffset="8304.32">26627 9314 1189 0,'0'0'297'15,"0"0"32"-15,0 0-123 16,0 0-36-16,0 0-105 16,0 0-9-16,123-32-29 15,-47-6-27-15,19-22-195 16,-28 11-358-16,-10-1-610 0</inkml:trace>
  <inkml:trace contextRef="#ctx0" brushRef="#br0" timeOffset="8522.87">26976 8774 1773 0,'0'0'223'0,"0"0"-62"15,0 0-106-15,127 44 131 16,-15 5-27-16,10 9-18 16,-17-2-5-16,-35-5-58 15,-26 6-11-15,-25 14-17 16,-19 18-24-16,-25 12-14 15,-46-7-6-15,-30-12-6 0,-23-3-24 16,-13-11-92 0,29-18-203-16,23-16-469 0</inkml:trace>
  <inkml:trace contextRef="#ctx0" brushRef="#br0" timeOffset="10821.66">28478 8792 1337 0,'0'0'260'0,"0"0"-43"16,0-89 86-16,0 62-74 16,0 14-64-16,0 13-54 15,2 5-54-15,6 40 9 16,-3 30 50-16,-5 23-28 15,0-3-23-15,0-17-25 16,0-23-16-16,0-15-12 0,8 4-12 16,8-1 1-1,10-3-1-15,3-16-1 0,6-19-18 16,3-8-6-16,0-26 5 16,-5-14 9-16,-5-8 11 15,-4-5 1-15,-8 3 0 16,-4 7 7-16,-5 12-1 15,-2 13 12-15,-2 14-2 16,2 7-4-16,-1 14-11 16,5 15 7-16,-2 9 4 15,2 6-13-15,-2 4 0 16,0 3-24-16,3 22-115 0,-1-13-336 16,1-12-189-16</inkml:trace>
  <inkml:trace contextRef="#ctx0" brushRef="#br0" timeOffset="11020.05">29172 9075 1852 0,'0'0'345'0,"0"0"-142"16,0 0-52-16,0 0 47 15,-3 80-46-15,3-36-81 16,0 6-37-16,0 1-20 15,3 2-14-15,-3-1-11 0,0 0-171 16,0-13-280-16,-2-15-532 16</inkml:trace>
  <inkml:trace contextRef="#ctx0" brushRef="#br0" timeOffset="11390.1">29244 8688 1377 0,'0'0'737'0,"0"0"-601"16,0 0 18-16,0 0-26 15,0 0 1-15,104-48-68 16,-74 54-23-16,-9 13-16 16,-6 9-21-16,-11 3 9 15,-4 3 1-15,0 2-5 0,-7-2 1 16,-3-9-6-16,3-6 5 15,6-13-5-15,1-6 4 16,8 0-4-16,14-6 4 16,9-8-4-16,9 3 0 15,2 4-1-15,1 5 1 16,0 2 5-16,-7 5 0 16,-9 13 0-16,-12 7-5 15,-13 6 14-15,-4 5 13 16,-24 4-8-16,-14 3-19 0,-6-4-1 15,-6-3-60 1,-17-4-128-16,14-10-170 0,6-13-517 0</inkml:trace>
  <inkml:trace contextRef="#ctx0" brushRef="#br0" timeOffset="11600.51">29730 8315 912 0,'0'0'967'0,"0"0"-725"16,100 121 30-16,-42-12 11 15,-6 20-91-15,-17 8-78 16,-25-1-54-16,-13-13-37 16,-34-5-23-16,-13-13-6 0,-5-21-165 15,-27-14-165 1,15-23-346-16,1-23-424 0</inkml:trace>
  <inkml:trace contextRef="#ctx0" brushRef="#br0" timeOffset="11864.83">28198 8576 1883 0,'0'0'268'16,"-37"110"-24"-16,13 20 48 0,3 30-39 15,12 13-88-15,9-3-27 16,27-24-47-16,28-11-37 16,24-19-29-16,31-19-17 15,22-29-8-15,26-30-21 16,21-38-94-16,-38-7-159 15,-18-27-633-15</inkml:trace>
  <inkml:trace contextRef="#ctx0" brushRef="#br0" timeOffset="14741.11">31854 8157 1114 0,'0'0'342'0,"0"0"8"16,0 0 28-16,0 0-172 16,-81 134-28-16,38-5 32 15,7 12-26-15,23-9-65 16,13-26-47-16,21-33-18 16,9-20-27-16,3-14-15 0,6-11-10 15,10-1-2 1,4-7-51-16,19-17-166 0,-16-3-382 15,-14-17-579-15</inkml:trace>
  <inkml:trace contextRef="#ctx0" brushRef="#br0" timeOffset="15114.96">32099 8246 1617 0,'0'0'267'0,"0"0"-113"15,0 0 9-15,0 0-64 16,0 0 12-16,89 20-11 16,-62 10-12-16,-6 6-42 15,-9 5-25-15,-11 0-8 16,-1-2-7-16,-7-2 0 16,-11-6-4-16,0-7-2 15,3-9 1-15,6-8 6 16,8-6 5-16,1-1 8 15,0 0-11-15,16 0-8 16,6 0 1-16,8 0 7 16,2 0 1-16,2 8-1 15,-6 5 3-15,-4 4-6 16,-8 3 3-16,-10 3-8 0,-6 6 14 16,-7 3-14-1,-19-2-1-15,-8 0-24 0,-9-6-86 16,-12-9-116-16,9-6-352 15,10-9-592-15</inkml:trace>
  <inkml:trace contextRef="#ctx0" brushRef="#br0" timeOffset="15314.4">32492 8576 168 0,'0'0'1614'0,"0"0"-1403"15,0 0 67-15,0 0-38 0,0 95-43 16,0-56-90 0,0 2-50-16,0-3-39 0,-6-2-18 15,2-9 0-15,-2-15-163 16,3-7-162-16,1-5-521 0</inkml:trace>
  <inkml:trace contextRef="#ctx0" brushRef="#br0" timeOffset="15588.11">32728 8139 1803 0,'0'0'292'0,"0"0"36"0,0 0-101 16,0 0-39-16,0 0-58 15,-28 101-36-15,51-65-17 16,10-1-14-16,6-1-3 15,6-3-20-15,-3-2-13 16,-1-3-11-16,-5-1-8 16,-9-3-8-16,-11 1-1 15,-12 2 1-15,-4-1-9 16,-23 1-22-16,-19-1-50 16,-11-3-70-16,-30-12-136 15,11-8-272-15,9-1-398 0</inkml:trace>
  <inkml:trace contextRef="#ctx0" brushRef="#br0" timeOffset="15725.58">32607 8136 1275 0,'0'0'267'16,"0"0"-70"-16,118-75-35 16,-52 50-96-16,8 7-66 15,20 3-9-15,-19 6-249 16,-19 4-721-16</inkml:trace>
  <inkml:trace contextRef="#ctx0" brushRef="#br0" timeOffset="15934.85">32843 7764 1906 0,'0'0'269'0,"0"0"-193"0,98 39 59 15,-10 22 61-15,18 32 31 16,-8 18-78-16,-30 9-58 16,-46-2-37-16,-41-9-36 15,-58 4-18-15,-40 2-22 16,11-28-238-16,4-16-582 0</inkml:trace>
  <inkml:trace contextRef="#ctx0" brushRef="#br0" timeOffset="16386.51">31059 8897 1607 0,'0'0'352'15,"0"0"124"-15,0 0-227 16,0 0-94-16,0 0-66 16,-42 81 0-16,20-31-21 15,-1 2-33-15,4 0-28 16,0 0-6-16,1-6-1 15,4-2-46-15,-7 1-162 16,6-11-277-16,-2-10-427 0</inkml:trace>
  <inkml:trace contextRef="#ctx0" brushRef="#br0" timeOffset="16552.06">30804 9089 1669 0,'0'0'238'15,"0"0"13"-15,82 71-51 16,-5-16-52-16,25 20-71 16,-5-4-40-16,-20-9-37 15,-15 10-86-15,-31-23-384 16,-12-6-1266-16</inkml:trace>
  <inkml:trace contextRef="#ctx0" brushRef="#br0" timeOffset="16903.32">28592 10711 2479 0,'0'0'283'15,"0"0"-216"-15,153-42-52 16,81-40 67-16,99-29 74 16,87-21-57-16,61-2 6 0,19 17-22 15,29 9-14 1,4 12-1-16,-33 18-26 0,-44 22-26 16,-71 17-14-16,-89 17 4 15,-98 10-6-15,-91 4 1 16,-70 4-1-16,-37 2-8 15,-53 2-23-15,-86 0-46 16,-105 21-153-16,-64 6-153 16,45 0-138-16,40-1-198 0</inkml:trace>
  <inkml:trace contextRef="#ctx0" brushRef="#br0" timeOffset="17172.16">29343 10878 1903 0,'0'0'289'0,"159"-27"-169"16,26-34 188-16,59-18-12 16,47-13-82-16,22 2-87 15,2 17 3-15,15 10-11 16,-8 13-64-16,-24 15-8 15,-41 12-16-15,-62 8-22 16,-67 6-9-16,-61 5 0 16,-46 3-43-16,-21 1-107 15,-80 4-69-15,1 7-265 0,-21 3-592 16</inkml:trace>
  <inkml:trace contextRef="#ctx0" brushRef="#br0" timeOffset="21984.24">19512 13050 388 0,'0'0'1569'0,"0"0"-1325"0,0 0-59 15,0 0-108-15,0 0 72 16,-10 129 46-16,7-11-67 16,0 10-32-16,2-7-27 15,1-19-39-15,4-29-8 16,11-18-10-16,-1-23-10 16,3-8-2-16,4-9 0 15,2-10 0-15,5-5-12 16,5-32 12-16,5-36-8 15,-5-2 7-15,-6 2 1 16,-9 12 0-16,-9 23 0 0,1 2 2 16,-4 9 5-1,-3 16-6-15,2 6-1 0,0 18 6 16,5 15 15-16,5 9 11 16,6 6-10-16,7 0-5 15,5-4 2-15,6-8-2 16,2-10-1-16,-2-13-7 15,0-13 3-15,-2-9 4 16,0-26-5-16,2-23-5 16,-3-31 0-16,-5-32-5 15,-11-16 9-15,-17 3-10 16,-3 27-5-16,-5 39-2 16,-8 30 1-16,-1 21-14 15,-5 10-20-15,-2 7-69 16,9 29-126-16,6 5-376 0,6-3-730 15</inkml:trace>
  <inkml:trace contextRef="#ctx0" brushRef="#br0" timeOffset="22637.68">21490 12475 1335 0,'0'0'299'16,"0"0"-58"-16,0 0 7 16,0 0-66-16,-88-31-28 15,62 31-56-15,-1 16-1 0,6 8 18 16,4 10-9-16,7 27-2 15,8 20-11-15,2 19-20 16,5 12-1-16,11-4-16 16,5 1-1-16,0-5 11 15,6 7-3-15,1 4-23 16,3 10 16-16,2 8-7 16,-3 6-11-16,-3 3-1 15,-6 0 13-15,-5-3-5 16,-5 5-3-16,-5 2-6 15,-3 0 3-15,-3 3-8 16,0-6-13-16,-5 5 8 16,-8-4-5-16,-5-3 3 15,4-5 0-15,4-12-5 16,10-15 7-16,0-25-26 0,7-21 1 16,9-20-1-16,6-13 0 15,11-7 0-15,25-9-1 16,31-14-15-16,35-47-52 15,10-24-80-15,-1-21-130 16,-41 17-229-16,-33 15-842 0</inkml:trace>
  <inkml:trace contextRef="#ctx0" brushRef="#br0" timeOffset="25707.96">22188 12593 540 0,'0'0'214'16,"0"0"-8"-16,0 0 7 16,0 0 7-16,0 0-28 15,0 0-30-15,0 0-23 16,2-64 0-16,1 68-47 15,3 27 13-15,1 12-15 16,-1 12-7-16,0 4-18 16,0 0-19-16,0-9-22 15,3-6-12-15,-2-13-6 16,4-8-5-16,1-9 0 0,0-9-1 16,4-5-1-1,-1-10 1-15,4-16 0 0,0-7-8 16,-2-7 7-16,-3-2 1 15,-1-1 0-15,-2 6 0 16,-4 9 1-16,0 8 0 16,-4 11 8-16,-1 7 22 15,1 2-9-15,3 14-22 16,3 11 51-16,4 3 17 16,4 0-26-16,1-5-14 15,0-4-7-15,1-10 2 16,0-9 4-16,-1 0-11 0,0-19 18 15,-1-10-19 1,-4-8-6-16,-4-4-1 0,-6-6-7 16,-3 1 1-16,0 0-1 15,-9 8-1-15,-3 5-34 16,-1 12-47-16,4 11-105 16,6 10-54-16,3 10-318 15,0 2-115-15</inkml:trace>
  <inkml:trace contextRef="#ctx0" brushRef="#br0" timeOffset="25951.34">22892 12114 557 0,'0'0'1201'0,"0"0"-898"15,0 0 10-15,0 0-159 16,0 0 14-16,0 0-17 15,0 0-12-15,33 104-40 16,-15-49-48-16,-1 1-29 16,-4-2-21-16,-6-3 0 15,-2-4-1-15,-5-7-54 16,0-10-137-16,-17-8-183 16,-8-11-307-16,-5-11-668 0</inkml:trace>
  <inkml:trace contextRef="#ctx0" brushRef="#br0" timeOffset="26121.86">22621 12150 1674 0,'0'0'256'0,"80"-43"-61"15,5 8-86-15,33-5-47 16,10 8-49-16,-11 13-13 15,-39 13-251-15,-35 6-948 0</inkml:trace>
  <inkml:trace contextRef="#ctx0" brushRef="#br0" timeOffset="26915.52">22697 13381 1585 0,'0'0'346'0,"0"0"-89"15,0 0-16-15,0 0-48 0,0 0-14 16,-79 77-62-16,73-30-27 15,4 7-23-15,2-4-40 16,2-1-14-16,12-8-7 16,2-10-5-16,2-9-1 15,1-12-13-15,0-10-60 16,0-8 6-16,-2-19-2 16,-2-7-25-16,-1-4 40 15,-7 3 35-15,-1 7 18 16,-4 11 1-16,-2 10 16 15,0 7 27-15,1 11 2 16,1 15 12-16,5 6 0 16,2 2-20-16,3-4-20 15,6-4-7-15,2-10-1 0,2-13-8 16,4-3 14-16,1-17 3 16,-1-15-8-16,-3-7-1 15,-4-7-9-15,-5-7-1 16,-8-1-30-16,-3-4-20 15,-3 2-16-15,0 8 9 16,-4 10-2-16,-4 13-7 16,-2 11-70-16,2 11-51 15,1 3-154-15,2 0-350 0</inkml:trace>
  <inkml:trace contextRef="#ctx0" brushRef="#br0" timeOffset="27151.87">23271 13040 1798 0,'0'0'336'16,"0"0"-132"-16,0 0-86 16,0 0 85-16,0 0-69 15,48 106-49-15,-35-68-36 16,-4 0-28-16,-1-2-13 15,-5-1-8-15,-2-6-10 16,-1-5-123-16,-7-7-151 0,-8-8-375 16,-8-9-687-16</inkml:trace>
  <inkml:trace contextRef="#ctx0" brushRef="#br0" timeOffset="27316.27">23006 13053 1572 0,'0'0'252'16,"0"0"-54"-16,0 0-98 15,119-70-15-15,-64 50-51 16,35-9-34-16,-16 6-102 16,-9 3-416-16</inkml:trace>
  <inkml:trace contextRef="#ctx0" brushRef="#br0" timeOffset="28049.46">22655 14584 1122 0,'0'0'524'0,"0"0"-209"16,0 0-63-16,0 0-7 15,0 0-47-15,0 0-84 0,0 0-44 16,7 17 3-16,3 15-22 16,2 0-12-16,2 1-23 15,3-4-8-15,1-5-7 16,0-7-1-16,3-9-22 16,-1-8-43-16,-1 0-24 15,-3-18-19-15,-3-3 26 16,-4-3 27-16,-4 0 37 15,-4 5 17-15,-1 4 1 16,0 8 12-16,0 7 31 16,0 0-3-16,5 17 23 0,2 9-5 15,5 2-3 1,3 0-15-16,3-2-13 0,0-8-6 16,4-9-3-1,0-9-4-15,1 0 5 0,-2-20 5 16,0-11-13-1,-6-10-10-15,-4-3 5 0,-6-2-6 16,-5-2-13-16,0 3-41 16,0 7-41-16,-6 9-68 15,6 4-72-15,0 9-320 16,0 2-471-16</inkml:trace>
  <inkml:trace contextRef="#ctx0" brushRef="#br0" timeOffset="28268.39">23350 14137 1759 0,'0'0'287'15,"0"0"-42"-15,0 0-112 16,0 0 41-16,0 0 1 16,20 98-55-16,-4-58-49 15,-1 1-34-15,-3 1-22 16,-2-4-7-16,-5-1-8 15,-4-6-22-15,-1-5-138 16,-3-10-157-16,-13-10-384 16,-2-6-890-16</inkml:trace>
  <inkml:trace contextRef="#ctx0" brushRef="#br0" timeOffset="28412.04">23136 14302 1614 0,'0'0'220'0,"0"0"-137"16,95-70-42-16,-4 31-26 16,24 5-15-16,-15 9-107 15,-27 13-394-15</inkml:trace>
  <inkml:trace contextRef="#ctx0" brushRef="#br0" timeOffset="28989.54">23076 15425 1827 0,'0'0'292'16,"0"0"-165"-16,0 0 56 16,0 0-45-16,0 0 31 15,0 0-113-15,0 0-2 16,-9 59 24-16,9-20-32 16,6 0-22-16,3-3-13 15,4-5-10-15,2-6-1 16,1-6-1-16,1-8-39 0,-1-8-48 15,0-3-4-15,-2-9 21 16,-2-15 25-16,0-5 16 16,-3-3 16-16,0-2 14 15,0 5 1-15,-3 6 0 16,-2 3 24-16,-1 11 11 16,-1 6 22-16,2 3 0 15,3 0-5-15,3 16 14 16,3 5-13-16,5 0-20 15,4 0-14-15,-1-5-8 0,3-7-5 16,1-9-6 0,-1 0 14-16,0-17-6 0,-1-9-1 15,-4-10-7-15,-5-6-1 16,-4-7 0-16,-6-3 0 16,-2 3-6-16,-2 6-33 15,0 11-19-15,-3 12-60 16,-13 20-105-16,3 0-275 15,0 3-331-15</inkml:trace>
  <inkml:trace contextRef="#ctx0" brushRef="#br0" timeOffset="29235.57">23669 14930 2046 0,'0'0'294'16,"0"0"-82"-16,0 0-120 16,0 0 131-16,0 0-89 15,53 85-59-15,-35-43-21 16,-2-1-26-16,-6 1-17 16,-2-3-5-16,-5-5-6 15,-3 0-16-15,0-7-88 16,-14-10-165-16,-5-6-261 15,-1-11-502-15</inkml:trace>
  <inkml:trace contextRef="#ctx0" brushRef="#br0" timeOffset="29383.34">23520 15100 418 0,'0'0'1542'0,"0"0"-1360"0,0 0-123 16,91-55-35-16,-31 22-24 15,21-27-78-15,-15 5-264 16,-16-1-888-16</inkml:trace>
  <inkml:trace contextRef="#ctx0" brushRef="#br0" timeOffset="30056.26">23631 11445 1435 0,'0'0'174'0,"0"0"-86"16,0 0-36-16,0 0 20 15,121-81-46-15,-42 67-13 16,25 2-3-16,26 4 21 16,3 8 3-16,-23 0 10 0,-31 5-6 15,-31 7-5-15,-8 10 4 16,5 9 27-16,11 30-5 15,13 38 7-15,6 37 14 16,1 26 51-16,-9 11 0 16,-9 5 49-16,-6 6-11 15,-1 19-33-15,3 10 5 16,-1 9-43-16,-5-2 25 16,-2-5-43-16,-8-5-29 15,-9-10-2-15,-9-6-26 16,-11-12 7-16,-8-14-2 0,-1-1 8 15,2-13-6-15,5-12-13 16,7-16-11-16,1-19 22 16,-4-29-11-16,-3-20-10 15,-4-19-1-15,-4-5-4 16,0-4-1-16,0 2 5 16,-10-6-5-16,-9-9 0 15,-8-6 1-15,-5-8-1 16,-5-3-1-16,-5 0-1 15,-4-7-11-15,0-1-6 16,-2-1-5-16,2 1-22 16,-3 1-30-16,1 2-51 15,0-1-51-15,-15 1-116 0,11 4-384 16,6-1-710-16</inkml:trace>
  <inkml:trace contextRef="#ctx0" brushRef="#br0" timeOffset="30191.96">25182 15342 2507 0,'0'0'356'15,"0"0"-176"-15,0 0-86 16,-88-10-94-16,56 10-15 16,-4 2-560-16</inkml:trace>
  <inkml:trace contextRef="#ctx0" brushRef="#br0" timeOffset="58659">15042 3498 1061 0,'0'0'155'0,"0"0"-44"15,95-49-25-15,-38 36-3 0,7 11-21 16,2 2 5-1,4 20 2-15,-7 17-17 0,-9 28 24 16,-25 36-11-16,-29 42 18 16,-37 16 31-16,-37 2 0 15,-13-13-26-15,9-21-19 16,14-10-23-16,23-12-11 16,21-26-7-16,20-23-14 15,8-15-14-15,21-10-1 16,26 0-1-16,26-11 2 15,27-18-6-15,-7-5 5 16,-21-27-47-16,-26-3-23 0,-23 5 15 16,-4-4 31-16,-4-1 24 15,-5 6 1-15,-12 7 19 16,-5 12 35-16,-1 8 7 16,0 28-30-16,0 44 18 15,-4 49 62-15,4 31 10 16,0 20-15-16,16 5-30 15,7-5 0-15,5 14-20 16,2 10 0-16,1 2-8 16,0 1-21-16,-1 4 0 15,-3-2 3-15,-5 7 5 16,-3 0 7-16,-8-3-26 16,-8-1-7-16,-3-5 6 15,-3-3-5-15,-18 0 5 16,-4-3-10-16,-8-2-5 0,-6-4 0 15,-8-11 0-15,-6-1 11 16,-8-12-5-16,-3-10-6 16,-7-16 0-16,2-19-1 15,9-29 0-15,13-26 1 16,9-20-1-16,7-15 2 16,-2-2-1-16,-3-5 6 15,-1-4-5-15,4-11 0 16,0-6 0-16,-2 0 1 15,-1-8-2-15,-3-4 0 16,0 1-27-16,-2-3-71 0,-9-12-64 16,13 2-299-1,6-1-379-15</inkml:trace>
  <inkml:trace contextRef="#ctx0" brushRef="#br0" timeOffset="58806.28">15264 10082 2650 0,'0'0'294'15,"0"0"-294"-15,-80 17-174 16,22-4-345-16,-14 2-1531 0</inkml:trace>
  <inkml:trace contextRef="#ctx0" brushRef="#br0" timeOffset="61569.99">27812 3568 190 0,'0'0'149'16,"0"0"431"-16,0 0-323 0,0 0-18 16,0 0-5-16,0 0-76 15,0 0-42-15,-26 24 55 16,85-21 55-16,48-3-42 16,60-25-20-16,42-19-18 15,25-15-58-15,15-8-28 16,-7 5-26-16,13-1-13 15,1 9-12-15,-14 8 4 16,-18 8-13-16,-29 8 0 16,-32 10 0-16,-47 4 1 0,-41 9 5 15,-34 5-6-15,-24 2-24 16,-26 5-112-16,-18 12-225 16,-22 2-247-16</inkml:trace>
  <inkml:trace contextRef="#ctx0" brushRef="#br0" timeOffset="62260.69">28420 5078 882 0,'0'0'485'0,"0"0"-258"15,0 0 126-15,0 0-9 0,0 0-62 16,0 0-83-16,0 0-56 16,-61 14-41-16,83-7 7 15,26 3-10-15,28-5-23 16,31-5-12-16,7-10-16 16,-13-6-18-16,-29-2-15 15,-29 7-13-15,-11 1-2 16,-2 1 0-16,-8 1-69 15,-7 1-87-15,-32-1-131 16,-17 1-400-16,-17 0-576 0</inkml:trace>
  <inkml:trace contextRef="#ctx0" brushRef="#br0" timeOffset="62584.66">28274 4749 1607 0,'0'0'264'0,"0"0"-3"15,0 0-51-15,0 0 14 16,0 0-96-16,0 0-44 16,0 0 42-16,-55 109-27 15,16-50-15-15,0 5-15 16,3-2-5-16,10-6-20 15,9-6-17-15,14-8-9 16,3-8-5-16,32-7 3 0,29-10-1 16,42-12 2-1,31-5-7-15,8-17-8 0,-23-5-2 16,-40 5-2-16,-34 7-50 16,0-2-105-16,-8 0-159 15,-10-1-422-15</inkml:trace>
  <inkml:trace contextRef="#ctx0" brushRef="#br0" timeOffset="64363.83">22191 7679 823 0,'0'0'174'0,"0"0"-3"15,0 0 10-15,0 0 9 16,0 0-22-16,0 0-12 15,0 0 43-15,84-22-19 0,-1 3-30 16,35-11 10-16,19-5-16 16,3-5-32-16,-14 7-35 15,-25 4-42-15,-20 10-24 16,-25 6-10-16,-18 6 14 16,-17 3-15-16,-3 1-7 15,-11 3-53-15,-7 0-140 16,-42 16-59-16,-13 7-132 15,-12 0-416-15</inkml:trace>
  <inkml:trace contextRef="#ctx0" brushRef="#br0" timeOffset="64617.7">22188 7867 1420 0,'0'0'232'0,"0"0"-55"15,136-14 126-15,-22-10-31 16,17-8-14-16,1-1-60 16,-12 1-60-16,-17 4-62 15,-9 3-39-15,-17 3-14 16,-19 5-8-16,-17 4-2 16,-8 0-12-16,-4 2 0 15,0 1-1-15,-7-1-2 16,-13 8-16-16,-26 3-94 15,-16 8-212-15,-20 7-545 0</inkml:trace>
  <inkml:trace contextRef="#ctx0" brushRef="#br0" timeOffset="79601.09">2874 4651 1119 0,'0'0'229'16,"0"0"-107"-16,0 0-13 0,0 0-3 16,0 0-20-16,-112 11-22 15,78 18-34-15,-5 12-11 16,-7 22 11-16,1 26 19 16,5 23 16-16,10 4 6 15,21-7 25-15,9-16-19 16,15-12-24-16,19-2-26 15,3-3-8-15,-2-11-10 16,-7-12-3-16,-7-9-5 0,-6 7 0 16,-3 19 0-1,-8 2 5-15,-4-2-6 0,0-7 1 16,-21-15 0-16,-10 4 4 16,-2 1-3-1,-4-9-2-15,0-13 0 0,4-10 1 16,5-12 1-16,5-8 4 15,7-1-6-15,7-2 1 16,7-8 2-16,2 0 10 16,8 6-13-16,17 4 1 15,9 11 1-15,17 33 18 16,10 39 15-16,0 49 6 16,-3 26 20-16,-17 28 3 15,-19 10-21-15,-7-2-8 16,-7 15-4-16,-7 3 0 0,1-2-16 15,-2-5 3 1,0-16 0-16,-9-10-12 0,-5-9 15 16,-4-8 13-16,2 1 20 15,-5-3-19-15,3-4 16 16,5-7-25-16,1-7-6 16,6-11-1-16,3-11-1 15,3-10-7-15,0-9-2 16,6-22-2-16,4-22 7 15,-5-20-14-15,-1-13 0 16,2 1 1-16,-1-3 5 16,-2-4-4-16,1-9-1 0,-4-4 0 15,3-5 1 1,-3 0-2-16,0-5-7 0,0-10-29 16,0-9-47-16,0-7-124 15,0-15-130-15,0 7-360 16,0 6-468-16</inkml:trace>
  <inkml:trace contextRef="#ctx0" brushRef="#br0" timeOffset="79767.35">2871 10294 2306 0,'0'0'320'0,"0"0"-261"15,0 0-37-15,0 0-22 0,0 0-24 16,0 0-168 0,0 0-533-16</inkml:trace>
  <inkml:trace contextRef="#ctx0" brushRef="#br0" timeOffset="113458.48">22009 6492 75 0,'0'0'573'0,"0"0"-318"16,0 0-21-16,0 0-30 15,0 0 8-15,0 0-10 0,-12-6-35 16,12 6-16-1,0 0-32-15,0 0-31 0,0 0-23 16,12 0-21-16,17 0 17 16,11 0 37-16,15 0-19 15,24 0-34-15,23 0-8 16,19 0 2-16,1 0-5 16,-10 0-18-16,-15 2 10 15,-16 2-8-15,0-1-5 16,1-2-2-16,-11-1-4 15,-10 0 1-15,8 0 8 16,9 0-15-16,10-3 13 16,12-4-7-16,-9 0 1 0,-19 2-2 15,-11 1 0-15,-13 1-5 16,-1 0 8-16,11-2-3 16,10 2 2-16,10-1 1 15,12-3 6-15,-11 4-9 16,2-3 0-16,-2 0 6 15,-9 1-11-15,6 0 5 16,0-1-6-16,-1 0 1 16,-1 0 1-16,-2-1-1 15,-3 1 5-15,-1 1-5 16,-4-1 0-16,-4 0 1 16,-1 1-1-16,-2 4 1 0,2-2-2 15,-1 0 1-15,0 1 0 16,0-1 0-16,-1 1 0 15,-1 2 0-15,1-3 0 16,-1 0 0-16,0 0-1 16,2 0 0-16,0-4 1 15,0 1-1-15,1 2 0 16,0-4 0-16,2 1 1 16,0 0-1-16,-2-2 0 15,-3 3 1-15,-1-3 0 16,-4 3 1-16,1-3-2 15,0 1 2-15,2-1-1 16,0-2 0-16,3 1 5 16,-1 2-6-16,3-2 1 15,-4 1 0-15,-2-1 6 0,-3 3-7 16,-3 0-1 0,-3 1 1-16,-3 0 1 0,-2 1 0 15,0-1-1-15,0 0 1 16,1 1 7-16,-1-2 1 15,0 3 1-15,-1-2 2 16,0-1-1-16,-1 0 4 16,-1-3-6-16,0 1 1 15,-1-2-1-15,-1 2 0 16,-1-5 3-16,0 1-3 16,-1-1-3-16,-3 2-4 15,0-4 4-15,-3 2-6 16,1-2 1-16,-4-1 5 0,2 0-5 15,1 0 5 1,-3 0-5-16,-1 0 0 0,-2-2 0 16,-1 1 0-16,-3-3 0 15,0 1 0-15,-4-3-1 16,1-5 0-16,-1-3 0 16,-3-4 0-16,-2-5 1 15,-4-4-1-15,-3-2-2 16,0-1-19-16,0 0-6 15,-10 3-1-15,-3-4 4 16,-5 4 4-16,-2-1-7 16,-4 0 15-16,-2-2-3 15,-3-1-22-15,-2-2 18 0,-3-3-2 16,-4-2-14-16,-5 0 2 16,-3 3-4-16,-3 4 4 15,-5 4-4-15,-2 6-18 16,-2 4-2-16,-3 5 41 15,-4 1 10-15,-2 5-17 16,-3 2-15-16,-5 1 12 16,2 3 5-16,-12 0-4 15,10 5 13-15,-2 0 11 16,-1 0 0-16,1 4 0 16,-23-1-11-16,-14 0-8 15,-6 1 12-15,3-1 7 0,4 1-10 16,2 0-12-16,0 0 5 15,-1-1 17-15,-3 4-16 16,0-1-5-16,2 3-6 16,2 3 18-16,4 0-18 15,5 0 1-15,4 6 10 16,6 2 17-16,2 1 0 16,6 0-1-16,-1 1 1 15,2 4 0-15,0-3 0 16,0 3 0-16,-3 3 0 15,-1-1 1-15,-2 4-1 16,-4-3 0-16,1 2-16 16,-2 0 14-16,1-2 1 15,1 0 1-15,1-1 1 16,3 0-1-16,14-2-1 0,14-4 1 16,14-3 0-16,1 1 0 15,-6 0 0-15,-7 3 0 16,-9-1 0-16,0 3-2 15,0 0-8-15,1 2 9 16,0 4 0-16,1 0 0 16,-3 3 0-16,2 2-10 15,-2 1 11-15,1 3 7 16,1 1-1-16,2 3-5 16,2 2 0-16,2 0 15 15,2 1-2-15,3-1-1 16,3-1-1-16,4 2-3 15,0 0 3-15,1 1-1 16,3 0 15-16,-1 3-1 16,1-1-6-16,0 3 18 0,3-2-18 15,2 2-4-15,4-2 19 16,6 0-8-16,3 2-17 16,6 0 10-16,3 1 21 15,1 1-4-15,5 0-3 16,0 3-1-16,3-2-9 15,2 2 1-15,1 0 11 16,4-2 21-16,1 1 0 16,0 1-2-16,0 0-18 15,9-2-3-15,2-3-6 0,5-2 1 16,0-1-1-16,4-2 5 16,2-6 1-16,3 0-11 15,2-5 5-15,4-3-9 16,2-3 3-16,0-6 6 15,1 0-10-15,4-5-4 16,2 0 2-16,5-5 1 16,4-3 2-16,2 0-3 15,4 0 3-15,0-5-7 16,-5-1-10-16,-5 1 0 16,-7-1 1-16,-7 3 5 15,-6 0-5-15,-5-1 7 16,-8 1-3-16,-4 2-5 15,-3 0 6-15,-2-1-1 16,0 1 2-16,-2-1-1 0,1 2-5 16,-2 0-1-1,2 0 0-15,-2 0 0 0,0 0-1 16,0 0 0-16,0 0-10 16,-2 0-20-16,-9 5-57 15,-11 2-597-15</inkml:trace>
  <inkml:trace contextRef="#ctx0" brushRef="#br0" timeOffset="138452.77">21056 6476 188 0,'0'0'125'0,"0"0"-74"15,0 0 301-15,0 0-131 16,0 0-75-16,0 0-51 16,-52-20-6-16,49 16 41 15,0-1-36-15,3 3 8 0,0-1-9 16,0 3-33-1,0-3-19-15,0-4-15 0,8-5-8 16,8-5-12-16,3-4-6 16,7-1 0-16,2-2-5 15,-3 7-14-15,-3 2-61 16,-6 6-76-16,-7 9-84 16,-6 0-151-16,-3 9-110 0</inkml:trace>
  <inkml:trace contextRef="#ctx0" brushRef="#br0" timeOffset="138597">21022 6522 347 0,'0'0'185'16,"0"0"-43"-16,0 0-30 15,0 0 38-15,0 0 4 16,0 0-42-16,87-13-47 0,-43-20-30 16,0-4-28-16,6-17-7 15,-14 10-72-15,-9 7-232 0</inkml:trace>
  <inkml:trace contextRef="#ctx0" brushRef="#br0" timeOffset="138798.75">21062 6110 950 0,'0'0'219'0,"0"0"-17"15,0 0-104-15,0 0-29 16,85-21 22-16,-32 21-5 15,3 7-19-15,-1 13-18 0,-7 7-22 16,-14 9-10-16,-14 7-16 16,-20 20-1-16,-36 36-20 15,-13-12-174-15,-17-2-286 16</inkml:trace>
  <inkml:trace contextRef="#ctx0" brushRef="#br0" timeOffset="146774.84">23597 10319 1202 0,'0'0'204'0,"0"0"7"15,0 0 115-15,0 0-18 16,0 0-194-16,0 0-62 16,202-93 58-16,-18 43 5 15,15-4-8-15,-7 6-11 16,-20 7-23-16,-9 5-25 0,-12 6-33 16,-21 4-14-16,-36 9 0 15,-32 5-1-15,-25 7 0 16,-19 3-7-16,-7 0-37 15,-10 2-84-15,-2 0-100 16,-80 22 2-16,2 4-279 16,-15 3-135-16</inkml:trace>
  <inkml:trace contextRef="#ctx0" brushRef="#br0" timeOffset="146977.78">23798 10524 977 0,'0'0'392'0,"0"0"-250"0,0 0 100 16,130 15 61-16,-38-20-58 16,29-26-63-16,14-8 12 15,0-6-66-15,-7 3-42 16,-11 4-38-16,-6 1-19 16,-9 3-17-16,-19 5-12 15,-22 5-1-15,10-1-93 16,-21 8-241-16,-9 1-687 0</inkml:trace>
  <inkml:trace contextRef="#ctx0" brushRef="#br0" timeOffset="151132.38">8340 12118 1388 0,'0'0'0'0</inkml:trace>
  <inkml:trace contextRef="#ctx0" brushRef="#br0" timeOffset="151720.59">8100 12141 1091 0,'0'0'356'15,"0"0"-126"-15,0 0 17 16,-88-90 10-16,74 85-38 15,6 5-59-15,2 29-107 16,6 36-33-16,0 25 4 0,0 5 15 16,0-17-8-16,11-23-16 15,0-15-13-15,3 0-1 16,8 3-1-16,2-6-8 16,1-12-3-16,-4-12 10 15,-1-13-1-15,-5 0 1 16,-2-24 0-16,1-10 1 15,0-5-2-15,-3 1 2 16,-2 8 0-16,-2 11 1 16,-2 14-1-16,-1 5 0 15,7 8 0-15,5 18 7 16,6 5 4-16,2 4 1 0,5-1-5 16,-1-6 4-16,0-6-2 15,-2-11-8-15,-1-10 20 16,-5-1 22-16,2-24 53 15,-1-24-30-15,-1-28-44 16,-6-33-10-16,-8-15-12 16,-6 4-11-16,-3 29-19 15,-3 38-24-15,0 25-3 16,-1 18-9-16,2 5 27 16,2 3 11-16,2 2-8 15,2 32-89-15,14 2-80 16,0 3-513-16</inkml:trace>
  <inkml:trace contextRef="#ctx0" brushRef="#br0" timeOffset="151883.26">9016 12075 1500 0,'0'0'277'15,"0"0"14"-15,0 0-129 16,0 0-63-16,0 0-99 15,0 0-16-15,0 0-308 16,102-31-889-16</inkml:trace>
  <inkml:trace contextRef="#ctx0" brushRef="#br0" timeOffset="152082.14">9622 11509 1846 0,'0'0'505'15,"0"0"-357"-15,0 0-84 16,0 0-48-16,-16 126-2 16,16-35 32-16,0 9-1 15,0-1-16-15,0-9 19 16,0-11-12-16,-8-13-36 16,-4-5-3-16,0-21-173 15,2-16-502-15</inkml:trace>
  <inkml:trace contextRef="#ctx0" brushRef="#br0" timeOffset="152272.75">9233 11814 1815 0,'0'0'296'0,"0"0"-85"15,86 37-84-15,14 3 9 16,34 11-19-16,8 5-15 15,-24-3-44-15,-36-6-33 16,-15 22-25-16,-21-15-109 16,-6-4-483-16</inkml:trace>
  <inkml:trace contextRef="#ctx0" brushRef="#br0" timeOffset="156404.66">14562 11144 1264 0,'0'0'538'0,"0"0"-313"15,0 0-100-15,0 0-47 16,0 0-17-16,0 0-36 16,-81 96-12-16,53 11 14 15,3 9 32-15,7-10 5 16,6-27 3-16,6-26-18 15,3-17-19-15,-2-8-27 16,4 1-3-16,-4-1-147 16,4-6-366-16,-5-11-405 0</inkml:trace>
  <inkml:trace contextRef="#ctx0" brushRef="#br0" timeOffset="156592.74">14225 11322 1333 0,'0'0'362'0,"0"0"-11"0,0 0-196 16,0 0-70-16,0 0-25 16,112 64 5-16,-60-16-6 15,6 8 29-15,2 7-5 16,-2-1-36-16,-3-1-27 16,-4-3-20-16,1-4-68 15,-12-16-306-15,-13-15-710 0</inkml:trace>
  <inkml:trace contextRef="#ctx0" brushRef="#br0" timeOffset="156741.25">14874 11415 1126 0,'0'0'819'0,"0"0"-528"16,0 0-88-16,0 0-126 15,0 0-48-15,0 0-29 16,0 0-35-16,61-19-153 15,-30 13-441-15</inkml:trace>
  <inkml:trace contextRef="#ctx0" brushRef="#br0" timeOffset="157198.19">15153 11076 1540 0,'0'0'315'0,"0"0"27"15,0 0-236-15,0 0-72 16,0 0-16-16,-3 80 13 16,19-39 9-16,2 2 6 15,3 2 21-15,1-6-15 16,-1-7-25-16,-2-7-12 16,-3-9-9-16,-2-8-6 15,-2-8 0-15,0-7 7 16,0-18-7-16,-3-7-39 15,0-5 14-15,-5 2 23 16,-2 6 2-16,-2 10 9 16,0 10 34-16,0 9 11 15,0 0-51-15,3 11-2 0,4 14-1 16,8 3 11 0,3 1 3-16,6 1-1 0,1-4 8 15,4-8-9-15,-3-7 31 16,1-8 2-16,0-3-6 15,0-13 6-15,3-15-17 16,-2-9-11-16,-1-9-10 16,-5-5-7-16,-9-7-10 15,-10 1-48-15,-3 4-32 16,-9 14-2-16,-41 22-56 16,1 15-220-16,-8 2-533 0</inkml:trace>
  <inkml:trace contextRef="#ctx0" brushRef="#br0" timeOffset="157491.85">14267 11156 1460 0,'0'0'309'0,"0"0"-217"16,0 0-42-16,0 0-4 15,0 0-21-15,0 0-25 16,0 0 12-16,37 82 38 16,-16 31 48-16,-5 19-9 15,2 0 10-15,0-8 15 16,6-20-8-16,13-11-8 16,2-18-40-16,0-18-3 0,-2-16 9 15,6-15-35-15,21-1-29 16,45-25-84-16,-10-6-242 15,-7-26-564-15</inkml:trace>
  <inkml:trace contextRef="#ctx0" brushRef="#br0" timeOffset="157744.85">15587 10728 1768 0,'0'0'224'0,"0"0"-114"0,0 0-48 16,0 0-41-16,0 0-11 16,86 39-4-16,-20 13 32 15,14 26 51-15,7 22-36 16,-7 8 26-16,-19-3 35 16,-20-7-17-16,-28-3-18 15,-13 9-28-15,-27 7-23 16,-37 0-28-16,-34-2-65 15,10-33-481-15,-11-17-882 0</inkml:trace>
  <inkml:trace contextRef="#ctx0" brushRef="#br0" timeOffset="158354.11">8473 13268 1169 0,'0'0'172'0,"0"0"-118"15,0 0 10-15,0 0 17 16,173-80-11-16,-25 10 0 16,24-9 3-16,11 1-12 15,-7 6-24-15,-22 10-24 16,-8 6-3-16,-21 4-10 16,-32 16-12-16,-34 15-14 15,-30 13-28-15,-34 11-16 16,-20 14-173-16,-17 6-669 0</inkml:trace>
  <inkml:trace contextRef="#ctx0" brushRef="#br0" timeOffset="158534.22">8715 13355 1603 0,'0'0'187'16,"0"0"-142"-16,0 0-23 15,0 0 62-15,160-22-5 16,-10-36 3-16,35-16-25 15,23-9-33-15,8 2-12 16,12 7-11-16,24-3-1 16,15-5-25-16,-54 19-254 15,-44 7-940-15</inkml:trace>
  <inkml:trace contextRef="#ctx0" brushRef="#br0" timeOffset="159038.59">15322 12065 515 0,'0'0'770'0,"0"0"-440"15,0 0-52-15,0 0-14 16,0 0 15-16,0 0-91 16,0 0-74-16,44 20-29 15,36-51-25-15,32-15-14 0,6-5-27 16,-14 10-5-16,-29 11-14 15,-30 13-1-15,-12 6-24 16,-4 0-17-16,-3 5-19 16,-26 6-190-16,0 9-315 15,-29 10-166-15</inkml:trace>
  <inkml:trace contextRef="#ctx0" brushRef="#br0" timeOffset="159216.75">15205 12392 1839 0,'0'0'216'16,"0"0"-120"-16,95 10 70 16,7-10 77-16,41-19-33 0,15-11-86 15,-3-10-39 1,-19-1-34-16,-30 4-33 0,-21 6-18 16,-26 9 0-16,-18 10-33 15,-20 7-218-15,-20 5-652 0</inkml:trace>
  <inkml:trace contextRef="#ctx0" brushRef="#br0" timeOffset="171615.26">22337 7645 98 0,'0'0'222'16,"0"0"-109"-16,0 0-24 16,0 0-5-16,0 0 58 15,0 0 24-15,57 21 33 16,-21-10-14-16,7 0-16 16,9-6 5-16,19-5 7 0,25-10 13 15,27-33-46-15,8-12-34 16,-7-11-26-16,-14-6-24 15,-34 15-21-15,-3-14-22 16,-19-3-6-16,-18-3-6 16,-11-10 1-16,-25 6-1 15,-10-3 2-15,-25-4 18 16,-14 2 10-16,0 12-15 16,1 18-14-16,3 15-9 15,-13-4-1-15,-27-7-20 16,-25-3-2-16,-11 3-71 15,23 26 25-15,24 15-42 16,27 11 64-16,-10 11 1 0,-29 23 3 16,-23 30 14-1,-11 19 21-15,18 12 7 0,27 1 0 16,26-6 11-16,15 4 14 16,15 0 7-16,14 3 30 15,5 5 29-15,22-6-1 16,14-1-5-16,10-6-3 15,8-9-30-15,-2-15 17 16,-1-16 17-16,-9-17-13 16,4-10-29-16,9-2-22 15,4-4-4-15,4-6 2 16,-6-10-7-16,-8-4-1 16,-7-21-5-16,-8-7-1 15,-6-3-6-15,-6-5-16 0,-9 4-64 16,-13 0-104-16,-2 8-182 15,-17 10-390-15</inkml:trace>
  <inkml:trace contextRef="#ctx0" brushRef="#br0" timeOffset="171767.83">22658 7615 2016 0,'0'0'234'15,"0"0"-172"-15,0 0-62 0,0 0-19 16,0 0-139 0,0 0-415-16</inkml:trace>
  <inkml:trace contextRef="#ctx0" brushRef="#br0" timeOffset="174022.94">15807 10340 1565 0,'0'0'534'0,"0"0"-237"16,0 0 12-16,0 0-73 0,0 0-92 16,0 0-71-1,0 0-37-15,23 40 65 0,-7 8-6 16,2 7-32-16,-3 4-28 16,-2-7-19-16,-1-3-8 15,-3-7-7-15,-1-9-1 16,-1-7 0-16,-2-8-9 15,-5-7-64-15,0-8-86 16,-12-3-83-16,-9-9-346 16,-6-9-406-16</inkml:trace>
  <inkml:trace contextRef="#ctx0" brushRef="#br0" timeOffset="174222.85">15507 10510 101 0,'0'0'1850'0,"0"0"-1237"16,0 0-305-16,80-80-110 16,3 28-10-16,27-10-69 15,11-3-51-15,-5 7-41 16,-14 11 9-16,-27 14-21 16,-17 9-8-16,-17 7-7 15,-2 2-37-15,-9 3-267 16,-11 1-970-16</inkml:trace>
  <inkml:trace contextRef="#ctx0" brushRef="#br0" timeOffset="206115.15">9032 12855 1126 0,'0'0'127'0,"0"0"-127"16,0 0-32-16,0 0 26 15,0 0-72-15,0 0 62 0,53-50-101 16,29 13-101-16,15-9-169 15</inkml:trace>
  <inkml:trace contextRef="#ctx0" brushRef="#br0" timeOffset="206328.03">15915 11151 1235 0,'0'0'128'0,"0"0"-128"0,-124 0-70 16,81 0-114-16,8-3-92 15</inkml:trace>
  <inkml:trace contextRef="#ctx0" brushRef="#br0" timeOffset="207988.46">22337 7824 836 0,'0'0'152'0,"0"0"8"15,0 0-76-15,0 0 12 16,0 0-29-16,0 0-17 16,-3 3-2-16,9-3 32 15,8 3 51-15,1-2-28 16,1 1-21-16,1 1-47 16,0 0-24-16,0 1-9 15,2 0-1-15,-2 2-1 16,4 4-23-16,-6-3-303 15,-5-2-612-15</inkml:trace>
  <inkml:trace contextRef="#ctx0" brushRef="#br0" timeOffset="208401.89">20773 7793 1669 0,'0'0'256'0,"0"0"-1"16,0 0-92-16,0 0-61 16,0 0-29-16,0 0-39 15,0 0 5-15,112-87-14 16,-54 52-15-16,1 4-10 15,-3 1 0-15,-10 6-34 16,-13 10-130-16,-24 14-176 0,-9 4-237 16,-12 16-49-16</inkml:trace>
  <inkml:trace contextRef="#ctx0" brushRef="#br0" timeOffset="208528.03">20794 7962 751 0,'0'0'317'15,"0"0"-64"-15,0 0-77 16,-21 81-86-16,31-79-20 15,18-2 0-15,16-27-12 16,11-13-27-16,37-38-31 16,-14 9-117-16,-9 4-470 0</inkml:trace>
  <inkml:trace contextRef="#ctx0" brushRef="#br0" timeOffset="208751.89">21083 7381 1570 0,'0'0'224'16,"0"0"-162"-16,101-50-36 15,1 34 83-15,11 12 55 16,-14 4-41-16,-26 24-39 16,-36 4-50-16,-13 9-15 15,-9 24-5-15,-15 24-14 16,-34 31-1-16,-38 0-23 15,-21-16-217-15,14-35-341 16,18-33-470-16</inkml:trace>
  <inkml:trace contextRef="#ctx0" brushRef="#br0" timeOffset="209675.13">20136 5917 694 0,'0'0'193'0,"0"0"28"16,0 0 17-16,0 0 9 0,0 0-1 16,-79-3-98-16,50 34-22 15,-3 11-11-15,-1 12-5 16,4 8-12-16,9 3-5 15,12 1-20-15,8-1-36 16,20-1-22-16,21-2-4 16,10 1 1-16,6 2-5 15,10 11 8-15,-15-6-14 16,-6 0 7-16,-10 11-2 16,-27 2-6-16,-6-2 1 15,-3-9-1-15,-21-14 0 16,-7-14 1-16,-7 0-1 15,-6-5 1-15,3-11 0 0,4-19 1 16,6-9 11 0,6-6-13-16,9-17-1 0,10 2 0 15,3 3 0-15,11 7 1 16,17 10-1-16,10 1 0 16,6 21 1-16,6 15 0 15,6 22 20-15,-1 30 20 16,-7 34 18-16,-12 15 8 15,-18 4-18-15,-11-2 0 16,-5-11 1-16,-2 3 8 16,0 1-14-16,0-1-5 15,0-3-10-15,6-9-1 0,7-1-1 16,7-8 4 0,2-5-4-16,1-22-3 0,-6-20-14 15,-2-21-8-15,-1-9 0 16,2 3 0-16,3-2-1 15,-1-3 0-15,-3-11 0 16,-3-11-28-16,-6-9-35 16,-4 0-43-16,-2-12-68 15,-4-26-163-15,-10 4-308 16,-4 0-664-16</inkml:trace>
  <inkml:trace contextRef="#ctx0" brushRef="#br0" timeOffset="209833.18">20749 9206 2476 0,'0'0'292'15,"0"0"-47"-15,0 0-162 16,0 0-44-16,0 0-16 16,0 0-23-16,0 0-76 15,-27-21-466-15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23:53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26629 11778 740 0,'0'0'952'16,"0"0"-753"-16,0 0-17 15,0 0 36-15,0 0-21 16,0 0-93-16,-17-62-76 16,17 81-26-16,0 11 23 0,0 9 39 15,0 3 1 1,-4 3-10-16,-6-3-19 0,-1 0-17 16,-1-7-7-16,-1-4-6 15,1-4-5-15,-3-7-1 16,3-4-1-16,0-6 1 15,3-7-2-15,0-3 1 16,3 0-9-16,-1-12 0 16,4-3 9-16,1 0-8 15,2-1 0-15,0 5 0 16,12 5-2-16,6 3-1 16,7 3 5-16,7 0 5 15,4 5 1-15,1 2 0 0,3 1-7 16,-3-1-11-16,-2-5-39 15,-7-2-14-15,-4 0-10 16,-8 0 24-16,-4-7 32 16,-7-8 18-16,-5-2 8 15,0-4 1-15,0-3-1 16,-8-1 12-16,-2-1 0 16,2 4 15-16,2 4 34 15,3 6 7-15,2 10 29 16,1 2-40-16,0 7-38 15,0 16-10-15,7 15 43 16,4 4-4-16,1 4-22 16,-2 1-19-16,-1-3-7 0,0-3 0 15,-5-2-67 1,-2 7-157-16,-2-9-87 0,0-9-570 0</inkml:trace>
  <inkml:trace contextRef="#ctx0" brushRef="#br0" timeOffset="389.81">27147 12175 476 0,'0'0'1163'16,"0"0"-852"-16,0 0-29 16,0 0-106-16,-2 89-58 15,2-68-75-15,0-1-28 16,0-3-10-16,0-2-5 16,0-8-63-16,0-3-263 0,0-4-565 0</inkml:trace>
  <inkml:trace contextRef="#ctx0" brushRef="#br0" timeOffset="726.32">27385 11775 1515 0,'0'0'258'0,"0"0"24"15,0 0-63-15,0 0-30 16,0 0-43-16,-39 91-19 0,39-73-38 16,0-1-23-16,0-2-9 15,11 2-6-15,5-3-17 16,4 1-7-16,3-1-12 16,4 1-8-16,0-1-6 15,-3 0-1-15,-6 1 0 16,-3-1-2-16,-11 0-5 15,-4 0-5-15,0 2 4 16,-16-3-2-16,-8 2-24 16,-8-4-105-16,-21-7-143 15,5-4-205-15,6 0-391 0</inkml:trace>
  <inkml:trace contextRef="#ctx0" brushRef="#br0" timeOffset="879.47">27421 11564 1326 0,'0'0'227'15,"0"0"-54"-15,106-24-110 16,-36 20-63-16,-12 1-41 16,-7 0-266-16</inkml:trace>
  <inkml:trace contextRef="#ctx0" brushRef="#br0" timeOffset="1095.74">27917 11305 1450 0,'0'0'238'0,"59"74"67"16,-2 8-11-16,14 29-73 15,-11 15-83-15,-29-2-80 16,-31-11-35-16,-55-17-23 16,-30-10-170-16,10-27-397 15,-1-21-1095-15</inkml:trace>
  <inkml:trace contextRef="#ctx0" brushRef="#br0" timeOffset="1485.85">26414 11618 1443 0,'0'0'396'0,"0"0"-38"15,0 0-110-15,-76 117 4 16,52-24-55-16,8 26-59 15,13 5-33-15,7-8-41 16,25-30-23-16,8-26-22 16,1-17-16-16,25-3-3 15,59-3-52-15,-8-9-207 16,7-14-539-16</inkml:trace>
  <inkml:trace contextRef="#ctx0" brushRef="#br0" timeOffset="2800.38">28993 11768 793 0,'0'0'821'0,"0"0"-480"16,0 0-52-16,0 0-52 15,0 0-25-15,0 0-49 16,0 0-6-16,66 5-22 15,-22-5-11-15,13 0-25 0,7-5-32 16,3-9-20 0,0-3-22-16,-4 1-11 0,-5-3-8 15,-7 2-5-15,-12 0 0 16,-9 4-1-16,-13 2-1 16,-9 2-35-16,-8 2-72 15,0-3-42-15,-8 0-71 16,-30-2-255-16,2 2-227 15,-1 3-530-15</inkml:trace>
  <inkml:trace contextRef="#ctx0" brushRef="#br0" timeOffset="3117.17">29175 11476 1292 0,'0'0'488'0,"0"0"-100"16,0 0-46-16,0 0-35 16,0 0-103-16,0 0-71 15,0 0-31-15,5 50 40 16,6-1-9-16,0 6-28 16,1 8-33-16,0-2-22 15,-3-3 17-15,0-1-23 16,1-5-20-16,-1-6-15 0,-1-3-8 15,-2-8 1 1,1-7-2-16,-4-7-1 0,0-5-47 16,-2-8-68-16,-1-4-73 15,0-4-74-15,-1-10-325 16,-7-6-782-16</inkml:trace>
  <inkml:trace contextRef="#ctx0" brushRef="#br0" timeOffset="11847.69">30648 11350 1107 0,'0'0'326'16,"0"0"-135"-16,-84 38 58 15,52-13-55-15,10-2-66 16,11-1-37-16,10-7-25 15,1-3-13-15,12-4 8 16,10 0 40-16,5 0 21 16,4 0-6-16,2 1-28 0,3 5-29 15,-2 3-11 1,1 4-17-16,-4 2-9 16,-6 4-11-16,-7-1-1 0,-10 1-2 15,-8 0-1-15,0-1-1 16,-18-3-4-16,-5 0-2 15,-4-6-10-15,-4 0-50 16,0-9-86-16,-1-4-68 16,-7-7-39-16,7-12-261 15,7-5-383-15</inkml:trace>
  <inkml:trace contextRef="#ctx0" brushRef="#br0" timeOffset="12042.67">30689 11313 1575 0,'0'0'359'15,"0"0"-37"-15,0 0-128 16,103-30-55-16,-55 19-66 16,2 1-45-16,-2 0-28 15,0 4-18-15,14-2-157 16,-14 2-386-16,-3 3-521 0</inkml:trace>
  <inkml:trace contextRef="#ctx0" brushRef="#br0" timeOffset="13269.01">31106 11780 1077 0,'0'0'283'15,"0"0"13"1,0 0-21-16,0 0-68 0,0 0-105 15,0 0-58-15,0 0-16 16,0 32 33-16,0-6-9 16,0 2-20-16,0 0-17 15,0 0-6-15,0-3-9 16,0-5-1-16,0-3-35 16,3-5-183-16,2-5-329 15,-2-5-485-15</inkml:trace>
  <inkml:trace contextRef="#ctx0" brushRef="#br0" timeOffset="13575.08">31254 11301 1249 0,'0'0'307'15,"0"0"-6"-15,0 0-17 16,0 0-101-16,0 0-80 0,0 0-47 16,0 0 53-16,9 63-17 15,3-22-50-15,3-1-26 16,-3 1-8-16,1-1-8 15,-2-4-16-15,1 8-141 16,-2-11-160-16,-5-7-487 0</inkml:trace>
  <inkml:trace contextRef="#ctx0" brushRef="#br0" timeOffset="14063.55">31644 11022 1092 0,'0'0'283'15,"0"0"22"-15,0 0-43 16,80 8-92-16,-35 43-21 16,7 31-40-16,6 23-30 15,-6 7-36-15,-17-5-9 16,-28-12-14-16,-11-23-20 15,-56 1-22-15,4-20-190 16,-7-16-495-16</inkml:trace>
  <inkml:trace contextRef="#ctx0" brushRef="#br0" timeOffset="14483.94">30413 11148 1043 0,'0'0'241'0,"0"0"19"16,0 0 35-16,-112 59-45 15,82-1-64-15,5 29-56 16,8 30-26-16,13 6-19 15,4-19-31-15,10-27-20 16,11-32-18-16,9-3-15 16,23 9-1-16,32 8-6 15,37 0-16-15,-13-13-162 0,-14-24-415 0</inkml:trace>
  <inkml:trace contextRef="#ctx0" brushRef="#br0" timeOffset="24758.81">30875 12501 307 0,'0'0'1169'0,"0"0"-924"16,0 0 17-16,0 0-8 15,0 0-21-15,0 0-46 16,8-65-67-16,-6 68-70 15,2 16-32-15,0 12-3 16,1 9 15-16,1 7 1 16,-3 2-11-16,0 0-11 15,-2-1-9-15,1-4-6 16,-1-6-131-16,-1 0-173 16,0-11-363-16,0-10-692 0</inkml:trace>
  <inkml:trace contextRef="#ctx0" brushRef="#br0" timeOffset="25002.64">31129 12736 1249 0,'0'0'400'0,"0"0"-223"16,0 0 87-16,0 0-37 15,0 77-68-15,0-49-48 16,0-2-27-16,4-2-46 16,1-5-26-16,1-4-10 0,-3-3-2 15,0-4-74 1,-3-6-152-16,0-2-371 0,0 0-758 16</inkml:trace>
  <inkml:trace contextRef="#ctx0" brushRef="#br0" timeOffset="25316.93">31426 12393 1502 0,'0'0'314'0,"0"0"-38"15,0 0-49-15,0 0-56 16,0 0-32-16,-70 87-21 15,70-62-42-15,0-1-22 0,1-2-9 16,13 0-14-16,5-2-8 16,3 2-1-16,7-3-5 15,-1 3-10-15,2 1-1 16,-6-2 2-16,-3 0-8 16,-7-1 1-16,-9-1-1 15,-5 1-2-15,-5-1-11 16,-17-2-40-16,-9-3-69 15,-26-5-99-15,7-3-238 16,5-6-205-16</inkml:trace>
  <inkml:trace contextRef="#ctx0" brushRef="#br0" timeOffset="25472.14">31448 12347 788 0,'0'0'519'15,"0"0"-349"-15,91-22 13 16,-42 13-91-16,-1 3-58 16,10 1-34-16,-12 5-200 15,-13-2-584-15</inkml:trace>
  <inkml:trace contextRef="#ctx0" brushRef="#br0" timeOffset="25685.22">31905 12147 1579 0,'0'0'229'0,"0"0"13"16,77 86-28-16,-32-34 7 16,4 7-47-16,-4 3-87 15,-11 0-53-15,-16 0-25 16,-18 1-9-16,-67 21-140 15,-9-15-165-15,-11-15-461 0</inkml:trace>
  <inkml:trace contextRef="#ctx0" brushRef="#br0" timeOffset="26013.83">30701 12380 1068 0,'0'0'298'0,"0"0"25"16,0 0-66-16,-82 34-12 15,50 13-61-15,6 30-19 16,8 27-19-16,13-3-48 16,5-17-19-16,24-27-15 0,24-10-29 15,40 11-14-15,49 7-9 16,27-6-12-16,6-25-54 16,-45-19-423-16,-43-15-1118 0</inkml:trace>
  <inkml:trace contextRef="#ctx0" brushRef="#br0" timeOffset="27477.28">32198 10858 1167 0,'0'0'405'16,"0"0"-93"-16,0 0 29 15,0 0-57-15,0 0-29 16,0 0-80-16,-1-46-72 16,1 46-48-16,0 12-37 15,1 11 12-15,8 8 14 16,2 5-14-16,1 3-17 15,-3 0-11-15,-2-4-2 16,-1-5 0-16,0-3-24 16,-6-6-84-16,0-3-152 15,-6-5-250-15,-6-7-351 0</inkml:trace>
  <inkml:trace contextRef="#ctx0" brushRef="#br0" timeOffset="27661.44">31997 10822 1510 0,'0'0'335'0,"0"0"-139"16,0 0-10-16,163-43-78 16,-41 24-52-16,11 2-35 15,-16 9-21-15,-40 8-180 16,-43 0-639-16</inkml:trace>
  <inkml:trace contextRef="#ctx0" brushRef="#br0" timeOffset="30960.11">26738 13198 1485 0,'0'0'340'0,"0"0"-100"15,0 0-81-15,0 0-66 16,0 0-19-16,0 0 18 15,-3 97-10-15,-11-54-26 16,1-1-21-16,-2-4-16 16,0-3-7-16,2-5-10 15,4-5-1-15,3-8 0 16,3-5 1-16,3-1-1 0,0-5-1 16,1 1-1-16,13-4-1 15,7-2-8-15,5-1-16 16,6 0-4-16,2 0-2 15,-3-11-20-15,-2-4-2 16,-7-2 15-16,-7-2 20 16,-5-1 18-16,-4 1 1 15,-1 5 7-15,-4 4 31 16,1 5 44-16,-1 5-8 16,2 0-29-16,0 5-31 15,6 17 6-15,-1 6 27 16,-1 7-13-16,1 2-13 15,-1 2-14-15,-3 1-5 16,-1-2-2-16,0 13-116 16,-1-10-188-16,-2-12-593 0</inkml:trace>
  <inkml:trace contextRef="#ctx0" brushRef="#br0" timeOffset="31149.37">27130 13426 1662 0,'0'0'488'16,"0"0"-340"-16,0 0-24 15,0 0 20-15,0 0-63 16,0 0-47-16,66 86-28 0,-56-64-6 16,2 2-46-1,-3-7-223-15,-2-10-503 0</inkml:trace>
  <inkml:trace contextRef="#ctx0" brushRef="#br0" timeOffset="31403.45">27401 13121 345 0,'0'0'1527'0,"0"0"-1220"15,0 0-33-15,0 0-81 16,0 0-61-16,0 0-18 15,17 84 0-15,17-67-24 16,8-3-36-16,-2-1-20 0,2-1-17 16,-5 1-8-16,-6 0-3 15,-8 4-6-15,-10 1 1 16,-10 4-1-16,-3 3-29 16,-10 0-40-16,-32 9-134 15,5-7-279-15,-2-7-260 0</inkml:trace>
  <inkml:trace contextRef="#ctx0" brushRef="#br0" timeOffset="31539.44">27428 13121 1179 0,'0'0'560'16,"0"0"-339"-16,121-75-83 15,-58 49-86-15,20 3-52 16,-13 6-25-16,-19 6-369 0</inkml:trace>
  <inkml:trace contextRef="#ctx0" brushRef="#br0" timeOffset="31765.57">27843 12751 1625 0,'0'0'292'15,"0"0"-19"-15,103 41-8 16,-45 0 35-16,-1 7-130 16,1 21-71-16,-12 15-44 15,-28 17-33-15,-18 7-13 0,-36-8-9 16,-19-18-5-16,-24-9-111 16,15-20-364-16,4-17-304 0</inkml:trace>
  <inkml:trace contextRef="#ctx0" brushRef="#br0" timeOffset="32049.18">26529 13004 816 0,'0'0'806'0,"0"0"-567"0,0 0 38 16,-54 134-48-16,48-18-4 15,6 19-39-15,12 10-40 16,27-2-5-16,13-17-62 16,21-12-37-16,18-16-22 15,15-23-19-15,21-20-1 16,13-24-10-16,-27-14-198 15,-19-17-710-15</inkml:trace>
  <inkml:trace contextRef="#ctx0" brushRef="#br0" timeOffset="33216.85">28902 13199 447 0,'0'0'1106'0,"0"0"-758"15,0 0-34-15,0 0-215 16,0 0-60-16,0 0-25 16,0 0-12-16,0 0-2 15,27-3 24-15,10-4-2 16,9-3-6-16,4-2-8 15,-1-4-7-15,-6 0 0 16,-4-1-1-16,-14-2-91 16,-10 4-281-16,-15 3-505 0</inkml:trace>
  <inkml:trace contextRef="#ctx0" brushRef="#br0" timeOffset="33418.95">29042 12964 1179 0,'0'0'343'0,"0"0"-29"0,0 0-132 16,0 0-111-16,0 0-21 15,20 76 40-15,-4-32-11 16,-1 9-25-16,0 1 0 16,-3-1 14-16,1-2-23 15,-1 0-30-15,7 9-15 16,-5-11-157-16,1-13-910 0</inkml:trace>
  <inkml:trace contextRef="#ctx0" brushRef="#br0" timeOffset="34632.16">30969 12480 26 0,'0'0'624'16,"0"0"-247"-16,0 0-135 15,0 0-27-15,0 0-50 16,0 0-51-16,0 0-63 16,-86-8-27-16,72 11-5 15,5 0 1-15,2 0-2 16,3-2-2-16,1 1-1 15,1-2-1-15,2 1 1 16,0-1-6-16,0 0-3 16,0 0-5-16,0 0 6 15,0 0-6-15,0 0-1 0,0 2-10 16,0 3-23 0,0 1-262-16,0-3-655 0</inkml:trace>
  <inkml:trace contextRef="#ctx0" brushRef="#br0" timeOffset="35498.17">30661 13234 5 0,'0'0'1381'15,"0"0"-1022"-15,0 0 18 16,0 0-131-16,0 0-124 16,0 0-91-16,0 0-29 0,-13 40 7 15,24 0 38-15,0 10 14 16,3 2-7-16,0-1-5 15,1 0-4-15,-2-4-15 16,-1-3-20-16,-4-3-8 16,-4-4-2-16,-2-6-9 15,-2-2-129-15,-5 0-126 16,-10-9-279-16,-1-11-245 0</inkml:trace>
  <inkml:trace contextRef="#ctx0" brushRef="#br0" timeOffset="35677.32">30568 13641 46 0,'0'0'1432'16,"0"0"-1110"-16,0 0-70 15,0 0-128-15,0 0 56 16,0 0-30-16,99 43-41 16,-55-23-47-16,1-3-41 15,0-3-13-15,-6-1-8 16,-1 0-33-16,-9-6-209 15,-10-6-457-15</inkml:trace>
  <inkml:trace contextRef="#ctx0" brushRef="#br0" timeOffset="35867.18">30910 13511 1589 0,'0'0'313'0,"0"0"-24"0,0 0-24 15,-21 90-42-15,17-45-65 16,4 0-58-16,0 5-50 16,0-2-32-16,0-3-17 15,10 9-1-15,2-13-205 16,1-12-672-16</inkml:trace>
  <inkml:trace contextRef="#ctx0" brushRef="#br0" timeOffset="36532.46">30550 14279 1249 0,'0'0'351'0,"0"0"-8"0,0 0-106 15,0 0-81-15,-92 100-33 16,71-21-45-16,8 17-4 16,11-5 9-16,2-18 1 15,8-23-18-15,9-10-30 16,7 5-14-16,4 2-12 16,7-2-10-16,1-13-16 15,10-32-159-15,-11 0-386 0,-6-27-598 16</inkml:trace>
  <inkml:trace contextRef="#ctx0" brushRef="#br0" timeOffset="36767.76">30753 14404 1445 0,'0'0'314'16,"0"0"0"-16,0 0-112 15,0 0-38-15,0 0-23 16,-15 85-23-16,36-55-39 15,9 2-39-15,0 1-20 16,1 3-5-16,-4-1-15 16,-6-1 1-16,-9 0-1 0,-8-3 0 15,-4-2 0-15,-4-4-8 16,-16-4-113-16,-21-9-86 16,5-4-91-16,0-8-373 15</inkml:trace>
  <inkml:trace contextRef="#ctx0" brushRef="#br0" timeOffset="36917.72">30695 14358 1280 0,'0'0'305'16,"0"0"-19"-16,91-42-130 16,-36 31-83-16,9 7-51 15,7 4-22-15,12 12-14 16,-17 8-333-16,-16 1-874 0</inkml:trace>
  <inkml:trace contextRef="#ctx0" brushRef="#br0" timeOffset="37109.9">31210 14596 114 0,'0'0'1572'0,"0"0"-1282"16,0 0 41-16,-2 74-95 15,14-42-64-15,1 0-94 16,1 0-47-16,-1-4-20 16,-2-6-11-16,-2-6 0 15,4-16-172-15,-4 0-351 16,0-18-524-16</inkml:trace>
  <inkml:trace contextRef="#ctx0" brushRef="#br0" timeOffset="37372.59">31479 14301 388 0,'0'0'1306'0,"0"0"-1073"15,0 0 63-15,0 0-96 16,-47 88-59-16,47-57-47 16,15 3-22-16,8-5-1 15,4-3-23-15,0-1-16 16,0-5-15-16,-3-4-3 15,-5 1-14-15,-4-3 1 16,-3 0 0-16,-6-1-1 0,-6-1 0 16,0 2-8-16,-16-1-45 15,-11-1-77-15,-27-7-120 16,3-4-142-16,2-1-445 0</inkml:trace>
  <inkml:trace contextRef="#ctx0" brushRef="#br0" timeOffset="37500.33">31381 14398 704 0,'0'0'641'16,"0"0"-407"-16,82-51-20 15,-31 31-114-15,7 1-66 16,25 2-34-16,-12 5-22 0,-18 1-475 0</inkml:trace>
  <inkml:trace contextRef="#ctx0" brushRef="#br0" timeOffset="37713.2">31705 13900 1642 0,'0'0'309'0,"0"0"-83"15,104 36-24-15,-16 17-50 16,24 32-48-16,-2 18 9 15,-23 11-10-15,-44 3-36 0,-43-6-35 16,-33 6-32 0,-12-27-30-16,-11-16-566 0</inkml:trace>
  <inkml:trace contextRef="#ctx0" brushRef="#br0" timeOffset="40913.17">27415 14648 2 0,'0'0'1275'0,"0"0"-1077"15,0 0-55-15,-96-14 60 0,73 17-67 16,6 19-91-16,5 26-34 16,8 2 10-16,4 9 25 15,0 7 39-15,3-12-2 16,11 4-25-16,5-8-32 16,1-10-24-16,4-8-2 15,4-5-26-15,-5-9-270 16,-5-9-447-16</inkml:trace>
  <inkml:trace contextRef="#ctx0" brushRef="#br0" timeOffset="41321.82">27497 14584 1081 0,'0'0'333'0,"0"0"-73"16,0 0-45-16,0 0-118 15,0 0-43-15,0 0-22 16,0 0 17-16,22 78-2 16,-11-42 16-16,2 3-15 15,4 4 14-15,-2-1-30 16,1-2 8-16,-1-6-20 16,1-7-8-16,-2-5-12 15,-1-8 1-15,-4-8 7 16,-1-6-8-16,-1-3 8 15,-1-17 1-15,0-9-9 16,-2-5 1-16,-1-4 5 0,0-1-5 16,-1 8 1-16,2 9 4 15,-2 7-5-15,-1 11 20 16,2 4-11-16,3 7-10 16,3 16 1-16,3 8 0 15,-1 3 18-15,-1 4-10 16,-1 1-7-16,-3 1-1 15,0 1-1-15,3 13-32 16,0-9-226-16,-3-9-214 0</inkml:trace>
  <inkml:trace contextRef="#ctx0" brushRef="#br0" timeOffset="41558.06">28041 14867 1305 0,'0'0'310'15,"0"0"-194"-15,0 0-49 16,0 0 45-16,0 0-2 16,50 85-48-16,-37-53-31 15,-2-1-17-15,-4-2-12 0,0-7-2 16,-2-5-97-16,-4-7-441 15,-1-8-681-15</inkml:trace>
  <inkml:trace contextRef="#ctx0" brushRef="#br0" timeOffset="41864.03">28280 14579 1423 0,'0'0'256'0,"0"0"-29"16,0 0-3-16,-51 80-76 16,51-55-63-16,0-2 18 15,14-3-11-15,8-1-37 16,6-4-9-16,2 0-3 0,3-1-11 16,0-2-4-1,-2 0-10-15,-2-1-9 0,-6 1-8 16,-3 1 0-16,-8 1 0 15,-6 4 0-15,-6 0 5 16,0 3-6-16,-9 1-15 16,-10 0-58-16,-7-4-79 15,-16-6-38-15,5-6-126 16,1-6-321-16</inkml:trace>
  <inkml:trace contextRef="#ctx0" brushRef="#br0" timeOffset="42021.38">28240 14633 811 0,'0'0'609'0,"0"0"-409"15,0 0-38-15,0 0-55 16,104-38-56-16,-62 34-43 16,18 2-8-16,-10 2-161 15,-12 0-454-15</inkml:trace>
  <inkml:trace contextRef="#ctx0" brushRef="#br0" timeOffset="42248.36">28458 14297 201 0,'0'0'1201'0,"0"0"-972"15,0 0-54-15,0 0-67 0,104 33 15 16,-31 16-19-16,9 27-8 16,-7 27-57-16,-23 18-22 15,-39 8-17-15,-28-7-6 16,-20-34-210-16,-9-22-600 0</inkml:trace>
  <inkml:trace contextRef="#ctx0" brushRef="#br0" timeOffset="45773.43">30932 14248 129 0,'0'0'60'16,"0"0"446"-16,0 0-216 15,0 0-70-15,0 0 33 0,0 0-8 16,0 0-5 0,8-71-25-16,-8 62-30 0,-2 6-20 15,1 0-3-15,-2 3-29 16,1 0-54-16,-3 4-42 15,-1 20-25-15,-4 11 5 16,0 12 23-16,-1 6 11 16,2 4-17-16,2-2-5 15,2-5-16-15,1-3-7 16,-1-6-6-16,0-4 1 16,-1-7-1-16,1-8 1 15,1-7-1-15,1-7 1 16,1-6-1-16,-3-2 1 15,0-2 8-15,-1-14-9 16,0-3 0-16,1 1-1 0,5 2-1 16,0 5 1-16,0 2-1 15,0 6-4-15,8 3 5 16,8 0-1-16,4 0 1 16,6 9-5-16,6 2 6 15,-1 2-1-15,2-1 1 16,0-2 0-16,-5-2 0 15,-3-4-1-15,-5-2 1 16,-7-2-12-16,-3 0-24 16,-7-10 5-16,-3-6 8 15,0-2 7-15,0-3 8 16,-8 1 7-16,-1 3 1 0,1 5 0 16,4 3 0-16,-1 7 20 15,4 2 7-15,1 4-11 16,0 20-6-16,0 8 31 15,0 12-2-15,0 4 10 16,0 7-1-16,0-1-10 16,1-2-22-16,2-4-10 15,-1-7-6-15,-1-6 1 16,-1-8-1-16,0-12-32 16,0-8-124-16,-10-14-141 15,-5-13-401-15,-3-9-618 0</inkml:trace>
  <inkml:trace contextRef="#ctx0" brushRef="#br0" timeOffset="46518.67">30896 14156 522 0,'0'0'579'0,"0"0"-330"16,0 0 4-16,0 0 33 0,0 0-25 16,0 0-55-16,0 0-25 15,-56-49-73-15,54 68-67 16,-1 14 23-16,0 10 43 15,0 10-7-15,1 8-43 16,0-1-15-16,0-3-15 16,1-4-12-16,-1-6-5 15,-1-7-10-15,2-6 0 16,-2-8 0-16,0-9 0 16,1-8 0-16,1-6-1 15,-1-3-6-15,1 0-16 16,1-14-11-16,0 0 9 0,0 1 11 15,0 3 8 1,4 3 5-16,8 2-6 16,6 4 5-16,3 1 1 0,1 0 0 15,8 3 0-15,2 5 0 16,1-1 0-16,-2-2 1 16,-4-1-1-16,-4-4 0 15,-3 0 1-15,-7 0 0 16,-5-9-31-16,-3-3 7 15,-5-1 12-15,0-2 10 16,0 1 1-16,-4 2 1 16,-3 1 0-16,-1 1 0 15,2 6 6-15,2 1 15 16,1 3 18-16,-1 0-5 16,2 11-16-16,-1 14 15 0,1 10 18 15,1 10 21-15,1 8-12 16,0 3 10-16,0 1-16 15,0-3-12-15,0-4-17 16,3-6-11-16,0-8-13 16,0-9 1-16,0-10-1 15,-3-7-1-15,0-8 0 16,0-2-52-16,0-2-86 16,-6-20-118-16,-5 2-337 15,-2-3-363-15</inkml:trace>
  <inkml:trace contextRef="#ctx0" brushRef="#br0" timeOffset="58629.07">26601 15247 371 0,'0'0'1167'0,"0"0"-803"16,0 0-12-16,0 0-68 15,0 0-61-15,0 0-92 16,-32-14-68-16,37 10-36 15,14-2-9-15,9-4-10 16,7 1 2-16,2-5-4 16,3 1-4-16,-6 2-2 15,-5 2-1-15,-7 0-56 16,-1 2-182-16,-6 1-264 16,-9 3-374-16</inkml:trace>
  <inkml:trace contextRef="#ctx0" brushRef="#br0" timeOffset="59002.15">26711 14997 1272 0,'0'0'650'16,"0"0"-382"-16,0 0-60 15,0 0-69-15,0 0-32 16,0 0-16-16,0 0-22 15,79 3-21-15,-46 0-17 16,1-1 0-16,-1 1-10 16,-2-3-6-16,-3 1-3 15,-2 2-11-15,-7 0 0 16,-2 2 0-16,-5 0 0 0,-5-1 0 16,0 7 5-16,-5 3-6 15,-2 3 6-15,0 7 12 16,-13 4 2-16,-5 3 12 15,-6 2-3-15,-1 0-5 16,1-2-8-16,3-3 2 16,1-7-6-16,8-5-6 15,2-7-5-15,6-4 0 16,2-2-1-16,2-2-104 16,0-1-470-16</inkml:trace>
  <inkml:trace contextRef="#ctx0" brushRef="#br0" timeOffset="64071.65">30229 14695 392 0,'0'0'409'15,"0"0"-73"-15,0 0-106 16,-83 1-5-16,61 2-37 16,4 2-52-16,1-2-20 15,5 1-19-15,3-2-16 16,2 2-10-16,4-2 2 16,0-2-1-16,2 1 5 15,1-1 8-15,0 0-13 0,0 0-41 16,0 0-13-16,0 0-6 15,0 0-3-15,0 0-2 16,0 2-7-16,9 1 14 16,8 1 4-16,6 0 20 15,3 0 3-15,6-4-5 16,1 0-7-16,-1 0-12 16,1 0-4-16,-1 0-7 15,-6 0-5-15,-4 0-1 16,-6 0 0-16,-7-3-15 15,-3 2-48-15,-2 0-179 16,-4-1-246-16,0-2-376 0</inkml:trace>
  <inkml:trace contextRef="#ctx0" brushRef="#br0" timeOffset="64355.98">30222 14570 978 0,'0'0'532'0,"0"0"-271"16,0 0 30-16,0 0-139 16,0 0-71-16,0 0-4 15,0 0 39-15,18 31-55 16,6-14-18-16,3-2-3 16,2-1 6-16,1 1-3 0,-3-5-5 15,-4 2-12-15,-4-3-8 16,-7 2-16-16,-5 2 5 15,-7 0-6-15,0 7 0 16,-16 4 0-16,-12 4 8 16,-8 3-9-16,-30 20-89 15,11-10-274-15,-3-4-1181 0</inkml:trace>
  <inkml:trace contextRef="#ctx0" brushRef="#br0" timeOffset="77889.8">3108 14930 54 0,'0'0'170'16,"0"0"118"-16,0 0 62 15,6-80-40-15,-6 54-24 16,0-1-5-16,-9 6-3 15,-1 3-57-15,-5 9-106 16,6 3-78-16,-3 6-18 0,-3 0-11 16,3 6-1-16,3 11-6 15,-1 3 0-15,4 3 5 16,6 2 6-16,0 3 10 16,4 0-1-16,17 1-5 15,4 4 23-15,5 1 1 16,6 0-5-16,0 0 6 15,-3 0-1-15,-5 2-13 16,-9 1-19-16,-7 1-7 16,-10 0 14-16,-2 1 0 15,-9 0-14-15,-15-4-1 16,-7-5-49-16,-4-3-136 16,-17-18-181-16,9-8-282 0,5-1-272 0</inkml:trace>
  <inkml:trace contextRef="#ctx0" brushRef="#br0" timeOffset="78054.95">2895 15003 1048 0,'0'0'275'0,"0"0"-51"15,38-78-9-15,-9 49-16 16,5 3-39-16,8 5-57 16,7 4-32-16,5 2-40 15,1 5-16-15,3 3-5 0,-1 2-10 16,26 5-43-1,-17 0-248-15,-9 0-541 0</inkml:trace>
  <inkml:trace contextRef="#ctx0" brushRef="#br0" timeOffset="78291.5">3642 15082 1672 0,'0'0'230'0,"0"0"28"16,0 0-67-16,-12 108-36 15,9-65-74-15,0-2-43 16,2-2-18-16,-1-2-14 0,2-4-6 16,0-7 0-16,0-6-46 15,0-13-166-15,0-7-345 16,2 0-665-16</inkml:trace>
  <inkml:trace contextRef="#ctx0" brushRef="#br0" timeOffset="78693.57">3846 14758 1711 0,'0'0'339'15,"0"0"-88"-15,0 0-130 0,0 0-60 16,0 0-7 0,0 0 22-16,17 96-15 0,-4-59-20 15,-1 0-2-15,4-4-8 16,-2-4-10-16,5-7-7 16,-2-6-4-16,1-7-4 15,-2-9 6-15,-1 0-12 16,0-12 14-16,0-15-14 15,-5-5-14-15,-2-5 7 16,-1 0 7-16,-2 7 0 16,-2 7 7-16,0 8 4 15,-3 7 17-15,1 8-6 16,2 0-22-16,3 10-7 16,4 14 7-16,1 8 0 0,4 4 14 15,-3 4-4-15,0-3-2 16,1 0-8-16,-2-3-1 15,3 3-79-15,-3-7-248 16,-5-10-700-16</inkml:trace>
  <inkml:trace contextRef="#ctx0" brushRef="#br0" timeOffset="78918.75">4222 14452 1255 0,'0'0'850'0,"0"0"-748"0,0 0 48 16,85 67 26-16,-30-10-52 15,11 26-30-15,-5 28 1 16,-17 11-20-16,-30-3-35 16,-18-12-25-16,-38-18-14 15,-4-20-1-15,-27 0-160 16,15-22-223-16,1-14-498 0</inkml:trace>
  <inkml:trace contextRef="#ctx0" brushRef="#br0" timeOffset="79271.83">2674 14654 1452 0,'0'0'336'0,"0"0"-213"15,0 0-79-15,-78 122-16 16,53-14 32-16,6 19 43 16,17 7 6-16,7-7 15 15,34-13 8-15,22-3-7 0,21-12-28 16,23-12 8-16,28-19-46 16,33-31-59-16,-27-17-131 15,-11-20-709-15</inkml:trace>
  <inkml:trace contextRef="#ctx0" brushRef="#br0" timeOffset="80534.24">5899 14730 166 0,'0'0'1367'0,"0"0"-1077"15,0 0 1-15,0 0-63 16,0 0-74-16,0 0-97 16,-21-10-35-16,25 10-16 15,13 0-6-15,14 0 6 16,9 0 6-16,4 0-12 16,2-3 0-16,-3-2-49 15,6 4-151-15,-13 1-295 16,-12 0-363-16</inkml:trace>
  <inkml:trace contextRef="#ctx0" brushRef="#br0" timeOffset="80722.11">5909 14962 1273 0,'0'0'323'15,"0"0"-53"-15,0 0-133 16,0 0-33-16,0 0-61 15,0 0-28-15,99-17-8 16,-53 5-7-16,3-3 0 16,9-7-154-16,-10 5-336 15,-14 0-595-15</inkml:trace>
  <inkml:trace contextRef="#ctx0" brushRef="#br0" timeOffset="81087.84">6058 14550 789 0,'0'0'138'0,"0"0"-94"16,0 0-31-16,0 0-13 16,0 0-23-16,0 0-221 0</inkml:trace>
  <inkml:trace contextRef="#ctx0" brushRef="#br0" timeOffset="81479.1">5708 14933 1397 0,'0'0'502'0,"0"0"-111"0,0 0-110 16,0 0-169-16,0 0-53 15,0 0-19-15,0 0 13 16,97 5 5-16,-9-5 17 16,31-17-15-16,10-8-22 15,-9-5-11-15,-24 1-7 16,-31 8-8-16,-21 5-12 15,-13 3-1-15,-4-1-14 16,-5-2-21-16,-7-4 5 16,-15 1-9-16,-28-8-44 15,-13 3-405-15,-9 4-345 0</inkml:trace>
  <inkml:trace contextRef="#ctx0" brushRef="#br0" timeOffset="81703.8">6033 14514 1460 0,'0'0'507'16,"0"0"-130"-16,0 0-243 16,0 0-100-16,15 75-21 15,12 7 57-15,7 30 43 16,2 7-1-16,-2-6 0 16,-10-28-19-16,-6-30-32 15,-6-11-4-15,1-7-4 16,-1 2-28-16,3 1-10 15,-1-4-15-15,0-10 0 16,0-25-114-16,1-1-501 16,-8-15-1232-16</inkml:trace>
  <inkml:trace contextRef="#ctx0" brushRef="#br0" timeOffset="82303.59">7453 14299 950 0,'0'0'739'15,"0"0"-433"-15,-84 3-19 16,40 25-99-16,-7 28-85 16,-4 27-42-16,9 30 3 15,14 13-12-15,26-1-7 16,6-25 61-16,18-32-27 16,6-20-28-16,10-13-27 15,10-2-19-15,24-5-5 0,25-18-58 16,14-30-208-1,-19-18-410-15,-21-17-983 0</inkml:trace>
  <inkml:trace contextRef="#ctx0" brushRef="#br0" timeOffset="82568.07">7772 14377 1377 0,'0'0'404'0,"0"0"-90"16,0 0-86-16,0 0-60 15,-58 77-27-15,58-55-66 16,16 2-24-16,13 1-16 16,2-2-12-16,6-1-5 15,2 3-3-15,-3-2-15 16,-3 4 2-16,-6-1-1 16,-8 4 6-16,-11 1-7 15,-8 3 0-15,-5 0 0 0,-16 0 0 16,-10-2-55-16,-5-6-92 15,-25-13-99-15,14-9-342 16,-2-4-517-16</inkml:trace>
  <inkml:trace contextRef="#ctx0" brushRef="#br0" timeOffset="82703.84">7677 14475 1113 0,'0'0'214'16,"0"0"-12"-16,97-62-89 15,-45 35-30-15,3 3-42 16,21 9-41-16,-15 8-23 0,-10 4-326 16</inkml:trace>
  <inkml:trace contextRef="#ctx0" brushRef="#br0" timeOffset="82952.96">8453 14722 1228 0,'0'0'734'0,"0"0"-605"16,0 0 48-16,0 0 20 0,26 90-29 15,-11-65-101-15,-4 0-42 16,0-5-16-16,-3-3-9 15,-2-7-12-15,0-10-161 16,2 0-297-16,-3-4-408 0</inkml:trace>
  <inkml:trace contextRef="#ctx0" brushRef="#br0" timeOffset="83186.28">8718 14350 2058 0,'0'0'316'0,"0"0"-81"15,0 0-168-15,0 0 46 0,0 0-12 16,36 105-20-16,-14-65-31 16,-1-1-32-16,-1-3-12 15,-3-2-6-15,-1-5-1 16,-5-7-60-16,1-10-222 15,-3-8-406-15,-6-4-776 0</inkml:trace>
  <inkml:trace contextRef="#ctx0" brushRef="#br0" timeOffset="83417.25">8888 13704 1669 0,'0'0'603'16,"0"0"-528"-16,0 0-24 16,116 92 81-16,-13-20 51 15,32 25-76-15,2 14-20 16,-27 0-20-16,-49 1-32 16,-50-1-26-16,-29 8-2 15,-46 10-7-15,-36 6-184 16,10-31-451-16,-1-18-1226 0</inkml:trace>
  <inkml:trace contextRef="#ctx0" brushRef="#br0" timeOffset="103127.97">8002 15698 1326 0,'0'0'359'0,"0"0"-92"15,0 0-55-15,0 0-33 0,-103 77 4 16,79-41-3 0,11 0-37-16,5-3-31 0,8-2-43 15,3-4 6 1,19-2-24-16,8-2 4 0,6-2-4 16,3 1-7-16,3-2-18 15,-2 4-11-15,-1-1 17 16,-8 1-19-16,-9 1-5 15,-11 0-8-15,-11 0 1 16,0 2 1-16,-24-2 6 16,-9-1-8-16,-7-5-32 15,-6-9-57-15,1-10-70 16,-10-14-122-16,11-16-322 16,6-6-443-16</inkml:trace>
  <inkml:trace contextRef="#ctx0" brushRef="#br0" timeOffset="103293.33">7904 15686 1322 0,'0'0'315'15,"0"0"-73"-15,83-57-81 16,-37 35-37-16,4 1-52 16,3 2-30-16,1 5-10 15,-5 6-32-15,3 6-4 16,-14 2-262-16,-13 0-609 0</inkml:trace>
  <inkml:trace contextRef="#ctx0" brushRef="#br0" timeOffset="103631.61">8607 16290 1322 0,'0'0'864'0,"0"0"-704"15,0 0 58-15,0 82-8 16,0-52-43-16,0 1-101 16,0-2-46-16,0-2-10 15,3-5-10-15,3-8-10 16,-4-8-115-16,-1-6-218 16,-1 0-311-16</inkml:trace>
  <inkml:trace contextRef="#ctx0" brushRef="#br0" timeOffset="104154.21">8778 15618 1655 0,'0'0'338'15,"0"0"-73"-15,0 0-58 16,0 0 12-16,0 0-52 16,0 0-97-16,0 0 31 15,3 63-18-15,1-22-21 16,-2 5-13-16,-2 2-7 16,0 1-7-16,0-1-20 15,0-3-5-15,0-3-8 0,8-11 5 16,3-6-6-1,13-6-1-15,1-12-8 16,11-7-4-16,1 0-13 0,2-17-11 16,-3-8-15-16,-7-8-38 15,-9-5 13-15,-5-3 15 16,-11-1 34-16,-4 3 18 16,0 3 9-16,-3 5 1 15,-8 7 12-15,3 6 20 16,2 9 11-16,3 5 17 15,3 4-19-15,0 7-29 16,0 19-4-16,11 10 27 16,5 11 6-16,2 6-16 15,6 4-7-15,1-1-5 16,0-4-13-16,-2-5 1 0,-2-10-2 16,-7-8-36-1,-6-5-132-15,-5-9-345 0,-3-8-348 0</inkml:trace>
  <inkml:trace contextRef="#ctx0" brushRef="#br0" timeOffset="104688.35">9301 15216 1585 0,'0'0'271'16,"0"0"-153"-16,151 135 148 16,-35-16 30-16,5 22-119 15,-27 9-89-15,-43 0-53 16,-51-12-34-16,-59-2-1 15,-36-11-67-15,7-40-192 0,3-21-426 16</inkml:trace>
  <inkml:trace contextRef="#ctx0" brushRef="#br0" timeOffset="105054.01">7271 15783 1476 0,'0'0'384'15,"-46"144"-87"-15,34-3-33 16,12 26-14-16,16-2-74 16,41-23-51-16,31-26-47 15,25-19-47-15,23-24-13 16,21-30-18-16,16-43-16 15,-40-9-129-15,-20-33-729 0</inkml:trace>
  <inkml:trace contextRef="#ctx0" brushRef="#br0" timeOffset="105450.09">10344 14268 1423 0,'0'0'317'0,"0"0"79"16,0 0-201-16,0 0-68 16,0 0-36-16,0 0-11 15,86-36-36-15,-44 23-26 16,-3-1-16-16,-5 4-2 15,-7-2-80-15,-8-3-158 16,-8 4-286-16,-10 0-401 0</inkml:trace>
  <inkml:trace contextRef="#ctx0" brushRef="#br0" timeOffset="105694.95">10254 14084 1187 0,'0'0'204'16,"0"0"64"-16,0 0-124 16,0 0-55-16,0 0 68 15,0 0-10-15,-28 117-15 16,22-63-19-16,-1 4 5 16,2 1-27-16,2-4-33 15,3-9-32-15,2-7-14 0,18-11-11 16,12-10-1-1,10-13-50-15,38-17-187 0,-10-16-355 16,0-9-1081-16</inkml:trace>
  <inkml:trace contextRef="#ctx0" brushRef="#br0" timeOffset="106068.1">10886 13675 1560 0,'0'0'292'0,"0"0"97"16,0 0-195-16,0 0-56 0,0 0-32 16,-32 114 27-16,48-64-51 15,8 3-42-15,1-4-20 16,5-8-14-16,-2-7-5 16,-3-4-1-16,-3-9-1 15,-6-4-54-15,-7-10-78 16,-4-7 5-16,-5 0 88 15,0-18 28-15,0-10 11 16,0-2 1-16,1-1 0 16,11 7 11-16,5 7-1 15,6 8 14-15,7 8-3 16,0 1 9-16,1 8 5 16,-4 13 9-16,-7 6 9 0,-9 7-12 15,-9 5-6 1,-2 7-11-16,-9 2-7 0,-13 3-17 15,-23 25-2-15,5-14-198 16,-2-7-430-16</inkml:trace>
  <inkml:trace contextRef="#ctx0" brushRef="#br0" timeOffset="106352.94">10480 15552 1884 0,'0'0'255'0,"0"0"-150"0,0 0-24 16,92-48 63-16,-41 24-46 15,4 2-59-15,-3 0-24 16,-3 3-15-16,-11 4-37 16,-16 0-87-16,-13 5-222 15,-9-1-435-15</inkml:trace>
  <inkml:trace contextRef="#ctx0" brushRef="#br0" timeOffset="106611.64">10480 15262 1099 0,'0'0'326'0,"0"0"-76"0,0 0-61 16,0 0-43-16,0 0 17 16,0 0 0-16,-19 92 25 15,2-38-39-15,-6 6-10 16,2 2-39-16,2-2-33 15,7-8-32-15,9-8-16 16,3-12-13-16,18-12-6 16,33-14-25-16,31-15-138 15,39-45-107-15,-11 1-204 16,-16-6-668-16</inkml:trace>
  <inkml:trace contextRef="#ctx0" brushRef="#br0" timeOffset="107188.14">11401 14933 1557 0,'0'0'352'15,"0"0"33"-15,0 0-142 16,0 0-107-16,0 0-32 15,-4 75 30-15,25-22-53 16,2 3-36-16,4 0-18 16,0-3-9-16,-3-7-8 15,-1-6-8-15,-3-11-1 16,-6-9 0-16,-2-12-1 16,-5-8 1-16,-1-19 6 0,2-18-7 15,2-10 0-15,-1-3 2 16,7 6-1-16,1 9 1 15,-1 10-2-15,5 13 1 16,0 9 0-16,3 3-1 16,-2 11 6-16,1 13 11 15,-3 3 1-15,-3 7 3 16,-10 5 3-16,-7 1-11 16,0 4-7-16,-22-2 0 15,-5-2-5-15,-7-6-1 16,-5-8-9-16,-3-6-78 15,-28-11-152-15,9-6-340 0,-3-3-845 16</inkml:trace>
  <inkml:trace contextRef="#ctx0" brushRef="#br0" timeOffset="111881.23">3717 16486 1145 0,'0'0'717'0,"0"0"-604"15,0 0 50-15,0 0 10 16,0 0-50-16,-84 34-49 16,75-9-25-16,6 1-10 0,3 3-2 15,0 0-1 1,15 1 19-16,0 1-13 0,4-2-14 15,-2 0-13 1,2 0-8-16,-7-1-6 0,-6 2 0 16,-6 1-1-16,0 0-6 15,-19 1-88-15,-14-3-107 16,-36 0-141-16,8-12-321 16,0-14-466-16</inkml:trace>
  <inkml:trace contextRef="#ctx0" brushRef="#br0" timeOffset="112007.95">3286 16755 1326 0,'0'0'354'16,"0"0"-200"-16,47-97-22 16,-8 57-44-16,13 5-28 0,20 1-27 15,-2 8-20 1,6 4-13-16,30 10-29 0,-30 7-171 16,-3 5-364-16</inkml:trace>
  <inkml:trace contextRef="#ctx0" brushRef="#br0" timeOffset="112199.24">4066 16593 937 0,'0'0'1018'16,"0"0"-897"-16,0 0-20 16,0 0 86-16,28 97-34 15,-4-66-72-15,-3 1-44 0,3-3-19 16,-5-3-11-16,-4-7-7 15,0-11-81-15,-5-6-207 16,-4-2-597-16</inkml:trace>
  <inkml:trace contextRef="#ctx0" brushRef="#br0" timeOffset="112548.41">4219 16249 1390 0,'0'0'678'0,"0"0"-576"16,0 0-33-16,0 0-24 16,0 0 64-16,0 0-23 0,74 95-7 15,-48-64-15 1,1-1-34-16,-5-4-14 0,-2-8-15 16,-7-6 0-16,-5-12-1 15,-4 0-9-15,-2-23-2 16,-2-10-63-16,0-5-23 15,0-2 50-15,0 7 41 16,-2 9 6-16,2 10 16 16,0 10 5-16,0 4 1 15,9 2-11-15,9 18 23 16,6 6 7-16,4 7-6 16,5 4-4-16,-3 1-15 15,0-1-10-15,-5 2-6 16,-1 5-37-16,-9-8-214 15,-9-12-640-15</inkml:trace>
  <inkml:trace contextRef="#ctx0" brushRef="#br0" timeOffset="112772.09">4543 15947 1927 0,'0'0'237'15,"0"0"-169"-15,106 118-17 16,-27-23 92-16,-1 14 6 16,-13 2-29-16,-20 0-32 15,-30-2-50-15,-15 7-23 16,-20-4-14-16,-27-3-1 16,-7-22-125-16,-24-16-133 0,14-29-316 15,0-23-575-15</inkml:trace>
  <inkml:trace contextRef="#ctx0" brushRef="#br0" timeOffset="113020.19">2880 16494 924 0,'0'0'747'0,"0"0"-622"15,0 0 47-15,-57 110-55 16,68 5-14-16,32 27 31 0,21 8 22 16,19-9-35-16,13-24-65 15,23-12-21-15,11-23-15 16,10-16-3-16,8-23-17 16,-2-27-54-16,-37-13-245 15,-23-9-900-15</inkml:trace>
  <inkml:trace contextRef="#ctx0" brushRef="#br0" timeOffset="113431.11">5757 16409 595 0,'0'0'1212'16,"0"0"-997"-16,0 0-21 0,0 0-73 15,0 0 1-15,0 0 13 16,82-17-42-16,-37 0-43 16,3-5-26-16,-4-4-11 15,-5-1-13-15,-9 3-39 16,-8-8-160-16,-11 8-179 15,-11 5-475-15</inkml:trace>
  <inkml:trace contextRef="#ctx0" brushRef="#br0" timeOffset="113616.14">5763 16187 1783 0,'0'0'293'0,"0"0"-206"0,0 0-50 15,15 96 75-15,15-43-5 16,10 8-31-16,8 4-23 16,1 0-29-16,-1-4-16 15,25 14-8-15,-17-19-111 16,-9-12-432-16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3:59:57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15435 16300 712 0,'0'0'520'0,"0"0"-437"15,0 0-16-15,0 0 76 16,0 0 7-16,0 0-45 15,-50-14-7-15,37 14-20 16,-1 0-19-16,-2 2 2 16,1 7-1-16,-1-1 14 15,1 0-7-15,-1 4-36 16,0 0-14-16,2 3-3 16,2 2-7-16,-1 1-1 15,0 4 3-15,3 5 0 16,-2 2 1-16,4 1 7 0,4 3 0 15,1 3 3 1,1-2 3-16,2 5-8 0,0-1-1 16,3 0 2-1,8 0 5-15,1-1 9 0,1-2-5 16,3-1-4-16,0 0-6 16,1-1-4-16,0 1 0 15,4-2-10-15,-2 1 5 16,1-2-4-16,2-1-1 15,-1-2 1-15,0-7-1 16,0-2 5-16,-2-2-5 16,-3-5 1-16,1-2 5 0,-4-3 4 15,-1-1-5 1,-1 0-5-16,-4-1 0 0,-1 1 0 16,-2 2 1-16,1 2 5 15,-4 3-1-15,2 0 3 16,-1 0 0-16,-1 3 3 15,1-2-3-15,1-1-8 16,1 2 5-16,5-3-5 16,-1 1 0-16,2-4 0 15,1 0-1-15,3-2 0 16,2 1 7-16,1-6-1 16,6-1 2-16,2-1-7 15,-1 0 9-15,1 0 1 16,-1-3-11-16,-2 0 0 15,-3-1 0-15,-3 0 0 0,-3 0 0 16,-1-1 1-16,-1-4 0 16,-1-3 0-16,2-1 1 15,-1-4 5-15,0-2-6 16,-3 2 0-16,-1-2-1 16,1-1 1-16,-4-4 5 15,4 2-6-15,-5 0 1 16,0 1 0-16,0 2-1 15,-2 2 2-15,-1 0-1 16,0 5 0-16,0 0 0 16,0 3 0-16,0-2 8 15,-6 2-8-15,-2-1 5 16,-2 0-5-16,1 0-1 0,0 1 1 16,-1 1 0-16,1-1-1 15,3 2 1-15,0 1-1 16,-1-1 1-16,2 0 1 15,1-2-2-15,1 1 1 16,0-1-1-16,0-1 1 16,0 0-1-16,-1 1 0 15,0-1 1-15,1 0-1 16,0-2 0-16,-1 3 1 16,1-3 0-16,0 2-1 15,-2-1 2-15,1 2-1 16,-3-4-1-16,2 2 1 0,-3 1 0 15,2-2 0-15,-2 3 0 16,-1-2-1-16,0 0 0 16,-3 0 1-16,1 0-1 15,2-1-1-15,0 1 0 16,-1-2-5-16,2 3 0 16,-1-4 4-16,-1 0-14 15,3 0 4-15,-4 0-6 16,1-2-1-16,1-4 1 15,0 3-11-15,-1-4 2 16,2 4-2-16,2 0 2 16,1-2-1-16,1 1-2 15,-1-1-10-15,0 0 16 0,2-3-15 16,-2 1 12-16,1-1 5 16,-2 0-3-16,1 2 0 15,-2-1 2-15,1 3-5 16,0 2 8-16,0 1 0 15,-2 1 0-15,-3 1-1 16,0 1 3-16,-2 0-13 16,-2 3-13-16,-3 2 9 15,1 1 7-15,-3 2-11 16,-1 1-3-16,1 3 11 16,-1 0 3-16,4 0-8 15,2 0 9-15,2 0 0 16,2 0 6-16,3 3-8 15,2 1 5-15,0 2 0 16,2-1-13-16,1 4-5 0,3 5 2 16,0-3-16-1,0-4-955-15</inkml:trace>
  <inkml:trace contextRef="#ctx0" brushRef="#br0" timeOffset="155.89">15655 16106 1506 0,'0'0'181'15,"0"0"-124"-15,0 0-22 16,0 0-35-16,0 0-35 16,0 0-1216-16</inkml:trace>
  <inkml:trace contextRef="#ctx0" brushRef="#br0" timeOffset="3454.97">9030 4940 1141 0,'0'0'404'0,"0"0"-77"16,0 0-82-16,0 0-55 15,0 0-12-15,0 0-32 16,10 0-21-16,18 2-46 16,14 1-16-16,22-3-11 15,30 0-11-15,24 0-2 16,6 0 1-16,-20 0-13 0,-29 0 0 15,-29 0-11-15,-7 0-9 16,3 0-6-16,4 0 9 16,-1 0-9-16,-8 0 0 15,-10 0-1-15,-8 0 1 16,-8 0 0-16,-4 0-1 16,-7 0-1-16,0 0-13 15,-3 0-64-15,-19 0-170 16,-38 4-261-16,5 6-162 15,-5 0-398-15</inkml:trace>
  <inkml:trace contextRef="#ctx0" brushRef="#br0" timeOffset="3755.22">9155 5111 101 0,'0'0'1241'16,"0"0"-853"-16,0 0-87 15,0 0-60-15,0 0 23 16,0 0-16-16,0 0-83 16,81 8-83-16,-31-2-21 15,7-2-13-15,7 1-4 16,5-1-10-16,1-4 10 16,1 3-5-16,-2-3-15 15,0 0-17-15,-5 0-7 16,-9 0 1-16,-1-7 0 15,-14-1 0-15,-9 3 0 16,-8 0 1-16,-13 3-2 0,-10 2-7 16,-49 10-38-16,-17 9-235 15,-28 5-1536-15</inkml:trace>
  <inkml:trace contextRef="#ctx0" brushRef="#br0" timeOffset="14669.93">21772 4996 46 0,'0'0'384'16,"0"0"-100"-16,0 0-67 15,0 0-19-15,0 0-1 0,0 0-11 16,-51 0 18-16,47 0-19 15,3 0 6-15,-1 0-26 16,1 0-79-16,1 0-43 16,0 0-17-16,0 0-6 15,0 0-4-15,19 0 11 16,11 2 20-16,13 0 17 16,12-2 2-16,6 0-19 15,7 0-6-15,0-5-19 16,-4-4-3-16,-3-2-4 15,-10 2-1-15,-6 0-14 16,-8 2 1-16,-7 2 0 16,-5-1-1-16,-4 0 1 15,-4 3 0-15,-6-2-1 0,-3 3-8 16,-8 1-10-16,-6 1-102 16,-15 0-219-16,-6 0-541 15</inkml:trace>
  <inkml:trace contextRef="#ctx0" brushRef="#br0" timeOffset="15045.92">21766 5166 575 0,'0'0'772'16,"0"0"-463"-16,0 0-40 0,0 0-53 16,0 0-5-16,0 0-74 15,0 0-50-15,51 1-8 16,-14 0-3-16,8-1-22 16,7 0 1-16,3 0-3 15,3-3-1-15,2-7-12 16,0 4-16-16,-2-2-17 15,-3-1-5-15,-10 2 7 16,-8 3-8-16,-8-1 0 16,-9 4 0-16,-9 0 0 15,-5-1-1-15,-6 2-6 16,0 0-5-16,-9 0-8 16,-69 17-43-16,1 4-117 0,-16 0-774 15</inkml:trace>
  <inkml:trace contextRef="#ctx0" brushRef="#br0" timeOffset="18303.4">12517 5944 220 0,'0'0'117'0,"0"0"364"15,0 0-339-15,0 0 43 16,0 0-14-16,0 0 10 16,-12-10-11-16,12 10-38 15,0 0-39-15,3 0-5 16,15 7 65-16,6 2-54 15,7 2-25-15,11 1-25 16,4-1 8-16,8 0-3 16,4-3-17-16,6-2 16 15,2-1-6-15,1-2-13 0,0-2-7 16,-1-1-3-16,1 0 5 16,-2 0 4-16,4-2 3 15,-5-7-17-15,-3 5-12 16,-1-1-7-16,-6 2 0 15,-1 0 1-15,-1 1 13 16,-1 0-4-16,-3 2 1 16,0-1-5-16,-5 0 3 15,3-2 0-15,-1 0-2 16,1 1 5-16,-4-3-11 0,1 0 5 16,0 0-4-1,-1 1 10-15,3-1-5 0,-2 0-5 16,5 0-1-16,-2-2 8 15,3 1-7-15,2 0-1 16,-3-2 6-16,1 3-6 16,-3-2 0-16,0 2 1 15,-4-3 4-15,-3 4-6 16,0-1 0-16,-8 0 0 16,-1 2 1-16,-5 0 0 15,-2 2 0-15,-2-3 0 16,-1 1 7-16,2 1-2 15,-2 0-5-15,-2-1 8 16,3 0-3-16,-3 2-4 16,-1-2 4-16,0 2-5 0,-1-1 5 15,-2 0-5-15,0-1 5 16,-1 3-4-16,-2-1 7 16,-1-1-2-16,-3-1-6 15,-2 2 5-15,-1-1-5 16,-1 1 0-16,-1 1 0 15,-1 0 0-15,-1 0-1 16,0-2 1-16,2 2-1 16,-2 0 1-16,0 0-1 15,0 0 1-15,0 0-1 16,0 0 0-16,0 0-1 16,0 0-11-16,-14 0-11 15,-5 0-177-15,-6 0-520 0</inkml:trace>
  <inkml:trace contextRef="#ctx0" brushRef="#br0" timeOffset="21457.21">23477 6844 295 0,'0'0'85'0,"0"0"384"16,0 0-248-16,0 0-42 16,0 0 7-16,0 0 25 15,0 0-16-15,-37 0 4 16,35 0-16-16,2 0-31 16,-1 0-28-16,1 0-17 15,0 0-12-15,0 0-19 16,0 0-18-16,4 0-5 15,14 0 12-15,4-6 7 16,7-4-23-16,3-4-17 16,3-1-19-16,-4-2-2 15,-2 1-10-15,-5 2-1 0,-3 2 0 16,-7 1-9 0,-3 6-35-16,-5 1-29 0,-3 2-48 15,-2 2-64-15,-1 0-69 16,0 0-97-16,-10 3-251 15,-5 4-353-15</inkml:trace>
  <inkml:trace contextRef="#ctx0" brushRef="#br0" timeOffset="21690.1">23456 6929 1094 0,'0'0'402'0,"0"0"-39"15,0 0-119 1,0 0-32-16,0 0-48 0,0 0-34 16,0 0-19-16,36-9-30 15,-12-2-44-15,0 1-23 16,3 0-14-16,-3-1-1 16,-1-1-93-16,0 1-142 15,-2-6-87-15,-5 1-370 16,-5 1-719-16</inkml:trace>
  <inkml:trace contextRef="#ctx0" brushRef="#br0" timeOffset="22117.49">23572 6621 738 0,'0'0'864'0,"0"0"-531"15,0 0-14-15,0 0-100 16,0 0-18-16,0 0-68 16,0 0-44-16,12-17-17 15,9 14-31-15,3-3-16 16,2 1 0-16,1-3-7 16,-4 0-3-16,1 2-4 15,-6 1-5-15,-3 2 0 16,-6 2-6-16,-1 1 0 15,-4 0 0-15,2 1-1 0,-2 10-1 16,1 5 2-16,-2 4 0 16,-2 7 2-16,1-1 10 15,-2 4-2-15,0 0 4 16,0-3 2-16,0 0-7 16,-3-2 0-16,-2-4-8 15,1-5-1-15,1 0 1 16,0-7-1-16,0-1-1 15,2-5-19-15,-2-2-58 16,0-1-73-16,-7 0-156 16,3-5-265-16,-2-2-471 0</inkml:trace>
  <inkml:trace contextRef="#ctx0" brushRef="#br0" timeOffset="22358.86">23786 7025 1835 0,'0'0'559'0,"0"0"-223"16,0 0-136-16,0 0-61 15,0 0-63-15,0 0-52 16,0 0-24-16,-9 0-6 15,9 0-70-15,0 3-99 16,0-3-134-16,-3 0-271 16,-2 3-670-16</inkml:trace>
  <inkml:trace contextRef="#ctx0" brushRef="#br0" timeOffset="35040.21">12792 5738 75 0,'0'0'104'0,"0"0"-20"16,0 0-18-16,0 0-2 0,0 0-64 16,0 0-26-16,-25 15 26 15,12-13 69-15,1 1-69 16,-3-1-76-16,8-2 76 16,1 2 0-16</inkml:trace>
  <inkml:trace contextRef="#ctx0" brushRef="#br0" timeOffset="36117.29">12550 5804 398 0,'0'0'234'16,"0"0"15"-16,0 0-16 16,0 0-26-16,0 0-11 15,0 0-21-15,0 0-31 0,-31 2-10 16,38 1-75-16,12 4 2 15,10 0 60-15,11 2-25 16,5 0-22-16,8-1 16 16,5-3-1-16,8 0-5 15,3-4-20-15,5-1-13 16,-1 0-10-16,1 0-15 16,-3 0-8-16,-5 0-6 15,-7-3-2-15,-5-1-4 16,-8 1-5-16,-4-2 1 15,-8 2 4-15,-4-1-5 16,-3-1 11-16,-1-3-2 16,-1 4 2-16,0-1-1 0,-1-3-4 15,0 2 1-15,0 0-1 16,0-1-1-16,-1 2 0 16,0-2 2-16,-1 0-2 15,1 0 0-15,-1-2 0 16,2 1 0-16,-3-3 0 15,3-3-5-15,1 0 5 16,0-2-5-16,-1-4 0 16,4-2 6-16,-3 0-6 15,-2-1 0-15,-2 1 1 16,-4-1 4-16,-3-2-5 16,-5 0 7-16,-1-5-2 15,-4-3-5-15,-4-2 6 0,0-4 1 16,-4-4-7-16,-11-3 5 15,-6-4-5-15,-4 1 1 16,-1-7-1-16,-5-2 5 16,-3-2-5-16,-2 1 5 15,-1 2-5-15,-5 4 0 16,-4 4 5-16,-2 6-4 16,-3 6-1-16,-1 7 0 15,-2 5 0-15,0 5-1 16,-5 6 0-16,-4 4-21 15,-4 6 9-15,-4 4-2 16,-3 0 3-16,0 1-17 0,1 12 10 16,0 1 3-1,4 3 3-15,3 0 11 0,5 3 0 16,2 1-1-16,0-1-10 16,3 3 3-16,-1 2 8 15,1 1 1-15,3 1-1 16,1 0 1-16,3 0 0 15,2 2 0-15,-2 0 0 16,3-3 0-16,1 3 1 16,2-4-1-16,6 0 1 15,0-2 0-15,5-1-1 16,1-1 0-16,4 1 0 16,3 3 0-16,3 2 0 0,2 4-1 15,7 5 1 1,4 3 0-16,7 4 9 0,1 4 5 15,6 3 5-15,14 0 14 16,6 1 3-16,6-2 0 16,2-3 9-16,4-3-12 15,1-6-6-15,2-6-5 16,2-7-8-16,-1-3-2 16,1-5-11-16,-4-4 5 15,-5-5-5-15,-3-2 0 16,-5-3-1-16,-4-2 0 15,-7 0-2-15,-3 0-50 16,0-11-58-16,-3-16-138 16,-2 2-332-16,-5-1-618 0</inkml:trace>
  <inkml:trace contextRef="#ctx0" brushRef="#br0" timeOffset="36252.26">12729 5789 977 0,'0'0'254'16,"0"0"-213"-16,0 0-41 15,106-37-340-15</inkml:trace>
  <inkml:trace contextRef="#ctx0" brushRef="#br0" timeOffset="36605.19">14932 5409 689 0,'0'0'162'15,"0"0"-102"-15,0 0-60 16,0 0-14-16,0 0-364 0</inkml:trace>
  <inkml:trace contextRef="#ctx0" brushRef="#br0" timeOffset="38635.4">28088 6093 1234 0,'0'0'529'0,"0"0"-287"0,0 0-20 16,0 0-15-16,0 0-33 16,0 0-35-16,30 17-21 15,-4-11-42-15,7-1-40 16,3-2-18-16,4-3-9 15,0 0-8-15,-2 0-1 16,-4-3-21-16,-5-5-78 16,-9 1-105-16,-11-3-97 15,-7 1-208-15,-2 4-146 0</inkml:trace>
  <inkml:trace contextRef="#ctx0" brushRef="#br0" timeOffset="38869.74">27995 6297 54 0,'0'0'1353'0,"0"0"-1052"16,0 0-77-16,0 0-7 16,0 0-22-16,0 0-29 15,0 0-50-15,94 19-60 16,-49-19-31-16,0-2-16 0,-1-5-5 15,-3-3-4 1,-9 1-94-16,0-2-103 0,-11 2-161 16,-8 0-294-16</inkml:trace>
  <inkml:trace contextRef="#ctx0" brushRef="#br0" timeOffset="39270.31">28091 5914 1305 0,'0'0'379'0,"0"0"-145"0,0 0 41 15,0 0-44-15,0 0-48 16,0 0-57-16,0 0-33 15,-21-17-25-15,3 37-6 16,-6 8 11-16,0 7-15 16,-3 6-4-16,0 5-13 15,3 3-4-15,2-3-5 16,6-3-2-16,4-2-6 16,9-9-9-16,3 0-4 15,1-4-2-15,17-3 2 16,6-6-2-16,7-4 4 15,5-4-5-15,3-8-7 0,4-3 8 16,-1 0-9-16,-2-12 0 16,-1-2-15-16,-6-1-68 15,-12 2-105-15,-6 3-392 16,-12 4-732-16</inkml:trace>
  <inkml:trace contextRef="#ctx0" brushRef="#br0" timeOffset="50189.46">1901 9351 1482 0,'0'0'513'0,"0"0"-364"0,0 0 2 16,0 0 7-16,0 0 18 15,114-12 7-15,-47 12-65 16,18-3-37-16,-3 0-24 16,-3-1-27-16,-15-1-14 15,-13-2-7-15,7 0-9 16,0-3 0-16,-9 3-13 16,-11-1-71-16,-16 2-125 15,-19 1-119-15,-3 0-230 16,-9 2-445-16</inkml:trace>
  <inkml:trace contextRef="#ctx0" brushRef="#br0" timeOffset="50390.31">1970 9495 1513 0,'0'0'347'15,"0"0"-99"-15,0 0-65 16,0 0-50-16,0 0-5 15,115-56-16-15,-33 25-21 16,27-7-39-16,7 4-27 16,-19 8-16-16,-20 9-9 15,-3 12-69-15,-22 3-178 16,-3 2-390-16</inkml:trace>
  <inkml:trace contextRef="#ctx0" brushRef="#br0" timeOffset="52935.5">12987 9155 1083 0,'0'0'286'0,"0"0"-33"15,0 0 9-15,0 0-63 16,0 0-38-16,0 0 34 16,83 5 27-16,8-5-64 15,33 0-34-15,12-3-33 16,-1-6-15-16,-15-1-26 15,-32 3-20-15,-18 2-14 16,-22 0-8-16,-11 2-7 16,0-1 0-16,-2 1 0 15,-6 2-1-15,-8 0-9 16,-12-1-33-16,-6 2-58 16,-3-1-72-16,-6 1-117 15,-41 0-189-15,2 0-53 0,-10 4-241 0</inkml:trace>
  <inkml:trace contextRef="#ctx0" brushRef="#br0" timeOffset="53139.63">13151 9316 1534 0,'0'0'255'0,"0"0"-99"16,0 0 78-16,0 0 25 15,97 53-1-15,-17-45-47 16,31-5-81-16,6-3-45 15,-17 0-43-15,-28-10-25 16,-29 4-11-16,-7-2-5 16,1 1-1-16,1-3-14 0,-4-5-80 15,-10 1-172-15,-16 0-415 16</inkml:trace>
  <inkml:trace contextRef="#ctx0" brushRef="#br0" timeOffset="59521.39">22658 8594 111 0,'0'0'166'0,"0"0"-58"15,0 0 174-15,0 0-73 16,0 0-41-16,6-87 2 15,-6 72-10-15,0 1-24 16,0 1-8-16,-2 5 23 16,-3 2-43-16,0 3-20 15,-4 3 13-15,-3 0-22 16,-6 16-23-16,-7 10-29 16,-2 12-2-16,-1 8 2 15,7 4 8-15,5 2-5 16,11-1-17-16,5-4 1 15,9-3 0-15,18-5-12 16,6-6 10-16,6-3-2 16,4-3-2-16,2-1 2 0,-1-4-1 15,-6-2-8 1,-10-1 0-16,-7 0 0 0,-12-2-1 16,-8 2 0-16,-1 2 11 15,-13 0 3-15,-13 3-5 16,-7-2-2-16,-5 2-6 15,1-5 1-15,4-4-1 16,9-6 7-16,7-4-1 16,9-5 1-16,5 0-2 15,3 0 0-15,0 0-6 16,0 2-1-16,5 4-1 16,10 5 2-16,3 6 0 0,2 8 1 15,-1 9 20-15,-4 21 50 16,-2 21 19-16,-10 20 16 15,-3 4-23-15,-4-6 9 16,-9-21-31-16,2-22 18 16,4-13-23-16,2-7-5 15,1 1-12-15,4-1-11 16,0-1-4-16,0-10-11 16,2-9-7-16,8-6 2 15,5-5-1-15,5 0 5 16,10-10 5-16,6-7-7 15,7-7-9-15,-1-1 0 16,0-3-1-16,-4 5-9 16,-9 4-51-16,-8 5-42 15,-9 6-58-15,-12 4-90 0,0 4-91 16,-12 0-512-16</inkml:trace>
  <inkml:trace contextRef="#ctx0" brushRef="#br0" timeOffset="59740.6">22891 10143 2419 0,'0'0'315'0,"0"0"-230"16,0 0-64-16,0 0 20 0,0 0 33 15,0 0-56 1,0 0-18-16,-47 25-219 0,12-14-388 16,-11 0-1067-16</inkml:trace>
  <inkml:trace contextRef="#ctx0" brushRef="#br0" timeOffset="64031.03">25249 10405 1790 0,'0'0'396'0,"0"0"-73"0,0 0-58 15,0 0-123 1,-27 81-15-16,26 5-27 0,1 11-23 15,0-9-35 1,0-23-26-16,4-22-8 0,-1-5-7 16,2 2-1-16,-2-1-15 15,1-4-122-15,-1-13-154 16,-3-12-200-16,0-9-258 0</inkml:trace>
  <inkml:trace contextRef="#ctx0" brushRef="#br0" timeOffset="64370.65">25155 10760 1416 0,'0'0'370'15,"0"0"-131"-15,0 0-139 0,0 0-10 16,100-25-34-16,-30 13-28 16,0 0-13-16,2 0-9 15,-5-3-6-15,-19 0-8 16,-5-2-13-16,-16-4-42 15,-17 0 2-15,-10-4 55 16,0-1 6-16,-13 2 31 16,-5 1 68-16,1 6-7 15,3 5 36-15,5 5 51 16,4 7-47-16,5 2-51 16,0 23-54-16,0 14 64 15,2 8 2-15,10 7-15 16,2 1-32-16,3-2-22 0,2-1-18 15,2-2-5-15,-1-1-1 16,0-7-35-16,0 0-155 16,-7-11-319-16,-5-16-737 0</inkml:trace>
  <inkml:trace contextRef="#ctx0" brushRef="#br0" timeOffset="64889.63">25931 10514 1809 0,'0'0'388'0,"0"0"-201"16,0 0 70-16,-5 82-11 16,5-43-74-16,2 3-72 15,12-1-22-15,5-3-33 16,1-8-28-16,1-6-10 15,-3-8-6-15,0-10-1 16,-3-6-21-16,1-10-28 16,-3-16-25-16,0-6-20 15,-3-5-18-15,1-4 49 16,-3 2 24-16,0 3 27 16,-2 5 11-16,-1 10 1 15,-2 10 10-15,-3 9 42 16,1 2-5-16,1 19-17 0,2 9 59 15,2 5-9 1,4 5-23-16,8-1-17 0,2-6 2 16,7-3-10-16,-1-8-12 15,3-6-9-15,-2-6-4 16,-4-8-1-16,-1 0-5 16,-5-14 0-16,-2-12 0 15,-5-6-1-15,-5-9 0 16,-5-8-1-16,0-2-17 15,-6-3-8-15,-10 8 3 16,-2 9-11-16,-3 13-26 16,-3 15-27-16,3 9-51 15,5 18-95-15,7 9-136 0,6-4-420 16</inkml:trace>
  <inkml:trace contextRef="#ctx0" brushRef="#br0" timeOffset="65146.08">26869 10352 360 0,'0'0'1868'0,"0"0"-1378"16,0 0-178-16,0 0-144 15,0 0-44-15,0 0-52 16,0 0 27-16,18 105-30 0,1-52-42 15,2 0-21-15,-5-2-5 16,-2-8-1-16,-6-6 0 16,-4-8-90-16,-4-9-93 15,-6-14-115-15,-11-6-350 16,-3 0-457-16</inkml:trace>
  <inkml:trace contextRef="#ctx0" brushRef="#br0" timeOffset="65317.02">26679 10529 28 0,'0'0'1867'15,"0"0"-1541"-15,0 0-130 0,0 0-19 16,165-12-4-16,-52 0-108 16,8 0-45-16,-21 0-20 15,-14 1-30-15,-32 1-204 16,-17 0-424-16</inkml:trace>
  <inkml:trace contextRef="#ctx0" brushRef="#br0" timeOffset="65752.04">27393 10106 1687 0,'0'0'401'16,"0"0"-82"-16,0 0-72 15,0 0 5-15,-3 107-89 0,23-52-56 16,9 1-7-16,1 3-30 16,-2 0-23-16,-3-3-26 15,-5-5-12-15,-6-7-9 16,-4-11 0-16,-4-14 0 16,-3-12-15-16,-2-7-3 15,-1-15-11-15,0-20 11 16,0-8 17-16,4-6 0 15,1 0 1-15,1 7 0 16,3 9 9-16,6 10 0 16,1 8 0-16,5 7-8 15,1 7 0-15,3 1 0 16,-2 3-1-16,0 12 1 0,-7 5 0 16,-9 6 0-1,-5 4 0-15,-2 3 7 0,-8 4-8 16,-14-1 1-1,-6-2-1-15,-5-5 0 0,-2-5-24 16,1-11-41-16,0-9-42 16,-5-10-77-16,8-14-156 15,7-4-344-15</inkml:trace>
  <inkml:trace contextRef="#ctx0" brushRef="#br0" timeOffset="65912.09">27917 10400 1505 0,'0'0'567'0,"0"0"-343"15,0 0-92-15,0 0-86 16,0 0-46-16,-116 74-130 16,66-45-672-16</inkml:trace>
  <inkml:trace contextRef="#ctx0" brushRef="#br0" timeOffset="68582.94">25689 11303 863 0,'0'0'413'16,"0"0"-61"-16,0 0-88 15,0 0-35-15,0 0-48 16,-79-11-43-16,55 23 0 15,3 8-11-15,6 7-48 16,4 7 2-16,5 8-19 16,3 6 18-16,3 3-31 15,0 3-15-15,4-1-10 16,9-7-9-16,2-4-9 16,6-9-5-16,3-4-1 15,0-7-1-15,3-6-56 0,-3-8-137 16,4-8-157-16,-7 0-360 15,-5-12-916-15</inkml:trace>
  <inkml:trace contextRef="#ctx0" brushRef="#br0" timeOffset="69836.69">25731 11433 931 0,'0'0'330'16,"0"0"-36"-16,0 0 23 0,0 0-71 16,0 0-63-16,-18-79-69 15,18 66-20-15,2 2-35 16,8 3-15-16,5 7-28 15,0 1-15-15,1 1 10 16,-2 15 2-16,-3 5 23 16,-5 6-12-16,-4 2-12 15,-2 3-6-15,-2 1-6 16,-10-3 0-16,-4-1 0 16,1-6 1-16,0-6 0 15,6-6-1-15,5-5 1 16,4-4-1-16,0 1-1 15,3 2-28-15,12 1 22 0,7 0 7 16,3 1 0 0,2-2-1-16,-4 2 1 0,-4 0-7 15,-7 0-5-15,-5 3-1 16,-7 1-11-16,0 2 2 16,-7 1 21-16,-11 1-19 15,-6-2-16-15,-4 0-47 16,0-2-61-16,-2-11-127 15,10 0-246-15,7 0-298 0</inkml:trace>
  <inkml:trace contextRef="#ctx0" brushRef="#br0" timeOffset="70080.52">26254 11252 1744 0,'0'0'369'0,"0"0"-92"16,0 0-108-16,0 0-28 16,0 0-15-16,-19 78-40 15,15-36-17-15,1-1-43 16,1 0-16-16,2-5-9 16,0-3-1-16,0-5-6 15,0-7-91-15,0-7-175 16,-6-11-105-16,0-3-355 0,-6-4-695 0</inkml:trace>
  <inkml:trace contextRef="#ctx0" brushRef="#br0" timeOffset="70251.05">26071 11344 1446 0,'0'0'511'0,"0"0"-267"15,0 0-133-15,0 0 50 16,0 0 4-16,79 42-59 15,-39-23-46-15,2 3-38 16,0-1-13-16,-5 0-9 16,2-1-105-16,-9-5-211 15,-8-8-581-15</inkml:trace>
  <inkml:trace contextRef="#ctx0" brushRef="#br0" timeOffset="70560.78">26427 11200 1416 0,'0'0'546'0,"0"0"-279"16,0 0-169-16,0 0 0 15,0 0 0-15,0 0 1 16,33 96-8-16,-33-62-38 16,0 3-21-16,-1-1-9 15,-13-3-11-15,2-5-11 16,2-9 0-16,3-8 5 15,1-11 5-15,3 0 4 16,3-5-3-16,0-8-1 0,0 2 0 16,1 1-10-16,10 5 6 15,5 2-7-15,5 3 0 16,-2 0 0-16,4 0-2 16,-3 0-29-16,-2 0-147 15,-3 0-155-15,-7 3-470 0</inkml:trace>
  <inkml:trace contextRef="#ctx0" brushRef="#br0" timeOffset="70814.63">26487 11121 1744 0,'0'0'346'0,"0"0"-134"0,0 0-95 15,0 0 57 1,103 43-50-16,-63-14-39 0,2 7-28 16,-6 4-16-16,-8 4 12 15,-7 2-11-15,-8 0-26 16,-11 0-10-16,-2 0-5 16,-15-3-1-16,-10 1-59 15,-21 9-138-15,5-11-130 16,5-11-528-16</inkml:trace>
  <inkml:trace contextRef="#ctx0" brushRef="#br0" timeOffset="72947.71">27829 10926 856 0,'0'0'292'0,"0"0"-39"15,0 0 66-15,0 0-67 0,0 0-112 16,0 0-25-16,0 0-23 15,-95 31 1-15,74 18 16 16,3 26 11-16,9 18-23 16,6-5 8-16,3-15-34 15,5-25-24-15,11-16-25 16,4 6-11-16,8-4-10 16,10-2 0-16,4-12-1 15,5-16-60-15,20-18-163 16,-13-15-157-16,-8-6-513 0</inkml:trace>
  <inkml:trace contextRef="#ctx0" brushRef="#br0" timeOffset="75941.54">28162 11032 1007 0,'0'0'273'0,"0"0"-12"16,0 0 43-16,-19-80-41 15,17 67-77-15,2 7-80 16,0 6-40-16,0 0-39 0,9 13-9 15,6 13 77-15,-3 7-19 16,-3 9-3-16,-8 1-34 16,-1 2-6-16,-1-3-6 15,-12-2-17-15,-3-8-10 16,0-5-5-16,-1-9 5 16,1-7 1-16,0-8-1 15,4-3 6-15,0-10-5 16,3-9-1-16,5-5 0 15,4 4 0-15,0 2 0 16,15 3 0-16,4 7 0 16,8 7-1-16,3 1 0 15,1 3 0-15,2 12 0 0,0 3 1 16,-3-1 0-16,-2 0-8 16,-1 0-29-16,-3-4-126 15,1-6-79-15,-7-4-296 16,-3-3-411-16</inkml:trace>
  <inkml:trace contextRef="#ctx0" brushRef="#br0" timeOffset="76177.5">28637 10819 1579 0,'0'0'376'0,"0"0"-111"0,0 0-150 15,0 0 49-15,0 0-53 16,-11 109-11-16,8-62-30 16,-2-4-39-16,1-2-20 15,-3-4-5-15,2-10-6 16,1-6-78-16,-2-8-110 16,-10-13-99-16,2-3-269 15,-2-14-494-15</inkml:trace>
  <inkml:trace contextRef="#ctx0" brushRef="#br0" timeOffset="76344.07">28460 10877 1126 0,'0'0'289'0,"0"0"30"16,0 0-19-16,0 0-82 16,86 56-80-16,-55-34-60 15,0-2-39-15,1-3-32 16,-2 2-7-16,5-8-65 15,-9-4-269-15,-6-7-611 0</inkml:trace>
  <inkml:trace contextRef="#ctx0" brushRef="#br0" timeOffset="76529.93">28810 10817 1802 0,'0'0'325'0,"0"0"-72"15,0 0-75-15,0 0 48 0,0 0-106 16,0 0-50-16,78 80-43 16,-56-54-13-16,-2 3-14 15,-3-2-40-15,-8 8-153 16,-3-9-190-16,-6-9-646 0</inkml:trace>
  <inkml:trace contextRef="#ctx0" brushRef="#br0" timeOffset="76738.53">28966 10418 1781 0,'0'0'370'0,"0"0"-155"16,0 0-57-16,81 26 40 15,-39 10-40-15,13 23-59 16,3 20-35-16,-6 21-15 15,-19 14-37-15,-33 0-12 16,-23-4-45-16,-15-32-221 16,-13-16-627-16</inkml:trace>
  <inkml:trace contextRef="#ctx0" brushRef="#br0" timeOffset="77369.18">25604 12286 1753 0,'0'0'288'0,"0"0"-189"16,0 0-58-16,176-35 134 15,-4-5 44-15,47-11-58 16,37-15-10-16,20-9-22 0,15-7-37 16,31-11-18-16,23-7-4 15,18-1-26-15,-7 4-11 16,-16 9-2-16,-36 16-13 16,-49 16-6-16,-55 15-2 15,-71 15-7-15,-58 12-3 16,-44 8-9-16,-27 3-30 15,-36 3-41-15,-58 8-45 16,-68 21-198-16,-52 13-180 16,31-3-84-16,22-7-639 0</inkml:trace>
  <inkml:trace contextRef="#ctx0" brushRef="#br0" timeOffset="77690.74">26150 12354 1676 0,'0'0'229'15,"0"0"-164"-15,0 0-15 16,0 0 232-16,173 7 15 16,-3-48-51-16,48-21-37 15,37-20-44-15,20-12-45 16,6 1-39-16,23 0-8 15,10-2-8-15,-1 6-10 0,-16 7-23 16,-33 10-5-16,-43 14-3 16,-47 13-11-16,-61 17-3 15,-50 11-10-15,-39 8-2 16,-24 8 1-16,-3 1-26 16,-48 0-30-16,-62 27-112 15,-99 32-101-15,14-2-358 16,-12 6-947-16</inkml:trace>
  <inkml:trace contextRef="#ctx0" brushRef="#br0" timeOffset="98296.99">8503 2372 666 0,'0'0'406'0,"0"0"-178"15,0 0 10-15,0 0 4 16,0 0-76-16,0 0-80 16,-78 8-55-16,87 1-14 15,18 5 123-15,9 3-29 16,13 0-28-16,21 2-5 15,24 3-29-15,30-2-8 0,13-3 2 16,8-5-13 0,4-8-4-16,4-4 5 0,10-3-1 15,6-10-2-15,4-1 3 16,-10 2-19-16,-8 2-4 16,-12 2-2-16,-10 1-5 15,-7 2 5-15,-6-1 0 16,-10 3 6-16,-4-2-6 15,-6-2-4-15,-1 2-2 16,2-5 14-16,-4 3 9 16,0 0-5-16,-2-3 11 15,2 0 8-15,3 3-11 0,8-3-7 16,3-2 9-16,4 3-2 16,6-3 1-16,3 3 7 15,0 1-17-15,-5 3-1 16,-5-1 8-16,-10 3-9 15,-7 3-4-15,-8 0 10 16,-15 0-5-16,-15 0-4 16,-11 0 2-16,-5 3 11 15,9 3 8-15,3-1-6 16,5 3-17-16,-2 0-2 16,-4-1-7-16,0 1 14 15,2-1 11-15,6 2 5 16,5-1-8-16,4-1-1 15,1 1-2-15,2-3 1 16,-1 1 1-16,1-3 11 0,-3 4-12 16,1-3 3-16,-2 0 15 15,-5-2 2-15,-5 3-14 16,-8-3-2-16,-6-1 16 16,-7 1-7-16,-6-1-2 15,-4-1-5-15,-4 1-3 16,-3-1 0-16,-2 0 1 15,-1 0-1-15,0 0-1 16,-4 0-5-16,0-5-3 16,2-2-3-16,-4 1-5 15,-4-2 2-15,-2 2-9 16,-5-1 0-16,-2 0-29 16,-48 2-132-16,-6 3-318 0,-23-7-949 15</inkml:trace>
  <inkml:trace contextRef="#ctx0" brushRef="#br0" timeOffset="127678.33">25773 2377 902 0,'0'0'301'0,"0"0"2"16,0 0-47-1,0 0-29-15,0 0-27 0,0 0-18 16,-3-79 11-16,3 75-19 16,0 1-36-16,0 3-53 15,0 0-39-15,0 7-28 16,0 12-16-16,0 12 10 15,4 4 11-15,2 5 4 16,-1 1 12-16,-1 3-1 16,-3-4-20-16,1-1-11 0,-2-5-6 15,0-2-1 1,0-5 0-16,0-5-36 0,0-3-106 16,0-5-188-16,0-5-334 15,-2-6-989-15</inkml:trace>
  <inkml:trace contextRef="#ctx0" brushRef="#br0" timeOffset="128480.16">26887 2328 1144 0,'0'0'397'15,"0"0"-57"-15,0 0-58 16,0 0-71-16,0 0-68 0,7-74-69 16,7 64-22-16,4 7-25 15,1 1-6-15,1 2 1 16,-3 0-4-16,-2 7-4 16,-3 7 2-16,-4 3 1 15,-5 4 3-15,-3 5 3 16,0 3 2-16,-12 2-11 15,-6 4-2-15,-3-1 0 16,0 2-1-16,-1 0-5 16,1-5 6-16,4-3 0 15,6-6-3-15,3-5 5 16,8-6-1-16,0-2 13 16,2-6 20-16,15-1 3 0,9-2-2 15,6 0-10 1,7-7-19-16,5-5-10 0,0-3-8 15,-5 0-1-15,-3 4-80 16,-12 5-166-16,-11 3-489 0</inkml:trace>
  <inkml:trace contextRef="#ctx0" brushRef="#br0" timeOffset="129593.29">25974 3141 1081 0,'0'0'384'15,"0"0"-67"-15,0 0-58 16,0 0-101-16,0 0-55 16,0 0-44-16,72-84-23 15,-41 74-15-15,-3 1-5 16,-2 6-7-16,-8 3-2 15,-5 0-7-15,-10 12 1 16,-3 8-1-16,0 6 12 16,-18 4-2-16,-5-1-4 0,-3 1 0 15,0-5-5-15,3-5 0 16,6-6 0-16,4-4 0 16,7-6 12-16,4-3 5 15,2-1 14-15,0 0 3 16,8 0-9-16,11 0 3 15,9 0 12-15,4 2-21 16,1-1-11-16,-5 3-8 16,-4 1 0-16,-8 2 0 15,-5 2-1-15,-6 1-1 16,-5 5 1-16,0 1 9 16,-17 3 8-16,-9 1-1 0,-8 0-7 15,-6-4-8 1,-5-3-1-16,0-4-15 0,1-9-155 15,11-3-360-15,16-13-1297 0</inkml:trace>
  <inkml:trace contextRef="#ctx0" brushRef="#br0" timeOffset="130252.3">27234 2928 2 0,'0'0'1401'0,"0"0"-919"0,0 0-145 15,0 0-77 1,0 0-52-16,0 0-95 0,0 0-74 16,-7-9-31-16,7 32 44 15,0 5 26-15,0 6-24 16,0 2-10-16,0 0-15 16,0-2-11-16,0-3-11 15,6-3-1-15,6-4-5 16,1-5 0-16,2-7-1 15,3-6-25-15,1-6-38 16,-2 0-26-16,1-14-14 16,-5-10-6-16,0-8 22 15,-3-4 53-15,-3 1 26 0,-2 3 8 16,-1 9 43 0,-3 9 50-16,-1 8 19 0,0 6-24 15,0 0-49-15,0 21-27 16,0 11 32-16,5 8 18 15,2 9-17-15,6 4-15 16,1 1-14-16,3 2-8 16,-1 19-8-16,-7-15-123 15,-9-11-467-15</inkml:trace>
  <inkml:trace contextRef="#ctx0" brushRef="#br0" timeOffset="130770.32">26275 3935 1425 0,'0'0'383'0,"0"0"-9"0,0 0-143 15,0 0-8-15,0 0-46 16,-83 58-62-16,74-38-29 16,3-3-13-16,6-2-18 15,0-1-11-15,9-5-4 16,9 1-2-16,6 0 2 16,4-2-16-16,0 2-5 15,2 1-10-15,-5 1-3 16,-3 0-6-16,-6 5 1 15,-7 2 0-15,-8 1-1 16,-1 4 0-16,-6 4-23 16,-14-2-47-16,-5-2-42 0,-5-2-129 15,-17-18-102-15,8-1-329 16,2-3-607-16</inkml:trace>
  <inkml:trace contextRef="#ctx0" brushRef="#br0" timeOffset="130914.65">26231 3931 1681 0,'0'0'484'15,"0"0"-259"-15,82-36-99 16,-15 13-75-16,44-8-51 16,-12 6-63-16,-6-3-607 0</inkml:trace>
  <inkml:trace contextRef="#ctx0" brushRef="#br0" timeOffset="131560.35">27560 3660 1211 0,'0'0'394'16,"0"0"105"-16,0 0-246 15,0 0-16-15,0 0-42 16,0 0-56-16,-95 45-23 0,76-4-19 15,4 9-16-15,2 3-14 16,5 3-4-16,7-3-11 16,1-7-19-16,3-5-10 15,16-12-10-15,2-7-7 16,8-8 0-16,-1-7-4 16,2-7-2-16,-3 0 0 15,-2-10 0-15,-6-5-12 16,-5-3 1-16,-7-2 10 15,-5 0-5-15,-2 2 6 16,0 3 0-16,-9 5 1 16,-9 6 0-16,-3 4-1 15,-6 0-1-15,-4 12 0 16,-1 9 0-16,1 1 0 16,6 3-1-16,4-4-13 0,1-4-142 15,7-5-397-15,-4-11-1193 16</inkml:trace>
  <inkml:trace contextRef="#ctx0" brushRef="#br0" timeOffset="132257.31">25084 2307 1378 0,'0'0'281'0,"0"0"-45"15,0 0 48-15,0 0-55 16,0 0-37-16,0 0-76 16,0 0-56-16,-36 25-28 15,36 27 0-15,0 26 30 16,6 31 21-16,13 19-16 15,6 3-18-15,2-6 25 0,3-10 17 16,1-5-21 0,1 4-2-16,-1 0-10 0,-1 0-13 15,-6 5 29-15,-5 2-22 16,-3 2-32-16,-3-4-5 16,-3-2 0-16,2-8-5 15,-3-7-1-15,0-7-3 16,1-21-5-16,-2-18 8 15,-1-20-3-15,3-8-6 16,6-7 0-16,6-6-17 16,15-15-53-16,70-58-104 15,-5-15-160-15,14-19-684 0</inkml:trace>
  <inkml:trace contextRef="#ctx0" brushRef="#br0" timeOffset="133047.44">27472 2201 1134 0,'0'0'346'16,"0"0"1"-16,0 0-102 0,0 0-54 15,0 0-65-15,0 0-47 16,0 0-21-16,58-44-12 15,-32 35-4-15,3-1 2 16,-2 0-2-16,-2 3 1 16,1-1 14-16,-3 6 13 15,-2 2-13-15,0 0-9 16,0 10-12-16,3 15 1 16,1 14 11-16,5 23 1 15,4 27 8-15,2 34 14 16,-1 20-6-16,-4 2 6 15,-6-11 4-15,-4-18 7 16,-1-7-25-16,-3-6-7 0,1-2 29 16,-3-5-10-1,-3-6-25-15,-2-8-25 0,-5-5 2 16,-4-12-21-16,-1-14 1 16,0-9 5-16,0-5-5 15,0 8 0-15,0 1 1 16,0 4-1-16,-3-10 1 15,-1-6-1-15,1-7 0 16,0-9 0-16,-1-5 0 16,2-7-1-16,-1-3 0 15,-1-3-14-15,-8 0-20 16,-11 0-43-16,-10-3-46 16,-41 1-70-16,7 2-132 15,3-3-519-15</inkml:trace>
  <inkml:trace contextRef="#ctx0" brushRef="#br0" timeOffset="133903.63">28662 3067 1196 0,'0'0'396'0,"0"0"-31"16,0 0-52-16,0 0-58 0,0 0-22 15,0 0-69 1,0 0-62-16,24-3-17 0,7-1-1 15,9-3-32-15,6 1-20 16,-1-4-19-16,1-1-11 16,-5 2-2-16,-7 1-13 15,-7 0-81-15,-15 1-125 16,-8 1-306-16,-4 2-254 0</inkml:trace>
  <inkml:trace contextRef="#ctx0" brushRef="#br0" timeOffset="134130.91">28747 2907 1785 0,'0'0'486'16,"0"0"-174"-16,0 0-117 0,0 0-55 15,0 0-2-15,22 80 1 16,-7-32-28-16,0 6-50 15,-3 2-32-15,-3 1-14 16,0-3-14-16,-2-3-1 16,7-1-83-16,1-16-172 15,-2-15-514-15</inkml:trace>
  <inkml:trace contextRef="#ctx0" brushRef="#br0" timeOffset="134781.6">29975 2164 939 0,'0'0'493'0,"0"0"-231"0,0 0 58 15,0 0-58-15,-97-18-63 16,71 12-46-16,5 1-7 16,0 3-28-16,6 0-30 15,4 0-13-15,3 2-35 16,5 0-20-16,1 0-11 16,2 4-9-16,0 15 0 15,0 11 7-15,0 9 17 16,7 8 15-16,2 6 5 15,7 18 7-15,2 21-4 0,6 22-2 16,-2 9-12-16,0-5 24 16,-4-12 17-16,0-13-11 15,-4-4-12-15,-1 0-3 16,-1-3 6-16,-1-4-8 16,-1-13-23-16,-3-15 1 15,-2-8-2-15,-1-4-14 16,1 1-7-16,2 6 0 15,-1 2 0-15,2-8-1 16,-2-7 1-16,1-12-1 16,-1-10-1-16,3-13-28 15,6-1-43-15,4-24-66 16,24-42-108-16,-5 2-270 0,-1-6-688 16</inkml:trace>
  <inkml:trace contextRef="#ctx0" brushRef="#br0" timeOffset="135433.13">30379 2328 783 0,'0'0'305'0,"0"0"-47"15,0 0 9-15,0 0-41 16,0 0 16-16,0 0-19 15,0 0-47-15,-5-27-32 16,-5 27-26-16,-2 15-27 16,-6 5 9-16,1 7-2 15,1 4-28-15,4 5-22 16,6 1-8-16,6-1-10 16,0-2-13-16,5-3-5 15,11-6-5-15,5-4-1 16,1-9 2-16,1-4-2 15,-1-8-5-15,0 0 1 16,-2-17 8-16,-5-8-8 0,-5-3-1 16,-4-5-1-16,-6-3-10 15,0-1-19-15,-16 2-25 16,-5 4-15-16,-3 11-44 16,-1 8-119-16,-4 12-70 15,9 0-306-15,7 0-463 0</inkml:trace>
  <inkml:trace contextRef="#ctx0" brushRef="#br0" timeOffset="135584.87">30637 2360 1684 0,'0'0'352'0,"0"0"-45"0,0 0-184 15,0 0-83 1,0 0-40-16,0 0-102 0,0 0-167 15,77-29-399-15</inkml:trace>
  <inkml:trace contextRef="#ctx0" brushRef="#br0" timeOffset="135891.69">30847 2073 1262 0,'0'0'363'0,"0"0"10"15,0 0-94-15,0 0-51 16,-37 84-62-16,37-64-22 16,0-1-35-16,12-2-19 0,7 2-8 15,5-2-25 1,3 0-16-16,1 0-17 0,2 1-11 16,-6 0-11-16,-2 2-1 15,-4 1 8-15,-6-1-9 16,-6 2-1-16,-6-1-5 15,0-1 5-15,-6-1-9 16,-13-3-22-16,-2-6-10 16,-6-6-39-16,-1-4-73 15,-10-17-117-15,7-8-231 16,2-6-468-16</inkml:trace>
  <inkml:trace contextRef="#ctx0" brushRef="#br0" timeOffset="136060.55">30822 2148 1179 0,'0'0'391'15,"0"0"-53"-15,0 0-64 16,112-56-111-16,-75 40-73 16,-1 3-59-16,1 7-31 15,-10 5-206-15,-11 1-617 0</inkml:trace>
  <inkml:trace contextRef="#ctx0" brushRef="#br0" timeOffset="136996.12">30407 3266 973 0,'0'0'362'15,"0"0"-54"-15,0 0-13 16,0 0-33-16,0 0-58 16,0 0-55-16,0 0-14 0,-7 0-29 15,17 0-48-15,5 0-4 16,4 0 4-16,5-6-34 15,1 4-13-15,0-1-11 16,-2-1-9-16,6-1-108 16,-7 0-192-16,-4-1-362 0</inkml:trace>
  <inkml:trace contextRef="#ctx0" brushRef="#br0" timeOffset="137205.41">30708 3080 1726 0,'0'0'382'0,"0"0"-78"0,0 0-140 15,0 0 27-15,0 0-15 16,12 105-66-16,2-64-42 16,2-1-41-16,-2-1-17 15,2-6-10-15,-4-7-26 16,9-9-141-16,-5-7-290 15,-1-10-302-15</inkml:trace>
  <inkml:trace contextRef="#ctx0" brushRef="#br0" timeOffset="137358.26">30972 3173 1497 0,'0'0'398'0,"0"0"-35"0,0 0-154 16,0 0-92-16,0 0-68 15,0 0-49-15,0 0-36 16,14 3-145-16,-1 1-413 0</inkml:trace>
  <inkml:trace contextRef="#ctx0" brushRef="#br0" timeOffset="137732.11">31044 3052 1505 0,'0'0'347'16,"0"0"-30"-16,0 0-166 15,0 0-15-15,0 0-22 16,81-12-24-16,-61 27-23 0,-6 1-31 16,-5 6-14-16,-9 2-1 15,0 1-8-15,-9 2 1 16,-6 0-13-16,-3-4 0 15,0-5-1-15,2-7-31 16,4-8-5-16,0-3 23 16,7-3 8-16,4-10 5 15,1 0 0-15,0 1 20 16,9 4 14-16,6 5 11 16,2 3 5-16,5 0-12 15,3 3-8-15,5 7-5 0,3-1-7 16,1 2-11-16,-1-2-7 15,-2-4 0-15,-3-5-82 16,-7 0-199-16,-6 0-414 16</inkml:trace>
  <inkml:trace contextRef="#ctx0" brushRef="#br0" timeOffset="138286.21">31244 1671 1373 0,'0'0'279'16,"0"0"-27"-16,0 0 71 16,0 0-171-16,0 0-97 15,0 0-46-15,0 0-7 16,88-50-1-16,-44 75 14 16,4 12 10-16,3 10 12 0,7 19 24 15,3 22 26 1,0 34 16-16,-4 17 10 0,-14 6-25 15,-10-1 5 1,-9-7-12-16,-2 2 43 0,-3-7-46 16,0-2-3-16,-3-11 0 15,2-8 3-15,0-8-11 16,-2-9-4-16,1-20-6 16,-7-20-25-16,-4-15-10 15,-1-10-6-15,-4 2-15 16,-1 3 0-16,0-2 5 15,0-6-5-15,-10-7 0 16,-5-7 8-16,-8-4-7 16,-5-2 4-16,-6-2-6 15,-9-3 0-15,-8-1-39 16,-24 0-77-16,-44-6-115 0,13-6-145 16,-4-1-696-16</inkml:trace>
  <inkml:trace contextRef="#ctx0" brushRef="#br0" timeOffset="145400.52">30580 4017 162 0,'0'0'1080'16,"0"0"-711"-16,0 0-93 16,0 0-40-16,0 0-19 15,0 0-11-15,21-7-47 16,33-5-32-16,35-5-67 16,33-5-14-16,11 1-11 0,-4 1-16 15,-30 5-7-15,-35 7-6 16,-17 2-5-16,-13 4 0 15,2 1 0-15,-5 0-1 16,-4-1 0-16,-14 2-17 16,-6 0-61-16,-7 0-104 15,0 0-105-15,-26 6-72 16,-5 7-352-16,-6-2-383 0</inkml:trace>
  <inkml:trace contextRef="#ctx0" brushRef="#br0" timeOffset="145663.21">30664 4167 973 0,'0'0'317'0,"0"0"-106"0,0 0 14 16,0 0 23-16,0 0-27 16,0 0 44-16,0 0-7 15,156 13-66-15,-47-22-79 16,-4-6-54-16,-20-1-8 15,-26 3-18-15,-13 3-13 16,4-2-13-16,0 0-1 16,2 0-5-16,-14 2 0 15,-10 6-1-15,-11-1 0 0,-7 5-18 16,-10 0-24 0,0 9-221-16,-6 5-606 0</inkml:trace>
  <inkml:trace contextRef="#ctx0" brushRef="#br0" timeOffset="147978.48">16391 17208 548 0,'0'0'822'0,"0"0"-472"0,0 0-79 15,0 0-90-15,0 0 5 16,0 0 26-16,-15-6-21 16,15 2-46-16,15-1-55 15,11-5-13-15,9-2-14 16,7-3-25-16,2 1-20 16,1-5-11-16,-2 2-5 15,-4 4-1-15,-6-1-1 16,-5 4-21-16,-6 1-74 15,-5 5-123-15,-8 4-253 16,-6 0-165-16,-3 0-451 0</inkml:trace>
  <inkml:trace contextRef="#ctx0" brushRef="#br0" timeOffset="148158.68">16531 17238 879 0,'0'0'1081'15,"0"0"-778"-15,0 0-46 16,0 0-120-16,0 0-11 16,0 0-61-16,0 0-43 15,92-76-16-15,-59 59-6 16,9 0-50-16,-9 5-235 16,-6 0-455-16</inkml:trace>
  <inkml:trace contextRef="#ctx0" brushRef="#br0" timeOffset="151040.21">28790 4792 902 0,'0'0'727'0,"0"0"-544"16,0 0 17-1,0 0-48-15,0 0-28 0,-97-4-32 16,82 4 3-16,4 0-12 16,4 0-16-16,4 0 3 15,2 0-23-15,1 1-26 16,-2 5-14-16,2 5-7 16,0 8 2-16,0 9 6 15,0 6 18-15,0 7 11 16,0 2-7-16,0 6-5 15,2 1-1-15,1 4 3 16,-2 1 36-16,-1 18 9 0,0 16-21 16,0 16-5-16,-6 8 4 15,-4-11-5-15,1-22-9 16,2-22 7-16,4-12-15 16,0-3-4-16,1 8 2 15,0 10-5-15,1 6-5 16,1-3-4-16,0-4-4 15,0-2-7-15,0-10 5 16,1-4-5-16,7-10 1 16,1-7-1-16,6-7-1 15,2-10 0-15,6-10-5 16,9-4-49-16,30-43-100 16,-5 2-171-16,-7-6-448 0</inkml:trace>
  <inkml:trace contextRef="#ctx0" brushRef="#br0" timeOffset="151924.57">29124 4732 973 0,'0'0'353'16,"0"0"21"-16,0 0-33 16,0 0-65-16,0 0-29 15,0 0-81-15,0 0-108 16,-6-16-39-16,6 20-17 15,0 11-2-15,0 8 0 0,0 6 12 16,0 1 27-16,0 1-8 16,0 1 7-16,0-4-14 15,2-3-11-15,1-1-7 16,3-2-6-16,0-1 0 16,1 4-100-16,-1-4-383 15,0-7-457-15</inkml:trace>
  <inkml:trace contextRef="#ctx0" brushRef="#br0" timeOffset="152682.59">29748 4724 439 0,'0'0'621'16,"0"0"-301"-16,0 0 24 0,0 0-29 15,0 0-93 1,0 0-51-16,0 0-35 15,-9-49-33-15,19 42-48 0,2 2-28 16,6 2-13-16,0 2-4 16,-2 1-3-16,1 0-5 15,-4 4 4-15,-4 8-5 16,0 1 0-16,-8 6 0 16,-1 4 1-16,0 2 4 15,-14 5-5-15,-4 2 8 16,-3 1-1-16,0 1 1 15,3-4 1-15,2-2 5 16,7-8 0-16,3-4 2 16,6-5 5-16,0-2-9 15,7-4 2-15,14-5 6 0,9 0 0 16,4 0-13-16,4-11-8 16,-1 2-13-16,2 7-158 15,-7 2-357-15,-14 0-352 0</inkml:trace>
  <inkml:trace contextRef="#ctx0" brushRef="#br0" timeOffset="153323.63">29070 5373 439 0,'0'0'352'0,"0"0"44"15,0 0-81-15,0 0-53 16,0 0-38-16,0 0-52 16,0 0-52-16,71-51-21 0,-54 49-19 15,-2 0-27 1,2 2-18-16,-7 0-18 0,-2 2-8 16,-5 12-8-16,-3 2 7 15,0 7-2-15,-9 3-5 16,-10 0 0-16,-1-1 5 15,-1 0-5-15,3-5-1 16,3-6 1-16,6-6-1 16,4-4 2-16,2-2 4 15,3-2-5-15,0 0 0 16,1 2 7-16,14-2 5 16,6 3 12-16,3-1-4 15,1 2-7-15,2 2-13 0,-3 1 8 16,-6 0-9-1,-2 4 1-15,-7 0 0 0,-6 2 0 16,-3 1 0-16,0 0 13 16,-14 1 13-16,-8-3 3 15,-6 1-17-15,-3-4-6 16,-5-1-6-16,0-5-1 16,3-3-10-16,5 0-45 15,7 0-87-15,15-4-81 16,6-3-278-16,0-3-504 0</inkml:trace>
  <inkml:trace contextRef="#ctx0" brushRef="#br0" timeOffset="153841.88">29875 5188 224 0,'0'0'1169'0,"0"0"-823"15,0 0-12-15,0 0-78 16,0 0-42-16,0 0-95 0,0 0-67 15,-11-4-31-15,11 23 18 16,0 6 27-16,0 4-20 16,0 2-9-16,0 1-14 15,9-3-8-15,0-3-14 16,4-2 8-16,1-7-9 16,2-7 1-16,-2-3 0 15,2-7-1-15,-1 0-12 16,1-14-27-16,2-10-27 15,0-2 12-15,-2-2 38 16,-2 1 15-16,-5 6 0 16,0 8 1-16,-6 7 11 15,-2 6 10-15,-1 0-9 16,0 14-5-16,0 8 25 16,2 6 8-16,1 4-15 0,1 4-8 15,2 2-11-15,0 2-5 16,0-1-1-16,-6 20-10 15,0-9-272-15,0-11-668 0</inkml:trace>
  <inkml:trace contextRef="#ctx0" brushRef="#br0" timeOffset="154244.92">29296 5934 1347 0,'0'0'298'0,"0"0"-36"16,0 0-85-16,0 0-24 16,-90 67-12-16,75-32-40 0,5-1-9 15,7-1-33 1,3-5-29-16,6-2-3 0,13-5 1 16,5-1-13-16,3-3-9 15,0-3-4-15,-3 3-1 16,-3-4 0-16,-5 5-1 15,-9-2-14 1,-7 1-74-16,0 3-83 0,-22 3-75 16,-3-2-267-16,-5-9-371 15</inkml:trace>
  <inkml:trace contextRef="#ctx0" brushRef="#br0" timeOffset="154411.61">29209 6017 1033 0,'0'0'397'0,"0"0"-169"16,81-42-66-16,-31 28-80 15,11 4-35-15,26 10-47 16,-11 0-44-16,-13 0-495 0</inkml:trace>
  <inkml:trace contextRef="#ctx0" brushRef="#br0" timeOffset="154793.35">30049 5771 29 0,'0'0'1557'0,"0"0"-1234"15,0 0 35-15,0 0-83 0,0 0-82 16,0 0-67-16,0 0-31 15,-88 59 10-15,70-18-27 16,5 5-14-16,4 4-10 16,3 0-13-16,6 0-22 15,0-7-10-15,12-4-7 16,4-9-1-16,5-10 6 16,1-12-7-16,2-8 1 15,0-2 0-15,-1-17 1 16,-1-8-2-16,-6-3 0 15,-2 0 0-15,-8 3 0 16,-6 5 0-16,0 5 1 16,-9 6-1-16,-14 10 0 0,-11 1 0 15,-9 10 0 1,-10 9-6-16,-3 7-64 0,-25 7-115 16,17-9-369-16,5-8-569 0</inkml:trace>
  <inkml:trace contextRef="#ctx0" brushRef="#br0" timeOffset="155469.56">27155 4386 182 0,'0'0'1293'0,"0"0"-902"0,0 0-126 16,0 0-107-16,0 0 78 15,-4 95-23-15,16-48-87 16,1 2-55-16,4 1-39 16,-2-6-17-16,-2-3-8 15,-3-10-7-15,-2-6 0 16,-2-11-58-16,-2-8-176 15,-4-7-123-15,0-14-259 16,0-5-224-16</inkml:trace>
  <inkml:trace contextRef="#ctx0" brushRef="#br0" timeOffset="155785.19">27221 4562 35 0,'0'0'813'0,"0"0"-511"16,0 0-62-16,0 0-84 15,0 0-36-15,0 0-31 16,85-50-48-16,-52 44-30 15,-1-4-4-15,0 0-6 16,-7-3-1-16,-5-1-24 16,-7-2-44-16,-7 1 9 15,-4-2 41-15,-2 0 18 16,0 0 7-16,-11 1 16 16,-1 2 40-16,2 3 20 15,2 3 58-15,1 3 19 0,2 5-8 16,2 0-40-16,2 9-50 15,1 15 2-15,0 11 54 16,0 8-14-16,0 7-40 16,7 1-19-16,5 1-25 15,0-1-19-15,3-1-1 16,8 11-28-16,-1-14-327 16,-3-13-1062-16</inkml:trace>
  <inkml:trace contextRef="#ctx0" brushRef="#br0" timeOffset="156850.6">30064 4525 1228 0,'0'0'251'16,"0"0"-2"-16,0 0-89 15,0 0-61-15,0 0-32 16,87-50-8-16,-53 48-19 0,-1 2-13 15,-2 0 17 1,-1 8 6-16,-5 9 5 0,2 9 20 16,-2 6 61-16,-1 8-5 15,3 23 0-15,1 20-6 16,3 25-15-16,-1 15 2 16,0-4-7-16,-4-7-23 15,-2-12 9-15,1 2-16 16,0 1-7-16,-1-3-22 15,-3-9-2-15,0-5-2 16,-6-18-6-16,-5-12-15 16,-4-13-2-16,-1-1 1 15,-4 6-2-15,-1 5-2 16,0 8-5-16,-4-2-4 16,-10-4-1-16,-4-2-4 0,-1-2 5 15,0-3-5 1,-4-5-1-16,1-9 5 0,-2-5-6 15,-1-9 1-15,-2-8 9 16,-3-8-9-16,-1-4-1 16,-1 0 7-16,-1-9-6 15,2-2-1-15,1-2-1 16,2 4-1-16,1 3 1 16,-1 4-1-16,-2 2 1 15,-4 0-13-15,-2 0-13 16,-1 0-16-16,2 5-37 15,7-5-43-15,-2 0-97 0,11-11-142 16,-1-6-598-16</inkml:trace>
  <inkml:trace contextRef="#ctx0" brushRef="#br0" timeOffset="162007.94">27734 4601 104 0,'0'0'856'0,"0"0"-535"0,0 0-58 16,0 0-49-16,0 0-49 16,0 0-33-16,-91 15-39 15,75 4-15-15,4 8-35 16,3 7-11-16,8 5-7 15,1 3-10-15,7 2-6 16,11-5-9-16,9-4-5 16,4-7-85-16,18-11-189 15,-9-10-236-15,-5-7-425 0</inkml:trace>
  <inkml:trace contextRef="#ctx0" brushRef="#br0" timeOffset="162377.08">27813 4807 977 0,'0'0'314'16,"0"0"-27"-16,0 0-77 15,0 0-46-15,0 0-60 16,0 0-39-16,0 0-34 16,-3-10 1-16,6 1 9 15,3-4-11-15,1-5-15 16,-4-4-3-16,0-1 7 15,-3-4 6-15,0-3 6 16,0 0 8-16,-7 1 1 16,0 7 26-16,1 7 45 15,1 6-10-15,2 4-19 16,2 5-18-16,-1 0-18 16,2 0-25-16,0 8-21 0,0 9-8 15,3 9 8-15,9 8-1 16,6-1 1-16,3 3 1 15,-2-3-1-15,4-7-1 16,-4-4-36-16,1-5-138 16,8-12-145-16,-3-5-256 15,-6 0-335-15</inkml:trace>
  <inkml:trace contextRef="#ctx0" brushRef="#br0" timeOffset="162548.26">27959 4642 935 0,'0'0'324'0,"0"0"-60"15,0 0-157-15,0 0-35 0,0 0-50 16,0 0-22-16,85-38-195 16,-56 23-99-16,-6 0-291 0</inkml:trace>
  <inkml:trace contextRef="#ctx0" brushRef="#br0" timeOffset="162714.94">28101 4500 335 0,'0'0'407'0,"0"0"-43"16,0 0-30-16,0 0-65 15,0 0-82-15,0 0-47 16,0 0 2-16,-19 53-14 0,19-26 17 16,1 3-48-16,8 0-33 15,3-4-40-15,0-1-24 16,0-3 0-16,7-1-102 15,-1-6-200-15,-6-7-569 0</inkml:trace>
  <inkml:trace contextRef="#ctx0" brushRef="#br0" timeOffset="162956.67">28173 4339 709 0,'0'0'684'16,"0"0"-351"-16,0 0-56 0,0 0-105 16,0 0-2-16,83 2-46 15,-47 17-5-15,-2 7-31 16,-4 5-31-16,-8 5-20 16,-9 3-18-16,-12 4-5 15,-1 2-8-15,-14 2-6 16,-20 17-19-16,4-9-219 15,0-13-501-15</inkml:trace>
  <inkml:trace contextRef="#ctx0" brushRef="#br0" timeOffset="164061.22">30810 5277 179 0,'0'0'1521'0,"0"0"-1037"16,0 0-245-16,0 0-111 15,0 0-71-15,0 0-29 16,-8 2-9-16,14-2 4 15,13 0 6-15,6 0 4 16,6 0-3-16,0-5-8 16,1 0-4-16,-6-1-10 15,-2 0-8-15,-5 1 2 16,-5-1-1-16,-1 1-1 0,-2-1-6 16,-1 0-31-16,5 0-207 15,-3-1-275-15,-4 2-309 0</inkml:trace>
  <inkml:trace contextRef="#ctx0" brushRef="#br0" timeOffset="164382.66">30926 5090 939 0,'0'0'374'16,"0"0"-9"-16,0 0-55 16,0 0-79-16,0 0-116 15,0 0-73-15,0 0-24 16,-10-11-11-16,10 11 0 16,0 6-5-16,0 10-1 15,4 7 26-15,8 5 24 16,0 5 23-16,3 5-6 15,-3-1-11-15,0 0-14 16,-5 1-13-16,1-1-15 16,-2-3-15-16,4 6-7 15,-2-8-281-15,-4-11-718 0</inkml:trace>
  <inkml:trace contextRef="#ctx0" brushRef="#br0" timeOffset="167093.18">31447 4449 603 0,'0'0'395'16,"0"0"-128"-16,0 0 7 15,0 0-18-15,0 0-55 16,0 0-59-16,0 0-75 16,-54-13-36-16,42 13-8 15,-6 0-8-15,0 0-7 0,-6 0-1 16,0 0-1 0,-1 0 0-16,0 5 3 0,4-1-3 15,2 0-5-15,8-2 0 16,2 1 1-16,6-3 0 15,2 2-2-15,1-2 1 16,0 3-1-16,0 2 0 16,0 4 1-16,0 5 0 15,0 5 18-15,0 3 9 16,0 3 9-16,0 2 5 16,3 2 3-16,1 4 4 15,0 0-5-15,-1 0-1 0,2 2-2 16,-2 2 0-1,0-4-3-15,0-1-4 0,2-2-7 16,-2-2-2-16,2 1 2 16,1-2-4-16,-1-2 0 15,1 0 1-15,-2 0 2 16,4 1-4-16,-4-4 2 16,1 0-6-16,-2-5-6 15,0-3 6-15,-2-3-5 16,1-3-5-16,-1 0-7 15,1-4 8-15,-1 0-8 16,1-3 0-16,-2 1 7 16,0-2-8-16,1 1 1 15,-1 2-1-15,2 2 1 16,-1-2 0-16,3 3 0 0,-2 2-1 16,-1 0 1-16,2 1 5 15,-1 2-4-15,1 0 10 16,-2 1-3-16,1 1 0 15,0 0-3-15,-1-1 13 16,1-1-5-16,-2-3-8 16,0-2-5-16,1-3 0 15,-1-3 1-15,0 1-1 16,0-1 0-16,0 0 1 16,2 0-1-16,2 0-1 15,8 0 0-15,6 0 0 16,16-10 0-16,11-4-27 15,50-13-144-15,-8 2-306 16,-4-3-701-16</inkml:trace>
  <inkml:trace contextRef="#ctx0" brushRef="#br0" timeOffset="168330.28">31570 4630 25 0,'0'0'942'16,"0"0"-676"-16,0 0-20 15,0 0 34-15,0 0-61 0,0 0-56 16,0 0-54-1,-55-19-43-15,43 31-38 0,-2 7-5 16,1 5-2-16,3 9-3 16,3 2 0-16,5 2 35 15,2 1 20-15,0-3-13 16,5-1-16-16,6-4-5 16,2-5-17-16,0-4-10 15,0-6-3-15,-1-8-3 16,3-5 0-16,-3-2 0 15,3-3 5-15,-3-15-1 16,0-6-1-16,-5-7-3 16,-5-4 0-16,-2-2-6 15,0 0 0-15,-2 3-18 16,-5 7-1-16,-2 7-8 0,1 6-6 16,4 4 3-16,-1 8 14 15,1 2-11-15,-2 0-16 16,6 19-97-16,0 3-163 15,0-3-427-15</inkml:trace>
  <inkml:trace contextRef="#ctx0" brushRef="#br0" timeOffset="168478.89">31700 4737 438 0,'0'0'1020'16,"0"0"-746"-16,0 0-123 0,0 0-99 15,0 0-52-15,0 0-85 16,0 0-400-16</inkml:trace>
  <inkml:trace contextRef="#ctx0" brushRef="#br0" timeOffset="168797.09">31827 4543 1162 0,'0'0'332'0,"0"0"-39"0,0 0-80 16,0 0-28-1,0 0-67-15,0 0-44 0,0 0-24 16,-26 77-8-16,42-64 2 16,4 3 4-16,6 1-6 15,-1 0-4-15,2 0-9 16,-3 1-10-16,-2 2-3 15,-7 0-7-15,-3 2-3 16,-7-3-5-16,-5 3 0 16,0-2 0-16,-11 0 0 15,-8-1-1-15,-4-5-22 16,0-5-75-16,-2-6-75 16,-7-6-96-16,6-13-346 15,4-6-576-15</inkml:trace>
  <inkml:trace contextRef="#ctx0" brushRef="#br0" timeOffset="168980.89">31870 4497 1279 0,'0'0'325'15,"0"0"-38"-15,0 0-99 16,81-38-89-16,-56 29-58 15,4 4-41-15,14 2-6 16,-7 2-276-16,-4-3-814 0</inkml:trace>
  <inkml:trace contextRef="#ctx0" brushRef="#br0" timeOffset="169943.3">32454 4609 1026 0,'0'0'341'0,"0"0"-22"16,0 0-85-16,0 0-62 16,0 0-57-16,0 0-55 15,0 0-29-15,10 0-10 16,9 0 4-16,2 0-11 16,-1-6-13-16,1-1-1 15,7-2-67-15,-4 1-213 16,-8-1-398-16</inkml:trace>
  <inkml:trace contextRef="#ctx0" brushRef="#br0" timeOffset="170157.43">32606 4378 1313 0,'0'0'378'16,"0"0"-131"-16,0 0-102 15,0 0-44-15,0 0-23 16,14 83 2-16,-3-44-6 16,0 2-4-16,-1-3-20 15,-1-4-31-15,-3-4-19 16,8 2-17-16,-3-9-225 16,0-11-559-16</inkml:trace>
  <inkml:trace contextRef="#ctx0" brushRef="#br0" timeOffset="170332.77">32802 4445 1204 0,'0'0'539'0,"0"0"-318"16,0 0-70-16,0 0-80 15,0 0-54-15,0 0-17 16,0 0-79-16,29 5-197 15,-11-1-447-15</inkml:trace>
  <inkml:trace contextRef="#ctx0" brushRef="#br0" timeOffset="170718.78">32880 4309 1077 0,'0'0'393'0,"0"0"-129"16,0 0-87-16,0 0-33 16,0 0-29-16,0 0-29 15,0 0-28-15,76 13 1 16,-67 3 0-16,-3 2-19 16,-6 1-1-16,0 3-17 15,-7 1-13-15,-14-1-8 16,0 0 5-16,-3-2-6 0,5-6 0 15,6-3-13-15,5-8 11 16,5-1 2-16,3-2 0 16,0 0 9-16,0 0 4 15,0 0-5-15,0 0-8 16,7 3-1-16,7 0 1 16,5 1 3-16,2 1-3 15,3 2-1-15,3 0 0 16,-2-2 1-16,2 0-25 15,7-5-159-15,-4 0-375 16,-6 0-631-16</inkml:trace>
  <inkml:trace contextRef="#ctx0" brushRef="#br0" timeOffset="171546.02">33083 4051 80 0,'0'0'1071'0,"0"0"-816"16,0 0 76-16,0 0-104 0,0 0-92 16,0 0-88-16,0 0-28 15,-28-6-4-15,41 6-9 16,9-3 3-16,5 0-3 15,2-1-6-15,-4 1 11 16,-4 1-4-16,-2 0-1 16,-4 2 0-16,-3 0 1 15,-1 0 1-15,0 0 0 16,0 11 3-16,-1 9 17 16,4 2 9-16,-5 7 12 15,1 7 9-15,0 5 26 16,0 2-2-16,0 6 2 0,2 0-2 15,-3-2-11 1,3 0-2-16,-5-5-18 16,2-3-11-16,-3-7-1 0,-1-4-8 15,-1-5-11-15,-3-5-5 16,1-5 0-16,-2-5-6 16,0-2-2-16,0-4-6 15,0 2 7-15,0-4-7 16,0 1 1-16,0 3-1 15,-9-1 7-15,-6 1-7 16,-6 2-1-16,-4 1 6 16,1-1-5-16,-1 2-1 15,-1-1 0-15,4-2-9 16,0 3-22-16,4-2-37 16,-3 4-171-16,6-2-344 0,2-3-530 0</inkml:trace>
  <inkml:trace contextRef="#ctx0" brushRef="#br0" timeOffset="171756.34">33236 4934 1182 0,'0'0'684'16,"0"0"-496"-16,0 0 11 15,0 0 52-15,0 0-52 16,0 0-125-16,0 0-52 0,-20 0-22 16,2 11-140-1,-3 1-205-15,0-2-533 0</inkml:trace>
  <inkml:trace contextRef="#ctx0" brushRef="#br0" timeOffset="191240.05">2232 16240 421 0,'0'0'824'0,"0"0"-568"15,0 0-34-15,0 0 29 16,0 0-162-16,0 0-61 16,-59-35-19-16,44 34-9 15,1-1 2-15,-2 2-1 16,1 0 5-16,0 0-6 15,3 0 0-15,4 0 0 16,0 0 0-16,8 0 1 0,-3 0 6 16,3 0-7-16,0 0 0 15,0 0-1-15,0 0-10 16,0 9-14-16,0 7-15 16,0 7 39-16,0 6 1 15,0 4 19-15,0 1 15 16,0 2 8-16,0-2 19 15,0-2-12-15,0 0-18 16,0 0 1-16,0 1 2 16,0 0 5-16,3-1-8 15,0 2-3-15,6-2-1 16,-5-2-8-16,1-3 2 16,-1 0 3-16,1-8-11 0,-2-2-11 15,0-5-1-15,0-4 0 16,1-5-1-1,-1-2 0-15,3-1-36 0,6 0-77 16,21-19-72-16,0-3-319 16,2-4-563-16</inkml:trace>
  <inkml:trace contextRef="#ctx0" brushRef="#br0" timeOffset="191613.99">2407 16369 1126 0,'0'0'340'15,"0"0"-35"-15,0 0 5 16,0 0-160-16,0 0-94 16,0 0-36-16,0 0-12 15,-49 13-8-15,40 14 0 16,3 9 12-16,3 8 14 15,3-2 8-15,3-2 9 16,10-4 7-16,4-5-1 16,2-8-12-16,-1-7-7 15,-2-6 1-15,-2-5-8 16,1-5 2-16,-5 0 12 16,2-10-4-16,-3-13-9 15,-6-7-15-15,-3-6-9 0,0-5-7 16,-3 0-38-16,-13 6-37 15,2 8-45-15,1 11 32 16,7 16-85-16,0 3-399 16,3 6-532-16</inkml:trace>
  <inkml:trace contextRef="#ctx0" brushRef="#br0" timeOffset="191768.95">2602 16402 1160 0,'0'0'610'0,"0"0"-400"16,0 0-73-16,0 0-84 16,0 0-38-16,0 0-15 0,0 0-33 15,94-7-234 1,-64 4-377-16</inkml:trace>
  <inkml:trace contextRef="#ctx0" brushRef="#br0" timeOffset="192048.09">2862 16237 1023 0,'0'0'504'15,"0"0"-251"-15,0 0 16 16,0 0-96-16,0 0-101 16,-72 71-36-16,72-62-14 15,0 1-1-15,14 2-6 16,5-1 7-16,8 0 0 15,3 3 6-15,1-1-5 0,-1 1 11 16,-2 0-7-16,-4-1-2 16,-7 3-3-16,-6 1-21 15,-8 2 11-15,-3 6 8 16,-3 0-10-16,-17 5-10 16,-13 0-156-16,3-4-176 15,2-9-524-15</inkml:trace>
  <inkml:trace contextRef="#ctx0" brushRef="#br0" timeOffset="192210.32">2762 16205 1129 0,'0'0'193'0,"0"0"-79"15,88-37-47-15,-46 24-32 16,16 1-35-16,-7 2-63 15,-11 1-647-15</inkml:trace>
  <inkml:trace contextRef="#ctx0" brushRef="#br0" timeOffset="192635.82">3108 15961 772 0,'0'0'795'0,"0"0"-575"16,0 0-104-16,0 0-68 0,0 0-23 16,0 0-1-16,0 0-4 15,79-5-1-15,-60 5 3 16,-2 0 7-16,2 10 4 16,-2 3-4-16,-1 8 11 15,2 5-12-15,0 6 9 16,0 6 13-16,-2 4 6 15,2 4 23-15,0-1 24 16,0 3-7-16,-3-3-5 16,0 0-36-16,-3-4-19 15,-2-4-19-15,-1-2-5 16,-3-4 12-16,-3-7 8 16,-1-5-6-16,-2-3-11 0,0-5-6 15,0-6-2-15,0-3-5 16,0 0 4-16,-3-1 1 15,-11 3-5-15,-1-1-1 16,-3-1-1-16,-6-1-8 16,-1 1-24-16,0-2-57 15,5 0-220-15,7-3-396 0</inkml:trace>
  <inkml:trace contextRef="#ctx0" brushRef="#br0" timeOffset="195258.04">3256 16254 939 0,'0'0'243'15,"0"0"-61"-15,0 0 35 16,0 0-59-16,0 0-68 16,-25-79-45-16,25 62-23 15,1 0-16-15,8-1 7 16,0-1-3-16,-3 2 5 16,-3 0-2-16,-3 1-6 0,0 2 11 15,0 1-17-15,0 3 6 16,-5 3-6-16,-1 3-2 15,-1 3 1-15,-2 1-2 16,0 4-21-16,0 16 1 16,-3 7 9-16,5 9 13 15,4 3 18-15,3 1 19 16,1 0 23-16,15-4 12 16,6-3-12-16,3-5-1 15,3-7-10-15,-1-5-12 16,1-9-7-16,-4-7-2 0,0 0-4 15,-9-17-1 1,0-8-11-16,-8-6-1 0,-7-2-11 16,0-2-5-16,-10 1-35 15,-7 2-16-15,0 6-9 16,0 9 13-16,2 7 15 16,3 10 4-16,2 0-6 15,-2 19 2-15,1 8 13 16,4 9 24-16,4 5 0 15,3 1 33-15,3-1 30 16,12 0 12-16,6-5-10 16,0-5-17-16,4-4-19 15,-1-11-9-15,-3-4-3 16,-5-11-6-16,-1-1 4 16,-9 0 7-16,2-12 15 0,-8-5 6 15,0-2-13-15,0-1-14 16,-11 6-16-16,-2 3-9 15,1 7-3-15,-6 4-6 16,1 1-1-16,-3 18-6 16,0 7 11-16,4 6 13 15,5 2 0-15,8 0 1 16,3-5 7-16,0-4 1 16,8-9-7-16,5-4 14 15,2-7-3-15,2-5-5 16,0 0-5-16,-3-10 8 15,4-8-2-15,-8-10-8 16,-1-2-11-16,-9-1-44 0,0 0-71 16,0-3-51-1,0 5-130-15,-4 8-251 0</inkml:trace>
  <inkml:trace contextRef="#ctx0" brushRef="#br0" timeOffset="195505.47">3584 16235 730 0,'0'0'894'0,"0"0"-577"16,0 0-166-16,0 0-79 15,0 0-13-15,0 0-3 16,0 0-1-16,66 2-24 15,-38-13-16-15,6-2-6 16,1-1-9-16,3-1-13 16,4-7-58-16,-9 5-467 15,-6 1-1020-15</inkml:trace>
  <inkml:trace contextRef="#ctx0" brushRef="#br0" timeOffset="195729.67">3849 15949 1420 0,'0'0'339'0,"0"0"-235"16,0 0-33-16,0 0-2 0,20 73-3 16,-5-41-17-16,-2 4 2 15,-1-2 8-15,0 2 11 16,-3-1-1-16,0-1-14 15,-3 1-22-15,3 6-33 16,1-10-82-16,-2-9-568 0</inkml:trace>
  <inkml:trace contextRef="#ctx0" brushRef="#br0" timeOffset="195925.7">4142 16184 833 0,'0'0'1153'0,"0"0"-856"16,0 0-171-16,0 0-68 16,0 0-36-16,0 0-9 15,0 0-4-15,-6 0-9 16,6 0 0-16,0 0-1 16,1-2-38-16,11 1-142 15,-3-3-800-15</inkml:trace>
  <inkml:trace contextRef="#ctx0" brushRef="#br0" timeOffset="196268.74">4240 15908 735 0,'0'0'658'0,"0"0"-473"16,0 0 38-16,0 0-8 15,0 0-118-15,94-21-49 16,-83 42-15-16,-5 5 1 16,-6 9 10-16,0 3 17 15,-3 6-2-15,-14-1-17 16,-4-4-22-16,-1-7-9 16,4-7-10-16,3-11 5 0,8-7-5 15,2-3 5-15,5-4 17 16,0 0 65-16,0 0-39 15,15 0-43-15,6 0-5 16,12 0 0-16,6 0-1 16,7 0 0-16,2 0-16 15,11-10-182-15,-11-1-146 16,-12-1-685-16</inkml:trace>
  <inkml:trace contextRef="#ctx0" brushRef="#br0" timeOffset="196563.25">4376 15786 1294 0,'0'0'363'0,"0"0"-125"0,0 0-86 16,0 0-92-16,0 0-38 16,0 0-7-16,91 2 7 15,-54 26 12-15,6 6 14 16,-1 10 9-16,1 4 17 15,-4 8 12-15,-6 2 6 16,-3-2-20-16,-8-3-11 16,-5-5-4-16,-7-1 1 15,-7-2-18-15,-3 0-8 16,-13 4-3-16,-20 1-5 16,-12 4 0-16,-15 4-21 15,-32 5-3-15,10-14-337 16,13-16-1628-16</inkml:trace>
  <inkml:trace contextRef="#ctx0" brushRef="#br0" timeOffset="198012.12">5441 14249 586 0,'0'0'727'15,"0"0"-426"-15,0 0 9 16,0 0-118-16,0 0-42 0,0 0-48 16,25 6-44-1,7 1-6-15,11 1 3 0,8 2 11 16,23 0 10-16,26 0-8 16,21 0-19-16,6 0-16 15,-8-3 29-15,-10-4-19 16,-14 2 6-16,-1-2-10 15,-1-3-9-15,-1 0-5 16,2 0 1-16,0 0-2 16,5-5-2-16,0-6-1 15,-16 3 9-15,-18 1 45 16,-23 2-49-16,-11 2-20 16,-1 0-6-16,-5-2 0 15,-1 1 0-15,-10 1 0 16,-7 1 1-16,-2 0 5 0,-1 1-5 15,-4-1 0-15,0 0 0 16,0 2-1-16,0-3 0 16,-18 3-21-16,-55 0-41 15,6 0-207-15,-12 0-1185 0</inkml:trace>
  <inkml:trace contextRef="#ctx0" brushRef="#br0" timeOffset="199227.02">5985 14819 1145 0,'0'0'385'16,"0"0"-92"-16,0 0-109 15,0 0-71-15,0 0 18 0,-7 90 0 16,7-43-5-16,0 1-35 16,3-1-36-16,6-3-19 15,1-5-16-15,-1-5-11 16,-1-8-8-16,-2-4 1 15,-2-6-1-15,-1-8-1 16,-3-7 1-16,0-1 5 16,0-4 9-16,0-17 0 15,0-3-7-15,3-5-2 16,6 1-5-16,2 8 11 16,3 3-6-16,3 9-5 15,4 6-1-15,-1 2 0 16,3 2 0-16,-4 12 0 0,-1 5 2 15,-4 4 5 1,-7 3 4-16,-3 2 8 0,-4 1 16 16,0-3 8-16,-14-1 2 15,-7-3-5-15,0-5-5 16,-6-4-10-16,-1-7-10 16,-4-4-5-16,1-2-4 15,4-3-5-15,2-9-1 16,7-2-14-16,6-2-55 15,9 0-91-15,8-11-181 16,14 7-315-16,3-3-475 0</inkml:trace>
  <inkml:trace contextRef="#ctx0" brushRef="#br0" timeOffset="199776.57">6290 14707 1204 0,'0'0'519'15,"0"0"-149"-15,0 0-25 16,0 0-54-16,0 0-103 0,0 0-105 16,0 0-58-16,-6 4-16 15,6 11-8-15,0 5 5 16,4 5 8-16,4 1 3 15,0 2-4-15,-2-3-2 16,-1 0-10-16,-2-3-1 16,0-6 0-16,0-1-25 15,-3-5-102-15,0-6-147 16,0-3-98-16,0-1-455 0</inkml:trace>
  <inkml:trace contextRef="#ctx0" brushRef="#br0" timeOffset="200015.39">6103 14725 1483 0,'0'0'489'0,"0"0"-202"16,0 0-43-16,0 0-44 15,0 0-69-15,0 0-35 16,91-34-48-16,-55 22-23 15,0-3-7-15,2 2-1 16,-3-1-10-16,-4 2-6 16,-3 2-1-16,-5 4-8 15,1 5-20-15,-6 1-329 16,-8 0-861-16</inkml:trace>
  <inkml:trace contextRef="#ctx0" brushRef="#br0" timeOffset="208097.44">4331 14870 191 0,'0'0'21'15,"0"0"203"-15,0 0 150 16,0 0-176-16,0 0-45 15,-7-18 19-15,4 13-11 16,0 1-8-16,0 2-14 16,0-2-8-16,0 3-44 15,1 1-46-15,-1 0-16 16,2 0-14-16,-1 0-5 16,1 0-4-16,-1 0 4 15,2 0-6-15,-1 0 0 0,1 7-2 16,0 11-4-1,0 5 6-15,0 9 1 0,0 5 23 16,0 4 17 0,0 2 9-16,0-1-3 0,0 0-2 15,0-1 2-15,0-2 1 16,0 0 1-16,3-4-5 16,1-5-8-16,1-5-8 15,-1-4-10-15,2-3-12 16,-1-7-6-16,2 0 0 15,5-7-99-15,-1-4-200 16,-3 0-427-16</inkml:trace>
  <inkml:trace contextRef="#ctx0" brushRef="#br0" timeOffset="208547.48">4392 14933 876 0,'0'0'604'0,"0"0"-498"0,0 0-14 15,0 0 48-15,0 0-20 16,0 0-51-16,81-61-15 16,-68 61-22-16,-4 3-10 15,-4 13-6-15,-5 9 11 16,0 4 22-16,-3 5-2 0,-11-4-13 15,-2-2-19 1,4-7-14-16,2-9 8 0,5-3-9 16,4-6 6-16,1-2 10 15,0-1 5-15,1 3-8 16,14-1-7-16,3 5 0 16,7-2-5-16,1 2 0 15,-3 1-1-15,-6 0 1 16,1 1 0-16,-11 2 0 15,-5 1 0-15,-2 5 0 16,-3 1 6-16,-18 4-6 16,0-2 0-16,-6-1 0 15,-3-4 0-15,2-1-1 16,1-6-2-16,3 0-62 16,9-4-86-16,5-1-170 0,7-3-292 15</inkml:trace>
  <inkml:trace contextRef="#ctx0" brushRef="#br0" timeOffset="208808.96">4726 15141 1197 0,'0'0'229'0,"0"0"47"16,0 0-21-16,0 0-42 0,-47 72-71 16,36-52-40-1,-2-1-23-15,4-3-38 0,1-2-24 16,4-2-9-16,-2-4-8 16,5-2-40-16,1-6-138 15,0 0-183-15,0-3-496 0</inkml:trace>
  <inkml:trace contextRef="#ctx0" brushRef="#br0" timeOffset="209214.18">4792 14867 918 0,'0'0'902'16,"0"0"-632"-16,0 0-99 16,0 0-109-16,0 0-41 0,0 0-14 15,0 0 18-15,0 89 20 16,9-59 4-16,0-1 4 16,3-3-8-16,-3-2-18 15,4-3-15-15,-4-1-12 16,0-2 0-16,-3 1-180 15,0-5-402-15,-5-8-636 0</inkml:trace>
  <inkml:trace contextRef="#ctx0" brushRef="#br0" timeOffset="209457.94">4807 14682 1607 0,'0'0'277'0,"0"0"-174"16,0 0-30-16,0 0-39 15,104 11-17-15,-63 16 22 16,-2 10 12-16,-8 10 8 16,-7 15-2-16,-21 17-19 15,-17 16-23-15,-32 5-15 16,-24-7-54-16,9-24-231 15,4-20-636-15</inkml:trace>
  <inkml:trace contextRef="#ctx0" brushRef="#br0" timeOffset="210648.41">5706 13726 985 0,'0'0'98'0,"0"0"-85"15,0 0-6-15,-83 29-7 16,58-20-37-16,5-5-230 0</inkml:trace>
  <inkml:trace contextRef="#ctx0" brushRef="#br0" timeOffset="210851.87">4765 13774 386 0,'0'0'39'16,"0"0"-38"-16,0 0 0 15,0 0 5-15,0 0-5 16,0 0 7-16,109 0-8 0</inkml:trace>
  <inkml:trace contextRef="#ctx0" brushRef="#br0" timeOffset="211071.94">6169 13687 1128 0,'0'0'131'16,"0"0"-110"-16,0 0-11 0,0 0-3 15,0 0-7 1,0 0-98-16,0 0-206 0</inkml:trace>
  <inkml:trace contextRef="#ctx0" brushRef="#br0" timeOffset="211264.32">4756 13894 588 0,'0'0'0'15,"0"0"-84"-15,105-22 52 0,-58 9-122 16</inkml:trace>
  <inkml:trace contextRef="#ctx0" brushRef="#br0" timeOffset="211432.26">6097 13762 1290 0,'0'0'129'16,"0"0"-128"-16,0 0-1 0,0 0 0 15,0 0-169-15</inkml:trace>
  <inkml:trace contextRef="#ctx0" brushRef="#br0" timeOffset="213253.38">14390 15097 912 0,'0'0'633'0,"0"0"-404"16,0 0-50-1,0 0-27-15,0 0-33 16,0 0-46-16,49-72-24 16,-27 72-11-16,0 0-1 15,-3 17-7-15,-5 6 4 0,-4 3-3 16,-9 8 1-16,-1 2 3 16,-1 2 10-16,-17 0-11 15,-3-3-8-15,-2-4-13 16,-2-4-6-16,2-8-5 15,0-9 4-15,4-8-5 16,3-2 9-16,2-14 4 16,4-8 1-16,5-5-5 15,5 1-4-15,0 5 0 16,5 6-4-16,6 5-1 16,3 4 0-16,1 6-1 0,1 0-1 15,2 1 1-15,0 14 1 16,3 3 7-16,0 3-7 15,-2 0 1-15,1 1-1 16,-4-3-1-16,2-4-24 16,4-1-142-16,-4-5-132 15,-3-6-394-15</inkml:trace>
  <inkml:trace contextRef="#ctx0" brushRef="#br0" timeOffset="213527.1">14841 14945 393 0,'0'0'1037'0,"0"0"-691"0,0 0-123 16,0 0-87-16,0 0 82 15,0 0-2-15,-24 89-65 16,18-58-30-16,0-1-39 15,0-2-28-15,0 0-27 16,3-3-14-16,0-1-11 16,0-4-2-16,2-3-14 15,-2-3-110-15,-5-8-187 16,1-4-262-16,-2-2-361 0</inkml:trace>
  <inkml:trace contextRef="#ctx0" brushRef="#br0" timeOffset="213731.07">14657 15054 846 0,'0'0'1013'0,"0"0"-730"15,0 0-67-15,0 0-75 16,0 0 79-16,0 0-83 16,84 53-35-16,-50-36-48 15,0 0-30-15,-1 0-15 16,-3-3-8-16,-6-2-1 15,-4-2-57-15,3-5-189 16,-5-5-348-16,-7 0-603 0</inkml:trace>
  <inkml:trace contextRef="#ctx0" brushRef="#br0" timeOffset="214222.58">15046 14880 1661 0,'0'0'403'0,"0"0"-150"0,0 0-117 15,0 0 39-15,0 0-42 16,0 0-55-16,0 0-17 16,83-10-18-16,-65 24-10 15,-6 4 5-15,-1 3-11 16,-5 6-10-16,-3 0-6 0,-3 4-1 15,0-2-1-15,-12 2-7 16,-7-4-1-16,-2-2 5 16,0-5-5-16,-1-7-1 15,3-7-1-15,4-6-5 16,1 0 5-16,5-8 0 16,5-6 0-16,4 0 1 15,0 0 1-15,1 5 1 16,10 4 7-16,2 5-3 15,1 0 4-15,3 6 13 16,0 11 23-16,1 6 4 16,-3 4-14-16,1 1 3 15,-1-1 4-15,1-3-4 0,-2-6-2 16,2-4-8 0,-1-7-2-16,3-5-5 0,1-2-4 15,1 0-4-15,1-14-7 16,-2-5-7-16,-4-3-14 15,0-4-103-15,-5 3-180 16,-8 7-732-16</inkml:trace>
  <inkml:trace contextRef="#ctx0" brushRef="#br0" timeOffset="-205489.91">25743 7487 975 0,'0'0'810'16,"0"0"-582"-16,0 0-29 16,0 0 104-16,127 13-12 15,10-23-82-15,28-13-70 16,16 0-44-16,-8-1-34 16,-24 7-10-16,-16 0 22 15,-27 8-26-15,-35 3-28 16,-26 4-11-16,-19 0-8 15,-7 2-1-15,-9 0-17 0,-7 0-51 16,-3 3-32-16,-9 8-67 16,-10 3-169-16,2-2-411 15,7-6-972-15</inkml:trace>
  <inkml:trace contextRef="#ctx0" brushRef="#br0" timeOffset="-205077.71">27745 7093 1239 0,'0'0'795'0,"0"0"-606"0,0 0-17 16,0 0-11-16,0 0-29 15,89 0-34-15,-81 27-13 16,-8 6-12-16,0 6-29 16,-17 2-11-16,-8 0-5 15,-7-4-13-15,-1-3-15 16,-1-10 8-16,0-10-7 16,4-7-1-16,3-7 0 15,5-9 0-15,6-14 0 16,8-4 0-16,7 0 0 15,1 5 0-15,4 10 0 0,14 7 0 16,2 5-1 0,6 0 1-16,3 12 0 0,2 3 0 15,-1 1-1-15,-3 1 1 16,-1-3-26-16,10-8-163 16,-7-1-333-16,-4-5-538 0</inkml:trace>
  <inkml:trace contextRef="#ctx0" brushRef="#br0" timeOffset="-204871.87">28049 7048 1879 0,'0'0'492'0,"0"0"-204"16,0 0-51-16,-14 88-63 15,9-42-60-15,2 5-63 16,0-2-21-16,-4-3-18 0,3-8-11 15,-4-9-1-15,-3-7-25 16,0-4-97-16,-11-14-168 16,5-4-381-16,-1 0-532 0</inkml:trace>
  <inkml:trace contextRef="#ctx0" brushRef="#br0" timeOffset="-204701.11">27832 7144 1617 0,'0'0'368'16,"0"0"-22"-16,0 0-87 0,84 80-18 16,-32-52-124-1,7-3-69-15,-4 0-36 0,-8-8-6 16,-11-3-6-16,-2-12-77 16,-8-2-246-16,-10-2-481 0</inkml:trace>
  <inkml:trace contextRef="#ctx0" brushRef="#br0" timeOffset="-204325.56">28328 6897 1950 0,'0'0'365'16,"0"0"-66"-16,0 0-170 0,0 0 56 15,0 0-77 1,0 0-29-16,64 95-11 0,-64-56-28 15,0 4-14-15,-14 0-7 16,-9-1-11-16,-6-8-7 16,1-3 1-16,0-10-1 15,5-10-1-15,4-11-13 16,6 0-5-16,7-18 1 16,6-7 1-16,0 2 8 15,1 4 2-15,11 7 6 16,1 7-1-16,5 5 1 15,2 2 1-15,5 12 14 16,3 1 1-16,1 3 1 16,-1-1-7-16,-1-1 2 15,-5-2-6-15,-5-4-5 0,-3-3-1 16,-3-4-10-16,-2-3-86 16,-2-5-218-16,-2-10-846 15</inkml:trace>
  <inkml:trace contextRef="#ctx0" brushRef="#br0" timeOffset="-204153.13">28569 7144 2388 0,'0'0'468'16,"0"0"-214"-16,0 0-140 15,0 0 20-15,0 0-62 16,0 0-53-16,0 0-19 0,-74 39-117 15,56-27-371-15,-13 0-1052 0</inkml:trace>
  <inkml:trace contextRef="#ctx0" brushRef="#br0" timeOffset="-200403.48">27085 14500 614 0,'0'0'623'0,"0"0"-472"16,0 0 103-16,0 0-25 16,0 0-68-16,0 0-64 0,29-67-42 15,-12 67-6 1,0 15-2-16,2 7-13 0,-1 8 8 15,-7 4-11-15,-8 4 1 16,-3 3 2-16,-2 0-11 16,-16-2-4-16,-4 0-7 15,-7-5-3-15,-4-3-3 16,-3-4-6-16,0-8 1 16,0-8 5-16,4-10-5 15,7-1 5-15,4-12 2 16,11-14 1-16,5-3 5 15,5-1 6-15,3 5 11 16,15 7-6-16,2 8-7 0,5 9-12 16,0 1 0-1,4 7 8-15,-1 11 9 0,0 3 4 16,-1 3-3-16,-3 2-9 16,-1-4-8-16,-3-1-7 15,-5-1 0-15,-1-6-1 16,-5-1-94-16,0-9-142 15,-1-4-380-15,-3 0-534 0</inkml:trace>
  <inkml:trace contextRef="#ctx0" brushRef="#br0" timeOffset="-199038.45">27631 14473 1219 0,'0'0'511'16,"0"0"-187"-16,0 0-49 0,0 0-146 16,0 0-90-16,0 0-26 15,0 0 5-15,-55 84 20 16,40-52 0-16,-1-1 2 16,2 0-12-16,0 0-10 15,3-5-12-15,0-1-6 16,-8 2-128-16,5-7-204 15,-2-5-508-15</inkml:trace>
  <inkml:trace contextRef="#ctx0" brushRef="#br0" timeOffset="-198836.37">27403 14485 1622 0,'0'0'490'0,"0"0"-276"16,0 0-92-16,0 0-40 15,0 0-21-15,79 63-2 16,-39-35-13-16,2 0-11 16,0 1 26-16,-1-3-24 15,-6-1-34-15,-5-7-3 16,-4-13-222-16,-7-5-405 16,-6 0-699-16</inkml:trace>
  <inkml:trace contextRef="#ctx0" brushRef="#br0" timeOffset="-198418.84">27895 14313 1252 0,'0'0'596'0,"0"0"-358"16,0 0-78-16,0 0-73 16,0 0-9-16,0 0-29 15,0 0 2-15,88 63-12 16,-76-41-4-16,-3 0 11 15,-6 2-1-15,-3 0-5 16,-2 0-2-16,-14-2-6 16,-8 1-8-16,-1-3-7 15,-5-4-16-15,5-2-1 16,-1-10 0-16,4-4-15 0,7 0 0 16,3-10 3-16,5-3 11 15,4 0 1-15,3 4 1 16,0 6 5-16,0 3 4 15,0 0-8-15,9 5-1 16,4 10 10-16,1 6 5 16,-1 6 13-16,3 0 12 15,-1 2-3-15,3 0 4 16,3-3-11-16,0-4-7 16,3-5-6-16,1-5 3 15,2-8-12-15,-2-4-8 16,2 0-1-16,-9-3-110 15,-6-8-601-15</inkml:trace>
  <inkml:trace contextRef="#ctx0" brushRef="#br0" timeOffset="-197575.93">23305 14629 1418 0,'0'0'358'16,"0"0"-71"-16,0 0-85 16,0 0-58-16,0 0-82 0,0 0-47 15,0 0-14 1,75-8 0-16,-59 44 0 0,-6 5 1 15,-10 4 11-15,0 3 8 16,-16 0 20-16,-10-3-12 16,-7-3-19-16,-4-6-2 15,-1-5-8-15,1-13 7 16,4-9-6-16,6-9 0 16,7-6 6-16,7-17-1 15,9-6 2-15,4 3-2 16,4 1 7-16,13 8 7 15,5 10 0-15,4 7 1 16,-1 0-6-16,3 15 0 16,1 6 3-16,-1 1 3 15,0 4-11-15,-2-4-9 0,-1-3-1 16,-1 0 0-16,3-3-85 16,-5-5-245-16,-5-7-543 0</inkml:trace>
  <inkml:trace contextRef="#ctx0" brushRef="#br0" timeOffset="-197365.36">23835 14609 1707 0,'0'0'369'16,"0"0"-10"-16,0 0-233 15,0 0-87-15,0 0-22 16,0 0 3-16,-36 86 7 0,32-47-13 15,-2 3 20-15,-3-3 2 16,0-2-23-16,-2-5-13 16,-12-3-104-16,2-6-226 15,0-14-553-15</inkml:trace>
  <inkml:trace contextRef="#ctx0" brushRef="#br0" timeOffset="-197186.7">23552 14689 1277 0,'0'0'629'0,"0"0"-409"16,0 0-28-16,0 0 57 15,79 65-98-15,-32-36-78 16,7 4-18-16,1 0-14 0,-4-2-25 16,-6-3-16-1,-6-6-59-15,-13-7-427 0,-9-10-549 0</inkml:trace>
  <inkml:trace contextRef="#ctx0" brushRef="#br0" timeOffset="-196811.64">24111 14546 1083 0,'0'0'984'15,"0"0"-624"-15,0 0-117 16,0 0-173-16,0 0-46 15,0 0-8-15,0 0 6 0,70 55-1 16,-58-31 2-16,-7 1 1 16,-5 4-1-16,-3 0 0 15,-17 0-8-15,-5 2-2 16,-5-2 2-16,-4-1-7 16,7-9-8-16,1-5 1 15,6-11 0-15,6-3 0 16,2-6 1-16,6-6-1 15,3-1 5-15,2 4-4 16,1 4-1-16,0 5-1 16,0 0 0-16,10 10-1 15,10 8 0-15,3 7 1 0,6 2 1 16,3 0-1-16,4 5 1 16,5-3-1-16,21 9 0 15,-9-9-118-15,-1-4-507 0</inkml:trace>
  <inkml:trace contextRef="#ctx0" brushRef="#br0" timeOffset="-194446.94">22756 16187 864 0,'0'0'343'0,"0"0"-180"15,0 0-80-15,0 0 49 16,0 0 58-16,0 0-20 15,0 0-15-15,90 33-18 16,-56-23 2-16,5 0-8 16,10-3 0-16,4 0-21 15,3-2-40-15,1-3-29 16,-3 0-16-16,-6-2 0 16,-4 0-10-16,-2-3 9 15,0-11 12-15,-2-5-4 16,-1-3-10-16,-1-4-3 15,-3-5-7-15,-2-1-3 16,-5-3-3-16,-4-5 0 0,-2 1-4 16,-4-4-1-16,-4 1 7 15,-4-1-7-15,-4-1 6 16,-6 0-7-16,0 2 0 16,0 0-6-16,-8 6-6 15,-6 3 0-15,-6 3 2 16,-2 3 2-16,-4 1-2 15,-2 5-11-15,-3 3-1 16,-2 1-1-16,-1 4-11 16,-3 2-8-16,1 2 6 15,-2 3 11-15,1 2 5 16,-4 4 5-16,-1 0 14 0,0 0 0 16,-4 0 0-1,2 7-11-15,0 3-29 0,2 0 8 16,-1 2 19-16,2 0 1 15,4 2 3-15,1 3 1 16,5-2 3-16,4-1 4 16,3 3-7-16,2-1 8 15,1 5-8-15,0 5-6 16,-1 3 9-16,3 4 6 16,3 4-1-16,6 4 1 15,3 1 6-15,5 1 8 16,2 1 14-16,0-1 17 15,6-2-2-15,7-5-16 0,3-3-8 16,1-6 2-16,2-7-7 16,1-5-4-16,2-5 4 15,1-5 1-15,2-1 2 16,0-4-5-16,2 0-7 16,15 0-5-16,-9-8-251 15,-3 2-706-15</inkml:trace>
  <inkml:trace contextRef="#ctx0" brushRef="#br0" timeOffset="-192953.1">26156 16121 548 0,'0'0'406'15,"0"0"-173"-15,0 0-49 16,0 0-55-16,0 0 5 15,0 0-52-15,0 0 20 16,6 0 3-16,1 0 2 0,3 2-14 16,3 1-6-1,0 2-8-15,5 0-15 0,3 2-5 16,-2 1-13-16,5 1-7 16,2 1-8-16,-3-1 17 15,2 0 2-15,-2-2-14 16,-2-1-3-16,0-2 0 15,-2-1-3-15,1-2-2 16,-2 1-6-16,1 0 7 16,2 0-10-16,-1-2 5 15,0 0 1-15,2 0 13 16,2 0 2-16,0 0-7 16,2-2-4-16,-2-3-9 0,-4-1-8 15,-2 2 5 1,-3-3-5-16,-3 3 4 0,1-4-1 15,-1 0 0-15,1-3-14 16,0-4 11-16,0-6-12 16,4-4 1-16,-4-4-1 15,2-7 1-15,-3-3 0 16,0 0-1-16,-5 2 0 16,-1-1-7-16,-3 5-1 15,-3 1-1-15,0 2 8 16,0 0-17-16,-9 1 9 15,-5 2-6-15,-5-2 3 0,-3 4-9 16,-3 2 3 0,-3 1 5-16,-4 3-8 0,-1-1-8 15,-3 8 4-15,-2-4 1 16,-4 6 6-16,0 2 0 16,-2 1-6-16,0 2-3 15,-2 3 12-15,0 1 8 16,1 1 7-16,2 0 0 15,4 0 1-15,0 0-1 16,4 0-1-16,0 0-7 16,2 1 7-16,0 5-8 15,1-1 3-15,0 2 0 16,2 3 0-16,2 0 5 16,0 3 0-16,1 3-1 15,2 1 1-15,2 2-1 16,1 2 1-16,3 3-1 15,5 4 1-15,2 1 1 0,6 2 0 16,3 3 9-16,3 1 9 16,0 1 4-16,3-2 10 15,6 2 2-15,6 0 9 16,-1-2-5-16,2-1-13 16,0-3-7-16,4-1-6 15,-3-5-1-15,0-4 0 16,1-5 12-16,-2-4-4 15,-1-2 4-15,-1-3-11 16,-4-1-3-16,-4-5-8 16,-2 0 0-16,-1 0 6 15,-1 0-6-15,1 0 1 16,0 0-2-16,3-5-9 16,-6-5-42-16,0 1-236 0,0 2-745 15</inkml:trace>
  <inkml:trace contextRef="#ctx0" brushRef="#br0" timeOffset="-184636.94">29955 16168 1288 0,'0'0'196'15,"0"0"-123"-15,0 0 81 16,0 0 17-16,0 0-43 15,0 0-7-15,106 6 23 0,15-1 5 16,52 1 43 0,26 0-10-16,2-3-61 0,-22-2-55 15,-33-1-24-15,-18 0-11 16,-16 1-10-16,-26-1-9 16,-23 2-2-16,-23-2-9 15,-13 0 0-15,-3 0 5 16,-6 0-6-16,-3 0 0 15,-12 0-11-15,-3 3-54 16,-46 16-227-16,-4-2-280 16,-12 3-709-16</inkml:trace>
  <inkml:trace contextRef="#ctx0" brushRef="#br0" timeOffset="-184154.29">30113 16970 1083 0,'0'0'375'0,"0"0"-167"15,0 0 68-15,0 0-67 16,0 0-38-16,84 3 17 15,23-3-7-15,60-17-5 16,32-10-37-16,3-4-26 16,-15 7-36-16,-33 7-34 15,-16 5-10-15,-17 4-7 16,-29 3-4-16,-30 1-9 16,-28 3-12-16,-19 1 0 0,-5-2-1 15,-5 2-14 1,-5 0-47-16,-9 3-118 0,-67 21-205 15,4 1-425-15,-11-4-950 0</inkml:trace>
  <inkml:trace contextRef="#ctx0" brushRef="#br0" timeOffset="-183689.99">30168 17799 1553 0,'0'0'266'0,"0"0"-155"16,0 0 147-16,0 0 4 15,0 0-35-15,0 0-32 16,184 3-35-16,-31-25-21 16,22-9-28-16,-3 0-9 15,-19 7-26-15,-22 4-14 16,-13 7-10-16,-9 2 2 0,-10 1-9 15,-22 4-10-15,-17-2-10 16,-21 3-4-16,-9 3-4 16,-2-2-16-16,-3 1 5 15,-6 2-5-15,-10-1 0 16,-7 0-1-16,-2 2 0 16,-15-1-51-16,-61 1-83 15,3 0-134-15,-21 0-502 0</inkml:trace>
  <inkml:trace contextRef="#ctx0" brushRef="#br0" timeOffset="-176966.73">15551 17490 595 0,'0'0'92'15,"0"0"-27"-15,0 0 107 16,0 0 45-16,0 0-78 16,0 0 10-16,-31-7 6 15,31 7-35-15,0 0-2 16,0 0-11-16,0 0 3 15,13 7 10-15,8 3-13 16,9 0 2-16,10 2-5 16,8-3-3-16,10 1-19 0,19-2-10 15,17 1-25-15,21-3 0 16,0-2-8-16,-17-2-7 16,-23 1-9-16,-26-3-5 15,-4 0-2-15,9 0-4 16,2 0 3-16,5 0-1 15,-5-3-2-15,-7-5 7 16,-3-3 8-16,-1-1 0 16,0-7 1-16,-3 1-4 15,-2-3 2-15,0 1-8 16,-6 1-2-16,-1-3-1 16,-3 1 0-16,-2-1-3 15,-2-2 0-15,-4 1-4 16,1-3 1-16,-1 0-2 0,-3 0-1 15,-1-4 0-15,0-1-5 16,-3-3 1-16,0 0-1 16,-3-7 0-16,-1 2 5 15,-3-2-5-15,-2 0-1 16,-3-1 1-16,-3 1-1 16,0-1 0-16,0 0-15 15,0 1 0-15,-6 4 14 16,-3-6-5-16,-3 4 5 15,-1-2-8-15,-2 2-5 16,-2 2-1-16,-2 1-1 0,-2 3 4 16,0 1-2-1,-3 2-1-15,1 2-9 0,-4 0 11 16,-1 3-7-16,-2 1 8 16,-2 2 3-16,-2 0-15 15,0-2 5-15,-4 2 6 16,1 3-1-16,-3 1 1 15,-2 1-1-15,-3 0 1 16,0 3 7-16,-4-1-2 16,-2 2-4-16,-2 1-15 15,-1 2 0-15,-2 3 13 16,1 1 8-16,-3 0 6 16,2 3 0-16,1 0-1 15,1 1-14-15,4 2 2 16,3 0 4-16,1 0 8 0,6 0 1 15,-1 0 0-15,3 0-13 16,2 2-4-16,0 1 10 16,2 0-4-16,1 0-2 15,-2 0 3-15,1-1-1 16,-1 2 1-16,-1 1-7 16,-2 0 4-16,2 2-2 15,-1 2 5-15,0 0 2 16,1 1-1-16,0 0 2 15,5 1-4-15,0 0 10 16,4 0-5-16,0 0 5 16,2 1-1-16,1 0-4 0,-2 1 6 15,1 3-1-15,0-1 1 16,-2 2-1-16,-1 0 1 16,-1-1-1-16,1 4 0 15,0-4 1-15,2 1 0 16,5-1 0-16,2-1 0 15,4 1 0-15,0 3 0 16,3 1 0-16,0 8 1 16,0 1-1-16,3 7 0 15,2 3 7-15,1 5 11 16,5-1 6-16,1 1 0 16,0 0 9-16,3-1-2 15,10 1 3-15,0-1 5 16,4 3-7-16,1 0 8 15,1 4-1-15,0 3 0 0,2 3-2 16,2 0-1-16,-1-1 0 16,3-4 6-16,0-4-8 15,1-5-7-15,0-3-13 16,-1-5-4-16,2 0 28 16,-2-4 4-16,2 1-8 15,-2-3-9-15,1 0-1 16,0-6-1-16,3 0-1 15,-1-3-2-15,2 0-2 16,3-4 0-16,0-1-2 16,1 1 2-16,3-5-6 15,-1 1 2-15,0-2-2 16,0 0-3-16,-2-1 9 16,-3 0-9-16,-1-3 4 15,-3-2-1-15,0 0-1 0,-4-3 4 16,0 0-3-16,-2 0-2 15,0 0 2-15,-2-6-1 16,1-2-1-16,2-2 1 16,0 0-4-16,1-1-5 15,-1 0 8-15,-1-2-8 16,-3 3 4-16,0 0-6 16,-4 4 0-16,-3-2 0 15,-2 1 0-15,-1 2 2 16,-3 1-2-16,-2 1 1 15,-1 2-1-15,-2 0 0 0,1 1 0 16,-1 0-1-16,0 0-13 16,0-2-5-16,0 2-17 15,-1-3-29-15,-37 3-157 16,1 7-263-16,-11 9-612 0</inkml:trace>
  <inkml:trace contextRef="#ctx0" brushRef="#br0" timeOffset="-173949.07">28617 14659 652 0,'0'0'405'16,"0"0"-151"-16,0 0 50 16,0 0 7-16,0 0-63 15,0 0-85-15,0-47-101 0,0 46-23 16,0 1-10 0,0 0-6-16,0 0-4 0,-3 0-19 15,-4 7-3-15,-2 12 3 16,-3 6 17-16,-5 6 34 15,1 5-17-15,-2-1-19 16,3 1 10-16,-1-2 4 16,2-1-9-16,-1-3-11 15,3-4-7-15,-1-2-1 16,1-5-1-16,-1-6-1 16,2-2-48-16,-2-6-76 15,-4-5 3-15,-2 0-6 0,1 0 26 16,-3-11 34-1,5-1 31-15,1-1 37 0,6-1 6 16,1 2 37-16,3 1 33 16,3 2 35-16,1 3 8 15,1 1-21-15,0 5-57 16,0 0-27-16,0 0-14 16,11 10 0-16,6 7 15 15,7 4 24-15,3 1 0 16,1 0-4-16,2-1 3 15,-2-2-6-15,-1-2-6 16,-3-2-10-16,-3-5-8 16,-4-2-7-16,-4-4-1 15,-3-4 2-15,0 0-2 16,-1 0-7-16,-1-6-29 0,4-8-45 16,-3-5-23-1,-2 1 6-15,-1-1 41 0,-2 5 37 16,-2 4 19-16,-2 5 1 15,0 4 0-15,0 1 1 16,0 0-1-16,-9 6-6 16,-1 10 5-16,-2 2 0 15,-2 2 0-15,1-1-5 16,1-2-13-16,2 0-98 16,0 0-134-16,6-4-313 15,-3-4-387-15</inkml:trace>
  <inkml:trace contextRef="#ctx0" brushRef="#br0" timeOffset="-173749.7">28826 15045 907 0,'0'0'1142'0,"0"0"-867"16,0 0-44-16,0 0-101 15,0 0-67-15,0 0-52 16,0 0-11-16,-12 13-106 16,1 0-168-16,-5 2-430 0</inkml:trace>
  <inkml:trace contextRef="#ctx0" brushRef="#br0" timeOffset="-165915.88">31333 5201 234 0,'0'0'205'0,"0"0"-81"16,0 0 19-16,0 0 10 15,0 0-25-15,0 0-29 16,-71 0-13-16,54 0 22 16,4 0 5-16,0 0-9 15,5 0 21-15,5 0-2 16,2 0 4-16,1 0-10 15,0 0-8-15,0 0-24 16,0 0-20-16,3 0 2 16,6 9 11-16,2 2-8 15,1 6-12-15,2 2-3 0,-5 3-13 16,0-1-5-16,1 3-1 16,-3-2 1-16,-1-2-15 15,1-4 1-15,-4-3-6 16,1-2-5-16,-1-3-4 15,0 1-7-15,0-1 5 16,0 5-6-16,0 5 6 16,0 4-5-16,1 8 11 15,-2 6 6-15,-1 5 9 16,1 8 6-16,-1 1-2 16,1 3-4-16,2 3 5 15,-1 4-1-15,0 3 3 16,2 2-5-16,1 1-8 15,-2 1 6-15,2 1-9 16,3-4-2-16,-3-2-2 0,2-1-4 16,2-3 2-16,-1-3 3 15,-2-4-7-15,1-3 5 16,-1-6-4-16,-1-6-1 16,-1-5-7-16,-1-3 6 15,1-7-1-15,-1-6 2 16,-1-4-2-16,1-5 0 15,-2-3 0-15,-1-1 0 16,1-1 3-16,1-1-2 16,3 1 6-16,6-1 2 0,6 2 17 15,6-2-5 1,7 0 1-16,8 0-11 0,5-2-10 16,7-8-7-16,7-2-1 15,7-5 0-15,3-5-31 16,37-30-128-16,-17 5-377 15,-8-4-895-15</inkml:trace>
  <inkml:trace contextRef="#ctx0" brushRef="#br0" timeOffset="-164645.99">33454 4586 64 0,'0'0'109'0,"0"0"-48"15,0 0 31-15,0 0-10 16,0 0 22-16,0 0-8 16,0 0 52-16,-36-19-18 15,33 12-8-15,0 2-11 16,0 0-7-16,2-2-4 16,-3 2 13-16,1 1 3 0,1 1 7 15,-1 0 20-15,0 0-4 16,2 2-50-16,-1 1-43 15,1 0-18-15,-1 0-11 16,1 0-5-16,1 15-12 16,0 13 0-16,0 9 33 15,3 13 40-15,9 16 13 16,7 19-6-16,6 16 32 16,-1-7 13-16,-4-19-18 15,-4-21-19-15,-2-12-25 16,3 17-3-16,7 21 3 0,0 16 7 15,-1-7-1 1,-7-19-11-16,-7-20-7 0,-2-12 3 16,2 5-17-1,2 4-7-15,-2 2-10 0,0-2-5 16,-1-8 3-16,-2-2-5 16,-1-5 7-16,1-1-8 15,3-5-2-15,-2-2 2 16,2-2-1-16,-1-2-10 15,2 0 7-15,-2-3-1 16,-2 0-6-16,0-3 0 16,-3 0 0-16,1-3 0 15,-3-3 0-15,-1 0 0 16,0-4 0-16,0 1 1 16,0-2-2-16,0 2 1 0,-10-1 0 15,-6 3 7 1,-10 2-8-16,-7 2 1 0,-10 4-1 15,-6 4 0-15,-6 0 0 16,-5 3 1-16,1 0-1 16,2-2 6-16,3-1 2 15,9-4 7-15,8-1 3 16,7-4 0-16,9-3-8 16,8-2-4-16,3 0-5 15,5-4 0-15,4 1 1 16,1-2-2-16,0 0-1 15,0 0-23-15,0-13-93 0,7-5-175 16,-4-7-603-16</inkml:trace>
  <inkml:trace contextRef="#ctx0" brushRef="#br0" timeOffset="-163967.99">31615 5336 765 0,'0'0'370'0,"0"0"-57"16,0 0 79-1,0 0-93-15,0 0-46 0,0 0-78 16,0 0-43-16,-95 30-6 15,77 1-20-15,5 6-58 16,5 1-6-16,8 1 7 16,0-2 2-16,8-3-15 15,12-4-14-15,7-6-5 16,3-7-16-16,1-7 7 16,2-10-8-16,-3 0 1 0,-3-10 0 15,-5-14-1-15,-4-3 0 16,-5-8-1-16,-7-4 0 15,-6-3 1-15,0 0-2 16,-10 4-10-16,-5 7-10 16,-6 12-13-16,2 12-32 15,-4 7-92-15,7 7-201 16,7 12-251-16,8-2-405 16</inkml:trace>
  <inkml:trace contextRef="#ctx0" brushRef="#br0" timeOffset="-163818.85">31936 5411 1536 0,'0'0'491'15,"0"0"-265"-15,0 0-94 0,0 0-51 16,0 0-44-16,0 0-37 16,0 0-151-16,7-4-210 15,8 4-522-15</inkml:trace>
  <inkml:trace contextRef="#ctx0" brushRef="#br0" timeOffset="-163526.72">32134 5174 1495 0,'0'0'310'15,"0"0"1"-15,0 0-47 16,0 0-29-16,-73 78-95 0,73-61-50 15,0 0-26 1,18-3-7-16,6 3-11 0,3-3-4 16,4 1-17-16,3-5-5 15,-2 3-13-15,-4-2-6 16,-8 1 0-16,-4 3-1 16,-10 2 0-16,-6 3 0 15,0 1-13-15,-8 3-38 16,-14-2-55-16,-5-3-91 15,-22-7-108-15,7-4-200 16,3-8-286-16</inkml:trace>
  <inkml:trace contextRef="#ctx0" brushRef="#br0" timeOffset="-163383.39">32113 5145 715 0,'0'0'600'0,"0"0"-378"16,0 0 0-16,0 0-70 15,96-66-49-15,-66 60-70 16,16 6-33-16,-9 0-152 16,-4 5-449-16</inkml:trace>
  <inkml:trace contextRef="#ctx0" brushRef="#br0" timeOffset="-163076.05">32656 5314 1478 0,'0'0'525'16,"0"0"-291"-16,0 0-18 16,0 0-47-16,0 0-70 15,0 0-60-15,0 0-26 16,91-35-13-16,-62 27-4 0,5-4-131 16,-6 2-221-1,-4 1-559-15</inkml:trace>
  <inkml:trace contextRef="#ctx0" brushRef="#br0" timeOffset="-162870.64">32813 5071 1534 0,'0'0'389'15,"0"0"-136"-15,0 0-88 16,0 0 37-16,0 0-49 15,15 78-69-15,4-52-51 0,-1 3-18 16,-1 0-15 0,-1 17-10-16,-6-9-233 0,-3-7-587 0</inkml:trace>
  <inkml:trace contextRef="#ctx0" brushRef="#br0" timeOffset="-162707.96">33017 5185 1832 0,'0'0'289'0,"0"0"-27"15,0 0-90-15,0 0-86 0,0 0-86 16,0 0-6 0,79-30-251-16,-44 25-523 0</inkml:trace>
  <inkml:trace contextRef="#ctx0" brushRef="#br0" timeOffset="-162376.82">33122 4991 1640 0,'0'0'297'15,"0"0"-90"-15,0 0-67 16,0 0 1-16,95-32-25 0,-59 29-35 15,-3 1-21 1,-9 2-21-16,-7 0-17 0,-9 7-5 16,-8 10-5-16,0 8-6 15,-22 6 11-15,-10 5 0 16,-5 6-5-16,-5 3 21 16,5-3 11-16,4-3-3 15,14-8-5-15,10-9-11 16,9-8-14-16,9-6-5 15,20-8 4-15,12 0-1 16,6-8-9-16,21-4-18 16,-15 2-172-16,-11 1-496 0</inkml:trace>
  <inkml:trace contextRef="#ctx0" brushRef="#br0" timeOffset="-161882.53">31740 6121 32 0,'0'0'1216'0,"0"0"-817"15,0 0-76-15,0 0-77 16,0 0-38-16,0 0-17 15,0 0-42-15,-76 100-18 16,76-69-35-16,0-1-37 16,7-3-12-16,9-5-25 15,3-5-5-15,4-4-16 16,2-8 7-16,2-5 0 16,-2 0-8-16,-1-13 0 15,-5-9 1-15,-2-2 0 16,-7-5-1-16,-5 2-20 15,-5 0-31-15,0 6-39 0,-3 9-80 16,-14 9-189-16,1 3-383 16,2 0-548-16</inkml:trace>
  <inkml:trace contextRef="#ctx0" brushRef="#br0" timeOffset="-161744.05">31921 6191 967 0,'0'0'668'15,"0"0"-526"-15,0 0-81 16,0 0-40-16,0 0-21 16,0 0-165-16,110-5-384 0</inkml:trace>
  <inkml:trace contextRef="#ctx0" brushRef="#br0" timeOffset="-161498.92">32210 5936 1380 0,'0'0'335'16,"0"0"-12"-16,0 0-96 16,0 0-3-16,-46 73-80 15,46-58-58-15,1-3-23 16,15 0 3-16,4-3-4 16,4 1-17-16,0 0-22 15,2 2-13-15,-4-2-9 0,-3 4 0 16,-5 4-1-16,-8 3 0 15,-6 3-38-15,0 2-42 16,-11-1-123-16,-26 3-86 16,4-8-209-16,-3-7-183 15</inkml:trace>
  <inkml:trace contextRef="#ctx0" brushRef="#br0" timeOffset="-161370">32171 5983 990 0,'0'0'312'0,"0"0"-43"16,0 0-102-16,80-58-96 0,-9 41-71 16,-7 4-122-1,0 4-405-15</inkml:trace>
  <inkml:trace contextRef="#ctx0" brushRef="#br0" timeOffset="-161061.92">32938 5942 1689 0,'0'0'345'0,"0"0"-83"15,0 0-85-15,0 0-29 16,0 0-91-16,0 0-48 16,0 0-9-16,85-14-174 15,-53 6-170-15,-4 2-533 0</inkml:trace>
  <inkml:trace contextRef="#ctx0" brushRef="#br0" timeOffset="-160883.96">33089 5758 789 0,'0'0'1053'15,"0"0"-839"-15,0 0-70 0,0 0-9 16,0 0 18-16,0 0-70 15,22 96-53-15,-7-62-30 16,3 14-5-16,-6-9-227 16,-2-7-513-16</inkml:trace>
  <inkml:trace contextRef="#ctx0" brushRef="#br0" timeOffset="-160739.97">33252 5884 643 0,'0'0'968'0,"0"0"-808"0,0 0-49 16,0 0-105-16,0 0-6 15,0 0-481-15</inkml:trace>
  <inkml:trace contextRef="#ctx0" brushRef="#br0" timeOffset="-160410.92">33334 5733 1620 0,'0'0'238'0,"0"0"-97"0,0 0 1 16,0 0 21-16,97-17-54 15,-68 17-18-15,-6 0-23 16,-7 0-20-16,-9 8-21 15,-5 4 4-15,-2 6 15 16,0 3 1-16,-9 3 5 16,-3 2 6-16,2-1 2 15,2-3-14-15,1-3 1 16,4-5 0-16,3-4-18 16,0-5-13-16,3-3 1 15,12-2 7-15,4 0-12 16,8-5-12-16,16-9-9 15,-7-1-145-15,-9-1-649 0</inkml:trace>
  <inkml:trace contextRef="#ctx0" brushRef="#br0" timeOffset="-157187.62">27017 16583 399 0,'0'0'73'15,"-84"0"-146"-15,41 0-31 0</inkml:trace>
  <inkml:trace contextRef="#ctx0" brushRef="#br0" timeOffset="-150629.02">16199 16223 98 0,'0'0'87'0,"0"0"-27"16,0 0-19-16,0 0 2 15,0 0-43-15,0 0-39 0,-61 50 7 16,51-40 32-16,0-2 107 16,-3-1-57-16,-1-2-18 15,2 0 10-15,-1 0 0 16,2-1-14-16,2 3-15 16,-1-2-6-16,1 1-7 15,-1 0-6-15,0 2-17 16,1 1 12-16,2-1 4 15,-1 1-2-15,0 1-20 16,0-1 3-16,-1 5-53 16,2-1-22-16,1-1-139 0</inkml:trace>
  <inkml:trace contextRef="#ctx0" brushRef="#br0" timeOffset="-144357.27">3664 14401 1073 0,'0'0'276'16,"0"0"-35"-16,0 0-10 15,0 0-61-15,0 0-50 0,0 0-42 16,0 2-41-1,6-2-22-15,5-9-14 0,2 1 0 16,1-2-1-16,-1 1-24 16,-1 3-70-16,0-3-112 15,-2 4-132-15,-4 0-179 0</inkml:trace>
  <inkml:trace contextRef="#ctx0" brushRef="#br0" timeOffset="-144201.79">3587 14561 163 0,'0'0'688'0,"0"0"-444"16,0 0-13-16,0 0-62 15,0 0-92-15,0 0-4 0,0 0-19 16,60-44-43-16,-23 6-11 16,-3 6-282-16,-8 3-95 0</inkml:trace>
  <inkml:trace contextRef="#ctx0" brushRef="#br0" timeOffset="-143986.49">3660 14179 396 0,'0'0'836'0,"0"0"-647"16,0 0 17-16,85-20-99 0,-40 20-20 15,3 12-24-15,2 15-19 16,-4 23-22-16,-23 26-22 16,-23 33-10-16,-14-13-231 15,-26-7-563-15</inkml:trace>
  <inkml:trace contextRef="#ctx0" brushRef="#br0" timeOffset="-140277.46">15261 17365 831 0,'0'0'269'0,"0"0"-83"16,0 0 6-16,0 0 6 16,0 0-22-16,0 0-13 15,-30 38-13-15,30-37-16 16,0-1-2-16,0 2 2 15,0-2-24-15,0 0-38 16,0 0-29-16,5 0-21 16,10 0 1-16,7-3 23 0,5-6-9 15,5-6-22-15,-1-1-9 16,0 1-4-16,-2 0-2 16,-4-2 0-16,-3 3-14 15,-7-1-77-15,-6 2-89 16,-2 4-34-16,-7-1-90 15,0 3-199-15,0 3-114 0</inkml:trace>
  <inkml:trace contextRef="#ctx0" brushRef="#br0" timeOffset="-140076.42">15272 17461 1126 0,'0'0'330'15,"0"0"-62"-15,0 0-129 0,0 0-65 16,0 0-19-16,0 0 13 16,0 0-4-16,57 5-14 15,-32-13-27-15,0-3-21 16,-1-3-2-16,6-16-65 16,-8 4-227-16,-5 2-252 0</inkml:trace>
  <inkml:trace contextRef="#ctx0" brushRef="#br0" timeOffset="-139807.31">15318 17142 1272 0,'0'0'332'0,"0"0"-97"16,0 0-104-16,0 0-60 15,0 0 1-15,0 0 6 16,0 0 1-16,106-33-11 16,-75 33-22-16,2 4-6 15,-1 15-5-15,-4 5-11 16,-4 7-3-16,-7 6-6 16,-11 9-6-16,-6 20-9 15,-29 26-16-15,-7-11-156 16,-13-3-420-16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07:09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3836 4521 1211 0,'0'0'294'0,"0"0"28"16,0 0-51-16,0 0-24 15,0 0-47-15,0 0-45 16,-27-3-58-16,27 3-31 15,0-1-19-15,15-1-20 16,15 1-7-16,25-2 17 16,33-2-16-16,24-3-4 15,7 2-7-15,-19-2 0 16,-24 5-9-16,-30 0 1 16,-10 3-1-16,0 0 0 15,-5-3 0-15,-4 3 0 16,-13 0-1-16,-10 0 1 15,-4 0 0-15,0 0 1 16,-1 0-2-16,-16 5 2 16,-13 11 5-16,-14 5-6 0,-7 7 1 15,-13 7-1-15,-6 3 1 16,-3 3-2-16,-3 0 6 16,1 1 13-16,9-1 2 15,7 0 5-15,8-4 4 16,18-4 1-16,11-5-16 15,11-5-1-15,8-1-7 16,3-3-1-16,8 1 9 16,16-1 5-16,7-2 8 15,11-3 14-15,10-3 9 16,5-3-8-16,1-5-10 0,3-3-7 16,0 0-10-1,14-7-1-15,-1-4 0 0,1-3-6 16,-1 2-3-16,-17 1-5 15,0 1 1-15,-14 3-2 16,-15 4-14-16,-17 3-73 16,-14 10-74-16,-21 11-137 15,-6 3-484-15</inkml:trace>
  <inkml:trace contextRef="#ctx0" brushRef="#br0" timeOffset="570.72">5180 4732 886 0,'0'0'393'0,"0"0"-36"16,0 0 0-16,0 0-54 15,0 0-31-15,0 0-50 16,0 0-76-16,-12 0-42 16,12 0-36-16,9 0-26 15,12 0-10-15,10-2 2 0,8-3-14 16,-2 0-13-16,2 0-7 16,-2-2 0-16,-7 4-68 15,-9-2-98-15,-9 4-162 16,-3 0-273-16,-9 1-444 0</inkml:trace>
  <inkml:trace contextRef="#ctx0" brushRef="#br0" timeOffset="768.35">5154 4919 1699 0,'0'0'547'15,"0"0"-202"-15,0 0-75 16,0 0-87-16,0 0-74 0,0 0-57 15,0 0-16 1,60 11-4-16,-5-11-17 0,9 0-9 16,7-7-6-16,2-5-39 15,40-17-159-15,-19 5-357 16,-12-3-723-16</inkml:trace>
  <inkml:trace contextRef="#ctx0" brushRef="#br0" timeOffset="2529.57">6154 4492 1221 0,'0'0'350'0,"0"0"-20"0,0 0-53 15,0 0-34-15,0 0-4 16,0 0-49-16,0 0-75 16,-24-53-64-16,16 78-27 15,-2 14 7-15,1 6 21 16,3 7-8-16,3-1-25 16,3-3-18-16,0-6 0 15,0-5 0-15,5-9-1 16,4-9 0-16,1-3-8 15,-1-12-4-15,0-4-19 16,3 0 7-16,0-12 13 16,0-10 1-16,4-4-1 0,-4-4 10 15,0 0-7-15,-3 5 8 16,-3 5 1-16,-3 6 0 16,-1 7 0-16,-1 7 1 15,-1 0-1-15,2 9 0 16,-1 14 0-16,6 2 16 15,1 2-2-15,2 2-3 16,5-5-5-16,2-3 1 16,2-7-8-16,2-4 2 15,0-8 4-15,3-2 0 16,1-7 6-16,3-15 3 0,-1-5-5 16,-3-11-4-1,-6-4 8-15,-5-6-2 0,-7-7-3 16,-6-4-5-16,0 2-4 15,-4 6-1-15,-11 11 1 16,4 10-1-16,-2 10 0 16,3 8 1-16,-1 7-10 15,4 5-37-15,2 0-64 16,2 31-152-16,2-3-214 16,1 0-335-16</inkml:trace>
  <inkml:trace contextRef="#ctx0" brushRef="#br0" timeOffset="2955.16">6737 4705 1068 0,'0'0'318'15,"0"0"-9"-15,0 0-72 16,0 0-37-16,0 0-36 16,0 0-67-16,0 0-19 15,0 3-8-15,0 1-15 16,0 0 17-16,-3 0-7 15,0-2-17-15,0 1-18 0,3-1-15 16,0-2-6-16,0 0 1 16,0 0-2-16,0 0-8 15,0 0 0-15,0-5-6 16,0 1 4-16,3 2-4 16,3-1 5-16,-3 2 0 15,0 1 0-15,-3 0-25 16,0 0-86-16,-1 0-117 15,-10 0-427-15</inkml:trace>
  <inkml:trace contextRef="#ctx0" brushRef="#br0" timeOffset="4692.04">7018 4436 208 0,'0'0'712'0,"0"0"-227"0,0 0-146 16,0 0-69-16,0 0-57 15,0 0-40-15,-19 73 37 16,6-27-12-16,4 5-71 15,0 0-43-15,5-3-20 16,4-4-19-16,-3-4-14 0,3-8-13 16,0-5-10-1,0-8-8-15,0-4 0 0,0-8-1 16,0-4 0-16,0-3 1 16,0 0-1-16,0-15-5 15,-8-12-9-15,1-7 0 16,-2-13 7-16,-1-6 8 15,2-4 0-15,5-1 0 16,3 5 0-16,0 6-6 16,3 7 5-16,9 8 1 15,7 8 0-15,4 2-1 16,3 7-1-16,6 7 2 16,1 8-1-16,1 0 1 15,0 18 1-15,1 12 0 16,-7 8 10-16,0 4 2 0,-4 4 10 15,-7 0-1-15,-3-2-4 16,-3-3-4-16,-3-3-13 16,-3-3 7-16,-2-4-7 15,-3-3-1-15,0-4 5 16,0-7-5-16,0-2-2 16,0-5-19-16,-1-6-48 15,-5-4-52-15,-3 0-158 16,-2-12-253-16,1-5-374 0</inkml:trace>
  <inkml:trace contextRef="#ctx0" brushRef="#br0" timeOffset="4935.95">6977 4688 1602 0,'0'0'478'15,"0"0"-221"-15,0 0-31 16,0 0-22-16,0 0-46 16,0 0-68-16,0 0-21 15,33 10-11-15,4-10-23 16,11 0-16-16,0 0-11 0,-2-2-8 16,-7 1-36-1,-3 1-155-15,-14 0-398 0,-4 0-932 0</inkml:trace>
  <inkml:trace contextRef="#ctx0" brushRef="#br0" timeOffset="5387.87">7611 4698 1497 0,'0'0'530'16,"0"0"-171"-16,0 0-42 16,0 0-68-16,0 0-77 15,0 0-61-15,0 0-37 16,70-5-15-16,-12-3-18 0,7-3-28 15,-1 0-5-15,-6 2-8 16,-9 0 0-16,-13 2-14 16,-9 1-92-16,-15-6-113 15,-8 2-285-15,-4-1-360 0</inkml:trace>
  <inkml:trace contextRef="#ctx0" brushRef="#br0" timeOffset="5610.26">7674 4518 1030 0,'0'0'919'0,"0"0"-565"15,0 0-61-15,0 0-131 16,0 0-47-16,0 0 39 0,25 85-18 16,-5-39-32-1,0 3-36-15,-2 2-32 0,-4-4-19 16,-2-2-11-16,-2-4-6 15,-4-3-6-15,2-5-48 16,5-3-135-16,-4-13-353 16,3-9-524-16</inkml:trace>
  <inkml:trace contextRef="#ctx0" brushRef="#br0" timeOffset="6088.65">8326 4282 1051 0,'0'0'1090'0,"0"0"-754"15,0 0 5-15,0 0-136 16,0 0-45-16,0 0-83 16,0 0-10-16,-12 79 26 15,24-23-27-15,5 5-27 16,4 0-17-16,-3-1-11 15,2-5-11-15,-4-9-5 16,-3-8-1-16,-2-10 5 16,-2-9-19-16,-2-12-22 15,-2-7 2-15,-1-4 23 0,2-21 16 16,3-13 1-16,5-5 0 16,1-1 0-16,2 2 9 15,3 8-9-15,1 10 0 16,3 9 1-16,2 9 0 15,3 6 0-15,-1 0 5 16,-1 12-5-16,-2 9 5 16,-8 3 0-16,-7 5 7 15,-6 1 4-15,-4 3 1 16,-13 3 3-16,-15 0-3 16,-8 1-2-16,-7-2-1 15,-8-4-9-15,-4-5-5 16,1-7-1-16,-4-9-24 15,-33-10-115-15,15-9-224 16,-6-8-1139-16</inkml:trace>
  <inkml:trace contextRef="#ctx0" brushRef="#br0" timeOffset="40659.45">5541 6295 1996 0,'0'0'287'15,"0"0"-68"-15,0 0-73 0,0 0-64 16,0 0-13-16,0 0-44 16,13 0-19-16,14 0-1 15,7 0-5-15,4 0-1 16,11-3-172-16,-10-2-136 16,-11-2-405-16</inkml:trace>
  <inkml:trace contextRef="#ctx0" brushRef="#br0" timeOffset="40836.33">5381 6529 1480 0,'0'0'506'0,"0"0"-256"16,0 0-61-16,0 0-104 0,0 0-75 15,0 0 20-15,131-12-15 16,-17-5-15-16,23-5-54 15,-24 3-290-15,-22 2-644 0</inkml:trace>
  <inkml:trace contextRef="#ctx0" brushRef="#br0" timeOffset="41978.84">6703 6227 1617 0,'0'0'389'0,"0"0"-167"16,0 0-126-16,0 0 54 16,-6 104 39-16,6-51-79 15,0 3-56-15,0-1-14 16,6-4 15-16,0-2-5 15,0-10-14-15,-2-8-12 16,-1-9-14-16,0-7-8 16,-3-12-2-16,0-3 2 15,0-1 17-15,-6-21 30 0,-9-11-23 16,-4-21-25-16,1-28-1 16,2 3-21-16,5 9 10 15,5 10 1-15,6 24-14 16,0 2-7-16,0 4 24 15,9 14 7-15,5 10 0 16,8 6 1-16,9 9-1 16,8 21 2-16,7 10-1 15,-1 8 9-15,-2 4-2 16,-7 1 25-16,-5 2 10 0,-5-4-5 16,-7-4-13-1,-4-7-14-15,-4-7-10 0,-4-8-1 16,-4-8 0-16,-3-8-17 15,0-6-67-15,-21-3-152 16,-1-10-227-16,-5-6-340 0</inkml:trace>
  <inkml:trace contextRef="#ctx0" brushRef="#br0" timeOffset="42182.58">6685 6479 948 0,'0'0'1043'16,"0"0"-752"0,0 0-58-16,0 0-111 0,0 0-42 15,0 0-1-15,0 0-17 16,115-20-30-16,-69 8-21 16,2-3-11-16,16-9-103 15,-12 3-447-15,-10 4-681 0</inkml:trace>
  <inkml:trace contextRef="#ctx0" brushRef="#br0" timeOffset="42398.52">7313 6379 1844 0,'0'0'492'0,"0"0"-233"16,0 0-100-16,0 0-32 15,0 0-43-15,0 0-27 16,0 0-23-16,-3 2-18 16,3-2-4-16,0-11-12 15,0-1-12-15,7-8-134 16,4 6-322-16,-1-1-278 0</inkml:trace>
  <inkml:trace contextRef="#ctx0" brushRef="#br0" timeOffset="42938.69">7690 6075 1883 0,'0'0'500'0,"0"0"-186"0,0 0-175 16,0 0-88-16,0 0-31 15,-9 101 9-15,9-55 4 16,6 4-8-16,6-3-2 16,3-2-11-16,0-7-5 15,0-6-1-15,0-9-6 16,-2-10-11-16,-2-11-16 16,2-2-79-16,1-19 16 0,0-12 20 15,0-10 36-15,1-4 25 16,-3 2 9-16,-5 4 13 15,0 10 29-15,-5 9 51 16,-2 13 35-16,0 7-35 16,0 0-74-16,0 9-13 15,0 13 0-15,6 7 0 16,8 4 2-16,3 2-2 16,7-3 1-16,3-5-1 15,4-8-6-15,-1-7 8 16,4-8-7-16,-4-4 1 15,-3-9 10-15,-1-11-2 16,-7-10-1-16,-5-7 2 0,-7-21-5 16,-6 2-6-1,-1-5 2-15,-3 1-2 0,-10 17-6 16,-1 8-30-16,3 16-6 16,2 15 3-16,4 4-115 15,5 26-118-15,3 1-194 16,9-3-344-16</inkml:trace>
  <inkml:trace contextRef="#ctx0" brushRef="#br0" timeOffset="43163.88">8575 6133 1520 0,'0'0'834'0,"0"0"-464"0,0 0-182 15,0 0-87-15,0 0-33 16,0 0-11-16,134-20-24 16,-70 6-24-16,0-3-7 15,-3 2-2-15,-7-2-14 16,-15-4-90-16,-8-13-247 16,-13 6-307-16,-10 2-524 0</inkml:trace>
  <inkml:trace contextRef="#ctx0" brushRef="#br0" timeOffset="43363.33">8666 5857 1377 0,'0'0'575'0,"0"0"-254"0,0 0-158 16,0 0-95-16,0 0-4 16,18 84 119-16,5-35-54 15,6 7-52-15,2 5-41 16,-3-3-22-16,-1-3-7 15,-4-9-5-15,-2-5-2 16,5-7-16-16,-3-12-302 16,-7-15-696-16</inkml:trace>
  <inkml:trace contextRef="#ctx0" brushRef="#br0" timeOffset="43772.7">9346 5548 2034 0,'0'0'285'0,"0"0"-128"0,-9 81-65 15,9-28 33-15,15 6 5 16,12 1-22-16,4 0-53 16,2-1-31-16,0-4-22 15,-8-5-1-15,-1-8-1 16,-9-14-2-16,-5-14-20 15,1-14-20-15,-2-10 42 16,2-22 0-16,0-11 12 16,4-8 3-16,3 0 18 15,-2 6 10-15,2 10 6 16,1 14 1-16,1 9-26 0,2 9-14 16,5 3-9-1,3 7 0-15,0 12 8 0,0 8 3 16,-7 5 3-16,-6 5 9 15,-8 2 2-15,-9 1 2 16,-6 3-8-16,-18-3-10 16,-16-1-3-16,-24 3-5 15,-29-1-2-15,-31-7-13 16,17-8-145-16,9-16-535 0</inkml:trace>
  <inkml:trace contextRef="#ctx0" brushRef="#br0" timeOffset="44597.1">4097 6657 1205 0,'0'0'487'16,"0"0"-149"-16,0 0-33 16,0 0 6-16,0 0-90 15,0 0-108-15,0 0-81 16,27-33-11-16,32 4-9 15,34-8-5-15,31-1-6 16,-8 6 0-16,-25 15 0 16,-33 12 1-16,-31 5-2 15,-4 0 0-15,-7 4 0 16,-9 12-28-16,-7 7 27 16,-31 24 1-16,-38 23 9 0,-29 24-8 15,-9 6 18-15,16-17 21 16,31-25 5-16,33-24-3 15,12-12-13-15,5-1 1 16,4-2-8-16,6-2-8 16,0-7-5-16,22-4 6 15,29-6 9-15,34-5 17 16,39-27-11-16,16-13 12 16,-2-6-22-16,-33 6-2 15,-38 19-17-15,-24 9-1 16,-16 6-5-16,-4 2-27 15,-4 1-32-15,-10 6-132 16,-7 2-413-16,-2 0-826 0</inkml:trace>
  <inkml:trace contextRef="#ctx0" brushRef="#br0" timeOffset="45253.73">12356 5763 945 0,'0'0'1073'0,"0"0"-774"15,0 0 55-15,0 0-198 16,0 0-80-16,0 0-61 15,36-33 15-15,44 20-15 0,5 0-8 16,-4 2-7-16,-8 3-6 16,-14 1-163-16,-9 2-203 15,-10 0-434-15</inkml:trace>
  <inkml:trace contextRef="#ctx0" brushRef="#br0" timeOffset="45420.01">12292 5914 1053 0,'0'0'582'16,"0"0"-278"-16,0 0-41 0,0 0-75 16,0 0-71-1,0 0-48-15,222-60-45 0,-48 8-24 16,-1 0-50-16,-40 1-218 16,-58 18-332-1,-33 4-572-15</inkml:trace>
  <inkml:trace contextRef="#ctx0" brushRef="#br0" timeOffset="45642.49">12911 5412 1798 0,'0'0'236'0,"0"0"-120"16,92-1-70-16,-4 19-9 15,24 25 32-15,-9 6 13 16,-21 4-1-16,-30-6-3 0,-25-2-32 15,-7 16 19-15,-19 25-19 16,-19 18-4-16,-53 8-16 16,-34-10-10-16,-16-16-16 15,13-18 0-15,30-25-235 16,26-18-472-16</inkml:trace>
  <inkml:trace contextRef="#ctx0" brushRef="#br0" timeOffset="48441.46">15063 5423 1644 0,'0'0'370'0,"0"0"-120"15,0 0-13-15,0 0-97 0,0 0-60 16,0 0-38-16,0 0-27 16,21-28-5-16,55 16 23 15,44-5-12-15,21-5 3 16,8-5-7-16,-14 1-4 16,-39 4-6-16,-29 7-2 15,-26 6-5-15,-17 4-6 16,-9 2 5-16,-5 1 1 15,-4 2 0-15,-6 0 0 16,-8 0 2-16,-17 17-1 16,-14 11 14-16,-26 21-9 15,-20 25 6-15,-17 19 24 16,13-5-12-16,26-19 6 16,29-26 6-16,23-20 0 15,3-1-21-15,8-1-5 16,0-1 7-16,7-3 5 0,18-5 13 15,9-4-7-15,11-2 4 16,12-6 11-16,7 0 0 16,6-7-20-16,5-7-17 15,-6-4-1-15,-5 2-5 16,-12 0-2-16,-13 5-13 16,-16 3-15-16,-8 2-10 15,-12 1-3-15,-3 2-95 16,-7-3-228-16,-10 0-523 0</inkml:trace>
  <inkml:trace contextRef="#ctx0" brushRef="#br0" timeOffset="49006.19">16532 5336 1724 0,'0'0'360'0,"0"0"-27"16,0 0-115-16,0 0-57 15,0 0-59-15,0 0-62 16,0 0-25-16,48 0-1 15,-12 0-14-15,2 0 9 16,0 0-3-16,-4-4-6 16,-4 1-102-16,-5-1-178 15,-8 1-212-15,-8 1-297 0</inkml:trace>
  <inkml:trace contextRef="#ctx0" brushRef="#br0" timeOffset="49188.3">16522 5537 1478 0,'0'0'356'0,"0"0"-31"16,0 0-140-16,0 0 11 15,0 0-45-15,0 0-22 16,83 0-39-16,-44 0-56 16,1 0-34-16,1-2-3 15,20-12-180-15,-9 1-456 16,-7-6-508-16</inkml:trace>
  <inkml:trace contextRef="#ctx0" brushRef="#br0" timeOffset="49599.02">17212 4925 1642 0,'0'0'367'0,"0"0"-20"16,0 0-52-16,0 0-134 15,0 0-110-15,-10 101-27 16,10-8 28-16,12 11 4 16,4-7-3-16,-4-22-5 15,-3-20-9-15,-2-16-24 16,0-3-14-16,-3-4-1 15,1-1-90-15,-5-9-224 16,0-11-348-16,0-11-253 0</inkml:trace>
  <inkml:trace contextRef="#ctx0" brushRef="#br0" timeOffset="49974.67">17174 5300 1386 0,'0'0'510'0,"0"0"-268"0,0 0-158 15,0 0-13-15,109-40-44 16,-23 23-13-16,-1 2-12 16,-8-2-1-16,-14 0 5 15,-24 2-5-15,-6-7 5 16,-6-3-5-16,-18-3 12 16,-9-1-12-16,-5-1 47 15,-16 0 63-15,0 6 47 16,1 4-30-16,2 8-22 15,6 3-49-15,6 8-22 16,1 1-17-16,0 15-10 0,0 19-7 16,0 14 17-16,1 10 23 15,4 8-4-15,0-1-1 16,0-3 20-16,4-3-4 16,6-6-11-16,1-3-21 15,0-8-11-15,-2-8-8 16,1-8-1-16,-5-11-1 15,-2-6-45-15,-3-9-113 16,0-14-113-16,0-6-449 0</inkml:trace>
  <inkml:trace contextRef="#ctx0" brushRef="#br0" timeOffset="50297.09">17924 5288 1490 0,'0'0'357'16,"0"0"-21"-16,0 0-56 16,0 0-33-16,0 0-87 15,0 0-39-15,0 0-36 16,4 41-33-16,-4-41-20 15,0 0-11-15,0 0-6 0,0 0-6 16,0 0 0-16,2-5 3 16,-1-5-11-16,2-4-1 15,2 2-5-15,-1 1-7 16,2 5-17-16,1 2-41 16,15 1-119-16,-3 0-272 15,2 1-457-15</inkml:trace>
  <inkml:trace contextRef="#ctx0" brushRef="#br0" timeOffset="51935.16">18421 4844 1149 0,'0'0'387'0,"0"0"7"15,0 0-118-15,0 0-33 16,0 0-68-16,0 0-113 16,0 0-42-16,-29 89 19 15,29-33 12-15,0 5 10 0,0-4-27 16,6-9-20-1,6-4-7-15,6-13-5 0,0-7-1 16,0-7-1-16,3-12-25 16,1-5-54-16,-2-5 32 15,-1-17 21-15,-1-6-5 16,-6-3 20-16,-3-2 11 16,-3 4 14-16,-5 5 19 15,-1 5 29-15,0 9 23 16,0 10-4-16,0 0-34 15,0 17-31-15,0 12-5 16,0 7 8-16,0 6 2 16,10 0 1-16,4-4-2 0,7-4-1 15,3-9 8 1,2-8-4-16,0-9-7 0,3-8 8 16,-3-8 5-1,3-18-1-15,-4-9-10 0,-4-10-4 16,-6-20-6-16,-8-24-7 15,-7-23-1-15,0 10-15 16,-7 25-13-16,-2 31-10 16,1 30-5-16,-1 4-8 15,2 3 10-15,-2 6 2 16,0 3-20-16,-4 16-24 16,0 11 24-16,3 8 14 15,10 19-128-15,3-9-454 16,10-8-533-16</inkml:trace>
  <inkml:trace contextRef="#ctx0" brushRef="#br0" timeOffset="52259.62">19223 5111 874 0,'0'0'561'0,"0"0"-276"16,0 0-24-16,0 0-22 15,0 0-2-15,0 0 4 0,0 0-58 16,-1 24-70-16,-1-23-55 16,2-1-23-16,0 0-7 15,0 0-5-15,0 0-4 16,0 0 1-16,0-2-5 15,0-8-14-15,0-3-1 16,0 0-9-16,0 2-18 16,0-1-21-16,33-2-103 15,0 4-374-15,4-2-281 0</inkml:trace>
  <inkml:trace contextRef="#ctx0" brushRef="#br0" timeOffset="52580.44">19688 4961 1493 0,'0'0'498'0,"0"0"-223"16,0 0-27-16,0 0 24 16,0 0-112-16,0 0-94 15,0 0-5-15,109 0-5 16,-33-5-8-16,20-12-21 16,-7 0-8-16,-12-1-10 0,-19 5-8 15,-22 3-1 1,-7-1-14-16,-5-4-52 0,-15 3-258 15,-9 0-486-15</inkml:trace>
  <inkml:trace contextRef="#ctx0" brushRef="#br0" timeOffset="52799.66">19830 4662 1141 0,'0'0'1029'0,"0"0"-727"15,0 0-156-15,0 0-100 0,0 0 87 16,33 112-42-16,0-55-21 16,4 7-13-16,-1 0-11 15,-3-3-17-15,-4-6-17 16,-3-6-7-16,-5-10-5 16,10-6-74-16,-4-9-288 15,-3-16-550-15</inkml:trace>
  <inkml:trace contextRef="#ctx0" brushRef="#br0" timeOffset="53188.41">20601 4322 1996 0,'0'0'274'0,"0"0"-83"15,0 0-102-15,-74 114-22 16,71-26 22-16,3-2-13 15,1-14-16-15,12-22-22 16,0-11-24-16,0 1-12 16,2-1-2-16,0 0-1 15,-2-15-21-15,-4-18 1 16,3-6-9-16,-1-19 30 16,4-16 16-16,4-9-9 15,3-2 17-15,2 3 31 16,-1 7 2-16,2 14-21 15,0 8-13-15,2 13-13 0,3 1-9 16,0 12 0 0,-2 12 7-16,-3 6-1 0,-11 8 2 15,-10 6 20-15,-4 4-5 16,-16 5-2-16,-23 0-8 16,-13 1-8-16,-24 1-5 15,-37-4-1-15,16-10-76 16,1-18-508-16</inkml:trace>
  <inkml:trace contextRef="#ctx0" brushRef="#br0" timeOffset="53856.27">17463 6123 1839 0,'0'0'286'0,"0"0"-103"0,0 0-31 16,112-63-25-16,74 1 28 15,68-12-19-15,59-5-32 16,29 5-32-16,-5 7-12 16,5 0-23-16,-10 1 19 15,-19 6-7-15,-40 4-31 16,-48 12-10-16,-66 11 2 16,-60 13-2-16,-51 8-2 15,-30 8-6-15,-12 1 0 16,-6 2-1-16,-34 1-20 15,-67 12-15-15,-71 25-179 16,-52 9-239-16,30-7-106 16,24-8-1017-16</inkml:trace>
  <inkml:trace contextRef="#ctx0" brushRef="#br0" timeOffset="54089.43">17989 6145 1696 0,'0'0'210'15,"0"0"-81"-15,159 12 92 16,11-40 96-16,46-17-6 16,23-13-107-16,11 2-58 15,-18 8-56-15,-4 4-11 16,-9 2-15-16,-16 2-14 16,-21 1-37-16,-24 6-7 15,-43 5-5-15,-39 10 0 0,-33 6-1 16,-25 6-61-1,-21 6-116-15,-18 0-289 0,-22 3-738 0</inkml:trace>
  <inkml:trace contextRef="#ctx0" brushRef="#br0" timeOffset="56138.23">21240 4898 1003 0,'0'0'216'15,"0"0"-45"-15,0 0 26 16,-9-101 15-16,21 67-22 16,13-4-64-16,11 4-39 15,10-2-14-15,26-3 5 16,22-3-10-16,29 2-5 15,13 3-10-15,0 13 4 0,-12 15-8 16,-36 9 7-16,-20 0-14 16,-17 11-7-16,-8 9 0 15,8 3 15-15,6 9-3 16,2 8 9-16,-3 5-8 16,-3 6-5-16,2 15-3 15,2 20-1-15,-2 18 2 16,-5 4-13-16,-15-5 10 15,-15-7-4-15,-16-10-4 16,-4 0-7-16,-1 4 3 16,-16-6 7-16,-1-13-6 15,2-13 8-15,1-15-2 0,0-2-17 16,-6 7 2 0,-1 4-1-16,-3 1-5 0,2-7-5 15,4-8-1-15,5-10-5 16,3-9 0-16,4-8 1 15,4-5-1-15,2-5 0 16,-1-1 1-16,-1 0-2 16,-4-3-47-16,0-9-88 15,-4-13-65-15,1 0-342 16,2 1-288-16</inkml:trace>
  <inkml:trace contextRef="#ctx0" brushRef="#br0" timeOffset="56656.37">22455 5763 1595 0,'0'0'255'16,"0"0"-42"-16,0 0-45 15,0 0 27-15,0 0 24 16,0 0-84-16,0 0-57 16,-16-1-44-16,12 18-11 15,-4 13 58-15,-4 8 4 0,0 7-12 16,-3 7-10 0,-1 1 2-16,2 3-9 0,4 0 13 15,4-3-24-15,6-5-4 16,0-4 2-16,2-7 7 15,15-7-10-15,7-5-5 16,8-7 8-16,11-7 25 16,7-8-10-16,11-3 1 15,7-12-8-15,3-13-18 16,4-5-12-16,0-3-2 16,-5 1 2-16,0-1-4 15,-9 3 1-15,-10 4-2 16,-10 6-5-16,-11 3-11 15,-12 6 0-15,-6 1 0 16,-6 7 0-16,-4 2 0 0,-2 1 0 16,0 0 0-16,-10 0-3 15,-12 0-59-15,-9 1-85 16,-36 19-111-16,5-3-217 16,-2-2-947-16</inkml:trace>
  <inkml:trace contextRef="#ctx0" brushRef="#br0" timeOffset="61300.2">9565 4409 1069 0,'0'0'837'0,"0"0"-562"15,0 0-5-15,0 0-45 16,0 0-37-16,0 0-50 15,0 0-62-15,24 2-36 16,34-2 31-16,27-11-7 16,30-14-26-16,6-8-22 15,-9-3-10-15,-27 5-6 16,-30 8-5-16,-16 1-64 16,-11 2-95-16,6-19-179 15,-7 5-290-15,-9-4-564 0</inkml:trace>
  <inkml:trace contextRef="#ctx0" brushRef="#br0" timeOffset="61556.3">10019 3981 1239 0,'0'0'740'0,"0"0"-508"0,0 0-74 15,0 0-34-15,0 0 62 16,108 32-10-16,-45-24-57 15,7 1-48-15,2-1-25 16,-2 2-15-16,-8 1-11 16,-9 4-7-16,-7 2-4 15,-16 4-7-15,-15 5 5 16,-11 7 4-16,-8 5-5 0,-20 5 1 16,-15 4-7-16,-15 13-60 15,7-11-284-15,11-12-702 0</inkml:trace>
  <inkml:trace contextRef="#ctx0" brushRef="#br0" timeOffset="63297.57">11534 4082 1280 0,'0'0'202'16,"0"0"-133"-16,0 0 32 0,0 0 26 15,0 0 29-15,64 75-28 16,-29-65-19-16,6-4-24 16,7-6-12-16,9-7-12 15,7-19-9-15,16-22 3 16,17-28-21-16,18-31-9 15,4-21 2-15,1-11-8 16,-5-12 5-16,0-10 1 16,8-18 7-16,17-19-15 15,14 2 4-15,20 7-7 16,16 13-4-16,23 21 7 16,17 10 9-16,24 12-18 15,15 7 5-15,14 7 8 16,7 9 15-16,-2 7 3 15,-6 16-20-15,-16 15 1 0,-20 21-2 16,-28 20 7-16,-28 18-14 16,-27 13 1-16,-32 13 1 15,-31 11 5-15,-31 5 3 16,-27 0-9-16,-11 5-2 16,-1 9 1-16,-2 11 2 15,2 21 7-15,-9-8 2 16,-6 3 2-16,-6-2-4 15,-6-12-4-15,-3 2-4 16,0-5-10-16,0-6 5 16,-2-8-5-16,-4-9-2 15,0-9 1-15,5-8-1 16,-2-7-7-16,0-5-44 0,-6-1-35 16,-27-12-124-16,1-2-310 15,-7-6-271-15</inkml:trace>
  <inkml:trace contextRef="#ctx0" brushRef="#br0" timeOffset="63517.38">16565 2000 1635 0,'0'0'247'0,"0"0"-90"16,0 0 48-16,97 34 26 0,-40-17-26 15,19 5 1 1,21 1-58-16,16 2-34 0,-7-4-50 15,-24-8-38-15,-25-5-8 16,-16-5-12-16,0-2-6 16,-2-1 0-16,-5 0-66 15,-7-16-116-15,-9-9-174 16,-11-6-470-16</inkml:trace>
  <inkml:trace contextRef="#ctx0" brushRef="#br0" timeOffset="63727.52">17454 1669 1458 0,'0'0'357'0,"0"0"-63"15,0 0-100-15,0 0 25 0,-70 94-19 16,51-44-36-16,1 4-35 16,1 6-47-16,3-2-39 15,1-3-22-15,1-3-9 16,1-6-12-16,0-3 0 15,5-9-98-15,1-14-189 16,5-11-316-16,0-9-752 0</inkml:trace>
  <inkml:trace contextRef="#ctx0" brushRef="#br0" timeOffset="63907.18">17560 2009 2038 0,'0'0'351'0,"0"0"15"0,0 0-215 16,0 0-45-16,0 0-49 15,0 0-39-15,0 0-18 16,-23 5-74-16,33-10-462 16,-1-9-1101-16</inkml:trace>
  <inkml:trace contextRef="#ctx0" brushRef="#br0" timeOffset="67278.29">6478 5092 920 0,'0'0'512'16,"0"0"-277"-16,0 0 64 15,0 0-69-15,0 0-52 16,0 0-6-16,-30 10-19 16,55-1 38-16,11-2-31 0,16-4-34 15,24-3-34-15,27 0-35 16,24-20-10-16,13-3-15 16,-10-4 13-16,-26 8-14 15,-37 7-16-15,-20 2-15 16,-13 5 0-16,-4 0 0 15,-5 1 0-15,-6 1-8 16,-11 2-4-16,-8 1-4 16,0 0-16-16,-6 0-47 15,-19 1-62-15,-13 14-134 16,-41 13-108-16,9-3-194 16,0-2-291-16</inkml:trace>
  <inkml:trace contextRef="#ctx0" brushRef="#br0" timeOffset="67509.64">6552 5283 1237 0,'0'0'382'15,"0"0"-81"-15,0 0-78 16,0 0-42-16,0 0 21 16,0 0 31-16,127 0-56 15,-38-9-45-15,1-2-44 16,-7 0-17-16,-8-1-14 15,-17 2-32-15,8 0-1 16,3-2-16-16,-10 3-8 0,-10 3-9 16,-14 3-61-1,-16 4-118-15,-13 12-312 0,-6 3-334 0</inkml:trace>
  <inkml:trace contextRef="#ctx0" brushRef="#br0" timeOffset="68570.89">7035 6927 664 0,'0'0'322'0,"0"0"-24"16,0 0-44-16,0 0 54 15,-83 23 29-15,81-20-72 16,2-3-70-16,11 0-48 16,38-4-52-16,42-17 39 15,55-15-13-15,26-7-22 16,2-3-34-16,-20 5-15 15,-30 8-8-15,-32 8-21 0,-25 8-9 16,-22 6-4-16,-8 2-7 16,-1 0 0-16,1 1 1 15,-7-1-1-15,-10 6-1 16,-10 0 0-16,-9 3-30 16,-1 0-44-16,-14 0-39 15,-31 10-94-15,-46 18-260 16,4-2-63-16,-2 2-258 0</inkml:trace>
  <inkml:trace contextRef="#ctx0" brushRef="#br0" timeOffset="68853.21">7052 7054 811 0,'0'0'684'0,"0"0"-568"15,0 0 62-15,0 0 37 16,0 0 31-16,0 0-24 15,0 0 19-15,112 50-35 16,-18-64-58-16,28-19-26 16,15-9-20-16,-7-3-22 15,-17 6-21-15,-32 11-14 16,-18 5-24-16,-16 8-12 16,-5-1-3-16,4 1 0 15,-1 1-6-15,-2-1 1 16,-15 7-1-16,-11 4 0 15,-9 1-21-15,-8 3-72 16,-20 12-80-16,-11 7-294 0,-18 4-389 0</inkml:trace>
  <inkml:trace contextRef="#ctx0" brushRef="#br0" timeOffset="-132854.79">9704 8836 1043 0,'0'0'681'16,"0"0"-383"-16,0 0 26 15,0 0-160-15,0 0-91 0,0 0-53 16,-134 36-7 0,51 44 29-16,-19 27-2 0,-1 10 35 15,13-3 8-15,23-14-13 16,24-26-4-16,12-15-18 15,10-12-12-15,6-7-3 16,-3 6-14-16,3 0-7 16,0-1-12-16,6-12-58 15,-8-16-199-15,1-10-108 16,-3-7-418-16</inkml:trace>
  <inkml:trace contextRef="#ctx0" brushRef="#br0" timeOffset="-132625.58">8755 8911 1081 0,'0'0'817'16,"0"0"-571"-16,0 0-172 15,0 0-46-15,103-1 8 16,-40 41 26-16,19 25 12 16,15 26 13-16,7 27 6 15,-5 11 3-15,-17-6 0 16,-23-15-3-16,-16-22-7 15,-14-20-24-15,-8-16-39 16,-5-14-14-16,-4-7-9 16,12-2-52-16,-6-7-273 15,3-11-431-15</inkml:trace>
  <inkml:trace contextRef="#ctx0" brushRef="#br0" timeOffset="-132418.53">10486 9165 1392 0,'0'0'722'15,"0"0"-481"-15,0 0-9 16,0 0-77-16,0 0-64 16,0 0-60-16,88-31-30 15,-41 25-1-15,0 2-27 16,0-2-200-16,-14 2-159 15,-9-1-504-15</inkml:trace>
  <inkml:trace contextRef="#ctx0" brushRef="#br0" timeOffset="-132255.55">10505 9296 851 0,'0'0'791'0,"0"0"-494"15,0 0 35-15,0 0-96 16,0 0-20-16,0 0-106 15,0 0-56-15,42-21-38 16,63-19-16-16,7-5-140 16,-25 12-192-16,-32 4-359 0</inkml:trace>
  <inkml:trace contextRef="#ctx0" brushRef="#br0" timeOffset="-132016.41">10964 8850 1506 0,'0'0'280'16,"0"0"81"-16,0 0-146 16,0 0-16-16,0 0-124 15,0 0-51-15,87 27-8 16,-25 6 23-16,6 4-24 16,-15 3-9-16,-2 7-6 15,-17 1 0-15,-20 4 0 16,-14 0-1-16,-18 2 1 15,-27-1-1-15,-13 0-13 16,-26 6-110-16,13-14-143 0,10-14-846 0</inkml:trace>
  <inkml:trace contextRef="#ctx0" brushRef="#br0" timeOffset="-127901.66">28638 3838 1328 0,'0'0'563'16,"0"0"-423"-16,0-100 77 16,0 75 45-16,0 16-37 15,-4 9-122-15,-8 14-73 16,-17 32-28-16,-2 7 4 16,-8 13 4-16,-6 1 6 15,7-16-7-15,-1 0-8 16,5-8 1-16,9-9-1 0,6-10-1 15,9-6-1 1,5-7-6-16,5-5-12 0,0-2-8 16,21-1-17-16,15 1 32 15,15 2 2-15,11-4-9 16,7-2-35-16,2 0-34 16,-3 0 21-16,-9-15 1 15,-10-6 7-15,-13-9 32 16,-12-6 27-16,-12-7 3 15,-9-5 6-15,-3 1 36 16,0 4 17-16,-1 8 20 16,-4 12 28-16,1 9-1 15,1 14-34-15,1 4-51 0,-2 26-23 16,2 12 10 0,2 11 4-16,0 3 4 0,0-1-8 15,15-4-10-15,3-2 0 16,3-3-1-16,3-5-13 15,12-4-176-15,-5-8-269 16,-3-15-466-16</inkml:trace>
  <inkml:trace contextRef="#ctx0" brushRef="#br0" timeOffset="-127316.58">29517 3899 1185 0,'0'0'784'0,"0"0"-577"0,0 0 79 16,-58-94-44-16,36 77-55 15,-1 5-81-15,-4 10-36 16,-3 2-34-16,-1 17-19 16,-1 8 2-16,6 8 1 15,5 5-14-15,10 3 1 16,10-2-6-16,1 0-1 15,16-7 0-15,14-6-6 16,4-12-30-16,6-13-54 16,1-2-58-16,0-26-59 15,1-28 46-15,-6-35 85 16,-9-35 57-16,-6-21 18 16,-8-4 1-16,-6 20 22 15,-4 41 25-15,-1 35-4 16,-2 30 22-16,0 15-40 0,-2 6-11 15,-6 3-14-15,-3 9-6 16,-8 32-3-16,-1 30 9 16,10 30 1-16,10 11 32 15,12-4 30-15,22-24 7 16,1-27-45-16,-1-18-25 16,2-13-4-16,5-8-53 15,1-7-16-15,-1-9-1 16,-10-4 33-16,-7-19 31 15,-7-4 10-15,-6 1 18 0,-5 7 40 16,-2 7 33-16,-2 9-6 16,-1 1-50-16,1 4-34 15,1 13 5-15,-2 5-5 16,1 4-1-16,-2-2-1 16,0-3-72-16,0-15-134 15,-6-6-349-15,-3 0-643 0</inkml:trace>
  <inkml:trace contextRef="#ctx0" brushRef="#br0" timeOffset="-127184.66">29867 3361 1217 0,'0'0'168'0,"0"0"0"16,0 0-115-16,0 0-21 15,15 75-14-15,12-36-18 0,0-2-344 0</inkml:trace>
  <inkml:trace contextRef="#ctx0" brushRef="#br0" timeOffset="-126671.02">30000 3550 1652 0,'0'0'332'0,"0"0"18"15,0 0-186-15,0 0-62 16,0 0-62-16,0 0 10 15,16 71-4-15,2-37-21 16,2 3-14-16,-4-4-3 16,-3-3-7-16,-5-6-1 0,-4-7 0 15,-2-11-39-15,-2-6 11 16,0-11 28-16,0-20 0 16,0-9 1-16,0-10 5 15,0-2-5-15,4 5 16 16,5 10 33-16,0 9 22 15,3 14-15-15,2 10-32 16,6 4-19-16,7 12-6 16,6 15 1-16,3 9 0 15,-2 5-1-15,-4 3 5 16,-6-1-4-16,-12-2-1 16,-6-5 0-16,-6-7-1 15,0-10-9-15,-2-11-2 16,-7-8 12-16,-1-11 0 0,0-21 6 15,4-22 2-15,4-1 1 16,2-5 12-16,5 1 18 16,11 16 17-16,0 6-17 15,4 14-27-15,0 12-11 16,3 11-1-16,4 8-8 16,4 16 7-16,4 10-1 15,-2 6 1-15,-7 4-7 16,-11 27-19-16,-11-10-209 15,-2-11-486-15</inkml:trace>
  <inkml:trace contextRef="#ctx0" brushRef="#br0" timeOffset="-126542.61">30977 3730 1972 0,'0'0'306'16,"0"0"30"-16,0 0-180 15,0 0-51-15,0 0-88 16,0 0-17-16,-114-62-342 15,32 75-789-15</inkml:trace>
  <inkml:trace contextRef="#ctx0" brushRef="#br0" timeOffset="-126249.73">26920 3918 1787 0,'0'0'313'16,"0"0"78"-16,0 0-95 16,0 0-187-16,0 0-76 15,0 0-33-15,-36 124 0 16,20-43 39-16,0-7 8 15,5-19-3-15,2-11-17 16,-2 6-22-16,-4 9-5 16,-16 16-154-16,4-16-307 15,-1-19-606-15</inkml:trace>
  <inkml:trace contextRef="#ctx0" brushRef="#br0" timeOffset="-126053.45">26620 3959 1817 0,'0'0'333'0,"0"0"-89"16,0 0-80-16,91 51 54 15,-41-7-119-15,18 20-19 16,15 20-5-16,9 16-15 16,-5 5-26-16,-20-17-22 15,-26-24-12-15,-16-19-141 16,-10-19-381-16,-5-14-662 0</inkml:trace>
  <inkml:trace contextRef="#ctx0" brushRef="#br0" timeOffset="-125833.18">27517 4117 992 0,'0'0'1061'0,"0"0"-871"16,0 0-8-16,0 0-73 16,0 0-2-16,0 0-68 15,0 0-25-15,101-21-14 16,-75 13-92-16,1-4-120 0,-7 1-296 16,-7 1-406-16</inkml:trace>
  <inkml:trace contextRef="#ctx0" brushRef="#br0" timeOffset="-125686.53">27404 4279 702 0,'0'0'738'16,"0"0"-549"-16,0 0-55 16,0 0 4-16,87-22-58 15,-20-14-80-15,-7 4-193 16,-12 0-723-16</inkml:trace>
  <inkml:trace contextRef="#ctx0" brushRef="#br0" timeOffset="-125475.49">27677 3832 1532 0,'0'0'345'16,"0"0"157"-16,0 0-340 15,0 0-14-15,0 0-83 16,0 0 5-16,85 65-10 15,-25-25-26-15,4 4-22 16,0 6 5-16,-13 3-4 16,-15 1-12-16,-27 4-1 15,-14 4-1-15,-72 27-51 0,1-15-214 16,-3-15-518-16</inkml:trace>
  <inkml:trace contextRef="#ctx0" brushRef="#br0" timeOffset="-124846.53">29158 4716 1382 0,'0'0'256'0,"0"0"64"16,0 0-42-16,0 0-95 16,-17-76-65-16,43 63-74 15,9 2-27-15,7 4-16 16,1 5 5-16,-6 2 4 16,-9 2-1-16,-8 14-9 15,-14 8 1-15,-6 7 15 16,-6 6-7-16,-17 1 5 0,-5 0-4 15,-2-1-1-15,3-7-1 16,7-9 0-16,6-7 3 16,10-9 65-16,4-3 37 15,0-2-33-15,7 0-31 16,17 0-15-16,10 0-16 16,8 0-7-16,6 0-3 15,-3 9-7-15,-5 2 7 16,-11 4 0-16,-9 2-2 15,-10 4 0-15,-10 4 13 16,-14 4 4-16,-24 2 4 0,-26 4 3 16,-25-2-17-1,2-8-13-15,7-10 0 16,3-15-132-16,33-10-365 0,8-16-729 16</inkml:trace>
  <inkml:trace contextRef="#ctx0" brushRef="#br0" timeOffset="-123846.9">30234 4828 1512 0,'0'0'312'0,"0"0"-63"16,0 0 37-16,0 0-93 15,-22-77-75-15,38 31-71 16,23-22-29-16,17-19-12 16,6-14 0-16,-9 8-6 15,-20 22 0-15,-24 28 1 0,-9 19 8 16,-7 8 12-16,-17 5 14 16,-12 8-5-16,-10 4-22 15,-4 27-2-15,1 10-5 16,12 8 1-16,18 3-1 15,19-2-1-15,11-7 0 16,30-4-6-16,12-11 0 16,9-6-2-16,-4-8-23 15,-9-5-20-15,-10-4 17 16,-17 1 20-16,-10 1 8 16,-12 3-6-16,0 10 12 15,-13 5 6-15,-8 7 17 16,-2 7 8-16,1 1 5 0,5 1-11 15,7-4-14 1,10-2-4-16,0-6-5 0,18-6-1 16,10-11-1-16,11-6-57 15,6-3-128-15,13-37-145 16,-10-1-341-16,-14-6-488 0</inkml:trace>
  <inkml:trace contextRef="#ctx0" brushRef="#br0" timeOffset="-123059.08">30783 4397 1264 0,'0'0'219'16,"0"0"100"-16,0 0-135 16,0 0-22-16,0 0-65 15,94-37-24-15,-76 58-8 0,-6 10-16 16,-9 7 0 0,-3 8 1-16,-6 0-4 0,-13 2-22 15,-1-5-12-15,1-2-12 16,3-10 0-16,6-11-1 15,9-11-38-15,1-9-29 16,10-7 0-16,17-18-21 16,9-9 53-16,1-3 26 15,2-5 10-15,-6-4 0 16,-8 0 1-16,-6-1 14 16,-7 4 13-16,-4 3 4 15,-2 6 26-15,-6 9 12 16,0 8 9-16,0 8 1 15,0 7 5-15,0 2-30 16,-8 5-38-16,-1 18-16 0,0 8 16 16,1 7-1-1,3 5-4-15,5 0-1 0,0-2-5 16,16-3-5-16,10-7-1 16,3-11-14-16,7-10-107 15,3-10-98-15,3-16-135 16,0-21-215-16,-5-12 52 15,-4-10 133-15,-3-4 224 16,-8 3 160-16,-5 7 394 16,-7 11-13-16,-4 10 5 15,-6 13-60-15,0 9-68 16,0 7-84-16,0 3-72 0,-6 8-55 16,-6 13 17-1,0 7 13-15,0 8-16 0,0 3-20 16,5 4-9-16,4-1-21 15,3-2-1-15,0-6-8 16,0-7-2-16,6-10-33 16,3-12-63-16,2-5-19 15,0-14 42-15,4-16-18 16,-3-9 17-16,-2-4 40 16,2-3 24-16,-3 3 10 15,-3 5 6-15,-1 8 28 16,-2 9 17-16,-2 7 10 15,-1 9 3-15,0 5-15 0,3 0-34 16,0 5-15 0,3 12 7-16,3 5 4 0,3 1-4 15,1 4 0-15,5-2-5 16,-1 0-2-16,0-5-17 16,2-6-98-16,-3-8-116 15,0-6-158-15,-1-11-158 16,-4-7-130-16</inkml:trace>
  <inkml:trace contextRef="#ctx0" brushRef="#br0" timeOffset="-122232.7">31675 4183 1018 0,'0'0'505'0,"0"0"-184"15,0 0-57-15,0 0-69 16,0 0-93-16,0 0-58 16,0 0-38-16,13-8 2 15,-4 28 16-15,4 3-5 0,0 3-9 16,-1 1-8-16,1-2-1 15,-3-2-1-15,-2-3-33 16,1-7-114-16,-3-8-80 16,0-5 13-16,0-1 107 15,2-19 46-15,-1-7 37 16,-3-2 24-16,1-1 45 16,-1 4 40-16,-1 2 14 15,0 11-4-15,3 4 19 16,1 9-43-16,6 0-58 15,7 2 3-15,7 10-4 16,4 3-11-16,5-4-1 0,0 0-2 16,0-7-99-16,-2-4-61 15,-7 0-18-15,-6-12 25 16,-6-10 155-16,-9-3 2 16,-6 0 128-16,0 0 47 15,0 6 18-15,0 5-44 16,-3 7-33-16,0 7-29 15,0 0-59-15,0 14-18 16,-2 14-5-16,1 9 16 16,-2 9-11-16,-3 7 5 15,-4 1 1-15,0 1-4 16,0-2-5-16,3-7-9 16,4-9 0-16,3-11-64 15,3-18-30-15,0-8 5 16,0-13 41-16,4-17 22 0,2-5 20 15,2-3 6-15,-1 2 7 16,0 4 24-16,1 5 13 16,0 8-4-16,-1 7 6 15,0 4-8-15,2 8-16 16,2 0-16-16,5 5-5 16,3 12 8-16,3 0-7 15,1-1-2-15,1-3 0 16,0-8-35-16,-3-5-43 15,-2 0-30-15,-5-18 38 16,-4-12 47-16,-8-11 23 0,-2-24 15 16,-8-40 38-1,-8-47 6-15,4-8 2 0,3 26 13 16,8 45-1-16,-1 59 69 16,1 20-33-16,-1 5-73 15,-1 5-22-15,2 2-14 16,1 37-18-16,0 33 18 15,9 35 0-15,7 14 37 16,-3-6 8-16,-1-22-27 16,-6-35-18-16,0-17-9 15,9-4-147-15,-1-6-151 16,-1-14-438-16</inkml:trace>
  <inkml:trace contextRef="#ctx0" brushRef="#br0" timeOffset="-121745.47">32450 4003 1237 0,'0'0'199'15,"0"0"-45"-15,0 0-74 16,0 0-10-16,0 0-37 16,0 0-24-16,0 0-9 15,65 68-39-15,-48-68-9 16,-3-6 10-16,-5-14 38 15,-2-9 52-15,-4-6 24 16,-3 0 28-16,0 3 13 16,0 7 51-16,0 8-25 0,-4 11-32 15,1 6-51-15,-3 9-44 16,5 16-15-16,1 8 4 16,0 4-5-16,8 1 0 15,7-1 0-15,6-3-6 16,0-4-62-16,2-10-37 15,0-12-18-15,1-8 33 16,-3-3 62-16,2-19 28 16,-3-11 9-16,-3-8 63 15,-1-2 8-15,2-2 0 16,-2 4 6-16,2 7 6 16,3 12-22-16,0 11-12 15,3 11-34-15,1 0-9 16,-2 16-2-16,-1 8 0 15,-6 7-12-15,-8 2 0 0,-8 2 0 16,0 0-1-16,-18-4-16 16,-22 3-99-16,1-9-180 15,3-10-429-15</inkml:trace>
  <inkml:trace contextRef="#ctx0" brushRef="#br0" timeOffset="-121594.73">33213 3955 2134 0,'0'0'320'16,"0"0"171"-16,0 0-378 15,0 0-65-15,0 0-48 16,0 0-3-16,-100-27-300 0,46 38-1182 16</inkml:trace>
  <inkml:trace contextRef="#ctx0" brushRef="#br0" timeOffset="-116301.45">12102 8358 1039 0,'0'0'170'0,"0"0"-15"15,0 0 76-15,0 0-2 16,-112-26-67-16,66 66-5 0,-6 39 13 15,-3 52-22 1,4 30 3-16,14 15 39 0,13 2-43 16,16-11-22-16,8-3-39 15,17-5-29-15,26-17-24 16,18-27-18-16,17-23-8 16,7-34-7-16,3-33 0 15,-11-25-49-15,-3-30-125 16,-24-11-356-16,-20-4-472 0</inkml:trace>
  <inkml:trace contextRef="#ctx0" brushRef="#br0" timeOffset="-115311.4">12451 8594 1423 0,'0'0'282'0,"0"0"-14"16,0 0 4-16,0 0-14 15,0 0-32-15,0 0-99 16,0 0-76-16,-56 26-8 15,41 61-5-15,-3 0-8 16,4-15-2-16,4-24 3 0,3-15-13 16,-4 1-4-16,3-3-14 15,0-1 0-15,2-10 0 16,3-10 0-16,1-9 1 16,2-1 11-16,0-13-12 15,0-8 0-15,14-4-9 16,7 3 7-16,7 2-8 15,8 4-1-15,8 7-2 16,7 2 1-16,3 3-2 16,-2 0-11-16,-6 0-15 15,-9-2-10-15,-8 1-15 16,-13-4 21-16,-8-2 22 0,-8-5 22 16,0-1 7-1,-8-4-5-15,-12-1 8 0,-3-2 10 16,-1 1 23-16,3 3 3 15,6 7 20-15,5 8 0 16,6 5-27-16,4 14-30 16,0 18-3-16,0 14 15 15,0 9 6-15,6 1-11 16,5 0-10-16,1-2-6 16,0-4-1-16,-4-1-63 15,-4 4-198-15,-2-11-379 16,-2-16-847-16</inkml:trace>
  <inkml:trace contextRef="#ctx0" brushRef="#br0" timeOffset="-115121.31">12919 8964 2038 0,'0'0'314'0,"0"0"-94"15,0 0-80-15,0 0 40 16,38 104-64-16,-16-63-49 15,4 2-15-15,-1-1-35 16,-3-1-17-16,-8-8-43 16,-11-11-180-16,-3-9-344 15,0-13-535-15</inkml:trace>
  <inkml:trace contextRef="#ctx0" brushRef="#br0" timeOffset="-114749.5">13228 8576 1947 0,'0'0'260'0,"0"0"-115"15,0 0-91-15,81-1 9 16,-48 14-4-16,-5 6-10 16,-4 6-4-16,-8 3-21 15,-11 2-11-15,-5-2-5 16,0-2-1-16,-12-5 4 15,-1-8-5-15,5-6 1 16,8-7 32-16,0 0 58 16,0-5-26-16,8-7-45 15,9 2-16-15,4 3-4 0,6 6-5 16,5 1 0-16,2 1 0 16,4 13 5-16,-5 8 4 15,-4 2-1-15,-13 7-7 16,-11 1 7-16,-5 5-8 15,-23-1 10-15,-15 0-11 16,-10-5 0-16,-6-6-16 16,-21-11-108-16,13-8-139 15,9-6-330-15</inkml:trace>
  <inkml:trace contextRef="#ctx0" brushRef="#br0" timeOffset="-114515.14">13565 8081 2184 0,'0'0'266'15,"0"0"35"-15,151 1-172 16,-36 53-11-16,9 31-15 16,-15 23-19-16,-30 14-15 15,-46 2-18-15,-33 4 25 16,-38 7-21-16,-44-1-32 15,-34 4-7-15,-33 9-16 16,-36 5-70-16,30-32-198 16,4-18-772-16</inkml:trace>
  <inkml:trace contextRef="#ctx0" brushRef="#br0" timeOffset="-110925.11">27953 6863 1785 0,'0'0'279'16,"0"0"-154"-16,0 0-23 16,0 0 1-16,0 0-57 15,0 0 29-15,-30 179 6 0,30-51-20 16,5-12-30-1,9-28-21-15,0-31-1 0,-2-18-9 16,2-8 6-16,-1 0-6 16,5-5-22-16,2-8-49 15,-1-17-24-15,2-3 43 16,1-27 27-16,1-10 15 16,2-7 1-16,-1-5 3 15,-1-1 6-15,-4 9 9 16,-2 7 10-16,-5 11 12 15,-2 12 20-15,0 12-14 16,2 1-19-16,5 16 9 0,6 10 11 16,1 7-2-1,6 2-15-15,0 4-12 0,1-4-3 16,-1-2-5-16,-3-4 0 16,-5-7-1-16,-9-6-85 15,-7-9-99-15,-6-7-137 16,-15-16-82-16,-5-4-745 0</inkml:trace>
  <inkml:trace contextRef="#ctx0" brushRef="#br0" timeOffset="-110786.96">28320 6967 971 0,'0'0'216'15,"0"0"-202"-15,0 0 47 0,0 0-39 16,85 61-22-1,-35-32-71-15,2 2-188 0</inkml:trace>
  <inkml:trace contextRef="#ctx0" brushRef="#br0" timeOffset="-110392.32">28860 7098 1227 0,'0'0'274'16,"0"0"-10"-16,0 0-12 15,-85-14-48-15,63 15-71 16,4 18-65-16,0 11-5 0,6 9-23 16,3 4-9-1,8 4-9-15,1-2-10 0,11 0-3 16,12-8-8-16,5-10-1 16,4-9-9-16,-2-12-40 15,-2-6-35-15,-1-14 9 16,-8-20 24-16,-7-21 25 15,-9-30 20-15,-3-34 6 16,-14-16 1-16,-5-3 7 16,4 31 8-16,7 39-7 15,1 25 12-15,3 19 16 16,-1 9 13-16,2 6 11 16,2 9-26-16,1 24-35 15,0 39 0-15,12 29 2 16,12 12 5-16,6 2-7 0,-1-23-6 15,-6-26-67-15,9 0-165 16,-8-22-302-16,-1-11-305 0</inkml:trace>
  <inkml:trace contextRef="#ctx0" brushRef="#br0" timeOffset="-109534.87">29188 6989 1217 0,'0'0'219'0,"0"0"82"15,0 0-79-15,0 0-71 16,0 0-83-16,-85 36-27 16,74 3-7-16,6 7-1 15,4 7-17-15,1-1-7 0,4-2-8 16,12-9-1-16,5-8-15 16,0-15-53-16,3-14-47 15,-3-4 39-15,-5-22-35 16,-4-15 73-16,-7-27 31 15,-5-28 7-15,-8-40 19 16,-11-23 21-16,-2-5 10 16,4 17-7-16,6 44-18 15,5 37 8-15,0 34 64 16,1 16 14-16,1 5 7 16,-2 7-61-16,1 5-33 15,4 39-24-15,1 35 0 16,16 32 7-16,18 13-5 15,10-7 4-15,2-28-1 0,-9-32-5 16,-2-22-10-16,1-13-38 16,7-8-42-16,3-6-57 15,0-8-18-15,-9-15-47 16,-13-21 82-16,-12-9 88 16,-9-5 42-16,-3 1 25 15,0 4 43-15,-9 9 37 16,-1 11-8-16,0 11 35 15,2 11-8-15,2 3-40 16,0 11-62-16,1 14-16 16,3 9 3-16,2 6-9 15,2 3-1-15,16-4 0 16,9-2-8-16,9-7-4 16,6-13-65-16,1-14-52 15,1-3-75-15,-6-18-96 0,-7-13 67 16,-11-6 115-16,-7-2 119 15,-8-1 3-15,-4 4 148 16,-1 7 45-16,0 8 17 16,0 10-48-16,0 9-15 15,0 2-91-15,0 19-40 16,6 11-3-16,7 6 1 16,1 7-7-16,1 1-9 15,-6 1 7-15,-2 1-7 16,-4-6 0-16,-1-7-1 0,-1-12-13 15,-1-15 2 1,0-6 11-16,0-29 8 0,4-24 4 16,0-6 27-16,2-4 26 15,4 0 18-15,5 20-15 16,5 7-7-16,5 15-23 16,6 17-22-16,4 4-6 15,2 15-8-15,-2 11-2 16,-9 8-6-16,-26 27-107 15,-18-6-237-15,-19-6-784 0</inkml:trace>
  <inkml:trace contextRef="#ctx0" brushRef="#br0" timeOffset="-108996.36">28553 7193 1144 0,'0'0'193'16,"0"0"32"-16,0 0-62 16,0 0-54-16,0 0-62 15,0 0-22-15,0 0 12 16,30 55-11-16,-20-29-8 0,-1 4-8 15,0-6-3-15,-2 1-6 16,-2-4-1-16,-3-2-44 16,-2 1-110-16,-10-4-209 15,-6-8-232-15</inkml:trace>
  <inkml:trace contextRef="#ctx0" brushRef="#br0" timeOffset="-108826.7">28432 6912 1347 0,'0'0'190'15,"0"0"-117"-15,0 0-6 16,0 0-67-16,0 0-28 16,144-23-221-16,-67 9-633 0</inkml:trace>
  <inkml:trace contextRef="#ctx0" brushRef="#br0" timeOffset="-108328.73">31162 6304 616 0,'0'0'543'0,"0"0"-379"15,0 0 123-15,-27-75 17 16,25 68-66-16,2 7-74 15,0 10-86-15,0 36-23 16,0 31 52-16,8 27-10 16,2 11-45-16,1-10-13 15,-5-24-20-15,-2-27-13 16,1-15-6-16,-2-6-52 16,6 5-159-16,1-6-336 15,-1-11-473-15</inkml:trace>
  <inkml:trace contextRef="#ctx0" brushRef="#br0" timeOffset="-108019.46">31424 6529 1096 0,'0'0'263'0,"0"0"-45"15,0 0 121-15,0 0-135 16,0 0-73-16,0 0-45 16,0 0-14-16,-97 46-11 15,74 0-30-15,4 1-8 16,8-2-14-16,8-9-8 15,3-8-1-15,4-12-9 16,15-13-10-16,8-3 6 16,3-19-17-16,1-8 3 15,-1 0 26-15,-3-1 0 0,-6 9-5 16,-5 6 6-16,-3 8 1 16,-3 5 5-16,-1 4 0 15,0 13 7-15,1 3-7 16,-2 4-5-16,-1-2-1 15,-1-1-38-15,6-1-194 16,-5-7-337-16,-1-9-289 0</inkml:trace>
  <inkml:trace contextRef="#ctx0" brushRef="#br0" timeOffset="-107666.34">31635 6522 796 0,'0'0'346'0,"0"0"-128"0,0 0-32 15,0 0-106-15,0 0-16 16,0 0-32-16,0 0-23 16,17 36-9-16,3-35 17 15,2-1-15-15,-1-3 11 16,-6-14 4-16,-3-7 48 16,-6-5 47-16,-5-4 42 15,-1 2-5-15,0 4-5 16,0 10-15-16,-1 13 32 15,-1 4-86-15,2 21-58 16,0 29 7-16,3 25 11 16,13 26-10-16,0 8 9 15,-7-7 2-15,-8-25-1 0,-1-25-25 16,-3-16-9-16,-9-5-1 16,-4-5 0-16,-1-2-30 15,-3-10-68-15,-1-14-44 16,4-33-77-16,4-11-170 15,9-4-289-15</inkml:trace>
  <inkml:trace contextRef="#ctx0" brushRef="#br0" timeOffset="-107202.86">31918 6472 766 0,'0'0'210'16,"0"0"-139"-16,0 0 15 15,0 0 1-15,0 0-32 0,0 0-36 16,103 14-9-16,-82-14-1 16,-5-12-2-16,-4-5 0 15,-3-3 21-15,-6-3 52 16,-3 4 56-16,0 2 30 16,-3 6 10-16,-9 8-22 15,-1 3-48-15,-2 8-40 16,1 15 8-16,4 10-12 15,3 6-23-15,7 5-23 16,0 3-4-16,19-1-2 16,9-5-10-16,8-9 0 15,3-10-11-15,2-11-28 16,-6-11-23-16,-7-5-8 16,-10-21 48-16,-6-7 21 0,-9-9 1 15,-3-4 0-15,0 1 28 16,0 6 35-1,-3 10 14-15,1 12 15 0,2 8-1 16,0 9-48-16,0 1-35 16,13 21-7-16,9 10 8 15,5 6 1-15,2 6-9 16,3-2-1-16,-4 0-9 16,-1 0-116-16,-9-9-221 15,-3-11-521-15</inkml:trace>
  <inkml:trace contextRef="#ctx0" brushRef="#br0" timeOffset="-107049.75">32503 6492 1217 0,'0'0'516'0,"0"0"-317"0,0 0 13 16,0 0-148-16,0 0-44 15,91-62-20-15,-43 60-19 16,-10 2-232-16,-8-3-478 0</inkml:trace>
  <inkml:trace contextRef="#ctx0" brushRef="#br0" timeOffset="-106849.8">32853 5997 1631 0,'0'0'334'0,"0"0"152"0,0 0-343 15,0 0 18-15,-15 89-59 16,23-7-49-16,25 25 19 16,13 7 6-16,5 0-30 15,-4-5-39-15,-11-8-9 16,-12-20-186-16,-17-19-785 0</inkml:trace>
  <inkml:trace contextRef="#ctx0" brushRef="#br0" timeOffset="-106376.33">30528 8246 1320 0,'0'0'216'16,"0"0"67"-16,0 0 9 0,0 0-115 15,-87-31-82-15,53 59-2 16,3 8 11-16,4 3-16 16,12-1-4-16,12-2-16 15,3-6-15-15,21-4-12 16,15-4-6-16,11-2-1 16,7 1-11-16,3-4-11 15,-2 3-11-15,-6 0 0 16,-10 0 0-16,-12-2-1 15,-17 2 0-15,-10 1-31 16,-19 0-34-16,-24-3-130 0,-44-6-101 16,9-7-304-1,1-5-602-15</inkml:trace>
  <inkml:trace contextRef="#ctx0" brushRef="#br0" timeOffset="-106253.13">30610 8168 1672 0,'136'-56'217'16,"38"-7"45"-16,32-3-135 16,-44 22-127-16,-54 13-59 0</inkml:trace>
  <inkml:trace contextRef="#ctx0" brushRef="#br0" timeOffset="-104820.81">9134 11408 1820 0,'0'0'261'15,"0"0"-114"-15,0 0-82 16,-24 106 58-16,18-14 2 16,3 1-9-16,3-15-50 15,0-27-29-15,9-19-19 16,10-3-11-16,5 0 4 16,2-8-10-16,5-13-1 15,1-8 6-15,-1-21 11 16,-1-14-17-16,0-9 0 15,-7-6 0-15,-2-1 0 16,-7 6 1-16,-6 9 0 0,-3 13 23 16,-2 16 42-16,-3 7-11 15,6 22-41-15,2 17 25 16,6 7 11-16,6 4-21 16,7-1-7-16,10-4-7 15,3-8-7-15,2-10 16 16,1-13-8-16,-7-14-5 15,-8-2 4-15,-6-27-2 16,-6-13-11-16,-12-23 4 16,-4-31-5-16,-20-30 0 15,-13-6-1-15,1 27-1 16,11 34-38-16,11 44-19 16,5 21-22-16,5 6-106 0,0 5-272 15,0 4-432-15</inkml:trace>
  <inkml:trace contextRef="#ctx0" brushRef="#br0" timeOffset="-104646.98">10087 11319 962 0,'0'0'823'0,"0"0"-508"15,0 0-148-15,0 0-110 16,0 0-25-16,112-36-21 15,-79 28-11-15,1-2-92 0,-10 2-300 16,-9 3-687-16</inkml:trace>
  <inkml:trace contextRef="#ctx0" brushRef="#br0" timeOffset="-104489.86">10108 11558 1667 0,'0'0'505'0,"0"0"-160"15,0 0-160-15,0 0-54 16,0 0-40-16,83 7-56 16,-44-12-35-16,21-18-33 15,-8 0-421-15,2-5-904 0</inkml:trace>
  <inkml:trace contextRef="#ctx0" brushRef="#br0" timeOffset="-103650.35">12016 10724 1370 0,'0'0'355'0,"0"0"-39"16,-87 4-26-16,37 42-83 15,-10 45-2-15,-4 49-2 16,6 20-58-16,17 12-8 16,21-9-25-16,20-30-48 15,14-12-28-15,21-31-22 16,35-18-14-16,21-26 0 0,16-21-18 15,24-21-115 1,-38-4-246-16,-16-25-807 0</inkml:trace>
  <inkml:trace contextRef="#ctx0" brushRef="#br0" timeOffset="-86830.71">12963 11017 568 0,'0'0'192'0,"0"0"-32"16,0 0 25-16,0 0-57 16,0 0-34-16,-51-18 23 15,41 18-63-15,-2 7-7 0,-3 10 5 16,1 3 25-1,0 5-4-15,2 0-17 0,1 1-14 16,7-3-1-16,4-5-19 16,0-5 22-16,7-4 27 15,13-1 37-15,8-5-20 16,9 0-21-16,6-1-2 16,4 2-9-16,-1 4-8 15,-4 3 1-15,-6 3-19 16,-8 1 1-16,-9 3-18 15,-8 1-5-15,-10 2-2 16,-1 3 4-16,-10 0-4 16,-16 3-4-16,-5-2-2 0,-5-2 0 15,-4-3-38-15,-5-6-66 16,2-6-65-16,-11-8-103 16,12-2-260-16,7-14-524 15</inkml:trace>
  <inkml:trace contextRef="#ctx0" brushRef="#br0" timeOffset="-86617.53">12858 10978 1380 0,'0'0'270'0,"0"0"-45"16,0 0-11-16,108-84-60 15,-47 61-55-15,6-1-49 16,5 4-29-16,-4 6-21 16,4 6-76-16,-17 6-422 15,-13 1-891-15</inkml:trace>
  <inkml:trace contextRef="#ctx0" brushRef="#br0" timeOffset="-86268.53">13612 11049 1642 0,'0'0'332'0,"0"0"-141"16,0 0-17-16,0 77 1 15,-2-44-21-15,2 0-71 16,0-4-40-16,0-2-26 15,2-6-17-15,8-1-11 16,5-9-166-16,0-7-187 0,-3-4-467 0</inkml:trace>
  <inkml:trace contextRef="#ctx0" brushRef="#br0" timeOffset="-85539.97">13885 10495 1104 0,'0'0'253'0,"0"0"85"16,0 0-119-16,0 0 20 15,0 0-59-15,0 0-60 16,0 0-51-16,-17-6-28 16,17 43 56-16,0 10-9 15,0 3-22-15,0-2-26 16,0-4-19-16,0 1-5 16,0-5-10-16,-4-1-4 15,-2-6 5-15,0-4-6 16,0-10-1-16,3-8-8 0,0-6-9 15,1-5 9-15,1-1 7 16,-1-17-20-16,1-7-16 16,1-3 2-16,0 0 19 15,0 8 15-15,6 6-8 16,3 5 8-16,4 9 0 16,1 0-1-16,5 0 1 15,2 6 1-15,3 5 0 16,1 1 0-16,2-1 0 15,0-1 0-15,0-4 1 16,-5-4-1-16,-1-2 1 16,-3 0-1-16,-5-1 0 0,-3-10-16 15,-3-4-19 1,-4-4-5-16,-3-3-3 0,0-3 13 16,0-3 12-16,-8 1 6 15,-4 1 12-15,0 3-1 16,1 1 1-16,0 4 1 15,2 5-1-15,4 5 15 16,1 5 33-16,3 3 9 16,1 2-29-16,0 17-19 15,0 8 39-15,8 7 1 16,6 4-12-16,4 1-13 16,2 1 0-16,-1-2-14 15,0-1-4-15,-5-2-6 16,-4 2-3-16,-10 13-124 15,0-8-172-15,-1-6-584 0</inkml:trace>
  <inkml:trace contextRef="#ctx0" brushRef="#br0" timeOffset="-84662.13">14268 10068 886 0,'0'0'308'0,"0"0"6"16,0 0 14-16,0 0-68 0,119-57-76 16,-51 80-52-1,23 41-27-15,25 33 14 0,5 18 1 16,-10 7-41-16,-21-5-15 16,-35-9-4-16,-34 2-29 15,-30 3-17-15,-65 8-8 16,-50 10-6-16,-43 3-102 15,24-31-220-15,8-19-537 0</inkml:trace>
  <inkml:trace contextRef="#ctx0" brushRef="#br0" timeOffset="-80664.2">6756 9368 1553 0,'0'0'266'0,"0"0"-9"16,0 0 9-16,0 0-56 16,0 0-102-16,0 0-69 15,-7 84 28-15,26 11 12 16,-1-1-30-16,-6-19-26 16,-4-24-14-16,-2-15-9 0,1 0-2 15,-1 1-110-15,3-2-135 16,-7-10-125-16,-1-10-284 15,-1-10-83-15</inkml:trace>
  <inkml:trace contextRef="#ctx0" brushRef="#br0" timeOffset="-80365.78">6803 9694 863 0,'0'0'224'0,"0"0"-32"16,0 0-5-16,0 0-75 15,67-84-41-15,-34 67-22 16,7-2-30-16,0-2-12 15,-1-3-6-15,-6-2 4 16,-5-3-5-16,-10-3 0 16,-7-2 1-16,-8-5 10 0,-3 1 67 15,0 0 49-15,-3 6 39 16,-2 8-5-16,2 12-1 16,3 12 20-16,0 7-93 15,6 37-48-15,13 29 40 16,-2 1 5-16,1-1-26 15,-5-8-16-15,-1-16-19 16,2 2-13-16,2 2-10 16,-3-10-11-16,10-14-131 15,-6-9-238-15,-3-18-463 0</inkml:trace>
  <inkml:trace contextRef="#ctx0" brushRef="#br0" timeOffset="-80169.44">7636 9333 1955 0,'0'0'306'15,"0"0"-27"-15,0 0-174 16,0 0-78-16,0 0-13 16,0 0 6-16,108-19-20 15,-65 10-104-15,-9 1-147 16,-11 1-139-16,-10 5-158 15,-8 2-108-15</inkml:trace>
  <inkml:trace contextRef="#ctx0" brushRef="#br0" timeOffset="-80029.44">7625 9535 1111 0,'0'0'273'16,"0"0"11"-16,0 0-144 15,0 0-49-15,0 0-41 16,0 0-5-16,140-74-45 15,-57 7-110-15,-26 12-428 16,-6 1-431-16</inkml:trace>
  <inkml:trace contextRef="#ctx0" brushRef="#br0" timeOffset="-79803.97">7777 8864 1906 0,'0'0'247'0,"0"0"-113"16,86 2-81-16,-25 15 58 16,11 11 8-16,4 8 5 15,-6 12-6-15,-4 19-27 16,-23 26-39-16,-37 33-25 16,-30 15-18-16,-59 5-9 15,-34 4-7-15,-29-10-131 16,27-30-331-16,1-18-988 0</inkml:trace>
  <inkml:trace contextRef="#ctx0" brushRef="#br0" timeOffset="-77480.95">17457 12007 975 0,'0'0'1043'16,"0"0"-753"-16,0 0-8 15,0 0-124-15,0 0-86 16,-80 47-20-16,30 42 23 16,-2 3 3-16,10-15-23 15,14-25-21-15,9-14-20 16,2 3-13-16,1-2 1 0,7-3-2 16,7-12 0-16,2-12-1 15,17-7-13-15,17-5 13 16,14-6 0-16,11-11-43 15,10-4-32-15,2-5-17 16,0-1-30-16,-9-1 24 16,-7-3 13-16,-14-1-4 15,-13-4 41-15,-17-3 36 16,-11-2 13-16,0-1 19 16,-15 2 35-16,-2 8 34 15,4 9 47-15,5 10 12 16,3 10-43-16,5 3-59 15,0 18-34-15,0 16-10 0,8 10 15 16,4 9-8-16,5 1-3 16,-1 2-5-16,2-3-6 15,3 5-107-15,-3-9-266 16,-6-14-656-16</inkml:trace>
  <inkml:trace contextRef="#ctx0" brushRef="#br0" timeOffset="-77283.68">18018 12389 1958 0,'0'0'397'0,"0"0"-126"0,0 0-130 16,0 0 9-16,-3 103-48 16,6-63-56-16,6 1-28 15,1 1-12-15,-2-3-6 16,-1-8-26-16,-4-14-170 15,0-10-375-15,-3-7-620 0</inkml:trace>
  <inkml:trace contextRef="#ctx0" brushRef="#br0" timeOffset="-76923.38">18176 11828 1780 0,'0'0'309'0,"0"0"-69"15,0 0-134-15,0 0-72 16,0 0-12-16,0 0 2 16,106 19-8-16,-75 6-5 15,-8 0-10-15,-10 3-1 16,-7 0-1-16,-6-1 1 16,0-4-1-16,-3-7 1 15,-3-6 0-15,3-4 2 16,3-4 5-16,0 0 0 15,12-2-6-15,8 5 5 16,6 2-6-16,3 6 0 16,2 3 0-16,-1 5 0 15,-2 7 0-15,-6 3 1 16,-10 3 1-16,-12 5-1 16,-6 1 11-16,-25 0-7 0,-15-2-5 15,-5-6-35-15,-28-15-130 16,15-11-226-16,6-6-825 0</inkml:trace>
  <inkml:trace contextRef="#ctx0" brushRef="#br0" timeOffset="-76728.78">18655 11448 1081 0,'0'0'1205'0,"0"0"-1082"16,82 107-53-16,-21 2 22 15,3 28 111-15,-18 17-64 0,-26 3-45 16,-28-4-43 0,-40-1-33-16,-29-10-18 15,-20-19-53-15,-15-28-196 0,24-34-247 16,7-27-369-16</inkml:trace>
  <inkml:trace contextRef="#ctx0" brushRef="#br0" timeOffset="-76504.33">16461 12019 1901 0,'0'0'666'15,"-115"168"-596"-15,61-7-49 0,20 33 3 16,37 0 42-1,64-16-32-15,51-34-15 0,49-26-17 16,49-30-2-16,50-40-80 16,-50-28-281-16,-24-20-1010 0</inkml:trace>
  <inkml:trace contextRef="#ctx0" brushRef="#br0" timeOffset="-76023.7">20549 11162 114 0,'0'0'942'0,"0"0"-625"16,0 0 21-16,0 0-44 16,-102-50-88-16,37 125-61 15,-20 57 1-15,-6 36 23 16,14 13-43-16,32-10-17 16,37-23-35-16,20-9-26 15,35-8-32-15,21-15-14 16,10-21-2-16,11-28-2 15,8-38-55-15,6-33-185 16,-24-24-268-16,-19-20-600 0</inkml:trace>
  <inkml:trace contextRef="#ctx0" brushRef="#br0" timeOffset="-75663.01">21126 11415 742 0,'0'0'503'16,"0"0"-314"-16,0 0 33 15,-52 111 11-15,37-59-24 16,7-1-39-16,8-1-31 0,4-7-48 15,21-5-20 1,15-6-4-16,5-3-12 0,7-3-16 16,0 2-9-16,-7-5-18 15,-7 2-11-15,-11-1 7 16,-14 2-7-16,-13 2 6 16,-3 2 7-16,-29 1-1 15,-12-1-8-15,-13-4-5 16,-7-7-112-16,-25-19-95 15,15-8-178-15,9-20-652 0</inkml:trace>
  <inkml:trace contextRef="#ctx0" brushRef="#br0" timeOffset="-75512.86">21022 11408 1326 0,'0'0'205'0,"84"-37"-81"0,-9 13-44 15,26-1-36-15,-7 8-22 16,17 8-22-16,-31 6-82 16,-33 3-566-16</inkml:trace>
  <inkml:trace contextRef="#ctx0" brushRef="#br0" timeOffset="-75280.47">21736 11863 1483 0,'0'0'607'16,"0"0"-520"-16,-15 101 6 16,15-53-14-16,0-4 17 15,8-3-53-15,4-7-24 16,1-5-13-16,-1-7-6 15,6-13-77-15,-6-7-219 16,-4-2-479-16</inkml:trace>
  <inkml:trace contextRef="#ctx0" brushRef="#br0" timeOffset="-74845.41">22199 11260 1654 0,'0'0'338'16,"0"0"-180"-16,0 0-100 16,0 0 23-16,0 0 43 15,-8 113-48-15,7-64-27 16,1 5-16-16,-2 1-18 16,1-1-8-16,-1-2-6 15,-1-7 0-15,2-8-1 0,-2-10 0 16,1-12 1-1,2-8-1-15,0-7 0 16,0-5 1-16,0-14-1 16,11-7-6-16,1-4 0 0,4 1 6 15,-1 3 6-15,0 6-5 16,-4 5 5-16,-4 7-5 16,0 4 8-16,-2 4-1 15,1 0-7-15,4 3 0 16,5 14 15-16,5 9-1 15,4 6 1-15,1 6-5 16,-1 2-4-16,-4-2-1 16,-3-4-5-16,-2-2-1 15,-6-9-1-15,-3-5-81 16,1-16-129-16,-2-2-315 0,-1-6-393 0</inkml:trace>
  <inkml:trace contextRef="#ctx0" brushRef="#br0" timeOffset="-74618.82">22651 10858 2000 0,'0'0'315'0,"0"0"-36"16,0 0-187-16,0 0-65 15,85 103 22-15,6 12 53 16,4 24-17-16,-14 13-43 0,-39 0-24 15,-42-10-11 1,-41 5-5-16,-42-5-2 0,-25-7-12 16,-20-14-190-16,30-34-369 15,7-27-726-15</inkml:trace>
  <inkml:trace contextRef="#ctx0" brushRef="#br0" timeOffset="-73598.64">21083 13081 1318 0,'0'0'771'0,"0"0"-612"16,0 0-115-1,143 3-26-15,20 2 61 0,37-2 38 16,16-3-26-1,3-19 5-15,-16-18-27 16,5-15-35-16,6-15-10 0,-3-20 42 16,-17-17 9-16,-26-24-32 15,-23-20-8-15,-22-19-1 16,-9-15-10-16,-7-16 1 16,2-16-14-16,-6-2 1 15,-10 3 1-15,-23 9-2 16,-27 17 4-16,-39 8-9 15,-27 8 3-15,-57 10 10 0,-46 8-19 16,-46 16-6 0,-37 20-34-16,-32 27-20 0,-20 30-33 15,-2 28-34-15,1 28-21 16,11 8 77-16,6 27 35 16,5 16 14-16,0 14 16 15,-3 16-6-15,1 12 12 16,1 8 6-16,-1 12-5 15,15 12 8-15,8 4-6 16,27 6 5-16,32 5 0 16,28-1 4-16,41 7 33 15,35 3 8-15,37 11 26 16,22 6 20-16,44 6-23 16,27 7 6-16,18-7-16 15,14-8-9-15,3-14-24 0,0-9-18 16,-6-11-7-16,-5-10-8 15,-4-10 0-15,1-14 0 16,-5-17 1-16,-17-20-1 16,-13-20 2-16,-18-15-1 15,-9-14-1-15,6-11-69 16,-7-15-187-16,-9-11-506 0</inkml:trace>
  <inkml:trace contextRef="#ctx0" brushRef="#br0" timeOffset="-73431.89">20859 12927 2393 0,'0'0'377'0,"0"0"-277"0,0 0-51 16,0 0-33-16,0 0 8 15,0 0-24-15,0 0-125 16,60-27-587-16</inkml:trace>
  <inkml:trace contextRef="#ctx0" brushRef="#br0" timeOffset="-72021.97">17482 14156 1071 0,'0'0'514'0,"0"0"-267"16,0 0-14-16,0 0 31 16,0 0-91-16,0 0-89 15,-49 17-44-15,13 82 79 16,-16 13-16-16,-12 4-30 15,-6-12-31-15,3-20-13 16,10-14-23-16,14-16-5 16,20-17 0-16,9-11 0 15,6-2-1-15,5-7-14 16,3-11-35-16,14-6 2 0,33-25 33 16,31-18-4-1,28-6-18-15,12 2-13 0,-20 14 28 16,-22 12 0-16,-28 8-22 15,-12 6-7-15,1-2 10 16,-6 2 0-16,-4 1 7 16,-12 3 11-16,-9 1 10 15,-4-1 12-15,-2-4 0 16,0-4 1-16,-5-5-1 16,-4-3 1-16,-3-4-1 15,2-1 1-15,-1-1 6 16,1 1-6-16,2 2 0 15,2 3 14-15,2 5 8 0,1 6 12 16,1 3-2 0,1 5-9-16,1 2-24 0,0 31-6 15,12 34 6-15,7 36 0 16,-4 19 1-16,-3 5 8 16,-5-17-7-16,-5-32-1 15,1-23 0-15,-2-19-1 16,-1-12-1-16,0-2-62 15,0 0-14-15,-7-9-89 16,-8-9-128-16,-1-4-354 0</inkml:trace>
  <inkml:trace contextRef="#ctx0" brushRef="#br0" timeOffset="18603.48">8764 13254 750 0,'0'0'280'0,"0"0"-69"0,0 0-5 16,0 0 15-16,0 0-12 16,0 0-30-16,-43-69-41 15,16 77-87-15,-6 18-26 16,-7 9 28-16,-2 11 26 15,-1 6-4-15,7 0-30 0,6 0-5 16,8-3-16 0,10-3-6-16,7-4-9 0,5-6-9 15,0-5 10-15,5-4-4 16,9-8-6-16,-1-4-1 16,-1-6 0-16,1-6 0 15,2-1-5-15,0-2 4 16,0 0-15-16,0 0-2 15,-3-5 4-15,-2 5-3 16,2 0 6-16,-1 0 11 16,1 13-7-16,-1 8 7 15,0 4 1-15,4 6 0 16,-3 4 0-16,0 4-1 16,1 1 1-16,-4 4 1 0,-1-1 0 15,-4 3 0-15,-4 4 0 16,0 1 0-16,-9 3 1 15,-6-1 5-15,-3-6-6 16,2-8 1-16,1-12-1 16,9-11 0-16,3-6 0 15,1-7 0-15,2-3 11 16,0 0-3-16,0-4 1 16,5-8-9-16,7 2-1 15,0 1 0-15,-2 4 0 16,1 5 0-16,2 0 0 15,-1 17 1-15,1 9 18 16,-2 12 9-16,-2 10 16 16,-2 22 23-16,-7 21 4 0,0 19-35 15,0-8 49-15,0-23-53 16,0-25-2-16,0-17 9 16,0 2-22-16,0 2-5 15,3 0-1-15,5-10-10 16,2-9-1-16,5-13-1 15,7-9-52-15,23-31-83 16,-4-8-109-16,2-6-474 0</inkml:trace>
  <inkml:trace contextRef="#ctx0" brushRef="#br0" timeOffset="19969.52">8960 13234 985 0,'0'0'285'0,"0"0"-101"0,0 0 14 16,0 0-26-16,0 0-56 16,0 0-44-16,80-58-14 15,-52 58 2-15,-1 8-18 16,-6 12 2-16,-6 5 11 15,-6 6 5-15,-9 4-14 16,0 2-4-16,-14-2-18 16,-5-2-7-16,0-5-9 15,2-9-8-15,6-7 0 16,5-7 8-16,4-3 59 16,2-2 28-16,0 0-9 15,16-7-41-15,7 0-29 16,11 2-5-16,3 3-4 15,4 2 7-15,-2 0 5 16,-4 11 5-16,-5 3 0 0,-10 5 9 16,-7 1 7-16,-9 5 11 15,-4 2-8-15,-6 0-2 16,-16 3-5-16,-8-2-12 16,-3-2-11-16,-4-5-4 15,-3-5-8-15,1-4-1 16,8-9-8-16,5-3-48 15,17 0-78-15,8-3-178 16,1-2-490-16</inkml:trace>
  <inkml:trace contextRef="#ctx0" brushRef="#br0" timeOffset="20244.54">9589 13609 1923 0,'0'0'282'16,"0"0"-125"-16,0 0-10 15,0 0 55-15,30 82-70 16,-20-52-55-16,2-1-42 15,-1 0-25-15,-4-8-5 16,-1-2-5-16,0-9-124 0,-5-5-180 16,-1-5-475-16</inkml:trace>
  <inkml:trace contextRef="#ctx0" brushRef="#br0" timeOffset="20631.13">9719 13006 1773 0,'0'0'259'0,"0"0"-25"15,0 0-129-15,0 0 30 16,0 0 29-16,31 87-25 0,-10-46-63 16,1 1-34-1,2 0-20-15,3-6-11 0,0-7-5 16,-2-5-6-16,-1-12 0 15,-4-7-8-15,-1-5-11 16,-3-10 8-16,-4-13 2 16,-3-11-4-16,-4-5 11 15,-3-3 1-15,-2 1 1 16,0 7 1-16,0 11 6 16,0 10 23-16,0 10 27 15,0 3-13-15,0 16-15 16,8 12 27-16,3 9-7 15,3 7-20-15,3 3-17 0,1 2-6 16,-2-3-6 0,-1-3-15-16,6-1-120 0,-5-16-346 15,-5-13-715-15</inkml:trace>
  <inkml:trace contextRef="#ctx0" brushRef="#br0" timeOffset="23599.86">23908 13494 1013 0,'0'0'310'15,"0"0"-135"-15,0 0 6 0,0 0 44 16,0 0-61 0,0 0-82-16,33-1-20 0,33 1 64 15,50 0-19-15,64-2-11 16,40-10-5-16,20-3 13 15,1-2-2-15,-17 3-23 16,-6-3-24-16,-3-2-11 16,-6-3-10-16,-11-4 6 15,-13-1 11-15,-21 0-18 16,-22 3-16-16,-23-3-8 16,-33 8-8-16,-29 2 8 15,-27 7-8-15,-17 3-1 16,-3 1 0-16,-9 0-12 0,-1-2-52 15,-43 4-153 1,-6 1-289-16,-4 1-353 0</inkml:trace>
  <inkml:trace contextRef="#ctx0" brushRef="#br0" timeOffset="23898.38">26444 12884 2076 0,'0'0'254'16,"0"0"-99"-16,0 0-44 15,0 0 32-15,0 0-14 16,52 80-41-16,3-41-18 0,11 4-30 16,4 0-4-16,-1-2-6 15,-7-2-15-15,-9 0-7 16,-16-4-2-16,-10-3-5 15,-13-2 0-15,-12-2 17 16,-2 2 6-16,-21-1 0 16,-15 4-12-16,-13 0-12 15,-21 3-7-15,-36 7-107 16,12-7-240-16,3-8-717 0</inkml:trace>
  <inkml:trace contextRef="#ctx0" brushRef="#br0" timeOffset="24477.4">24244 14537 1159 0,'0'0'301'0,"0"0"-122"16,0 0 52-16,0 0 30 16,0 0-82-16,0 0-58 15,100 35 90-15,52-35 1 16,47-5-44-16,38-22-41 0,22-7-19 15,-4-3-20 1,18 1-28-16,0 1-17 0,-14 3-19 16,-26 6 17-16,-47 2-5 15,-54 9-17-15,-49 5-2 16,-39 3-16-16,-19 2 0 16,-6 1 1-16,-5-1-1 15,-8 3 8-15,-6-1-9 16,-6 1-12-16,-19 2-83 15,-13 0-77-15,-39 0-138 16,10 0-384-16,1-1-1355 0</inkml:trace>
  <inkml:trace contextRef="#ctx0" brushRef="#br0" timeOffset="24732.96">26642 13977 1891 0,'0'0'519'16,"0"0"-452"-16,0 0-28 16,0 0 47-16,0 0 111 15,125 66-90-15,-60-30-27 16,-1 5-22-16,-5 1-25 16,-10 0-14-16,-14-1 4 15,-20 1-2-15,-15 1 3 16,-12 2 3-16,-27 0-3 15,-15 1-12-15,-10 0-12 16,-41 15-65-16,14-13-265 16,4-10-666-16</inkml:trace>
  <inkml:trace contextRef="#ctx0" brushRef="#br0" timeOffset="25161.59">24096 15573 1857 0,'0'0'267'0,"0"0"-121"0,0 0-11 16,0 0 86-16,0 0-64 15,164 6 25-15,17-8-17 16,37-16-51-16,13-5-16 16,-7-4-11-16,-22-2-24 15,-6-1-21-15,-4-3-12 16,-13 4 11-16,-24 2-25 15,-25 3-10-15,-38 6-5 16,-32 4-1-16,-26 7 1 16,-13 0-1-16,-4 1-16 0,-6 1-34 15,-4 4-41-15,-7-3-38 16,-26-2-106-16,-8 2-447 16,-5-3-639-16</inkml:trace>
  <inkml:trace contextRef="#ctx0" brushRef="#br0" timeOffset="25431.03">25964 15048 2275 0,'0'0'293'16,"0"0"-206"-16,152-1-7 15,-43 20 105-15,-8 5-80 0,-19 2-66 16,-28-7-11-16,-25-1-10 15,1 1-10-15,-4 6-2 16,-8 4 0-16,-12 2-5 16,-6 3 14-16,-15 5-3 15,-21 2-3-15,-12 0 1 16,-7 0-10-16,-5-4-6 16,4-11-50-16,-1-26-123 15,15 0-204-15,19-25-819 0</inkml:trace>
  <inkml:trace contextRef="#ctx0" brushRef="#br0" timeOffset="26249.82">27694 12676 975 0,'0'0'238'16,"0"0"58"-16,-91-12-41 0,38 19-28 16,-6 19-77-16,-8 12 14 15,1 7-32-15,7 8-34 16,14 0-22-16,15 2-30 16,22-3-22-16,8-2-2 15,29-4-3-15,14-1 2 16,11-3-3-16,4 3-3 15,-4-3-6-15,-7 2-9 16,-14 1 11-16,-21 2-10 16,-12-1-1-16,-24 2 8 15,-22-2 5-15,-12-2-2 0,-2-6-5 16,5-8-5-16,15-11 1 16,15-12 4-16,17-7 16 15,8-4 32-15,11-12-35 16,17-4-11-16,9 4-7 15,3 7 7-15,4 9-2 16,-1 0 12-16,-3 21 13 16,-3 13 20-16,2 23 16 15,-5 27-8-15,-4 22 7 16,-9 17-9-16,-9 3 8 16,-11 0-12-16,-1-7-11 15,0-1-3-15,-6-6 0 16,-2-1 7-16,0-8-28 0,2-8 3 15,-1-15 3 1,0-21 0-16,-1-13 0 0,0-6-1 16,-1 9 1-16,-1 6-6 15,0 7-5-15,-1 0-2 16,1-4-4-16,1-4-5 16,1-4 8-16,0-7-9 15,0-6-1-15,2-5 1 16,3-5-1-16,1-6 0 15,2-9 0-15,5-11-9 16,19-1-31-16,10-27-43 16,44-39-103-16,-7 3-121 15,1-1-424-15</inkml:trace>
  <inkml:trace contextRef="#ctx0" brushRef="#br0" timeOffset="27242.69">31305 12434 1092 0,'0'0'194'0,"0"0"-66"16,82-20 71-16,-31 20-33 16,4 0-34-16,0 11-14 15,-6 17-31-15,-13 13-6 16,-17 21-2-16,-19 21 15 16,-8-3-6-16,-15-5 4 15,-7-10 2-15,3-14 4 16,2 7 25-16,4 5-58 15,17-4-38-15,4-4-13 16,46-4-4-16,42-8-1 16,37-16 3-16,14-18-10 0,-20-9-2 15,-34-14 1 1,-40-3-1-16,-15 2 0 0,-6 1 1 16,-5 1 5-16,-7 4 1 15,-10 9 42-15,-2 0-4 16,-6 20-19-16,-18 25 26 15,-9 33 37-15,-1 41-4 16,2 22-1-16,12 11-29 16,9-4 11-16,7-12-13 15,0-2-7-15,4 1-5 16,0-5-13-16,0-7 2 16,0-7-4-16,2-10-25 0,1-7 5 15,0-18-5-15,-3-20 12 16,0-16-1-16,0-10-12 15,-3 3 1-15,-8 2 0 16,-5-2 1-16,-4-4 4 16,-5-9 6-16,-2-6-11 15,-4-2 7-15,1-5-8 16,0-3 1-16,1-5 5 16,-1-1-5-16,2-3-1 15,-1 0 2-15,-1 0-1 16,4-11-1-16,2-3-1 15,6-6-29-15,1-1-44 16,4-1-86-16,-3-14-89 16,2 6-406-16,-1 2-982 0</inkml:trace>
  <inkml:trace contextRef="#ctx0" brushRef="#br0" timeOffset="27393.25">31833 15080 1205 0,'0'0'1830'0,"0"0"-1625"16,0 0 61-16,0 0-165 16,-85-36-64-16,82 34-37 15,-2-3-63-15,-2-3-177 16,-3-4-558-16</inkml:trace>
  <inkml:trace contextRef="#ctx0" brushRef="#br0" timeOffset="29571.56">27762 11869 897 0,'0'0'892'16,"0"0"-653"-16,0 0-140 16,0 0 56-16,20 78 42 0,-4-29-54 15,4 1-42 1,-1 1-37-16,0-7-28 0,-4-10-18 16,-6-11-9-16,-1-7-8 15,-7-12 6-15,-1-4 2 16,-4-9 24-16,-19-21-18 15,-8-23-15-15,-10-29-1 16,-1-39 1-16,12-19-11 16,21 1-2-16,9 29-9 15,23 44 14-15,9 32 8 16,2 17 0-16,8 7-1 16,9 3-8-16,5 7-14 15,-5 0-75-15,4 30-62 0,-16 0-151 16,-16 3-395-16</inkml:trace>
  <inkml:trace contextRef="#ctx0" brushRef="#br0" timeOffset="29746.22">27530 11962 1388 0,'0'0'583'0,"0"0"-378"16,0 0-98-16,0 0-44 15,152-69-24-15,-46 25-26 16,0 3-13-16,0-2-116 16,-33 15-234-16,-30 7-430 0</inkml:trace>
  <inkml:trace contextRef="#ctx0" brushRef="#br0" timeOffset="30071.86">28187 11660 439 0,'0'0'825'15,"0"0"-566"-15,0 0-18 16,0 0-73-16,0 0-23 16,0 0-32-16,-7 79-36 15,33-63-13-15,2 0-18 16,5-7-15-16,1-4-12 16,3-5-8-16,-4 0-5 0,-2-8 2 15,-7-11-6 1,-3-3 5-16,-12-4 1 0,-9-3 10 15,0 2 56-15,-21 5 15 16,-12 8-14-16,-7 8-20 16,-5 6-28-16,2 14-14 15,6 12 2-15,10 10-9 16,13 2-6-16,14 0-5 16,13-2-18-16,42-3-89 15,45-13-51-15,35-20-58 16,-14-4-143-16,-24-19-413 0</inkml:trace>
  <inkml:trace contextRef="#ctx0" brushRef="#br0" timeOffset="30607.61">28856 11551 1355 0,'0'0'321'0,"0"0"-2"16,0 0-41-16,0 0-57 16,0 0-57-16,0 0-87 15,-84 3 19-15,69 28-10 16,2 6-29-16,0 2-16 15,5 4-20-15,4-5-11 16,2-3-7-16,2-7-3 16,0-8-17-16,6-9-73 15,6-9-66-15,0-2 64 16,4-16 3-16,-1-12-13 16,3-6 27-16,-3-5 39 15,0-1 27-15,-6 2 9 16,-2 7 6-16,-2 8 0 0,-4 9 35 15,-1 8 26 1,0 6-6-16,0 0-31 0,2 9-21 16,2 11 22-16,5 8-4 15,5 5-11-15,7 1-2 16,7-4-12-16,3-2-1 16,4-11-1-16,0-10-26 15,0-7-37-15,-4-2-14 16,-4-23-20-16,-6-9 23 15,-9-15 49-15,-4-18 23 16,-8 3 2-16,0-6 11 16,0 0 24-16,0 17 41 0,-3 4 29 15,1 14-9 1,0 17 50-16,2 14-52 0,0 4-75 16,6 18-18-16,12 12 1 15,7 9-2-15,7 7 0 16,1 3 0-16,-4 1-46 15,-3-3-137-15,-14 3-96 16,-5-13-341-16,-7-15-347 0</inkml:trace>
  <inkml:trace contextRef="#ctx0" brushRef="#br0" timeOffset="31234.96">28996 11388 704 0,'0'0'596'0,"0"0"-522"0,0 0-20 16,94 17 3-16,-31-14-18 16,8-3-22-16,2 0-11 15,-5-10-5-15,-7-8 2 16,-12-3 6-16,-15-3-8 16,-12 0 26-16,-13 2 100 15,-9 1 54-15,0 2-9 16,0 3-3-16,-3 6 3 15,0 5-21-15,0 4-3 16,3 1-74-16,0 0-45 16,0 12-22-16,2 9 16 15,12 9 11-15,6 8-4 16,6-1-8-16,0 2-7 16,3-2-6-16,-5-5-8 0,-2-9 0 15,-6-6-1-15,-7-11-15 16,-3-6-9-16,-1-8 13 15,-3-15-14-15,-2-10-8 16,1-5 18-16,2 0 9 16,1 1 6-16,2 5 7 15,3 4-6-15,4 8-1 16,1 7 7-16,2 6-6 16,1 7 6-16,2 0 4 15,1 16 1-15,1 8 4 16,-1 5 0-16,0 5-5 15,-1-1-10-15,2-1 1 16,-4-5-1-16,-1-7 0 0,-4-9 0 16,-2-8 0-16,1-3 0 15,-1-11 9-15,3-14-4 16,1-7-5-16,2-2 4 16,1 3-5-16,-1 4-1 15,-1 6-10-15,1 6-13 16,0 5-47-16,1 5-2 15,3 4-41-15,-2 1-52 16,7 0-94-16,-4 0-361 16,-5 0-741-16</inkml:trace>
  <inkml:trace contextRef="#ctx0" brushRef="#br0" timeOffset="31822.1">30374 11151 1330 0,'0'0'330'16,"0"0"-221"-16,0 0-31 16,0 0 17-16,0 0-17 15,0 0-44-15,0 0-19 16,53 58-8-16,-33-57-6 16,1-1 8-16,0-6-1 15,-3-13 0-15,-3-4-6 16,-3-5 4-16,-8-3 1 15,-4-2 24-15,0 3 37 16,0 7 10-16,-9 5 42 0,-4 11 17 16,-1 7-7-1,-2 3-83-15,-2 19-29 0,-1 8 3 16,7 7-3 0,5 2-9-16,7 3-9 0,8-1-1 15,17-8-19-15,10-6-45 16,5-10-5-16,8-11-34 15,0-6-47-15,-2-17-40 16,-7-12-34-16,-11-10 111 16,-13-8 83-16,-9-3 31 15,-6 2 14-15,-3 6 47 16,-7 7 67-16,-3 15 5 16,3 11 2-16,6 8-49 0,4 1-57 15,0 8-23 1,3 11-4-16,15 7 8 0,5 4 1 15,7 0-5-15,3 5-5 16,0 0 0-16,-3-2 0 16,-7-1 1-16,-7-3-1 15,-10-8-1-15,-6-2 0 16,0-3 0-16,-19-5 2 16,-7-4 8-16,-9-6-10 15,-3-1-40-15,-18 0-71 16,7-8-126-16,7-2-294 0</inkml:trace>
  <inkml:trace contextRef="#ctx0" brushRef="#br0" timeOffset="31979.98">31462 11239 1655 0,'0'0'828'15,"0"0"-769"-15,-94-10-59 16,36 2-22-16,-10-1-642 0</inkml:trace>
  <inkml:trace contextRef="#ctx0" brushRef="#br0" timeOffset="40396.79">27608 13423 935 0,'0'0'240'16,"0"0"-115"-16,0 0 42 15,0 0-20-15,0 0-5 16,0 0-45-16,-8-2-24 16,9 2-5-16,14 4 55 15,6 4 21-15,9 1-24 16,12 1-32-16,7-3-6 15,22 4-10-15,25-2-19 0,17-2-9 16,5-3-8-16,-22-1-12 16,-26-3-11-16,-23 0 1 15,-3 0-4-15,6 0 2 16,4-4-1-16,6-6 4 16,-3 3 1-16,-1-6 1 15,15 1 0-15,16-5 1 16,27-2 6-16,10 0-10 15,-4 4-8-15,-9 2 3 16,-14 1 3-16,-5 1-6 16,-2-4-5-16,-4 3 1 15,-13-2-1-15,-12 4 5 16,-12 0 2-16,-4 3-7 0,9-2 10 16,6 0-4-1,7 0-1-15,3 0 2 0,-3 1 2 16,3 0-1-16,2 0-2 15,14 0 5-15,15-1-4 16,12-2 7-16,-11 2-5 16,-21 4 2-16,-24 1-6 15,-14-1 2-15,3 2-2 16,6-1 1-16,5 0-1 16,-3 0 0-16,-3 2 2 15,1-3 5-15,3 0 4 16,0 0 1-16,-1 0-2 0,-2-2-4 15,-3-2-1 1,-4-1-1-16,-6 0 1 0,-2-4 2 16,-6 1 5-16,-3-3 0 15,1 1-3-15,-5-2-2 16,3-2 2-16,1-1-9 16,-1-1-5-16,1 1 1 15,-2-1 4-15,-1-1-6 16,-4 3 0-16,-2 1 2 15,-4-1-1-15,-1 2-1 16,-7-4 1-16,-2-1 0 16,-4-4 0-16,-1-2 1 15,0-3-1-15,-4 0-1 0,-9-3 0 16,-3 2-6-16,-2 3-2 16,-4 0-1-16,-2 3 2 15,-3 4 6-15,-4 2-8 16,-6 1 1-16,-11 2-2 15,-18 0 10-15,-26 4-2 16,-29 0-18-16,-13 1-6 16,-2 5 19-16,11 4 5 15,14 0 2-15,4 1 0 16,4-1-1-16,3 3 2 16,6 0-1-16,-3 0 0 15,-6 0 1-15,-6 0 5 16,-5 0-6-16,-2 3-1 15,2 2-5-15,-4-2 5 16,-3 4 0-16,-1 0 0 0,-2 3 1 16,3 0-1-16,0 1 1 15,5 1 1-15,4 1 0 16,8-2-1-16,5 1-6 16,7 1 6-16,1 1 0 15,1-2 0-15,2 2 0 16,0 1 0-16,3 2 1 15,2 0-1-15,0 0 1 16,2 0-1-16,9-3 1 16,12-3-1-16,11-2 0 15,6-1 0-15,-8 1-1 16,-7 4 0-16,-6-1 1 16,3 4 0-16,3-1 0 0,4 1 0 15,3 1 0 1,5 0 0-16,1 3 0 0,5-4 0 15,3 2-1-15,4 0 1 16,4-1 0-16,4 1 0 16,3 1 0-16,4 5 0 15,2 1 0-15,0 4 0 16,5 4 0-16,2 4 0 16,3 2 1-16,3 3 0 15,3 3 0-15,0 2 5 16,1-2-4-16,11-1-1 15,6-3 5-15,7-3-5 0,5-3 5 16,7-4-5-16,5-1 13 16,9-6-2-16,7-5 1 15,17-3 5-15,20-13 6 16,23-3 0-16,6-10 1 16,-5-10 4-16,-13-1-5 15,-28 3-8-15,-16 6-2 16,-17 4-13-16,-8 2 1 15,1-2-1-15,-2 1-1 16,-3 0 0-16,-8 2-1 16,-5 1-29-16,1-2-55 15,9-6-51-15,45-25-126 16,-4 2-359-16,2-9-623 0</inkml:trace>
  <inkml:trace contextRef="#ctx0" brushRef="#br0" timeOffset="40999.31">30441 12000 329 0,'0'0'913'0,"0"0"-525"15,0 0-60-15,0 0-35 16,0 0-35-16,0 0-57 16,0 0-62-16,54 15 25 15,38-34-49-15,31-11-23 16,5-3-20-16,-23 4-28 16,-31 6-21-16,-34 8-10 15,-11 2-11-15,-1-1 4 16,-3 1-5-16,-5 1-1 15,-11 2 0-15,-9 3 0 16,-6 1-58-16,-27 3-120 16,-45 3-304-16,4 6-138 15,1 4-736-15</inkml:trace>
  <inkml:trace contextRef="#ctx0" brushRef="#br0" timeOffset="41322.16">30587 11774 1136 0,'0'0'760'0,"0"0"-572"15,0 0 57-15,0 0-58 16,0 0-46-16,0 0-60 16,0 0-28-16,-19 48 67 15,-3-4-11-15,-6 8-21 16,-2 3-20-16,1 1-8 0,10-3-9 15,7-9-18-15,12-5-16 16,0-10-6-16,28-7 2 16,27-12-11-16,40-10 19 15,33-10 7-15,10-17-10 16,-18-2-11-16,-35 9-7 16,-39 3-6-16,-7 6-18 15,-4-3-88-15,12-12-133 16,-7 2-329-16,-17 1-630 0</inkml:trace>
  <inkml:trace contextRef="#ctx0" brushRef="#br0" timeOffset="42538.82">31785 11131 150 0,'0'0'1025'0,"0"0"-762"0,0 0 42 16,0 0-28-16,0 0-53 16,0 0-56-16,0 0-55 15,-86-17-44-15,59 49 23 16,3 12 8-16,0 6-22 0,6 7-29 16,11 0-18-1,7-4-11-15,3-5-14 0,21-11 0 16,8-12-6-16,10-13 1 15,6-12 5-15,1-15-6 16,-1-16-25-16,-9-13-21 16,-9-3-5-16,-11-6 12 15,-15 0 14-15,-4 0 14 16,-10 5-26-16,-14 6 16 16,-3 13 12-16,0 11 9 15,4 10 0-15,5 8 0 16,4 0-2-16,10 17-4 15,4 4 5-15,4 4-14 0,23-3-31 16,13-5-39 0,5-7-49-16,4-10-14 0,-2 0-50 15,-6-15-7-15,-8-11 56 16,-12-6 124-16,-6-2 25 16,-9-3 91-16,-5-1 48 15,-1 6 15-15,0 6 1 16,0 9 3-16,-1 7-1 15,-1 8-12-15,2 2-59 16,0 7-45-16,0 13-23 16,0 11 31-16,9 8 0 15,3 1-29-15,0 2-4 0,3-6-8 16,-3-5-8-16,-3-8 0 16,1-11-16-16,-4-9-41 15,0-3 21-15,0-11 27 16,0-14-13-16,3-8-13 15,-3-3 22-15,0-1 4 16,2 7 9-16,-4 5 0 16,3 8 9-16,-2 8 15 15,0 6 2-15,2 3-14 16,5 5-5-16,4 13 30 16,10 3-10-16,7 3-15 15,7-1-4-15,6-6-2 16,-1-7-5-16,-4-7 0 0,-5-3-1 15,-6-17-7 1,-6-11-13-16,-9-9 11 0,-6-7 1 16,-9-4 8-16,0 0 6 15,-6 3-6-15,-9 7 9 16,-3 12 22-16,0 9 13 16,-3 12 14-16,-1 5-31 15,1 7-8-15,-3 15 1 16,5 9-11-16,7 3 3 15,10 1 4-15,2 1-14 16,20-5 16-16,13-5-6 16,8-6-12-16,6-8 11 15,2-8-11-15,-3-4 0 16,-3-1-51-16,-4-19-136 16,-11 1-195-16,-17 4-514 0</inkml:trace>
  <inkml:trace contextRef="#ctx0" brushRef="#br0" timeOffset="42959.06">31914 11833 411 0,'0'0'1298'15,"0"0"-1131"-15,0 0-44 16,0 0 44-16,0 0-28 0,0 0-80 16,0 0-26-1,20 0-8-15,0-5-4 0,2-9-9 16,4-9-5-16,0-7 5 16,-2-9-12-16,-3-10 5 15,-4-3-4-15,-7-2 4 16,-3 4-3-16,-4 13 5 15,-3 10 14-15,0 10 49 16,0 14 59-16,0 3-33 16,0 2-51-16,-1 21-29 15,-4 9 1-15,4 9 0 16,1 4-15-16,0 2 10 0,9-5-11 16,12-3-1-1,4-8 0-15,7-12-80 0,6-12-78 16,16-14-88-16,-8-17-286 15,-8-4-126-15</inkml:trace>
  <inkml:trace contextRef="#ctx0" brushRef="#br0" timeOffset="43274.12">32367 11521 643 0,'0'0'362'0,"0"0"-51"16,0 0 47-16,0 0-82 16,0 0-79-16,0 0-107 15,0 0-31-15,-75 9-1 16,72 21-8-16,3 6-14 15,0 0-11-15,12-4-12 16,6-7-4-16,2-6-8 16,1-11 12-16,-1-8-11 0,-2-1 8 15,0-21-4-15,-6-7 0 16,-2-7-5-16,-8-6 5 16,-2-1-5-16,0 3 6 15,-16 5-1-15,-1 10-4 16,-1 7 9-16,2 12 7 15,4 6-18-15,4 3 0 16,8 14-1-16,0 5-27 16,10 2-57-16,15 1-89 15,11-4-157-15,22-9 26 16,-8-7-210-16,-6-5-457 0</inkml:trace>
  <inkml:trace contextRef="#ctx0" brushRef="#br0" timeOffset="43693.62">32652 11417 795 0,'0'0'377'0,"0"0"-74"0,0 0 50 16,0 0-97-16,0 0-32 16,0 0-89-16,0 0-83 15,-6-41-34-15,6 62-6 16,3 7 19-16,6 1-15 16,3 0-2-16,1-1-5 15,2-3-3-15,0-7-5 16,-2-7 0-16,2-7 1 15,-4-4-1-15,1-2 10 16,0-15-11-16,-3-2-1 0,-3 2-6 16,-3 0 7-1,-2 5 0-15,-1 5 18 0,0 4 30 16,0 3 5-16,0 0-26 16,0 5-25-1,0 8 7-15,0 3-8 0,6-2 12 16,3 2 1-16,5-5 2 15,3-6 5-15,4-3 0 16,0-2 2-16,1-6 6 16,-1-12 6-16,-3-8-7 15,-5-8-1-15,-5-8-12 16,-6-6-9-16,-2 0-6 16,0 5-1-16,-5 8-24 0,-7 14-35 15,-13 11-131 1,1 5-275-16,-1 3-660 0</inkml:trace>
  <inkml:trace contextRef="#ctx0" brushRef="#br0" timeOffset="43830.22">33198 11401 1521 0,'0'0'85'16,"0"0"-85"-16,0 0-80 15,0 0-293-15</inkml:trace>
  <inkml:trace contextRef="#ctx0" brushRef="#br0" timeOffset="44031.3">32531 11959 1998 0,'0'0'331'16,"0"0"-217"-16,0 0-46 16,0 0-7-16,95-45-26 15,-45 27-21-15,5-2-14 16,11-5-150-16,-14 5-386 16,-15 6-581-16</inkml:trace>
  <inkml:trace contextRef="#ctx0" brushRef="#br0" timeOffset="44191.59">32567 12056 1982 0,'0'0'274'16,"0"0"-148"-16,0 0 19 16,158-42 18-16,-30 3-102 15,9-3-61-15,-27 10-145 16,-39 3-900-16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3:11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12029 8994 456 0,'0'0'806'0,"0"0"-585"15,0 0-61-15,0 0-58 16,0 0-4-16,0 0 45 15,149-7-55-15,-16-2-36 0,22-2-13 16,8 0 16 0,-8 2-15-16,-18 2-18 0,-3 2 22 15,-2 0-21-15,-10 2-3 16,-12-2 17-16,-11 1-18 16,-20 1-18-16,-18-1 25 15,-12 1-11-15,-7 1 0 16,1-1-14-16,2-2 1 15,-5 2-1-15,-11 2-1 16,-15 0-19-16,-11 1-96 16,-19 0-123-16,-14 8-92 15,-12 2-423-15</inkml:trace>
  <inkml:trace contextRef="#ctx0" brushRef="#br0" timeOffset="261.78">12581 9186 1215 0,'0'0'215'0,"0"0"-108"15,0 0 62-15,0 0 68 16,0 0-31-16,103 55-100 16,-34-47-22-16,28-5-11 15,22-3-12-15,15-5-29 16,-9-12 13-16,-14-3 31 15,-14 0-39-15,-18 4-13 16,-15 2-9-16,-15 2-15 16,-7 7 0-16,4-1-6 15,14 6-31-15,-8 3-257 0,-19 9-506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3:18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16331 5518 1003 0,'0'0'601'0,"0"0"-346"15,0 0-10-15,0 0-74 16,0 0 5-16,0 0-30 15,18 0-55-15,30 2 13 0,40-2 5 16,46 0-25 0,28-12-21-16,6-12-27 0,-9-1 16 15,-28 2-17-15,-10 3-19 16,-28 4-15-16,-25 5 1 16,-22 2 5-16,-14 4-6 15,-1-2 0-15,-4 2-1 16,-3-2 0-16,-11 4 0 15,-10 2-6-15,-3 1-15 16,-9 0-92-16,-59 6-132 16,4 6-307-16,-14 3-379 0</inkml:trace>
  <inkml:trace contextRef="#ctx0" brushRef="#br0" timeOffset="270.47">16381 5730 1416 0,'0'0'256'16,"0"0"2"-16,0 0 10 16,0 0 84-16,133 8-15 15,-39-8-128-15,30-5-101 16,10-9-50-16,-10-1-5 16,-18-2-31-16,-19 1 2 15,-4-1-8-15,-13 3 5 16,-12 1-13-16,-10 3-7 0,-11 2 0 15,2-1 0-15,-1-2-1 16,-5 0-8-16,-10 4-14 16,-8 1-16-16,-1-5-68 15,-4 2-265-15,0-6-838 0</inkml:trace>
  <inkml:trace contextRef="#ctx0" brushRef="#br0" timeOffset="1118.14">25738 4693 664 0,'0'0'517'15,"0"0"-275"-15,0 0 14 0,0 0-17 16,0 0-11 0,0 0-26-16,61 9 10 0,-1-9-51 15,30 0-62-15,26-2-44 16,9-10 2-16,-2 3-20 16,-17 1-20-16,-26 3-10 15,-17 2-6-15,-17 2 0 16,-15 1-1-16,-5 0-37 15,-7 0-140-15,-11 0-138 16,-40 1-55-16,-14 7-231 16,-20 1-296-16</inkml:trace>
  <inkml:trace contextRef="#ctx0" brushRef="#br0" timeOffset="1335.89">25539 4992 1018 0,'0'0'155'16,"0"0"-6"-16,0 0 86 15,0 0 47-15,104 37-16 16,-3-37-40-16,41-12-4 16,16-7-68-16,-6-4-31 15,-20 5-38-15,-27 3-27 16,-21 5-31-16,-26 3-21 16,-18 1 1-16,-14 1-7 15,-4-1-38-15,1-3-89 16,-4-13-126-16,-10 3-111 15,-9-3-373-15</inkml:trace>
  <inkml:trace contextRef="#ctx0" brushRef="#br0" timeOffset="1745.41">25861 4316 871 0,'0'0'342'16,"0"0"12"-16,0 0-69 15,0 0-64-15,0 0-81 16,0 0-69-16,0 0-30 16,-59 37-9-16,6 22 9 15,-22 25 23-15,-17 16-14 16,-1 7 11-16,23-21 5 0,28-20 22 15,25-23-27-15,11-4-28 16,6 5 24-16,0 3 11 16,25-2-18-16,18-9-5 15,29-7-8-15,28-12 9 16,28-12 20-16,14-5-45 16,-2-17 12-16,-10-12-16 15,-16-6-8-15,-3 2-9 16,-23 7 1-16,-22 6-1 15,-25 11-20-15,-17 6-44 16,-21 7-179-16,-3 12-378 16,-13 5-368-16</inkml:trace>
  <inkml:trace contextRef="#ctx0" brushRef="#br0" timeOffset="7429.07">16313 8245 924 0,'0'0'939'16,"0"0"-737"-16,0 0-48 15,0 0-46-15,0 0-11 16,0 0-32-16,18-13-34 16,13 2-20-16,7-4-5 15,5 0 0-15,0 0-6 16,-4 2-1-16,-2 1-43 0,-4 0-143 16,-12 4-323-16,-9 1-379 15</inkml:trace>
  <inkml:trace contextRef="#ctx0" brushRef="#br0" timeOffset="7622.65">16268 8445 1403 0,'0'0'288'16,"0"0"-36"-16,0 0-50 15,108-9 1-15,-17-20-24 16,28-12-49-16,8-2-53 0,-24 9-44 15,-33 10-22-15,-30 12-11 16,3-1-33-16,-7 1-207 16,-4-1-340-16</inkml:trace>
  <inkml:trace contextRef="#ctx0" brushRef="#br0" timeOffset="13449.32">21517 6416 335 0,'0'0'129'15,"0"0"-24"-15,0 0 90 16,0 0-52-16,0 0 14 16,0 0-44-16,-80-27-6 15,60 27-25-15,-7 0-27 16,-3 0 0-16,-4 8 16 15,-4 6 28-15,-3 3-13 16,-3 5-17-16,-4 3 14 16,-3 3-18-16,0 5-14 15,0 2-2-15,4 3-12 16,4 3 3-16,4 3-3 0,2 5-16 16,7 4-1-1,7 6-9-15,1 14 5 0,4 17-1 16,8 19 8-16,3 2 10 15,6-4-5-15,1-8-9 16,0-10-4-16,1 6 4 16,6 4-1-16,-1 1 6 15,1-2-1-15,5-5 1 16,3-4-4-16,6 3-7 16,2-5-3-16,1-15-9 15,-3-13 1-15,-1-19 5 16,0-10-6-16,6 6 10 0,6 2-5 15,9 4 13-15,1-8-3 16,4-7-11-16,2-8 2 16,4-9 10-16,2-7 26 15,1-3-7-15,3-8-8 16,-1-12-12-16,3-2-10 16,-1-4 5-16,-1-4-5 15,-1 1 0-15,-5-1-5 16,-4-4 8-16,-2 1 0 15,-6-7 15-15,-1-3 1 16,-6-9-1-16,1-15 2 16,1-18-4-16,-1-17-1 15,-6-4-8-15,-9 4-4 16,-10 9-1-16,-9 10 1 16,0 0-8-16,-9 0 17 0,-13 2-5 15,-6-9 4-15,-3-1-1 16,-5-2 12-16,-1 2-13 15,8 20-1-15,2 13-8 16,5 19 1-16,1 3-1 16,-4-1-5-16,-5-5 5 15,-1-4-6-15,-1 7-1 16,3 2-17-16,2 6 4 16,4 6-8-16,1 6 1 15,3 5 14-15,2 7 7 16,-2-1-17-16,2 3-1 15,-2 4 18-15,0 0-15 16,-3 1-4-16,-1 0-10 16,-3 0 17-16,4 4 0 15,1 2-19-15,-1-1 18 0,1 1 1 16,3 0 3-16,0 1-18 16,4-2-94-16,6-3-80 15,8-2-46-15,0 0-235 16,8 0-193-16</inkml:trace>
  <inkml:trace contextRef="#ctx0" brushRef="#br0" timeOffset="16701.32">9606 11785 1222 0,'0'0'229'15,"0"0"-91"-15,0 0-24 16,0 0-3-16,0 0 25 15,0 0-53-15,22-12-36 16,2 4-16-16,7-2-6 16,8-2 0-16,5-2-7 15,6-3-8-15,2-2-4 16,0 2-1-16,3 0-5 0,-7 1-1 16,-5 3 0-1,-10 4-95-15,-10 6-147 0,-9 3-142 16,-11 0-277-16</inkml:trace>
  <inkml:trace contextRef="#ctx0" brushRef="#br0" timeOffset="16911.1">9711 11903 1068 0,'0'0'178'15,"0"0"-91"-15,0 0-19 16,0 0 100-16,0 0 51 15,0 0-48-15,0 0-33 16,100-28-66-16,-46 4-39 16,18-5-20-16,19-6-6 0,-5 2-7 15,-7 5-10-15,9-2-123 16,-34 13-353-16,-5-1-343 0</inkml:trace>
  <inkml:trace contextRef="#ctx0" brushRef="#br0" timeOffset="17858.03">12331 11699 1505 0,'0'0'240'16,"0"0"-114"-16,0 0-44 15,0 0-32-15,0 0 5 16,0 0 17-16,0 0-30 16,37-3-25-16,9-5-3 15,9-4-8-15,6 1-6 0,0-2 1 16,-4 1-1-16,-7 1-9 15,6-10-44-15,-11 3-181 16,-14 3-257-16</inkml:trace>
  <inkml:trace contextRef="#ctx0" brushRef="#br0" timeOffset="18093.25">12308 11858 1322 0,'0'0'200'16,"0"0"-158"-16,0 0 32 16,0 0 18-16,0 0 57 0,85 18 2 15,-37-18-30-15,7-10-40 16,6-7-37-16,2-2-26 16,-5 1-8-16,-9 0-8 15,-3 2-2-15,-7 2 0 16,-4 1-90-16,-12 2-411 15,-15 5-1151-15</inkml:trace>
  <inkml:trace contextRef="#ctx0" brushRef="#br0" timeOffset="21108.74">9620 13825 838 0,'0'0'258'15,"0"0"-52"-15,0 0 13 16,0 0 11-16,0 0-65 16,0 0-56-16,0 0-36 15,-22-6-36-15,50-8-6 16,7 0-9-16,8-5-4 16,5-3-2-16,1 1-4 15,3-1-11-15,-6 4 0 16,-7 5-1-16,-6 4-27 0,-8 4-144 15,-13 5-207-15,-6 0-170 16,-6 8-469-16</inkml:trace>
  <inkml:trace contextRef="#ctx0" brushRef="#br0" timeOffset="21311.76">9686 13964 947 0,'0'0'249'0,"0"0"7"15,0 0-11-15,0 0-50 16,0 0-34-16,0 0-56 16,0 0-43-16,27-6-30 15,3-9-15-15,7-3-10 0,9-5-6 16,5-1-1-16,7 0-7 16,32-8-99-16,-16 6-464 15,-8 1-446-15</inkml:trace>
  <inkml:trace contextRef="#ctx0" brushRef="#br0" timeOffset="22384.27">12334 13869 1048 0,'0'0'333'0,"0"0"-151"16,-102 20 35-16,78-15 8 15,17-4-34-15,7-1-112 16,9 0-7-16,34-19-13 16,38-13-17-16,38-14 13 0,16-8 6 15,0 1-15-15,-11 8-9 16,-19 6-16-16,-2 3-4 16,-7 7 14-1,-14 5-12-15,-24 9-11 0,-19 3-7 16,-11 7 1-16,-4-2-2 15,-3 4-1-15,-8 2-7 16,-10 1-8-16,-3 0-109 16,-37 22-20-16,0 3-155 15,-14 1-485-15</inkml:trace>
  <inkml:trace contextRef="#ctx0" brushRef="#br0" timeOffset="22699.87">12438 14012 1326 0,'0'0'237'0,"0"0"-71"15,0 0-37-15,0 0 80 16,0 0 23-16,92-1-65 16,-1-23-30-16,30-16-42 15,10-10-27-15,-4-3-7 16,-9 0-19-16,-15 8-8 15,-5 0-18-15,-17 9-1 16,-17 8-9-16,-19 8-5 16,-9 4 1-16,1 0-1 15,-3 2 0-15,-3 1-1 0,-14 6 0 16,-8 2-1-16,-6 4-8 16,-3 1-12-16,0 0-40 15,-39 17-132-15,0 3-337 16,-11 1-1104-16</inkml:trace>
  <inkml:trace contextRef="#ctx0" brushRef="#br0" timeOffset="26311.1">10426 16136 491 0,'0'0'501'0,"0"0"-279"15,0 0 22-15,0 0-26 16,0 0-104-16,0 0-47 16,-26-5-26-16,35-3 31 15,8-4-19-15,11-4-3 16,4-3-17-16,6-1-2 15,4-4 0-15,0 1-14 16,1 0 2-16,-4 3-7 16,-3 1-10-16,-6 5 0 15,-4 1-1-15,-2 1 0 16,-5 3-1-16,-4 1-1 0,-1 0-16 16,-8 6-123-1,-5 2-175-15,-1 0-335 0</inkml:trace>
  <inkml:trace contextRef="#ctx0" brushRef="#br0" timeOffset="26562.68">10530 16243 1119 0,'0'0'239'0,"0"0"28"15,0 0-32-15,0 0-97 16,0 0-71-16,0 0-23 0,0 0 14 15,41-3 4 1,-16-12-19-16,5-4-6 0,1-3-12 16,2-2-9-16,-2 0-7 15,-1 1-7-15,-5 2-1 16,-4 4-1-16,-7 4-6 16,-4 13-24-16,-3 0-137 15,-7 4-625-15</inkml:trace>
  <inkml:trace contextRef="#ctx0" brushRef="#br0" timeOffset="29442.44">12417 16316 100 0,'0'0'284'0,"0"0"-120"16,0 0-31-16,0 0 19 15,0 0-31-15,0 0-5 16,-33-13 43-16,29 10-33 0,1 3 25 15,0-2 22-15,1 1 11 16,2-1 14-16,0 2-57 16,0-1-24-16,0-3-34 15,11-3 19-15,14-5-9 16,12-3-13-16,23-6-25 16,28-10-13-16,18-8-2 15,7-3-11-15,-19 4-1 16,-22 9-11-16,-27 9-1 15,-3 1-6-15,5 2-4 16,1-2-4-16,-3 0-1 16,-13 7 0-16,-9 3-1 15,-13 5 0-15,-7 3-1 0,-3 1-31 16,0 0-48-16,-3 0-96 16,-13 5-6-16,-32 17-130 15,5 1-261-15,-8 0-275 0</inkml:trace>
  <inkml:trace contextRef="#ctx0" brushRef="#br0" timeOffset="29773.4">12403 16477 1250 0,'0'0'209'15,"0"0"-83"1,0 0 20-16,0 0 49 0,0 0-17 16,0 0-43-16,0 0-17 15,93-32 22-15,-35 3 7 16,11-4-16-16,17-14-43 16,16-9-28-16,14-6-29 15,-11 4-4-15,-22 14-18 16,-26 13 3-16,-21 8-4 15,1 2-7-15,-3 3-1 16,-5 1 0-16,-12 9 0 16,-12 5-1-16,-5 3-62 15,-15 11-139-15,-12 8-85 0,-9 4-429 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4:42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10694 7718 1232 0,'0'0'373'0,"0"0"-30"15,0 0-75-15,0 0-51 0,0 0-15 16,0 0-75 0,12-5-58-16,9 0-29 0,11-1-9 15,9-5-17-15,9-2-7 16,3-4-7-16,2-1-1 15,-1 0-48-15,-11 3-137 16,-14 8-147-16,-13 6-351 16,-16 1-306-16</inkml:trace>
  <inkml:trace contextRef="#ctx0" brushRef="#br0" timeOffset="187.86">10538 7964 1273 0,'0'0'285'16,"0"0"-80"-16,0 0-121 16,0 0 86-16,0 0-35 15,159-31-44-15,-41-15-44 0,8-8-18 16,-18 7-29 0,-33 10-52-16,-15-6-201 0,-22 11-310 15,-10-2-558-15</inkml:trace>
  <inkml:trace contextRef="#ctx0" brushRef="#br0" timeOffset="419.69">10936 7345 111 0,'0'0'1318'15,"0"0"-1008"-15,0 0-98 0,0 0-57 16,110-20 2-1,-47 20-21-15,9 13-16 0,2 9-29 16,-17 9-21-16,-5 11-19 16,-22 22-20-16,-30 29-16 15,-81 41-12-15,-56 31-3 16,-57 20-128-16,27-38-202 16,21-33-613-16</inkml:trace>
  <inkml:trace contextRef="#ctx0" brushRef="#br0" timeOffset="3196.87">13231 6229 401 0,'0'0'185'0,"0"0"-21"0,0 0-15 16,0 0 42-16,0 0-20 15,0 0-32-15,0 0 12 16,0-41-24-16,0 41-66 16,2 15-13-16,5 7 30 15,-2 5-26-15,4 1 7 16,-6-1-8-16,-2-3-14 15,-1-5-11-15,0-3-5 16,0-8-14-16,0-4 9 16,-3-4 4-16,-9 0 58 0,-1-14-4 15,-2-12-40-15,0-8-5 16,6-9 10-16,2-6 1 16,5-6-6-16,2 2-6 15,0 8-2-15,12 10 8 16,3 12-10-16,7 14-11 15,4 9 0-15,5 6 5 16,2 22 14-16,0 11 0 16,-2 6-5-16,-4 2-16 15,-3-1-4-15,-8-5-6 16,-1-3-1-16,-6-6-6 16,-3-5-38-16,-1-5-87 15,-4-8-85-15,-1-7-182 16,0-7-352-16</inkml:trace>
  <inkml:trace contextRef="#ctx0" brushRef="#br0" timeOffset="3617">13512 6012 768 0,'0'0'373'0,"0"0"-209"15,0 0-50-15,0 0 34 16,0 0-25-16,0 0-31 16,25 78-12-16,-6-69-27 15,1-4-16-15,-1-2-8 16,-1-3-13-16,0 0-6 0,-3-11 5 16,-5-3 1-1,-2-5 0-15,-3-1-7 0,-4 1-2 16,-1-1 8-16,0 2 36 15,-4 0-39-15,-7 8 46 16,-2 1-17-16,1 9-14 16,-2 0-5-16,-2 12 7 15,1 13-2-15,0 7 15 16,4 6 7-16,4 2-12 16,6 1-8-16,1-4-9 15,1-6-10-15,14-4-8 16,6-10-1-16,4-5-1 15,8-5-31-15,4-7-61 0,20-10-142 16,-11-11-312-16,-4-4-339 16</inkml:trace>
  <inkml:trace contextRef="#ctx0" brushRef="#br0" timeOffset="4112.28">13882 5939 1151 0,'0'0'282'0,"0"0"33"16,0 0-143-16,0 0-33 0,0 0-9 16,0 0-44-1,-28 92-30-15,36-70 0 0,3-2-28 16,1-3-14 0,3-4-13-16,-5-5 7 0,3-3-8 15,-2-5 0-15,0 0-6 16,0-6-13-16,0-12-37 15,-1-4 1-15,1-5 30 16,-2 1 13-16,-2 1 11 16,-1 4 1-16,-3 6 2 15,-3 5 7-15,1 6 10 16,-1 4 16-16,2 0-18 16,1 5-16-16,1 9 19 15,4 5 3-15,2-1-1 16,1 1-7-16,1-3 1 0,1-4 5 15,4-4 7-15,-3-4 15 16,0-4-7-16,2 0 7 16,-1-4 6-16,0-13-15 15,-1-5-14-15,-3-5-8 16,-5-4-3-16,-3-5-8 16,-3-1 8-16,-3-4-2 15,-13 4-6-15,-5 4-1 16,-3 7 0-16,0 9-12 15,-1 9-39-15,-6 8-56 16,7 11-87-16,6 2-299 0</inkml:trace>
  <inkml:trace contextRef="#ctx0" brushRef="#br0" timeOffset="5413.76">15849 5936 1326 0,'0'0'266'0,"0"0"-62"0,0 0-9 15,-95 8-35-15,68 16-34 16,3 11-23-16,7 5-6 15,9 7-23-15,8 1-19 16,0-3-10-16,13-7-15 16,9-7-13-16,4-9-5 15,6-8-10-15,0-9 5 16,2-5-7-16,-3-2 0 16,-1-20-9-16,-5-7 9 15,-6-9 3-15,-10-7-3 16,-7-1-7-16,-2-2 1 0,-11 2-13 15,-12 4-17-15,-2 8-4 16,-2 8 13-16,2 11-3 16,4 10-9-16,4 5-27 15,7 3-69-15,10 19-75 16,12-6-143-16,7-3-277 0</inkml:trace>
  <inkml:trace contextRef="#ctx0" brushRef="#br0" timeOffset="5630.12">16061 5735 1060 0,'0'0'636'0,"0"0"-342"16,0 0-26 0,0 0-156-16,0 0-12 0,0 0 26 15,0 0 32-15,0 103-85 16,16-66-44-16,1 0-23 15,5-2-6-15,5-2 0 16,3-6-88-16,21-3-185 16,-5-10-285-16,-6-11-367 0</inkml:trace>
  <inkml:trace contextRef="#ctx0" brushRef="#br0" timeOffset="6034.52">16461 5784 1113 0,'0'0'585'0,"0"0"-265"0,0 0-55 16,0 0-86-16,-91 20-31 16,73 4-23-16,1 9-28 15,5 4-35-15,6 1-26 16,6 1-10-16,0 0-14 16,5-7-6-16,11-3-5 15,4-9 0-15,2-11 0 16,-1-9-1-16,1-1-9 15,-1-23-23-15,-4-7-7 16,-6-13-14-16,-5-9 36 16,-6-15 17-16,-13-23 8 15,-18-18-8-15,-6-4 9 16,4 19-8-16,9 29 5 16,12 32 23-16,4 21 27 0,3 1 22 15,2 8-6-15,1 3-48 16,2 23-24-16,3 35 0 15,18 25 0-15,6 1 12 16,1-10-1-16,0-22-1 16,4-12-10-16,7 7-4 15,10 6-41-15,43 17-175 16,-11-14-417-16,-5-17-632 0</inkml:trace>
  <inkml:trace contextRef="#ctx0" brushRef="#br0" timeOffset="6271.89">17326 6048 1702 0,'0'0'264'16,"0"0"-35"-16,0 0-117 15,0 0 38-15,0 0-12 16,0 0-26-16,85-2-55 16,-37-10-57-16,24-10-9 15,-9 2-259-15,-10-1-515 0</inkml:trace>
  <inkml:trace contextRef="#ctx0" brushRef="#br0" timeOffset="6779.19">18270 6129 1124 0,'0'0'307'0,"0"0"-5"16,0 0-51-16,0 0 27 15,0 0-49-15,0 0-34 0,72-100-54 16,-41 51-41 0,0-7-31-16,-2-7-14 15,-4-13-5-15,-6 7-7 0,-5-3-17 16,-7 4-17-16,-4 17-9 15,0 2-1-15,-3 15 0 16,0 15-7-16,0 8-23 16,0 10-46-16,0 1-106 15,0 9-163-15,6 7-237 16,2-4-271-16</inkml:trace>
  <inkml:trace contextRef="#ctx0" brushRef="#br0" timeOffset="7221.13">18571 4947 1139 0,'0'0'222'15,"0"0"51"-15,0 0 0 16,-19-76-40-16,17 69-63 16,1 7-54-16,-1 8-63 15,2 23-35-15,0 16 0 16,0 9 12-16,2 6-4 0,2 1-3 16,0-6-5-1,-1-4-8-15,-2-6-9 0,-1-8 5 16,3-8-5-16,-3-9 0 15,3-10-1-15,-2-5 0 16,5-7 1-16,2 0 0 16,5-2 9-16,5-8 7 15,6-2-1-15,3 3-10 16,2 2-4-16,3 0-1 16,1 1-1-16,-2 2 0 15,0 0-8-15,-5 1-44 16,-7 2-100-16,-2-2-142 15,-8 1-314-15,-5 0-440 0</inkml:trace>
  <inkml:trace contextRef="#ctx0" brushRef="#br0" timeOffset="7889.67">18898 4939 1196 0,'0'0'317'0,"0"0"-9"0,0 0-162 16,0 0 54 0,-13 84-5-16,13-43-53 0,0 2-9 15,3-7-56-15,4-4-38 16,3-4-19-16,-4-10-10 16,-1-6-9-16,-4-4 5 15,-1-8-5-15,0 0 17 16,0-13-7-16,-6-12-11 15,-6-12-14-15,-2-22-4 16,0-28 7-16,1 3 5 16,7 6 6-16,4 15 0 15,2 23 0-15,3 5 0 16,9 6-1-16,6 13 0 0,3 9-6 16,4 7 5-1,1 6-3-15,1 15 4 0,-4 6 2 16,-3 9-1-16,-10 5 0 15,-8 3 2-15,-2 0 4 16,-12 3-5-16,-11-3 7 16,-2-2-7-16,0-8 0 15,4-4 6-15,3-7-7 16,6-6 1-16,5-6 0 16,4-5 0-16,3-1 0 15,0-1 10-15,1 0 4 16,15-1 12-16,7 0 4 0,2-3-10 15,8 0-11 1,1 0-8-16,0 0-2 0,-2-3-12 16,1-4-129-16,-8 2-167 15,-10-2-462-15</inkml:trace>
  <inkml:trace contextRef="#ctx0" brushRef="#br0" timeOffset="8244.47">19278 5107 1224 0,'0'0'487'0,"0"0"-190"16,0 0-75-16,0 0 19 15,0 0-19-15,0 0-79 16,0 0-37-16,23 18-34 15,-23-17-21-15,0-1-12 16,0 0-3-16,0 0-3 16,0 0-8-16,0 0-7 15,0 0-4-15,-5-2-13 16,-4-7 7-16,3-2-8 16,3-1-6-16,0 1-6 15,3 1-3-15,0 0-9 16,0 5-12-16,0-1-21 0,3 5-37 15,6 1-105 1,9 0-108-16,-3 0-302 0,3 4-644 0</inkml:trace>
  <inkml:trace contextRef="#ctx0" brushRef="#br0" timeOffset="8603.91">19791 4843 872 0,'0'0'357'15,"0"0"3"-15,0 0-55 16,0 0-14-16,0 0-68 16,0 0-47-16,0 0-60 15,-7 4-58-15,-8 24 41 16,0 10-10-16,-4 8-35 16,2 0-24-16,-1-2-16 15,5-5-7-15,0-6-7 16,3-8-1-16,3-5-68 15,-6-7-176-15,2-4-250 0,0-7-292 0</inkml:trace>
  <inkml:trace contextRef="#ctx0" brushRef="#br0" timeOffset="8793.92">19587 4882 1523 0,'0'0'321'0,"0"0"-26"15,0 0-47-15,85 67-10 16,-46-33-74-16,5 3-37 16,1 2-69-16,1-3-23 15,-2-2-26-15,-4-5-9 16,9-3-66-16,-11-7-292 0,-3-12-833 16</inkml:trace>
  <inkml:trace contextRef="#ctx0" brushRef="#br0" timeOffset="10682.09">20372 4796 834 0,'0'0'214'0,"0"0"25"16,0 0-6-16,0 0-37 16,0 0-9-16,-21-72-51 15,13 63-2-15,-1 4-7 16,-4 5-19-16,-4 0-62 0,-5 7-27 15,-5 14-1-15,-1 4 15 16,4 5-6-16,3 1-5 16,6 0-13-16,9-4-3 15,6-5-6-15,0-6 0 16,12-6 0-16,11-7-1 16,5-3 0-16,3-3-41 15,1-11-31-15,-4-6 11 16,-3-2 14-16,-5-2 19 15,-7-1 21-15,-4 4 8 16,-2 2 9-16,-2 6 5 0,-4 7 14 16,2 6 12-16,0 14-27 15,4 30-1-15,4 31 34 16,6 26 3-16,4 13-3 16,-1-1 32-16,-3-11 10 15,-11-10-41-15,-6-5-20 16,0-16-12-16,-6-16-7 15,-6-14-7-15,-6-9 1 16,-3-1-2-16,-3-3-10 16,-1-9-14-16,1-15-3 15,2-7 2-15,5-26-26 16,4-28-4-16,13-22-6 16,0 3 4-16,10 6 19 0,10 11 11 15,4 15 19 1,5-3 2-16,6-4 6 0,2 5 0 15,2 2 0-15,0-2 1 16,-5-2-2-16,-6-2 1 16,-5 3 0-16,-13 5 0 15,-8 7 1-15,-2 8 0 16,-11 8 0-16,-8 7 0 16,-2 4 0-16,1 5-1 15,4 3 0-15,7 0 0 16,6 0-1-16,3 8-5 15,0 9 5-15,5 9 0 0,9 6 1 16,3 4 1 0,2 3 5-16,2-2-5 0,5-1 7 15,2-7-7-15,3-5 1 16,2-7-2-16,2-8 0 16,0-8-12-16,-1-1-62 15,-1-10-102-15,-5-17-69 16,-4-9 91-16,-6-7 75 15,-3-7 56-15,-6 0 23 16,-4 7 46-16,-4 8 45 16,-1 9 22-16,0 9 7 15,0 9 2-15,0 6-9 16,0 2-60-16,0 5-35 16,-6 17-6-16,-1 7 23 15,0 7 10-15,2 6-11 0,3-1-6 16,2 1-6-16,5-6-7 15,13-5-7-15,4-7-8 16,2-8 0-16,1-10-9 16,2-6-17-16,-3-3-21 15,-2-19 9-15,-5-9 37 16,-2-6-7-16,-6-5 7 16,-2 3 1-16,0 5 1 15,-4 9-1-15,0 8 7 16,0 8-7-16,-1 8-1 15,3 1 0-15,2 6-14 16,6 13 14-16,5 3 0 16,5 1 1-16,0 0-1 0,6-2 0 15,-1-4-47 1,0-6-121-16,1-6-21 0,-4-5 3 16,-1-3-10-1,-5-16 51-15,-5-4 84 0,-5-6 59 16,-6 0 3-16,-3 2 113 15,0 4 36-15,0 3 45 16,-10 8-33-16,-1 5-34 16,-1 7-22-16,-1 0-52 15,-1 9-29-15,1 11 0 16,1 7 10-16,3 3-5 16,2 4-3-16,5-2-7 15,2 0-3-15,0-6-14 16,12-4-1-16,4-5 4 15,5-7-5-15,3-10-43 0,-1 0-35 16,0-20-25-16,-3-12-58 16,-7-8 88-16,-4-21 42 15,-9-23 25-15,0-25 6 16,-7-8 0-16,-4 24 1 16,5 32 10-16,2 34 21 15,-1 19 37-15,1 6 27 16,-1 2-28-16,1 2-49 15,1 22-13-15,0 12 15 16,3 11-5-16,0 6-4 16,10 4-10-16,11 4 4 15,4 0-5-15,5-5 1 16,3-5-2-16,0-10-27 16,-3-12-24-16,-2-10 12 0,-6-9 10 15,-7-9 21-15,-4-1 8 16,-2 0 16-16,-5 0 14 15,-1 0 1-15,0 0-10 16,0 11-8-16,2 2 9 16,-1 3-4-16,2 5-3 15,-3-3-8-15,-3-2-6 16,0-4-1-16,0-4-25 16,-9-8-122-16,-6 0-166 15,-2-12-557-15</inkml:trace>
  <inkml:trace contextRef="#ctx0" brushRef="#br0" timeOffset="10818.83">21620 4671 1079 0,'0'0'168'0,"0"0"-68"16,0 0-68-16,0 0-12 16,0 0-11-16,0 0-9 15,106 97-223-15,-70-74-901 0</inkml:trace>
  <inkml:trace contextRef="#ctx0" brushRef="#br0" timeOffset="11734.55">21827 4870 1035 0,'0'0'196'0,"0"0"-16"0,0 0-122 16,0 0 10-16,0 0 14 15,0 0-12-15,0 0-40 16,30 72-15-16,-14-57-8 16,1-3-7-16,-1-6-8 15,-2-6-36-15,-1 0 14 16,-5-6 30-16,-4-13 13 16,-4-3-6-16,0-7 12 15,-4 0 3-15,-11 0 17 16,1 4 56-16,-2 9 37 15,3 9 15-15,-1 7-56 0,2 7-57 16,2 17 12 0,3 9 9-16,7 6-16 15,0 2-19-15,14 1-12 0,15-1-7 16,5-8 0-16,5-8-1 16,5-11-75-16,0-10-75 15,-1-4-50-15,-9-17-28 16,-9-11 21-16,-11-8 126 15,-9-4 81-15,-5-2 95 16,0 4 84-16,-3 4-2 16,-5 7 56-16,3 10-69 15,2 10-29-15,3 7-34 16,0 0-74-16,0 14-16 0,3 12 26 16,8 5 3-16,1 4-4 15,4 2-11-15,4-1-10 16,-1-2-7-16,3-4-7 15,-1-8-1-15,-6-10-10 16,0-11-52-16,-4-1-6 16,-5-13 17-16,-2-13 10 15,-2-8 21-15,-2-6 19 16,0 1-5-16,0 3 6 16,0 7 0-16,0 8 6 15,-2 9-5-15,1 8 20 16,-1 4-8-16,2 2-13 15,0 17 0-15,0 4 15 0,3 5 0 16,13 2-5 0,5-2-8-16,2-4 5 0,2-6-6 15,4-4-1 1,-4-11 1-16,-1-3-1 0,-6-8-1 16,-2-14 0-16,-9-9 1 15,-2-6 0-15,-5-8 1 16,0-8 0-16,0-5 10 15,-8-3-10-15,-1 4 26 16,1 9 38-16,0 12 25 16,4 14 19-16,-1 16-31 15,4 6-57-15,1 16-21 16,0 15 1-16,0 11 7 16,9 8-7-16,5 2-1 15,1 1 1-15,0-2-1 16,-4-4-7-16,-4-5-85 0,-4-8-136 15,-3-8-106-15,-3-11-293 16,-7-10-505-16</inkml:trace>
  <inkml:trace contextRef="#ctx0" brushRef="#br0" timeOffset="11899.73">22184 4882 1565 0,'0'0'260'16,"0"0"-112"-16,0 0 63 16,0 0-50-16,109 2-100 15,-39-2-61-15,-11 0-16 0,-11-2-460 0</inkml:trace>
  <inkml:trace contextRef="#ctx0" brushRef="#br0" timeOffset="16027">22279 6628 795 0,'0'0'112'0,"0"0"-81"16,-17-83 70-16,15 58 91 15,2 10-54-15,0 6 3 16,10 6-83-16,10 3-39 16,8 10-9-16,5 13-10 15,-2 14 1-15,-5 24 46 16,-15 23 53-16,-11 26-5 16,-20 8 0-16,-15-1-9 15,1-10 18-15,13-27-35 16,11-18-37-16,10-19-12 15,4-14-13-15,26 3-7 0,25-6-3 16,33-9 3-16,29-17 14 16,-6-8-7-16,-20-18-1 15,-32 4-6-15,-28 4-6 16,-7 4 6-16,-9 3 1 16,-8 6 1-16,-7 5 39 15,-13 35-22-15,-23 35 26 16,-7 43 41-16,2 24 25 15,13 10-6-15,14-3 15 16,13-14-33-16,1-4-39 16,0-5-14-16,0-12-1 0,0-12-9 15,0-11-3-15,0-17-6 16,0-16-3-16,-7-17-5 16,-1-8-5-16,1-2-1 15,-1-5 7-15,-5-3-7 16,-1-11 8-16,-5-6-3 15,-8-1-6-15,-5-2-6 16,-6-9-11-16,-4-4-38 16,2 1-44-16,4 1-89 15,3-4-101-15,11 6-256 16,9-1-491-16</inkml:trace>
  <inkml:trace contextRef="#ctx0" brushRef="#br0" timeOffset="16201.5">22851 8877 1980 0,'0'0'244'15,"0"0"-171"-15,0 0-47 16,0 0 1-16,-85 26 7 16,74-23-17-16,2-1-17 15,9 3-99-15,0-1-489 16,0-2-244-16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8:41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19217 6350 897 0,'0'0'213'16,"0"0"-61"-16,0 0-19 15,0 0 21-15,-91 14 0 16,70 1-37-16,3 8-29 0,1 8-16 16,0 7 8-16,2 6-3 15,5 5-15-15,-1 1-3 16,4-1-12-16,4 1 2 15,0-3-18-15,3 1 6 16,0-1-13-16,0 2-5 16,0 0-4-16,3 1-6 15,4 1-8-15,1 2-1 16,-2 0 1-16,-2-3-1 16,-2 0 5-16,-1-5-4 15,-1-5 0-15,0-2-1 16,0-6 1-16,-6-2-1 15,-1-2 2-15,-5-2-1 16,1-4 0-16,-2 0 1 16,1 0-1-16,-2 0 0 0,0 1 0 15,-1 1 0-15,-3 2-1 16,-1 0 1-16,-1 3-1 16,-1 1 0-16,-1 3 1 15,1 0 0-15,0 3 0 16,0-1-1-16,3 3 1 15,0-1-1-15,3 0 0 16,1 0 0-16,1-3 0 16,2 2 0-16,2-4 0 15,1 0 0-15,5-3 0 16,2 1 0-16,1-4-1 16,0-2 0-16,1-1 1 0,7-5-1 15,2-1 1-15,3-2 0 16,-2-1 0-16,-2 0-1 15,1 1 1-15,-1 1 0 16,-1-2-1-16,1-1 1 16,-3-1 0-16,0-4 0 15,-2-2 0-15,2-4 0 16,4-2 0-16,3 0 1 16,3-5 0-16,5-12-1 15,6-3-3-15,3-2 2 16,2 3 1-16,3-1-12 15,3 4 12-15,1 1 0 16,3 1 0-16,3 2 1 0,0 1 1 16,-1 6-2-16,-1 0 1 15,2 5 1-15,-6 0 4 16,-2 5-5-16,-4 6 5 16,-5 3-4-16,-4-1-1 15,-2 2 0-15,-3-2 5 16,1-6-5-16,3 0 0 15,-1-7 10-15,5 0-1 16,5 0-4-16,3-10 3 16,4-3-8-16,0 0-1 15,1 1 1-15,0 1 0 16,-1-1-1-16,-2 4 1 16,-2-1 0-16,-1 1 0 15,2 1 0-15,-2-1 10 16,0 0 5-16,2 0 8 0,2-2-6 15,0 0-3-15,1 2-3 16,-3 1-5-16,0 1-6 16,-3 0 5-16,-1 1-5 15,0-3 1-15,-1 1 4 16,0 1-5-16,-2-5 9 16,1 3-4-16,-1-2-5 15,3 0 1-15,-1 1 5 16,3-1-6-16,-3 3 1 15,-1 0-1-15,0 1 1 16,-3 1-1-16,0 1 1 16,-2 4-1-16,-1 0-1 0,-2 0 2 15,-2 0-1-15,-1 0 1 16,-4 0-1-16,2-4 0 16,-5 1 7-16,2-3-1 15,1-3 7-15,3-4 6 16,3-2-5-16,0-5 3 15,4-2-4-15,1-6-4 16,2 1 4-16,0-4-8 16,2 1 0-16,0 0 3 15,-2 3 1-15,1 4-3 16,-3 1 8-16,-3 3-1 0,-1 5-4 16,-2-1 5-1,-4 1 2-15,0-1 4 0,0 2-8 16,0-3 5-16,-4-1-6 15,1-4 5-15,-2-4 0 16,-4-2 6-16,-2-6-7 16,-4-9-4-16,-1-3-3 15,0-18 0-15,-15-21 2 16,-12-22-10-16,-7-7 0 16,-5 6 13-16,4 23-8 15,7 25-5-15,3 17 10 16,0 5-10-16,-7-5 1 15,-2-2 3-15,-7-3-4 16,0 4-1-16,1 5 0 16,1 3 0-16,2 3 0 0,6 6 1 15,2 4 0 1,10 2 1-16,4 3-2 0,6 1 0 16,6-2-1-16,3-3 0 15,0 1 0-15,13-3-5 16,7-1-1-16,-2 1 5 15,0 2-7-15,-5 1 9 16,-3 1-1-16,-5 1 1 16,-5-2-1-16,0 0 1 15,-16-1 0-15,-13 0-10 16,-7-2-5-16,-9 3-6 16,-10 2 10-16,-6 2-1 15,-3 5-7-15,-5 5-1 16,-2 1 9-16,1 4 0 15,3 1-2-15,2 0-19 0,7 0 22 16,3 6 8-16,6 0 1 16,3 2-1-16,1 0-4 15,0-1-3-15,-1 0 8 16,1 1 0-16,-4 2-5 16,1 1-9-16,-2 4-6 15,-1 2 6-15,-3 4-10 16,2 4 18-16,-2 5 6 15,2 4 0-15,6-1 1 16,3 3 0-16,8 0-1 0,9-2 0 16,7 0 1-1,6 0 0-15,7 0 0 0,5-3 1 16,1 1 0-16,0-4 11 16,0-1-12-16,4-3 6 15,2-2-6-15,1-2 0 16,-2-3-51-16,-2-10-219 15,-2-5-276-15,-1-2-314 0</inkml:trace>
  <inkml:trace contextRef="#ctx0" brushRef="#br0" timeOffset="157.39">19199 6399 367 0,'0'0'1253'0,"0"0"-991"16,0 0-84-16,0 0-119 16,0 0-59-16,0 0-246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49:43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25021 6561 1390 0,'0'0'285'16,"0"0"-97"-16,-88-33-11 15,42 33 15-15,-8 11-47 16,-3 21-55-16,4 14-18 0,8 2 2 15,15 0 2-15,15-4-25 16,15-7 2-16,0-4-12 16,23-4-22-16,8 0-1 15,5-2-4-15,4 0-7 16,-3-1-7-16,-3 1 1 16,-5-2-1-16,-12 0 0 15,-10 1 0-15,-7 1 11 16,-24 1 10-16,-17 3 8 15,-12 0-4-15,-10 0-4 16,-3-2-9-16,1-4-6 16,5-6-6-16,11-6-5 15,16-11-39-15,26-11-128 16,7-14-206-16,7-3-389 0</inkml:trace>
  <inkml:trace contextRef="#ctx0" brushRef="#br0" timeOffset="411.53">25288 6708 1592 0,'0'0'399'0,"0"0"-31"15,0 0-206-15,0 0 57 16,-57 85-63-16,48-37-34 15,5 6-43-15,4 0-22 0,4 0-33 16,18-3-12-16,7-5-11 16,2-7 5-16,2-12 2 15,-2-10-8-15,-2-10-1 16,-5-7-26-16,-2-11-6 16,-3-14-19-16,-5-9 26 15,-8-2 0-15,-6-3 9 16,0 3 4-16,-8 6 1 15,-5 7 6-15,-2 6-2 16,3 7 2-16,4 5 5 16,4 1-4-16,4 3 5 15,0-2 0-15,15-2-20 16,16-3 14-16,14-3 0 0,13-1-37 16,9 0-81-16,17-3-128 15,-16 3-231-15,-17 3-180 0</inkml:trace>
  <inkml:trace contextRef="#ctx0" brushRef="#br0" timeOffset="908.88">25847 6676 1213 0,'0'0'405'0,"0"0"100"16,0 0-337-16,0 0-50 16,0 0 41-16,0 0 19 15,8 114-44-15,-4-66-41 16,-2 4-1-16,-2-3-33 15,0-1-28-15,0-4-14 0,0-7-16 16,-5-7 5 0,-1-8-6-16,0-10 0 0,2-10-16 15,-2-2 8-15,1-14-14 16,2-11-1-16,3-3 10 16,0 1 11-16,0 5-7 15,0 8 9-15,0 6 5 16,3 8-5-16,8 0-4 15,5 1 4-15,5 13 9 16,6-1 3-16,6 3 0 16,2-2-11-16,3-1 9 15,1-3-8-15,-2-5-2 16,0-5 8-16,-4 0-1 16,-3-15-1-16,-6-12-6 15,-2-11 8-15,-6-11-7 0,-8-19 7 16,-8-26-7-16,0 6 0 15,-15 9-1-15,-1 18-1 16,2 30 0-16,1 8 1 16,-2 9 0-16,0 14-8 15,3 5-4-15,0 15 12 16,6 7-6-16,6 4-2 16,0-2-73-16,38 13-146 15,-3-9-259-15,5-7-284 0</inkml:trace>
  <inkml:trace contextRef="#ctx0" brushRef="#br0" timeOffset="1072.02">26498 6724 1505 0,'0'0'536'0,"0"0"-242"16,0 0-143-16,0 0-81 15,0 0-55-15,0 0-15 16,0 0-27-16,84 3-161 15,-64 3-162-15,-4 1-206 16,-10-2-316-16</inkml:trace>
  <inkml:trace contextRef="#ctx0" brushRef="#br0" timeOffset="1207.94">26453 6883 608 0,'0'0'569'0,"0"0"-176"0,0 0-111 15,0 0-79-15,0 0-101 16,0 0-31-16,0 0-15 15,67 7-43-15,5-32-13 16,-11 1-264-16,-6-2-370 0</inkml:trace>
  <inkml:trace contextRef="#ctx0" brushRef="#br0" timeOffset="1426.02">26861 6578 963 0,'0'0'229'16,"0"0"94"-16,0 0-145 0,99 80 64 16,-55-43-14-1,1 6-74-15,-3 3-34 0,-9 2-33 16,-20 0-21-16,-13 0 2 16,-13-4-8-16,-29-3-39 15,-13-7-21-15,-37-10-52 16,12-9-330-16,8-15-1108 0</inkml:trace>
  <inkml:trace contextRef="#ctx0" brushRef="#br0" timeOffset="1775.72">27897 6489 1728 0,'0'0'549'0,"0"0"-64"16,0 0-296-16,0 0 16 15,-5 78 6-15,5-14-41 16,6 1-22-16,2 6-50 0,2 1-29 16,0-9-33-16</inkml:trace>
  <inkml:trace contextRef="#ctx0" brushRef="#br0" timeOffset="3349.79">28927 6892 1761 0,'0'0'277'0,"0"0"3"16,0 0-78-16,0 0-76 0,81-96-81 15,-36 32-26-15,2-20-11 16,-11-21-8-16,-11 9 0 16,-20 19 1-16,-5 28 5 15,-10 24 5-15,-11 4 51 16,-8 5-20-16,-7 11-9 0,-5 5-22 16,0 21-3-16,3 13-7 15,8 4 0-15,11 2 7 16,17 1-1-16,2-8-6 15,28-3 5-15,11-8-4 16,9-4-2-16,-2-7-1 16,-1-4-8-16,-8-3 3 15,-9-3-3-15,-10 1 9 16,-9 0-1-16,-7 0 1 16,-2 5 1-16,-5 5 1 15,-14 7 17-15,-5 7 20 16,-3 6 8-16,2 2 5 15,4 1-12-15,5-3-19 16,10-3-6-16,6-2-13 0,0-6-1 16,16-5 0-1,9-3-1-15,7-6 0 0,0-5-83 16,15-5-169-16,-10-13-372 16,-5-5-759-16</inkml:trace>
  <inkml:trace contextRef="#ctx0" brushRef="#br0" timeOffset="5902.17">29472 6590 1060 0,'0'0'259'16,"0"0"-81"-16,0 0-41 15,0 0-55-15,0 0-46 16,0 0-21-16,0 0-15 16,0 0 1-16,0 0 5 15,4-2 0-15,2-5 0 0,-1 1-5 16,-2 1 0-16,1 2 6 16,-4 1-7-16,0 2 1 15,0 0-1-15,0 0 1 16,0 0-1-16,0 0-8 15,0 0-32-15,0-1-7 16,0 0 18-16,0-1 6 16,0-1-32-16,0-4 27 15,0 3 17-15,0-2 11 16,-2-3 1-16,-2 3 37 16,3-5 29-16,-1 1 15 15,2-3-5-15,0 2 20 16,2 0-19-16,6 3-22 0,3 5-23 15,3 3-20-15,0 8 5 16,0 16 7-16,-2 10 25 16,-8 8 13-16,-4 6-20 15,-3 2-7-15,-14-2-11 16,-5-4-6-16,-1-7-4 16,0-9-9-16,8-6-6 15,3-11-1-15,8-11-5 16,4-2-17-16,1-19-77 15,19-14-8-15,4-5-25 16,10-4 12-16,3-1 51 16,4 1 55-16,-2-1 4 0,-3 2 9 15,-6 2-4 1,-7 2 6-16,-2 2 1 0,-5 4 12 16,-5 5 34-16,-5 6 41 15,-3 10 29-15,-3 7 14 16,0 5-13-16,0 5-65 15,-9 18-30-15,-2 12 15 16,-2 8 39-16,4 7-19 16,7 1-28-16,2-3-19 15,14-4-11-15,19-6 0 16,10-7-7-16,8-8-97 16,20-20-179-16,-13-3-326 15,-13-8-515-15</inkml:trace>
  <inkml:trace contextRef="#ctx0" brushRef="#br0" timeOffset="6273.04">30063 6387 781 0,'0'0'599'0,"0"0"-317"15,0 0 28-15,0 0-134 16,0 0-90-16,0 0 0 16,0 0 26-16,-59 92-12 15,52-51-14-15,2-1-14 16,5-2-35-16,0-4-25 15,0-6-11-15,11-9-1 16,5-8-27-16,-1-11-53 16,3 0-5-16,1-23 15 15,-2-10 17-15,1-9 22 16,-3-3 13-16,-1-2 12 0,-1 3 1 16,-3 5 5-16,-1 9 8 15,-5 10 10-15,-1 13 20 16,-1 5-4-16,1 2-23 15,1 12-10-15,5 9 19 16,2 7 3-16,6 3 1 16,5 3-5-16,6-1-11 15,8-1-8-15,5-3 0 16,3-8-77-16,0-8-132 16,-2-13-169-16,-11-11-248 15,-11-11-251-15</inkml:trace>
  <inkml:trace contextRef="#ctx0" brushRef="#br0" timeOffset="7535.57">30528 6420 773 0,'0'0'344'0,"0"0"2"16,0 0-38-16,0 0-62 16,0 0-91-16,0 0-103 15,0 0-30-15,-10-14 59 16,14 47 11-16,0 3-13 16,-1 6-12-16,-1 2-21 15,1-1-18-15,0-4-19 16,1-5-9-16,1-7-7 15,-1-11-63-15,5-13-60 16,-1-3-20-16,1-20 26 16,2-18-101-16,0-6 6 15,0-9 78-15,-1 0 84 16,-3 4 57-16,-2 8 20 16,-2 10 85-16,-2 11 48 0,2 12-20 15,0 6-65-15,3 2-53 16,3 10 19-16,0 11 21 15,6 7 2-15,0 5-11 16,3 2-10-16,0-1-20 16,3-3-15-16,-4-3-1 15,-3-8-17-15,-3-6-94 16,-4-8-77-16,-3-6-65 16,-1-7 84-16,0-18-77 15,-1-7 50-15,-2-3 118 16,0-4 74-16,0 7 4 15,0 6 102-15,0 9 46 16,0 8 22-16,1 9-51 16,5 0-78-16,4 7 17 0,4 9 2 15,5 4-27-15,7 2-20 16,5-3-6-16,3-2-7 16,5-7-114-16,0-8-78 15,0-2-95-15,-7-7-95 16,-6-13 206-16,-10-7-158 15,-10-4 334-15,-6 0 311 16,0 2 17-16,-6 6-17 16,-1 7 8-16,1 9-51 15,-1 7-70-15,1 2-124 16,-1 20-12-16,0 9 21 16,-2 9-15-16,0 8-3 0,0 2 5 15,-1 3-26 1,1-2-27-16,1-2-10 0,2-6-7 15,2-11-31-15,0-8-74 16,1-13-29-16,1-11 8 16,2-1 89-16,0-21-66 15,0-6 55-15,2-5 48 16,5 4 0-16,0 3 38 16,-2 9 36-16,-1 10 12 15,-1 5-29-15,4 2-33 16,1 3 1-16,6 11 15 15,3 0-15-15,6 2-12 0,4-4-5 16,3-4-7-16,0-8 5 16,-1 0-6-16,-2-12-18 15,-5-17-16-15,-8-11 4 16,-4-29 19-16,-8-38 11 16,-2-50 0-16,0-16 7 15,0 22 5-15,0 43-4 16,1 61 39-16,-1 26 39 15,0 8 28-15,0 11 4 16,0 2-65-16,-3 29-36 16,-1 30 6-16,1 27 3 15,3 23-13-15,13-7-6 16,10-20-7-16,-2-27 0 16,-1-21-10-16,9-2-62 15,4-6-22-15,1-4-11 0,-1-19-36 16,-5-4 11-16,-3-24 27 15,-4-13 72-15,-3-5 31 16,-3-5 6-16,-4 4 36 16,-7 5 37-16,-4 14 48 15,0 14 37-15,-4 11-24 16,-17 15-85-16,-3 23-19 16,0 11 28-16,3 8 3 15,12 2-3-15,9 2 4 16,11-4-13-16,22-5-4 15,11-9-14-15,6-8 16 16,2-12-14-16,0-9-11 16,-4-11-11-16,-5-3-11 0,-6-3-6 15,-7-14 0 1,-8-3 0-16,-8-4-31 0,-8 0-64 16,-6 0-92-16,-6-2-156 15,-9 6-261-15,-2 4-722 0</inkml:trace>
  <inkml:trace contextRef="#ctx0" brushRef="#br0" timeOffset="7785.88">32319 6292 1719 0,'0'0'333'16,"0"0"-131"-16,0 0-88 16,0 0 66-16,6 74-30 15,0-40-79-15,2 2-45 16,-4-3-14-16,2-6-12 16,-3-3-44-16,-3-12-189 15,0-3-349-15,0-9-705 0</inkml:trace>
  <inkml:trace contextRef="#ctx0" brushRef="#br0" timeOffset="8039.95">32289 6011 1001 0,'0'0'335'16,"0"0"-155"-16,0 0 18 15,0 0-38-15,0 0-58 16,-40 90-55-16,40-71-29 15,12-7 0-15,5-7 11 16,2-5-8-16,2-9-6 16,-2-13-4-16,0-8-3 15,-5-3-7-15,-4 2-1 16,-5 3 6-16,-4 7-6 16,-1 8-10-16,0 10-78 15,0 14-66-15,0 11-139 16,0 5-188-16</inkml:trace>
  <inkml:trace contextRef="#ctx0" brushRef="#br0" timeOffset="8405.16">32628 6244 1167 0,'0'0'361'0,"0"0"-205"15,0 0 19-15,0 0 10 16,0 0-32-16,12 92-63 16,-6-62-49-16,-3-4-20 15,-3-4-12-15,0-3-6 16,0-5-2-16,0-8 1 16,-4-6 8-16,-1-4 7 0,4-20-3 15,1-9 0-15,0-11 26 16,3-4 28-16,10-1 19 15,2 6 14-15,0 11-10 16,0 15-28-16,4 15-37 16,3 2-9-16,4 24 2 15,2 12 4-15,1 10-7 16,0 18-8-16,-8 20-8 16,-21 18-1-16,-25 2-59 15,-16-27-422-15,-18-25-1037 0</inkml:trace>
  <inkml:trace contextRef="#ctx0" brushRef="#br0" timeOffset="8887.31">28759 7833 1572 0,'0'0'261'0,"0"0"-100"15,0 0-116-15,0 0-20 16,0 0 5-16,0 0 2 15,89 17-7-15,-59-17-4 16,-1 0 1-16,-1-19 6 16,-1-9 0-16,-4-10-7 15,-4-9 1-15,-3-6 7 16,-10-2 16-16,-5 4 22 16,-1 6 20-16,-6 9 10 15,-9 14 40-15,-6 12-14 16,-4 10-41-16,-3 15-57 15,-3 21-16-15,1 10 2 0,6 10-2 16,9 6-2-16,10-1-5 16,5 0-1-16,8-4-1 15,17-8-15-15,11-10-118 16,33-20-182-16,-7-12-167 16,-2-7-121-16</inkml:trace>
  <inkml:trace contextRef="#ctx0" brushRef="#br0" timeOffset="9225.66">29308 7454 1136 0,'0'0'229'0,"0"0"31"15,0 0 10-15,0 0-156 16,0 0-24-16,0 0-6 16,-47 88 13-16,37-48-27 15,0 3-26-15,5-2-17 0,5-1-17 16,0-8-8-16,5-6-2 15,6-11 0-15,1-9-10 16,5-6-3-16,-2-8 12 16,1-17 0-16,1-6 0 15,-1-1 0-15,-1 0 1 16,1 3 8-16,-4 7-8 16,-3 8 1-16,-2 8 11 15,-2 6-12-15,3 0 1 16,2 17-1-16,8 5 1 0,6 5-1 15,4 3 0 1,5-2-1-16,4-3-103 0,20-11-208 16,-9-8-211-16,-5-6-232 15</inkml:trace>
  <inkml:trace contextRef="#ctx0" brushRef="#br0" timeOffset="9407.9">29771 7572 882 0,'0'0'284'0,"0"0"83"16,0 0-38-16,0 0-46 15,0 0-85-15,0 0-97 16,0 0-58-16,-71-48-22 16,67 66 15-16,2 5-2 15,2 5-15-15,0-1-11 16,12 1-8-16,4-2-1 16,5-1-20-16,11-6-119 0,-6-9-209 15,-4-9-438-15</inkml:trace>
  <inkml:trace contextRef="#ctx0" brushRef="#br0" timeOffset="9720.51">29934 7174 804 0,'0'0'646'0,"0"0"-343"16,0 0-40-16,0 0-177 16,0 0-13-16,0 0 42 15,-1 111-38-15,5-54-24 16,9 1-23-16,-2 0-14 15,0-1-14-15,0-7-1 16,0-4-1-16,-2-12-28 0,1-18-74 16,-1-15 75-1,0-2 27-15,3-22 10 0,2-4 17 16,0 1 35-16,-2 6-7 16,-1 5-18-16,1 11-10 15,0 4-16-15,4 0-2 16,2 14 4-16,3 5 6 15,4 6-7-15,2 0-6 16,3 3-6-16,31 6-47 16,-7-7-229-16,-2-10-553 0</inkml:trace>
  <inkml:trace contextRef="#ctx0" brushRef="#br0" timeOffset="10473.64">31044 7436 804 0,'0'0'324'0,"0"0"-214"16,0 0 19-16,0 0-52 15,0 0-35-15,0 0-14 16,0 0-11-16,78 67 5 15,-62-67 45-15,-1-16 32 16,-3-5-16-16,-3-4-8 16,-5-1 7-16,-4 1-5 15,0 4 19-15,-4 4 9 16,-8 7 19-16,-5 7-22 0,-2 3-51 16,-4 10-32-16,0 12-2 15,-1 10-1-15,6 4-6 16,11 6-8-16,7-2-2 15,4 1 0-15,21-4-6 16,10-5-55-16,8-9-117 16,0-16-85-16,3-7-94 15,-5-16-22-15,-5-18 21 16,-8-10 104-16,-7-4 254 16,-11-5 230-16,-4 2 20 15,-3 7 73-15,-3 11-3 0,0 11-55 16,0 14-27-1,0 8-114-15,0 8-81 0,0 21-23 16,4 9-4-16,7 10 5 16,3 7-6-16,3 2-8 15,6 15-5-15,-8-5 4 16,-4 0-6-16,-6-2-76 16,-5-19-148-16,-3-7-130 15,-10-19 63-15,1-20 174 16,-2-17 85-16,-1-35 32 15,1-30 53-15,1-22 46 16,7 5 19-16,6 18 33 16,0 29 5-16,2 23-44 15,10 4-42-15,6 1-33 16,4 3-24-16,1 10-6 0,2 8-6 16,0 3-1-16,-1 5 0 15,-6 13-1-15,-5 4-1 16,-10 7 0-16,-3 2 1 15,-6 1 0-15,-17 1-12 16,-7-2-69-16,-8-2-109 16,7-8-199-16,7-9-496 0</inkml:trace>
  <inkml:trace contextRef="#ctx0" brushRef="#br0" timeOffset="10793.98">31757 7328 1172 0,'0'0'165'0,"0"0"38"0,0 0-38 16,-34 87-45-16,29-53-66 16,5-2-1-16,0-2-26 15,0-8-12-15,11-6 0 16,2-7 2-16,2-9 14 15,4 0-8-15,1-15 4 16,1-9-10-16,-1-8-8 16,-3-5-7-16,-5-2 4 15,-5-1-5-15,-7 5-1 16,0 7 0-16,-6 14-10 16,-10 12-24-16,1 2-34 0,2 19-11 15,10 17-78-15,3-3-197 16,0-6-362-16</inkml:trace>
  <inkml:trace contextRef="#ctx0" brushRef="#br0" timeOffset="11367.94">32130 7286 1405 0,'0'0'254'15,"0"0"123"-15,0 0-119 16,0 0-71-16,0 0-110 15,0 0-26-15,0 0 4 16,-91 59-12-16,85-23-8 0,6 0-16 16,0 1-2-16,15-2-9 15,10-7-8-15,6-6-8 16,5-11-7-16,0-11-59 16,-2 0-22-16,-4-25-6 15,-6-11 11-15,-7-14 38 16,-4-22 32-16,-9-27 20 15,-1 5 1-15,-3 10 12 16,0 19 37-16,0 35 26 16,0 5 61-16,-3 14 7 0,-3 11-84 15,-1 25-45 1,1 26-4-16,6 27 8 0,0-1-1 16,10-2-8-16,8-15-8 15,5-10 0-15,2 3 0 16,5 2-1-16,0-13-1 15,-1-11-8-15,-2-17-18 16,-4-14 1-16,-2 0 21 16,-5-17 4-16,-1-5 2 15,-3 3 12-15,-5 6 29 16,-1 4 7-16,-1 8-12 16,1 1-22-16,6 1-4 15,1 12 29-15,8 3-4 16,6 1 4-16,4-3-8 15,8-4 2-15,10-5-4 0,5-5-7 16,11 0-13 0,6-5-10-16,-4-7-5 0,-2-14-45 15,-17 4-152-15,-27 0-553 16</inkml:trace>
  <inkml:trace contextRef="#ctx0" brushRef="#br0" timeOffset="14493.52">24066 8705 644 0,'0'0'553'0,"0"0"-410"16,0 0 40-16,0 0 39 16,0 0-1-16,0 0-14 15,-86-53-65-15,63 53-25 0,-5 16-27 16,-6 15-23-16,-10 24 3 16,-3 24 29-16,0 20 2 15,10 5-10-15,16-17-29 16,17-24-21-16,4-21-20 15,4-6-20-15,19 7 0 16,11-4 0-16,11-4-1 16,13-14 0-16,21-20-70 15,25-21-187-15,-16-12-288 16,-13-9-466-16</inkml:trace>
  <inkml:trace contextRef="#ctx0" brushRef="#br0" timeOffset="16707.49">23844 8903 1513 0,'0'0'388'15,"0"0"-88"-15,0 0-20 16,0 0-90-16,0 0-105 16,-37 105-45-16,25-2 32 15,0 10 1-15,6-6-28 16,5-27-22-16,1-30-5 15,0-15-8-15,0-11-9 16,6-5 0-16,1-7-1 16,2-7-18-16,1-8-30 15,7-41 4-15,2-39-12 16,4-33 5-16,-6-18 6 16,-9-2 23-16,-5 14 5 15,-3 30 16-15,0 22 1 0,1 27 0 16,1 18 6-16,-1 8 38 15,2 7 16-15,1 10-43 16,4 4-17-16,4 27 0 16,6 14 11-16,3 11-2 15,4 5 6-15,4 1-14 16,0-4 0-16,6-7 0 16,2-10-1-16,-3-12-1 15,-1-13-20-15,-5-13-91 16,-6-3-43-16,-5-24 15 15,-6-10 2-15,-4-5 24 16,-6-1 67-16,-1 1 34 16,0 10 13-16,0 6 8 15,0 10 23-15,0 10 28 16,0 3-34-16,0 4-22 0,6 15 3 16,10 4 1-16,6 4 5 15,8 0-2-15,6-1-9 16,5-7 0-16,3-4 4 15,-3-7-5-15,-2-7 0 16,-11-1 0-16,-8 0-5 16,-8-7 5-16,-6-3 18 15,-6 3 37-15,0 0 40 16,0 3 35-16,0 4-25 16,1 0-65-16,2 4-27 15,3 15-5-15,0 6 1 0,3 4-8 16,-5 0 0-1,1 0-1-15,-4-7-41 0,-1-10-175 16,0-5-150-16,-9-7-418 16</inkml:trace>
  <inkml:trace contextRef="#ctx0" brushRef="#br0" timeOffset="16853.22">24517 8690 1320 0,'0'0'241'0,"0"0"11"15,0 0-186-15,0 0-50 16,0 0-10-16,0 0-6 16,49 104-150-16,-19-63-205 15,-2-7-555-15</inkml:trace>
  <inkml:trace contextRef="#ctx0" brushRef="#br0" timeOffset="17361.13">24797 8846 1532 0,'0'0'212'16,"0"0"-104"-16,0 0-14 15,0 0 82-15,0 98-52 16,8-61-38-16,-2 3-19 16,1-3-29-16,-1-3-19 15,-3-7-17-15,0-6-1 16,0-7-1-16,0-11-28 0,2-3-3 15,2-13 1-15,0-14-7 16,5-5 2-16,3 0 19 16,-1 1 8-16,-1 7 8 15,-3 9 1-15,0 5 0 16,-4 6 0-16,-1 4 8 16,3 0 3-16,4 5 16 15,4 10 5-15,4 2-5 16,4 1-16-16,1 0-11 15,3-2 8-15,0-2-9 16,-1-7 0-16,-6-4-1 16,0-3-24-16,-5-9 1 15,-4-11 17-15,-2-9 7 16,0 0 0-16,-4 3 12 16,-2 4 38-16,1 8 20 0,-4 8 52 15,1 4-31-15,1 2-54 16,4 0-26-16,4 14-5 15,5 6 7-15,-1 2-4 16,1 1-9-16,-5-2 0 16,-2-3-42-16,-8-5-134 15,-1-9-136-15,0-4-404 0</inkml:trace>
  <inkml:trace contextRef="#ctx0" brushRef="#br0" timeOffset="17490.57">25203 8622 157 0,'0'0'1212'16,"0"0"-1036"-16,0 0-22 16,0 0-120-16,0 0-34 15,0 0-173-15,121 35-388 0</inkml:trace>
  <inkml:trace contextRef="#ctx0" brushRef="#br0" timeOffset="17918.27">25834 8665 1472 0,'0'0'403'0,"0"0"-296"0,0 0-71 15,0 0 26-15,-8 107 40 16,8-53-33-16,3 4 0 15,2-2-25-15,-2-2-23 16,-3-8-14-16,0-6-7 16,0-10 0-16,0-12-1 15,0-14 1-15,0-4 3 16,0-18 7-16,1-11-8 16,11-3 10-16,5 0-2 15,2 6 1-15,2 7-10 16,3 7 9-16,-2 9-9 15,2 3-1-15,-3 0 0 16,1 9 2-16,-4 7 4 16,-4 4-5-16,-10 3 5 0,-4 4 3 15,-9 2-3-15,-19 3 3 16,-11 0-8-16,-9 0-1 16,-3-6-1-16,-1-5-48 15,2-11-68-15,14-5-131 16,17-5-319-16</inkml:trace>
  <inkml:trace contextRef="#ctx0" brushRef="#br0" timeOffset="18504.01">26223 8893 1495 0,'0'0'266'0,"0"0"18"15,0 0-179-15,0 0 53 0,0 0-44 16,-57 90-22-16,44-54 43 16,1-2-51-16,6-2-34 15,5-2-26-15,1-5-13 16,0-8-10-16,9-5-1 16,7-10-1-16,2-2-24 15,6-16-42-15,1-11-52 16,-1-5 4-16,-6-4 36 15,-3 1 42-15,-6 2 29 16,-5 2 8-16,-4 9 18 0,0 5 35 16,0 9 56-16,0 5 2 15,0 3-50-15,0 2-40 16,-1 16-20 0,-2 4 5-16,3 6 7 0,0 2-12 15,0-2 7-15,14-2-7 16,3-4-1-16,4-7 0 15,1-4-9-15,-1-11-81 16,0 0-5-16,-2-14-9 16,-5-15 16-16,-5-5 47 15,-6-12 32-15,-3-19 9 16,0 3 0-16,0-2 12 16,0 6 31-16,0 20 22 0,0 9 45 15,0 15 78-15,0 14-98 16,0 1-62-16,0 23-13 15,4 12-8-15,11 8 8 16,3 2-4-16,2 4-11 16,-1-3 0-16,-4-2 0 15,-5-5-41-15,-10-2-191 16,0-11-136-16,-15-13-414 0</inkml:trace>
  <inkml:trace contextRef="#ctx0" brushRef="#br0" timeOffset="19186.02">26316 8863 1489 0,'0'0'167'0,"0"0"-119"0,0 0-20 16,97 6 19-16,-42-1-35 16,4-5-10-16,-2 0-2 15,-6-8-70-15,-7-6 7 16,-9-3 46-16,-7-3 17 15,-9-1 10-15,-7 4 36 16,-4 1 57-16,-6 5 45 16,-2 4 24-16,0 5 18 15,0 2-34-15,-10 3-77 16,-3 18-30-16,-5 3 22 16,5 9-14-16,1 3-23 15,7 3-12-15,5-1-8 0,0-4-7 16,9-5-6-1,11-5 0-15,0-7-1 0,3-13-34 16,1-4-48-16,1-11 2 16,0-18 33-16,-1-13-54 15,-4-19 49-15,1-25 32 16,-2-21 13-16,-6 6 7 16,-2 26 1-16,-2 29 34 15,-8 31 40-15,1 7 42 16,-2 8 14-16,0 0-77 15,0 23-33-15,0 16-9 16,-5 13 4-16,1 11 2 16,3 5-3-16,1 0-6 15,0 1-8-15,0-3-1 16,8-7 0-16,3-9 0 0,1-16-12 16,3-17-42-16,1-17-4 15,5-7 37-15,3-24 20 16,3-8 1-16,-1 0 1 15,0 4 23-15,-5 9 16 16,0 8 8-16,-1 9-12 16,-2 7 2-16,3 2 1 15,0 8 8-15,0 10-3 16,1 5-6-16,1 1-14 16,-2 0-9-16,4-1-8 15,3-1-6-15,8-4-1 16,9-3 0-16,30-9-73 15,-11-2-253-15,-3-4-517 0</inkml:trace>
  <inkml:trace contextRef="#ctx0" brushRef="#br0" timeOffset="21469.38">28607 8693 316 0,'0'0'996'16,"0"0"-762"-16,0 0 73 15,0 0-12-15,-24-80-79 16,13 73-50-16,-1 5-41 16,-4 2-43-16,-5 14-36 15,-12 24-26-15,-7 30-4 0,1 19 14 16,8 3 9-1,13-17-9-15,15-23-12 0,3-12-6 16,2 2-12-16,11 6 0 16,5 2 0-16,3-9-7 15,-1-11 5-15,0-10-53 16,-1-11-38-16,2-7-1 16,-1-5 41-16,2-14 19 15,-1-5 11-15,-3-1-14 16,-2 3-5-16,-5 6 4 15,-7 5-16-15,-2 7-30 16,-2 4-20-16,-9 2-101 16,-10 11-131-16,-3 1-222 0</inkml:trace>
  <inkml:trace contextRef="#ctx0" brushRef="#br0" timeOffset="22143.77">28637 8618 827 0,'0'0'294'0,"0"0"-7"16,0 0 47-16,0 0-49 0,0 0-114 16,-84-22-85-16,48 44-21 15,-4 9 17-15,-2 10-4 16,2 5 10-16,7 0-18 15,12 0-21-15,8-8-20 16,11-6-11-16,2-5-5 16,12-3 8-16,14-3-9 15,9 1 7-15,6-4-5 16,4 1-4-16,1 1-4 16,-6 0-5-16,-6 0 0 15,-8 0 0-15,-9 0 7 16,-9 3 8-16,-8 1 27 0,0 3 5 15,-16 0 12-15,-9 1-15 16,-9 0-9-16,-6-3-20 16,-6-2-7-16,-5-4-7 15,-1-4 7-15,2-5-9 16,6-6-47-16,13-4-78 16,11-5-210-16,13-11-490 0</inkml:trace>
  <inkml:trace contextRef="#ctx0" brushRef="#br0" timeOffset="23022.51">29033 8673 1295 0,'0'0'514'0,"0"0"-258"16,0 0-81-16,-83 37-64 15,53 3-22-15,3 12 17 16,6 9-10-16,11 4-27 15,8-3-27-15,2-3-17 16,12-9-9-16,14-5-14 16,3-12-1-16,4-7-1 0,2-11 1 15,-3-15 0-15,1 0-1 16,-4-14-8-16,-4-11-20 16,-7-6-12-16,-11-4-8 15,-7 1 12-15,0 0 18 16,-16 4-1-16,-7 8 4 15,-2 5 0-15,1 8 14 16,2 6-7-16,4 3 7 16,6 0 0-16,9 0-9 15,3 0-3-15,13 0-45 16,20 0 4-16,28-14-44 16,36-8-108-16,-10 2-155 15,-8-2-24-15</inkml:trace>
  <inkml:trace contextRef="#ctx0" brushRef="#br0" timeOffset="23556.45">29484 8760 1478 0,'0'0'346'16,"0"0"-131"-16,-27 84-61 16,19-38-65-16,1 1-9 15,1 0-16-15,-1 0-23 16,4-8-18-16,1-5-14 15,2-9-7-15,0-9-2 16,0-10 0-16,9-6-13 16,6-8 12-16,4-16-1 0,2-2 2 15,2-2 0-15,-1 2 0 16,-3 6 1-16,-4 8 17 16,-3 7 7-16,2 5 12 15,-1 0-4-15,5 5 30 16,1 9 23-16,2 1-34 15,3 0-31-15,3-3-10 16,0-2-10-16,-1-7 7 16,-1-3-7-16,-2-4 8 15,-3-17-3-15,-7-11-5 16,-4-9 7-16,-8-20-7 16,-1-25 5-16,-20-18-5 0,-4 9 11 15,-1 20 12 1,5 34 37-16,4 25 2 0,-5 6 9 15,-2 9-9-15,-8 1-33 16,0 22-23-16,-2 17-1 16,3 9 6-16,9 5-3 15,11-1 0-15,10-4-3 16,4-8-4-16,26-9 4 16,27-11 0-16,27-18-5 15,32-4 1-15,22-24-2 16,6-8 0-16,-34 6-108 15,-31 4-416-15</inkml:trace>
  <inkml:trace contextRef="#ctx0" brushRef="#br0" timeOffset="24158.72">24290 10403 1538 0,'0'0'384'16,"0"0"-168"-16,0 0-126 15,0 0-31-15,0 0-43 16,0 0 1-16,69 27-1 16,-32-24-16-16,9-1-98 15,-8-2-176-15,-12 0-323 0</inkml:trace>
  <inkml:trace contextRef="#ctx0" brushRef="#br0" timeOffset="24291.83">24244 10639 1290 0,'0'0'327'0,"0"0"-158"0,0 0-156 16,0 0 68-16,0 0-42 15,142-38-39-15,-64 2-124 16,-4-5-362-16</inkml:trace>
  <inkml:trace contextRef="#ctx0" brushRef="#br0" timeOffset="24540.57">24737 10216 1185 0,'0'0'258'15,"0"0"-105"-15,108 95 29 16,-73-48-29-16,-13 6-10 16,-15 2-28-16,-7 1-3 15,-25 0-35-15,-18-5-26 16,-13-4-26-16,-2-8-13 16,0-8-12-16,7-10-24 15,14-21-112-15,15 0-194 16,15-18-614-16</inkml:trace>
  <inkml:trace contextRef="#ctx0" brushRef="#br0" timeOffset="25531.36">25501 10203 694 0,'0'0'388'0,"0"0"-137"0,0 0-35 15,0 0-40-15,0 0-43 16,0 0-46-16,0 0 0 16,-9 0 6-16,9 0 0 15,0 0-6-15,-1 0-11 16,1 0-21-16,0 0-18 16,-2 0-21-16,2 0-7 15,0 0 0-15,0 0-9 16,0 0 1-16,0 0 0 15,0 0 0-15,0 0 0 16,0 0-1-16,-1 0 1 0,1 0 0 16,0 0 0-1,0 0 0-15,0 0 1 0,0 0-1 16,0 0 1-16,0 0-1 16,0 0 0-16,0 0 5 15,0 0-5-15,0 0 0 16,0 0 8-16,0 0 9 15,0 0-2-15,0 0 1 16,0 0-7-16,0 0-8 16,0 0-1-16,0 0 1 15,-2 0-1-15,1 3 7 16,-2 3-7-16,1 4 29 16,1 0 9-16,1-1-7 0,0 1-6 15,0 2-8-15,0 0-3 16,0 1-4-16,0-2-2 15,0 1-1-15,0-2-7 16,0-3 0-16,0-4 8 16,0 1-8-1,0-3 1-15,0 1 4 0,0-2-5 16,0 0 8-16,0 0 0 16,0 0 2-16,0 0-4 15,0 0-6-15,0 0 5 16,0 0-6-16,0 0 0 15,0 0 0-15,0 0-1 0,0 0 0 16,0 0-5 0,0 1-6-16,0 3-3 15,0 6 7-15,0 6 8 0,1 4 0 16,4 8 0-16,-2 5 0 16,-3 7 0-16,0 2 1 15,0-1-1-15,0-2 1 16,0-4 5-16,0-6 4 15,0-4 2-15,0-3 0 16,0-7-12-16,0-2 0 16,0-6 1-16,0-3-1 15,0-2 1-15,0-2-1 16,-2 0-14-16,-4 0-87 16,-3-2-138-16,-1-8-282 15,0-2-697-15</inkml:trace>
  <inkml:trace contextRef="#ctx0" brushRef="#br0" timeOffset="34961.79">26146 10268 1403 0,'0'0'347'0,"0"0"-138"0,0 0 2 16,0 0-42-16,0 0-86 15,0 0-54-15,-6 78-15 16,6 11 60-16,0 0 20 16,0-16-24-16,3-23-39 15,0-18-19-15,1 3-3 16,2 0-9-16,0-2 0 16,-3-12-77-16,-2-11-87 15,-1-10-50-15,0 0-1 16,-1-20-286-16,-11-9 168 15,-4-9-46-15,-4-7-8 16,2-10 181-16,2-3 109 16,2-2 97-16,8-1 183 15,6 5 122-15,0 7-8 0,6 8-63 16,10 8-54-16,6 5-36 16,3 7-32-16,5 5-32 15,1 6-11-15,1 5-14 16,-3 5-15-16,-3 0-4 15,-5 13-11-15,-6 7 6 16,-6 7 3-16,-8 3-2 16,-1 3-10-16,-7 2-3 15,-11-3-4-15,-3-2-4 16,0-6-10-16,3-4 1 16,6-8 4-16,5-6 4 15,3-3 42-15,4-2 10 16,0 1-25-16,0 0-21 0,11 6-4 15,7 1 1-15,5 4 2 16,0 1 0-16,3 3-5 16,-4 2-3-16,-6-1-1 15,-5 0-4-15,-8 0 4 16,-3 2 6-16,-9 0 0 16,-12 0 2-16,-11-2-3 15,-2-1-4-15,-6-3-6 16,3-5-1-16,4-1-4 15,5-5-65-15,11-3-62 16,17-1-85-16,0-12-389 16,18-1-689-16</inkml:trace>
  <inkml:trace contextRef="#ctx0" brushRef="#br0" timeOffset="35426.44">26703 10335 1508 0,'0'0'318'0,"0"0"-48"16,0 0-77-16,0 0-52 15,0 0-74-15,-85 25-12 16,59 4 6-16,0 5-11 16,4 2-2-16,7 0-11 15,4-3-10-15,7-2-18 16,4-5-8-16,0-4 5 15,12-5 3-15,6-9-9 0,6-5-10 16,3-3-44-16,1-6-38 16,0-13-2-16,-3-9 21 15,-2-3 21-15,-5-1 33 16,-5 0 12-16,-4 2 7 16,-6 8 10-16,-1 5 11 15,-2 7 13-15,0 3 15 16,0 4 9-16,0 3-23 15,0 0-12-15,0 0-17 16,0 15-5-16,1 2 14 16,4 6 12-16,2 4 7 15,2 0-4-15,3 1-18 16,3-1-6-16,0-4-6 0,4-2 0 16,2-8-44-16,2-4-82 15,0-8-78-15,13-7-116 16,-6-15-69-16,-5-2-562 0</inkml:trace>
  <inkml:trace contextRef="#ctx0" brushRef="#br0" timeOffset="35623.37">27027 10196 1862 0,'0'0'476'0,"0"0"-317"15,0 0-80-15,0 0-51 16,0 0-3-16,0 0 37 15,10 94-6-15,1-56-30 0,1 0-15 16,0-1-11-16,-2-1 0 16,-2-5-58-16,-4-4-126 15,-4-9-131-15,0-5-1220 16,0-10 1461-16</inkml:trace>
  <inkml:trace contextRef="#ctx0" brushRef="#br0" timeOffset="36342.62">27012 10415 1340 0,'0'0'48'15,"83"0"118"-15,-31 0-122 0,0-7-44 16,-2-5-18-16,-14-4-24 15,-12-3 19-15,-14 0 23 16,-7-2 93-16,-3-1 50 16,0 4 31-16,0 5-4 15,-1 3 7-15,-4 6-25 16,1 4-17-16,-6 0-41 16,-1 16-49-16,-1 8 3 15,0 8 2-15,5 3-14 16,7 2-21-16,0 0-1 15,9-3-5-15,12-1-8 16,2-7-1-16,3-5 0 0,-4-9-20 16,1-11-84-1,-4-1-32-15,-3-23-4 0,-1-14-11 16,-1-21 42-16,-3-26 66 16,2-25 27-16,-1 5 16 15,-2 19 7-15,-1 32 12 16,-5 30 62-16,-1 7 21 15,-1 8 10-15,0 8-53 16,-1 5-41-16,3 25-2 16,2 10 39-16,0 9-1 15,5 8-18-15,0 2-12 16,2 2-6-16,0-2-11 16,-3-5-7-16,1-11 2 0,-1-12-2 15,-2-15 0 1,1-13 0-16,4-5 0 0,4-21 7 15,5-8 5-15,2-5-6 16,-3 5-5-16,0 9 11 16,-5 8 12-16,-4 8 14 15,0 6-14-15,3 3 4 16,0 15 33-16,4 5 1 16,2 5-19-16,-2 1-13 15,4-2-6-15,-1-2-5 16,1-6-2-16,5-6-7 15,2-7-2-15,5-6-8 0,3 0-8 16,26-26-47-16,-11-4-285 16,-3-3-669-16</inkml:trace>
  <inkml:trace contextRef="#ctx0" brushRef="#br0" timeOffset="63906.95">1217 5277 204 0,'0'0'1348'15,"0"0"-1056"-15,0 0-101 16,0 0-51-16,0 0-62 15,0 0-48-15,13 40-2 16,8-5 27-16,3 3 9 16,4-2-11-16,-1-3-14 15,1-8 14-15,2-10 8 0,0-10 5 16,3-5 6-16,1-8 20 16,11-32 29-16,15-29-24 15,11-30-32-15,1-15-32 16,-8-2-11-16,-10 8-2 15,-17 25-11-15,-10 23 1 16,-8 19-8-16,-4 10 4 16,-2 4-6-16,-2 5 0 15,-5 4-6-15,-3 12-9 16,-3 6-11-16,0 0-31 16,0 0-58-16,-6 34-160 0,0-1-110 15,-5 1-435-15</inkml:trace>
  <inkml:trace contextRef="#ctx0" brushRef="#br0" timeOffset="67377.3">22958 4075 1560 0,'0'0'399'0,"0"0"-142"16,0 0-100-16,0 0-53 16,0 0 53-16,90 13 10 15,-18-3-34-15,27-5-34 16,22-5-29-16,3 0-23 15,-23-1-26-15,-28-6-15 16,-34 0 0-16,-9 4-6 16,-5 0-24-16,-7-1-70 15,-5 0-130-15,-16 0-134 16,-19-1-299-16,-8 2-349 0</inkml:trace>
  <inkml:trace contextRef="#ctx0" brushRef="#br0" timeOffset="67576.93">22852 4210 1311 0,'0'0'204'0,"0"0"61"15,0 0 72-15,81 17-46 16,12-15-34-16,46-2-43 16,23 0-84-16,3-2-66 15,-19-4-34-15,-32 0-17 16,-28 1-11-16,-26 4-2 15,-20-1-11-15,-9 2-125 0,-7 0-355 16,-9-2-477-16</inkml:trace>
  <inkml:trace contextRef="#ctx0" brushRef="#br0" timeOffset="80559.93">15076 4081 1194 0,'0'0'249'0,"0"0"-153"0,0 0-29 16,0 0 35-16,0 0 7 15,0 0-30-15,72 0 37 16,-8 4-21-16,30 2-18 16,32-1-11-16,15 2 11 15,4-1 2-15,-1-3 3 16,-2-2-1-16,7-1-2 16,5 0-12-16,8-3-13 15,6-9-15-15,8-2-5 16,12 0 1-16,7 1 2 15,2 6-9-15,-5 4-19 16,-2 3 3-16,-13 0 2 0,-2 0 4 16,-8 0-6-16,-6 0 4 15,-9 0-10-15,-9 0 5 16,-10 0 2-16,-12 0-1 16,-11 0 6-16,-11 0-2 15,-19 0 5-15,-19 0-3 16,-19 0 0-16,-6 3-7 15,-2-2-4-15,1 0-5 16,-4-1 7-16,-7 2 0 16,-6-2 0-16,-8 0 9 15,-2 0 1-15,-1 0 4 16,-3 0-4-16,1 0-5 16,-2 0-7-16,-2-2-5 15,-1 1 4-15,0-3-6 16,0-1-11-16,-32-3-103 0,0-1-227 15,-4-4-738-15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52:25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28965 10261 340 0,'0'0'1366'0,"0"0"-1172"16,0 0-43-16,0 0-14 15,0 0-13-15,0 0-54 16,-12-3-39-16,18-1-21 16,9 1-10-16,4-2 0 15,5 0-51-15,-3 1-66 16,-5 4-68-16,-5 0-96 16,-9 0-38-16,-2 3 43 15,-14 11 65-15,-13 3 81 16,-7 4 88-16,-2 1 42 15,0 4 40-15,4-3 54 0,9-2 13 16,6-4-15-16,10-4-16 16,7-7-23-16,0-1-12 15,19-5-3-15,11 0-9 16,10-11-5-16,11-7-24 16,24-15-65-16,-13 3-168 15,-8 2-665-15</inkml:trace>
  <inkml:trace contextRef="#ctx0" brushRef="#br0" timeOffset="234.19">29223 10092 1194 0,'0'0'271'15,"0"0"-127"-15,82 0-6 16,-41 11-34-16,-2 6-9 15,-6 6-16-15,-12 5-14 16,-12 4 44-16,-9 6-28 16,-15 6-25-16,-21 1-17 15,-7 2-26-15,-6-2-13 16,2-8-78-16,13-12-389 16,15-17-592-16</inkml:trace>
  <inkml:trace contextRef="#ctx0" brushRef="#br0" timeOffset="1065.9">29806 9986 1285 0,'0'0'359'16,"0"0"-27"-16,0 0-32 15,0 0-71-15,0 0-107 16,0 0-80-16,0 0-24 0,-25 51 13 15,25-12 16 1,6 3 8-16,7-1-27 0,3-5-14 16,5-5-9-16,3-6-5 15,1-8-1-15,-1-11-7 16,2-6-38-16,-4-6-41 16,-5-18-27-16,-6-10 11 15,-5-3 9-15,-4-7 0 16,-2 1 31-16,0 4 31 15,-2 6 23-15,-2 9 9 16,1 11 2-16,1 8 10 16,2 5-12-16,0 5-1 15,11 12-1-15,8 3 2 16,6 3 0-16,8-4 0 0,5-4 0 16,1-5-21-16,-1-7-58 15,-1-3-96-15,-8-5-31 16,-11-14 56-16,-7-7 100 15,-6-5 50-15,-5-3 55 16,0 4 59-16,0 3 57 16,-3 10 11-16,-1 10 2 15,2 7-54-15,1 1-63 16,1 22-39-16,0 12 39 16,0 10 15-16,0 8-18 15,0 3-15-15,5 4-34 16,0 1-14-16,1-3-1 15,0-3-26-15,-1-9-164 0,-4-10-145 16,-1-23-203 0,-4-10 48-16,-8-3-58 0</inkml:trace>
  <inkml:trace contextRef="#ctx0" brushRef="#br0" timeOffset="1264.7">30234 9866 1030 0,'0'0'321'0,"0"0"-131"15,0 0-72-15,0 0-49 16,97-72-24-16,-73 72 3 16,-5 6 28-16,-4 15-14 15,-4 5-24-15,-9 5-10 16,-2 2-1-16,-5 4-7 0,-15-2-19 16,-4-1-1-16,-4 3-54 15,4-9-255-15,9-11-423 0</inkml:trace>
  <inkml:trace contextRef="#ctx0" brushRef="#br0" timeOffset="2417">30586 9861 1377 0,'0'0'260'0,"0"0"73"16,0 0-167-16,0 0-69 15,0 0-20-15,0 0 21 16,-65 106 13-16,54-72-17 16,5 3-39-16,6-3-27 0,0 0-13 15,6-8-15-15,10-6 0 16,2-8-10-16,5-11-8 16,-3-1 2-16,0-22-38 15,-1-14-19-15,-7-11 17 16,-5-24 27-16,-4-29 6 15,-3 5 14-15,0 10 9 16,0 16 1-16,0 33 13 16,0 8 30-16,-3 6 41 15,-1 18 1-15,0 4-52 16,-1 23-33-16,2 11 9 16,0 15 7-16,3 7 1 0,0 4-8 15,11 4-8-15,13-3-2 16,7-5-1-16,8-9-44 15,7-16-118-15,0-14-70 16,-3-17-90-16,-5-8-177 16,-8-21-15-16,-10-12 158 15,-5-5 357-15,-7-2 215 16,-2 2 83-16,-5 7 34 16,-1 11-25-16,0 10-34 15,0 9-35-15,-1 9-44 16,-10 0-74-16,-1 11-75 15,-2 11-3-15,-1 6 17 16,0 2 4-16,6 2-18 0,4 1-18 16,5-1-15-16,0-5-12 15,0-1 0-15,5-9-13 16,2-7-50-16,5-8-59 16,-1-2 7-16,5-17 14 15,0-10-24-15,2-5 17 16,-1-3 55-16,-4 4 34 15,-4 3 18-15,-3 9 1 16,-3 6 25-16,-3 8 37 16,0 5 16-16,0 0-38 15,0 11-34-15,0 9 14 16,0 4 9-16,0 3 5 16,0 0-5-16,7 1-17 0,5-3-1 15,5-5-9 1,-2-7-2-16,1-6-2 0,-1-7-39 15,0-4-24-15,-5-23-39 16,-2-7 21-16,-7-24 46 16,-1-27 24-16,0-34 6 15,0 6 7-15,0 21 1 16,0 37 10-16,0 35 31 16,0 8 60-16,-4 10 1 15,-2 2-55-15,-2 17-38 16,1 17 7-16,4 11 8 15,3 7 11-15,0 1-4 16,18 0-9-16,9-2-16 16,2-5-7-16,4-10-10 0,0-7-39 15,-3-15-41-15,-3-11-30 16,-4-3 33-16,-4-20 31 16,-2-10 28-16,-3-4 16 15,-1-2 11-15,-4 0 1 16,-3 6 2-16,-3 10 32 15,-1 6 29-15,-2 11 32 16,0 3-36-16,0 5-27 16,-5 18 9-16,1 7 23 15,2 4-6-15,2 7 2 16,2-2-13-16,17-1-11 16,5-3-15-16,9-6-11 15,10-5-4-15,5-10 0 16,4-11-6-16,-1-3 0 15,-5-27-125-15,-13-4-147 0,-17-5-505 16</inkml:trace>
  <inkml:trace contextRef="#ctx0" brushRef="#br0" timeOffset="2589.77">31056 9671 1113 0,'0'0'262'16,"0"0"-24"-16,0 0-54 16,101-36-55-16,-42 18-75 15,27 1-54-15,-13 5-7 16,-18 7-369-16</inkml:trace>
  <inkml:trace contextRef="#ctx0" brushRef="#br0" timeOffset="2870.11">30944 10504 1572 0,'0'0'235'16,"0"0"-114"-16,-1 75 101 15,1-35-36-15,0 3-60 0,8 1-62 16,0-3-14 0,-2-3-23-16,-5-4-18 0,-1-7-9 15,0-6-9-15,0-8-101 16,-4-11-103-16,-18-13-114 16,3-14-350-16,-1-8-198 0</inkml:trace>
  <inkml:trace contextRef="#ctx0" brushRef="#br0" timeOffset="3048.79">30837 10422 1007 0,'0'0'218'0,"0"0"65"16,0 0-60-16,67-92-68 15,-36 76-63-15,2 9-23 0,-3 7 3 16,-6 0-16-16,-9 14-6 16,-5 8-9-16,-9 7-13 15,-1 4-11-15,-3 6-11 16,-13 3-6-16,-1-2 0 15,1 10-92-15,7-14-273 16,6-10-514-16</inkml:trace>
  <inkml:trace contextRef="#ctx0" brushRef="#br0" timeOffset="3657.2">31297 10258 1659 0,'0'0'235'0,"0"0"54"16,0 0-140-16,0 0-48 0,0 0-6 16,0 0 38-16,-61 103-14 15,42-63-32-15,5-1-28 16,7-1-24-16,4-2-19 16,3-7-8-16,0-7-7 15,9-7 0-15,6-13-1 16,6-2-1-16,1-14-20 15,2-15-48-15,-3-10-1 16,-5-2-6-16,-4-1 19 16,-4 2 32-16,-4 6 24 15,-2 9 1-15,-2 6 6 16,0 8 14-16,0 5 39 16,0 6-7-16,0 0-21 0,0 6-20 15,0 11-10-15,0 8 9 16,0 6 5-16,4 4-7 15,5-1-1 1,3 0-4-16,3-3 4 0,-1-4-7 16,2-10-2-16,-3-7-14 15,1-10-33-15,-1 0-9 16,2-23-14-16,-3-10-22 16,-3-4 27-16,0-2 40 15,-5 0 20-15,-1 8 7 16,-3 6 6-16,2 7 9 15,-2 8 12-15,0 4 30 0,0 5-19 16,1 1-27 0,4 3-11-16,2 11 6 0,7 6 3 15,-1 2-8-15,6 4 11 16,4-1-11-16,-1-2 6 16,5 1 0-16,3-7-7 15,1-2-22-15,5-5-58 16,7-10-186-16,-7-6-214 15,-8-10-193-15</inkml:trace>
  <inkml:trace contextRef="#ctx0" brushRef="#br0" timeOffset="4019.41">31892 10288 880 0,'0'0'285'0,"0"0"52"16,0 0-36-16,0 0-20 0,0 0-105 16,0 0-40-16,0 0-50 15,-20-30-49-15,9 47 8 16,-2 5 7-16,2 6-12 15,1 2-16-15,4 1-8 16,3 1-5-16,3-3-11 16,0-3 0-16,0-6-1 15,3-8-25-15,3-6-41 16,3-6-3-16,-2 0 26 16,4-18-14-16,1-6 0 15,-2-5 21-15,-1 2 25 16,-2 0 12-16,0 7 0 15,-6 6 12-15,1 6 13 16,-1 7 10-16,-1 1-15 16,2 0-5-16,1 12 7 0,1 5 3 15,5 0-1-15,1 4-6 16,1-3-11-16,4-2-7 16,-3-4 0-16,2-4-48 15,12-8-127-15,-2 0-203 16,-3-9-229-16</inkml:trace>
  <inkml:trace contextRef="#ctx0" brushRef="#br0" timeOffset="4933.93">32073 10257 1136 0,'0'0'311'16,"0"0"178"-16,0 0-328 16,0 0-84-16,0 0-18 15,0 0 16-15,0 0-8 0,-10 89-24 16,10-63-16-1,1 0-8-15,4-4-4 0,-1-2-9 16,-1-5-6 0,0-9 0-16,-3-3-26 0,0-3-45 15,0-11 1-15,0-14-1 16,0-7 30-16,0-9 30 16,0 0 11-16,0 5 1 15,3 7 8-15,3 7 2 16,2 11 2-16,0 7-4 15,1 4 1-15,5 1-1 16,2 17 22-16,1 2-1 16,1 3-14-16,-2 4-3 0,-3-2 2 15,-4-3-6-15,-1-1-9 16,-5-6 2-16,-3-5-1 16,0-4-1-16,0-6 0 15,0 0 1-15,-9-17 10 16,3-9 4-16,4-3-2 15,2-5-1-15,0 5 6 16,8 3 2-16,5 8 3 16,-2 4 2-16,-2 9-1 15,1 5-12-15,-1 0-5 16,2 10 6-16,2 9 16 16,0 1-1-16,2 6-9 15,2 1-13-15,0-1-4 16,3-1-2-16,-1-2 0 0,1-5-8 15,-2-11-65-15,-2-5-46 16,-1-2 1-16,1-16-61 16,-2-9-3-16,-1-6 21 15,-4-5 60-15,0 0 72 16,-3 1 29-16,-3 5 55 16,-3 7 69-16,0 6 62 15,0 8 6-15,0 8-37 16,-9 1-73-16,0 6-53 15,0 11 15-15,-3 7 27 16,6 4-22-16,3 2-13 16,3-1-18-16,2 1-5 15,14-5 1-15,2-5-7 0,5-6-1 16,0-7-6-16,3-7-10 16,0-2-42-16,0-17-48 15,-2-8-31-15,-6-7 35 16,-8-9 44-16,-7-7 33 15,-3-7 13-15,0-1 6 16,-1 3 13-16,-8 11 57 16,1 17 65-16,1 12 35 15,2 15-68-15,2 3-76 16,2 22-19-16,1 11 1 16,0 9 4-16,3 4 1 15,8 5-5-15,2-1-8 0,-1-5 0 16,-1-2 0-1,-2-10-14-15,1-10-135 0,-5-18-143 16,-2-8-315-16,-3 0-417 16</inkml:trace>
  <inkml:trace contextRef="#ctx0" brushRef="#br0" timeOffset="5076.86">32489 10154 1111 0,'0'0'36'16,"0"0"-3"-16,0 0-17 16,140 2-16-16,-83-4-154 15,-7-3-171-15</inkml:trace>
  <inkml:trace contextRef="#ctx0" brushRef="#br0" timeOffset="5796.45">32838 10043 973 0,'0'0'159'16,"0"0"-50"-16,0 0 37 15,0 0-5-15,0 0-56 16,0 0-20-16,-6 72-31 16,6-57-20-16,6-3-5 15,2-5-6-15,1-4 3 16,1-3 7-16,-1 0 6 15,2-9-9-15,-3-8 5 0,-2-2 1 16,-1 1 31-16,-5 1 85 16,0 2 16-16,0 8 5 15,0 2 55-15,-3 5-59 16,-6 0-88-16,-4 15-43 16,-3 11 0-16,2 3 9 15,2 3 5-15,3 4-11 16,5 0-9-16,4-2 2 15,0-6-14-15,1-4 1 16,11-10-2-16,1-8 1 16,3-6-12-16,3-9 0 15,1-15-18-15,3-7 9 16,-2-8 6-16,1-1 6 0,-1 2 2 16,-4 4 6-1,-3 10 1-15,-6 12 0 0,-5 7 1 16,0 5-1-16,0 10-10 15,2 10 10-15,3 6 1 16,1 0-1-16,7-1 0 16,2-2 0-16,8-7-5 15,2-9-9-15,5-5-108 16,3-2-38-16,1-17-48 16,-1-11 27-16,-4-9 64 15,-2-9 42-15,-4-7 21 16,-10 2 54-16,-4 6 18 15,-11 12 84-15,-1 14 43 16,-7 14-23-16,-11 5-60 0,-4 10-8 16,0 12 2-16,3 7-9 15,8 6-14-15,8 0-3 16,3 1-11-16,7-1 3 16,11-1-7-16,3 0-3 15,3-1 7-15,-3 0 10 16,-4-2-5-16,-7-3-14 15,-34 9-10-15,-15-7-77 16,-24-4-288-16</inkml:trace>
  <inkml:trace contextRef="#ctx0" brushRef="#br0" timeOffset="6766.28">24491 11909 1729 0,'0'0'494'0,"0"0"-154"15,0 0-114-15,0 0-73 0,0 0-78 16,0 0 11 0,0 102-9-16,0-45-22 0,0 6-11 15,-1-3-16-15,-2-1-11 16,1-6-17-16,2-8 0 16,0-8-20-16,0-8-80 15,0-14-180-15,0-10-417 16,3-5-1052-16</inkml:trace>
  <inkml:trace contextRef="#ctx0" brushRef="#br0" timeOffset="7432.94">25321 12246 1294 0,'0'0'344'16,"0"0"-130"-16,0 0-80 16,0 0 40-16,85-57-76 15,-49 18-67-15,-4-11-16 16,-5-16-8-16,-9 2-1 16,-11-3 9-16,-7 3 26 15,0 17 29-15,-10 9 37 16,-9 13 55-16,-4 19-56 0,-2 6-73 15,-2 20-27-15,2 12-5 16,1 5-1-16,9 1 0 16,12-1 0-16,3-6 0 15,10-5 1-15,15-4 0 16,4-7 0-16,4-2-1 16,3-4-1-16,-5-1 0 15,-4 0 0-15,-9 1 0 16,-6 4-1-16,-9 4-4 15,-3 7 6-15,0 6 0 16,-14 8 23-16,-1 2 23 16,1 0 9-16,4-1-10 15,7-5-15-15,3-5-14 0,10-10-14 16,18-6 7-16,14-11-2 16,13-2-7-16,11-15-21 15,3-17-104-15,0-11-171 16,-5-23-91-16,-12-22-259 15,-19 8 322-15,-12 10 322 16,-16 14 2-16,-5 27 277 16,0 5 48-16,-2 2-30 15,-5 15-27-15,2 7-43 16,-1 4-131-16,2 18-53 16,2 9 21-16,2 11-9 15,0 6-14-15,2 8-9 16,7 4-16-16,2 5-13 15,-1 0-1-15,-4-3-54 16,-6-4-248-16,0-17-241 16,0-20-213-16</inkml:trace>
  <inkml:trace contextRef="#ctx0" brushRef="#br0" timeOffset="7623.12">26001 11896 1031 0,'0'0'227'16,"0"0"-11"-16,0 0-70 15,0 0-38-15,94-58-51 16,-72 58-15-16,-2 0 25 16,-8 17-11-16,-7 7-10 0,-5 5 7 15,0 5-11 1,-7 3-28-16,-5-2-9 0,-4 5-5 16,5-11-239-16,5-10-470 0</inkml:trace>
  <inkml:trace contextRef="#ctx0" brushRef="#br0" timeOffset="7951.33">26308 11838 955 0,'0'0'350'16,"0"0"-113"-16,0 0-60 15,0 0 15-15,0 0-16 16,-71 104-15-16,60-65-31 15,3 2-38-15,8-2-46 0,0-4-28 16,2-8-3-16,10-7-14 16,3-9-1-16,-2-11 0 15,4-6 0-15,-2-19 0 16,2-8-5-16,-3-9-12 16,-2-5-2-16,-6-1-2 15,-6 1 5-15,0 7 5 16,0 10-2-16,-2 13 0 15,-2 12-27-15,0 5-52 16,4 7-43-16,0 10-50 16,30 8-160-16,1-4-29 15,0-4-568-15</inkml:trace>
  <inkml:trace contextRef="#ctx0" brushRef="#br0" timeOffset="8492.29">26635 11866 1262 0,'0'0'371'0,"0"0"17"16,0 0-184-16,0 0-68 16,0 0-63-16,0 0 28 15,-87 60 23-15,74-34-39 16,7 1-41-16,6-1-21 16,1 0-13-16,20-3 2 15,6-6-12-15,3-8 0 16,1-9-33-16,-1 0-61 15,0-18-28-15,-6-13-16 16,-2-11-22-16,-4-21 74 16,-6-29 45-16,-4-32 25 0,-4 6 16 15,-4 23 2-15,0 37 43 16,0 36 57-16,0 10 79 16,0 7 34-16,-6 5-102 15,-2 15-83-15,1 37-15 16,4 29 7-16,3 23 15 15,0 9-7-15,14-9-7 16,2-26-14-16,-4-27-9 16,-3-15 0-16,3-12-1 15,-2-7-15-15,5-7-10 16,0-8 1-16,1-4 13 16,4-22 12-16,1-6 1 0,-1 0 1 15,-3 5 4 1,-2 9 0-16,-5 8 8 0,1 8-4 15,2 0-8 1,2 12 19-16,7 8 25 0,2 3-7 16,3 1-12-16,0-1-18 15,-3-5-8-15,4-7-1 16,4-7 0-16,47-11-91 16,-9-12-233-16,6-11-622 0</inkml:trace>
  <inkml:trace contextRef="#ctx0" brushRef="#br0" timeOffset="13781.11">27889 11736 1446 0,'0'0'315'15,"0"0"-150"-15,0 0-32 16,0 0-34-16,0 0-44 16,0 0-33-16,91-22-12 15,-41 13-10-15,3-3 0 16,16-5-99-16,-12 3-188 15,-18 2-284-15</inkml:trace>
  <inkml:trace contextRef="#ctx0" brushRef="#br0" timeOffset="13936.67">27874 11860 856 0,'0'0'267'15,"0"0"-110"-15,0 0-17 16,0 0-13-16,0 0-62 15,0 0-15-15,126-9-50 16,-34-32-11-16,-11 4-220 16,-13 0-323-16</inkml:trace>
  <inkml:trace contextRef="#ctx0" brushRef="#br0" timeOffset="14183.33">28240 11445 932 0,'0'0'610'16,"0"0"-460"-16,0 0-71 16,0 0 2-16,127 24 50 15,-71-3-30-15,4 6-14 16,-5 6-8-16,-7 6 28 16,-11 1-21-16,-13 0-24 15,-17 5-10-15,-7-2-25 16,-26 2-4-16,-36 11-9 0,-29 5-6 15,2-4-8 1,-2-5-83-16,33-18-199 0,31-24-761 16</inkml:trace>
  <inkml:trace contextRef="#ctx0" brushRef="#br0" timeOffset="14913">29135 11672 1250 0,'0'0'560'0,"0"0"-443"16,0 0-4-16,0 0 33 15,-26 93-34-15,26-61-38 16,0-6-16-16,0-2-26 0,0-5-14 16,0-8-10-16,0-7-8 15,0-4 1-15,0 0 21 16,0-15-4-16,0-13-18 16,-4-13 0-16,-1-8-7 15,2-6 6-15,3-1 1 16,0 5 0-16,17 11 6 15,7 14 6-15,4 16-11 16,6 10 0-16,1 10 0 16,1 18 4-16,-5 8 10 15,-4 5-5-15,-8-1 5 16,-5 0-1-16,-4-3-4 0,-6-8-4 16,-2-9-5-1,-2-7 2-15,0-9 3 0,0-4 19 16,-5-11 51-16,-5-21-21 15,4-11-23-15,4-10-1 16,2-3-16-16,7 7-3 16,10 11 0-16,3 15-10 15,2 17-1-15,2 6-1 16,3 14 0-16,-2 21 0 16,0 8 13-16,-2 5-6 15,-2 4-1-15,-4-1-6 16,-1-4-2-16,0-1-126 15,-6-12-186-15,-2-14-532 0</inkml:trace>
  <inkml:trace contextRef="#ctx0" brushRef="#br0" timeOffset="15895.88">29732 11464 1352 0,'0'0'492'15,"0"0"-410"-15,0 0 105 16,0 0 11-16,13 108-53 16,0-58-14-16,4 1-35 15,-1 2-40-15,2-6-35 16,0-8-15-16,-3-11-6 16,-1-10-14-16,0-15-107 0,-2-3-33 15,1-18-24-15,-2-14-88 16,-2-8-79-16,-2-9 172 15,-4-2 122 1,-3 1 51-16,0 5 53 0,0 9 85 16,0 10 50-16,-1 9 39 15,-2 10-28-15,1 7-54 16,1 0-81-16,1 10-40 16,0 10 18-16,0 11 47 15,6 7-9-15,7 2-18 16,5 0-6-16,2 1-32 15,3-7-13-15,1-7-10 16,-2-8-1-16,0-12-23 16,0-7-93-16,0-6-35 15,-3-24-36-15,0-13 2 0,-2-24 35 16,-5 1 39-16,-1-5 45 16,-4 2 66-16,-5 22 16 15,-2 7 90-15,0 17 49 16,0 12-41-16,-2 11-28 15,-7 0-40-15,0 20-21 16,3 8 7-16,2 8-3 16,4 7-9-16,0 3-6 15,12-3-8-15,7 2-5 16,6-5 0-16,1-11-1 16,4-11-16-16,2-14-45 15,0-4-81-15,-3-21-74 16,-4-13-80-16,-5-12 63 0,-3-8 91 15,-7-2 65-15,-4-1 77 16,-3 5 23-16,-3 6 86 16,0 8 48-16,0 12 11 15,-1 9 22-15,-4 6-28 16,4 8-47-16,1 3-62 16,0 6-37-16,0 16-4 15,7 7 7-15,10 6 2 16,1 5-6-16,2 3-6 15,3 2-8-15,-2 0 5 16,0-5-6-16,-1-6-8 16,-3-12-69-16,-1-9-69 0,1-13-71 15,-1-7 36 1,-2-20-24-16,0-8 77 16,-3-9 105-16,-2-5 23 0,-3-2 45 15,-3 3 99-15,-2 5 63 16,-1 10-11-16,0 11 15 15,0 11-22-15,0 9-52 16,0 2-81-16,6 12-47 16,3 11 14-16,6 11 10 15,3 5 8-15,0 7-15 16,-2 1-14-16,-5 3-6 16,-7-1-6-16,-4 1-1 15,0-5-102-15,-25-3-155 16,1-12-352-16,1-15-397 0</inkml:trace>
  <inkml:trace contextRef="#ctx0" brushRef="#br0" timeOffset="16076.91">30746 11354 464 0,'0'0'715'0,"0"0"-553"15,0 0 74-15,0 0-48 16,95 31-16-16,-68-11-44 15,-5 6-56-15,-7 1-37 16,-6 0-21-16,-7-2-14 16,-2-2-24-16,0-8-228 0,0-8-430 15</inkml:trace>
  <inkml:trace contextRef="#ctx0" brushRef="#br0" timeOffset="16910.37">31025 11226 1011 0,'0'0'352'0,"0"0"-170"15,0 0 42-15,3 79-1 16,1-42-62-16,-1 4-21 16,-3 6-11-16,0 3-8 15,-4 1-26-15,-7 2-36 16,-4-2-30-16,0-2-16 15,-1-7-12-15,2-8-1 0,1-11-21 16,4-14-89-16,5-9-5 16,1-7-73-16,3-24-50 15,0-8 73-15,0-7 81 16,0 2 63-16,6 3 21 16,-2 10 49-16,1 9 30 15,0 10 23-15,1 7-6 16,2 5-45-16,3 0-20 15,3 3 3-15,1 9-3 16,3 2-6-16,-3 1-7 16,1 0-8-16,-3-3-8 15,0-4-1-15,-3-6-1 0,2-2-16 16,-3-6-42-16,0-19-51 16,-1-8-10-16,-3-20 69 15,-3-27 49-15,-2-36 1 16,0-15 20-16,0 19 27 15,0 30 6-15,-2 45 44 16,-2 22 27-16,1 7 42 16,0 8-41-16,0 0-85 15,3 22-29-15,0 16-2 16,0 23 22-16,19 22-6 16,4-4-4-16,-1-6-6 15,2-13-14-15,-5-15-1 16,4-3-12-16,5-3-58 15,4-17-51-15,3-16-59 16,-1-6-18-16,1-25 29 0,-1-12-67 16,-3-7 101-1,-2 1 91-15,-4 0 44 0,-8 7 33 16,-4 9 95-16,-9 13 54 16,-4 12 69-16,0 2-93 15,-9 13-73-15,-10 16 28 16,-3 12 34-16,4 7-11 15,2 5-26-15,9-2-51 16,7-2 3-16,5-12-2 16,19-7 21-16,9-13-16 15,10-12-11-15,11-5 4 16,8-9-7-16,6-12-26 16,-2-7-13-16,-6 0-12 0,-12 0 0 15,-15 4-53 1,-17 6-59-16,-16 5-72 0,-19 7-320 15,-16 5-359-15</inkml:trace>
  <inkml:trace contextRef="#ctx0" brushRef="#br0" timeOffset="17585.38">29816 12350 1751 0,'0'0'288'15,"0"0"-127"-15,-26 80 1 16,20-30 8-16,4 6-68 15,2 4-57-15,0-2-23 16,0-7-13-16,2-8-9 16,1-11-1-16,-3-13-73 15,0-19-53-15,0-8 52 16,0-37-66-16,0-27 11 0,0-23 49 16,0-12 59-1,0 18 22-15,1 21 7 0,12 25 37 16,2 12 9-16,9 4 3 15,3 4-4-15,4 7-24 16,2 13-12-16,-3 3 0 16,-2 12 1-16,-7 10 0 15,-7 7 1-15,-10 7 3 16,-4 1-9-16,0 2-3 16,-12 0-8-16,-6-2 0 15,2-2 1-15,1-6-1 16,4-5-1-16,7-7 0 15,4-7 0-15,0-1 0 16,0-6 0-16,12 1 6 16,4-1 3-16,2 2-1 0,2 0-8 15,0 2 2-15,-3 0 4 16,-4 2-6-16,-4 1 1 16,-6 0 7-16,-3 3 13 15,-1 1 19-15,-18 3 16 16,-10-3 2-16,-7 2-19 15,-4 1-15-15,-5-2-17 16,5 0-6-16,7-3-1 16,9 0-49-16,24-7-142 15,0-3-311-15,17-2-510 0</inkml:trace>
  <inkml:trace contextRef="#ctx0" brushRef="#br0" timeOffset="18170.33">30349 12373 605 0,'0'0'1079'0,"0"0"-836"0,0 0 83 15,0 0-98-15,0 0-49 16,0 0-93-16,0 0-31 16,-76 39 2-16,59-7-2 15,1 4-2-15,7 0-20 16,6 2-20-16,3-4-5 15,1-2-8-15,15-9 0 16,4-7-8-16,1-12-28 0,4-4-39 16,-2-16-13-16,1-14-13 15,-3-8-12-15,-5-9 49 16,-3-3 43-16,-4-1 19 16,-2 6 2-16,-3 7 12 15,-2 12 9-15,-2 9 39 16,0 11 19-16,0 6-27 15,0 3-33-15,1 15-13 16,6 10 6-16,4 4 6 16,3 7 0-16,3-3-9 15,4-2-8-15,-1-5 0 16,0-7-1-16,1-11-35 16,-4-11-74-16,0 0-31 15,-1-19-39-15,-2-12-55 16,-6-8 79-16,-4-6 102 0,-4-8 53 15,0-6 0 1,0 1 41-16,-4 7 36 0,-1 13 38 16,2 15 36-16,3 18-52 15,0 5-71-15,0 20-17 16,6 12 18-16,10 9 4 16,3 2-5-16,3 4-5 15,-3-4-23-15,-4-2 0 16,-4-7 0-16,-3-5-81 15,-6-14-147-15,-2-8-309 16,0-7-173-16</inkml:trace>
  <inkml:trace contextRef="#ctx0" brushRef="#br0" timeOffset="18388.76">30483 12305 595 0,'0'0'572'0,"0"0"-502"16,0 0 15-16,0 0 12 16,0 0-11-16,0 0-54 15,0 0-15-15,109 39-8 16,-78-39-8-16,1 0-1 16,-1 0-33-16,0-8-102 15,7-8-48-15,-9 4-106 16,-5-3-82-16</inkml:trace>
  <inkml:trace contextRef="#ctx0" brushRef="#br0" timeOffset="19342.38">30878 12184 469 0,'0'0'315'0,"0"0"4"15,0 0-29-15,0 0 14 16,0 0-62-16,0 0-138 16,0 0-26-16,-67 25 15 15,55 1-7-15,0 4-6 16,8 4-11-16,4 3-24 15,0-2-3-15,6-1-23 16,15-5-6-16,2-5-11 16,7-10 11-16,5-6-7 0,2-8-6 15,0-8 2 1,2-14-2-16,-6-7-60 0,-5-9-66 16,-5-6-53-16,-4-7-13 15,-5-19 8-15,-6 3 58 16,-3-4 90-16,-5 5 36 15,0 21 21-15,-8 4 50 16,-5 14 70-16,1 15 14 16,-1 9 10-16,2 3-64 15,1 11-52-15,3 17-12 16,5 11 25-16,2 11 14 16,0 8 13-16,12 5-16 15,3 0-26-15,1-3-24 16,-1-5-9-16,-2-9-14 15,-2-8 1-15,-2-13-1 0,1-13-38 16,-1-12-76-16,3-8 55 16,3-21-31-16,0-5 18 15,3-7 45-15,-3 4 18 16,0 6 9-16,-5 10 7 16,0 9 11-16,-1 7 25 15,-1 5-9-15,4 0 13 16,3 14 11-16,3 2-2 15,4 2 11-15,2 0-10 16,3 0-35-16,0-2-13 16,1-5-8-16,0-3-1 15,-1-8-29-15,0 0-103 16,-6-9 5-16,-3-12-12 16,-6-8-21-16,-2-7 117 15,-4-3 30-15,0 1 12 0,-3 4 1 16,-3 6 30-16,0 10 17 15,0 8 41-15,-3 10 21 16,-6 0-34-16,-6 19-41 16,0 9 8-16,-1 6 23 15,5 2-17-15,5 2-23 16,6-2-8-16,0-7-10 16,9-5-7-16,17-8-6 15,7-10 4-15,4-6-28 16,3-4-98-16,0-21-40 15,-7-9-36-15,-5-7 92 16,-6-5 87-16,-3 0 25 0,-3 4 49 16,-4 9 77-1,0 6 20-15,0 11-2 0,2 2-30 16,2 8-59-16,4 6-22 16,5 0-5-16,3 2 0 15,0 13 19-15,-1 7-7 16,-2 5 8-16,-5 2 4 15,-7 5-3-15,-7 2-16 16,-6 0-13-16,-9 1-13 16,-19-2-7-16,-12-3 0 15,-44 2-109-15,10-10-397 16,-2-7-1243-16</inkml:trace>
  <inkml:trace contextRef="#ctx0" brushRef="#br0" timeOffset="21076.44">28369 13205 1003 0,'0'0'332'0,"0"0"-49"15,0 0 19-15,0 0-73 16,0 0-124-16,0 0-40 15,-66 89 45-15,56-39-18 16,6 2-37-16,4-5-18 16,4-2-25-16,17-8-2 15,7-11 2-15,7-6-11 16,4-12-1-16,0-8-11 0,1-8-24 16,-6-17-37-16,-6-7-18 15,-6-3 18-15,-8-1 41 16,-6 2 18-16,-5 8 13 15,-2 6 0-15,-1 7 8 16,0 9 26-16,0 4 5 16,0 0-3-16,-1 14-17 15,-1 10-4-15,2 8 1 16,0 5 11-16,3 1-15 16,15-3-3-16,9-5-2 15,9-7-7-15,7-9 18 16,6-10-11-16,2-4-6 0,-5-12-1 15,-10-14-45-15,-12-11-39 16,-18-8 14-16,-6-23 31 16,-30-27 2-16,-15-35 9 15,-5-11 15-15,6 12 11 16,14 36 1-16,14 44 1 16,7 25 15-16,4 22 33 15,5 2 12-15,0 16-46 16,0 21-7-16,14 14 2 15,16 19-2-15,4-3 2 16,9 4-7-16,7-3-1 16,0-12-1-16,9 2 0 15,0-10-16-15,-4-14-92 16,-8-15-162-16,-9-17-126 0,-14-7 42 16,-10-24-31-16,-11-9 219 15,-3-4 166-15,-2 1 177 16,-5 5 53-16,-1 10 3 15,4 9 0-15,2 12-16 16,2 5-127-16,0 0-58 16,0 19 13-16,6 6 8 15,8 6 26-15,-1 7-2 16,6-1-31-16,2 0-18 16,5 0-12-16,2-3-6 15,6-7-7-15,-1-8-1 16,-2-9-2-16,-4-7 7 0,-6-3-6 15,-3-8 1 1,-6-13 5-16,-2-1-5 0,-4-1 9 16,0 2 16-16,0 6 35 15,-1 1 23-15,2 10 6 16,-1 1-30-16,5 3-24 16,3 0-10-16,3 10 4 15,2 4 8-15,0 5-8 16,-3 1-11-16,-3-1-13 15,-4-2-6-15,-8-2-1 16,-1-3-9-16,-7-6-121 16,-33-6-107-16,3-6-334 15,-4-10-591-15</inkml:trace>
  <inkml:trace contextRef="#ctx0" brushRef="#br0" timeOffset="21193.16">29503 12989 535 0,'0'0'147'0,"82"31"-89"0,-31-5-58 16,4-2-129-16</inkml:trace>
  <inkml:trace contextRef="#ctx0" brushRef="#br0" timeOffset="21679.78">29861 13108 859 0,'0'0'273'15,"0"0"53"-15,0 0-71 0,0 0-74 16,0 0-91 0,0 0 11-16,0 0 11 0,-51 90-34 15,51-54-28-15,3 1-24 16,18-6-6-16,4-3-11 16,4-8 0-16,2-12-9 15,-1-8-69-15,-4-3-84 16,-4-23-58-16,-6-9-41 15,-7-8 145-15,-4-21 82 16,-5 0 25-16,0-2 35 16,0 1 38-16,0 20 52 15,0 6 23-15,-3 22 35 16,1 15-79-16,1 4-78 0,1 27 7 16,0 12 10-1,10 7-3-15,8 11-11 0,1 2-11 16,1-1-6-16,-1-3-3 15,-4-6-9-15,0-14 0 16,-1-13-25-16,-1-15-52 16,3-9 53-16,4-15 17 15,2-12 7-15,2-1 0 16,0 4 1-16,0 5 1 16,-4 11 15-16,0 5 11 15,1 3-4-15,0 3 7 16,1 9-7-16,4 5-14 15,5 1-4-15,35 1-6 16,-5-5-72-16,2-6-518 0</inkml:trace>
  <inkml:trace contextRef="#ctx0" brushRef="#br0" timeOffset="22067.53">31227 13462 1156 0,'0'0'263'16,"0"0"18"-16,0 0-101 16,0 0-92-16,0 0-44 0,0 0-18 15,0 0 9-15,11 5-10 16,-11-32-10-16,0-11-2 15,-5-20 0-15,-9-26-11 16,-2-30 11-16,2-12 17 16,2 20 17-16,4 31 2 15,2 40-9-15,0 21 34 16,3 10 46-16,-1 4-41 16,2 13-67-16,2 33-11 15,0 31 13-15,14 24-6 16,5 8-7-16,3-18 7 15,-2-24-8-15,-7-29-16 16,4-11-143-16,14-5-159 0,-1-7-299 16,-5-10-439-16</inkml:trace>
  <inkml:trace contextRef="#ctx0" brushRef="#br0" timeOffset="22720.65">31402 13202 857 0,'0'0'203'16,"0"0"1"-16,0 0-14 16,0 0-29-16,0 0-53 15,0 0-57-15,58 72-23 16,-35-66-6-16,-3-6 10 16,4 0 7-16,-3-14 10 15,1-9 18-15,-1-5-25 16,-6-5-8-16,-3-4 15 0,-9-2 0 15,-3 5 17-15,0 5-2 16,-12 12 41-16,-3 10-15 16,-6 7-44-16,1 5-23 15,0 17-14-15,2 8-3 16,8 9-5-16,10 5-1 16,0 1 0-16,25-2 0 15,11-5-12-15,7-9-53 16,5-11-61-16,-2-17-89 15,-1-1-109-15,-6-24-187 16,-8-10 128-16,-9-7 190 16,-9-4 193-16,-9 1 169 15,-4 0 58-15,0 6 40 16,0 12 14-16,-1 11-12 0,-6 7-72 16,0 8-76-16,-2 5-72 15,-3 15-14-15,0 8 13 16,3 6 4-16,2 5-18 15,5 0-16-15,2 0-11 16,0-6-5-16,10-9 5 16,4-8-7-16,2-10-8 15,2-6 8-15,5-7-9 16,2-15-33-16,2-5 9 16,1-1 7-16,-4 2 17 15,-1 1 7-15,-6 9 1 16,-3 4 1-16,-2 7 0 15,-3 5 0-15,1 0-6 0,3 4 6 16,4 10-5 0,4 1 4-16,4-1-11 0,3-2-123 15,11-9-151-15,-6-3-224 16,-5 0-74-16</inkml:trace>
  <inkml:trace contextRef="#ctx0" brushRef="#br0" timeOffset="23091.4">32331 13046 500 0,'0'0'295'15,"0"0"66"-15,0 0-45 16,0 0-13-16,0 0-129 16,0 0-83-16,-86 9 16 15,66 20-29-15,1 5-23 16,7 2 0-16,2 3-26 0,8 0-9 16,2-3-10-1,0-9-5-15,9-8-5 0,6-12-24 16,-2-7-32-16,5-10 10 15,-3-18-26-15,0-11-14 16,-7-9 60-16,-2-22 26 16,-1-30 3-16,4-40 16 15,2-8 18-15,-1 25-11 16,-4 40 1-16,-6 52 23 16,0 27 46-16,0 4 24 15,-1 4-80-15,-4 23-25 16,5 28 8-16,0 25-4 15,9 0-4-15,8-5-9 0,5-10-5 16,-3-17-1-16,5 1-17 16,2 0-145-16,18-24-217 15,-6-14-330-15,-4-11-337 0</inkml:trace>
  <inkml:trace contextRef="#ctx0" brushRef="#br0" timeOffset="23313.45">32719 12762 1094 0,'0'0'361'0,"0"0"-146"16,0 0-53-16,0 0 45 16,0 0-57-16,-30 96-69 15,30-65-26-15,0 0-14 16,3-1-1-16,12-4-7 0,4 1 1 16,4-1-1-16,0-2 3 15,-3-2 8-15,-2 1 16 16,-8 0-26-16,-10-1-15 15,-4 3 7-15,-40 9-26 16,-60 11-12-16,7-5-229 16,-16-6-807-16</inkml:trace>
  <inkml:trace contextRef="#ctx0" brushRef="#br0" timeOffset="24080.4">29002 14651 637 0,'0'0'658'0,"0"0"-536"16,0 0 38-16,0 0 7 0,0 0-12 15,0 0-86 1,0 0-16-16,51 47-15 0,-26-63-6 15,2-15-13-15,0-8-7 16,-6-12-10-16,-4-23-1 16,-4-27 0-16,-5-25 12 15,-5 12-12-15,-3 27 8 16,0 42 17-16,0 31 35 16,0 8 41-16,0 6-12 15,0 0-81-15,0 24 19 16,0 17-4-16,0 12-2 15,12 10-5-15,9 3-16 0,4 0-1 16,8-6-5-16,5-10 4 16,4-15-85-1,-1-18-58-15,-4-17-86 0,-4-3-169 16,-9-27-133-16,-9-12 331 16,-6-5 201-16,-6-1 7 15,-3 0 174-15,0 6 29 16,0 12 29-16,-9 8 27 15,0 14 17-15,0 8-60 16,-3 0-94-16,0 22-77 16,0 9 4-16,1 8 22 15,4 6-7-15,7-1-13 16,0 1-5-16,15-7-16 0,8-7-3 16,5-11-20-1,2-9-4-15,1-11 13 0,-1 0-11 16,-3-17-3-16,-6-8-9 15,-6-8-2-15,-9-5-49 16,-6-3-96-16,0-3-130 16,-20-8-60-16,-1 11-273 15,-5 8-86-15</inkml:trace>
  <inkml:trace contextRef="#ctx0" brushRef="#br0" timeOffset="24223.37">29106 14201 1166 0,'0'0'259'16,"0"0"-119"-16,0 0-33 15,176-47-24-15,-34 10-83 16,-11 3-16-16,-17 4-635 0</inkml:trace>
  <inkml:trace contextRef="#ctx0" brushRef="#br0" timeOffset="24816.44">30197 14275 1512 0,'0'0'131'0,"0"0"-86"16,0 0 51-16,0 0 56 0,4 91-45 16,-2-60-24-16,-2 0-8 15,0-2-43-15,0-7-18 16,0-6-7-16,-6-6-7 16,-3-9 2-16,0-1-2 15,-2-14-26-15,-2-12-33 16,4-15 13-16,1-8 36 15,8-7 2-15,0-4-8 16,11 7 16-16,10 11 0 16,3 14 13-16,2 14-4 15,0 14-2-15,1 6 11 0,-2 19 1 16,0 8 2-16,-5 5 17 16,-7 3-13-16,-5-2-3 15,-5 0-7-15,-3-8-5 16,0-9-1-16,-2-6 2 15,-5-12 24-15,-1-4 73 16,-2-9-21-16,3-19-22 16,2-8-20-16,5-11-5 15,0-1-10-15,11 3-14 16,11 7-5-16,3 12-10 16,3 12 6-16,-1 13-5 15,0 1 4-15,0 17-6 16,-3 9 0-16,-2 10 8 0,-2 1-7 15,-7 5-1-15,0 0 0 16,1 8-117-16,-5-12-171 16,-2-12-506-16</inkml:trace>
  <inkml:trace contextRef="#ctx0" brushRef="#br0" timeOffset="25626.83">30661 14019 1356 0,'0'0'259'16,"0"0"-69"-16,0 0-100 15,0 0 58-15,0 0 14 16,9 108-30-16,2-60-9 0,0-1-38 16,1 1-44-16,3-4-14 15,0-6-18-15,3-8-8 16,-2-11-1-16,-1-10-8 15,0-9-93-15,-3-10 16 16,1-21-42-16,-1-11-50 16,-3-10 46-16,-1-8 64 15,-4-1 33-15,3 3 34 16,-2 8 14-16,-2 12 57 16,-2 14 38-16,-1 11 6 15,0 10-7-15,0 3-54 0,0 9-27 16,0 15-16-1,-1 9 27-15,1 9 1 16,0 7-11-16,0-1 2 0,7 0-15 16,8-4-8-1,3-7-7-15,3-9 0 0,3-11-11 16,0-10-74-16,-2-7-44 16,1-21-138-16,-4-13-70 15,-6-13 59-15,1-22 126 16,-4-23 108-16,-4 5 44 15,0 9 53-15,-4 18 103 16,-2 27 60-16,0 8-12 16,0 8-19-16,0 15-29 15,-8 4-93-15,1 27-39 16,-1 12 3-16,3 10 2 0,5 5-3 16,0 4-7-16,8-1-18 15,10-3 10-15,6-7-11 16,3-12-1-16,0-14-17 15,2-17-79-15,1-6-69 16,0-20-39-16,-5-17-67 16,-3-10 100-16,-5-17 121 15,-5-22 51-15,-3 9 72 16,-4 9 57-16,-5 17 71 16,0 26 36-16,0 4-41 15,0 6-26-15,0 11-12 16,0 4-85-16,0 14-57 15,4 17-1-15,7 11 25 0,5 11 19 16,1 3-14 0,-1 3-22-16,-1-1-5 0,-3-2-10 15,-5-2-7-15,-5-6 0 16,-2-7-19-16,0-6-144 16,-18-17-115-16,3-10-263 15,0-8-125-15</inkml:trace>
  <inkml:trace contextRef="#ctx0" brushRef="#br0" timeOffset="25806.23">31371 14004 1028 0,'0'0'263'0,"0"0"58"16,0 0-111-16,0 0-62 0,92-24-56 16,-59 25-14-1,-5 15-10-15,-4 5-7 0,-5 3-12 16,-9 1-23-16,-7 1-17 15,-3 1-9-15,-3-7-62 16,-7-6-271-16,3-9-460 0</inkml:trace>
  <inkml:trace contextRef="#ctx0" brushRef="#br0" timeOffset="25927.14">31548 13876 811 0,'0'0'409'15,"0"0"-178"-15,0 0 7 16,0 0-165-16,0 0-65 15,0 0-8-15,100-13-119 16,-61 39-112-16,-8-1-536 0</inkml:trace>
  <inkml:trace contextRef="#ctx0" brushRef="#br0" timeOffset="26701.41">31714 13991 1048 0,'0'0'404'0,"0"0"-164"15,0 0-7-15,-29 95-32 16,22-51-61-16,0 5-44 16,0 1-17-16,1-7-32 15,0-1-22-15,3-9-14 16,-1-8-11-16,3-11 0 16,1-9-69-16,0-5-21 15,0-20-52-15,5-13-16 0,6-5 106 16,0-4 52-16,0 5 0 15,-2 8 42-15,-3 7 30 16,-1 11 5-16,-2 6 5 16,2 5-15-16,0 0-36 15,4 9 34-15,6 7-20 16,1 0-6-16,4 3-17 16,-1-2-10-16,-1-5-5 15,-3-6-7-15,0-6-33 16,-4 0-40-16,-1-20-38 15,-4-11-58-15,-5-11 66 16,-1-21 59-16,0-35 44 0,0-41 0 16,0-6 25-1,0 26 13-15,0 39 8 0,-3 52 26 16,2 20 37-16,-2 7-6 16,0 1-62-16,0 15-18 15,3 32-12-15,6 25-2 16,22 32-8-16,6 5 5 15,-1-17-5-15,-5-25-1 16,-11-32-2-16,-1-11-17 16,4-5-106-16,4-8-29 15,6-11-37-15,1-6-65 16,0-24 7-16,1-10 143 0,-6-7 106 16,-2 0 7-1,-3 1 77-15,-7 8 108 16,-7 13 1-16,-5 13 54 0,-2 12-29 15,-6 7-121-15,-14 24-39 16,-2 15 46-16,-2 5 11 16,6 7-9-16,11 0-36 15,7-9-19-15,13-5-8 16,20-11 23-16,13-12 9 16,21-15 18-16,2-6-17 15,4-10-21-15,4-16-37 16,-10-1-4-16,7-7-13 15,-3-2-1-15,-10 1 0 16,-10 4-29-16,-15 2-39 16,-29 4-118-16,-7 6-308 15,-14 4-549-15</inkml:trace>
  <inkml:trace contextRef="#ctx0" brushRef="#br0" timeOffset="27345.27">28347 15200 918 0,'0'0'310'0,"0"0"-139"16,0 0 21-16,-16 113-4 0,16-35-32 15,0-1-70 1,7-6-12-16,1-11-34 0,-4-11-25 16,2 3-14-16,-1 4-1 15,-5-1-71-15,0-14-224 16,0-16-396-16</inkml:trace>
  <inkml:trace contextRef="#ctx0" brushRef="#br0" timeOffset="27570.84">28223 15233 750 0,'0'0'270'16,"24"-98"-51"-16,-3 78-2 15,11-2-51-15,7 5-47 16,9 4-40-16,0 13-20 0,-5 0-17 16,-7 19-11-16,-13 11-7 15,-13 3-7-15,-10 6 4 16,-7 3-3-16,-20-2-7 15,-9-1-4-15,-4-6-6 16,0-5-1-16,7-8-45 16,10-9-253-16,10-8-256 0</inkml:trace>
  <inkml:trace contextRef="#ctx0" brushRef="#br0" timeOffset="28181.44">28753 15132 1134 0,'0'0'245'16,"0"0"40"-1,0 0-21-15,0 0-88 0,0 0-65 16,-79 48-17-16,61-15 31 16,2 5-15-16,5 2-36 15,5 5-23-15,6-3-29 16,0-1-9-16,6-6-11 15,12-5 4-15,5-7-6 16,2-11-1-16,2-11-42 16,1-1-60-16,-1-19-10 15,-5-14 6-15,-4-6 17 16,-6-10 50-16,-3-6 33 16,-5 0 7-16,-1 1 7 0,0 11 3 15,-1 14 18-15,-2 10 27 16,0 15-9-16,0 4-24 15,0 5-20-15,2 17 35 16,3 9-3-16,4 6-9 16,2 6-2-16,3 1-10 15,5 0-4-15,1-3 6 16,3-5-14-16,-2-10-1 16,-2-8-1-16,-1-9-18 15,-6-9-35-15,-3-7 41 16,-2-18 11-16,-1-9-4 15,0-8-1-15,0-5 6 0,0 4 1 16,3 5 0 0,0 10 1-16,-1 9 11 0,-2 9 13 15,4 8 1-15,-1 2-10 16,6 2-1-16,3 14 16 16,4 4-15-16,2 3 4 15,-3 0-4-15,3 2-14 16,-4-3-1-16,1-2-1 15,-3-4-1-15,3-10-50 16,-4-3-164-16,-1-3-539 0</inkml:trace>
  <inkml:trace contextRef="#ctx0" brushRef="#br0" timeOffset="30042.43">29509 15140 861 0,'0'0'270'0,"0"0"-11"0,0 0 32 16,0 0-69-16,0 0-100 15,-83-15-55-15,65 33-5 16,-2 5-4-16,7 3-11 15,1 2-6-15,7 0-19 16,5-2-11-16,0-4-5 16,15-5-5-16,5-7-1 15,4-6-5-15,2-4 4 16,1-5 1-16,-2-12-73 16,-5-9-14-16,-4-2 36 15,-5-7 21-15,-6 2 29 16,-2-2 1-16,-3 4 0 0,0 7 6 15,0 9 9 1,0 8 11-16,0 7-14 0,-3 5 3 16,3 14 0-16,0 9-8 15,0 4-7-15,13 0 1 16,6 1-1-16,8-5 0 16,8-4-44-16,4-8-144 15,5-9-96-15,0-7 139 16,-5-7-96-16,-7-15-121 15,-13-6 79-15,-12-3 283 16,-7-4 46-16,0 3 240 16,-11 1-38-16,-1 9 5 15,1 6 12-15,3 8-67 16,4 7-74-16,3 1-83 16,1 7-32-16,0 11 5 0,0 7 3 15,0 3 1-15,5 2-5 16,0-3-1-16,0-1-2 15,-2-6-9-15,1-5-1 16,-2-5 1-16,-1-8-1 16,1-2 1-16,-2-2-1 15,0-18-9-15,0-7-9 16,0-4 18-16,0-4 1 16,3 5 0-16,1 6-1 15,3 10 9-15,-1 7-9 0,2 7 0 16,1 0 0-1,1 8 0-15,2 12 1 0,2 7 16 16,-4 3-3 0,1 1-6-16,-3 0-7 0,-2-4 5 15,-1-6-5-15,-3-5 0 16,-2-9 0-16,0-7 1 16,0 0 30-16,0-16 2 15,0-9-10-15,0-6-11 16,0-5-4-16,0 1 0 15,9 4-7-15,4 7 14 16,0 7-7-16,2 5-2 16,-1 10-5-16,0 2 4 15,2 1-5-15,0 15 11 16,-1 6 4-16,1 4 2 0,-1 2-3 16,1 2-14-16,-2-3 1 15,-3-5-2-15,0-5 0 16,-3-7 0-16,-1-8-37 15,4-2-24-15,-1-12-12 16,6-13-64-16,3-8-52 16,0-2 63-16,-1-5 45 15,-3 2 60-15,-3 2 21 16,-6 5 30-16,-4 9 49 16,-2 7 39-16,0 9 29 15,0 6-45-15,-8 5-49 16,-3 16-27-16,-4 7 1 15,5 7-3-15,4 3-1 16,6 2-8-16,0-2-6 16,16-4-3-16,13-6-4 0,9-7-1 15,3-11 11-15,2-10-12 16,0-1 0-16,-4-21-17 16,-5-9-60-16,-8-6-11 15,-7-6 34-15,-9-8 29 16,-5-19 23-16,-3 6 2 15,-2-4 0-15,0 7 13 16,0 22 14-16,0 8 39 16,-4 17 34-16,1 14-25 15,2 1-51-15,1 25-12 16,0 12-5-16,3 9-6 16,12 7 6-16,3 4 2 0,1-3-7 15,-2-4-2-15,-3-6 0 16,-6-8-57-16,-8-12-172 15,0-9-309-15,0-13-473 0</inkml:trace>
  <inkml:trace contextRef="#ctx0" brushRef="#br0" timeOffset="30194.48">30440 14972 654 0,'0'0'616'15,"0"0"-574"-15,0 0-8 16,156 3-21-16,-57-3-13 0,-13 0-109 16,-20-3-434-16</inkml:trace>
  <inkml:trace contextRef="#ctx0" brushRef="#br0" timeOffset="30791.57">30946 14872 367 0,'0'0'278'16,"0"0"-134"-16,0 0-21 15,0 0-32-15,0 0-65 16,0 0-20-16,0 0 40 16,59 39-28-16,-46-49-8 0,-3-4-9 15,-4-1 12-15,-5-2 18 16,-1 6 76-16,0 6 96 15,-3 3 40-15,-11 2-34 16,-2 10-98-16,-3 15-1 16,-1 4 7-16,3 6-31 15,5 0-3-15,7-3-33 16,5-4-10-16,8-5-7 16,17-9-12-16,12-9-3 15,8-5-12-15,4-4 1 16,0-20-4-16,-5-7-3 15,-6-8-31-15,-12-10-14 16,-8-2 7-16,-11 0 15 16,-7 4 22-16,0 9 0 15,0 12 1-15,-7 11 8 0,1 8 15 16,3 5 0-16,3 2-16 16,0 0-7-16,0 13 0 15,7 10 0-15,8 9 17 16,1 6 6-16,2 10 10 15,-4 6 27-15,0 1 13 16,-3 1 15-16,1-5-15 16,0-6-13-16,0-6-12 15,3-12-18-15,1-7 4 16,5-10-13-16,7-10 13 16,7 0 10-16,4-18-17 15,7-9-20-15,-3-4-7 0,-2-5-14 16,-5-1-126-16,-6-11-134 15,-8 7-304-15,-14 7-505 0</inkml:trace>
  <inkml:trace contextRef="#ctx0" brushRef="#br0" timeOffset="33240.1">29018 15855 591 0,'0'0'694'16,"0"0"-446"-16,0 0 20 16,0 0-67-16,0 0-81 15,0 0-71-15,0 36 19 16,0 0 12-16,6 7-9 16,3 2-21-16,3-4-23 15,2-3-11-15,0-12-15 16,2-6 5-16,-2-10-6 0,1-9 9 15,2-1-7-15,-2-11 10 16,1-16-7-16,-2-11-5 16,-4-10-25-16,-4-4-4 15,-5-3-8-15,-1 7-6 16,0 7 9-16,0 14 18 16,-3 7-9-16,-1 13-3 15,2 7-15-15,2 0-130 16,0 16 74-16,12 4-35 15,12 3-76-15,9-6-60 16,4-4-70-16,4-10-23 16,-4-3 6-16,-12-2 139 15,-7-12 218-15,-12-1 298 0,-6 0 118 16,0-3-39-16,0 4-52 16,-3 5-32-16,-1 4-54 15,2 5-60-15,2 6-82 16,0 21-54-16,5 24 25 15,11 26 7-15,0 0-7 16,1-5-14-16,-5-7-17 16,-3-15-21-16,-1 5-10 15,0 3-6-15,-2-8-18 16,-3-13-108-16,-3-23-212 16,0-11-318-16,0-6-157 0</inkml:trace>
  <inkml:trace contextRef="#ctx0" brushRef="#br0" timeOffset="33443.56">29418 15734 745 0,'0'0'353'0,"0"0"-120"15,0 0-33-15,0 0-50 16,93-48-42-16,-70 48-44 16,-5 16 4-16,-7 11-11 15,-10 6-6-15,-1 5-8 16,-10 5-13-16,-13 1-13 15,-5 0-17-15,0-3 1 16,4-6-1-16,9-10-87 16,5-9-301-16,10-11-604 0</inkml:trace>
  <inkml:trace contextRef="#ctx0" brushRef="#br0" timeOffset="34352.54">29831 15777 1048 0,'0'0'372'16,"0"0"-151"-16,0 0 19 16,0 0-132-16,0 0-45 15,0 0 6-15,-74 75 46 16,59-40-33-16,-2 5-13 16,8 2-27-16,5-4-22 15,4-2-14-15,0-6-6 0,10-9 0 16,10-13-11-16,-1-8-21 15,5-11 9-15,0-24-32 16,-3-9-22-16,-5-23 2 16,-6-21 20-16,-10-28 38 15,0-2 17-15,-4 19 10 16,-5 33 3-16,5 34 20 16,-1 21 30-16,2 7 41 15,0 4-30-15,2 11-55 16,1 31-4-16,0 27 0 15,15 18-3-15,10 11-11 16,2-14-1-16,0-24-5 16,-6-22 4-16,4-13-96 15,6-3-6-15,5-11-45 16,3-11-170-16,-6-6 36 0,-10-26-81 16,-9-11 65-16,-6-3 298 15,-8-2 60-15,0 6 130 16,0 8 19-16,0 8-6 15,-2 11 5-15,-1 8-6 16,-3 7-2-16,0 0-90 16,-6 17-67-16,2 9-4 15,-2 8 20-15,0 7-16 16,7 2-21-16,4-2-13 16,1-5-9-16,3-6 1 15,12-10-1-15,0-13-31 16,5-7-33-16,0-12 27 0,2-16-16 15,1-6-21-15,-3-2 10 16,-5 0 45-16,-1 5 18 16,-4 9-3-16,-5 5 4 15,-2 10 1-15,-3 7 17 16,0 0-5-16,0 10-1 16,0 10 0-16,0 6-5 15,4 3 4-15,6 2-10 16,3-3 0-16,2-6 7 15,6-8-8-15,-1-6-8 16,0-8-57-16,1-8-35 16,-4-16-55-16,-3-6 1 15,-6-11 93-15,-7-5 51 16,-1-5 10-16,0 1 44 16,-4 4 55-16,-2 9 56 0,-1 13 6 15,3 15 22-15,1 9-88 16,3 6-61-16,0 22-18 15,0 8-1-15,9 7 1 16,5 6-8-16,0 4-8 16,1-2 0-16,-1-7 0 15,-4-4-33-15,0-15-165 16,-4-11-275-16,-4-14-293 0</inkml:trace>
  <inkml:trace contextRef="#ctx0" brushRef="#br0" timeOffset="34510.77">30353 15729 1099 0,'0'0'138'0,"0"0"-73"16,85 7-38-16,-28-7-6 16,9 0-21-16,18-1-6 15,-26-10-291-15,-6-1-741 0</inkml:trace>
  <inkml:trace contextRef="#ctx0" brushRef="#br0" timeOffset="35019.37">30775 15607 696 0,'0'0'176'0,"0"0"49"16,0 0-55-16,0 0-34 16,0 0-33-16,0 0-3 0,0 0-2 15,-50 71-25 1,50-56-28-16,0-1-21 0,7-6-13 15,10-5-11-15,2-3 0 16,-1-6 14-16,1-11-14 16,-4-8-10-16,-2-5-9 15,-5-3 18-15,-6 2 1 16,-2 5 13-16,0 6 36 16,-10 12 11-16,-3 8 45 15,0 6-40-15,-2 18-47 16,1 10-2-16,4 6-4 15,3 4-5-15,5 1 0 0,2-4-7 16,6-2 5 0,12-3-5-16,1-10-6 15,2-13-20-15,3-13-48 0,1-3 46 16,4-24 28-16,1-11 10 16,-1-6 6-16,0-2 29 15,-3 3 25-15,-3 4 15 16,-2 10 10-16,-2 7-16 15,-2 12-26-15,2 6-17 16,2 4-8-16,-2 4-16 16,2 14 2-16,-3 7 12 15,-4 6 1-15,-8 6-12 16,-6 2-7-16,-3 5-1 16,-21 3-7-16,-8 0-1 15,-3-5 1-15,-9-5-49 0,10-12-176 16,10-17-407-16</inkml:trace>
  <inkml:trace contextRef="#ctx0" brushRef="#br0" timeOffset="35346.22">32256 15383 740 0,'0'0'1040'0,"0"0"-813"15,0 0 85-15,0 0-186 16,0 0-77-16,0 0 19 15,-5 84 28-15,16-43-32 16,-3 1-40-16,0-4-14 16,-5-6-10-16,1-6-38 15,-4-18-191-15,0-6-437 16,-3-2-831-16</inkml:trace>
  <inkml:trace contextRef="#ctx0" brushRef="#br0" timeOffset="35599.21">32158 15066 1000 0,'0'0'211'0,"0"0"37"15,0 0-17-15,-13 93-89 16,14-58-51-16,17-3-15 16,2-10-21-16,2-8-22 15,0-11 12-15,-4-3 6 16,-2-15 5-16,-3-12-12 15,-7-6-26-15,-6-6-12 16,0 0-6-16,-5 5-2 0,-7 5-21 16,0 11-23-1,6 12-63-15,6 15-78 0,6 15-166 16,11 5-168-16</inkml:trace>
  <inkml:trace contextRef="#ctx0" brushRef="#br0" timeOffset="35949.84">32541 15325 1267 0,'0'0'327'16,"0"0"-136"-16,0 0-98 16,0 0 38-16,0 0-14 15,35 77-28-15,-28-49-17 16,0 0-28-16,-5-3-20 0,-2-4-15 15,0-3 0-15,0-7-8 16,-3-8 0-16,-3-3 8 16,2-12 21-16,1-17 19 15,3-12 22-15,0-8 30 16,1-5-10-16,12 6-10 16,3 10-9-16,0 13-44 15,1 12-22-15,2 13-6 16,4 0-1-16,6 25-7 15,8 11 8-15,14 25 26 16,9 19 4-16,-10 20 10 16,-15 8-40-16,-19-26-37 15,-16-21-463-15</inkml:trace>
  <inkml:trace contextRef="#ctx0" brushRef="#br0" timeOffset="36535.28">28201 17249 1235 0,'0'0'385'0,"0"0"-114"15,0 0-101-15,0 0-92 16,0 0-35-16,0 0 18 16,0 0-2-16,54 21-30 15,-31-21-12-15,-1-5-4 16,0-16-3-16,-3-8-9 0,-7-7 5 16,-4-8-5-1,-8-4 5-15,0-3 0 0,-9 2-4 16,-11 1 23-16,1 9-4 15,-4 13 17-15,3 14 56 16,2 12-35-16,-5 9-36 16,3 20-22-16,1 12 10 15,5 5-1-15,8 9 2 16,6-1-12-16,7 2 1 16,20-10-2-16,10-6 1 15,12-10-36-15,7-15-110 16,8-15-116-16,21-28-101 15,-15-15-290-15,-15-4-328 0</inkml:trace>
  <inkml:trace contextRef="#ctx0" brushRef="#br0" timeOffset="37340.48">28629 16833 990 0,'0'0'230'16,"0"0"90"-16,0 0-28 16,0 0-71-16,0 0-108 15,0 0-52-15,0 0 1 16,-53 61 2-16,46-19-4 15,1 3-15-15,5 2-15 16,1-5-16-16,0-3-12 16,0-6-1-16,7-10 5 15,3-12-6-15,0-11 0 16,0 0 1-16,3-24 8 16,1-5-8-16,0-3 0 0,0 0 7 15,0 6-2-15,-1 5 1 16,-1 7-7-16,1 6 0 15,3 5 0-15,3 3-6 16,3 3 6-16,4 9-1 16,4 4 0-16,1-1-11 15,0 0-84-15,-1-7-135 16,-2-8-135-16,-4 0-114 16,-6-13 217-16,-7-11-22 15,-5-5 159-15,-5 0 126 16,-1 2 211-16,0 5 38 15,-1 5-29-15,-5 5 87 16,-2 8-49-16,2 4-45 16,-4 0-71-16,1 16-89 15,0 5-10-15,0 4 1 0,4 7-7 16,5-1-14-16,0-1-17 16,5-2 0-16,11-4-6 15,5-7 0-15,0-11-25 16,1-6-98-16,-1-6-52 15,-3-24-68-15,-3-10-39 16,-6-20 77-16,-9-25 90 16,0-29 89-16,-3-4 26 15,-8 23 8-15,4 28 49 16,6 42 97-16,-1 18 48 16,2 7-2-16,0 0-98 0,0 25-62 15,3 13 34 1,13 11 16-16,4 11-19 0,2 2-13 15,2 2-18-15,1-2-21 16,-2-7-12-16,-5-8-5 16,-2-10-2-16,-4-15 0 15,-4-18-29-15,0-4 7 16,1-19 22-16,1-5 0 16,1-4 1-16,0 7 1 15,-1 7-1-15,-1 7 8 16,2 4-1-16,1 3 4 15,5 0 1-15,6 0 2 16,2 6-9-16,1 0-5 0,9-3-1 16,7-3-46-1,52-8-176-15,-9-9-402 0,1-3-460 0</inkml:trace>
  <inkml:trace contextRef="#ctx0" brushRef="#br0" timeOffset="38037.55">30537 16779 1252 0,'0'0'196'0,"0"0"96"0,0 0-123 15,0 0-20-15,0 0-71 16,0 0-19-16,0 0-18 16,55-50-26-16,-35 17-5 15,-3-5-8-15,-6-5-1 16,-6-2 5-16,-5-2-6 16,0 4 1-16,-7 8 8 15,-2 12 2-15,0 10 32 16,1 9 20-16,-2 4-17 15,1 0-24-15,-2 16-21 16,2 4 7-16,1 6-8 16,7 2 0-16,1 2-1 0,3 1-6 15,12-3 6 1,2 0 1-16,4-4-2 0,-4-4-4 16,-3-6 0-16,-3-1 5 15,-5-3 1-15,-3 3 1 16,-3 0-1-16,0 9 8 15,0 3 7-15,0 7 9 16,-1 2 26-16,1-5-22 16,0-2-13-16,10-6-13 15,8-8 7-15,9-8-2 16,7-5-6-16,6-12-1 16,4-14-98-16,-4-9-68 15,-5-8-84-15,-9-19 17 0,-10 3 84 16,-10-4 86-1,-6 1 63-15,0 17 44 0,0 5 121 16,-1 15 24-16,-5 13 0 16,3 12-56-16,0 0-62 15,1 22-44-15,2 13-8 16,0 7 8-16,2 4 0 16,7 4-7-16,1-1-8 15,4 0-12-15,-5-4-1 16,-2-3-58-16,0-4-156 15,-5-13-429-15,-2-13-659 0</inkml:trace>
  <inkml:trace contextRef="#ctx0" brushRef="#br0" timeOffset="38242.73">30962 16443 978 0,'0'0'316'0,"0"0"-177"0,0 0 123 15,45-87-153-15,-20 78-33 16,-1 9-19-16,-2 0 11 15,-5 14-1-15,-6 12 4 16,-5 6-9-16,-4 4-11 16,-2 4-21-16,0 2-17 15,-9-3-11-15,0-5-2 16,6-8-8-16,3-11-156 16,13-8-235-16,3-7-405 0</inkml:trace>
  <inkml:trace contextRef="#ctx0" brushRef="#br0" timeOffset="38555.5">31217 16414 1119 0,'0'0'237'0,"0"0"262"15,0 0-348-15,0 0-88 16,0 0-11-16,0 0 46 16,-30 106-22-16,30-61-14 15,0-2-13-15,0-5-25 16,6-7-12-16,1-9-11 15,3-14 11-15,-1-8 1 16,2-8 8-16,1-18-2 16,0-7-17-16,-3-9 5 15,-6-7-7-15,-3 0-1 16,0-1-9-16,-1 8-15 16,-7 11 2-16,1 15 4 0,1 13 3 15,4 3-63-15,2 19 8 16,2 8-48-16,17 5-77 15,12 1-14-15,28 4 60 16,-7-9-173-16,-7-10-319 0</inkml:trace>
  <inkml:trace contextRef="#ctx0" brushRef="#br0" timeOffset="39090.4">31572 16456 512 0,'0'0'231'16,"0"0"56"-16,0 0-26 15,1-79-7-15,-5 67 37 16,-7 5-67-16,-2 7-23 15,0 0-84-15,-2 11-31 16,0 11-30-16,0 9-10 0,6 6-10 16,6 4-9-1,3-1-15-15,3 1-6 0,16-7-5 16,4-5 0-16,4-11-1 16,-1-12-18-16,1-6-39 15,-3-17-27-15,-3-16-14 16,-3-11 15-16,-3-19 28 15,-3-27 31-15,0-23 24 16,-2 9 1-16,-4 23 8 16,-1 36 5-16,-5 32 41 0,0 10 55 15,0 3-31 1,0 13-60-16,0 24-3 0,0 13 11 16,0 8-3-1,7 8-12-15,5-2-3 0,1-2-8 16,2-4 0-16,-1-8-1 15,-1-13 1-15,4-13-1 16,-1-18-28-16,3-6-12 16,2-17 38-16,3-13 2 15,-1 1 1-15,-1 4 11 16,-1 4 11-16,-3 8 15 16,1 4-3-16,5 8 0 15,3 1 15-15,4 0 10 16,6 6 9-16,4 1-14 15,3-3-10-15,1-2-20 0,1-2-4 16,1-6-10-16,0-13-10 16,-3-5-1-16,14-21-51 15,-11 5-185-15,-9-1-387 16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6-02-07T04:37:26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3457 4517 65 0,'0'0'893'0,"0"0"-658"16,0 0-48-16,0 0 23 0,0 0-20 16,0 0-26-1,-6-21-46-15,3 21-50 0,3 0-34 16,0 0-15-16,0 10-12 15,0 13 1-15,9 15 2 16,5 11 24-16,3 6 25 16,0 3 5-16,2-4-6 15,-1-3-11-15,-1-5-23 16,-1-10-8-16,-4-7-8 16,-3-7-7-16,0-6 0 15,-3-8 8-15,-3-4-7 16,-2-4 11-16,1 0 48 15,-2 0 52-15,0-12-14 16,0-14-45-16,0-11-34 16,0-22-19-16,0 0-1 15,-5-6-34-15,2-1-48 0,2 11-21 16,-1-4 1-16,2 11 22 16,0 12 15-16,0 8 5 15,0 10-5-15,0 5 2 16,14 8-10-16,2 4-92 15,2 1-547-15</inkml:trace>
  <inkml:trace contextRef="#ctx0" brushRef="#br0" timeOffset="975.14">4018 4580 692 0,'0'0'635'0,"0"0"-378"16,0 0 10-16,0 0-40 15,0 0-37-15,-84-21-48 0,56 25-82 16,1 15-39-16,-1 6-7 16,1 6 6-16,6 5 1 15,6 0-1-15,5 0 1 16,7-2-10-16,3-3-11 15,3-6 0-15,13-6 4 16,5-7-4-16,3-8-25 16,3-4 19-16,1-6-15 15,-1-16 3-15,-3-8-31 16,-9-6 9-16,0-6 22 16,-9-2 11-16,-5 2 6 15,-1 6 1-15,0 7 1 16,0 12 11-16,-1 6-10 0,-2 8 15 15,3 3-17-15,0 0 0 16,0 14-7-16,0 8 7 16,10 2 0-16,8 1 0 15,1-1-6-15,1-1-16 16,4-8-123-16,-4-5-119 16,0-8 7-16,-4-2 133 15,-2-7 29-15,-7-12 44 16,-1-5 51-16,-6-5 48 15,0 3 36-15,0 1 33 16,0 5 17-16,0 8 19 16,0 8-42-16,0 4-55 0,3 2-40 15,0 17 15-15,3 3-13 16,2 7 0-16,0 2-6 16,0 2-6-16,4 0 1 15,0-5-7-15,1-3 1 16,2-6-1-16,-3-9 1 15,-3-5-2-15,1-5 2 16,-2-3-1-16,1-14 1 16,1-4 10-16,-1-5-10 15,0-1 0-15,-1 4 5 16,2 3-6-16,2 3 0 16,0 6 1-16,-2 2 1 15,1 5-1-15,2 4 1 0,2 0-2 16,3 3 7-1,3 12 5-15,3 2 16 0,6 4 5 16,0 1-4-16,-2 0-4 16,-1-3-8-16,-5-1-10 15,-5-4-6-15,-6-4 6 16,-5-3-7-16,-3-4-6 16,-3-3-30-16,0 0-53 15,-12-7-137-15,-2-6-422 0</inkml:trace>
  <inkml:trace contextRef="#ctx0" brushRef="#br0" timeOffset="1112.79">4464 4305 552 0,'0'0'63'0,"0"0"-63"0,0 0-63 16,0 0-275-16</inkml:trace>
  <inkml:trace contextRef="#ctx0" brushRef="#br0" timeOffset="1336.85">4628 4232 1141 0,'0'0'350'15,"0"0"128"-15,0 0-338 16,0 0-69-16,0 0-38 15,7 90 35-15,13-17 14 0,7 0-9 16,-5-3 9 0,6-12-29-16,-7-9-26 15,6 4-27-15,7 0-4 0,2-9-20 16,3-15-162-16,27-29-292 16,-10 0-184-16,-5-22-406 0</inkml:trace>
  <inkml:trace contextRef="#ctx0" brushRef="#br0" timeOffset="1652.08">5147 4498 993 0,'0'0'333'0,"0"0"172"16,0 0-247-16,0 0-41 15,0 0-34-15,0 0-97 0,-88-31-59 16,76 56-14-16,2 8 5 16,2 5-5-16,5 0-4 15,3 1-7-15,0-4-2 16,0-7-7-16,0-7-7 15,9-7-6-15,-1-10-3 16,-1-4-17-16,2-3 25 16,3-15 15-16,0-5 0 15,4-4 1-15,-2-1 0 16,2 8 8-16,-1 4-9 16,0 10 0-16,0 6-6 15,4 3 5-15,2 16 1 16,6 3 1-16,3 4 5 15,1 2-6-15,5-3-6 16,31 2-66-16,-7-6-171 0,-1-8-400 0</inkml:trace>
  <inkml:trace contextRef="#ctx0" brushRef="#br0" timeOffset="2071.37">5957 4204 1470 0,'0'0'242'0,"0"0"116"16,0 0-157-16,-89 3-68 15,69 24-86-15,1 24-26 16,7 25 30-16,12 21 4 16,0-5-22-16,13-19 10 0,8-21 0 15,3-17-39-15,3 1-4 16,10-2-7-16,3-3-5 15,-1-14-42-15,0-12-33 16,-8-5-22-16,-5-16 5 16,-7-10 4-16,-4-10 38 15,-9-2 21-15,-6 1 1 16,0 3-1-16,-13 8 27 16,-1 9 14-16,-2 7 17 15,4 7 28-15,1 3 13 16,7 0 4-16,1 0-9 15,3 6-12-15,0 1-1 16,19 1-4-16,6-1-1 0,8-1-12 16,6-3-13-1,9-3-10-15,1 0-8 16,24 0-99-16,-13-4-231 0,-12-6-472 16</inkml:trace>
  <inkml:trace contextRef="#ctx0" brushRef="#br0" timeOffset="2538.03">6476 4437 1358 0,'0'0'230'16,"0"0"91"-16,0 0-212 15,0 0-13-15,0 0-3 16,-30 102-6-16,30-61-27 0,0 2-23 16,0-4-18-1,0-1-18-15,0-6 7 0,0-6-8 16,0-7 0-16,2-9-1 15,-2-9 0-15,0-1 1 16,4-13 0-16,2-7-9 16,-1-3 8-16,1 3 1 15,0 4 0-15,-2 6 6 16,3 6 2-16,-1 4-1 16,5 0-7-16,7 4 15 15,1 5 6-15,8 1-2 16,3-3 0-16,7-4 4 15,0-3-1-15,-1 0-9 16,-6-16-5-16,0-7-2 16,-11-7 4-16,-8-6 5 0,-10-7 48 15,-1-18 4 1,-16 1-14-16,-7-2-14 0,-5 1-4 16,3 20-35-16,-2 5-3 15,6 14-11-15,3 13-4 16,5 9 5-16,-2 1-10 15,0 21 1-15,3 10 6 16,3 7 1-16,9 22 1 16,0-10-271-16,3-11-745 0</inkml:trace>
  <inkml:trace contextRef="#ctx0" brushRef="#br0" timeOffset="2667.52">7101 4403 1807 0,'0'0'328'0,"0"0"-26"0,0 0-219 16,0 0-68-16,0 0-15 16,0 0-113-16,0 0-252 0</inkml:trace>
  <inkml:trace contextRef="#ctx0" brushRef="#br0" timeOffset="3432.3">9574 3676 1026 0,'0'0'187'15,"0"0"-41"-15,0 95 39 16,0-3 19-16,0 37-60 0,0 29 16 15,0 17 6 1,-1 6-41-16,1 6-32 0,1 15 2 16,20 12-25-1,13 11-31-15,8 8-2 0,9 6 5 16,4 8-17-16,2 7 11 16,1 7-20-16,-3 12 14 15,-9 10 5-15,-7 13 0 16,-9 5-20-16,-14 9-6 15,-11 4 5-15,-5 4-5 16,-6 5 0-16,-15-2 3 16,3-1 19-16,-1 0-19 15,8-6 8-15,6-3 2 0,5-8-6 16,2-2 1 0,12-9-10-16,3-6 13 0,1-1-20 15,5-9 0-15,-4-8 8 16,-5-7 13-16,-2-9-20 15,-4-9 9-15,-3-4 1 16,-1-12 8-16,-4-7-5 16,0-7 4-16,0-12 3 15,-10-4-3-15,-3-9 3 16,-1-14-20-16,6-10 1 16,3-14-1-16,5-15 0 15,0-11 0-15,11-12 7 0,6-12-3 16,-1-9-5-1,-4-20-6-15,-4-14 0 16,-2-16 5-16,-5-11-7 0,-1-2-34 16,0-6-79-16,-19-22-141 15,-2-2-344-15,0-25-1048 0</inkml:trace>
  <inkml:trace contextRef="#ctx0" brushRef="#br0" timeOffset="3554.29">10359 15683 2194 0,'0'0'297'16,"0"0"-214"-16,0 0-83 15,0 0-232-15,0 0-1222 0</inkml:trace>
  <inkml:trace contextRef="#ctx0" brushRef="#br0" timeOffset="5272.31">11743 4322 1588 0,'0'0'297'0,"0"0"-192"15,0 0-57-15,-21 87 7 16,21-42 30-16,0 4 2 0,0-2-33 16,6-5-34-1,3-6-12-15,-3-7-7 16,0-11-1-16,-2-7 0 15,1-11-14-15,-1 0 2 0,-1-15-2 16,-3-14-13-16,0-14-3 16,0-10 10-16,0-6 5 15,0-3 14-15,0 3 1 16,0 9 1-16,0 11 1 16,0 17 13-16,0 13 3 15,8 9-18-15,4 6 1 16,7 16 5-16,5 7 3 15,1 7 3-15,2 0-3 16,0 3-9-16,4-4 0 16,1-1 0-16,-1-8 0 15,2-4-22-15,-3-11-124 0,-5-8-30 16,0-3-13-16,-9-10-46 16,-5-14 55-16,-6-4 95 15,-5-5 62-15,0 0 23 16,0 5 3-16,0 6 39 15,0 7 33-15,0 8 9 16,0 7-8-16,3 0-43 16,7 8-1-16,3 10 9 15,7 5-12-15,5 0-3 16,8-1-25-16,3 0 23 16,1-8-8-16,3-5 1 15,-7-4-4-15,-6-5-7 0,-11 0 7 16,-10-3 31-1,-4-10 94-15,-2-2 13 0,0-1-14 16,-2 2-7-16,-2 3-2 16,1 8-12-16,1 3-45 15,2 0-38-15,0 11-32 16,0 10 13-16,5 8-13 16,5 2 10-16,2 1-10 15,-1 0-1-15,-2-9 0 16,-3 0 0-16,-2-9-27 15,-4-7-139-15,-9-7-103 16,-9-16-386-16,-3-9-858 0</inkml:trace>
  <inkml:trace contextRef="#ctx0" brushRef="#br0" timeOffset="5887.02">12671 4197 734 0,'0'0'651'0,"0"0"-448"0,0 0-76 16,0 0 5-16,-3 91-14 16,6-57-23-16,8 1-18 15,0 2-30-15,2-3-23 16,-2-4-17-16,1-8-4 16,-2-6-3-16,-1-9-7 15,-1-7-18-15,-1-6-7 16,2-16 15-16,-2-8-22 15,1-4 9-15,-2 1 23 16,1 5 6-16,-1 6 1 16,-3 5 10-16,2 7 6 15,-2 5 7-15,0 5-9 0,5 0-13 16,2 0 12 0,5 6 3-16,5 5-3 0,4 4-2 15,5-1-5-15,2 0 1 16,0-3-6-16,-1-1 5 15,-3-4-6-15,-6-1 1 16,-5-5 0-16,-5 1 0 16,-3-1-1-16,-3 2 1 15,-2 1 0-15,0 0 0 16,2 0-1-16,1 6 1 16,1-1 1-16,-1 4 4 15,-2 0-5-15,1-3-1 16,-2 2-1-16,-2-1-37 15,-1-3-130-15,0-5-226 16,-1-2-648-16</inkml:trace>
  <inkml:trace contextRef="#ctx0" brushRef="#br0" timeOffset="6060.25">12955 3996 1425 0,'0'0'319'0,"0"0"-6"16,0 0-195-16,0 0-64 16,0 0-32-16,0 0-22 15,0 0-12-15,74 4-227 16,-40 2-396-16</inkml:trace>
  <inkml:trace contextRef="#ctx0" brushRef="#br0" timeOffset="6487.65">13470 3962 1113 0,'0'0'654'16,"0"0"-454"-16,0 0-90 15,0 0-67-15,-31 80-11 16,38-35-11-16,12 5 2 15,3 0-14-15,0 1-7 16,-4-5-1-16,-6-8-1 16,-3-7 5-16,-2-13-5 15,-3-10-8-15,-1-8 7 0,2-12 0 16,-2-16-10-16,3-9 11 16,0-3 6-16,4-1 4 15,1 8 8-15,5 5 1 16,2 11-6-16,3 8-11 15,1 9-1-15,-1 0 6 16,2 4-5-16,-6 15 7 16,-6 4 7-16,-6 4 6 15,-5 7-4-15,-8 0 1 16,-17 4-3-16,-10-1-8 16,-2-1-7-16,-3-5-1 15,7-9-27-15,13-22-148 0,10 0-349 16,10-14-956-16</inkml:trace>
  <inkml:trace contextRef="#ctx0" brushRef="#br0" timeOffset="7056.91">13959 4020 975 0,'0'0'563'15,"0"0"-205"-15,0 0-210 16,0 0-67-16,0 0 6 15,0 0 6-15,-27 90-15 16,21-50 4-16,2 1-3 16,4-2-35-16,0-2-23 0,0-5-13 15,7-6-8 1,7-10-11-16,1-11-9 0,0-5-38 16,3-8 34-16,-2-17-14 15,-1-9-44-15,-3-3 39 16,-2-5 35-16,-2 5 8 15,-4 1 1-15,-1 5 0 16,-1 9 17-16,-2 5 23 16,0 8 32-16,0 6-15 15,0 3-20-15,0 0-23 16,0 10-13-16,1 9-2 16,9 2 0-16,3 4 1 0,3-2 1 15,3 1-2-15,5-6-6 16,0-4-9-16,6-6-36 15,-3-8-45-15,-6 0 14 16,-5-11 13-16,-7-11 29 16,-7-6 35-16,-2-9 5 15,0-4 18-15,-11-2 28 16,2 2 21-16,-1 10 20 16,5 13 56-16,2 11-42 15,3 7-72-15,0 11-28 16,3 17 5-16,13 5-6 15,4 5-1-15,2 3 1 16,2-2 0-16,0 1-9 16,-3-3-125-16,-5-6-39 15,-4-7-86-15,-6-8-341 0,-6-12-252 16</inkml:trace>
  <inkml:trace contextRef="#ctx0" brushRef="#br0" timeOffset="7725.13">14196 4062 124 0,'0'0'1062'0,"0"0"-797"16,0 0-147-16,0 0-76 15,0 0-33-15,0 0-8 16,114 17 0-16,-56-12-1 16,3-2-43-16,-1-3-36 15,-8 0-7-15,-10-6-15 16,-12-5 23-16,-14-4 33 0,-11 2 45 15,-5-1 112-15,-2-1 73 16,-10 3-9-16,-4 7-13 16,-1 4-30-16,1 1-39 15,2 4-31-15,1 14-20 16,4 4-12-16,3 6 0 16,6 0-9-16,0-2-7 15,3-1-9-15,14-4 1 16,5-8-5-16,3-6-2 15,3-7-12-15,1-7-48 16,-4-16-92-16,-2-10-21 16,-6-6 27-16,-6-21 83 15,-6-20 63-15,-5-26 5 0,0 9 74 16,0 22 14 0,0 32 43-16,-3 33 49 0,0 8 49 15,-2 2-112-15,5 17-94 16,0 20-19-16,0 14 0 15,0 11-3-15,14 5-5 16,3 0 0-16,4-2 0 16,0-8 0-16,3-5-1 15,0-13-9-15,-3-11-7 16,-5-12 8-16,-4-13-10 16,-3-3 12-16,-3-13 6 15,2-7 0-15,-1 0 6 0,-3 3 27 16,1 6 24-1,-2 7 1-15,1 4-35 0,5 0-22 16,6 10 20-16,4 9 20 16,4 2 26-16,4 4-27 15,1 0-13-15,0-3-9 16,1-3-17-16,-2-5 1 16,1-7-2-16,18-7-45 15,-4-9-290-15,-3-14-747 0</inkml:trace>
  <inkml:trace contextRef="#ctx0" brushRef="#br0" timeOffset="8447.06">16643 3649 988 0,'0'0'372'16,"0"0"18"-16,0 0-106 16,0 0-10-16,0 0-66 15,0 0-111-15,0 0-54 0,-58 30-12 16,42 47 21-16,7 22-1 16,7-6-14-16,2-20-10 15,10-23-6-15,8-15-13 16,9 0-8-16,6 2-6 15,5-5 6-15,0-9 1 16,-4-13 8-16,-4-9-9 16,-8-1-14-16,-7-15-1 15,-5-10-25-15,-10-8 0 16,0-1 2-16,-7-4 8 16,-11 6 1-16,-3 4 18 0,-1 7 11 15,4 7 2-15,2 5 10 16,5 5 14-16,5 2 10 15,6 2-16-15,0 0-20 16,5 0-20-16,16 2 19 16,14 5 1-16,7-2 0 15,7 0 0-15,1-3 0 16,-3-2-52-16,-6 0-143 16,-10 0-79-16,-10-1-109 15,-9-7 33-15,-9 0 182 16,-3-1 147-16,0 0 21 15,-9 1 180-15,1 0 62 16,1 2-17-16,3 3-75 0,1 3-74 16,3 0-47-16,0 0-29 15,3 0-64-15,30 0-88 16,-4 0-161-16,4 0-294 0</inkml:trace>
  <inkml:trace contextRef="#ctx0" brushRef="#br0" timeOffset="8906.15">17230 3875 1415 0,'0'0'243'0,"0"0"26"16,0 0-167-16,-43 109 1 16,40-68-34-16,3 2 8 0,0-4-15 15,0-3-34 1,8-5-8-16,2-9-13 0,0-6-6 15,1-11-1-15,2-5-1 16,1-2-5-16,1-18 6 16,0-5 0-16,-1-2 0 15,-2 1 0-15,-2 7 2 16,-3 6-1-16,-3 7 8 16,1 6 4-16,1 0-2 15,5 6 14-15,8 8 15 16,6 4 31-16,5-1 1 15,3-1-36-15,2-6-17 16,-2-3-9-16,-1-7 2 16,-6 0-3-16,-3-13 3 15,-7-7-11-15,-4-9 9 0,-7-6-9 16,-5-10 10-16,-7-17-1 16,-15 2 11-16,-9-2-5 15,-8 4 4-15,-4 21-10 16,-3 9-2-16,0 15-8 15,4 13-33-15,9 5-79 16,17 31-59-16,12-1-141 16,4-3-503-16</inkml:trace>
  <inkml:trace contextRef="#ctx0" brushRef="#br0" timeOffset="9057.15">17909 3875 1942 0,'0'0'546'15,"0"0"-247"-15,0 0-185 0,0 0-35 16,0 0-50-16,0 0-17 16,0 0-12-16,-5-44-51 15,22 34-481-15,1-4-709 0</inkml:trace>
  <inkml:trace contextRef="#ctx0" brushRef="#br0" timeOffset="10014.95">19559 3178 1075 0,'0'0'688'0,"0"0"-500"15,0 0-92-15,-11 116 53 0,10-10 25 16,1 28 9-16,0 17-28 16,13 6-21-16,7-6-23 15,-1 2-54-15,-3 4-17 16,-2 3-19-16,-2 10-8 16,-2 13-2-16,0 7 8 15,-2 12 13-15,-5 10-14 16,-3 7-11-16,0 13 2 15,0 4 0-15,0 5-9 16,0 3 0-16,0 2 0 16,2 2 0-16,8 1 5 15,2 1-5-15,1-4-1 0,4 4 1 16,-4 1 3-16,3 2-3 16,0 0 0-16,0-4 1 15,5-3 6-15,-2-9-7 16,4-4-3-16,-1-12 3 15,-4 1 6-15,-2-9 6 16,-5-7-12-16,-4-2 1 16,-5-9 8-16,-2-4 6 15,0 2 11-15,-9-9-1 16,-2-6-17-16,1-2-1 16,2-10 2-16,5-2 0 15,3-5 0-15,0-5-3 16,0-4-6-16,5-2 0 15,1-2 6-15,-2-1 7 0,-4 1 4 16,0-1 2-16,0 3 4 16,0-6-17-1,0-7 3-15,0-7 0 0,0-6-8 16,9-5 13-16,0-2-7 16,0-6 1-16,1-1 4 15,1-1-8-15,-2 0-4 16,1-1 0-16,2-5 0 15,-1-5 0-15,2-9 0 16,-1-2 0-16,1-3 0 16,0-3 0-16,-3-12 2 15,-3-13 7-15,1-10-8 16,-2-5-1-16,1 6-1 0,2 5-1 16,0-1-5-16,-1-8 5 15,-1-12-5-15,-4-10-35 16,0-14-50-16,-3-5-12 15,0-21-84-15,0-8-353 16,0-2-475-16</inkml:trace>
  <inkml:trace contextRef="#ctx0" brushRef="#br0" timeOffset="10154.71">20199 15712 1257 0,'0'0'1219'0,"0"0"-1080"16,0 0-139-16,0 0-297 0,-83-32-299 0</inkml:trace>
  <inkml:trace contextRef="#ctx0" brushRef="#br0" timeOffset="11608.17">21478 3921 129 0,'0'0'930'0,"0"0"-717"15,0 0-1-15,-109-29-44 16,77 29-39-16,0 17-53 16,4 4 7-16,7-1-8 15,9 0-14-15,9-3-28 16,3-4-11-16,6 1 13 15,15 0-7-15,5 0-8 16,2 3-7-16,0 0-13 16,1 2 6-16,-7 0-5 15,-5 1 5-15,-7-1-6 16,-9 1 1-16,-1-1 5 0,-6 1 1 16,-15-2-5-16,-5 1 5 15,-4-1-5-15,1-3 5 16,3-4-6-16,4 1 0 15,9-4 0-15,7-5-1 16,6 0-5-16,5-3-4 16,22 0 8-16,8 0 0 15,13-13 0-15,5-7-26 16,3-6-16-16,1-5 23 16,-5-5-14-16,-10-1 15 15,-12-7 19-15,-11-3 0 16,-12-6 15-16,-7-6 9 0,0 3 26 15,-1 7-9-15,-7 14 27 16,2 13 58-16,3 19-6 16,3 3-111-16,0 22-9 15,8 17 0-15,8 12-1 16,8 5 0-16,3 5-5 16,0-3-7-16,-2-4-97 15,5 8-103-15,-6-15-159 16,-11-10-376-16</inkml:trace>
  <inkml:trace contextRef="#ctx0" brushRef="#br0" timeOffset="12014.44">21602 4020 971 0,'0'0'285'0,"0"0"-125"16,0 0-56-16,0 0 6 15,114-53-19-15,-71 50-34 16,-3 3-14-16,-2 0-18 16,-7 12-6-16,-6 4-2 15,-6 1-2-15,-7 2 1 16,0 1 16-16,-4 3-4 16,-1 1 1-16,1-2-9 15,3-2-5-15,2-7 0 16,1-3 0-16,0-7-2 15,1-3-7-15,-2 0 10 0,-1-10-7 16,1-9 1-16,-5-8 2 16,-3-4-11-16,-5-7 0 15,0-4 9-15,0-4-8 16,-11 5-2-16,0 7 2 16,-3 15-1-16,0 16 0 15,-2 3-1-15,1 25-24 16,2 6-4-16,8 5-43 15,14 10-144-15,15-12-130 16,6-8-397-16</inkml:trace>
  <inkml:trace contextRef="#ctx0" brushRef="#br0" timeOffset="13447.22">22297 3956 1001 0,'0'0'319'0,"0"0"-77"15,0 0-26-15,0 0-49 16,-80-19-66-16,65 21-43 16,1 17-30-16,5 4-16 15,4 6-3-15,5 3 1 16,0-3-8-16,8 2-1 16,12-4 13-16,8-5-6 15,2-6-7-15,3-8-1 16,0-8-48-16,-1-1-73 0,-6-20-66 15,-5-9-49 1,-7-9 41-16,-9-20 101 0,-5-23 70 16,-7-26 24-16,-7 7 10 15,4 17 28-15,1 30 53 16,7 33 66-16,1 2 33 16,-1 9-41-16,2 7-54 15,0 5-75-15,2 26-9 16,13 13 8-16,6 21-2 15,9 22 4-15,8 16-3 16,-2-7 2-16,-6-21 2 16,-8-23-8-16,-7-18-13 15,1-2 0-15,0-5 5 0,-2-4-6 16,-5-15-16 0,-3-5 16-16,-1-10 8 0,-1-17-6 15,3-6-1-15,0 1 0 16,0 1 1-16,1 6 5 15,0 4-6-15,-2 12 0 16,2 5 5-16,3 4-6 16,3 0 0-16,5 12 0 15,4 3 1-15,4 4-1 16,3-2 0-16,-2-1-1 16,-1-5 1-16,0-4-40 15,-5-4-100-15,-2-3-64 16,-4-3-70-16,-4-14 29 15,-3-9 56-15,0-7 108 16,-5-6 81-16,-2-1 71 0,-1-1 96 16,-1 9 26-16,0 9 16 15,0 8-54-15,0 10 4 16,-1 5-55-16,-5 0-67 16,0 21-27-16,-3 7-4 15,1 6-5-15,1 5 8 16,2 1-8-16,4-3 1 15,1-6-1-15,0-7 7 16,0-7-8-16,4-6-26 16,2-8-53-16,0-3 22 15,1-9 45-15,1-13-2 16,0-10-14-16,-2-4 16 16,0-4 12-16,-2 1 0 0,2 7 1 15,-3 6 12 1,0 12 12-16,-1 10 6 0,-1 4-14 15,2 5-17-15,2 15 0 16,4 6 0-16,5 0 1 16,6 2 0-16,2-9-1 15,8-7-34-15,9-9-71 16,1-3-88-16,3-17 47 16,-1-11-74-16,-8-5-47 15,-10 2 72-15,-12-1 169 16,-9 3 26-16,-3 8 149 15,-3 5 35-15,-9 10-19 0,-3 6-24 16,3 0-38 0,2 3-51-16,3 11-27 0,4 3-18 15,3 2-6-15,0 2 1 16,7 1 6-16,12 0-2 16,4 0 3-16,3-1-8 15,2-1 0-15,-2 0-1 16,-3 0 0-16,-7-2 1 15,-9-1-1-15,-7 1 0 16,0-1 6-16,-7 0 3 16,-11 0-3-16,-1-2 10 15,2-2 10-15,3-2 3 16,5-3-8-16,5-1-12 16,4-4-8-16,0-3 6 15,8 0 3-15,13-3 6 0,7-13-8 16,6-4-8-16,2-9-49 15,-1-4-53-15,-4-9 40 16,-7-18-32-16,-10-20 73 16,-6 4 18-16,-8 9 3 15,0 11 16-15,0 25 78 16,-6 4 59-16,-3 6 27 16,2 10-4-16,4 11-58 15,1 3-68-15,2 22-38 16,0 11-5-16,12 9-7 15,8 11 1-15,3 5 0 16,4 2 0-16,1 1 0 16,0-3 0-16,-1-7-1 0,-4-7-55 15,-5-9-154 1,-9-12-116-16,-4-11-201 0,-5-11-430 0</inkml:trace>
  <inkml:trace contextRef="#ctx0" brushRef="#br0" timeOffset="13653.49">23777 3950 829 0,'0'0'250'16,"0"0"-92"-16,0 0-36 16,94 41-25-16,-72-29-36 0,-4-2-41 15,-9-3-15-15,-9-2-5 16,0-5-16-16,-6 0-67 15,-10-5-164-15,-4-31-14 16,4 0-13-16,5-3 52 0</inkml:trace>
  <inkml:trace contextRef="#ctx0" brushRef="#br0" timeOffset="13913.05">24321 3783 552 0,'0'0'745'0,"0"0"-482"0,0 0 21 16,0 0-117-16,-103 63 21 16,72-22-53-16,6 7-11 15,7 1-8-15,10 1-31 16,8-5-34-16,14-7-26 15,31-5 1-15,46-12-13 16,59-17-13-16,40-13-106 16,-26-19-276-16,-27-7-1144 0</inkml:trace>
  <inkml:trace contextRef="#ctx0" brushRef="#br0" timeOffset="14438.28">25984 3219 1202 0,'0'0'331'16,"0"0"-21"-16,0 0-165 15,0 0-66-15,-107 142 39 16,85-37-16-16,5 9-16 16,17-4-3-16,5-12-24 0,16-30-17 15,4-15-18-15,-1-17-11 16,1-11 1-16,8-4-8 15,3-8-5-15,1-4 1 16,-3-9 6-16,-4-9-8 16,-4-14 0-16,-7-8-26 15,-9-2-16-15,-7-1 29 16,-3 0-7-16,0 5 11 16,-12 3-4-16,-2 6 12 15,0 6 1-15,2 6-2 16,6 2-4-16,3 5 6 15,3 1-9-15,0 0-8 0,5 0-18 16,14 0-26-16,9 0-47 16,8 0-56-16,9 0-103 15,22-7-37-15,-13-6-86 16,-8 1-239-16</inkml:trace>
  <inkml:trace contextRef="#ctx0" brushRef="#br0" timeOffset="14537.15">26453 3672 104 0,'0'0'502'0,"0"0"-125"16,0 0-102-16,0 0-119 15,0 0-71-15,0 0-46 16,0 0-39-16,12-22-84 16,16 20-123-16,3-4-297 0</inkml:trace>
  <inkml:trace contextRef="#ctx0" brushRef="#br0" timeOffset="15048.01">26705 3534 1270 0,'0'0'350'15,"0"0"-212"-15,0 0-51 16,0 0 21-16,-42 98-34 16,33-51 13-16,2 4-1 15,2-2-39-15,4-1-22 16,1-8-14-16,0-5-10 16,0-12 6-16,7-10-6 15,5-10 0-15,6-3 0 16,4-17 8-16,2-8-3 15,3-2-4-15,-3 3 5 0,-5 4 5 16,-7 8 7 0,-6 4 24-16,-1 7 18 0,2 1-31 15,2 0-21-15,6 0 4 16,9 0 5-16,3 0 0 16,4 0-8-16,1-7 0 15,-3-10-4-15,0-4-4 16,-7-4 10-16,-7-10-6 15,-6-5 9-15,-9-21-9 16,-3-27 7-16,-26-20 6 16,-2 8-4-16,3 22 15 15,4 33 18-15,5 26 32 16,-1 4-2-16,-2 6-42 16,-4 7-18-16,1 2-12 0,1 19-6 15,3 13 0-15,4 6-1 16,7 5 2-16,10 2-1 15,0 1 0-15,20-5-1 16,10-3-5-16,7-4-9 16,27-9-116-16,-9-11-213 15,-4-13-588-15</inkml:trace>
  <inkml:trace contextRef="#ctx0" brushRef="#br0" timeOffset="15219.93">27773 3266 1355 0,'0'0'1100'0,"0"0"-625"0,0 0-295 16,0 0-93-16,0 0-38 15,0 0-25-15,0 0-12 16,-12-10-11-16,6 10-1 16,-36 4-71-16,0 10-392 15,-21-4-822-15</inkml:trace>
  <inkml:trace contextRef="#ctx0" brushRef="#br0" timeOffset="18500.05">2986 956 819 0,'0'0'1055'15,"0"0"-838"-15,0 0-151 0,-8 100-23 16,2-3 54 0,2 14 66-16,1 1-9 0,3-25-38 15,0-29-36-15,0-19-33 16,0-9-23-16,0-2-13 15,0-5-5-15,0-6-5 16,0-12 1-16,-3-5 10 16,-3-7 10-16,-3-22-8 15,-5-19-8-15,0-25-1 16,0-24-5-16,7 8 0 16,7 21 6-16,0 25 3 15,0 28-9-15,13 1-10 16,4 8 2-16,8 3-1 0,8 3 2 15,4 16 6 1,2 11-1-16,0 9-5 0,-2 5 1 16,-4 1 5-16,-6-1 0 15,-8-4-1-15,-5-9-5 16,-6-7 5-16,-5-8 2 16,-3-9 0-16,0-4 1 15,0 0 15-15,-3-21 10 16,-7-10-5-16,1-11 16 15,6-8-11-15,3 0-9 16,0 5-3-16,9 9-8 16,9 16-6-16,4 15-5 15,8 5-1-15,6 19 5 0,6 15 1 16,5 12 0-16,1 5 1 16,-2 3-1-16,-2-4 0 15,-7-4 0-15,-3-9-15 16,9-9-144-16,-7-10-344 15,-6-14-394-15</inkml:trace>
  <inkml:trace contextRef="#ctx0" brushRef="#br0" timeOffset="18666.64">3866 1167 1068 0,'0'0'559'0,"0"0"-378"16,0 0-86-16,0 0-42 15,0 0 29-15,0 0-34 0,109 5-29 16,-66-5-19-16,15 3-36 16,-10-1-278-16,-14 1-598 0</inkml:trace>
  <inkml:trace contextRef="#ctx0" brushRef="#br0" timeOffset="18824.71">3906 1470 1515 0,'0'0'330'0,"0"0"-92"16,0 0-133-16,0 0-6 15,0 0-46-15,92 10-28 16,13-28-25-16,-6-6-131 0,2-5-977 16</inkml:trace>
  <inkml:trace contextRef="#ctx0" brushRef="#br0" timeOffset="19146.91">5660 831 1382 0,'0'0'343'0,"0"0"-36"16,0 0-52-16,0 0-7 15,0 0-65-15,0 0-109 16,0 0-74-16,-34-10 2 16,61 86-2-16,7 28 12 15,5 11-2-15,-2-5-4 16,-6-13-4-16,-10-26-2 15,-6-17-60-15,-4-2-151 16,-4-20-154-16,-7-8-356 0</inkml:trace>
  <inkml:trace contextRef="#ctx0" brushRef="#br0" timeOffset="19522.25">5626 1117 942 0,'0'0'239'0,"0"0"-103"16,0 0-45-16,100-61 2 16,-60 47-13-16,-1 11-7 15,-3 3 14-15,-8 1-15 16,-4 18 8-16,-8 7-2 16,-4 9 27-16,-4 3 18 15,0 5-23-15,0-1-35 16,1-2-19-16,6-7-22 15,3-7-13-15,4-12-1 16,5-14-4-16,3 0 4 0,1-24-1 16,-3-10 0-16,-2-9-7 15,-10-6 4-15,-8-3-5 16,-8-1 6-16,0-2-1 16,-15 7-6-16,-9 6 1 15,3 16 5-15,2 13-6 16,1 13-14-16,6 2-29 15,6 19-61-15,7 11-144 16,16-6-353-16,5-4-272 0</inkml:trace>
  <inkml:trace contextRef="#ctx0" brushRef="#br0" timeOffset="19734.97">6279 791 1350 0,'0'0'397'15,"0"0"136"-15,0 0-344 16,0 0-91-16,0 0-72 16,0 0-17-16,0 0 7 15,42 115 9-15,-12-65-7 16,1 6-16-16,-4-4-2 16,-2-4 0-16,-7-5-96 15,-12-2-169-15,-1-10-369 16,-5-12-570-16</inkml:trace>
  <inkml:trace contextRef="#ctx0" brushRef="#br0" timeOffset="20377.3">6167 1066 1177 0,'0'0'170'0,"0"0"-118"15,109-10-35-15,-12-1 1 16,24-6-7-16,-6 1-2 15,-27-1-8-15,-37 3-1 16,-26 2-19-16,-4-5 7 16,-8 3 12-16,-8-1 24 15,-5 2 103-15,-12 4 48 16,-12 5-10-16,0 4 0 16,0 0-45-16,-3 13-30 15,0 12-7-15,2 10-6 0,1 8 3 16,9 3-20-16,8 0-20 15,7-5-24-15,4-7 1 16,19-9-11-16,7-11 4 16,5-12-8-16,-2-2-2 15,-2-12-15-15,-8-10-26 16,-2-5 27-16,-11-2 14 16,-4 3 0-16,-6 2 6 15,0 5 14-15,0 5 31 16,0 8 41-16,0 4-8 15,-3 2-44-15,-1 2-31 16,4 15-9-16,0 8 0 16,0 1 0-16,10 2 0 15,11-2 1-15,6-8 0 0,7-8 3 16,2-8-4-16,-2-2-9 16,-4-17-17-16,-6-9-28 15,-9-10-13-15,-12-10 16 16,-3-15 37-16,-24-28 13 15,-16-28 1-15,-2 4 13 16,5 23 14-16,16 35 49 16,9 35 60-16,4 8-91 15,2 5-25-15,3 7-20 16,3 4-5-16,0 38-22 16,20 30 26-16,11 29 1 0,5 18 9 15,0-3 18-15,1-10-15 16,2-11-12-16,-6-26-133 15,-5-17-581-15</inkml:trace>
  <inkml:trace contextRef="#ctx0" brushRef="#br0" timeOffset="20941.26">8500 1468 1255 0,'0'0'318'0,"0"0"-92"15,0 0-21-15,0 0-23 16,58-109-86-16,-19 31-40 15,4-18-26-15,-7-10-11 16,-18 8-13-16,-12 17-5 16,-6 27 17-16,0 19 13 15,-6 14 43-15,-3 5 39 16,0 5-4-16,-1 7-64 16,2 4-41-16,-2 10-3 15,-1 14-1-15,1 7 0 16,7 1-1-16,3 4-17 15,3-5-33-15,18-3-8 16,1-4 17-16,4-6 8 0,-4-2-12 16,-3-3 10-16,-5-4 17 15,-4 2 17-15,-7-2-5 16,-3 5 7-16,0 6 1 16,0 10 16-16,-5 6 35 15,-5 7 10-15,1 6-2 16,5-1-25-16,2-2-6 15,2-5-11-15,6-7-8 16,13-12-8-16,6-8-1 16,3-14-1-16,8-4-42 15,1-26-141-15,5-31-123 16,-9 4-362-16,-10 0-65 0</inkml:trace>
  <inkml:trace contextRef="#ctx0" brushRef="#br0" timeOffset="21355.23">8997 981 986 0,'0'0'494'0,"0"0"-266"15,0 0-66-15,0 0-74 16,0 0-46-16,0 0-22 16,0 0-3-16,74-22 4 15,-54 44 7-15,-4 6-2 16,-5 5 23-16,-6 3-5 16,-3 1-16-16,-2-1-7 15,0-3-9-15,-4-3-12 0,1-3 1 16,1-5-1-1,2-9-54-15,0-9-69 0,9-4 38 16,6-9 56 0,6-12 11-16,-3-8 10 0,1-3 8 15,-3-2 0-15,-5-2 1 16,1-2 0-16,-2-1 21 16,-2 2-3-16,-2 2 13 15,-3 7 15-15,-3 7 28 16,0 6 5-16,0 10 22 15,0 5-13-15,-2 2-54 16,-5 18-27-16,-2 10 1 16,0 9 6-16,5 6 2 15,4 0-3-15,0-3-7 16,17-3 1-16,13-10-8 16,6-10-27-16,12-9-121 15,20-20-178-15,-11-13-297 0,-11-8-589 0</inkml:trace>
  <inkml:trace contextRef="#ctx0" brushRef="#br0" timeOffset="22959.33">9565 886 755 0,'0'0'565'15,"0"0"-216"-15,0 0-99 16,0 0-54-16,0 0-95 16,0 0-20-16,-85 51 2 15,73-13-9-15,3 7-13 16,0 4-5-16,8-1-15 15,1-5-21-15,1-4-8 16,14-9-5-16,3-13-7 16,3-11-39-16,0-6 6 0,-2-17-23 15,-2-12-29 1,-7-7 29-16,-1-5 26 0,-6-3 24 16,-2 1 6-16,-1 6 0 15,0 5 0-15,0 12 9 16,0 10 25-16,0 10 16 15,0 0-33-15,0 9-16 16,0 9-1-16,6 5 1 16,11-1 0-16,10 0-1 15,11-8-6-15,7-9-85 16,9-5-124-16,-2 0-182 16,-4-16 5-16,-14-4 26 0,-16-2 207 15,-15 0 159-15,-3-1 273 16,-12 1 39-16,-4 2-7 15,2 5-10-15,1 3-42 16,7 8-64-16,3 4-77 16,1 0-78-16,2 14-28 15,0 11-4-15,0 6 12 16,0 4 1-16,6 3 0 16,5 0 3-16,1-6-6 15,-2-4-3-15,-1-8-9 16,0-10-15-16,2-8-74 15,-1-2 2-15,3-18-11 16,-2-12-35-16,4-6 70 0,-6-7 42 16,-2-4 19-1,-1 1 2-15,0 3 0 0,-3 9 9 16,0 11 27-16,0 9 24 16,-3 10-2-16,5 4-42 15,-1 10-8-15,2 14 4 16,6 7 13-16,-2 5 5 15,5-1-8-15,0-1-13 16,3-6-8-16,0-6 0 16,1-8-1-16,-2-7-1 15,1-7-45-15,-2 0-34 16,-4-17-36-16,0-7-43 16,-3-1 61-16,-5-1 32 0,-1 0 48 15,-1 5 18 1,-2 4 22-16,0 7 10 0,0 7 28 15,4 3-32-15,4 0-28 16,5 9 0-16,7 4 1 16,8 1 6-16,5-2-7 15,8-4-12-15,3-4-101 16,0-4-112-16,-5 0-108 16,-10-12 39-16,-10-3 280 15,-12-6 14-15,-7-1 237 16,0-2 49-16,-3 5 12 15,-5 4-9-15,0 10-88 16,1 5-94-16,-1 8-82 16,-2 22-13-16,-2 21 0 15,-3 27 0-15,3 22 0 0,9 4 2 16,1-17 13 0,2-24-16-16,0-27-11 0,0-13 0 15,0-6-82-15,0-9-46 16,2-8 51-16,1-19-28 15,5-32-26-15,-1-2 94 16,0-12 37-16,1 2 0 16,1 14 29-16,-2 3 32 15,-1 15 24-15,-3 12 5 16,-1 13 8-16,-1 6-36 16,4 9-47-16,2 13 2 15,6 6-1-15,7 1-4 0,7 1-3 16,6-5-2-16,7-5-1 15,-1-9-6-15,0-11-13 16,-4 0-33-16,-8-19-27 16,-9-10-10-16,-9-9 50 15,-9-8 33-15,0-18 32 16,-6-28 39-16,-6-26 27 16,-1 10 2-16,4 22-12 15,1 37-15-15,5 34 30 16,0 8 7-16,0 7-62 15,2 0-48-15,-1 24-30 16,2 26 18-16,0 5 11 16,15 9 1-16,9 1 6 0,9-9-4 15,10-1-2-15,9-10-36 16,5-14-80-16,4-15-48 16,-4-16-46-16,-9-5 37 15,-11-20 13-15,-12-9 82 16,-9-3 78-16,-11 0 53 15,-5-1 47-15,0 9 79 16,0 8 68-16,-6 8-10 16,-6 12-99-16,-3 1-77 15,-6 18-42-15,-4 16-11 16,-3 14 4-16,5 8 12 16,7 7 31-16,11 3-10 15,5-7-15-15,11-7 0 16,22-9 0-16,7-17-2 15,8-11-7-15,10-15-7 0,5-10-5 16,4-17-8-16,3-9-1 16,-6-7-1-16,-8 0-14 15,-12 6-48-15,-17 2-34 16,-20 12-40-16,-31 9-211 16,-16 9-351-16,-8 5-886 0</inkml:trace>
  <inkml:trace contextRef="#ctx0" brushRef="#br0" timeOffset="23369.1">13770 1167 178 0,'0'0'1456'0,"0"0"-1156"16,0 0-123-16,0 0-122 16,0 0-26-16,0 0-18 15,0 0-6-15,74 0-5 16,-39 0-243-16,-8 0-430 0</inkml:trace>
  <inkml:trace contextRef="#ctx0" brushRef="#br0" timeOffset="23515.27">13616 1441 1092 0,'0'0'255'0,"0"0"-65"15,0 0-101-15,0 0-33 16,172-24-24-16,-18-23-32 15,20-10-5-15,-33 10-245 16,-36 10-683-16</inkml:trace>
  <inkml:trace contextRef="#ctx0" brushRef="#br0" timeOffset="24081.95">14672 990 1587 0,'0'0'305'0,"0"0"-32"16,0 0-142-16,-48 109 55 15,47-31-35-15,1 21-25 16,6-8-32-16,9-14-38 0,-2-27-30 16,-2-14-17-16,-1-4-8 15,1-3-1-15,-2-7-13 16,-6-14-80-16,-2-8 26 16,-1-31-11-16,0-29-114 15,0-36 56-15,0-35 80 16,0-14 39-16,0 7 11 15,12 34 6-15,3 39 2 16,3 24 7-16,1 16 7 16,10 1-1-16,6 5-15 15,6 4 1-15,-1 15-1 16,-3 0 6-16,-5 22-6 16,-8 10 12-16,-14 11 6 0,-10 6-11 15,-9 4-1-15,-16 0-4 16,-7-2 7-16,5-8-3 15,3-11 2-15,8-8 1 16,9-13 51-16,2-5 50 16,5-6 25-16,0 0-17 15,0 0-55-15,6 2-44 16,16 5-10-16,10 8-7 16,8 6-1-16,11 9 5 15,0 4-5-15,-1 7-1 16,-4 2-1-16,-11 3 1 15,-12-2 1-15,-12-5-1 16,-11-3 2-16,-3-5 5 16,-22-4-1-16,-11-5-4 15,-6-5-1-15,-1-10 4 16,1-7-5-16,14-27-83 0,10-12-223 16,15-9-456-16</inkml:trace>
  <inkml:trace contextRef="#ctx0" brushRef="#br0" timeOffset="24269.79">15619 1022 1532 0,'0'0'341'16,"0"0"-107"-16,0 0-150 15,0 0-41-15,0 0-19 0,83-2-12 16,-43-3-11-1,0-1-1-15,6-2-127 0,-9 2-456 16,-12 0-429-16</inkml:trace>
  <inkml:trace contextRef="#ctx0" brushRef="#br0" timeOffset="24441.01">15658 1335 1633 0,'0'0'301'16,"0"0"-156"-16,0 0-59 0,132-27 5 16,-65 2-49-16,3-6-30 15,-5-3-12-15,-18 7-196 16,-25 4-673-16</inkml:trace>
  <inkml:trace contextRef="#ctx0" brushRef="#br0" timeOffset="24859.73">13873 984 1084 0,'0'0'338'16,"0"0"-4"-16,0 0-77 15,0 0-44-15,0 0-47 16,0 0-31-16,0 0-71 16,1-70-46-16,17 72-17 15,6 15 10-15,15 9 6 16,9 13 1-16,10 9-2 15,16 21 11-15,14 15 10 16,3 16 2-16,-15-8-8 16,-24-19-14-16,-25-22-8 15,-21-13-8-15,-6 7 9 16,0 3-2-16,-28 8-7 16,-30 7 5-16,-32 10-5 0,-23 7-1 15,10-6-39-15,27-20-265 16,37-28-437-16</inkml:trace>
  <inkml:trace contextRef="#ctx0" brushRef="#br0" timeOffset="26204.31">16491 897 965 0,'0'0'342'0,"0"0"-32"0,0 0-7 15,0 0-51-15,0 0-122 16,0 0-96-16,0 0-20 16,-32 40-5-16,47 4 2 15,2 5-2-15,0 0-3 16,-2-2-4-16,-1-5-1 16,-5-6 0-16,-5-11-1 15,-1-11-6-15,-1-11-19 16,-2-3 24-16,0-23-25 15,-3-13-24-15,-6-13 16 16,-2-7 24-16,1-4 8 0,2-3 2 16,1 5 1-16,1 10 0 15,2 12 13 1,2 14 13-16,2 15 4 0,0 7-29 16,13 6-2-16,11 15 1 15,6 8 9-15,4 4 2 16,7 3-6-16,1-1-5 15,2-4 0-15,1-5-1 16,-2-6 0-16,-7-10-1 16,-6-5-30-16,-9-5-35 15,-11 0-8-15,-7-13 15 16,-3-6-6-16,-3-5-5 16,-11-1 43-16,-2 4 27 0,0 4 19 15,6 5 34-15,3 4 20 16,6 7-17-16,1 1-48 15,0 0-8-15,18 11 0 16,7 4 0-16,10 4 1 16,8-4 0-16,3-3 0 15,5-6 0-15,-1-6 4 16,-6 0-5-16,-7-9 0 16,-10-4 0-16,-9-3 0 15,-9 4 11-15,-5 1 51 16,-2 5 65-16,-2 5 4 15,0 1-51-15,1 1-61 16,5 16-13-16,0 7 9 0,0 5-5 16,0 5-9-1,-3 0-1-15,-1-2-1 0,-1-8-138 16,-1-10-143-16,0-9-324 16,-6-5-566-16</inkml:trace>
  <inkml:trace contextRef="#ctx0" brushRef="#br0" timeOffset="26352.57">17099 609 1250 0,'0'0'202'15,"0"0"-7"-15,0 0-158 16,0 0-37-16,0 0 0 16,0 0-16-16,136 87-152 15,-81-53-167-15,-6-5-487 0</inkml:trace>
  <inkml:trace contextRef="#ctx0" brushRef="#br0" timeOffset="26806.52">17456 843 1018 0,'0'0'220'16,"0"0"-101"-16,0 0-65 15,0 0 9-15,0 0 0 16,4 90-24-16,9-71-2 15,2-2-24-15,0-5 1 16,-1-4-5-16,-2-8-8 16,3 0 8-16,-3-5-2 0,1-10-1 15,-1-6-5 1,3-1 1-16,-3 2 4 0,-2 4 1 16,3 3-6-16,-3 3 6 15,0 6 5-15,2-1 4 16,-2 3 0-16,5 2 0 15,0 0-3-15,4 4 5 16,4 8 2-16,-1 3 14 16,2 1-5-16,-2 2-3 15,1-1-4-15,-5-3-10 16,-2-1-3-16,-4-5-3 16,-4-2-5-16,-1-4 8 15,-4 1-2-15,-2-3-5 0,1 1 7 16,1-1-8-1,2 0 0-15,-1 1-1 0,2 1-9 16,3 2-82-16,-5 0-94 16,1 1-23-16,-4-1-3 15,-1-3-14-15,0-1-154 0</inkml:trace>
  <inkml:trace contextRef="#ctx0" brushRef="#br0" timeOffset="27121.56">17909 730 1031 0,'0'0'358'0,"0"0"26"15,0 0-128-15,0 0-26 16,0 0-94-16,0 0-62 16,0 0-51-16,0 14-10 15,5 5 0-15,2 6 4 16,2-2-4-16,0 1-12 16,-3-1 1-16,0-4-2 0,-3-7-42 15,-1-4-127 1,-2-8-136-16,0-7-229 0,-8-8-590 0</inkml:trace>
  <inkml:trace contextRef="#ctx0" brushRef="#br0" timeOffset="27239.16">17764 473 848 0,'0'0'190'16,"0"0"-64"-16,0 0-107 15,0 0-9-15,0 0-10 16,85 69-15-16,-46-41-287 0</inkml:trace>
  <inkml:trace contextRef="#ctx0" brushRef="#br0" timeOffset="27863.34">18164 628 738 0,'0'0'851'0,"0"0"-567"15,0 0-70-15,0 0-159 16,0 0-45-16,0 0 3 16,2 85 11-16,15-39-5 15,4 5-4-15,0 2-3 16,-1-5-6-16,-4-4-6 16,-3-4-1-16,-5-9-67 15,-3-11-133-15,-5-12-29 16,0-8 108-16,0-12-185 0,-13-20-211 15,-4-9 271 1,-1-8 247-16,-3-6 124 0,0-5 87 16,4-1 3-16,8-3 4 15,5 3 19-15,4 9-74 16,15 11-91-16,10 12-43 16,7 12-23-16,2 10-5 15,2 7 0-15,0 0 14 16,-5 12-6-16,-4 10 8 15,-9 7 7-15,-9 3-2 16,-8 2-3-16,-1 2 0 16,-1-3-6-16,-10-5-12 15,-2-2 0-15,4-9 5 0,1-4 0 16,5-7 13 0,3-1 9-16,0 0 4 0,8 0 0 15,14 4-4-15,8 3-1 16,7 2-11-16,7 3-6 15,2 1-2-15,-6 2-7 16,-6 1 0-16,-11 1 1 16,-16-3-2-16,-7 4 18 15,-18-2 7-15,-20 0 12 16,-10-1-12-16,-10-2-7 16,-2-4-11-16,6-3-7 15,15-8-42-15,30-3-115 16,9-14-318-16,9-4-681 0</inkml:trace>
  <inkml:trace contextRef="#ctx0" brushRef="#br0" timeOffset="28425.38">18768 678 1129 0,'0'0'357'16,"0"0"20"-16,0 0-134 15,0 0-8-15,0 0-94 16,0 0-84-16,0 0-35 15,-28 23 6-15,16 3 20 16,1 7 8-16,3 1-21 16,5-1-16-16,3-2-7 15,0-6-12-15,10-7 0 16,3-5-32-16,4-10-43 0,-2-3 29 16,1-8-24-1,-1-14-16-15,-3-2 15 0,0-5 31 16,-3 0 26-16,0-2 14 15,-2 4 0-15,-1 7 8 16,-3 3 7-16,0 8 25 16,-3 6 10-16,2 3-5 15,1 0-34-15,4 9-10 16,5 9 7-16,3 6-7 16,7 1 5-16,7 1-6 15,4-4 1-15,5-6 5 16,5-6-6-16,-1-7-19 15,-3-3-41-15,-6-8-33 16,-14-14 23-16,-10-5 48 16,-9-6 22-16,0-4 18 0,-9-6 47 15,-6 2 14-15,1 2 25 16,1 11 25-16,6 11 13 16,3 9-39-16,4 8-72 15,0 8-31-15,10 17-1 16,10 10-1-16,6 9 2 15,4 6-1-15,0-1 1 16,-3-1-8-16,-5-3-144 16,-8-7-97-16,-13-7-94 15,-1-10-326-15,0-13-585 0</inkml:trace>
  <inkml:trace contextRef="#ctx0" brushRef="#br0" timeOffset="29058.55">19054 736 1207 0,'0'0'209'0,"0"0"-138"0,0 0-42 15,96 0-6-15,-38 0-15 16,8 0-8-16,3 0 0 16,-4 0-1-16,-7-6-42 15,-10-6 16-15,-15-2 10 16,-13-1 17-16,-12 2 17 15,-8 0 95-15,0 2 120 16,-5 4 1-16,-8 2-75 0,0 5-61 16,-2 0-46-16,0 12-26 15,0 7-3-15,3 8 3 16,3 2 5-16,6 4-2 16,3 1-7-16,3-4-6 15,17-5-5-15,10-7-4 16,8-8-6-16,4-10-22 15,1 0-51-15,0-17-56 16,-8-9-25-16,-10-6 8 16,-11-10 93-16,-10-3 53 15,-4-7 31-15,0-2 53 16,-4 4 23-16,-4 8 20 16,2 17 6-16,1 16 8 15,1 9-118-15,3 14-23 16,-1 17 0-16,2 9 1 0,0 5 6 15,7 4 0-15,9-3-1 16,4-2-5-16,6-5 0 16,-2-6 0-16,1-11-1 15,-4-8-63-15,-3-14-14 16,-6 0 55-16,-2-19 17 16,0-5 5-16,-4-2 6 15,1 6 38-15,-3 4 28 16,1 7 5-16,-1 7-14 15,5 2-41-15,3 3-16 16,9 14 2-16,4 7-2 16,5 2-6-16,3 5 0 15,29 14-63-15,-7-7-175 16,-4-7-503-16</inkml:trace>
  <inkml:trace contextRef="#ctx0" brushRef="#br0" timeOffset="29763.35">21426 666 901 0,'0'0'493'16,"0"0"-216"-16,0 0-43 15,0 0-52-15,0 0-86 16,-80-17-61-16,53 40-17 15,0 6-1-15,6 4-3 16,5-1-7-16,8-3-6 16,8-2-1-16,0-5-6 0,18-6 6 15,5-4-2-15,2-4 1 16,0-2 0-16,-4 2 1 16,-4-2 0-16,-8 3 0 15,-5 2 1-15,-4 3-1 16,-7 4 13-16,-13 5 2 15,-7 0-5-15,0 1 2 16,1-4 4-16,2-3-10 16,9-7-6-16,3-3 0 15,7-7 8-15,5 0-7 16,0 0 9-16,12-3-10 16,11-5-6-16,10-3 5 15,10-3 0-15,3-3 1 0,6-1 0 16,-1-2 0-1,-8 0 0-15,-8 2 1 0,-10 2 0 16,-9 6 5-16,-8 5 32 16,-5 2 51-16,-2 3-7 15,2 0-46-15,2 8-26 16,3 11 26-16,0 10 10 16,1 3-24-16,-3-2-13 15,1 0-8-15,-4-7-1 16,0-6-71-16,-1-11-106 15,-2-10-54-15,0-15-291 16,0-6-735-16</inkml:trace>
  <inkml:trace contextRef="#ctx0" brushRef="#br0" timeOffset="29891.74">21603 556 1132 0,'0'0'171'0,"0"0"-79"0,0 0-82 16,0 0-2-16,0 0 0 15,113 70-8-15,-63-40-11 16,-8-2-177-16</inkml:trace>
  <inkml:trace contextRef="#ctx0" brushRef="#br0" timeOffset="30303.48">21815 734 1111 0,'0'0'371'15,"0"0"-108"-15,0 0-150 16,0 0-72-16,0 0-32 0,0 0 1 16,0 0 3-16,50 27 3 15,-29-8 0-15,-4 1 3 16,0 2 2-16,-1 1 8 16,-4 1-14-16,-1 1 5 15,-1 1 8-15,-2-1 9 16,-2 2-3-16,0-1 6 15,-1 4-2-15,0 1 6 16,-2 2-2-16,1 2-10 16,-1 2-3-16,-1 0 0 15,-2-3-5-15,0-3 6 0,-3-6 16 16,-11-6 10 0,-2-4 5-16,-5-8-3 0,0-7-10 15,-1-2-2-15,3-23-5 16,5-13-11-16,6-11-14 15,8-9-16-15,6-1-18 16,18 4-33-16,9 10-52 16,6 8-111-16,19 1-109 15,-10 9-306-15,-6 6-235 0</inkml:trace>
  <inkml:trace contextRef="#ctx0" brushRef="#br0" timeOffset="30702.42">22221 797 367 0,'0'0'784'0,"0"0"-535"0,0 0-101 16,0 0-49-16,0 0-29 15,0 0-4-15,0 0-27 16,32 37-10-16,-13-37 1 16,0-1-10-16,1-15 1 15,-1-4-12-15,-4-4-1 16,-2-3-2-16,-4 2 9 15,-4 2 77-15,-5 6 48 16,0 7 40-16,-5 8-4 16,-12 2-87-16,-7 11-49 15,-5 13-1-15,-3 8 6 16,4 9 7-16,8 4 2 16,9-1-2-16,11-1-6 15,6-5-7-15,24-7 3 0,15-11 19 16,13-6 31-16,9-13-38 15,5-1-12-15,-1-15 13 16,0-7-7-16,-5-3-26 16,-9-3-13-16,-8 4-7 15,-13 0-2-15,-15 7 0 16,-27 12-63-16,-21 5-154 16,-23 0-565-16</inkml:trace>
  <inkml:trace contextRef="#ctx0" brushRef="#br0" timeOffset="33938.11">1254 6240 1881 0,'0'0'283'0,"0"0"-2"16,0 0-59-16,0 0-136 16,0 0-53-16,0 0-32 15,0 0 7-15,-3 101 20 0,3-47 32 16,0 5 1-1,0 2-2-15,0-5-12 0,0-3-11 16,0-3-12-16,0-4-12 16,0-6-6-16,0-1-6 15,-9 6-22-15,3-9-315 16,-4-12-810-16</inkml:trace>
  <inkml:trace contextRef="#ctx0" brushRef="#br0" timeOffset="34598.12">2371 6549 1463 0,'0'0'508'0,"0"0"-226"15,0 0-66-15,0 0-82 16,0 0-49-16,-13-104-42 0,23 61-17 15,4-6-16 1,7-19-1-16,-7 3-7 0,-3-1 6 16,-2 4-6-1,-9 20-1-15,0 8 9 0,0 13-8 16,0 18 13-16,-12 3-9 16,-9 28-6-16,-6 12-1 15,-1 13 0-15,7 5-5 16,5 0 0-16,13-9-3 15,3-7-2-15,12-9 0 16,10-9-10-16,9-6-14 16,-1-9-5-16,-3-2 9 15,-3-7 16-15,-8 0 14 0,-4 0 1 16,-6 0 1 0,-3 0 8-16,-3 2-2 0,0 4 2 15,0 7-7-15,-9 7 7 16,-6 7 10-16,0 9 5 15,-1 3-5-15,4 2-7 16,3-1-3-16,5-5-7 16,4-3-1-16,0-9 0 15,11-3 0-15,6-8-1 16,10-10-1-16,6-2-1 16,7-5-35-16,24-31-195 15,-9 5-389-15,-7-2-1015 0</inkml:trace>
  <inkml:trace contextRef="#ctx0" brushRef="#br0" timeOffset="34878.17">2868 6272 1122 0,'0'0'609'15,"0"0"-312"-15,0 0-92 16,0 0-59-16,0 0-31 16,0 0 57-16,6 106-21 15,4-56-33-15,1 3-40 16,-1 2-28-16,1-3-21 16,-4-2-20-16,-2-6-3 15,-1-8-6-15,-4-7-7 0,0-9-101 16,0-18-226-16,-9-2-302 15,0-9-217-15</inkml:trace>
  <inkml:trace contextRef="#ctx0" brushRef="#br0" timeOffset="35078.84">2823 6299 624 0,'0'0'698'0,"0"0"-425"16,-1-78 12-16,13 55-114 15,7 4-74-15,6 11-51 16,2 6-17-16,0 2 4 15,-1 13-6-15,-1 12-1 0,-6 6 5 16,-7 8-6 0,-9 1-10-16,-3 6-4 0,-6-1-11 15,-12 1 0-15,-6-4-5 16,-1-2-141-16,9-11-428 16,7-15-943-16</inkml:trace>
  <inkml:trace contextRef="#ctx0" brushRef="#br0" timeOffset="35409.45">3186 6254 1258 0,'0'0'376'16,"0"0"-41"0,0 0-162-16,0 0-35 15,0 0-11-15,-45 79-11 0,42-42-28 16,3 2-38-16,0-1-23 15,3-4-15-15,12-9-6 16,0-6-5-16,6-12 0 16,-1-7 7-16,0-3 2 15,1-20-1-15,-5-7-8 16,1-6 5-16,-7-4-5 16,-6 1 1-16,-4 2-1 15,0 6-1-15,-4 9-16 16,-8 10-10-16,0 12-27 15,2 2-83-15,7 17 26 16,3 5-15-16,19 6-76 16,8-6-187-16,7-8-457 0</inkml:trace>
  <inkml:trace contextRef="#ctx0" brushRef="#br0" timeOffset="35957.5">3542 6212 1011 0,'0'0'362'0,"0"0"119"15,0 0-220-15,0 0-23 16,0 0-77-16,0 0-65 16,0 0-23-16,-74 42-3 15,63-8-15-15,5 4-18 16,6 0-14-16,3-2-16 16,15-3-5-16,9-7-2 15,9-9 0-15,7-10-27 16,-1-7-112-16,2-17-89 0,-3-15 4 15,-10-10-93-15,-4-9 70 16,-15-22 161-16,-12-24 86 16,-6-24 111-16,-15 5 56 15,0 27 60-15,5 38-44 16,7 29 53-16,1 10 6 16,1 6-90-16,1 6-103 15,3 25-37-15,3 41-12 16,0 38 0-16,16 14 11 15,11-2 10-15,-1-25 10 16,-4-32-13-16,-1-20-12 16,-5-7-5-16,5-3 0 15,3-5-1-15,-2-7 0 16,1-15-1-16,-4-2 1 16,3-20 1-16,-2-6 5 0,-2 2-5 15,-3 4 1-15,-2 8 4 16,2 8 0-16,3 4-5 15,4 2 11-15,6 13 15 16,5 7 16-16,5 2-5 16,-1 2-13-16,6-4-11 15,-4-3-5-15,1-6-8 16,-7-3-1-16,0-10-36 16,-6 0-184-16,-11 0-620 0</inkml:trace>
  <inkml:trace contextRef="#ctx0" brushRef="#br0" timeOffset="36119.02">4646 6313 1061 0,'0'0'1344'16,"0"0"-968"-16,0 0-157 16,0 0-131-16,0 0-45 15,0 0-43-15,0 0-3 16,-33 15-321-16,12 1-1451 0</inkml:trace>
  <inkml:trace contextRef="#ctx0" brushRef="#br0" timeOffset="40460.32">2588 7470 1587 0,'0'0'369'0,"0"0"-237"16,-42-72 54-16,30 60 8 0,3 12-51 15,-2 28-106-15,-5 58-37 16,-5 46 0-16,-6 22 64 15,-1 5 35-15,-2-17-8 16,2-22-13-16,1-9-27 16,6-26-31-16,9-29-12 15,6-26-8-15,3-19 1 16,3-7-1-16,0-4 0 16,0-4 1-16,0-34 8 15,0-29-9-15,9-3 2 16,2 5 5-16,0 6-1 15,-3 23-5-15,1 9-1 0,3 3 1 16,-2 14 1-16,2 10-2 16,6 3-2-16,10 16 1 15,4 8 0-15,7 2 1 16,1 0-2-16,9-5 2 16,2-6-1-16,2-11-5 15,1-7-9-15,-2-6-90 16,-6-19-77-16,-10-8-68 15,-13-10 41-15,-7-6 39 16,-10-5 92-16,-6-2 63 16,0 2 15-16,-7 6 41 15,-8 9 77-15,4 13 9 16,1 10 10-16,1 12-18 16,3 4-31-16,3 12-62 0,0 16-15 15,3 12-1 1,0 8 8-16,3 3-4 0,12-5-8 15,0-3-5-15,4-7 1 16,-2-12-2-16,-1-11-1 16,-4-10 1-16,0-3 6 15,-5-16 10-15,-2-12-16 16,-2-5-9-16,-3-6-9 16,0-5-6-16,-5-2 5 15,-8 4-4-15,-2 6 4 16,3 9 7-16,0 14 11 15,5 10-8-15,4 3-1 0,1 16-4 16,2 14 7-16,0 3 1 16,11 3-1-16,11-5-40 15,6-7-94-15,8-12-140 16,6-12 115-16,3 0-36 16,-5-23-48-16,-7-6-45 15,-12-3 42-15,-11-1 237 16,-10 2 16-16,0 4 191 15,-4 6 58-15,-7 7 26 16,2 6-15-16,0 5-35 16,5 3-91-16,1 0-74 15,3 8-43-15,0 9-9 16,7 6-8-16,13 2 1 16,6 3 5-16,6 1-5 15,4 1 0-15,-5 0 0 0,-1 1 0 16,-11-2-1-16,-7-1 1 15,-12-1 0-15,0 0-1 16,-15-3 1-16,-6-4 0 16,-1-7-1-16,4-9 0 15,3-4-18-15,12-13-69 16,3-17-149-16,25-32-144 16,8 7-149-16,2 1-188 0</inkml:trace>
  <inkml:trace contextRef="#ctx0" brushRef="#br0" timeOffset="40684.48">3478 7742 345 0,'0'0'686'0,"0"0"-453"16,0 0-52-16,0 0 23 0,0 0 0 15,-21 97-48-15,21-61-42 16,0 0-34-16,15-2-24 16,9-1-13-16,4-3-9 15,4-2-13-15,-1-3-2 16,2 1-7-16,-5-1-3 15,-4-2-4-15,-12 2-3 16,-12 2 3-16,0 4 1 16,-28 8 0-16,-14 3-6 15,-33 14-7-15,11-9-236 16,7-16-1093-16</inkml:trace>
  <inkml:trace contextRef="#ctx0" brushRef="#br0" timeOffset="41877.82">4753 7595 468 0,'0'0'819'16,"0"0"-546"-16,0 0 59 0,0 0-90 15,0 0-122-15,0 0-58 16,0 0-6-16,8 176 69 16,10-50-10-16,4 0-19 15,2-13 16-15,4-18-36 16,-4-16-20-16,0-20-31 16,-3-21-14-16,0-14-10 15,-3-6-1-15,1-3 0 16,0-9 1-16,-8-6 0 15,-7-11 2-15,-4-18-3 16,0-9-45-16,-22-9-13 16,-11-5-18-16,-12-1-14 15,-7 3 22-15,-3 4 23 16,1 9 20-16,5 11 11 16,10 8 13-16,11 6-5 0,13 6 5 15,15-2 1-15,5 0-52 16,42-6-37-16,32-7 35 15,29-11-40-15,8 1-75 16,-19 2-40-16,-27 5 9 16,-28 9 80-16,-14-1 20 15,-3-1 43-15,-8 1 57 16,-4 2 16-16,-13 6 180 16,0 2-4-16,-16 3-41 15,-2 3-58-15,-3 0 4 0,3 12-20 16,0 6-13-1,2 8-21-15,5 3 1 0,4 0-10 16,7-1-20-16,0-3-13 16,15-5 1-16,9-9 4 15,4-10-6-15,0-1-11 16,2-10-7-16,-7-15 3 16,-1-5 0-16,-6-2 8 15,-7 0 6-15,-7 3 1 16,-2 7 2-16,0 6 10 15,0 9 28-15,0 7 9 16,0 0-23-16,-5 11-17 16,2 9-1-16,2 1-7 15,1 1 8-15,1-1-9 16,16-6 1-16,8-7 1 0,8-8-1 16,0 0 0-16,3-10-1 15,-2-10-15-15,-10-7-27 16,-9-3-5-16,-9-2 20 15,-6 0 14-15,0 4 12 16,-5 3 1-16,-2 9 15 16,1 5 26-16,3 9 0 15,3 2-19-15,3 0-21 16,16 17 9-16,10 8 24 16,5 6 20-16,3 3 3 15,0 2-22-15,-2 1-21 16,-4-2-14-16,-1 6-8 15,-9-9-237-15,-3-12-1272 0</inkml:trace>
  <inkml:trace contextRef="#ctx0" brushRef="#br0" timeOffset="42779.19">7237 7403 1211 0,'0'0'391'0,"0"0"3"16,0 0-137-16,0 0-64 15,-106 8-36-15,73 14-29 16,5 9-31-16,2 8-27 16,7 4-29-16,7 4-23 15,12-5-8-15,0-3-8 16,16-9-1-16,7-7 0 16,7-13-1-16,0-10-9 15,1-2-26-15,-4-20-32 16,-5-10-2-16,-3-6 28 15,-7-6 18-15,-3-5 16 0,-4 2 6 16,-1 0 1-16,-1 8 1 16,-3 8 15-16,0 9 25 15,0 12 18-15,0 9-1 16,0 1-37-16,0 17-19 16,8 13 4-16,2 9-5 15,6 5 7-15,4 1-8 16,4-3 0-16,3-8 0 15,-2-9-1-15,-1-9 1 16,-3-12-16-16,0-4-36 16,-4-18-22-16,0-14-54 15,-2-11-1-15,-3-5 56 16,-6-6 43-16,-2 0 22 16,-1 4 8-16,-3 8 8 0,0 12 21 15,0 12 49-15,0 14 29 16,0 4-49-16,0 14-45 15,0 18-5-15,3 6 8 16,11 8 11-16,9 3-2 16,9-3-2-16,4-5-13 15,4-5-8-15,0-12 3 16,-3-10-5-16,-8-14-19 16,-7 0-30-16,-7-17-16 15,-6-14-37-15,-3-9 18 16,-6-7 34-16,0-14 34 15,-12-23 16-15,-3 6 0 16,0 6 10-16,3 16 21 0,5 25 78 16,-2 6-4-1,3 11 66-15,4 14-95 0,2 5-54 16,0 38-11-16,8 29 25 16,23 25 16-16,11 7 0 15,-3-15-4-15,-3-25-1 16,-10-20-14-16,-2-6-5 15,3 6-16-15,1 2-11 16,2 17-1-16,-10-15-132 16,-10-14-476-16</inkml:trace>
  <inkml:trace contextRef="#ctx0" brushRef="#br0" timeOffset="43455.55">5386 9515 1280 0,'0'0'378'16,"0"0"-105"-16,0 0-135 15,34-84-68-15,-10 25-37 16,13-20-4-16,-1-21-17 16,-9-3-5-16,-17 17-1 15,-10 22 3-15,0 27 2 16,-6 15 15-16,-4 4 42 16,-2 7 29-16,-2 5-39 15,-2 6-24-15,1 15-22 0,0 15-11 16,3 9 0-16,5 4 5 15,7-1-6-15,4-1-1 16,17-8 0-16,9-7-5 16,6-6-2-16,1-6 2 15,2-3 0-15,-5-7 5 16,-7 0-7-16,-6 0 7 16,-11 3 0-16,-5 8-4 15,-5 9 5-15,0 10 6 16,-11 10 10-16,-5 7 20 15,4 5 32-15,0-1-2 16,8-5-35-16,4-9-19 0,1-12-5 16,20-10-7-1,7-12-7-15,8-7-84 0,6-16-117 16,10-39-260-16,-9 1-150 16,-10-2-477-16</inkml:trace>
  <inkml:trace contextRef="#ctx0" brushRef="#br0" timeOffset="43875.14">5969 9085 1031 0,'0'0'330'16,"0"0"53"-16,0 0-202 16,0 0-55-16,0 0-63 15,0 0-10-15,0 0 8 16,76-12 5-16,-63 41-14 16,-7 9 2-16,-4 6 14 15,-2 2-4-15,0-1-23 16,-8-3-21-16,-2-6-8 0,4-9-11 15,6-8-1-15,0-13 0 16,3-6-29-16,19-6 8 16,7-21-1-16,5-4-5 15,6-7 7-15,-4-1-7 16,-2-1 12-16,-11 1 6 16,-10-1 8-16,-4 2 1 15,-9 3 1-15,0 2 0 16,0 5 8-16,-4 7 4 15,-4 9 22-15,1 4 12 16,2 8 14-16,-1 0-28 16,0 16-24-16,-3 10-2 15,1 10 11-15,0 6 10 16,2 5-7-16,6-2-6 16,0-3-9-16,12-5-6 0,10-8-6 15,8-16-6-15,6-13-87 16,28-25-89-16,-9-12-297 15,-9-5-222-15</inkml:trace>
  <inkml:trace contextRef="#ctx0" brushRef="#br0" timeOffset="44219.52">6533 8911 720 0,'0'0'397'16,"0"0"106"-16,0 0-268 16,0 0 14-16,0 0-91 15,0 0-103-15,0 0 0 16,-50 29 16-16,50 9-13 0,11 3-21 15,4-2-12-15,3-1-10 16,-2-5-9-16,2-7-6 16,-3-7 0-1,-5-12-6-15,-2-7-32 0,1-7 18 16,-5-18-39-16,-2-6-5 16,-2-5 34-16,0-3 22 15,0 2 7-15,0 4 1 16,-2 4 0-16,-1 12 0 15,2 5 18-15,1 11 16 16,0 1-12-16,0 6-14 16,4 14 3-16,11 4-2 15,9 6-1-15,4-2-8 16,7-2 1-16,4-6-1 0,2-8-28 16,13-12-162-16,-9-4-320 15,-14-13-193-15</inkml:trace>
  <inkml:trace contextRef="#ctx0" brushRef="#br0" timeOffset="45211.48">6928 8906 601 0,'0'0'485'0,"0"0"16"16,0 0-214-16,0 0-26 15,0 0-69-15,0 0-92 16,0 0-68-16,-49-15 1 16,49 43 25-16,3 5-13 15,4 2-13-15,4-1-9 16,0-2-13-16,0-7-9 15,-2-7-1-15,0-10-5 0,-5-6-57 16,-1-2-22-16,-1-17-34 16,-2-9-29-16,0-8 28 15,0-2 71-15,0-4 31 16,-3 2 11-16,0 4 6 16,0 6 7-16,1 8 7 15,1 9 39-15,1 7 12 16,0 4-34-16,9 0-20 15,9 15 24-15,4 7-2 16,2 3-7-16,3 1 0 16,0-2-15-16,-2-5-5 15,-2-4-5-15,0-10-1 16,-2-5-20-16,0-2-20 16,-3-15-85-16,-4-6-55 15,-4-4 45-15,-6 1 37 0,-4-2 60 16,0 7 38-16,0 3 4 15,-4 5 42-15,-1 7 59 16,2 6 32-16,3 0-76 16,0 4-44-16,2 11-15 15,11 2 11-15,8 1-4 16,6-3-8-16,4-8-1 16,8-5-16-16,0-2-18 15,4-9-131-15,-7-10-54 16,-9-5 64-16,-14-2 125 15,-10 1 30-15,-3 2 125 16,0 7 98-16,-4 4 10 0,-2 10-44 16,0 2-72-16,1 19-77 15,1 13 5 1,1 12 13-16,3 8 3 0,0 2-2 16,0 1-2-16,0-2-14 15,0-9-24-15,0-8-13 16,0-14-5-16,0-11-1 15,0-11-1-15,-3-3-12 16,-6-20-53-16,4-10 9 16,-1-4 29-16,1-1 15 15,0 6 11-15,4 6 1 16,-1 8 1-16,2 9-2 16,0 7 1-16,0 2-15 0,12 2 7 15,6 8 8-15,7 4 0 16,5-1 1-16,3-4 0 15,3-4 0-15,-2-5-21 16,-4 0-33-16,-3-15-39 16,-11-4-20-16,-7-8 33 15,-9-7 58-15,-3-9 22 16,-19-18 23-16,-11-30 31 16,-6-26 0-16,8 9 6 15,7 27 9-15,12 34 37 16,9 37 41-16,-1 6-24 15,4 4-83-15,0 18-38 16,4 39-2-16,20 29 0 0,16 11 9 16,8 2 5-1,-2-24 13-15,-6-26-3 0,-7-13-16 16,0-13-8-16,16-7-124 16,-7-7-353-16,-6-9-394 0</inkml:trace>
  <inkml:trace contextRef="#ctx0" brushRef="#br0" timeOffset="45745.59">7909 8506 857 0,'0'0'321'16,"0"0"-140"-16,0 0-117 16,0 0 22-16,0 0-18 15,39 83-14-15,-18-59-23 16,-1-5-21-16,-3-7-9 0,-3-7 5 15,-1-5 13-15,-4-10-1 16,-1-14-4-16,-2-2-5 16,-6-6 3-16,0-1 34 15,0 3 57-15,-8 3 27 16,-1 7 42-16,-4 9-22 16,5 11-18-16,-1 0-68 15,2 15-41-15,1 11 1 16,5 5 3-16,1 6-14 15,1-3-5-15,18-1-8 16,7-8 0-16,2-5-1 16,0-9-26-16,-1-10-98 0,-6-1 11 15,-3-12 63 1,-3-13 37-16,-2-6 14 0,-5-5 0 16,-2 2 27-16,1-2 34 15,-1 3 50-15,2 10-1 16,1 4-43-16,4 9-27 15,4 10-26-15,5 0-13 16,5 10 5-16,1 12-4 16,-1 6 4-16,-6 6-5 15,-5 2 5-15,-8 1-5 16,-8 1 8-16,0-4-8 16,-9-5 0-16,-12-2 0 15,-3-8-1-15,1-7-59 0,1-12-155 16,6 0-282-16,8-7-758 15</inkml:trace>
  <inkml:trace contextRef="#ctx0" brushRef="#br0" timeOffset="47396.17">2449 10785 1318 0,'0'0'321'0,"0"0"-40"0,0 0-61 15,-82-10-56-15,49 21-38 16,0 15-48-16,-3 11-14 16,3 7-37-16,1 6 12 15,14 1-2-15,7-2-10 16,7-5-15-16,4-9-6 16,4-9-6-16,11-10-1 15,3-8 0-15,5-8-8 16,2-7 9-16,-1-15 6 15,-2-9-6-15,-5-5-3 0,-3-4 2 16,-6-1 0 0,-2 1-4-16,-6 3 5 15,3 5 1-15,-3 10 0 16,0 9 0-16,3 8-1 0,0 5-11 16,7 4-14-16,5 14 25 15,6 7 8-15,9 5-8 16,4 2 1-16,4 2-2 15,2-5 1-15,22 7-182 16,-11-10-105-16,-5-8-428 0</inkml:trace>
  <inkml:trace contextRef="#ctx0" brushRef="#br0" timeOffset="47668.46">2780 10824 1137 0,'0'0'598'15,"0"0"-460"-15,0 0-39 16,0 0 75-16,6 93-31 16,9-53-36-16,3 1-21 15,0-2-32-15,-2-5-28 16,2-8-14-16,-9-9-6 16,-2-12-5-16,-5-5 8 15,1-7 75-15,3-20-17 16,-2-11-46-16,4-12-15 15,-2-5-6-15,3-5-44 16,1 4-123-16,2 8-49 0,16 8-57 16,-4 15-296-16,1 11-355 15</inkml:trace>
  <inkml:trace contextRef="#ctx0" brushRef="#br0" timeOffset="49306.85">3206 10738 945 0,'0'0'386'15,"0"0"-200"-15,0 0-119 16,0 0 36-16,0 0-3 16,0 0-33-16,0 0-25 15,69 64-21-15,-47-56-12 16,-5-6 2-16,2-2-3 0,-4 0 8 15,-3-15 7-15,-1-3 2 16,-5-1 10-16,-6-3 40 16,0 2 27-16,-2 3 6 15,-13 5-19-15,0 7 16 16,-1 5-15-16,-5 0-44 16,0 19-19-16,0 10 5 15,3 7 7-15,5 6-3 16,4 1-17-16,9 1-8 15,3-1-4-15,18-6-6 16,10-8 0-16,8-8 0 16,10-15-1-16,2-6-11 15,-3-11-41-15,-5-16-18 16,-12-8-13-16,-8-6 21 16,-7-3 49-16,-7-1 13 0,-6 1 7 15,0 5 2-15,-3 10 10 16,4 5 16-16,-4 12 18 15,0 4 2-15,0 8-19 16,3 0-23-16,3 10-12 16,6 9-1-16,6 8 5 15,4 3-4-15,1 3-1 16,7-4 1-16,-2-1-1 16,2-7 0-16,-2-9-24 15,-4-9-105-15,-3-3-31 0,-8-6 7 16,-5-14 7-1,-1-7 18-15,-7-6 65 0,0-3 63 16,0 2 6-16,0 2 31 16,-4 5 64-16,1 8 33 15,0 10 15-15,0 5-13 16,1 4-73-16,2 6-43 16,0 16-11-16,0 4 9 15,0 8 11-15,0 3-3 16,0 1-6-16,0-4-11 15,0-5-8-15,2-8 4 16,7-5-5-16,1-10-9 16,4-6-62-16,5-7-103 15,12-17-18-15,4-10-78 16,-1-7-47-16,2-3 21 0,-6 1 133 16,-8 5 150-16,-7 6 13 15,-9 8 106-15,-3 9 83 16,-3 6 57-16,0 9-41 15,0 0-94-15,0 7-77 16,0 12-15-16,0 5 17 16,0 3 17-16,0 2-19 15,1-2-8-15,8-1-17 16,3-8-7-16,6-6-1 16,1-5-1-16,5-7-1 15,-3-3-27-15,0-12-51 16,-6-8-19-16,-3-2 11 15,-9-3 61-15,-3 0 26 0,0 0 0 16,0 4 27-16,-6 6 44 16,1 6 12-16,1 8-27 15,1 4-25-15,0 0-25 16,2 16-6-16,-2 6 1 16,1 2 5-16,2 1-5 15,0-1 0-15,0-2-1 16,3-8 0-16,3-3-1 15,1-7-7-15,-2-4-6 16,1 0 6-16,-3-4 8 16,3-13 2-16,0-5-2 15,0 0 2-15,-2 0 4 16,-1 2 1-16,0 6 17 0,-3 5 13 16,2 4 11-1,-1 5-18-15,4 2-22 0,1 16-7 16,4 7 11-16,4 11 9 15,0 6 22-15,0 6 27 16,4 5 0-16,0 3 0 16,-2 2-21-16,-2 0-27 15,-6-1-10-15,-8 0-6 16,-4-6-5-16,-17-6 5 16,-4-13-6-16,-2-10-9 15,5-18 2-15,5-4-7 16,7-28-14-16,10-14-36 0,0-13-36 15,19-3 9-15,11-6 29 16,9 2 32-16,4 3 18 16,3 2 4-1,2 2 6-15,-2 2 2 0,-3 0 0 16,-4 2 1-16,-7 2 8 16,-9 2 0-16,-6 8 23 15,-8 9 35-15,-8 9 54 16,-1 12 22-16,-6 9-36 15,-18 5-44-15,-7 22-41 16,-5 16 11-16,-1 8 14 16,6 5-7-16,11 0 2 15,13-8-2-15,7-5-5 0,24-11-1 16,19-10 13 0,27-13-7-16,42-9 5 0,30-20-20 15,10-14-4-15,-12-5-15 16,-34 6-6-16,-41 10 1 15,-23 5 0-15,-15 3-1 16,-3 0 0-16,-12 2-12 16,-9 4-15-16,-39 9-79 15,-16 6-219-15,-14 8-482 0</inkml:trace>
  <inkml:trace contextRef="#ctx0" brushRef="#br0" timeOffset="51660.33">520 10505 337 0,'0'0'1018'15,"0"0"-749"-15,0 0 38 16,0-72-40-16,-3 67-45 16,3 5-136-16,0 8-74 15,0 30-12-15,2 10-1 0,11 12 1 16,-1 7 8-16,3-5 24 16,3 6 34-16,-2-4-24 15,1-5 16-15,-1-6-4 16,-1-7-34-16,-2-10-13 15,-2-9-7-15,-5-8-15 16,-3-9-86-16,-3-10-124 16,0 0-138-16,-12 0-360 0</inkml:trace>
  <inkml:trace contextRef="#ctx0" brushRef="#br0" timeOffset="52344.53">365 10833 1422 0,'0'0'320'0,"0"0"-148"16,0 0-120-16,0 0-38 15,127-71-8-15,-63 46-5 16,6-4-1-16,3-2-18 16,-4-1-109-16,-8-2-76 15,-10 2 33-15,-17 2 61 16,-13 6 109-16,-14 6 188 15,-7 4 107-15,0 8-24 16,-4 2-42-16,-9 4-38 0,-1 0-49 16,2 6-56-16,-3 13-40 15,0 12-26-15,2 2-5 16,7 6-8-16,3 2 2 16,3-3 12-16,0-4-6 15,12-4-9-15,4-9-5 16,9-7-1-16,-5-10-1 15,4-4-19-15,-5-4-39 16,-2-14-21-16,-6-7-25 16,-6-3-8-16,-2-1 63 15,-3 0 36-15,0 3 14 16,-8 3 0-16,-2 6 9 16,3 8 24-16,-1 2 34 15,5 7-19-15,3 0-20 16,0 2-23-16,0 15-5 0,0 5 0 15,8 4 4-15,7 0-4 16,7-5-1-16,5-6 0 16,3-4 0-16,1-8-18 15,-4-3-6-15,-8 0-23 16,-2-11-17-16,-11-6 56 16,-3-7 9-16,-3-7 0 15,0-6 12-15,-5-3 10 16,-2-2 24-16,-1 6 14 15,2 9 22-15,-1 10 4 16,7 13-6-16,0 4-55 16,0 12-25-16,10 17-2 0,8 12 2 15,3 5 6-15,3 3-5 16,-2-1-1-16,1-5 0 16,5 8-18-16,-1-12-246 15,-8-15-429-15</inkml:trace>
  <inkml:trace contextRef="#ctx0" brushRef="#br0" timeOffset="52862.65">1387 10350 573 0,'0'0'902'0,"0"0"-700"16,0 0-85-16,0 0-32 15,0 0 6-15,-75 105-23 0,60-68-19 16,2-4-26-16,1-2-9 15,7-8-14-15,2-9 1 16,3-8-1-16,0-5 2 16,0-1 23-16,0 0 13 15,5 0-25-15,7 0-3 16,9 0-9-16,4 0 18 16,9 1 0-16,2 0 2 15,3-1 12-15,1 0-13 16,-4-9-6-16,0-9-5 15,-8-6-8-15,-4-2 0 16,-7-4 12-16,-7-1 5 16,-7-1-9-16,-3 3 49 0,0 2 36 15,-2 6 16 1,-5 8 18-16,1 9-3 0,0 4-56 16,0 2-42-16,-4 19-26 15,-2 12 1-15,-2 8 16 16,4 4 11-16,7 0 0 15,3-5-5-15,0-3 6 16,18-8-8-16,3-8 2 16,6-6 3-16,4-10 3 15,9-5-1-15,2 0-5 16,4-12-6-16,2-11-9 16,-2-5-9-16,-4-2-7 0,-5-1-6 15,-13 2-98 1,-5 7-271-16,-17 8-720 0</inkml:trace>
  <inkml:trace contextRef="#ctx0" brushRef="#br0" timeOffset="53398.38">1642 11812 423 0,'0'0'1283'15,"0"0"-1131"-15,0 0-92 16,0 0 49-16,170 18 101 0,36-54 6 15,67-22 0 1,40-23-52-16,11-9-28 0,-11 8-27 16,-6 4-33-1,-16 11-1-15,-48 14-40 0,-67 14-22 16,-70 15-2-16,-57 12-5 16,-28 8-5-16,-12-1 8 15,-6 4-9-15,-3 1 0 16,-21 0 0-16,-34 6-44 15,-36 17-79-15,-42 16-112 16,12-3-309-16,5-3-474 0</inkml:trace>
  <inkml:trace contextRef="#ctx0" brushRef="#br0" timeOffset="53657.2">2144 12025 1650 0,'0'0'596'16,"142"-18"-506"-16,25-19 167 16,39-7 7-16,24-5-52 15,7-2-74-15,-15 2-39 16,5-6-12-16,-2-2-30 16,-16 1-8-16,-21 2-26 15,-36 9 2-15,-48 13-5 0,-44 9-10 16,-30 11-8-1,-23 8 4-15,-7 1-5 0,-25 3-1 16,-87 44-53-16,2 2-200 16,-29 10-588-16</inkml:trace>
  <inkml:trace contextRef="#ctx0" brushRef="#br0" timeOffset="124600.15">1836 12878 1222 0,'0'0'242'0,"0"0"-134"15,-33-86 75-15,24 65 52 16,6 10-117-16,3 11-106 15,0 12-12-15,6 20-18 16,2 14 18-16,-4 9 5 16,-4 5 23-16,-6 4 6 15,-12 0 3-15,-9-5-11 16,0-7-1-16,2-16 5 0,7-13-11 16,3-15 0-16,6-8 8 15,3 0 3-15,-1-10-12 16,4-2-18-16,3 2-6 15,0 7 4-15,0 3-13 16,22 1-5-16,5 17 18 16,12 5 2-16,10 6 11 15,6 0 16-15,18 2 6 16,20-4-10-16,23-10-9 16,14-10-14-16,0-9-25 15,-32-17-251-15,-26-6-958 0</inkml:trace>
  <inkml:trace contextRef="#ctx0" brushRef="#br0" timeOffset="125093.44">3378 12807 1458 0,'0'0'288'0,"0"0"-184"16,0 0 4-16,0 0-17 16,0 0-50-16,0 0 17 15,0 0-58-15,33 14-27 0,-8-30 27 16,-1-10 143 0,6-10-90-16,0-10-35 0,-5 0-11 15,-5 2-7-15,-9 5 8 16,-6 11-7-16,-5 6 0 15,0 12 6-15,-3 3 2 16,-12 7-9-16,-3 0-10 16,-4 15-19-16,-5 5 10 15,5 8 9-15,-1 1 4 16,5 1 5-16,8 4 1 16,4-1 0-16,6 1 0 15,0-3 0-15,12 0 1 16,3-1 10-16,6-1-5 0,-4 1-5 15,-3 0 5 1,-1 2-5-16,-4-1 2 0,-1 1-2 16,1-3 0-16,1-5 1 15,8-7-2-15,6-9 0 16,6-8-1-16,6-3-51 16,25-36-19-16,-8 0-199 15,-7 0-207-15</inkml:trace>
  <inkml:trace contextRef="#ctx0" brushRef="#br0" timeOffset="125454.38">3854 12564 212 0,'0'0'1104'16,"0"0"-606"-16,0 0-203 15,0 0-182-15,0 0-79 0,0 0-33 16,0 0 5-16,-5 57 9 16,19-2 21-16,2 4 2 15,2 2 4-15,0-3-4 16,1-7-10-16,-5-2-4 15,-5-8-13-15,-2-7-11 16,-4-10-7-16,-3-12-51 16,0-12 28-16,-10-6 8 15,-7-24-26-15,-2-23 34 16,-2-32 8-16,9-23 6 16,5 7 6-16,7 22 16 15,0 33 6-15,10 26-19 16,5 4-9-16,8 1-10 15,2 7-6-15,3 8 7 16,-1 0 0-16,-2 11 1 16,-4 9 7-16,-4 7 1 15,-8 5 0-15,-2 5 0 0,-6 2 2 16,7 18-2-16,-2-10-70 16,7-11-532-16</inkml:trace>
  <inkml:trace contextRef="#ctx0" brushRef="#br0" timeOffset="125790.58">4361 12422 1024 0,'0'0'336'16,"0"0"15"-16,0 0-138 0,0 0-77 15,0 0-74-15,-64 72-31 16,55-34-6-16,6 3 8 15,3 1-8-15,0-1-6 16,0-5-1-16,15-9-1 16,1-7-6-16,-1-11-10 15,2-9 8-15,-1-5 3 16,-4-19-3-16,1-10-2 16,-5-6 1-16,-2-4 1 15,-6 2-8-15,0 4 8 16,0 11-3-16,-3 10-5 15,-3 12 0-15,1 5-1 0,5 6-26 16,0 13 5 0,24 2-1-16,8-2-167 0,8-6-129 0</inkml:trace>
  <inkml:trace contextRef="#ctx0" brushRef="#br0" timeOffset="126356.43">4698 12444 1177 0,'0'0'350'15,"0"0"-48"-15,0 0-29 16,0 0-109-16,0 0-112 16,0 0-39-16,0 0-7 15,-82 82 0-15,73-44-4 16,9 1 8-16,0-5 8 16,9-3 6-16,16-6-2 15,8-13-10-15,9-10-12 0,6-4 0 16,2-24-41-1,-2-14-96-15,-6-13-69 0,-11-21 54 16,-14-27 93-16,-16-37 59 16,-1-3 30-16,-6 24 25 15,-10 39 61-15,10 50-116 16,1 19-23-16,2 7 4 16,0 2 10-16,2 13-10 15,1 33-12-15,0 31 31 16,22 21 61-16,2-2-13 15,3-19 13-15,-3-21 28 16,0-15 5-16,4 4-25 16,5 0-25-16,3-2 3 15,-5-16-20-15,-3-15-12 0,-4-12 4 16,-3 0 33-16,-3-15 17 16,-3-1-24-16,-5 5-20 15,-4 5-9-15,0 6-8 16,3 0-8-16,3 7 9 15,7 8 15-15,6 3 9 16,10-1 7-16,10 0 1 16,24-7 3-16,23-10 3 15,26-2-14-15,7-22-12 16,-22-4-12-16,-24 5 1 16,-34 8-10-16,-15 6-8 0,-21 9-23 15,-8 0-311 1,-8 5-990-16</inkml:trace>
  <inkml:trace contextRef="#ctx0" brushRef="#br0" timeOffset="127481.38">1992 14165 1008 0,'0'0'298'15,"0"0"25"-15,0 0-213 16,0 0-75-16,0 0-35 16,0 0-19-16,0 0-43 15,-31 157 62-15,37-29 54 16,-3-3 71-16,-3-18 2 15,0-32-24-15,0-18 15 0,0-16-55 16,0-10-24-16,0-4-15 16,0-4-2-16,0-12-1 15,0-11 1-15,0-22 26 16,3-17-1-16,6-13-29 16,6-2-18-16,0 15-12 15,6 5-7-15,2 12-11 16,7 12-1-16,11 9 12 15,9 1 11-15,8 0 7 16,5 8 1-16,6-2 1 16,-5-3 0-16,-3-1 0 0,-9-2-1 15,-11 0-20-15,-10-11-103 16,-10-12-8-16,-11-6 57 16,-5-8 29-16,-5-6 35 15,0-4 10-15,0 7 1 16,-8 5 25-16,1 11 47 15,-1 13 20-15,1 11-47 16,1 0-25-16,0 23-21 16,1 11 6-16,1 9-4 15,4 7 15-15,0-1 1 16,12-3 0-16,13-2 1 16,5-11-1-16,1-9-3 15,-2-12-8-15,-4-12-1 16,-5-1-6-16,-6-24 9 15,-6-12-7-15,-5-11 8 0,-3-5-9 16,0-5-1-16,-12 7-1 16,-1 7 0-16,-1 14-9 15,8 15-8-15,3 15 1 16,3 0-23-16,0 19 9 16,12 10 25-16,15 0 5 15,9-5 0-15,7-7-8 16,6-10-12-16,2-7-33 15,-5-7-82-15,-4-15 15 16,-11-8 12-16,-11 0 61 16,-9-2 39-16,-11 3 9 15,0 9 22-15,-4 6 45 16,-11 9 37-16,0 5 6 0,-1 5-56 16,2 15-23-16,4 2-13 15,7 4-8-15,3 1-4 16,6 2-5-16,10-3 0 15,5 1 0-15,3-1-1 16,0-2 0-16,-3 1 1 16,-6 1-1-16,-8-1 1 15,-7 0-1-15,0 1 2 16,-9-3 4-16,-6-3-6 16,2-6 0-16,4-8 0 15,9-21-87-15,16-16-234 16,2-8-701-16</inkml:trace>
  <inkml:trace contextRef="#ctx0" brushRef="#br0" timeOffset="127700.57">3320 14238 846 0,'0'0'295'0,"0"0"-103"16,0 0-22-16,-12 84-45 15,12-52-55-15,15-2-7 16,3 2 3-16,1 0-17 15,1-1-11-15,-4-1-11 16,-7 4-11-16,-3-2-6 16,-6 1 2-16,-6 2-5 15,-16 1-5-15,-1-2-2 16,16 0-62-16,7-8-442 16,7-16 298-16</inkml:trace>
  <inkml:trace contextRef="#ctx0" brushRef="#br0" timeOffset="128667.78">4312 13885 1008 0,'0'0'359'0,"0"0"-112"15,0 0-116-15,0 0-64 16,80 99-1-16,-32-7 21 0,12 39 8 16,1 12 21-16,-3 0 2 15,-4-7-11-15,-5-11 6 16,-1-7-19-16,-8-21-4 16,-6-25-30-16,-8-30-24 15,-7-16-26-15,3-2-10 16,-5-11 0-16,-4-8-9 15,-8-11-9-15,-5-41 18 16,-15-37-28-16,-27-39-16 16,-10-11 7-16,-5 17-6 15,6 35 0-15,8 41 30 16,-2 17 12-16,-8 6-22 16,-5 2-13-16,-2 5-4 15,18 5-3-15,23 1 15 16,19-1 1-16,47-9-39 0,55-15 29 15,41-11 19-15,12-4-110 16,-31 5-88-16,-42 12 4 16,-43 11 65-16,-17 2 98 15,-8-1 46-15,-8-2 3 16,-6 2 86-16,-3 3 65 16,-17 3 19-16,1 5-25 15,-2 5-3-15,1 0-77 16,3 8-41-16,0 11-12 15,2 8-11-15,5 6 0 0,4 1 10 16,6 3-5 0,0-1 10-16,13-7-6 0,11-7-1 15,4-9-8-15,2-10 4 16,-3-3-5-16,0-19-34 16,-6-8-16-16,-3-10-11 15,-9-3 20-15,-6 2 25 16,-3 4 16-16,0 9 0 15,-3 8 31-15,-8 11 42 16,-2 6 4-16,1 6-41 16,-1 14-27-16,7 6-8 15,6 0 1-15,0-3 7 16,14-2-2-16,15-8-5 16,5-9 8-16,5-4-1 15,3-13-9-15,-2-15 2 0,-9-9-1 16,-11-7 5-16,-7-3-4 15,-10-1-2-15,-3 5-12 16,-9 6-19-16,-7 10-16 16,-1 11 16-16,1 8 17 15,7 7 6-15,6 1-7 16,3 9-16-16,0 12 19 16,6 8 12-16,11 8 0 15,5 7 29-15,3 6 17 16,0 0 5-16,4 1-10 15,-1-3-13-15,6-6-1 16,4-6-17-16,11-9-10 16,39-25-27-16,-9-2-219 15,-5-12-1043-15</inkml:trace>
  <inkml:trace contextRef="#ctx0" brushRef="#br0" timeOffset="130650.35">6615 13771 481 0,'0'0'572'0,"0"0"-374"15,0 0 102-15,0 0-123 16,0 0-117-16,0 0-38 16,-96-55-20-16,69 82 0 0,1 12-2 15,-1 6 12 1,6 3 26-16,9-2 3 0,9-9 6 16,3-8-19-16,19-8-2 15,11-8-9-15,9-13 6 16,9 0-1-16,4-23 1 15,0-14-14-15,-7-8-9 16,-5-10-58-16,-13-6-3 16,-12-1 42-16,-9-1 18 15,-6 5-11-15,0 9-19 16,0 10-20-16,0 15 20 16,-5 9 14-16,2 9 17 0,0 6 0 15,3 6-1 1,0 16-11-16,0 12 12 0,8 8 7 15,13 5 30-15,4-2 10 16,11-4 0-16,4-5 4 16,5-13-4-16,0-7-12 15,-5-16-9-15,-3-3-23 16,-10-24-3-16,-9-10-95 16,-6-15-6-16,-11-18 51 15,-1-25 37-15,-10-18 13 16,-4 8 3-16,3 28-3 15,5 31-133-15,3 34-14 16,0 5 79-16,1 7 47 0,1 7-8 16,1 25-10-1,0 14 39-15,9 11 23 0,10 4 43 16,11 0 35-16,4-1 0 16,7-5-24-16,0-8 12 15,4-10-11-15,-6-9-46 16,-8-16-32-16,-10-12-27 15,-8-9-28-15,-8-22 11 16,-5-13 21-16,-7-22 23 16,-13-23 12-16,-2 5 36 15,1 7-48-15,9 18-19 16,4 27-111-16,2 6 6 16,1 13 81-16,5 13 14 0,0 20-48 15,10 28 66 1,15 27 11-16,14 21 57 15,3 9 48-15,-1-1-10 16,-18-4-17-16,-11-30-78 0,-12-10-669 0</inkml:trace>
  <inkml:trace contextRef="#ctx0" brushRef="#br0" timeOffset="131151.62">6466 14804 1196 0,'0'0'409'0,"0"0"-275"0,0 0-65 16,0 0-2-16,0 0 8 15,59-91-42 1,-24 23-18-16,-1-22-6 0,-7-21-3 15,-11 8-5-15,-10 24 0 16,-6 29 12-16,0 28-1 16,0 7 39-16,-3 5-7 15,-6 8-24-15,2 5-13 16,-4 23-7-16,1 8 0 16,-2 9 1-16,6 4 11 15,3-4 18-15,3-5-1 0,3-5-11 16,12-8-3-1,4-8-6-15,5-6-8 0,1-8 0 16,-2-3 0-16,-2 0-1 16,-5 0 0-16,-4 0-1 15,-4 7 0-15,-5 6 1 16,-3 7 0-16,0 8 6 16,0 5 21-16,0 3 26 15,-2 0-7-15,2-2-24 16,0-4-16-16,0-6-5 15,9-7-1-15,4-11-10 16,19-12-98-16,-7-15-135 16,2-7-500-16</inkml:trace>
  <inkml:trace contextRef="#ctx0" brushRef="#br0" timeOffset="131580.3">6944 14322 1045 0,'0'0'231'16,"0"0"-13"-16,0 0-103 15,0 0 10-15,0 0-45 16,80-6-15-16,-70 31 11 16,-6 8 3-16,-4 4 24 15,0 7-10-15,-7 1-27 16,-6-2-33-16,-1-7-23 16,8-7-9-16,0-9-1 15,6-14-13-15,0-6-95 16,9-9-74-16,6-17-68 15,4-6-7-15,-2-3 28 0,-2-4 35 16,-3 3 174-16,-5-1 20 16,-1 5 60-16,-2 1 45 15,-2 4 24-15,-2 5 26 16,0 5 33-16,0 8-17 16,0 4-15-16,0 3-7 15,0 2-47-15,0 7-43 16,0 10 1-16,-3 8-8 15,1 6-14-15,2 2-12 16,0 1-10-16,2-1-4 16,7-5-11-16,9-5 5 15,1-6-6-15,5-11 0 16,3-6-25-16,22-20-167 0,-10-11-446 16,-2-5-532-16</inkml:trace>
  <inkml:trace contextRef="#ctx0" brushRef="#br0" timeOffset="131956.08">7365 14218 502 0,'0'0'841'0,"0"0"-482"16,0 0-95-16,0 0-94 15,0 0-46-15,0 0-22 16,-57 78-13-16,54-46-33 16,2 4-18-16,1 0-19 15,0-3-9-15,4-7-8 16,7-6-2-16,2-9 0 0,1-11-49 15,-1 0-83 1,0-18-64-16,-5-12-65 0,1-4 72 16,-5-3 106-16,-4-1 60 15,0 4 23-15,0 5 54 16,0 8 58-16,0 7 7 16,0 5 6-16,0 7-1 15,0 2-23-15,0 0-48 16,0 5-28-16,2 11 46 15,7 2-11-15,3 2-31 16,4 1-11-16,2-1-10 16,0-3-8-16,4-3 0 15,-4-5-45-15,2-7-134 16,-3-2-141-16,3-19-223 16,-4-3 40-16,-5-3-219 0</inkml:trace>
  <inkml:trace contextRef="#ctx0" brushRef="#br0" timeOffset="132106.76">7598 14201 347 0,'0'0'407'0,"0"0"128"15,0 0-244-15,0 0-4 16,0 0-113-16,0 0-105 16,0 0-20-16,-33 6 19 15,33 16-19-15,13 0-23 16,1-1-12-16,2-1-13 16,5-2 0-16,3-8-1 15,12-10-113-15,-6 0-188 16,-5-9-350-16</inkml:trace>
  <inkml:trace contextRef="#ctx0" brushRef="#br0" timeOffset="132744.48">7790 14137 801 0,'0'0'334'0,"0"0"-5"16,0 0-163-16,0 0-85 16,0 0-50-16,0 0-8 15,0 0-10-15,6 65-4 16,8-49-8-16,2-3-1 15,-1-6 0-15,4-6-82 16,3-1-75-16,3-7-27 16,0-13-80-16,2-2-38 15,-8-2 302-15,-7 5 64 16,-6 6 170-16,-4 6 79 16,-2 7 15-16,0 5-145 15,-3 17-63-15,-5 9 5 0,-1 9-26 16,4 5-7-16,1 3-19 15,1-2-14-15,3-2-19 16,-1-6-19-16,1-11-14 16,-3-7-6-16,-2-10 1 15,1-10-1-15,-2 0-1 16,0-20-37-16,0-8 3 16,3-2-2-16,3 1 17 15,0 5 18-15,0 6-1 16,0 6 2-16,7 8 0 15,-1 3 0-15,2 1 1 16,4 0 10-16,4 0-4 16,8 0-6-16,1 0 5 0,2 0-6 15,2-10 0-15,-4-6-10 16,-4-4-46-16,-11-6-17 16,-5-7 54-16,-5-9 19 15,0-23 13-15,-14-37 23 16,-5-33 10-16,1 9-11 15,2 29 10-15,5 44-45 16,6 41-6-16,1 5-14 16,-2 7 9-16,5 5-3 15,-1 38-27-15,2 32 25 16,10 26 16-16,12 8 47 16,1-17 16-16,0-29-5 15,-8-24 1-15,4-9-48 16,26-7-11-16,-2-8-200 0,2-10-509 15</inkml:trace>
  <inkml:trace contextRef="#ctx0" brushRef="#br0" timeOffset="133233.05">8390 13876 1215 0,'0'0'276'15,"0"0"-5"-15,0 0-185 16,0 0-33-16,0 0-22 15,-26 84-2-15,26-60-16 16,0-4-11-16,9-1 0 16,2-6-2-16,2-9 0 0,2-4-38 15,3-6-94-15,-3-16-75 16,3-8-17-16,-5-5 98 16,-4-3 126-16,-6 0 7 15,-3 4 99-15,0 10 90 16,0 10 59-16,0 13-43 15,-3 1-116-15,-1 15-56 16,4 11 12-16,0 3-8 16,0 0-23-16,7 0-10 15,7-5-10-15,2-6 1 16,-1-6-1-16,1-8 0 16,-1-4 0-16,3-9 8 15,3-22 1-15,3-8 36 16,6-11 61-16,-2-3 39 0,0 3-50 15,-1 8-58-15,-3 12-26 16,-1 10-11-16,-1 14 0 16,5 6-1-16,1 4 0 15,3 22 0-15,-1 11 12 16,-6 10 5-16,-7 10 3 16,-17 4-7-16,-17 17-4 15,-68 27-9-15,2-18-220 16,-16-7-898-16</inkml:trace>
  <inkml:trace contextRef="#ctx0" brushRef="#br0" timeOffset="133706.52">2877 15877 947 0,'0'0'236'16,"0"0"-54"-16,0 0-121 15,0 0-29-15,0 0-32 16,0 0-2-16,-12 160 2 15,27-49 65-15,0 1 63 16,10-19 20-16,-1-27-24 16,0-12-37-16,-3-16 4 0,1-9-15 15,2-5-51 1,4-9-25-16,17-15-48 0,-8-9-243 16,-11-17-273-16</inkml:trace>
  <inkml:trace contextRef="#ctx0" brushRef="#br0" timeOffset="134367.28">2886 16211 1058 0,'0'0'149'0,"0"0"-115"16,0 0-18-16,146-36 6 16,-19-3 17-16,11-7 37 15,-21 1-21-15,-35 10-10 16,-39 14 10-16,-19 7-14 15,-8 0-5-15,-8 0 43 0,-5 1 48 16,-3 4-74-16,-12 3-33 16,-7 4-18-16,-1 2-1 15,1 6 0-15,-5 16-1 16,3 12 0-16,0 10 1 16,3 3 13-16,8 2 14 15,7-3 10-15,3-6 6 16,6-5 1-16,13-9-12 15,7-11 1-15,-1-10-11 16,2-5-2-16,-5-12-5 16,-4-15-3-16,-5-7-5 15,-5-8-8-15,-5-3 0 16,-3 0-8-16,0 2-29 16,0 10-1-16,0 7-1 0,0 13 19 15,0 6 8-15,0 6 3 16,0 1-3-1,0 1-11-15,3 15-9 0,6 4 20 16,3 7 12-16,4 0 15 16,5 0 7-16,1-2-2 15,2-10 1-15,-4-5-2 16,-1-7-13-16,-7-3 6 16,-3-6 2-16,-5-15-6 15,-2-8 0-15,-2-10-6 16,-2-6-1-16,-11-6-1 15,-5-1-4-15,2 2-48 16,1 7-31-16,0 11-18 0,9 15 28 16,6 14 48-16,0 3-13 15,0 28-25-15,9 8 63 16,12 12 37-16,-2 7 34 16,8 3 30-16,-3 3-33 15,6-1-27-15,11 4-41 16,-8-16-91-16,-6-18-767 0</inkml:trace>
  <inkml:trace contextRef="#ctx0" brushRef="#br0" timeOffset="134908.33">4058 15719 1177 0,'0'0'168'15,"0"0"36"-15,0 0-98 16,-38 97-32-16,24-56-17 15,-1-4-4-15,3-1-18 16,0-8-9-16,2-8-17 16,5-12-2-16,4-8 23 15,1-3 42-15,0-14-48 16,13 0-9-16,5-1-6 16,3 6 5-16,3 4 3 15,-3 8-7-15,6 0-3 16,-2 6 14-16,3 7 14 15,2 1-1-15,0-3-10 16,3-5 4-16,3-6-10 16,1 0-8-16,0-21-3 0,0-11-6 15,-7-7 0-15,-9-6 0 16,-12-4 5-16,-6 3-6 16,-3 4-8-16,0 9-20 15,-12 12 6-15,3 13 14 16,-3 8 8-16,-1 7-2 15,-2 21-4-15,4 14 6 16,1 10 15-16,10 5 23 16,0-1 11-16,18-4 7 15,12-9 4-15,6-10-5 16,4-8 1-16,6-14-5 16,-1-11 2-16,4-4-13 0,2-21-19 15,0-11 2 1,-2-2-18-16,-7 1-5 0,-11 4-16 15,-7 11-29-15,-14 10-6 16,-10 12-11-16,-6 13-177 16,-19 8-1301-16</inkml:trace>
  <inkml:trace contextRef="#ctx0" brushRef="#br0" timeOffset="135619.53">5001 16511 1038 0,'0'0'214'0,"0"0"92"15,0 0-59-15,0 0 59 16,0 0-153-16,0 0-99 16,0 0-31-16,-36-22-22 15,15 48 1-15,-1 8 5 16,4 5 1-16,3 7 2 16,6-1 9-16,6 0 11 15,3-4-8-15,0-5-3 0,12-12-13 16,7-7-4-16,-2-12 5 15,2-5 5-15,-2-12-3 16,-1-15 3-16,-1-12-12 16,-5-3 0-16,-4-6-8 15,-4 1 0-15,-2 5 7 16,0 6 0-16,0 12-11 16,0 6-4-16,0 10 5 15,3 5-3-15,6 3-6 16,9 7-3-16,4 9 15 15,11 5 8-15,1 4-2 16,-1-2 1-16,3-4 1 16,-6-2-52-16,-8-5-72 0,-3-7-16 15,-11-5 67 1,-5 0 65-16,-3 0 8 0,0 0 6 16,0-2 42-16,0 2 25 15,0 0-33-15,3 4-30 16,3 9-1-16,4 2-3 15,-1 2 3-15,-1-3 3 16,-1-2-11-16,0-4 5 16,-4-5 0-16,0-3 4 15,-3-6 37-15,2-19 15 16,-2-12-45-16,0-24-10 16,0 0-7-16,1-2 0 15,1 2-55-15,4 22-46 16,12 8-65-16,-5 17-202 0,2 9-447 15</inkml:trace>
  <inkml:trace contextRef="#ctx0" brushRef="#br0" timeOffset="137152.17">5505 16370 1134 0,'0'0'194'0,"0"0"-94"16,0 0-67-16,0 0 12 16,0 0 60-16,0 0-13 15,0 0-22-15,58 13-28 0,-40-13-11 16,-1-3-6-16,-1-11-5 16,-4-6-12-16,3-4-2 15,-8-3-5-15,-4-2 1 16,-3 3 8-16,0 4-4 15,-10 3 17-15,-8 10 72 16,3 6 17-16,-3 3-37 16,3 14-14-16,2 12-31 15,5 8-14-15,7 5 2 16,1 2 7-16,10 1 4 16,14-4 0-16,9-6-7 15,3-8-15-15,2-10-5 16,-2-11-1-16,-3-3 0 0,-5-17 1 15,-8-11 3-15,-4-5-5 16,-8-5-2-16,-5-1 2 16,-3 0 0-16,0 2 0 15,0 6 6-15,0 7 0 16,0 7 0-16,0 8-4 16,0 6-1-16,0 3-1 15,4 0-1-15,11 3 0 16,7 9 1-16,5 0 0 15,4 2 11-15,5 1 3 16,5-3-7-16,3-3-6 16,4-6-1-16,1-3-1 15,-2-3-71-15,-7-13-99 16,-12-6-58-16,-14-5 23 16,-11-4 143-16,-3-3 63 0,-3 2 48 15,-11 2 82-15,2 9 33 16,3 5-24-16,3 11-15 15,-1 5-62-15,1 4-44 16,0 16-16-16,0 12 4 16,0 3 1-16,-1 4 21 15,4 0 5-15,1-3 0 16,2-3-12-16,0-10-15 16,3-6-5-16,7-7 3 15,1-10-3-15,7-3-2 16,-2-18 1-16,2-9-30 15,0-4-43-15,0 0 24 0,-4 3 9 16,-1 5 16 0,-4 8 23-16,-3 7-1 0,1 8 1 15,-1 3-5-15,5 0 5 16,5 12-5-16,2 1 6 16,6 1 0-16,6-4 0 15,7-4-1-15,9-6-65 16,8-2-2-16,-2-16-222 15,-4-7-87-15,-14-6-134 16,-16-3-1-16,-18 0 512 16,-3 3 190-16,-18 4 148 15,-3 8-54-15,-1 9-47 16,7 7-77-16,0 3-73 0,6 7-49 16,2 13-16-16,7 2-8 15,3 2-8-15,0 0-4 16,1-4-1-16,11-6 0 15,0-6-1-15,0-8-7 16,0-3-12-16,-3-21 5 16,0-8 1-16,1-5 12 15,-5-1 1-15,-1 4 22 16,-1 9 50-16,-3 9 106 16,2 11 15-16,1 5-88 15,3 14-79-15,4 18-13 16,11 24 8-16,9 23 7 15,13 18 6-15,5 7 18 16,-5-4-11-16,-10-11-14 16,-18-23 28-16,-6-13-25 0,-9-17-16 15,-5-9-8-15,-16-7-5 16,-7-6 1-16,-3-9-1 16,-4-6 7-16,4-28-8 15,12-13-6-15,11-9-12 16,8-4 5-16,8 0 1 15,17 1-6-15,11 2-11 16,8 1-3-16,1-1-12 16,4-5-3-16,-2-2-8 15,-1-4 18-15,-6-1 17 16,-7 3 19-16,-6 6 1 16,-8 9 1-16,-7 12 8 0,-7 12 32 15,-4 12 25-15,-1 10-26 16,-1 5-27-16,-17 32-11 15,-8 27-1-15,6 3 14 16,3-1 12-16,13-6-1 16,4-17 33-16,12 2 14 15,7-5-11-15,11-10-15 16,7-13-10-16,8-10 1 16,7-7-6-16,6-11-14 15,5-18-1-15,0-10-10 16,-5-5-6-16,-12-2-1 15,-9 5-9-15,-19 8-8 16,-21 16-5-16,-22 10-156 16,-17 7-865-16</inkml:trace>
  <inkml:trace contextRef="#ctx0" brushRef="#br0" timeOffset="165477.02">22360 5291 354 0,'0'0'1206'0,"0"0"-880"0,0 0 13 16,0 0-86-16,0 0-31 15,0 0-121-15,-23 55-68 16,7 41 28-16,-3 19 29 16,-5-1-23-16,2-13-11 15,9-17 2-15,10-15-37 16,3-19-13-16,2-11-8 16,13-12-21-16,34 2-138 0,-4-9-204 15,4-11-331-15</inkml:trace>
  <inkml:trace contextRef="#ctx0" brushRef="#br0" timeOffset="165899.51">23737 5513 192 0,'0'0'1452'16,"0"0"-1098"-16,0 0-141 16,0 0-56-16,0 0-10 15,0 0-47-15,0 0-33 0,37-46-36 16,-9 15-22-16,4-8 1 16,-1-5-8-16,-4-1-1 15,-6-3 1-15,-9-1-1 16,-6 3 8-16,-6 0-1 15,0 9-7-15,-11 9 33 16,-10 13 7-16,-5 15-16 16,-7 4-16-16,-6 26-7 15,-3 15 10-15,0 10 10 16,5 5 9-16,9 7 16 16,11-1-16-16,11-1-5 15,6-2 23-15,26-7-9 16,15-8-16-16,13-12-15 0,24-11-9 15,22-21-7-15,14-13-87 16,-18-16-268-16,-23-8-447 0</inkml:trace>
  <inkml:trace contextRef="#ctx0" brushRef="#br0" timeOffset="166096.81">24287 5243 1119 0,'0'0'632'0,"0"0"-230"16,0 0-158-16,0 0-123 15,0 0-2-15,0 0 54 16,-27 103-44-16,32-49-47 16,6 5-34-16,0 0-29 15,1 1-7-15,1-4-11 0,-2-5-1 16,-5-9-55-16,0-11-195 16,-6-22-136-16,-3-9-243 15,-9-5-147-15</inkml:trace>
  <inkml:trace contextRef="#ctx0" brushRef="#br0" timeOffset="166281.83">24251 5311 65 0,'0'0'1086'16,"-3"-71"-736"-16,3 36-69 15,15 5-100-15,11 10-28 16,9 10-65-16,10 6-18 16,0 4-30-16,-1 9 3 15,-8 12-17-15,-9 7-2 0,-15 3-3 16,-12 5-8-16,0 3-3 15,-24 2-4-15,-4 0-6 16,-6 5 0-16,10-9-104 16,4-12-203-16</inkml:trace>
  <inkml:trace contextRef="#ctx0" brushRef="#br0" timeOffset="166635.82">24739 5243 929 0,'0'0'592'16,"0"0"-277"-16,0 0-85 16,0 0-77-16,0 0-40 15,-91 11-39-15,70 16-4 16,3 8-2-16,2-1-10 0,7 5-24 16,6-5-22-16,3-4-6 15,6-4 0-15,13-9-6 16,5-10-7-16,8-7 7 15,1-3 8-15,0-18-8 16,-4-5-6-16,-8-7 5 16,-5-2 1-16,-10-1 1 15,-4 4 1-15,-2 6 4 16,-2 9 3-16,-8 9-3 16,-5 8-6-16,1 0-5 15,3 14 4-15,6 6-10 16,5 4-45-16,12 1-105 15,43 1-173-15,-3-6-245 16,3-8-195-16</inkml:trace>
  <inkml:trace contextRef="#ctx0" brushRef="#br0" timeOffset="167193.46">25222 5280 662 0,'0'0'574'16,"0"0"-222"-16,0 0-58 15,0 0-17-15,0 0-117 16,-82-50-34-16,64 50-49 15,0 15-25-15,5 7-10 16,1 8 4-16,8 4-5 16,4 3-8-16,1 1-9 15,21-5-12-15,11-2 0 0,11-5-5 16,9-11-7 0,8-9-7-16,4-6-109 0,-4-13-82 15,-5-17-45-15,-14-24-54 16,-16-28 51-16,-22-43 137 15,-4-24 109-15,-18 5 29 16,-1 30 105-16,4 50 67 16,3 34 69-16,6 17-49 15,1 7-31-15,2 6-86 16,2 23-84-16,1 41-20 16,7 38 0-16,14 14 30 15,4 0 13-15,5-14 2 16,0-21-5-16,-3-15-21 15,0-17-17-15,-5-16-2 16,-1-11 0-16,3-10-23 0,2-7-21 16,0-5 24-16,0-20 20 15,-4-13 0-15,-4-3 1 16,-2 2 11-16,-5 8 15 16,-2 11 29-16,-5 11 4 15,1 4-34-15,5 4-26 16,8 17 33-16,9 4 16 15,9 6-10-15,10 1 2 16,24 1-16-16,21-3-5 16,24-8-10-16,7-8-9 15,-1-7-1-15,-15-7-107 16,-36 0-352-16,-21 0-699 0</inkml:trace>
  <inkml:trace contextRef="#ctx0" brushRef="#br0" timeOffset="167885.39">22781 6858 1377 0,'0'0'358'16,"0"0"139"-16,0 0-285 16,0 0-47-16,0 0-114 0,-14 78-38 15,14 9 45 1,5 13 29-16,6-2-14 0,-2-17 5 16,-1-26-30-16,0-14-8 15,0-4-7-15,4 1-23 16,2 0-10-16,16-3-56 15,-5-11-260-15,2-18-413 0</inkml:trace>
  <inkml:trace contextRef="#ctx0" brushRef="#br0" timeOffset="168369.87">23823 7107 202 0,'0'0'1558'16,"0"0"-1325"-16,0 0-27 0,0 0-140 15,0 0 17-15,0 0-24 16,0 0-26-16,63-72-21 16,-27 24-11-16,-4-17 11 15,-8 2-6-15,-9-2 8 16,-6 3-7-16,-9 18-5 15,0 6 8-15,0 16 42 16,-9 15 3-16,-4 7-34 16,-8 24-20-16,0 13 0 15,-3 8 5-15,5 5-5 0,7-2 4 16,12-4-5-16,0-6-2 16,23-9-5-16,12-7-1 15,7-8 7-15,4-7 0 16,-3-5 0-16,-7-2-9 15,-11 0 8-15,-8 1 1 16,-13 4-8-16,-4 5 3 16,0 8 6-16,-10 9 11 15,-2 8 5-15,0 1 15 16,2 3-14-16,5-1-5 16,5-4-4-16,0-6-8 15,16-6-2-15,7-10-6 16,23-12-86-16,-7-8-214 0,-6-12-651 15</inkml:trace>
  <inkml:trace contextRef="#ctx0" brushRef="#br0" timeOffset="168789.82">24377 6868 1375 0,'0'0'248'16,"0"0"-4"-16,0 0-112 15,0 0 22-15,80-36-71 16,-56 36-8-16,-3 18-14 15,-6 7 7-15,-11 7 11 16,-4 6-8-16,0 3-11 16,-16 1-16-16,-1-3-21 15,0-3-16-15,4-10-6 0,6-6 1 16,7-12-2-16,7-8-24 16,20-3 5-16,12-19 8 15,9-6-5-15,6-5 2 16,-2-7-2-16,-9-2-12 15,-6-3 14-15,-11-4 14 16,-10 0 0-16,-8 3 1 16,-8 8 10-16,0 9 7 15,0 9 29-15,-5 12 13 16,-1 8 8-16,0 0-41 16,-1 20-21-16,1 12 0 15,-2 7 23-15,2 6-1 16,5 3 0-16,1-1-10 0,1-2-12 15,20-8-6 1,12-5-1-16,12-12-23 0,38-20-143 16,-9 0-144-16,-6-22-465 0</inkml:trace>
  <inkml:trace contextRef="#ctx0" brushRef="#br0" timeOffset="169166.64">25289 6725 1362 0,'0'0'309'0,"0"0"202"15,0 0-353-15,0 0-1 16,0 0-47-16,-89 18-12 16,72 10-2-16,1 6-17 15,2 5-10-15,3 0-30 16,3 0-2-16,8-2-19 0,0-5-10 16,3-10-8-16,12-7 0 15,3-12-7-15,1-3-17 16,1-16-24-16,-1-10-23 15,-4-7 4-15,-3-7 25 16,-4-1 4-16,-4 2 29 16,-1 6 9-16,0 7 2 15,-3 9 14-15,0 7 36 16,0 9 23-16,0 1-44 16,4 5-30-16,7 12 8 15,5 6-3-15,4 3 3 16,7-1-3-16,2-1-6 15,9-5-1-15,6-5-11 16,4-7-61-16,4-7-195 16,20-12-253-16,-12-10-177 0,-11-4-383 0</inkml:trace>
  <inkml:trace contextRef="#ctx0" brushRef="#br0" timeOffset="170360.18">25809 6693 1054 0,'0'0'399'15,"0"0"109"-15,0 0-290 16,0 0-54-16,0 0-98 15,0 0-18-15,0 0 19 16,-32 67-6-16,32-31-9 16,0 0-15-16,8 1-16 15,0-4-15-15,1-7-5 16,1-7-1-16,0-10-20 0,-3-9-84 16,-1-3 10-1,0-22-17-15,0-8-12 0,-1-6 20 16,-4-7 69-16,1-1 7 15,-1 0 22-15,-1 7 5 16,2 7 12-16,-2 11 61 16,1 10 28-16,-1 12-5 15,3 0-55-15,3 20-23 16,3 9 16-16,6 7 11 16,4 2-15-16,2 0-15 15,6-5-5-15,5-7-10 16,2-6 0-16,4-13-10 15,0-7-26-15,-4 0-78 16,-4-17-46-16,-8-9 14 0,-7-7 48 16,-7-4 26-16,-3 4 46 15,-5 2 26-15,0 8 50 16,0 7 23-16,0 10 77 16,-1 6-16-16,-3 0-88 15,4 9-30-15,0 8-10 16,0 2-4-16,13 4 8 15,5-5-10-15,4-6-1 16,4-4 0-16,-1-6-27 16,2-2 5-16,-3-12 1 15,-6-8 17-15,-2-6 5 16,-5-1 7-16,-7 2 5 16,-1 5 29-16,-3 9 40 0,0 9 27 15,0 2-31-15,-3 18-54 16,-6 13-13-16,-4 11 38 15,1 6 9-15,1 4 8 16,-1-1-23-16,5-2-23 16,-1-5-13-16,1-6-6 15,0-8 0-15,2-11 0 16,1-12-1-16,2-7-11 16,1-14 3-16,1-11-7 15,0-5 15-15,0 0 0 16,0 7 2-16,0 5-1 15,1 5 10-15,2 7 18 16,2 6-14-16,2 0-14 16,8 0 0-16,6 6 0 15,4 4 1-15,11-3 0 0,1-2 0 16,4-5-1-16,0 0-9 16,-4-8-40-16,-5-16-13 15,-10-9 24-15,-10-29 26 16,-7-40 11-16,-2-51-6 15,-3-26 7-15,0 21 2 16,0 45-2-16,0 59 16 16,0 35-1-16,-2 10-10 15,-4 9-5-15,-7 26-15 16,-4 51-12-16,5 37 27 16,8 17 17-16,7 0 45 15,28-20-5-15,5-35-29 16,3-22-27-16,-2-24-1 15,5-13-23-15,3-7-45 16,5-10-6-16,1 0-32 0,-9-27 26 16,-12-11 47-16,-12-7 33 15,-10-1 0-15,-6 3 35 16,-2 10 66-16,-5 10 37 16,-12 13-18-16,-4 10-42 15,-3 8-35-15,-2 20-4 16,6 5 0-16,6 7-11 15,10 4-2-15,4-1-4 16,22-4 7-16,16-3 5 16,12-6-7-16,8-8-10 0,5-8-11 15,0-11-1 1,-4-3-5-16,-7-6 0 0,-14-11-14 16,-13-7-43-16,-13 2-39 15,-12-11-86-15,-10 8-170 16,-5 3-415-16</inkml:trace>
  <inkml:trace contextRef="#ctx0" brushRef="#br0" timeOffset="170879.3">28394 6662 1275 0,'0'0'241'16,"0"0"48"-16,0 0-54 16,94-45-23-16,-51 6-77 15,3-24-29-15,0-33-26 16,-9-51-31-16,-10-24-16 15,-21 1 20-15,-6 35-3 16,-6 56-6-16,-6 40 0 16,-1 24-44-16,1 8-6 15,-4 7-24-15,-6 19-3 16,3 42 11-16,10 28 22 0,9 15 7 16,18-2 44-16,30-13 31 15,1-26-6-15,24 0-23 16,7-2 26-16,3-8-36 15,-3 0-14-15,-22-16 11 16,-16-8-5-16,-10-2-16 16,-2 4-2-16,-5 6-11 15,-12 4-5-15,-13-2 17 16,-15 2 34-16,-38 2 5 16,-37 1-20-16,-38 1-20 15,-20-9-8-15,-1-10-9 16,16-16-1-16,25-14-95 15,33-11-288-15,20-13-1247 0</inkml:trace>
  <inkml:trace contextRef="#ctx0" brushRef="#br0" timeOffset="171562.89">29636 6199 393 0,'0'0'306'0,"0"0"214"15,0 0-198-15,25-96 31 16,-25 75-6-16,-3 9-59 16,-16 12-45-16,-7 6-114 0,-12 25-69 15,-6 16-18-15,0 12-4 16,6 2 6-16,13 1-5 15,16-6-21-15,9-6-7 16,25-6-10-16,35-15-1 16,37-19-36-16,27-15-91 15,1-34-185-15,-31-2-261 16,-36 3-267-16</inkml:trace>
  <inkml:trace contextRef="#ctx0" brushRef="#br0" timeOffset="172101.81">30083 6124 1230 0,'0'0'515'15,"0"0"-193"-15,0 0-73 0,0 0-95 16,0 0-54 0,-100 30 34-16,78 4-22 0,4 7-30 15,5 1-15-15,5 1-28 16,7-2-18-16,1-4-16 16,12-9-5-16,10-11 0 15,5-12-19-15,3-5-23 16,-4-10-2-16,-1-13 4 15,-8-7 25-15,-5-1 10 16,-3 0 5-16,-6 2 6 16,-3 2-4-16,0 7 29 15,0 6 18-15,0 5 11 16,0 8 3-16,0 1-35 16,0 4-26-16,0 13-1 15,0 6 0-15,6 3 1 0,6 0-1 16,7-1 0-1,8-3-1-15,5-8 0 0,2-9-10 16,0-5-23-16,-1-12-28 16,-4-14-10-16,-7-16-12 15,-9-22 45-15,-8-31 26 16,-5-39 12-16,-6-18 0 16,-8 22 11-16,1 33 10 15,6 49 24-15,-1 23-27 16,2 11-18-16,-1 5-27 15,2 9-4-15,1 23-29 16,4 40 17-16,0 27 43 16,19 19 6-16,12 4 44 0,10-6 24 15,3-15 2-15,-5-17-19 16,-5-23-26-16,-5-19-31 16,-4-17-76-16,5-13-241 15,-3-3-418-15,-9-3-706 0</inkml:trace>
  <inkml:trace contextRef="#ctx0" brushRef="#br0" timeOffset="172301.35">30647 5886 1408 0,'0'0'326'0,"0"0"168"16,0 0-352-16,0 0-26 16,0 0 2-16,0 0 83 0,31 101-67 15,-6-46-57-15,4 4-40 16,4 1-4-16,3-6-21 15,-5-8-5-15,-3-11-7 16,-5-14-61-16,-2-12-187 16,-4-18-74-16,-6-15-260 15,-5-8-349-15</inkml:trace>
  <inkml:trace contextRef="#ctx0" brushRef="#br0" timeOffset="172800.51">30951 6025 920 0,'0'0'407'0,"0"0"154"16,0 0-263-16,0 0-49 15,0 0-95-15,0 0-64 16,0 0-35-16,11 11 55 16,-4 25-38-16,5 2-33 15,2 3-18-15,0-4-20 0,2-7 5 16,0-7-6-16,0-13-27 16,-1-10-53-16,0-2 0 15,-3-20-46-15,0-10 29 16,-4-9 60-16,-4 0 28 15,1 3 9-15,-1 4 5 16,-1 7 20-16,0 8 28 16,-2 10 30-16,1 9 9 15,1 0-63-15,1 18-17 16,2 11 10-16,6 8 10 16,2 2-13-16,3-2-6 15,2-2-6-15,3-11-7 16,0-9 0-16,-1-14-1 15,0-1-22-15,-3-23-30 16,-5-14-11-16,-7-21 41 0,-6-29 23 16,0-46 0-16,-7-26 6 15,-5 6 2-15,3 32 12 16,5 57-9-16,1 39 17 16,0 20-17-16,1 5-11 15,2 7-6-15,0 33-33 16,0 31 27-16,19 26 12 15,13 14 9-15,5-8 46 16,0-22 2-16,-7-27-42 16,-5-13-15-16,17-2-126 15,-3-10-247-15,-5-10-486 0</inkml:trace>
  <inkml:trace contextRef="#ctx0" brushRef="#br0" timeOffset="173549.43">31660 5816 1196 0,'0'0'372'0,"0"0"127"15,0 0-265-15,0 0-47 16,0 0-105-16,0 0-43 16,0 0 11-16,-60 51-4 15,57-13-20-15,3 1-20 16,0-3-5-16,14-4 4 16,5-8-5-16,3-10-42 15,0-14-79-15,0 0-17 0,-1-19 36 16,-3-9 1-1,-5-7 47-15,-3-2 39 0,-2 0 15 16,-2 2 10-16,-3 4 37 16,-3 5 27-16,0 9 36 15,0 6 1-15,0 7-2 16,0 4-33-16,0 7-58 16,-2 17-9-16,2 7 0 15,0 6 0-15,5 2 1 16,8-2-4-16,5-4-5 15,0-8-1-15,3-8-7 16,1-13-48-16,-1-4-43 16,-3-18-20-16,-2-15 22 15,-5-9 53-15,-4-22 31 16,-5-33 12-16,0-44 12 0,-2-18 15 16,0 23 17-1,0 37-7-15,0 57 18 0,0 26 18 16,0 7-47-16,0 9-16 15,0 5-10-15,-2 38-19 16,2 29 19-16,0 30 0 16,16 9 36-16,9-16 23 15,2-25-26-15,-4-27-24 16,5-11-9-16,8-6-36 16,9-4-77-16,4-10-66 15,-6-12-25-15,-5-13-7 16,-12-21 128-16,-6-11 83 15,-10-10 3-15,-5-6 59 16,-2 0 42-16,-3 10 49 16,0 8 13-16,0 14 3 0,-6 17-12 15,-3 12-80-15,-5 6-53 16,1 25-18-16,2 14 2 16,6 10-1-16,5 7 33 15,17 2 28-15,22-5-14 16,12-7-14-16,10-10-13 15,5-10 1-15,-1-13-14 16,-3-12-14-16,-10-7 0 16,-12-4-85-16,-18-31-156 15,-13 2-221-15,-9 0-344 0</inkml:trace>
  <inkml:trace contextRef="#ctx0" brushRef="#br0" timeOffset="173687.1">32027 5690 188 0,'0'0'1028'0,"112"0"-788"16,0-8-67-16,1-1-105 15,-7 2-43-15,-44 4-25 16,-35 3-252-16</inkml:trace>
  <inkml:trace contextRef="#ctx0" brushRef="#br0" timeOffset="173956.49">31238 6855 1217 0,'0'0'879'16,"0"0"-760"-16,0 0 103 15,0 0 13-15,-3 101-53 16,6-61-83-16,1 2-47 16,-1 1-29-16,0-4-17 15,2-10-6-15,-2-5-5 16,1-9-109-16,7-15-216 16,-2-6-394-16,2-13-695 0</inkml:trace>
  <inkml:trace contextRef="#ctx0" brushRef="#br0" timeOffset="174768.68">31535 6686 1669 0,'0'0'298'0,"0"0"-32"16,0 0-94-16,0 0-1 16,-85 108-34-16,76-57-64 15,9 1-33-15,0-2-23 16,7-6-17-16,12-12 6 15,1-15-6-15,4-12-10 16,-2-5-1-16,2-25-50 16,-4-11 1-16,-4-10 23 15,-7-3 15-15,-5-4 14 0,-4 0 8 16,0 3 0-16,-13 11 0 16,-7 10 1-16,1 16 11 15,0 13-6-15,-1 2-6 16,7 23 0-16,8 6-2 15,5 4-4-15,15-1-1 16,23-8-47-16,11-9-137 16,9-12-56-16,0-5-82 15,-4-15-251-15,-11-13 85 16,-12-6 495-16,-11-3 18 0,-11 0 309 16,-9 4 2-1,0 5-53-15,-5 8-1 0,-5 7-7 16,2 9-103-1,2 1-50-15,5 3-65 0,1 3-33 16,0 9-10-16,0 9-1 16,6 4-4-16,9 4 5 15,-2 5-6-15,3-3 5 16,-3 2-5-16,-6-3 1 16,-4-3-2-16,-3-5 1 15,0-3 0-15,-9-7-1 16,-5-3 0-16,1-6-15 15,4-3-10-15,9-3-17 16,0-14-89-16,21-10-135 16,16-8-40-16,13-6-37 0,6-8-190 15,3-6 12 1,-3-1 521-16,-7 1 23 0,-10 3 194 16,-12 9 69-16,-10 10-39 15,-13 13 65-15,-4 13 13 16,-10 7-64-16,-14 10-149 15,-6 13 34-15,3 8 13 16,1 4-26-16,9 2-41 16,11-2-31-16,6-1-26 15,1-3-11-15,17-3 2 16,2-2-6-16,3-1-5 16,3 0-3-16,-3 0 6 15,-3 2-3-15,-7 3-14 16,-13 1 1-16,-33 10-1 0,-75 17-1 15,-107 23-6-15,11-7-158 16,-20-7-411-16</inkml:trace>
  <inkml:trace contextRef="#ctx0" brushRef="#br0" timeOffset="176195.5">24357 8170 1642 0,'0'0'307'0,"0"0"-185"0,0 95-52 15,0-5 113-15,6 2-40 16,1-13-39-16,1-24-30 16,0-16-33-16,2 6-18 15,0 0-12-15,-1 1-10 16,0-13 0-16,-4-11-1 15,-5-12-31-15,0-10-5 16,-2-7 4-16,-16-20-35 16,-5-12 20-16,-9-23 31 15,-4-28 15-15,2-36 1 16,12-12 1-16,13 21 11 0,9 31 12 16,6 47 7-1,11 16 20-15,6 9-11 0,7 7-25 16,8 7-14-16,1 15 14 15,-3 24-3-15,-7 12-11 16,-9 9 6-16,-8 3-7 16,-7-5-1-16,-4-5-12 15,-1-10-89-15,0-6-137 16,-1-13-311-16,-7-13-371 0</inkml:trace>
  <inkml:trace contextRef="#ctx0" brushRef="#br0" timeOffset="177125.39">24737 8186 7 0,'0'0'1394'0,"0"0"-1100"0,0 0-164 16,0 0-75-16,0 0 8 16,0 0-17-16,0 0 3 15,51 71-19-15,-31-65-22 16,2-6 7-16,-1 0-2 15,0-13-4-15,-2-11-3 16,-4-5 0-16,-2-5 9 16,-5-1-2-16,-3 2 45 15,-5 2 17-15,0 9 20 16,-7 8 6-16,-5 11 27 16,-5 3-72-16,-4 17-29 0,0 14-11 15,1 10 37-15,5 6 5 16,8 3-19-16,7-1-20 15,3-1-11-15,23-7-7 16,9-7 2-16,11-11 7 16,3-14-2-16,3-9-2 15,-6-4-6-15,-9-18-16 16,-9-6-18-16,-10-8 11 16,-9-3 22-16,-6 0 0 15,0-1 0-15,-1 3 1 16,2 7 0-16,1 8 2 15,0 6-1-15,0 9 8 16,1 7-2-16,1 0-1 16,4 5 6-16,1 15 7 15,3 4-1-15,3 8-3 0,4 3-7 16,-1 0 1-16,6 1-3 16,1-5-5-16,0-5-1 15,1-7 1-15,-4-8 1 16,-4-7-1-16,-3-4-1 15,-2-7-26-15,-4-14-26 16,3-7-57-16,-3-4-16 16,3-6 3-16,-3 1-18 15,1 0-37-15,1 2 15 16,-2 4 62-16,-1 5 58 16,-3 6 29-16,-3 5 13 15,-4 4 32-15,-1 4 60 16,0 5 73-16,0 2-10 0,-6 0-69 15,-9 10-39 1,0 10 11-16,-3 5 9 0,2 5 9 16,3 2-15-16,4 2-7 15,5 0-15-15,4-2-23 16,0-6-7-16,13-5-8 16,4-8-1-16,6-6 0 15,-1-7-19-15,2-3-42 16,-3-18-25-16,-6-2 14 15,-5-7 29-15,-7-2 25 16,-3-4 9-16,0-3 9 16,-10 3 0-16,-4 3 1 0,-2 8 0 15,4 13 8 1,0 5-9-16,0 7 0 0,3 0-6 16,3 9 5-16,6 4 0 15,0 1-26-15,11-2-96 16,36-2-143-16,-2 0-249 15,4-9-494-15</inkml:trace>
  <inkml:trace contextRef="#ctx0" brushRef="#br0" timeOffset="177482.26">25910 8020 971 0,'0'0'280'0,"0"0"-38"0,0 0-31 16,0 0-83-16,0 0-76 16,0 0 46-16,0 0 47 15,-6 41-18-15,6-21-31 16,6 3-32-16,-3 2-34 16,0-1-11-16,1-3-9 15,-1-2-9-15,0-4 5 16,0-5-5-16,-1-2-1 15,-2-6 0-15,1-2 0 16,-1 0 0-16,0 0 0 16,0-5-6-16,0-4-13 15,0 2 1-15,0 1-12 16,0 1-27-16,0 2-22 16,0-2-70-16,0 3-68 15,0-2-33-15,0 1-32 0,0 1-243 0</inkml:trace>
  <inkml:trace contextRef="#ctx0" brushRef="#br0" timeOffset="178807.43">25598 8111 205 0,'0'0'1309'0,"0"0"-1009"15,0 0 55-15,0 0-93 16,0 0-100-16,0 0-109 16,-34 90 65-16,47-17 5 15,1-3-52-15,-1-9-27 0,-1-19-17 16,-1-2-5-16,0-3-15 15,-3-13-6-15,-5-11 0 16,-3-13 1-16,0 0 16 16,0-23-2-16,-9-14-8 15,-4-25-1-15,2-32 1 16,2-32-7-16,3-11 1 16,6 9 3-16,0 34-5 15,12 36-34-15,2 25-26 16,3 16-6-16,10 0 36 15,9 4-12-15,9 6-14 16,5 7 15-16,3 13 23 16,-4 16 5-16,-4 6-17 15,-14 23-242-15,-13-9-304 16,-14-5-334-16</inkml:trace>
  <inkml:trace contextRef="#ctx0" brushRef="#br0" timeOffset="179969.99">25571 8171 1196 0,'0'0'375'16,"0"0"-36"-16,0 0-200 15,0 0-93-15,88-30-33 16,-28 18-13-16,7-2 1 16,6-1-1-16,-1-1-68 0,-6-3 15 15,-8 0 8-15,-12-2-4 16,-15-1 17-16,-10 0 32 15,-12 1 1-15,-8 4 53 16,-1 2 54-16,0 4 7 16,-14 5 0-16,-4 6-28 15,-8 0-5-15,-1 17-44 16,-2 7 14-16,2 10 20 16,7 5-8-16,7 4-33 15,11 4-13-15,2-4-17 16,23-2 1-16,8-9-2 15,6-11 0-15,4-13-31 16,-3-8-29-16,-5-14-10 16,-5-14 0-16,-9-11 29 15,-6-1 34-15,-7-4 7 0,-5 2 1 16,-1 4 13-16,0 9 9 16,0 10 26-16,-1 6 15 15,-2 11 24-15,0 2-28 16,1 4-33-16,1 17-26 15,1 8 9-15,0 8 5 16,4 5-6-16,13 1-8 16,8-3 1-16,7-5-1 15,4-10-1-15,3-8-7 16,0-15-8-16,-4-2-33 16,-5-15-22-16,-10-13 14 15,-6-8 26-15,-9-6 24 16,-4 1 6-16,-1 3 1 15,0 9 11-15,0 7 20 16,0 9 6-16,-3 9 44 0,3 4-40 16,0 2-36-16,0 15-6 15,0 5 0-15,12 3 1 16,6 1-1-16,7-2 0 16,5-8 0-16,6-5-29 15,5-9-71-15,3-2-10 16,-1-13-74-16,-9-8-86 15,-10-6 85-15,-11-4 114 16,-11 2 71-16,-2 0 61 16,0 7 99-16,-8 6 28 15,1 8-22-15,3 5-31 16,2 3-62-16,2 7-55 0,0 14-11 16,0 4 14-16,0 6 12 15,0 3 4-15,5-2-13 16,5-3-12-16,-1-2-6 15,0-7-6-15,0-8 0 16,-5-7-9-16,-1-5-1 16,-1-5 10-16,-2-17 0 15,3-8 1-15,1-6 0 16,2-2 0-16,6 4 0 16,0 3 1-16,3 9-2 15,0 11 0-15,1 7-1 16,-1 4-7-16,2 4 8 15,-1 13 0-15,-1 5 1 0,-3 3 7 16,-3 3 4-16,-2-1-5 16,-5 0-1-16,-2-5-5 15,0-5-1-15,-2-5 7 16,-8-9 0-16,1-3 25 16,1-15 44-16,2-14-13 15,5-12-11-15,1-5 5 16,7-4-18-16,13 7-5 15,5 9 1-15,4 13-22 16,2 14-13-16,5 7 0 16,5 21-2-16,3 13 2 15,-1 14 16-15,-3 5-4 16,-5 6-6-16,-6 4 0 0,-5-3-6 16,9 11-53-16,-6-16-236 15,-3-17-590-15</inkml:trace>
  <inkml:trace contextRef="#ctx0" brushRef="#br0" timeOffset="180668">28996 7797 950 0,'0'0'334'0,"0"0"41"16,0 0 13-16,0 0-101 16,-81-53-104-16,53 67-67 0,-2 21-13 15,0 13-5-15,5 22-11 16,9 14-26-16,11-5-11 15,5-9-7-15,11-11-25 16,17-19-9-16,11 2-8 16,7-5 0-16,6-14 5 15,0-16-6-15,-5-7-1 16,-6-13-11-16,-11-12-23 16,-12-6-2-16,-9-3 12 15,-9-1 7-15,-3 0 0 16,-13 7 10-16,-7 1 2 15,1 10 6-15,4 5-7 16,3 4 6-16,5 3 0 0,5 4 1 16,4 1-1-16,1 0-1 15,0 0-8-15,0 0 2 16,1 0 1-16,10 0 7 16,6-3 1-16,5-2 5 15,3 0-5-15,3-2-1 16,0 2 0-16,-2-1 0 15,-6 2-39-15,-4 1-91 16,-4 2-29-16,-1-1-42 16,2-6-114-16,0 2-265 15,-3-2-481-15</inkml:trace>
  <inkml:trace contextRef="#ctx0" brushRef="#br0" timeOffset="181487.58">29070 7735 1458 0,'0'0'240'16,"0"0"66"-16,0 0 25 15,0 0-92-15,0 0-128 0,0 0-34 16,-82 164 49-16,63-57-37 15,9-6-38-15,7-21-21 16,3-27-20-16,3-14-2 16,12-11-8-16,6-3 0 15,4-8-1-15,5-14-21 16,-1-6-11-16,1-28 5 16,-3-13-20-16,-2-22 12 15,-5 2 28-15,-4-2 3 16,-5 1 5-16,-5 19 2 15,1 2 5-15,-2 15 1 16,-4 14-7-16,1 15 3 16,-1 7-4-16,2 24 0 0,3 13 0 15,4 8 12 1,5 3-3-16,8 1-1 0,4-9-2 16,7-8-5-1,3-13 0-15,2-15 5 0,0-11 1 16,-5-4-1-16,-6-25-5 15,-6-8 5-15,-8-9-5 16,-8-7-1-16,-6-19-6 16,0 9-2-16,-3 1-7 15,-6 8-10-15,2 27 4 16,-1 10 12-16,1 17-64 16,-1 10-91-16,0 21 61 15,5 3-20-15,3 15-172 0,14-7-214 16,3-12-287-16</inkml:trace>
  <inkml:trace contextRef="#ctx0" brushRef="#br0" timeOffset="182019.58">29706 7942 1139 0,'0'0'212'0,"0"0"-35"15,0 0-91-15,0 0 14 16,24 76-43-16,7-57-22 16,3-6-3-16,1-5-16 15,-6-8 6-15,-4 0-10 0,-6-11 6 16,-4-11-4-16,-6-5 5 16,-3-4 15-16,-5-3 33 15,-1 1 7-15,0 5 5 16,-4 5 22-16,-7 7 11 15,-5 10-19-15,1 6-13 16,-4 3-25-16,-1 17-19 16,5 11 1-16,2 7 5 15,10 3-18-15,3 2-10 16,13 0-2-16,18-5-1 16,10-5 2-16,8-11-1 15,2-12-11-15,-4-10 2 16,-5-5-3-16,-7-18-30 0,-10-10 8 15,-7-6 21 1,-8-7 1-16,-5-4 1 0,-4 0 5 16,1 7 0-16,-2 10 6 15,0 13 42-15,0 12 3 16,0 8-44-16,6 8-12 16,0 18-1-16,4 11 10 15,3 4-4-15,1 1-6 16,1-3-1-16,-6-2-5 15,-2-8-66-15,-5-9-152 16,-2-8-151-16,0-12-280 0</inkml:trace>
  <inkml:trace contextRef="#ctx0" brushRef="#br0" timeOffset="182167.17">30161 7532 643 0,'0'0'99'0,"0"0"-55"0,79 133-29 16,-31-76-15-16,-2-8-386 0</inkml:trace>
  <inkml:trace contextRef="#ctx0" brushRef="#br0" timeOffset="183132.47">30543 7729 355 0,'0'0'713'0,"0"0"-537"16,0 0 11-16,0 0-85 0,-87 15-16 16,72-1-50-16,4 2-14 15,3-2-10-15,3-3-6 16,4-3-6-16,1-5 0 16,0-3-23-16,0 0 5 15,8-8 18-15,-1-4 9 16,0-3 4-16,-2 4 41 15,-2 4 66-15,-2 7 13 16,1 0-73-16,1 18-19 16,4 14 42-16,5 11 22 15,5 24-25-15,3 22-3 16,1 17-27-16,-6 5-8 0,-7-21-8 16,-4-25-1-16,-4-28-14 15,0-7-10-15,-2-2-7 16,-9-2 0-16,-4-7 0 15,-3-9 4-15,-1-10 4 16,-1-8 1-16,1-17-6 16,1-12-5-16,5-9-31 15,5-8-18-15,8-5-18 16,0-5-4-16,18-3-30 16,12 0-51-16,8-2-10 15,4-1 30-15,3 3 44 16,-5 2 53-16,-2 3 24 15,-7 7 11-15,-6 8 20 16,-6 12 43-16,-6 11 38 16,-7 13 52-16,-5 11-10 0,-1 3-83 15,0 23-6-15,0 11 36 16,0 8-5-16,0 8-24 16,0 1-14-16,3 2-18 15,9-4-14-15,3-5-15 16,3-10 0-16,0-11-5 15,1-8-12-15,2-14-68 16,0-4-45-16,1-11-26 16,1-17-55-16,-3-5 18 15,0-4 19-15,-1-5 28 16,-5 4 88-16,-3 6 58 16,-4 10 23-16,-4 11 89 15,-3 7 36-15,0 4-12 0,0 3-76 16,0 14-31-16,0 6 24 15,0 3 1-15,3 3-15 16,11-4-14-16,6-2-11 16,7-7-8-16,6-5-4 15,4-8-2-15,1-3-42 16,-3-7-28-16,-7-13-14 16,-7-8 52-16,-6-8 32 15,-7-9 15-15,-4-1 54 16,-2-4 22-16,-2 6 14 15,0 10 31-15,0 10 16 16,0 11 4-16,0 11-11 0,0 2-78 16,0 5-48-16,0 18-13 15,0 9 0-15,0 6 5 16,10 6-4-16,-1 1-1 16,3-2 0-16,0-2-6 15,-2-7 0-15,-1-6-28 16,0-9-129-16,-9-11-144 15,0-5-271-15,0-3-278 0</inkml:trace>
  <inkml:trace contextRef="#ctx0" brushRef="#br0" timeOffset="183268.02">31211 7813 1094 0,'0'0'255'0,"0"0"-191"15,132-23-64-15,-51 7-20 16,1 0-350-16</inkml:trace>
  <inkml:trace contextRef="#ctx0" brushRef="#br0" timeOffset="183628.8">31954 7649 1311 0,'0'0'403'16,"0"0"-220"-16,0 0-88 0,0 0 98 16,0 0-41-16,0 92-38 15,0-55-14-15,0 1-23 16,0-1-34-16,4-3-19 15,2-2-15-15,2-6-9 16,2-7 0-16,1-6 0 16,2-11-18-16,2-2-15 15,3-7 3-15,3-18-47 16,-2-7 7-16,-2-8 23 16,-3-6 5-16,-5-5 1 15,-1 1-14-15,1 8-44 16,0 10-40-16,6 16-48 0,-1 12-189 15,-1 4-222-15</inkml:trace>
  <inkml:trace contextRef="#ctx0" brushRef="#br0" timeOffset="183852.34">32270 7665 332 0,'0'0'889'16,"0"0"-499"-16,0 0-8 15,0 0-153-15,0 0-89 16,0 0 49-16,-19 84-22 15,14-38-34-15,4 6-47 16,1 1-29-16,0 0-28 16,0-6-17-16,1-4-11 0,4-8 5 15,-1-9-6-15,-3-4-25 16,-1-10-130-16,0-9-144 16,0-3-207-16,0-24-127 15,-5-23-149-15</inkml:trace>
  <inkml:trace contextRef="#ctx0" brushRef="#br0" timeOffset="184026.77">32233 7906 87 0,'-2'-75'324'0,"2"2"-13"16,0 4 63-16,2 23-132 16,8 21 15-16,8 3-109 15,6 2-70-15,3 4-45 16,1 12-9-16,-1 4-14 16,-3 6 6-16,-8 17 15 15,-8 5 13-15,-8 5 0 16,0 6-11-16,-17-3-12 0,-2 0-15 15,-2-3-6-15,0-2-53 16,9-6-174-16,6-13-558 0</inkml:trace>
  <inkml:trace contextRef="#ctx0" brushRef="#br0" timeOffset="184430.84">32551 7623 819 0,'0'0'756'0,"0"0"-479"16,0 0 3-16,0 0-135 16,0 0-77-16,0 0-13 15,0 0 25-15,-74 87-13 16,64-48-19-16,1-2-20 0,8-2-16 16,1-6-6-1,0-5-6-15,14-11-6 0,3-8-40 16,2-5-32-16,2-9-20 15,-1-16-26-15,-3-9 4 16,-3-8 70-16,-3-11 41 16,0-19 9-16,0-23 1 15,0-20 30-15,-2 15 3 16,-4 27 13-16,-5 37 21 16,0 31 34-16,0 5-1 15,-9 12-65-15,-4 17-29 16,1 16 1-16,3 10-2 15,4 4 4-15,5 3-9 16,0 1 1-16,18-6-2 0,6-6-7 16,6-11-116-16,12-17-191 15,-8-10-245-15,-6-13-298 16</inkml:trace>
  <inkml:trace contextRef="#ctx0" brushRef="#br0" timeOffset="185167.07">32819 7576 939 0,'0'0'350'0,"0"0"52"15,0 0-124-15,0 0-34 16,0 0-111-16,0 0-72 16,0 0-18-16,-75 17 0 15,61 15-3-15,3 4-20 16,5 1-10-16,6-3-9 16,0-2-1-16,0-8-1 0,10-9-64 15,3-8-64-15,3-7 18 16,-1-3 44-16,1-14 14 15,-1-5 39-15,1-5 14 16,-3 1 5-16,-2 0 6 16,-3 6 40-16,-4 5 32 15,-2 6 4-15,-2 9-3 16,0 0-32-16,0 3-36 16,0 15-15-16,-3 6 8 15,1 4-1-15,2-1-7 16,0-1 0-16,6-7 0 15,9-5 0-15,3-8 0 16,4-6-1-16,2-7-3 0,1-17-28 16,-2-9-5-16,-2-9 2 15,-3-17 16-15,0-27 17 16,6-36 1-16,1-13 9 16,-3 14 12-16,-7 30 3 15,-9 46 14-15,-4 21 9 16,-2 11 21-16,0 8-26 15,-8 5-36-15,-15 35-6 16,-2 34 0-16,3 24 0 16,9 11 1-16,13-17 0 15,0-24 0-15,10-25-1 16,7-9-7-16,6-4-35 16,9-6-33-16,2-5-34 0,5-14 16 15,-4 0 22 1,0-23 38-16,-2-6 25 0,-2-6 8 15,-4 4 28-15,-9-1 24 16,-5 10 49-16,-7 6 12 16,-6 8 34-16,0 8-29 15,-13 3-76-15,-10 19-30 16,-2 7 0-16,1 8 1 16,6 3 4-16,8 2 5 15,8-5-1-15,2-3-12 16,12-7-2-16,9-7 1 15,6-9 2-15,4-8 1 16,2-3-11-16,-1-9-80 16,-6-22-181-16,-5 1-277 0,-12-2-482 0</inkml:trace>
  <inkml:trace contextRef="#ctx0" brushRef="#br0" timeOffset="185334.29">33002 7360 1523 0,'0'0'323'0,"0"0"7"16,0 0-97-16,0 0-4 15,0 0-123-15,99 0-66 16,-45-2-40-16,8-3-38 16,-11-1-284-16,-20-6-872 0</inkml:trace>
  <inkml:trace contextRef="#ctx0" brushRef="#br0" timeOffset="191199.37">22155 10149 529 0,'0'0'1115'0,"0"0"-746"0,0 0-128 15,10-74-29-15,4 59-58 16,3 9-73-16,5 6-41 16,3 8-10-16,-1 19 18 15,-7 11 13-15,-10 8 0 16,-7 3-10-16,-12 7 0 15,-19-1-12-15,-11-2 0 16,-7-2-18-16,-2-5-20 16,2-7 9-16,1-13-9 0,9-11 0 15,8-15 5-15,6-1 5 16,9-25-5-16,8-7 0 16,7-1 1-16,1 5-6 15,1 9-1-15,12 13-1 16,4 7-5-16,5 5 5 15,6 17 1-15,7 10 4 16,4 4 13-16,7 4 14 16,6-1-11-16,21-2-13 15,26-6-5-15,28-12-2 16,17-14-48-16,-29-5-247 16,-24-5-1014-16</inkml:trace>
  <inkml:trace contextRef="#ctx0" brushRef="#br0" timeOffset="191718.59">24099 10290 947 0,'0'0'875'0,"0"0"-607"0,0 0-14 16,0 0-169-16,0 0-2 15,0 0-50-15,0 0-10 16,44-10 3-16,1-13-7 16,5-7-9-16,-4-7 4 15,-10-4-7-15,-12-5-1 16,-15 0-5-16,-9 3 10 16,-2 6 44-16,-17 8 34 15,-8 13 10-15,-6 16-29 16,-6 7-35-16,-4 36-20 15,0 26 0-15,10 3 7 16,12-2 6-16,16-9-1 0,5-11 8 16,17 3-19-16,16 1-16 15,16-13 2-15,21-17-2 16,1-19-27-16,4-8-84 16,21-47-198-16,-29 0-328 15,-7-2-294-15</inkml:trace>
  <inkml:trace contextRef="#ctx0" brushRef="#br0" timeOffset="191861.07">24670 10017 1060 0,'0'0'386'0,"0"0"111"16,0 0-232-16,0 0-100 15,0 0-110-15,0 0 30 0,-37 73 16 16,37-16-18 0,7 3-39-16,4 3-26 0,0-3-18 15,2 23 0-15,-3-18-180 16,-5-14-431-16</inkml:trace>
  <inkml:trace contextRef="#ctx0" brushRef="#br0" timeOffset="192080.09">24687 9871 1251 0,'0'0'274'0,"0"0"-79"16,83-32-111-16,-39 32-7 15,0 8-27-15,-6 16-6 16,-9 10 11-16,-9 8-8 0,-11 3 1 16,-9 1-16-16,-2 2-16 15,-14-8-9-15,1-4-7 16,6-5-94-16,3-9-271 16,6-15-738-16</inkml:trace>
  <inkml:trace contextRef="#ctx0" brushRef="#br0" timeOffset="192438.02">25228 9858 522 0,'0'0'761'16,"0"0"-483"-16,0 0-79 16,0 0-36-16,0 0 26 0,-86 81-46 15,68-39-14 1,0 1-34-16,6 2-34 0,5-4-18 15,7-4-31-15,0-10-6 16,5-11-6-16,10-8 1 16,6-8 9-16,-1-8 0 15,2-14-9-15,-1-9-1 16,-6-5-1-16,-3-5-1 16,-6 0-6-16,-3 4 7 15,-3 6 1-15,0 12 1 16,0 12 0-16,-3 7-1 15,-3 6-17-15,3 16 11 16,3 8 0-16,0 3-37 16,16-1-76-16,13-4-64 0,11-3-113 15,28-13-104-15,-7-7 17 16,-8-5-258-16</inkml:trace>
  <inkml:trace contextRef="#ctx0" brushRef="#br0" timeOffset="192966.08">25631 9958 988 0,'0'0'512'15,"0"0"-204"-15,0 0 4 16,0 0-98-16,0 0-60 16,0 0-44-16,-81-11-25 15,64 36-7-15,3 6-23 16,7 3-13-16,7 3-24 16,1-2-4-16,23-4-13 15,6-5 1-15,6-7-2 0,5-11-18 16,0-8-57-16,-2-11-93 15,-2-17-46-15,-8-11 8 16,-3-23 70-16,-4-31 95 16,-1-39 41-16,-4-14 31 15,-6 6 27-15,-5 37 43 16,-4 47 22-16,-2 34 18 16,0 22 36-16,0 2-65 15,0 35-90-15,-3 35-13 16,1 34 17-16,2 15 1 15,0-3 2-15,3-11-8 16,7-28-10-16,1-20-11 16,-2-18 0-16,2-14-11 0,1-8-46 15,1-7 5 1,5-11 21-16,2-6 29 0,3-22 2 16,3-7 0-1,-4 2 1-15,-4 8 8 0,-3 10 27 16,-5 11 7-16,2 3-19 15,2 8 30-15,5 14 37 16,5 0 5-16,10 4-18 16,9-4-33-16,26-1-20 15,35-6-7-15,35-12 0 16,15-3-9-16,-6 0-9 16,-23-3-16-16,-48-2-156 0,-30-3-595 15</inkml:trace>
  <inkml:trace contextRef="#ctx0" brushRef="#br0" timeOffset="198433.51">20424 6933 1077 0,'0'0'831'16,"0"0"-587"-16,0 0-32 16,0 0-140-16,-32 115 70 15,32-17 36-15,0 1-41 16,0-19-52-16,0-24-40 0,3-20-27 15,2 1-16-15,0 1-2 16,1-1-11-16,-2-13-140 16,-4-12-180-16,0-17-189 15,0-16-144-15,-7-10-191 0</inkml:trace>
  <inkml:trace contextRef="#ctx0" brushRef="#br0" timeOffset="198754.16">20328 6953 39 0,'0'0'1177'0,"0"-101"-783"15,9 73-127-15,10-2-72 16,6 3-66-16,10 3-36 16,6 13-22-16,1 11-31 15,-1 10 3-15,-5 22-10 16,-11 11 1-16,-11 18 9 16,-13 2-2-16,-1 4-12 0,-18-1 3 15,-7-13-11-15,-7 2-5 16,3-9-10-16,2-14-5 15,5-14 5-15,2-11 0 16,5-7 18-16,5-13 87 16,3-9-28-16,7-4-30 15,0 2-26-15,16 6-14 16,11 7-5-16,10 6-8 16,9 5 1-16,7 2-1 15,9 12 1-15,5 2-1 0,0-2-36 16,26-2-127-1,-19-3-180-15,-14-6-498 0</inkml:trace>
  <inkml:trace contextRef="#ctx0" brushRef="#br0" timeOffset="199136.16">21012 6870 1307 0,'0'0'300'15,"0"0"213"-15,0 0-253 16,0 0-9-16,0 0-117 15,0 0-92-15,0 0-23 16,-87 74 28-16,70-23 8 16,4 4-16-16,9-2-12 15,4-3-14-15,0-7-12 16,7-9 0-16,11-11-1 0,0-13-14 16,0-10-37-1,1-13 8-15,-1-17-24 0,-1-8-2 16,-5-5 30-16,-2-4 31 15,-4 5 8-15,-3 6 0 16,-2 9 14-16,-1 10 10 16,0 11 37-16,0 6-9 15,2 0-43-15,2 15-8 16,5 9-1-16,5 4 1 16,5 0-1-16,8 1 2 15,4-5-1-15,5-7-1 16,0-5-92-16,0-12-185 15,3-9-239-15,-10-13-152 16,-8-3-70-16</inkml:trace>
  <inkml:trace contextRef="#ctx0" brushRef="#br0" timeOffset="199880.09">21323 6961 345 0,'0'0'577'0,"0"0"-204"0,0 0-10 16,0 0-18-16,-38-73-72 16,36 73-82-16,2 0-102 15,0 7-64-15,0 14 1 16,5 5 61-16,5 7-6 15,-1 3-12-15,0 1-22 16,1-1-12-16,-1-5-19 16,0-6-14-16,-3-8-2 15,1-9-1-15,-4-8-54 16,0 0 4-16,-3-16 0 0,0-11-55 16,0-10 6-1,0-3 60-15,0-5 29 0,0 6 11 16,0 3 8-1,0 10 21-15,0 7 6 0,0 9 3 16,0 8-8-16,6 2-18 16,7 5-6-16,4 17 4 15,1 3 5-15,0 4 5 16,1 3-10-16,-2-2-4 16,-2-7-6-16,-3-3 0 15,-2-9-1-15,-4-5-28 16,-3-6-26-16,-1-6 25 15,-1-17-40-15,-1-8-38 16,0-2 14-16,0-3 43 0,0 5 28 16,0 8 22-16,0 5 1 15,0 9 2-15,0 7 16 16,0 2-1-16,0 7-16 16,0 13 9-16,5 3 11 15,1 4 9-15,2 4-4 16,4-3-11-16,4-5-9 15,4-3-4-15,7-8-2 16,4-11 0-16,4-1-61 16,1-14-56-16,-3-12-90 15,-5-1-6-15,-4-1 67 16,-10-1 80-16,-6 5 66 16,-4 3 9-16,-4 4 45 0,0 5 48 15,0 4 0-15,0 4-15 16,0 2-5-16,0 2-25 15,0 0-33-15,-1 0-19 16,-1 0-5-16,2 5 0 16,0 3 0-16,0 1 0 15,0 2 0-15,0-3 0 16,0-2-1-16,0-2-21 16,0-2-37-16,0-2-5 15,0 0 28-15,0 0 13 16,0 0-27-16,0 0-80 15,3-4-95-15,-1-1-270 0</inkml:trace>
  <inkml:trace contextRef="#ctx0" brushRef="#br0" timeOffset="200781.85">21444 6895 719 0,'0'0'283'0,"0"0"-82"0,0 0-7 16,0 0-33-16,0 0-14 16,0 0 1-16,0 0-10 15,-10-15-12-15,10 15-39 16,0 0-24-16,0 0-29 16,0 0-13-16,0 0-12 15,0 0-2-15,3 0 10 16,7 0 6-16,-1 0-8 15,0 0-3-15,-1 0 3 16,2 0 3-16,-3 0 10 16,-1 0 7-16,2 0-6 15,1 3-7-15,1 13-1 16,1 6 24-16,3 10 33 16,0 7-10-16,1 6-16 15,-3 2-7-15,-2-2-10 0,-1 0-18 16,-3-7-11-16,0-5-5 15,-1-10-1-15,2-6-58 16,2-17-190-16,-2 0-278 16,0-14-476-16</inkml:trace>
  <inkml:trace contextRef="#ctx0" brushRef="#br0" timeOffset="201605.96">21984 6888 1064 0,'0'0'344'0,"0"0"47"15,0 0-132-15,0 0-46 16,0 0-56-16,0 0-52 16,-79-30-29-16,60 47-31 15,-1 5 5-15,4 5 4 16,1 5 10-16,6-1-19 16,4 0-14-16,5-1-17 0,0-4-13 15,6-8-1-15,12-6 0 16,2-7-8-16,4-5-44 15,1-14-20-15,2-16-50 16,-4-11-8-16,-4-8 29 16,-5-19 34-16,-9-22 42 15,-5-28 25-15,0-3 1 16,-6 24 28-16,-1 33 19 16,2 41 39-16,2 15 15 15,0 7 17-15,0 1-51 16,-2 14-47-16,-1 32-15 15,-2 26-5-15,6 25 10 16,2-4 1-16,0-20 3 0,10-21-6 16,4-18-8-16,7-1-1 15,7-5-6-15,6-7-39 16,4-19-67-16,-1-3-77 16,-1-27-33-16,-6-10-45 15,-8-6 30-15,-6-5 131 16,-8 1 81-16,-5 5 25 15,-3 6 70-15,0 9 53 16,0 11 76-16,-6 11-41 16,-2 6-30-16,0 8-73 15,0 18-37-15,1 11-2 16,2 5 15-16,5 1 4 16,0 2-4-16,5-8-24 0,11-4-5 15,7-9-1 1,0-11-1-16,1-11 6 0,-3-2-5 15,-2-14-1-15,-5-13-22 16,-4-4 1-16,-8-8 9 16,-2-1 11-16,-5 0-8 15,-12 5-20-15,-4 8 6 16,1 12 7-16,-1 11-6 16,6 4-82-16,7 4-32 15,11 11-125-15,19-1-255 16,6-6-388-16</inkml:trace>
  <inkml:trace contextRef="#ctx0" brushRef="#br0" timeOffset="202142.68">22571 6532 814 0,'0'0'686'0,"0"0"-374"15,0 0-113-15,0 0-118 16,0 0-34-16,0 0 13 15,-31 75 10-15,31-37-23 16,0-1-13-16,0-3-9 16,3-3-11-16,0-4-13 15,0-8 0-15,0-9-1 16,-1-5-46-16,-2-5 25 16,0-5-1-16,0-18-12 15,0-8 33-15,-3-7 1 0,0-3 1 16,1 2 15-16,2 5 12 15,0 8 8-15,0 11-14 16,8 8-4-16,2 7-11 16,4 4-5-16,2 16 9 15,3 5 6-15,-1 5 6 16,-3-1-14-16,-3 0 0 16,-5-4-3-16,-2-6 3 15,-5-4-9-15,0-6 6 16,0-9-4-16,0 0 15 15,-3-12 43-15,-4-14 10 16,2-8-19-16,5-8 1 16,0 0-2-16,0 3-14 15,7 8-1-15,4 12-16 0,4 10-7 16,3 9-12-16,6 8 0 16,1 16 1-16,1 8 6 15,2 3-6-15,-4 1 0 16,-2-4-1-16,-1-4-67 15,7-10-170-15,-4-6-236 16,-3-10-501-16</inkml:trace>
  <inkml:trace contextRef="#ctx0" brushRef="#br0" timeOffset="202688.9">23007 6464 1007 0,'0'0'179'15,"0"0"-52"-15,0 0-74 16,0 0 9-16,-3 87-29 16,14-70-12-16,0-6-21 15,0-5 0-15,0-6 0 16,0 0 32-16,1-12-6 16,1-10-13-16,0-3-6 15,-3-5 6-15,-2 0 21 16,-3 0 74-16,-5 3 4 15,0 5 51-15,0 9 5 16,-3 5-20-16,-7 6 8 16,1 2-60-16,-5 8-64 15,0 16-17-15,-2 8 2 0,4 7 0 16,2 2-1-16,7 0-4 16,3 0-10-16,0-7 7 15,13-9-9-15,4-9-7 16,0-10 6-16,2-6-46 15,-1-6-27-15,-1-19-14 16,-5-8 23-16,-2-7 47 16,-4-7 17-16,-3-19 1 15,-3-22 0-15,0-26 23 16,0 13 11-16,0 26 27 16,0 35 41-16,0 35 47 15,0 5 11-15,0 5-109 16,0 31-42-16,0 10-2 0,0 14 5 15,3 8 5 1,12-5-8-16,3 5-8 0,4-3-1 16,5-9-7-16,1-8-131 15,11-13-194-15,-8-15-390 16,-5-14-382-16</inkml:trace>
  <inkml:trace contextRef="#ctx0" brushRef="#br0" timeOffset="203062.28">23343 6363 1202 0,'0'0'338'0,"0"0"-58"16,0 0-195-16,0 0-52 15,0 0 16-15,0 0-24 0,0 0-12 16,88 11-3-16,-64-11-3 16,-5-2-7-16,-3-9 7 15,-8-3-1-15,-3-2 2 16,-4 2-1-16,-1 1 43 15,0 4 74-15,0 5 18 16,0 4-22-16,0 1-78 16,-3 16-26-16,0 8-2 15,2 8 5-15,1 8-4 16,0 4 10-16,0 2-5 16,7 0 4-16,5 1 5 15,0-5-5-15,-2-2-13 0,-2-9-10 16,-7-5 0-1,-1-8 0-15,-12-6 0 0,-13-3 4 16,-9-4-5-16,-7-1-19 16,-1-3-51-16,5-2-66 15,18-3-117-15,11-10-325 16,8-4-860-16</inkml:trace>
  <inkml:trace contextRef="#ctx0" brushRef="#br0" timeOffset="203328.42">24026 6255 1433 0,'0'0'366'0,"0"0"-7"0,0 0-142 16,0 0-12-16,0 0-109 15,0 0-53-15,-79 8-10 16,67 21 11-16,6 3-3 15,3 1-19-15,3 1-8 16,6-3-8-16,15-3-6 16,7-7 0-16,7-9-59 15,4-11-149-15,5-1-51 16,14-37-130-16,-11 1-246 16,-10-5-484-16</inkml:trace>
  <inkml:trace contextRef="#ctx0" brushRef="#br0" timeOffset="203670.24">24256 6024 751 0,'0'0'366'15,"-23"-96"139"-15,14 79-201 16,0 3-6-16,-1 5-42 16,4 9-62-16,2 3-124 0,1 26-51 15,3 24-5-15,0 24 17 16,0 0 2-16,9-6-3 16,2-14-7-16,0-15-8 15,-1 2-13-15,4-4-1 16,-7-12-1-16,-1-12-10 15,0-13-27-15,0-3 18 16,0-14 18-16,3-13-13 16,3-5 4-16,1-2 9 15,-1 4 1-15,0 5 0 0,-3 8 1 16,-1 8 14 0,-2 7 6-16,2 2-7 0,2 2-13 15,2 12 10-15,4 6 0 16,2-1-9-16,0 2 4 15,2-1-6-15,3-6 0 16,-1-4-61-16,5-7-182 16,12-7-60-16,-5-12-337 15,-8-5-181-15</inkml:trace>
  <inkml:trace contextRef="#ctx0" brushRef="#br0" timeOffset="204281.05">24656 6140 986 0,'0'0'492'0,"0"0"-117"16,0 0-70-16,0 0-85 0,0 0-95 15,0 0-86 1,0 0-13-16,-44 34 24 0,36 2-7 16,1 0-15-1,6-2-10-15,1-3-12 0,0-6-6 16,10-8 0-16,2-7 0 16,2-10-47-16,2 0 30 15,2-15-30-15,-3-9-16 16,-3-8 17-16,-3-3 25 15,-5-5 14-15,-2 2 7 16,-2 2 0-16,0 9 1 16,-2 10 15-16,-2 8 5 15,-1 8 0-15,3 1-21 16,2 7-1-16,0 10 0 16,0 3-8-16,16 1-3 15,4-4-49-15,7-5-44 16,5-7 22-16,-1-5-6 0,-1-2 20 15,-6-10 32-15,-5-5 31 16,-8-2 6-16,-4 4 33 16,-4 1 58-16,-3 4 44 15,0 6 19-15,0 4-20 16,-3 0-52-16,-9 15-53 16,-1 12-18-16,-4 4-1 15,5 4-4-15,3-1 0 16,4-5 0-16,5-3 0 15,0-8-5-15,10-7 1 16,8-6-1-16,3-5 25 16,1-5-12-16,-1-12-14 15,0-9-6-15,-3-3-12 0,-5-7-3 16,-1-6 2-16,-8 2-2 16,-4 1-12-16,0 6-3 15,0 10-5-15,-1 12 0 16,-5 10-9-16,6 1-41 15,0 0-12-15,7 9-69 16,37-6-204-16,-1-3-147 16,2 0-378-16</inkml:trace>
  <inkml:trace contextRef="#ctx0" brushRef="#br0" timeOffset="204821.25">25285 5911 204 0,'0'0'881'0,"0"0"-541"0,0 0-81 16,0 0-15-16,-100 50-39 15,81-25-60-15,6 1-49 16,5 3-50-16,8 0-23 16,0-3-1-16,3 3-4 15,13-2-8-15,-1 0-4 16,0-2 1-16,-4-2-6 16,-3-4 0-16,-8-4 0 15,0-2 4-15,-4-4 11 16,-10-3-14-16,-5-2 4 15,3-2 0-15,1-2-5 16,6 0 5-16,7-4 3 16,2-10-9-16,11-8-43 0,16-4 4 15,10-7-16 1,9-6-7-16,5-2-12 0,0-3-43 16,-2 1 41-16,-9 6 51 15,-9 11 25-15,-11 7 7 16,-13 11 60-16,-7 8 69 15,0 0-25-15,-13 17-42 16,-13 15 43-16,-5 11 73 16,-2 5-33-16,5 5-40 15,6-2-30-15,11-7-14 16,11-10-14-16,1-6 9 16,28-10-11-16,13-9 2 15,23-9 6-15,4 0-2 16,6-16-17-16,2-6-25 15,-16 1-8-15,3-7-8 0,-14-1-1 16,-9 0 1-16,-14 1 0 16,-10 6 1-16,-11 4-1 15,-6 4-12-15,-41 14-42 16,-6 3-67-16,-16 12-453 0</inkml:trace>
  <inkml:trace contextRef="#ctx0" brushRef="#br0" timeOffset="205998.79">20786 11950 2000 0,'0'0'278'16,"0"0"-185"-16,0 0-53 16,0 0-10-16,-52 98 16 15,46-41 22-15,6 5-3 16,0-2-26-16,0-4-10 15,2-7-20-15,4-13-9 16,-3-7-2-16,-2-14 1 16,-1-10-2-16,0-5-3 15,-9-12 6-15,-9-20 0 16,-3-24-12-16,0-34 12 0,8-39 2 16,6-19-1-16,7-5-1 15,16 35-43-15,4 40-64 16,-1 34-22-16,-2 26 7 15,6 8 28-15,4 7 51 16,3 6 21-16,1 37 11 16,-9 31 11-16,-14 23 9 15,-8 6 40-15,-20-1 25 16,-7-25 13-16,4-22-10 16,5-15-38-16,4-10-23 15,1 0-7-15,0-5-9 16,2-5 2-16,6-13 38 15,5-4 91-15,0-3 33 16,5-11-95-16,13 0-40 16,10 3-20-16,11 6-9 0,7 5-1 15,10 0 0 1,6 11 1-16,2 7 8 0,4 3-2 16,-4 1-5-16,-3-3-1 15,-4-4-1-15,-8-3-102 16,10-12-233-16,-12-4-309 15,-9-15-767-15</inkml:trace>
  <inkml:trace contextRef="#ctx0" brushRef="#br0" timeOffset="206666.58">21622 11863 637 0,'0'0'831'16,"0"0"-513"-16,0 0-36 15,0 0-50-15,0 0-36 0,-99-49-110 16,77 63-59-16,1 13-14 15,1 7 2-15,7 7 19 16,1 4 9-16,8-1-1 16,4-1-5-16,0-5-11 15,7-7-13-15,11-8-13 16,0-12-8-16,4-8-17 16,1-3-24-16,-1-16-30 15,-4-13 19-15,-2-6 23 16,-5-5 25-16,-7 0 12 15,-4 1 0-15,0 6 7 16,0 10 2-16,-3 8 5 0,-3 10 18 16,2 5-2-1,-1 0-30-15,4 13-5 0,1 7 5 16,0 4 1-16,9-2 0 16,13-1-1-16,9-6-6 15,4-5-35-15,2-6-78 16,-4-4-65-16,-5-7 1 15,-7-12 57-15,-10-5 112 16,-10-8 14-16,-1 0 37 16,0 0 52-16,0 3 16 15,0 8 6-15,-1 9 6 16,1 12-25-16,0 0-65 16,0 15-14-16,0 11 7 15,4 6-2-15,2 3-2 0,-2 3 2 16,1-4-8-16,-2-3-1 15,0-8-7-15,0-6-2 16,0-11 1-16,1-6 8 16,5-3 31-16,2-20 28 15,4-7-45-15,4-2-16 16,3-1-5-16,0 4 4 16,-2 6-6-16,-1 9 6 15,0 9-5-15,-2 3 8 16,1 2-3-16,2 0-5 15,2 12-1-15,2-1 0 16,3 2-9-16,5-3-27 16,39 2-136-16,-7-5-126 15,0-5-498-15</inkml:trace>
  <inkml:trace contextRef="#ctx0" brushRef="#br0" timeOffset="207884.39">22626 11722 1330 0,'0'0'391'0,"0"0"-72"16,0 0-113-16,0 0-59 16,-91-17-90-16,74 41-36 15,-1 7-6-15,3 6 0 16,0 5-5-16,6 2 2 16,6 1-4-16,3-3-7 15,0-7-1-15,11-8-15 16,7-11-25-16,0-13-82 15,2-3-23-15,1-25 86 16,-1-10-13-16,-2-9 47 0,-3-12 18 16,-2-23 7-16,-2-32 13 15,0-26 21-15,-3 12 6 16,-2 33-19-16,-3 45 21 16,-3 36 29-16,0 9-29 15,0 2-42-15,-5 34 0 16,1 34 3-16,4 33 10 15,0 10 14-15,16-14-4 16,5-27-13-16,-2-33-10 16,1-13-9-16,5-2-80 0,4-4-60 15,2-8-107-15,-3-10-265 16,-2-10 8-16,-9-15 115 16,-3-8 235-16,-3-7 163 15,-1-8 115-15,-4 4 146 16,-3 2 66-16,-3 13-51 15,0 11 86-15,-3 13-73 16,-12 5-60-16,-3 16-130 16,-4 13-31-16,-1 9 10 15,5 4-17-15,4-1-27 16,6-1-7-16,8-5-5 16,0-6-8-16,14-5-7 15,8-10 6-15,3-11-5 16,2-3 2-16,1-16-1 15,-3-11 0-15,-2-7-3 0,-2-7 0 16,-6-7 1-16,-8-3 1 16,-4 1-2-16,-3 6 0 15,0 13-6-15,-13 14 9 16,-1 14-9-16,1 3-10 16,0 19 4-16,7 4 4 15,6 6-26-15,0-2-55 16,23-4-78-16,9-2-60 15,8-9-62-15,2-7-28 16,-2-5 14-16,-7-5 30 16,-9-12 127-16,-12-6 140 15,-8 0 275-15,-4-1 55 16,0 1-4-16,0 5-40 0,0 4-98 16,0 7-17-16,0 7-61 15,0 0-79-15,0 12-18 16,0 10 7-16,2 10-7 15,6 3-1-15,-2 1-5 16,2 0 1-16,-2-5-7 16,0-6-1-16,-2-8 0 15,-1-5-1-15,-3-8-10 16,0-4 11-16,0-1 5 16,0-19 4-16,0-6-3 15,0-10-6-15,0-6 1 16,0 1 6-16,0 2 7 15,9 8-2-15,0 9-6 16,2 15-6-16,1 7-5 0,0 4-3 16,1 20 1-16,1 7 7 15,-1 3 1-15,-4 2 1 16,-3-2-2-16,-3-6 0 16,-2-7-8-16,-1-8 1 15,0-6-3-15,0-7 10 16,0 0 15-16,0-13 9 15,0-12-5-15,-3-9 1 16,3-7 32-16,0-5-9 16,2 2-35-16,10 5-8 15,0 7-6-15,0 14-1 16,1 13-5-16,4 5-9 16,3 12 3-16,6 14 12 0,2 8 5 15,0 5 1-15,2 2-1 16,-3 0-5-16,4 10-9 15,-8-12-233-15,-5-8-515 16</inkml:trace>
  <inkml:trace contextRef="#ctx0" brushRef="#br0" timeOffset="209806.3">23677 11555 170 0,'0'0'802'0,"0"0"-684"15,0 0 13-15,0 0 3 16,0 0-4-16,0 0-56 15,95 17-36-15,-69-27-6 16,-2-9-16-16,-5-7-8 16,-4-4 5-16,-9-2-4 15,-5-1 39-15,-1 0 79 0,-6 0-37 16,-10 4 78-16,0 3-32 16,-5 8-31-16,-1 10 9 15,-1 8-30-15,-1 1-47 16,-1 21-19-16,1 10 2 15,7 11 3-15,7 3-8 16,10 7-3-16,2-2-5 16,23-3-5-16,11-7-1 15,10-10-1-15,8-14 0 16,2-17-42-16,-2-3 2 16,-5-25-33-16,-11-12-16 15,-13-9 31-15,-14-5 41 16,-11-18 17-16,-8-20 9 0,-20-23 21 15,-4-2 12-15,7 24 27 16,10 32-6-16,7 36-21 16,7 19-42-16,1 6-1 15,0 0-9-15,0 34-57 16,18 36 22-16,16 38 45 16,12 13 64-16,4-1 10 15,-3-28-4-15,-9-33-47 16,-5-21-23-16,-2-13-56 15,2-7-118-15,1-12-109 16,-4-6-94-16,-12-24 78 16,-12-19 103-16,-6-11 146 15,0-3 50-15,-9 6 90 16,0 5 56-16,0 14 73 16,3 12 27-16,4 11-58 0,2 9-103 15,0 0-63-15,20 6-21 16,9 8 6-16,12-1 1 15,9-3 7-15,6-8-5 16,-2-2-3-16,-5 0 1 16,-12-12 4-16,-9-6 8 15,-11-5 87-15,-11-3 75 16,-5 2-36-16,-1 4-79 16,0 9-33-16,0 11-14 15,-7 11-11-15,-7 46-8 0,-1 39-1 16,-4 22 19-1,2 5 50-15,6-20-6 0,6-35-8 16,5-18 7-16,0-13-35 16,6 1-26-16,36-5-1 15,-3-8-217-15,0-25-894 0</inkml:trace>
  <inkml:trace contextRef="#ctx0" brushRef="#br0" timeOffset="210602.25">25670 11067 1164 0,'0'0'223'0,"0"0"87"15,0 0 1-15,0 0-41 16,0 0-38-16,0 0-96 15,0 0-83-15,-88-16-15 0,61 58 23 16,5 8 5 0,6 1-13-16,9 1-26 0,7-5-15 15,7-5-6-15,19-8-5 16,10-7-1-16,6-13-8 16,5-11-53-16,-2-5-48 15,-2-24-73-15,-7-15-16 16,-9-23 37-16,-17-31 49 15,-10-41 78-15,-1-20 34 16,-18-5 8-16,5 35 21 16,2 46 16-16,6 32 48 15,2 31 68-15,1 9-12 16,1 8-93-16,2 23-49 16,0 47-6-16,17 39-1 0,13 19 43 15,8 6 35-15,9-14 4 16,-6-32-42-16,-5-23-24 15,-5-20-8-15,-2-15-7 16,-1-2-1-16,-1-7-6 16,-6-8-18-16,-8-13-13 15,-8-13 35-15,-5-19 2 16,0-10-1-16,0-2 1 16,0 1 1-16,0 5-1 15,0 10 0-15,0 9 11 16,0 11 4-16,1 8-8 15,7 0-7-15,6 13 1 16,4 10 10-16,9 4 0 0,3 6-1 16,4-2-4-1,4-1-5-15,0-4-1 0,-2-6 0 16,-4-7 0-16,-6-7-67 16,-7-6-114-16,-5-14-75 15,-5-8-131-15,-4-2-299 0</inkml:trace>
  <inkml:trace contextRef="#ctx0" brushRef="#br0" timeOffset="211413.38">26493 10989 910 0,'0'0'224'16,"0"0"17"-16,0 0-26 0,0 0-1 15,0 0-57-15,0 0-24 16,0 0-2-16,-3-14-23 15,1 14-11-15,1 0-23 16,-2 0-19-16,0 0-18 16,0 0-16-16,0 0-11 15,0 0-2-15,2 0-1 16,1 0-5-16,-2 2 4 16,2-1 0-16,-3 3-5 15,0 6 8-15,0 1 2 16,0 7 14-16,2 5-7 15,1 6 4-15,0 3 18 16,0-1-11-16,7-3-1 16,8-3-4-16,5-7-15 15,0-8-8-15,0-9 11 0,1-1 3 16,-1-12-2-16,2-14-5 16,-3-8-7-16,-6-5 5 15,-1-4-6-15,-9-4 1 16,-3 2-1-16,0 1 1 15,-13 9 7-15,1 10-8 16,1 12 0-16,1 9-1 16,4 4 0-16,0 4-10 15,4 13 5-15,2 4-6 16,4 0-20-16,21-5-36 16,11-3-42-16,7-8-12 15,5-5-7-15,-1 0 16 0,-8-10-13 16,-8-8 1-1,-8 0 61-15,-8-2 53 0,-8 1 11 16,-1 0 34-16,-4 4 25 16,-2 2 30-16,0 7 12 15,0 3-17-15,0 3-36 16,0 3-35-16,1 17 5 16,2 6 12-16,0 7 7 15,3 6-4-15,2-3-2 16,2-1 0-16,4-6-15 15,2-7-5-15,0-8-4 16,2-11-1-16,-1-3 18 16,0-13-6-16,-1-13-11 0,-2-10-5 15,-3-6-1 1,-4-6-1-16,-7-1-2 0,0 3-8 16,-1 6-2-16,-10 8 0 15,1 15-1-15,1 12-10 16,3 5-42-16,6 11-8 15,0 12 14-15,10 4-82 16,21-1-94-16,41 0-119 16,-5-9-12-16,-1-7-229 0</inkml:trace>
  <inkml:trace contextRef="#ctx0" brushRef="#br0" timeOffset="211917.08">27437 10713 1075 0,'0'0'262'0,"0"0"40"15,0 0-86-15,0 0-35 0,-88 14-91 16,78 8-38-16,7 4-32 16,3 4-6-16,3 1-1 15,15 0-4-15,4-1-3 16,3-1 10-16,-1-2-15 16,-6-2 7-16,-3-4-7 15,-11-2-1-15,-4-1 1 16,-6-4 8-16,-14 0-8 15,-4-5 5-15,-1-4-5 16,5 0 1-16,7-5-1 16,8 0-1-16,5-5-26 15,12-13-128-15,21-6 49 0,6-9 18 16,9-3-62-16,7-8 14 16,1-2 46-16,-1-4 25 15,-4-1 42-15,-7 5 22 16,-12 6 23-16,-9 10 75 15,-14 13 98-15,-9 12 97 16,0 5-73-16,-15 14-121 16,-12 16-16-16,-6 11 75 15,-2 7-16-15,3 3-14 16,9-4-46-16,10-2-25 16,10-4-18-16,3-7-11 15,21-8-5-15,13-6 1 16,14-8-5-16,6-10-2 15,6-2-16-15,2 0-1 16,-1-13-27-16,-4-5-82 0,-2-16-212 16,-16 5-239-16,-17-1-447 15</inkml:trace>
  <inkml:trace contextRef="#ctx0" brushRef="#br0" timeOffset="212985.36">29288 10542 1440 0,'0'0'342'0,"0"0"29"0,0 0-13 16,0 0-92-1,0 0-125-15,0 0-82 0,0 0-47 16,-20 50-2-16,26 1 20 16,2 7 13-16,0 1-16 15,-4-5-9-15,1-3-16 16,-2-6-2-16,0-7 0 16,0-8-54-16,6-10-123 15,7-20-195-15,2 0-380 16,-1-21-443-16</inkml:trace>
  <inkml:trace contextRef="#ctx0" brushRef="#br0" timeOffset="213882.28">30140 10665 620 0,'0'0'316'15,"0"0"-101"-15,0 0-37 16,0 0-28-16,0 0 13 16,0 0-23-16,0 0-22 15,34-33-12-15,-4-2-58 16,-2-11-11-16,-1-7-11 0,-9-3 26 15,-7-2 14 1,-10 2 17-16,-1 8 22 0,0 9-7 16,-10 13-5-16,1 12-6 15,-2 14-37-15,0 0-32 16,-3 23-18-16,-4 14 0 16,3 10 0-16,5 6 0 15,4 1-1-15,6-3 1 16,3-6 0-16,13-5 0 15,2-6-1-15,-1-1 1 16,-3-3-1-16,-5 4 1 16,-4 2 0-16,-5 6 1 15,0 0 0-15,-2 2 5 16,-2-7-5-16,2-3 0 0,2-11 7 16,6-8-8-1,18-12 0-15,10-3-1 0,11-12-7 16,6-15-155-16,7-21-116 15,-14 6-345-15,-13 1-241 0</inkml:trace>
  <inkml:trace contextRef="#ctx0" brushRef="#br0" timeOffset="-213517.64">30565 10476 1066 0,'0'0'334'0,"0"0"57"15,0 0-124-15,0 0-146 0,0 0-74 16,0 0-1-1,0 0 2-15,48 46-1 0,-38-19 9 16,-5 4-5-16,-5 1-16 16,0-1-12-16,-2-2-11 15,-7-3-6-15,-1-9-5 16,2-2 0-16,4-8-1 16,4-7-15-16,0 0-29 15,6-10-68-15,15-14-39 16,5-7-8-16,6-7 48 15,-1-4 32-15,-3-2 41 16,-2-1 35-16,-5-1 3 16,-3 3 16-16,-8 3 44 15,-2 8 21-15,-3 6 37 16,-3 11 0-16,-2 8 15 0,0 7-30 16,0 0-60-16,-7 16-28 15,-4 12-3-15,-1 8 11 16,-1 8 15-16,4 2-1 15,6-2-13-15,3-3-15 16,6-8-9-16,18-5 0 16,10-12-11-16,6-11-74 15,5-5-57-15,-2-13-148 16,-5-15-211-16,-7-11 164 16,-9-4 62-16,-5-6 275 15,-8 0 1-15,-3 3 208 16,-2 8 63-16,-2 9 12 0,-2 7-39 15,0 10-37-15,0 6-34 16,0 6-43-16,-3 0-57 16,-5 11-51-16,-1 9-7 15,-3 11 24-15,2 5 11 16,1 3-9-16,3 0-12 16,5 1-18-16,1-6-11 15,0-6-1-15,4-8 0 16,5-10-25-16,1-10-68 15,4 0 23-15,-2-22-22 16,1-7 1-16,2-9 13 16,-3-1 30-16,1 2 30 15,-5 4 18-15,-2 8 0 0,-2 8 25 16,-4 8 34 0,0 7 39-16,0 2-50 0,0 2-33 15,0 13-14-15,2 7 8 16,5 2-3-16,2 2-5 15,6-1 5-15,8-6-5 16,5-2-1-16,5-12-41 16,8-5-85-16,0-2-93 15,-2-15-154-15,-8-8 31 16,-7-4 117-16,-12-3 187 16,-5-1 38-16,-6 4 168 15,-1 7 90-15,0 5 8 16,0 7-14-16,0 8-57 15,0 2-46-15,-1 0-87 16,-5 19-44-16,0 8 4 0,2 9 25 16,-2 3 8-16,3 3-16 15,1-3-20-15,2-5-10 16,0-7-9-16,0-10 0 16,0-9-17-16,8-8-68 15,2-4 16-15,3-19-22 16,1-9-17-16,1-9 48 15,-3-4 35-15,-2-2 9 16,1 4 15-16,-2 4 1 16,-2 6 1-16,0 8 16 15,-2 11 11-15,-1 7 17 16,-1 7-7-16,0 0-20 16,4 15-1-16,1 10 8 0,1 5-9 15,2 4-14-15,0-2-1 16,0-2 7-16,1-6-8 15,1-7-1-15,0-10-40 16,0-7-31-16,0-3-55 16,2-18-37-16,-3-7 25 15,-1-2 57-15,-1 0 51 16,-3 5 31-16,-2 3 0 16,-2 10 57-16,-3 5 75 15,0 7-13-15,0 0-66 16,0 13-32-16,0 3-8 15,5 3 0-15,3-1-2 16,6-1-11-16,5-6-1 16,8-3-33-16,4-8-76 0,7 0-74 15,-1-8-110-15,-4-11 14 16,-5-4 67-16,-9-7 168 16,-7-4 45-16,-4 3 134 15,-5 3 75-15,0 9 74 16,-3 9-42-16,0 10-48 15,0 0-102-15,-8 21-62 16,-5 12 5-16,-2 10 10 16,-2 8 15-16,0 4-5 15,0 0 10-15,2-2-24 16,3-2-21-16,1-10-13 16,5-8-6-16,0-16-13 15,4-13-44-15,2-4 34 0,0-26-58 16,0-10 34-16,0-8 34 15,2-2 13-15,5 0 0 16,2 9 15-16,-5 12 25 16,-1 10 12-16,0 8 22 15,0 7-28-15,2 0-44 16,3 14-2-16,3 6 12 16,4 2-11-16,5 2 5 15,2-4-5-15,6-4-1 16,5-9-7-16,3-5-42 15,3-2-24-15,-3-16-19 16,-7-12 26-16,-5-12 37 16,-3-24 29-16,-1-34 4 15,0-47 41-15,1-20 2 16,-4 8 13-16,-7 38-22 0,-7 55 11 16,-3 36 15-16,0 19-16 15,0 9-25-15,-13 6-23 16,-11 32-7-16,-6 36 7 15,0 31 1-15,9 18 14 16,20-5 29-16,1-24 3 16,19-32-29-16,7-22-16 15,8-11-2-15,9-4 0 16,9-6-23-16,8-9-47 16,-6-10-31-16,-5-19-9 0,-7-15 31 15,-5-6 46 1,-10-7 33-16,-3 2 9 0,-8 5 33 15,-7 11 74-15,-8 13 25 16,-1 12 10-16,-9 4-63 16,-13 15-52-16,-8 15-12 15,-3 10 19-15,4 4-17 16,6 4-5-16,11-4 4 16,12-2 20-16,8-9 3 15,28-7-4-15,29-12-2 16,43-11 11-16,36-3-11 15,16-20-19-15,-3-6-7 16,-22-3-4-16,-42 5-6 16,-25 2-4-16,-26 7 6 15,-13 3-7-15,-6 0-1 0,-5 1 0 16,-9 0 0-16,-9 5-12 16,-15 3-18-16,-92 3-41 15,0 14-93-15,-23 1-502 0</inkml:trace>
  <inkml:trace contextRef="#ctx0" brushRef="#br0" timeOffset="-212571.45">22581 12861 605 0,'0'0'1332'0,"0"0"-1009"16,0 0-78-16,0 0-163 15,0 0 64-15,-8 103 25 16,8-24-64-16,2-4-25 16,7-4-19-16,0-9-38 15,-3-19-8-15,2 1-16 16,-2-1 0-16,-4-10-1 0,-2-12-54 16,0-11-57-16,-8-10-77 15,-8-15-91-15,-2-19-7 16,-6-23 41-16,-3-24 115 15,2-18 67-15,4-9 55 16,11 21 8-16,10 21 71 16,0 27 62-16,6 10 5 15,10-2-2-15,8 3-60 16,6 3-32-16,4 12-25 16,0 13-5-16,-2 3-1 15,-9 24-5-15,-9 10 8 16,-9 8 18-16,-5 3-15 15,-12 3-7-15,-17 0-6 0,-2-6-5 16,0-4 0 0,2-10-1-16,12-13-85 0,7-10-229 15,10-8-514-15</inkml:trace>
  <inkml:trace contextRef="#ctx0" brushRef="#br0" timeOffset="-211980.24">22991 12830 770 0,'0'0'383'0,"0"0"-192"16,0 0-45 0,0 0-50-16,0 0-24 0,0 0-34 15,0 0-15-15,10 67-8 16,2-67 21-16,6-4 14 15,-1-14-14-15,0-7-15 16,0-7 1-16,-1-3-13 16,-4-2 26-16,-3 0 69 15,-5 5 18-15,-4 9 0 16,0 11 58-16,-1 9-3 16,-14 3-86-16,-4 21-66 15,-7 13 2-15,3 8 7 16,2 8 20-16,9 1-14 15,10-5-23-15,2-4-8 16,24-9-8-16,12-8 8 0,10-15-7 16,8-10 8-16,-1 0-10 15,-3-20-42-15,-9-5-34 16,-11-6 5-16,-10-3-1 16,-10-2 42-16,-7-3 12 15,-3 3 11-15,0 5 6 16,0 5 1-16,0 5 1 15,0 4-1-15,0 4 0 16,6 6-1-16,2 6 0 16,2 1-8-16,-1 10 3 15,0 16 6-15,0 6 13 16,0 9 14-16,1 3 4 16,4 1 10-16,1-5-6 0,8-4-17 15,4-10-6-15,5-6-3 16,2-12-9-16,0-8-24 15,4-15-180-15,-8-10-299 16,-10-6-499-16</inkml:trace>
  <inkml:trace contextRef="#ctx0" brushRef="#br0" timeOffset="-210537.28">23772 12332 1177 0,'0'0'562'16,"0"0"-252"-16,0 0-206 15,0 0 43-15,5 116 39 16,5-17 6-16,-1 31-27 16,-3 15-26-16,-3 1-36 15,-3-13-31-15,2-19-16 0,2-7-23 16,3-23-21-16,1-21-11 16,-2-24 7-16,0-16-8 15,4-6-6-15,1-11-5 16,7-6-11-16,1-17 14 15,5-22-20-15,1-20-25 16,-5 0-1-16,-4-7 5 16,-8-1 6-16,-8 11 17 15,0-3 14-15,-21 6 5 16,-15 11 1-16,-7 8 0 16,-8 7 0-16,-1 7 4 15,3 6 1-15,8 5 0 0,14 1 0 16,16 3 0-1,11-1-11-15,17 0-152 0,25-4-15 16,18-2 9-16,10-2-69 16,3-3-86-16,-1 0 45 15,-8-3 100-15,-10-1 80 16,-13-1 81-16,-13-2 19 16,-11-1 49-16,-6 1 64 15,-4 4 34-15,-6 4 37 16,-1 4 26-16,0 7-26 15,-1 5-28-15,-12 0-67 16,-4 14-46-16,-4 11 15 16,-1 9 5-16,1 4 1 15,5 3-18-15,5-3-22 16,8-5-14-16,3-5-9 0,1-8-1 16,13-9-6-1,4-8-50-15,0-3-15 0,1-9-23 16,0-15-2-16,0-3 25 15,-3-9 35-15,-1-2 23 16,-2 0 13-16,-2 5 1 16,-5 5 30-16,-2 11 30 15,-4 12 34-15,0 5-11 16,0 4-47-16,-6 18-14 16,-3 8 8-16,2 6 0 15,1 0-4-15,6-2-12 16,0-4-5-16,15-8 2 15,8-7 0-15,7-5-11 0,6-8 10 16,2-2-11-16,-4-9-58 16,-7-11-67-16,-8-9 10 15,-8-5 23-15,-7-4 43 16,-2-1 33-16,-1 3 15 16,-1 5 1-16,0 10 7 15,0 7 26-15,0 7 21 16,2 5 7-16,-1 2-39 15,6 6-21-15,1 14 19 16,1 4 9-16,6 4-5 16,1 2 0-16,6-3-5 15,8-5-2-15,6-6-4 16,6-11-12-16,3-5-1 0,-3-4-68 16,-7-18-51-16,-9-5 3 15,-9-7 60-15,-6-5 56 16,-6-2 2-16,-1 5 57 15,-3 7 49-15,-1 7 29 16,0 9-27-16,0 9-3 16,0 4-43-16,0 4-50 15,0 19-8-15,0 6 0 16,0 5-5-16,3 3 0 16,2-2 0-16,1-1 0 15,-2-8 0-15,2-8-1 16,0-6 0-16,-3-11-19 15,2-1 7-15,-2-13 12 16,3-12 0-16,0-8 0 0,4-8 0 16,0-1 1-16,4 3 0 15,1 3 7-15,-2 12 7 16,2 5-2-16,-3 9-2 16,3 10-10-16,-1 0-1 15,0 10 0-15,0 10 2 16,-1 6-2-16,-4 4 1 15,-3 0 0-15,-1-4 6 16,-2-3-5-16,-3-5-1 16,1-7-1-16,-1-9 1 15,0-2 8-15,0-5 25 16,0-16 17-16,6-11-13 16,3-9-4-16,8-7 5 0,6-3 6 15,6 7-14-15,0 6-17 16,0 16-13-16,-2 11-1 15,-4 11-1-15,3 5-5 16,-1 19 6-16,2 11 0 16,1 9 14-16,-1 6-7 15,-5 1-5-15,-6 1-2 16,-5-5-1-16,-8-1-55 16,-1-11-176-16,-2-17-454 0</inkml:trace>
  <inkml:trace contextRef="#ctx0" brushRef="#br0" timeOffset="-209839.79">27252 12319 309 0,'0'0'1266'0,"0"0"-949"16,0 0-6-16,-19-78-25 15,11 75-78-15,1 3-123 16,-2 17-61-16,2 17-15 16,-1 13-3-16,4 8-5 15,4 4-1-15,0 0 0 16,9-4-1-16,10-7 1 15,2-9 0-15,4-8-5 0,2-17-47 16,-2-14-16 0,2-8 3-16,-3-24-11 15,-1-14 28-15,-3-7 28 16,0-4 18-16,-5 0 2 0,-2 11 1 16,-4 10 11-16,-4 16 7 15,-2 16 28-15,-2 4-28 16,2 13-18-16,6 15 6 15,1 5 0-15,7 2-1 16,7-3-4-16,6-9 7 16,4-6 2-16,6-10 0 15,-1-7 1-15,-5-10-11 16,-4-14 13-16,-9-9-13 16,-12-4 10-16,-8-9-10 15,-1-2-1-15,-9 1-4 0,-8 7-40 16,0 11 0-16,-2 19-14 15,3 10-64-15,2 6-144 16,9 28-36-16,4-2-277 16,1-5-626-16</inkml:trace>
  <inkml:trace contextRef="#ctx0" brushRef="#br0" timeOffset="-209306.27">27888 12227 500 0,'0'0'639'0,"0"0"-478"16,0 0 7-1,0 0-17-15,0 0 5 0,-39 78-61 16,39-56-34-16,7-3-26 16,13-6-9-16,8-6-2 15,5-7-12-15,6 0-12 16,-2-12-26-16,-1-10-24 15,-6-7 24-15,-7-3 21 16,-4-2 5-16,-8-2 18 16,-5 5 33-16,-6 4 43 15,0 10 55-15,-12 11-12 16,-9 6-71-16,-2 0-35 16,-3 18 3-16,3 7-6 0,6 6-1 15,5 3-5 1,8 2-7-16,4-1 2 0,13-4-6 15,14-3 7-15,9-8-10 16,6-9-1-16,5-11 5 16,1 0 3-16,0-20-5 15,-6-8-8-15,-7-8 6 16,-6-4 0-16,-7-2-2 16,-3 3 7-16,-7 6 37 15,-3 8 18-15,-5 13 13 16,0 10-12-16,-1 2-39 15,1 8-30-15,2 15 1 16,2 9 11-16,-1 3-6 16,-3 2-5-16,-2-6-1 15,-2-6-78-15,0-13-135 0,0-8-134 16,0-4-317-16</inkml:trace>
  <inkml:trace contextRef="#ctx0" brushRef="#br0" timeOffset="-209163.09">28414 11747 742 0,'0'0'390'0,"0"0"-280"15,0 0-74-15,0 0-13 16,54 113-13-16,2-54-10 16,-6-8-76-16,-2-7-254 0</inkml:trace>
  <inkml:trace contextRef="#ctx0" brushRef="#br0" timeOffset="-208187.44">28784 11994 935 0,'0'0'246'0,"0"0"-40"0,0 0-20 16,0 0-59-16,0 0-88 16,0 0-13-16,0 0 2 15,-86 23-13-15,72-11-14 16,4-2 2-16,1-3-2 15,6-5-1-15,3-2 1 16,0 0-1-16,0-11 9 16,0-7-1-16,0-1-6 0,0-1 43 15,0 6 52-15,0 4 61 16,0 7-47-16,1 3-65 16,1 9-24-16,5 15-3 15,2 15 12-15,5 21 5 16,5 25 12-16,3 17 1 15,1 6-14-15,-5-18-4 16,-6-24-13-16,-5-23-6 16,-6-5-11-16,-1-1-1 15,0-1 0-15,0-4 0 16,-13-13-10-16,-3-14 1 16,-7-5-23-16,1-7-22 15,-2-14-11-15,5-9 17 0,2-2 11 16,7-2 15-1,5-1 9-15,5 1-15 0,5-1-23 16,17-2-36-16,11-3-19 16,6-6-3-16,8-5-32 15,1-4-21-15,4-6 58 16,-4-5 57-16,-2-2 33 16,-7 0 14-16,-9 6 8 15,-8 4 37-15,-9 10 76 16,-6 9 56-16,-7 11 3 15,0 10 33-15,0 9-24 16,0 9-45-16,-6 0-81 16,-3 16-45-16,1 15-7 15,1 7-2-15,3 6 3 16,4 3-3-16,0 3 0 0,10-1-7 16,4-8-1-16,2-6 0 15,-1-10-1-15,-2-14-72 16,-1-10-36-16,1-1 22 15,1-15-9-15,0-10 9 16,0-2 17-16,1-2 35 16,-1 5 23-16,-5 6 11 15,-3 7 20-15,-1 5 34 16,-2 6-2-16,2 0-20 16,2 6 8-16,6 6 5 15,4 4-10-15,6-2-7 16,3-3-10-16,6-3-3 15,1-8-6-15,1 0-9 16,-4-10-16-16,-3-10-19 0,-8-7 12 16,-3-4 18-16,-6-6 5 15,-4-2 1-15,-2-6 26 16,-4 4 20-16,0 5 23 16,0 9 69-16,0 13-4 15,0 9-26-15,0 5-67 16,0 11-31-16,-2 17-10 15,2 11 0-15,0 6 0 16,0 9-1-16,6 1 0 16,-3-1-6-16,-1-6-90 15,-2-4-199-15,-9-14-319 16,-5-15-872-16</inkml:trace>
  <inkml:trace contextRef="#ctx0" brushRef="#br0" timeOffset="-208045.42">29277 11967 1622 0,'0'0'214'0,"0"0"-118"15,0 0-85-15,91-20-11 16,36 8-401-16,-7-1-330 16,2 0 494-16</inkml:trace>
  <inkml:trace contextRef="#ctx0" brushRef="#br0" timeOffset="-207444.35">30592 11788 310 0,'0'0'917'15,"0"0"-739"-15,0 0-47 16,0 0 44-16,0 0 13 16,0 0-16-16,12 101-34 15,0-68-57-15,0-5-45 16,7-2-24-16,2-8-11 16,4-7 11-16,5-9-12 0,0-2-49 15,0-13-65-15,-3-9-42 16,-5-8 48-16,-8-4 83 15,-7-2 25-15,-1 2 7 16,-5 3 25-16,-1 7 29 16,0 9 48-16,0 7-20 15,0 8-48-15,0 0-26 16,6 11-9-16,6 6-5 16,6 3 7-16,7 0-8 15,5-4 6-15,3-5-5 16,1-6-1-16,-2-5-11 15,-4 0-30-15,-8-11-5 16,-4-9 26-16,-8-5 20 16,-5-4 29-16,-3-3 27 0,0 1 32 15,0 4 19-15,0 7 58 16,-3 10-5-16,0 10-65 16,1 10-59-16,2 21-35 15,0 15 5-15,0 9 3 16,3 15 0-16,9-2 0 15,-2 0-1-15,-1 0-8 16,-1-13 0-16,-2 3-23 16,-5-12-140-16,-1-11-140 15,0-15-334-15,0-16-172 0</inkml:trace>
  <inkml:trace contextRef="#ctx0" brushRef="#br0" timeOffset="-207248.11">31144 11754 760 0,'0'0'259'0,"0"-72"26"0,7 41-63 16,13 5-59-16,5 11-93 16,9 11-35-16,2 4-20 15,0 12 1-15,-6 12 3 16,-11 5-3-16,-11 5 3 16,-8 3-6-16,-9-2-7 15,-15-2-5-15,-3-4-1 16,5-4-23-16,8-6-252 15,10-9-486-15</inkml:trace>
  <inkml:trace contextRef="#ctx0" brushRef="#br0" timeOffset="-206844.04">31550 11679 766 0,'0'0'579'0,"0"0"-326"16,0 0 41-16,0 0-102 15,0 0-83-15,-96 20-33 16,76 13 2-16,3 3 4 16,5 3-21-16,3-2-9 15,9-1-23-15,0-5-15 16,10-6-7-16,11-9 1 16,8-9-8-16,4-7-5 15,1-12-71-15,3-14-17 16,-6-9-2-16,-3-11 46 0,-3-16 28 15,-3-27 16-15,-1-22 5 16,-6 9 0-16,-7 24 6 16,-4 35 0-16,-4 32 28 15,0 8 50-15,0 3-22 16,-5 9-48-16,-2 21-8 16,1 15 1-16,4 10-6 15,2 5 1-15,2 1 4 16,17-2-6-16,6-7-1 15,7-10-48-15,5-16-129 16,18-16-143-16,-8-10-175 16,-10 0-32-16</inkml:trace>
  <inkml:trace contextRef="#ctx0" brushRef="#br0" timeOffset="-206116.41">32008 11682 388 0,'0'0'377'0,"0"0"3"0,0-90-22 16,0 62-40-16,-3 11-49 15,-5 10-64-15,-3 7-92 16,-2 0-73-16,0 18-24 15,-5 6 4-15,4 6-7 16,1 4-1-16,6 1-11 16,5-2 0-16,2-7 0 15,2-5-1-15,12-9-34 16,4-8-37-16,2-4 1 16,-2-3 13-16,0-14 2 15,-2-5 15-15,-4-3 34 16,-2-4 6-16,-1 3 2 0,-4 6 15 15,-4 6 28 1,-1 6 37-16,0 8-10 0,0 0-37 16,0 13-21-16,-3 8 2 15,-1 8-1-15,0 0 1 16,4 1-4-16,0-5-3 16,7-5-8-16,8-6 6 15,4-6-5-15,2-8-1 16,1 0-1-16,1-17-43 15,-3-14 0-15,-1-8 3 16,-3-21 11-16,-1-23 18 16,4-29 10-16,2-16 1 15,-3 6 15-15,-3 27 13 0,-6 37 3 16,-8 29 15 0,-1 19 11-16,0 7-31 0,0 3-26 15,0 10-23-15,0 21 12 16,-4 14 11-16,2 11 8 15,2 6-7-15,0 4 10 16,15-4-11-16,6-6-1 16,6-8-5-16,3-13-4 15,0-12-23-15,-2-15-29 16,0-8-8-16,-4-6 34 16,-1-15 29-16,-6-2 7 15,-4-1 5-15,-7 3 24 16,-5 6 60-16,-1 8 18 15,0 7-6-15,-9 0-52 0,-6 14-31 16,-4 14 12-16,2 3 8 16,7 7 3-16,5 1-1 15,5-3-10-15,3-4-3 16,18-4 3-16,10-9-2 16,8-8-10-16,7-8-4 15,1-3-14-15,-3-7 0 16,-6-13-123-16,-10-22-160 15,-11 4-298-15,-13-1-729 0</inkml:trace>
  <inkml:trace contextRef="#ctx0" brushRef="#br0" timeOffset="-205941.26">32137 11364 1260 0,'0'0'216'16,"0"0"76"-16,0 0-70 15,0 0-21-15,0 0-48 16,124 14-32-16,-61-14-45 16,1 0-45-16,11 0-31 15,-19 0-65-15,-16-2-429 0</inkml:trace>
  <inkml:trace contextRef="#ctx0" brushRef="#br0" timeOffset="-161549.22">12960 4911 1345 0,'0'0'261'16,"0"0"-89"-16,0 0-53 15,0 0 45-15,170 43 48 16,22-43 0-16,53-7-47 16,34-23-59-16,-5-5-52 15,-35 1-14-15,-23 2-11 16,-22 4-7-16,-27 1-9 0,-41 7-13 15,-40 4-1-15,-37 7-1 16,-25 1 1-16,-6 5 0 16,-10 0-20-16,-8 1 0 15,-26 2-133-15,-66 15-210 16,2 2-285-16,-10 5-114 0</inkml:trace>
  <inkml:trace contextRef="#ctx0" brushRef="#br0" timeOffset="-161331.33">13624 5194 1333 0,'0'0'308'0,"0"0"-26"16,0 0-96-16,0 0 6 15,0 0 127-15,156 39-171 0,-2-39-57 16,28-15-33-16,7-7-10 16,-10-4-3-16,-25 4-5 15,-5-1-28-15,-4 0 0 16,-9 3 3-16,-14 2-9 15,-31 8-5-15,-30 6-1 16,-27 4-15-16,-34 23-21 16,0 8-318-16,-24 6-657 0</inkml:trace>
  <inkml:trace contextRef="#ctx0" brushRef="#br0" timeOffset="-153656.14">10879 5788 1144 0,'0'0'1121'15,"0"0"-758"-15,0 0-100 16,0 0-133-16,0 0-34 15,0 0 9-15,-4 95 13 16,1-39-39-16,3 6-19 16,-2 4-16-16,-1-1-17 15,-4-2-14-15,-5-3-11 16,0-6-2-16,-3-8-24 0,6-2-158 16,5-15-268-1,4-12-763-15</inkml:trace>
  <inkml:trace contextRef="#ctx0" brushRef="#br0" timeOffset="-153055.99">12714 6268 1525 0,'0'0'630'16,"0"0"-239"-16,0 0-139 15,0 0-110-15,0 0-90 16,22-86-31-16,15 27-15 16,10-21-4-16,-1 3-1 15,-7 6 7-15,-11 11-7 16,-12 16 5-16,-2-1 2 16,-5 3 0-16,-6 11 0 15,-3 11 5-15,0 8 16 16,-6 11-13-16,-8 1-4 0,-6 6-3 15,-7 16-9-15,-3 9 0 16,-1 8 1-16,1 5 0 16,5 2 0-16,5 0 0 15,5 0-1-15,9-3 1 16,5-2-1-16,1-2-1 16,3 0 1-16,13-5-1 15,4-4-5-15,0-2 5 16,4-4 1-16,0-6-1 15,0-5 0-15,3-2 0 16,1-5 0-16,2-6-5 0,4 0-8 16,1-14-54-1,5-13-116-15,9-27-186 0,-7 2-424 16,-8 3-469-16</inkml:trace>
  <inkml:trace contextRef="#ctx0" brushRef="#br0" timeOffset="-152838.33">13288 5704 1126 0,'0'0'411'0,"0"0"84"15,0 0-343-15,0 0-14 16,0 0 3-16,-33 88 18 16,30-47-42-16,2 3-25 15,1 4-20-15,0 2-32 16,0 3-17-16,3 1-17 0,3-3-1 15,0 1-5 1,-2-8-14-16,4-1-125 0,-3-13-224 16,-3-11-410-16</inkml:trace>
  <inkml:trace contextRef="#ctx0" brushRef="#br0" timeOffset="-152523.71">13248 5852 186 0,'0'0'902'0,"0"0"-704"15,0 0 67 1,6-81-31-16,12 56-31 0,6 0-61 16,2 4-38-16,3 6-32 15,0 7-33-15,0 6-8 16,-2 2-18-16,-3 5 8 15,-2 14 19-15,-6 3 3 16,-8 6-16-16,-7 2-9 16,-1-1 4-16,-10 1 3 15,-16 1 5-15,-3-3-12 16,-6-1-12-16,1-5-6 16,3-7-34-16,10-12-125 15,8-3-192-15,11-1-599 0</inkml:trace>
  <inkml:trace contextRef="#ctx0" brushRef="#br0" timeOffset="-152156.02">13755 5741 1275 0,'0'0'552'0,"0"0"-237"15,0 0-111-15,0 0 5 16,-86 22-73-16,64 1-35 16,2 9-26-16,3 3-26 15,8 4-13-15,6 0-18 16,3-4-10-16,2-3-8 16,11-6 2-16,7-9-2 15,2-8-7-15,5-9-1 0,-2-5 8 16,1-16-12-16,-4-8-5 15,-7-5 10-15,-12-5 6 16,-3 0-7-16,-3-2-1 16,-12 7-16-16,0 8-5 15,3 11-1-15,5 11-66 16,5 4-168-16,2 8 47 16,33 15 6-16,4-4-164 15,8-2-266-15</inkml:trace>
  <inkml:trace contextRef="#ctx0" brushRef="#br0" timeOffset="-151562.7">14053 5804 995 0,'0'0'490'0,"0"0"-83"16,0 0-105-16,0 0 6 16,0 0-81-16,0 0-117 15,0 0-78-15,-70 24 14 16,54 10 3-16,5 7-16 15,5 0-16-15,6-1-7 16,3-2-8-16,15-4-2 16,11-11-1-16,2-9-9 15,10-14-46-15,0-11-77 0,-2-21-53 16,-2-18-30-16,-7-19 16 16,-9-23 137-16,-12-26 63 15,-8 12 32-15,-1 19 85 16,0 33 34-16,-4 30 58 15,-2 7-3-15,1 5-52 16,1 10-59-16,2 6-69 16,2 26-26-16,0 28 12 15,0 5 11-15,6 7-11 16,6 13-3-16,3-18-9 16,0 7-1-16,3-7-5 15,-6-19-1-15,3-4-4 16,-6-17-14-16,-2-17-5 0,2-8 17 15,2-11 13 1,5-17 1-16,2-8 0 0,3 2 0 16,-3 4 7-16,-4 11 1 15,-1 11 1-15,-3 8 1 16,2 2-10-16,0 19 14 16,7 6 30-16,2 5-8 15,2 2-1-15,3-3-9 16,6-3-11-16,8-8-5 15,5-4-4-15,11-12 2 16,7-4-8-16,3-4 0 16,-2-15-1-16,-7-7-12 15,-8-20-83-15,-18 8-211 16,-20 4-878-16</inkml:trace>
  <inkml:trace contextRef="#ctx0" brushRef="#br0" timeOffset="-149858.29">11750 6676 1607 0,'0'0'239'0,"0"0"44"16,0 0-132-16,0 0-98 15,-49 127 22-15,28-3 68 16,-7 19-16-16,-4-3-35 16,4-15-20-16,3-27-20 15,6-23-10-15,5-23-18 16,9-16-17-16,2-16-6 16,2-5-1-16,1-8-6 15,0-7 0-15,0-7 6 16,17-35 9-16,3-5-8 15,7-11 0-15,6-2 0 16,-2 14 1-16,4 4-1 0,-6 17 0 16,-2 13-1-1,0 12 0-15,-2 3-1 0,4 13 0 16,3 4 1 0,4-1 0-16,5-2 0 0,2-2-1 15,-1-9-44-15,-2-6-91 16,-1-1-44-16,-7-22-41 15,-6-10-39-15,-7-13 34 16,-4-8 66-16,-7-5 86 16,-5 3 74-16,-3 7 22 15,0 10 96-15,0 15 42 16,-8 8 28-16,1 12-4 16,1 4-52-16,0 6-78 15,0 18-36-15,3 12-9 16,3 7 7-16,0 9 9 0,0-4-4 15,15 1-12 1,6-10-9-16,2-9-1 0,3-10 0 16,-4-13 1-16,1-7-7 15,-4-6 7-15,-5-18 1 16,-7-12 0-16,-4-5 9 16,-3-7-8-16,0-3 7 15,-9 2-3-15,-2 7-5 16,0 11 8-16,3 11 3 15,2 10 6-15,2 10-13 16,1 0-5-16,1 17-15 16,2 10 13-16,0 3 2 15,0 5-1-15,6-2-1 16,9-2-10-16,3-8-13 16,7-7-48-16,4-11-10 0,2-5 9 15,3-9-29-15,-1-15-44 16,-5-7 29-16,-8-2 32 15,-10 0 43-15,-7 4 34 16,-3 4 9-16,0 7 46 16,-10 7 44-16,0 2 22 15,2 6-22-15,3 2-25 16,2 1-35-16,3 0-30 16,0 4 0-16,2 9-10 15,9 3 9-15,5 6 0 16,3 2 0-16,4 1 1 15,0 5 0-15,1 1 0 0,-3 1 0 16,-1 3 0-16,-8-4 1 16,-4 0 0-16,-8-1 1 15,0-4 6-15,-8-7 0 16,-12-2 1-16,-5-6-8 16,-2-3 7-16,6-8-7 15,6 0 0-15,11-2-1 16,4-16-108-16,15-7-103 15,44-27-110-15,-2 7-88 16,1 2-183-16</inkml:trace>
  <inkml:trace contextRef="#ctx0" brushRef="#br0" timeOffset="-149595.19">12999 6890 844 0,'0'0'399'0,"0"0"-18"15,0 0-151-15,0 0-89 16,0 0 9-16,-55 77-19 15,47-49-35-15,5 1-50 16,3 0-22-16,5-4-22 16,17 0 17-16,6 1-10 15,10-2 0-15,5 1-3 16,2 1 3-16,-2 3-8 16,-5-2 8-16,-11-1-8 15,-13-1-1-15,-14-3 9 16,-5-2-7-16,-26 1 8 15,-13-4-2-15,-9-2-8 0,-7-8 0 16,13-3-162-16,17-4-488 16</inkml:trace>
  <inkml:trace contextRef="#ctx0" brushRef="#br0" timeOffset="-148590.45">14067 6511 1377 0,'0'0'545'0,"0"0"-318"0,0 0-155 16,0 0 13-16,40 139 63 15,-6-26 30-15,2 19-14 16,-2 13-50-16,-2-7-48 16,-8-14-17-16,-2-12-9 15,-6-27-20-15,-1-25-13 16,-4-23-6-16,-2-12-1 16,2-1-1-16,2-12-7 15,1-7-8-15,0-6-1 16,2-31 16-16,1-25-27 15,-7-26-23-15,-10-23-23 16,-3 8-15-16,-19 17 34 0,-7 29 43 16,-5 23 12-16,-12 4 0 15,-12 4 0-15,-6 3 1 16,5 13 0-16,16 4 7 16,16 1-8-16,21 0-1 15,8 0-45-15,40 0-18 16,35 0 7-16,28-8 13 15,-4-12-19-15,-17 3-33 16,-29-2-20-16,-22 4 17 16,-2-6 40-16,-1-4 20 15,-5-1 11-15,-10-1 28 16,-9 2 16-16,-6 4 31 16,0 6 61-16,-9 4 7 15,-5 8 17-15,-3 3-7 16,-3 2-62-16,-2 16-39 0,-2 8 8 15,3 8 7 1,6 5-7-16,8-1-12 0,7-1-20 16,6-7-9-16,19-6 8 15,9-11 1-15,5-10-14 16,4-3-49-16,-4-16-56 16,-9-8 16-16,-10-5 53 15,-10-1 35-15,-10 1 15 16,0 7 7-16,-13 5 37 15,-6 9 19-15,-1 5 1 16,0 3-27-16,4 0-12 16,3 9-13-16,7 5-3 15,6-1-9-15,0 1-6 16,16-1 4-16,14-3 2 16,7-5 0-16,6-5-14 0,3 0-77 15,-4-8-33-15,-7-9-5 16,-8-3 16-16,-8-4 45 15,-10 2 35-15,-8-1 33 16,-1 5 25-16,0 3 50 16,0 5 64-16,-1 6 6 15,-2 4-11-15,3 0-71 16,0 5-46-16,0 15-16 16,0 8 31-16,4 8 47 15,5 8 16-15,3 1-24 0,2-2-17 16,3 0-26-16,7-6-17 15,6-5-11-15,7-7-7 16,28-16-62-16,-9-6-384 16,-7-3-729-16</inkml:trace>
  <inkml:trace contextRef="#ctx0" brushRef="#br0" timeOffset="-148017.63">16252 6459 1371 0,'0'0'316'16,"0"0"52"-16,0 0-223 16,0 0-101-16,-18 88-10 15,18 6 34-15,0 2 36 16,3-15-25-16,4-24-24 15,1-16-27-15,1 2-13 0,0 2-15 16,-2-2 0-16,-1-13-11 16,-2-15-9-16,-2-14 19 15,-1-5 1-15,4-24 22 16,4-10-21-16,6-3-1 16,4 0 0-16,7 9-6 15,2 8 5-15,5 11-5 16,1 9 5-16,1 4 0 15,-4 1 1-15,-6 15 0 16,-7 3 1-16,-10 5 13 0,-8 4 17 16,-5 0 6-1,-20 2 5-15,-11 3-15 0,-7-3-8 16,-2-4-12-16,-1-3-7 16,10-9-23-16,19-14-187 15,11-4-283-15,6-17-643 0</inkml:trace>
  <inkml:trace contextRef="#ctx0" brushRef="#br0" timeOffset="-147439.68">16819 6624 1343 0,'0'0'479'0,"0"0"-164"15,0 0-188-15,0 0-42 16,0 0 1-16,0 0 24 0,-66 99 13 15,50-59-26-15,4 2-24 16,3 2-46-16,1-4-16 16,8-4-4-16,0-3-7 15,12-9-6-15,8-10-2 16,7-10-4-16,2-4-12 16,3-16-3-16,-2-9-58 15,-4-7 17-15,-6-3 42 16,-10-4 20-16,-4 1 6 15,-4 2 6-15,-2 2 2 16,0 9 7-16,0 8 21 16,0 8 59-16,-5 9-7 15,1 0-49-15,1 11-38 0,3 12 1 16,0 6-1-16,0 2 0 16,12 2-1-16,10-4-11 15,5-6 10-15,4-8-7 16,2-11-23-16,1-4-50 15,-2-14-39-15,-2-14-38 16,-5-10 48-16,-7-11 33 16,-8-19 49-16,-5 2 26 15,-5-3 2-15,0 4 0 16,0 23 39-16,-2 9 100 16,-2 19 102-16,1 14-130 15,1 16-81-15,2 21-15 16,0 21-2-16,17 23 18 15,2-5-7-15,-1-5-10 16,-3-13-14-16,-6-17 0 0,1-2-9 16,-4-1-76-1,-6-15-186-15,0-10-193 0,-7-13-450 0</inkml:trace>
  <inkml:trace contextRef="#ctx0" brushRef="#br0" timeOffset="-146749.07">17005 6708 1575 0,'0'0'206'0,"0"0"-114"15,0 0-61-15,145 5-5 16,-45-5-14-16,-3 0-11 0,-20-5 0 16,-26-4-1-1,-24-2-18-15,-8-1 1 0,-3-4 17 16,-8-1 7-16,-8 0 14 15,0 2 27-15,-16 3 77 16,-2 5 11-16,-3 5-42 16,-1 2-23-16,2 12-25 15,1 10 14-15,4 10 11 16,6 5-11-16,9 2-24 16,0-1-17-16,19-1-18 15,13-6-1-15,5-8 7 16,6-9-7-16,-1-14-27 15,-3 0-89-15,-5-25-42 16,-7-11-6-16,-9-21 36 16,-12-29 76-16,-6-27 52 0,0-11 13 15,-3 18 52 1,-5 33 28-16,2 39 33 0,-1 20 79 16,2 11 18-16,-1 3-103 15,0 18-93-15,2 35-17 16,4 25 5-16,0 23 5 15,12 6-2-15,7-18 10 16,-1-23-11-16,-3-22-10 16,-1-10-7-16,0-3 0 15,1-4-22-15,2-9-3 16,-2-13 10-16,-1-5 15 16,2-17 0-16,0-5 2 15,-4 4 5-15,-3 5 5 0,-2 8 31 16,-1 5-16-1,2 0-19-15,6 17 20 0,6 5 61 16,8 5-2-16,5 2-37 16,7 1-2-16,7-5-3 15,18-5-9-15,25-9 15 16,22-11-24-16,-9-2-25 16,-20-15 4-16,-28-1-6 15,-25-1-13-15,-8-2-80 16,-33-5-104-16,-18 4-340 15,-33 10-737-15</inkml:trace>
  <inkml:trace contextRef="#ctx0" brushRef="#br0" timeOffset="-146074.38">12216 8788 652 0,'0'0'593'0,"0"0"-336"16,0 0 77-16,0 0-54 15,-23-78 1-15,10 70-27 16,-1 4-72-16,-6 4-87 16,-4 0-50-16,-3 14-22 15,0 10-13-15,1 8-1 16,4 1-7-16,9 4 3 16,7-1-4-16,6-2-2 0,9-6-10 15,15-5-6-15,10-10 16 16,5-11-32-16,1-2-60 15,-4-13-34-15,-3-15-25 16,-11-7 38-16,-9-6 57 16,-10-7 41-16,-3-1 16 15,0-1 0-15,0 5 0 16,-7 10 40-16,3 12 40 16,1 14-11-16,3 9-1 15,0 0-53-15,1 22-6 16,15 9-1-16,8 8 0 15,6 4-8-15,4-2 0 16,5-4-7-16,5-6-33 0,2-13-160 16,15-18-160-1,-12-7-291-15,-12-15-205 0</inkml:trace>
  <inkml:trace contextRef="#ctx0" brushRef="#br0" timeOffset="-145841.65">12581 8526 1300 0,'0'0'392'0,"0"0"-13"15,0 0-252-15,0 0-84 16,0 0 10-16,12 81 39 16,13-39-14-16,2 5 0 0,0-3-34 15,-1-6-10-15,-3-9-18 16,-5-11-15-16,-3-12 9 16,-2-6-1-16,-2-17 10 15,0-17-11-15,0-11-7 16,-3-8-1-16,-1 0-9 15,-1 3-103-15,3 11-82 16,8 13-56-16,-1 13-231 16,-1 11-333-16</inkml:trace>
  <inkml:trace contextRef="#ctx0" brushRef="#br0" timeOffset="-144948.2">13020 8514 90 0,'0'0'1050'16,"0"0"-820"-16,0 0-160 15,0 0-47-15,0 0 9 16,0 0-18-16,0 0-5 16,62 29-7-16,-41-32 14 15,-1-13-14-15,-3-4-2 16,-6-2 1-16,-5-2 5 15,-6 2 47-15,0 1 60 16,-6 8 71-16,-6 6 27 16,-4 7-53-16,-3 3-97 15,0 18-17-15,0 7 20 16,1 7 33-16,3 6-2 0,6 4-22 16,9 2-27-1,0-1-7-15,12-5-26 0,15-5-13 16,6-13 7-16,7-10-5 15,0-13-2-15,1-4 0 16,-4-20-57-16,-6-9-32 16,-8-4 26-16,-9-3 45 15,-5 0 18-15,-6 1 0 16,-1 8 7-16,-2 4 26 16,0 7 24-16,0 8-4 15,0 3 16-15,3 8-6 16,0 1-29-16,1 0-30 0,5 10 2 15,6 8 14 1,6 5-2-16,4 6-9 0,4 2-8 16,-1-3-1-16,2-2 0 15,0-6-7-15,-2-11-54 16,-1-9-107-16,-3-2-33 16,0-20-20-16,-5-11 7 15,-4-4-5-15,-5-2 118 16,-4 2 88-16,-6 3 13 15,0 6 130-15,0 7 60 16,0 8-7-16,-3 6-35 16,0 5 27-16,0 2-85 15,3 0-58-15,0 14-31 16,0 7 7-16,0 7-7 16,5 3 0-16,4 2 6 0,1 0-5 15,4-4-2-15,-2-4 0 16,1-6-11-16,-1-8-50 15,3-11-93-15,-2 0 10 16,2-16 21-16,3-9-69 16,0-4 42-16,-3-5 56 15,0 1 74-15,-6 3 20 16,-2 4 33-16,-4 6 51 16,-1 8 36-16,-2 9 18 15,0 3-53-15,1 1-54 16,2 13-29-16,3 6-1 0,6 1 5 15,0 3-5 1,7-4-1-16,7-4 0 0,7-6-87 16,29-10-60-16,-7-7-255 15,-1-10-504-15</inkml:trace>
  <inkml:trace contextRef="#ctx0" brushRef="#br0" timeOffset="-144346.84">14268 8286 345 0,'0'0'690'16,"0"0"-295"-16,0 0-212 15,0 0-85-15,0 0-30 16,-97 53-21-16,81-26-7 16,5-1-23-16,5-6-16 15,5-4-1-15,1-8-19 16,0-8-29-16,7 0-24 16,4-19 56-16,2-8-10 15,2-7 26-15,-2 0 12 16,-4 5 55-16,-1 6 48 0,-5 10 67 15,-3 8 23-15,0 5-64 16,0 14-79-16,2 27-31 16,5 28 9-16,3 28 50 15,8 18-5-15,0 4 3 16,4-4-14-16,-3-14-11 16,-5-16-24-16,-5-21-16 15,-9-19-16-15,0-13-7 16,-10-2-1-16,-11-8-8 15,-3-12 3-15,0-10-1 16,2-27-23-16,7-31-18 16,15-25-4-16,2 4-31 0,20 5 27 15,9 12 21 1,2 14 18-16,10-5 6 0,5-3 5 16,3 3-1-16,-4 2 1 15,-5 2 0-15,-2 3-2 16,-5-1 8-16,-8 4 0 15,-7 3 6-15,-9 11 5 16,-7 10 44-16,-4 14 67 16,0 5-17-16,-16 17-51 15,-6 16-35-15,-4 13-4 16,2 5 16-16,3 2 5 0,8-2-1 16,9-6-4-1,4-7-10-15,13-7-15 0,17-11-6 16,10-12 6-16,9-8 2 15,4-6-8-15,25-40-88 16,-13 4-295-16,-13-3-727 0</inkml:trace>
  <inkml:trace contextRef="#ctx0" brushRef="#br0" timeOffset="-143356.13">16056 8047 325 0,'0'0'686'0,"0"0"-340"16,0 0-26-16,0 0-23 15,0 0-99-15,0 0-114 16,-111 2-27-16,78 30 27 0,3 8 11 16,3 4-12-1,12 1-35-15,9-2-17 0,6-5-31 16,5-6 1-16,20-8-1 16,8-13 9-16,4-11-9 15,4-2-1-15,-4-21-33 16,-7-7-55-16,-11-3 31 15,-11-5 29-15,-8-1 6 16,-3-3-1-16,-16 5-21 16,-3 4-2-16,3 5 28 15,7 7 18-15,7 11-5 16,5 1-24-16,2 2-94 16,14-1 10-16,11-7 63 15,5-1 37-15,3-4 14 16,1-2 1-16,-3 3 14 15,-7 5 35-15,-6 5 40 0,-2 9-10 16,-5 4-5-16,1 23 38 16,1 23 46-16,1 32-10 15,-2 40 22-15,0 13-42 16,-3 6-35-16,-2-10-22 16,3-25-33-16,-2-9-21 15,-1-22-11-15,1-25-6 16,0-20-1-16,-4-16 0 15,1-5-6-15,2-9-12 16,1-2-3-16,3-27 6 16,1-18-21-16,0-9-4 15,-4-5 19-15,-7 3 9 16,-3 9 2-16,-5 13 9 16,-15 11 0-16,-6 11 1 0,-3 10-1 15,0 4-6 1,6 0-5-16,10 0-16 0,13 1-111 15,33-1-204-15,15-8-33 16,6-7-292-16</inkml:trace>
  <inkml:trace contextRef="#ctx0" brushRef="#br0" timeOffset="-142418.59">17208 7638 1733 0,'0'0'321'0,"0"0"9"16,0 0-213-16,0 0-23 16,-48 141 19-16,42-41-1 15,0 7-17-15,2-3-32 16,1-24-37-16,1-24-17 16,1-17-9-16,1-10-1 15,0-3 0-15,0-7-5 16,0-9-5-16,0-10 11 15,1-21 6-15,8-17-6 16,3-5-1-16,5 0 0 16,-4 7 1-16,0 7 0 15,-2 12 0-15,0 10 0 16,0 6-1-16,4 1 0 0,9 1 0 16,6 10 1-1,4 1 0-15,5-1-1 0,3-4 0 16,-3-5-52-16,-2-2-163 15,-2-4-58-15,-7-14-69 16,-5-8-199-16,-5-9 192 16,-9-3 198-16,-4-4 152 15,-5 0 27-15,0 4 150 16,0 5 73-16,-9 11 35 16,-2 8-38-16,-1 8-37 15,0 6-59-15,-4 4-65 16,1 19-34-16,-3 9 6 15,6 6-12-15,5 4-10 16,7 1-23-16,0-4-11 16,9-5-4-16,7-9-1 0,5-12 3 15,0-10 0-15,-3-3-9 16,0-18-18-16,-3-12-25 16,-2-7 23-16,-4-6 13 15,-6-7 4-15,-3-2 11 16,0-1-12-16,-1 10-4 15,-10 12 17-15,-1 17 7 16,3 14-2-16,0 7-5 16,3 20-1-16,5 7-1 15,1 3-4-15,4-4-13 16,17-3-6-16,12-10-63 16,4-12-92-16,5-8 1 0,4-7-61 15,-4-15-25-15,-6-8 63 16,-9-2 92-16,-11 1 110 15,-12 3 123-15,-4 9 113 16,0 5 86-16,-11 7-86 16,0 5-88-16,4 2-50 15,-1 2-55-15,2 10-22 16,5 8-11-16,1 4-4 16,0-1-6-16,1 5-1 15,13 0 1-15,-1 2 8 16,2-1-7-16,-3 0-1 15,-3-3 0-15,-5-1 1 16,-4-3-1-16,0-5 2 0,-7-3-2 16,-3-5 0-16,-1-5-1 15,4-4-31-15,7-1-50 16,24-38-219-16,11 3-190 16,8-5-27-16</inkml:trace>
  <inkml:trace contextRef="#ctx0" brushRef="#br0" timeOffset="-142174.46">18300 7629 196 0,'0'0'706'0,"0"0"-213"16,0 0-345-16,-85 32 116 15,43 0-2-15,2 7-32 16,6 1-76-16,10-2-33 16,12-4-56-16,12-6-24 15,0-3-19-15,17-6 5 0,9-2-14 16,5 0 5-16,8 2-9 15,-2 1-3-15,1 3-6 16,-4 4 6-16,-9 2-6 16,-12 5-7-16,-13 3 0 15,-26 12 6-15,-77 28-88 16,6-10-253-16,-16-4-1046 0</inkml:trace>
  <inkml:trace contextRef="#ctx0" brushRef="#br0" timeOffset="-141395.49">14445 9621 929 0,'0'0'231'0,"0"0"83"0,0 0-28 16,0 0-7-16,0 0-7 15,0 0-132-15,0 0-92 16,-81-6-14-16,57 48 12 16,4 12 0-16,7 4-2 15,10 5-9-15,3-6-19 16,13-7-16-16,15-9-9 16,10-17 9-16,4-14 4 15,2-10-4-15,-3-17-1 16,-10-16 0-16,-9-9-8 15,-11-6-1-15,-11-2 10 16,-3-2 0-16,-19 6 0 16,-8 5-5-16,-2 7 5 0,4 12 8 15,8 10 0 1,6 7-8-16,8 5-7 0,6 0-48 16,0 9-37-16,9-1-48 15,15-2-26-15,8-6-33 16,7 0-15-16,6-11 26 15,-3-13 83-15,-2-6 76 16,-12-5 29-16,-5-4 12 16,-9 3 63-16,-8 2 76 15,-6 8 110-15,0 12-24 16,0 10 46-16,0 4-149 16,0 17-93-16,0 12-26 15,10 12-3-15,4 8 15 16,4 0 7-16,2-2-4 15,0-8-7-15,-3-7-17 0,-2-11-6 16,-5-9-7-16,-1-12 7 16,0 0 12-16,-1-22 9 15,1-15-8-15,2-18-13 16,0-2-40-16,1-4-157 16,6 1-65-16,10 16-60 15,-3 11-261-15,-2 14-260 0</inkml:trace>
  <inkml:trace contextRef="#ctx0" brushRef="#br0" timeOffset="-140869.38">15156 9403 392 0,'0'0'638'15,"0"0"-431"-15,0 0-122 16,0 0-37-16,0 0-10 15,0 0-14-15,0 0-15 16,31 36 39-16,-16-47-15 16,-2-6-6-16,2-5 3 15,-4-3 14-15,-2-3-3 16,-2 5 8-16,-6 4 48 16,-1 7 74-16,0 11 43 15,-10 1-64-15,-3 13-78 16,-5 17-45-16,0 10 19 0,0 7 25 15,6 4 2-15,3-2-23 16,9-7-10-16,0-8-19 16,15-11-20-16,9-9 20 15,5-12-12-15,6-2-2 16,-1-16-6-16,-1-13-1 16,-3-6-55-16,-8-8-26 15,-8-2 29-15,-7 1-4 16,-3 3 23-16,-4 9 24 15,0 10 9-15,0 8 3 16,0 8-3-16,0 6 0 16,0 0-6-16,3 8 1 15,7 11 5-15,3 8 27 16,3 9 28-16,2 6 0 0,2-1-18 16,2-2-7-16,3-6-18 15,5-4-11-15,6-12-1 16,37-14-92-16,-9-3-125 15,-2-9-488-15</inkml:trace>
  <inkml:trace contextRef="#ctx0" brushRef="#br0" timeOffset="-140471.13">16098 8872 1573 0,'0'0'371'15,"0"0"-213"-15,-4 95-81 16,20-13 32-16,9 21 13 0,0 5-20 16,-5-21-36-16,-11-23-39 15,-6-27-20-15,-3-6-7 16,0-2-9-16,0-6-15 16,-4-10-10-16,-5-13 33 15,1-13 1-15,5-27-9 16,3-11 2-16,2-8 1 15,17 2 5-15,10 7 1 16,4 13-2-16,1 13 1 16,0 12-8-16,-7 9 8 15,-2 3-5-15,-4 3 5 16,-7 11-9-16,-3 6 10 16,-8 3 0-16,-3 4 8 15,-6 4 2-15,-17 2 0 0,-12 0-4 16,-6 1-6-16,-3-5 0 15,5-5-76-15,16-14-149 16,12-8-385-16,11-2-868 0</inkml:trace>
  <inkml:trace contextRef="#ctx0" brushRef="#br0" timeOffset="-139902.09">16683 9043 1413 0,'0'0'392'16,"0"0"-126"-16,0 0-121 16,0 0-38-16,0 0-24 0,0 0-1 15,-90 75 3-15,66-41-23 16,5 2-23-16,4-3-17 16,5 1-10-16,7-6-6 15,3-4-6-15,0-9-8 16,9-8 7-16,7-7-15 15,3-2 2-15,3-15-56 16,0-8-50-16,-3-3 16 16,-5-2 49-16,-3 1 39 15,-3 3 16-15,-3 5 5 16,-4 7 23-16,-1 5 42 16,0 9 52-16,0 0-49 15,0 0-44-15,0 16-23 0,0 6-5 16,0 3 0-1,8 5 0-15,6-2-1 0,1-4-8 16,6-7 2-16,3-10 5 16,1-7-34-16,-2 0-11 15,1-18-9-15,-7-9-30 16,-3-7 37-16,-5-7 30 16,-3-4 18-16,-5-5 12 15,-1 0 25-15,0 5 30 16,0 7 50-16,0 14 52 15,-3 13 16-15,2 11-94 16,1 3-77-16,0 22-7 0,0 14 0 16,12 8-6-16,3 10 0 15,3 2-1-15,1 0-7 16,-2-2-5-16,0-7-118 16,3-10-139-16,-5-13-192 15,-6-18-303-15</inkml:trace>
  <inkml:trace contextRef="#ctx0" brushRef="#br0" timeOffset="-139241.32">16793 9160 1279 0,'0'0'328'16,"0"0"-197"-16,0 0-87 15,0 0-44-15,97 0 30 16,-46 0-27-16,1-5-3 0,-1-6-42 15,-3-4-102-15,-9-1 62 16,-10-3 67-16,-8 1 15 16,-9 1 20-16,-5 0 72 15,-7 4 67-15,0 5 82 16,-1 4-8-16,-12 4-61 16,-3 2-93-16,-1 18-26 15,-2 6 17-15,2 6 2 16,4 3-20-16,5 2-16 15,8 0-26-15,0-6-10 16,9-5-1-16,10-11 1 16,7-8 3-16,2-7-3 15,3-12-36-15,1-17-58 0,-4-11-40 16,-3-7 51 0,-5-20 45-16,-1-19 26 0,-5 4 12 15,-4 10 7-15,-4 16 42 16,-4 32 39-16,-2 8 97 15,0 11-35-15,0 9-91 16,-5 28-40-16,-1 11-7 16,1 12-3-16,5 4 0 15,0-1 0-15,0-2-9 16,14-11 0-16,5-6-7 16,1-13-4-16,5-13-6 15,2-13 17-15,-2-3 1 16,2-18-1-16,-6-5 1 0,-1 4-1 15,-8 4 2 1,-5 7 23-16,-3 5 29 0,-2 6-18 16,4 0-24-16,3 0-12 15,9 10 30-15,5 2 9 16,9-2-12-16,5-1-10 16,11-5-5-16,4-4-6 15,8 0-6-15,3-2 0 16,-1-9-7-16,1-13-104 15,-16 3-182-15,-23 1-619 0</inkml:trace>
  <inkml:trace contextRef="#ctx0" brushRef="#br0" timeOffset="-130711.33">11207 10713 1852 0,'0'0'340'16,"0"0"-184"-16,0 0-20 15,0 0-76-15,0 0 2 16,84 65 38-16,-62 24 21 16,-20 25-17-16,-11 5-38 15,-25-21-14-15,-5-28-5 0,6-30-11 16,3-10-27-16,-3 0-3 15,2-8-6-15,1-11 2 16,8-11 7-16,10-43 0 16,6-12-8-16,6-12 0 15,4-1 12-15,14 19-7 16,6 8 6-16,1 22 6 16,4 19 0-16,2 5-3 15,11 24 14-15,7 9 17 16,5 5 5-16,1 0-27 15,2-5-17-15,-5-4-7 16,-5-9-19-16,9-21-99 0,-9-4-205 16,-11-4-779-16</inkml:trace>
  <inkml:trace contextRef="#ctx0" brushRef="#br0" timeOffset="-130186.68">13631 10762 603 0,'0'0'925'16,"0"0"-648"-16,0 0-15 16,0 0-109-16,0 0-95 15,0 0-34-15,0 0 4 16,51-8-12-16,-5-5-5 15,5-5-10-15,-9-4 11 16,-11 0-11-16,-12-3 8 16,-14-3 31-16,-5 1 75 15,-8 0 25-15,-14 6-9 0,-8 6-21 16,-4 14-24-16,-4 1-21 16,-3 26-32-16,2 14-15 15,6 10-1-15,9 7 2 16,12 3 2-16,12-1-4 15,3-4-10-15,26-7-5 16,14-10-2-16,21-9-6 16,5-17-12-16,4-12-80 15,34-28-138-15,-31-13-346 16,-3-6-387-16</inkml:trace>
  <inkml:trace contextRef="#ctx0" brushRef="#br0" timeOffset="-130013.18">14171 10572 1249 0,'0'0'492'0,"0"0"-162"0,0 0-171 16,-31 75 17-16,31-30-13 16,0 7-58-16,0 4-11 15,9 0-41-15,5-1-27 16,2-1-19-16,0-5-7 16,-3-9-48-16,-2-7-165 15,-5-20-134-15,-5-9-462 16,-1-4-402-16</inkml:trace>
  <inkml:trace contextRef="#ctx0" brushRef="#br0" timeOffset="-129810.87">14141 10624 1041 0,'0'0'314'0,"0"0"24"0,5-98-123 16,14 72-59-16,5 9-76 16,10 10-29-16,0 7-12 15,1 2-13-15,-4 18-6 16,-7 6 8-16,-9 3-11 15,-10 3 0-15,-5 4-10 16,-8 0 1-16,-17 1-7 16,-7-3-1-16,1-2-26 15,1-6-143-15,12-7-216 16,6-11-640-16</inkml:trace>
  <inkml:trace contextRef="#ctx0" brushRef="#br0" timeOffset="-129277.06">14624 10585 1482 0,'0'0'545'0,"0"0"-266"0,0 0-90 15,0 0-32-15,-81 44-24 16,55-8-17-16,5 9-27 16,5 3-19-16,7 1-24 15,9-5-28-15,0-6-9 16,13-8-9-16,11-13 0 16,1-10-7-16,4-7-11 15,1-15 12-15,-4-12-15 16,-4-9-11-16,-6-2 4 0,-9-3 16 15,-7 1 6 1,0 0 6-16,-6 6-8 0,-10 7 7 16,1 10-5-16,-3 12-1 15,3 5-14-15,2 11-38 16,8 12-54-16,5 4-76 16,35 4-92-16,8-6-309 15,3-8-131-15</inkml:trace>
  <inkml:trace contextRef="#ctx0" brushRef="#br0" timeOffset="-128657.09">14966 10594 1259 0,'0'0'492'0,"0"0"-197"0,0 0-96 16,-82 23-35-16,66 3-33 15,2 5-1-15,8 2-20 16,6 3-62-16,2-1-23 15,20-3-16-15,8-6-3 16,9-6-6-16,4-11-21 16,2-9-79-16,1-4-68 15,-7-23 56-15,-8-11-100 16,-7-11 9-16,-12-19 114 16,-8-29 83-16,-4-19 6 15,-1 5 43-15,-10 28 59 16,4 33 16-16,1 33 55 15,0 5 47-15,3 9-26 0,-1 3-102 16,1 32-66-16,1 38-8 16,2 32 27-16,6 9 1 15,10-14-19-15,1-25-18 16,-4-28-3-16,-1-6-6 16,0-1 1-16,3-3-1 15,0-8-1-15,0-16-26 16,-2-10-8-16,4-27 35 15,2-12 7-15,4-7-7 16,-1 1 2-16,-1 8-2 16,-6 13 18-16,-1 13 15 15,-3 9-15-15,1 2 4 16,3 13 35-16,1 6 6 16,7 3-12-16,-1-1-7 15,2-1-12-15,0-4-6 0,4-5 1 16,2-8-2-16,1-3-7 15,2-3-7-15,3-14-1 16,-3-5-1-16,-5 1-9 16,-5 1 0-16,-7 1 0 15,-9 3-6-15,-5 5-36 16,-2 1-69-16,-6 3-102 16,-10 2-363-16,-3 0-447 0</inkml:trace>
  <inkml:trace contextRef="#ctx0" brushRef="#br0" timeOffset="-101703.52">2776 3357 801 0,'0'0'1045'0,"0"0"-821"15,0 0 80-15,0 0-49 0,0 0-146 16,0 0-83-16,0 0-20 16,-60 82 23-16,69-21 15 15,3 5-5-15,1-1-11 16,2-5-18-16,1-5-10 16,-2-5-12-16,-5-11-135 15,-2-11-133-15,-7-18-229 16,0-10 184-16,-4-20-61 15,-14-31 156-15,-9-30 230 16,-3-36 178-16,-3-20 30 16,5-5 25-16,14 17-48 15,10 38 0-15,4 30 9 0,0 24-52 16,9 16-84-16,11 3-28 16,5 2-30-1,11 4-11-15,5 8-39 0,3 0 23 16,-4 9 21-16,-3 13 6 15,-7 8 6-15,-12 4 6 16,-8 9 1-16,-10 6 14 16,-4 1 3-16,-17-1-16 15,-3-6-5-15,-1-9-3 16,7-9 0-16,3-10 49 16,6-9 93-16,9-6-1 15,0 0-71-15,0 0-35 16,0 0-35-16,17 3-5 15,6 8-1-15,13 3 9 0,7 8 6 16,4 6-3-16,2 6 4 16,-6 7 2-16,-7 0 0 15,-11 2 4-15,-10 3-1 16,-12 0 8-16,-3-4-7 16,-19 0 5-16,-14-1-6 15,-3-4-3-15,-6-4-7 16,-1-8-10-16,1-9 6 15,3-9-7-15,1-7 0 16,2-3-12-16,9-19-37 16,17-23-119-16,8 4-351 15,2-3-560-15</inkml:trace>
  <inkml:trace contextRef="#ctx0" brushRef="#br0" timeOffset="-101498.33">3517 3371 750 0,'0'0'1397'0,"0"0"-1119"0,0 0-70 16,0 0-83-16,0 0-64 16,0 0-35-16,86-9-11 15,-50-1-14-15,6-1-1 16,1-2-139-16,-10 2-201 15,-12 1-421-15</inkml:trace>
  <inkml:trace contextRef="#ctx0" brushRef="#br0" timeOffset="-101319.72">3514 3609 61 0,'0'0'2005'16,"0"0"-1631"-16,0 0-160 15,0 0-109-15,0 0-19 16,106-25-37-16,-12 0-37 16,28-9-12-16,6-3-6 15,-31 11-234-15,-28 1-437 0</inkml:trace>
  <inkml:trace contextRef="#ctx0" brushRef="#br0" timeOffset="-100763.28">4413 3148 1594 0,'0'0'607'0,"0"0"-331"16,0 0-148-16,0 0-58 16,0 0-20-16,6 81-5 15,12-41-6-15,3 3-6 16,-3 0 4-16,0-7-4 15,-6-4-12-15,-5-6-8 16,-4-9-5-16,0-8-2 16,-3-8-5-16,0-1 17 0,-9-12-3 15,-9-16-6 1,-4-10-8-16,2-5 0 0,1-7 4 16,3 3-5-16,8 8-12 15,5 11 1-15,3 10 1 16,0 11-2-16,11 7-9 15,14 0-5-15,5 14 10 16,6 8 10-16,4 5 5 16,-3 0 1-16,-4 3 7 15,-3 0 2-15,-8-5 3 16,-5-6 0-16,-7-7-2 16,-7-4 1-16,0-8 2 15,-3 0 26-15,0-10 30 16,0-15-26-16,-9-11-28 15,3-10-15-15,3-4-7 0,3 0-22 16,0 8 13-16,9 12 1 16,8 15-7-16,8 12-1 15,11 3-4-15,25 28 8 16,30 25 12-16,19 23 7 16,-4 17 20-16,-25 14 5 15,-47 2-25-15,-28-30-93 16,-12-6-1218-16</inkml:trace>
  <inkml:trace contextRef="#ctx0" brushRef="#br0" timeOffset="-99290.93">24326 2909 1525 0,'0'0'250'16,"0"0"27"-16,0 0 20 15,0 0-124-15,0 0-119 16,0 0-23-16,0 0 61 15,-9 117-15-15,20-50-27 0,0-1-17 16,-3-6-6 0,-1-4-8-16,-2-10-11 0,-4-12-8 15,-1-15-6-15,0-15-21 16,-9-4 14-16,-10-26-29 16,-5-14-22-16,-8-26 22 15,0-32 25-15,5-38 11 16,12-13 5-16,15 13 1 15,5 35 1-15,14 46-1 16,0 28-7-16,-1 14-32 16,6 9-31-16,4 4 58 15,1 1 4-15,-4 22 7 16,-5 10-6-16,-7 9 7 16,-10 9 1-16,-3 7 17 15,-5 5 19-15,-14-2-9 0,1-9-17 16,0-13-5-16,6-14 0 15,3-12 0-15,8-7 38 16,1-5 47-16,0 1-34 16,18-1-40-16,13 4 3 15,12 1 7-15,11 5-12 16,6 2-7-16,-4 4-8 16,-4 7 0-16,-11 6 2 15,-11 4 7-15,-15 4 0 16,-14 2 10-16,-1 0 10 15,-24-2 1-15,-14-4-4 16,-6-5-12-16,-6-9-5 0,-1-9-1 16,-3-10-8-16,3-1 0 15,6-11-34-15,10-10-92 16,17-17-126-16,10 3-229 16,8 0-341-16</inkml:trace>
  <inkml:trace contextRef="#ctx0" brushRef="#br0" timeOffset="-99102.59">24900 2938 1585 0,'0'0'331'0,"0"0"-10"16,0 0-213-16,0 0-43 0,0 0-27 15,94-29-21 1,-55 20-17-16,-3 1 0 0,-4 4-115 15,-3 0-251-15,-11 4-194 16,-10 0-664-16</inkml:trace>
  <inkml:trace contextRef="#ctx0" brushRef="#br0" timeOffset="-98955.23">24890 3144 1270 0,'0'0'525'16,"0"0"-132"-16,0 0-135 15,0 0-71-15,0 0-111 16,81-35-57-16,-10 6-19 0,36-13-55 16,-12 7-204-1,-8 0-451-15</inkml:trace>
  <inkml:trace contextRef="#ctx0" brushRef="#br0" timeOffset="-98755.96">25701 2420 1681 0,'0'0'558'16,"0"0"-168"-16,0 0-175 15,0 0-141-15,0 0-56 16,0 0-16-16,3 117 4 16,45-3 21-16,12 19 10 15,-1 7-5-15,-14-1-32 16,-24-43-74-16,-21-13-625 0</inkml:trace>
  <inkml:trace contextRef="#ctx0" brushRef="#br0" timeOffset="-97413.66">12138 2928 1883 0,'0'0'330'15,"0"0"-167"-15,0 0 6 16,-9 120 38-16,9-50-62 15,0-3-55-15,9 4-45 16,6-3-25-16,1-14-12 16,-2 1-8-16,2-8 0 15,-7-13-78-15,-6-8-156 16,-3-15-128-16,-1-16-211 16,-13-18-71-16,-4-9-430 0</inkml:trace>
  <inkml:trace contextRef="#ctx0" brushRef="#br0" timeOffset="-97008.09">12069 3025 707 0,'0'-79'537'0,"0"3"-218"16,8 25-65-16,7 14-59 16,9 10-56-16,7-2-47 15,11 5-32-15,6 6-9 16,2 14-8-16,-5 4-8 16,-9 26 7-16,-6 15 26 15,-16 8-4-15,-14 10-28 16,0-2-20-16,-20 1-8 15,-10-5 1-15,-1-6-3 0,-1-8-5 16,5-11 0-16,9-10 9 16,8-10 1-16,7-5 56 15,3-3 11-15,0 0-32 16,16 0-10-16,10 0-23 16,6 0-7-16,9 0-4 15,5 0-1-15,-1 5-1 16,-2 12 0-16,-1 4 0 15,-11 5-1-15,-7 2 1 16,-15 3 19-16,-9-1-8 16,-3 1 11-16,-22-5-1 15,-11-1-3-15,-9-4-16 16,-1-6 9-16,-5-3-10 16,3-7-1-16,4-2-44 15,11-3-85-15,15-20-153 16,12-3-255-16,6-5-620 0</inkml:trace>
  <inkml:trace contextRef="#ctx0" brushRef="#br0" timeOffset="-96797.81">12966 2941 1822 0,'0'0'470'0,"0"0"-181"15,0 0-159-15,0 0-24 16,0 0-58-16,0 0-27 16,99 0-14-16,-63-4-7 15,0-2-24-15,-6 4-148 16,-3-1-94-16,-10 2-295 0,-6 0-531 0</inkml:trace>
  <inkml:trace contextRef="#ctx0" brushRef="#br0" timeOffset="-96628.3">12975 3227 1527 0,'0'0'536'0,"0"0"-255"16,0 0-185-16,0 0-23 16,0 0 1-16,126-27-35 0,-22-8-26 15,30-14-13-15,8-8-95 16,-32 11-294-16,-32 8-605 0</inkml:trace>
  <inkml:trace contextRef="#ctx0" brushRef="#br0" timeOffset="-96287.87">13912 2561 1743 0,'0'0'347'0,"0"0"-6"16,-94 34-98-16,61 1-54 15,9 12-74-15,9 8-31 16,12 7-15-16,3 3-26 0,9-2-19 16,15-2-10-16,7-7-8 15,2-10-5-15,3-9 8 16,-3-14-9-16,-2-13 0 16,-1-8-1-16,-5-7-14 15,-6-15-4-15,-7-7 10 16,-7-2 3-16,-5-2 5 15,-3 5 1-15,-18 6-7 16,-5 7-7-16,-5 7 1 16,-4 8-1-16,5 0-11 15,6 9-35-15,7 4-51 16,14-1-136-16,14-7-51 16,14-2-331-16,5-3-319 0</inkml:trace>
  <inkml:trace contextRef="#ctx0" brushRef="#br0" timeOffset="-95904.68">14283 2426 1832 0,'0'0'470'0,"0"0"-128"16,0 0-154-16,0 0-87 15,0 0-63-15,0 0 11 16,-21 108 33-16,21-52-28 15,14 5-19-15,6-3-17 16,7-4-9-16,6-9-3 16,0-9-5-16,-3-10-1 15,-4-13-5-15,-3-13-42 0,-7-5-10 16,-2-24 5-16,-5-24 10 16,-5-5 29-16,-2-5 8 15,-2 2 5-15,0 18 2 16,0 7 29-16,-2 16 47 15,-1 18-9-15,0 3-45 16,3 29-17-16,0 14-1 16,0 25 0-16,8-2-5 15,9 5 0-15,6 1 0 16,4-17-1-16,0 6-43 16,-7 13-141-16,-6-19-356 15,-12-9-536-15</inkml:trace>
  <inkml:trace contextRef="#ctx0" brushRef="#br0" timeOffset="-95687.62">13713 3510 2230 0,'0'0'376'15,"0"0"-157"-15,0 0-130 16,0 0-48-16,97-29 16 15,30-10 8-15,22-7-20 16,-17 5-36-16,-40 9-9 16,-44 14-21-16,-17 4-118 15,2-11-136-15,-8 5-291 16,-10 0-653-16</inkml:trace>
  <inkml:trace contextRef="#ctx0" brushRef="#br0" timeOffset="-95507.1">13763 3691 2112 0,'0'0'367'15,"0"0"-97"-15,0 0-82 16,162-4 0-16,-19-42-75 16,26-13-41-16,4-1-38 15,-23 11-34-15,-36 18 0 16,-38 12-153-16,-31 5-575 0</inkml:trace>
  <inkml:trace contextRef="#ctx0" brushRef="#br0" timeOffset="-91040.8">12428 2352 235 0,'0'0'771'0,"0"0"-494"16,-105-59-40-16,56 37-35 15,-2 6-29-15,0 7 19 16,1 9-39-16,2 11-26 16,-7 34-51-16,-6 42-21 15,-7 49 7-15,7 24 11 16,11 11 2-16,18-6-9 15,20-17-2-15,12-3-3 16,8-6-13-16,31-12-5 16,17-15 10-16,19-13-19 15,15-21-4-15,11-22-11 16,8-26 2-16,7-23 3 16,3-14-18-16,-5-34 8 15,-22-7-1-15,-7-27-4 16,-12-8 11-16,-15-4-7 0,-4-12-5 15,-24 11-1-15,-15-1 10 16,-6-2-11-16,-9 0 12 16,-4-1-2-16,-19-4 2 15,-10-9 7-15,-10-2-2 16,-4-1-7-16,-3 12 1 16,8 18-17-16,5 20 0 15,9 21-3-15,-2 7-6 16,-7 1-18-16,-7 0-10 15,-8 2 0-15,1 8 8 16,3 8 7-16,2 7-5 16,3 4-2-16,3 0-1 15,-3 14-1-15,-1 6-5 0,0 10-6 16,-13 20-1 0,9-7-170-16,7-7-621 0</inkml:trace>
  <inkml:trace contextRef="#ctx0" brushRef="#br0" timeOffset="-89958.05">3144 2892 540 0,'0'0'147'0,"-85"-18"158"15,27 8-110-15,-26 2-58 16,-16 5 25-16,-18 3-18 16,13 15-21-16,24 2-8 15,29 3-58-15,19-3-39 16,-3 9-9-16,-7 20-8 16,-2 34 2-16,2 37 16 15,10 17 50-15,15 9 26 16,18 1-11-16,3-11-2 0,27 2 30 15,12-12 12-15,16-12-19 16,16-18-3-16,16-15-16 16,11-16-14-16,7-17-14 15,2-15-7-15,-6-18-36 16,-10-12 10-16,-17-6 11 16,-16-17-13-16,-14-8-4 15,3-18 14-15,11-24 2 16,0-29-17-16,-7-18-9 0,-24-4-8 15,-23 9 1 1,-7 3-2-16,-21 0-14 0,-19-1-8 16,-18 0 11-16,-11 7-37 15,2 22-24-15,9 22-31 16,11 23-30-16,7 14 5 16,-3 4 22-16,3 2 35 15,4 4 17-15,9 8 4 16,6 6 1-16,8 1-1 15,1 5-13-15,0 15-10 16,3 7 3-16,9 16 8 16,0-4-18-16,0-8-719 0</inkml:trace>
  <inkml:trace contextRef="#ctx0" brushRef="#br0" timeOffset="-89794.55">3335 2997 1972 0,'0'0'244'16,"0"0"-117"-16,0 0-48 15,0 0-38-15,0 0-23 16,0 0-18-16,0 0-98 16,73-51-807-16</inkml:trace>
  <inkml:trace contextRef="#ctx0" brushRef="#br0" timeOffset="-88696.03">24218 2085 41 0,'0'0'846'0,"0"0"-615"0,-85-3 15 15,40 25 7-15,-17 29-28 16,-16 38-10-16,-11 53 3 15,-1 28-25-15,13 9-4 16,22-7-22-16,23-20-18 16,21-6-35-16,11-6-24 15,32-9-29-15,19-12-19 16,6-30-6-16,24-11-24 16,13-20 9-16,8-25 3 15,16-17-6-15,-9-22-3 16,-3-41 3-16,-6-22-6 15,-8-16-2-15,-10-17-9 16,-12-11 5-16,-11-10-5 0,-12-6 6 16,-17-7-7-16,-16-6 0 15,-14-6 0-15,-24 3 1 16,-20 9 10-16,-15 15 2 16,-12 18 1-16,-9 20-14 15,-12 20-5-15,-9 18-37 16,-3 20-19-16,15 19-2 15,19 6-1-15,21 9-20 16,8 16 42-16,-1 8 18 16,1 9-14-16,14 22 16 0,16-10-247 15,11-16-415-15</inkml:trace>
  <inkml:trace contextRef="#ctx0" brushRef="#br0" timeOffset="-88544.16">24887 2261 1392 0,'0'0'885'16,"0"0"-547"-16,-87-2-129 15,57-3-145-15,10-2-42 16,17 7-22-16,3 0-213 16,0 0-1014-16</inkml:trace>
  <inkml:trace contextRef="#ctx0" brushRef="#br0" timeOffset="13676.71">15285 2471 1272 0,'0'0'389'16,"0"0"-51"-16,0 0-55 0,0 0-27 15,0 0-70 1,-85-24-60-16,60 52-53 0,3 15-36 15,3 12-8-15,9 7 2 16,7 4 3-16,3-4-17 16,8-9 1-16,11-7-11 15,2-11-6-15,0-13 0 16,0-10 0-16,-1-9 0 16,-3-3 1-16,1-17 8 15,-3-12-1-15,-2-13-1 16,-7-8-7-16,-4-3-1 15,-2-1 0-15,-6 3-42 16,-12 8-61-16,1 12-124 0,1 15-110 16,12 20-167-16,4 17-124 15,0 7-274-15</inkml:trace>
  <inkml:trace contextRef="#ctx0" brushRef="#br0" timeOffset="14025.14">15384 2912 441 0,'0'0'546'0,"0"0"-200"15,0 0-11-15,0 0-60 16,85 32-50-16,-60-57-11 16,4-10-59-16,-1-11-24 15,-6-8-30-15,-8-3-29 16,-9 1-22-16,-5 4-24 16,-3 6-11-16,-14 8-2 15,-3 12-5-15,1 9 1 0,1 9-8 16,3 3-1-16,2 5 0 15,7 0-8-15,3 0-5 16,3 0-28-16,0 7 3 16,9 8 24-16,7 4 13 15,2 5-5-15,4 3 6 16,-1 7 0-16,0-1 8 16,0 3 8-16,0-1-1 15,-2-1-5-15,4-3-9 16,4-6-1-16,4-6 0 15,6-10-106-15,23-14-202 16,-8-17-355-16,-7-9-483 0</inkml:trace>
  <inkml:trace contextRef="#ctx0" brushRef="#br0" timeOffset="14323.72">16074 2298 195 0,'0'0'1345'0,"0"0"-830"16,0 0-312-16,0 0-50 15,0 0 10-15,0 0-24 16,0 0-42-16,-47 66-36 16,56-50-15-16,11-4-14 15,6 2-7-15,4-1 4 16,2 1-4-16,1 0-7 16,0 1-9-16,-3 4-9 15,-5 1 1-15,-3 1-1 0,-8 2 1 16,-5 1 0-1,-9 2 0-15,0-2 0 0,-9 0 1 16,-12-4-1-16,-4-3 1 16,-1-3-2-16,-1-7-10 15,-1-7-54-15,-2-9-106 16,5-9-162-16,7-5-417 0</inkml:trace>
  <inkml:trace contextRef="#ctx0" brushRef="#br0" timeOffset="14560.64">16361 2194 1840 0,'0'0'605'0,"0"0"-283"16,0 0-172-16,0 0 25 15,0 0-17-15,62 96-39 16,-38-58-21-16,3 1-47 15,-2 0-26-15,-2-3-17 16,-2-5-8-16,-2-3-1 16,-2-6-56-16,2-13-136 15,-4-6-319-15,-3-3-618 0</inkml:trace>
  <inkml:trace contextRef="#ctx0" brushRef="#br0" timeOffset="14954.09">16641 2145 1829 0,'0'0'475'0,"0"0"-227"15,0 0-129-15,0 0 16 16,0 0-47-16,94-53-14 16,-67 53-19-16,-5 0-12 15,-5 3-7-15,-5 11-4 16,-6 9 8-16,-6 8 7 15,0 7-1-15,-3 8-4 16,-12 7-11-16,0 2 2 16,3-1-16-16,2-5-2 15,5-6-3-15,5-13 0 0,0-7 1 16,5-10 4 0,9-7 11-16,6-6 28 0,7 0 25 15,3-12 0-15,7-10-26 16,6-7-14-16,3-5-22 15,2-1-5-15,-5 0-13 16,-6 9 0-16,-11 2-1 16,-8 11-7-16,-11 4-17 15,-7 5-60-15,0 4-66 16,-26 0-127-16,-6 4-346 16,-8 8-631-16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CFD5C-BF77-4BB0-9192-8C838A4CA454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019F9-5FC1-452C-97FB-37DDCFDD7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52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1af6b76f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1af6b76f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410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8D84A-05E0-453B-88D7-B8698E73BB5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7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6316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2439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503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879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018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6765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0" name="Google Shape;117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076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279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0278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577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0998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6211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277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872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50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5440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72551D-67D7-44EA-BF0C-246838C0E902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95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2233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7623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0225" y="242888"/>
            <a:ext cx="2165350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30130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590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7" name="Google Shape;65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282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0094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933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8187" y="400303"/>
            <a:ext cx="36000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49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66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86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0"/>
            <a:ext cx="2924048" cy="6934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87" y="361315"/>
            <a:ext cx="6561667" cy="613028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67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608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7721600" y="6096000"/>
            <a:ext cx="38608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3352800"/>
            <a:ext cx="2743200" cy="19796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 kern="0">
                <a:latin typeface="Arial"/>
                <a:cs typeface="Arial"/>
              </a:rPr>
              <a:t>BITS</a:t>
            </a:r>
            <a:r>
              <a:rPr lang="en-IN" b="1" kern="0" spc="-55">
                <a:latin typeface="Arial"/>
                <a:cs typeface="Arial"/>
              </a:rPr>
              <a:t> </a:t>
            </a:r>
            <a:r>
              <a:rPr lang="en-IN" kern="0"/>
              <a:t>Pilani,</a:t>
            </a:r>
            <a:r>
              <a:rPr lang="en-IN" kern="0" spc="-35"/>
              <a:t> </a:t>
            </a:r>
            <a:r>
              <a:rPr lang="en-IN" kern="0"/>
              <a:t>Pilani</a:t>
            </a:r>
            <a:r>
              <a:rPr lang="en-IN" kern="0" spc="-30"/>
              <a:t> </a:t>
            </a:r>
            <a:r>
              <a:rPr lang="en-IN" kern="0" spc="-10"/>
              <a:t>Campus</a:t>
            </a:r>
            <a:endParaRPr lang="en-IN" kern="0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04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n-US" altLang="en-US" sz="1100" b="1" kern="0">
                <a:solidFill>
                  <a:srgbClr val="101141"/>
                </a:solidFill>
              </a:rPr>
              <a:t>BITS </a:t>
            </a:r>
            <a:r>
              <a:rPr lang="en-US" altLang="en-US" sz="1100" kern="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kern="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149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95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141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047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046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15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134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5940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142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3794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6948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597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650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9659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4597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846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2602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181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829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6486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94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275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  <a:prstGeom prst="rect">
            <a:avLst/>
          </a:prstGeo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417910" marR="0" lvl="1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35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92881" marR="0" lvl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35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35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35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4"/>
            <a:ext cx="782320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6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8117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94400" y="6363741"/>
            <a:ext cx="12192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47200" y="6101556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C8D7E44-7D4F-4942-A8C9-2DF6BF8399E8}" type="slidenum">
              <a:rPr lang="en-US" sz="1200">
                <a:solidFill>
                  <a:prstClr val="black">
                    <a:tint val="75000"/>
                  </a:prstClr>
                </a:solidFill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665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dirty="0" err="1">
                <a:solidFill>
                  <a:srgbClr val="101141"/>
                </a:solidFill>
                <a:cs typeface="Arial" panose="020B0604020202020204" pitchFamily="34" charset="0"/>
              </a:rPr>
              <a:t>Pilani</a:t>
            </a:r>
            <a:endParaRPr lang="en-US" sz="1100" dirty="0">
              <a:solidFill>
                <a:srgbClr val="101141"/>
              </a:solidFill>
              <a:cs typeface="Arial" panose="020B0604020202020204" pitchFamily="34" charset="0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dirty="0">
              <a:solidFill>
                <a:prstClr val="black">
                  <a:tint val="75000"/>
                </a:prstClr>
              </a:solidFill>
              <a:latin typeface="Tahoma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>
          <a:xfrm>
            <a:off x="4114800" y="642461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1C2494-8932-4549-9EEA-B787E7A0F253}" type="slidenum">
              <a:rPr lang="en-US" sz="1600" smtClean="0">
                <a:latin typeface="Tahoma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600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408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7109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66582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9536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0135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8178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5941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26686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71302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34657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7"/>
            <a:ext cx="10972800" cy="1920526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0" spc="-150" baseline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120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1899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254933"/>
            <a:ext cx="11360800" cy="5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48033" y="6483732"/>
            <a:ext cx="7316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kern="0" smtClean="0">
                <a:solidFill>
                  <a:sysClr val="windowText" lastClr="000000"/>
                </a:solidFill>
              </a:rPr>
              <a:pPr algn="r"/>
              <a:t>‹#›</a:t>
            </a:fld>
            <a:endParaRPr lang="en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0108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2762211" y="65224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kern="0" smtClean="0">
                <a:solidFill>
                  <a:sysClr val="windowText" lastClr="000000"/>
                </a:solidFill>
              </a:rPr>
              <a:pPr algn="r"/>
              <a:t>‹#›</a:t>
            </a:fld>
            <a:endParaRPr lang="en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7204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0"/>
          <p:cNvSpPr txBox="1">
            <a:spLocks noGrp="1"/>
          </p:cNvSpPr>
          <p:nvPr>
            <p:ph type="title"/>
          </p:nvPr>
        </p:nvSpPr>
        <p:spPr>
          <a:xfrm>
            <a:off x="201516" y="231524"/>
            <a:ext cx="11213149" cy="552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593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0"/>
          <p:cNvSpPr txBox="1">
            <a:spLocks noGrp="1"/>
          </p:cNvSpPr>
          <p:nvPr>
            <p:ph type="body" idx="1"/>
          </p:nvPr>
        </p:nvSpPr>
        <p:spPr>
          <a:xfrm>
            <a:off x="1309376" y="1512782"/>
            <a:ext cx="9573243" cy="34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66292" lvl="0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19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932584" lvl="1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898877" lvl="2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3865169" lvl="3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4831461" lvl="4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5797753" lvl="5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6764045" lvl="6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7730338" lvl="7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8696630" lvl="8" indent="-48314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0"/>
          <p:cNvSpPr txBox="1">
            <a:spLocks noGrp="1"/>
          </p:cNvSpPr>
          <p:nvPr>
            <p:ph type="ftr" idx="11"/>
          </p:nvPr>
        </p:nvSpPr>
        <p:spPr>
          <a:xfrm>
            <a:off x="1209773" y="6631479"/>
            <a:ext cx="1554883" cy="19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dt" idx="10"/>
          </p:nvPr>
        </p:nvSpPr>
        <p:spPr>
          <a:xfrm>
            <a:off x="609600" y="6377939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0"/>
          <p:cNvSpPr txBox="1">
            <a:spLocks noGrp="1"/>
          </p:cNvSpPr>
          <p:nvPr>
            <p:ph type="sldNum" idx="12"/>
          </p:nvPr>
        </p:nvSpPr>
        <p:spPr>
          <a:xfrm>
            <a:off x="9830163" y="6631479"/>
            <a:ext cx="672863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4813" lvl="0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4813" lvl="1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4813" lvl="2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4813" lvl="3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24813" lvl="4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24813" lvl="5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24813" lvl="6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4813" lvl="7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24813" lvl="8" indent="0">
              <a:lnSpc>
                <a:spcPct val="111666"/>
              </a:lnSpc>
              <a:spcBef>
                <a:spcPts val="0"/>
              </a:spcBef>
              <a:buNone/>
              <a:defRPr sz="1268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67</a:t>
            </a:r>
          </a:p>
        </p:txBody>
      </p:sp>
    </p:spTree>
    <p:extLst>
      <p:ext uri="{BB962C8B-B14F-4D97-AF65-F5344CB8AC3E}">
        <p14:creationId xmlns:p14="http://schemas.microsoft.com/office/powerpoint/2010/main" val="31796605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098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0762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22783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040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03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181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9280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7620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1715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009583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724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73675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2"/>
            <a:ext cx="5386917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2"/>
            <a:ext cx="5389033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362202"/>
            <a:ext cx="5389033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64982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596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3"/>
            <a:ext cx="6815667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600203"/>
            <a:ext cx="4011084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07617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79960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53858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7538509" y="2560111"/>
            <a:ext cx="5181600" cy="61383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10582" y="381003"/>
            <a:ext cx="922868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48491" y="3826195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2282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spc="-113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365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1112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35"/>
              <a:t> </a:t>
            </a:r>
            <a:r>
              <a:rPr lang="en-IN"/>
              <a:t>Pilani</a:t>
            </a:r>
            <a:r>
              <a:rPr lang="en-IN" spc="-30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9110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35"/>
              <a:t> </a:t>
            </a:r>
            <a:r>
              <a:rPr lang="en-IN"/>
              <a:t>Pilani</a:t>
            </a:r>
            <a:r>
              <a:rPr lang="en-IN" spc="-30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053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7415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40"/>
              <a:t> </a:t>
            </a:r>
            <a:r>
              <a:rPr lang="en-IN"/>
              <a:t>Pilani</a:t>
            </a:r>
            <a:r>
              <a:rPr lang="en-IN" spc="-35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5484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189933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254933"/>
            <a:ext cx="11360800" cy="52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48033" y="6483732"/>
            <a:ext cx="731600" cy="4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>
                <a:solidFill>
                  <a:prstClr val="black">
                    <a:tint val="75000"/>
                  </a:prstClr>
                </a:solidFill>
              </a:rPr>
              <a:pPr rtl="0"/>
              <a:t>‹#›</a:t>
            </a:fld>
            <a:endParaRPr lang="e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8280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35"/>
              <a:t> </a:t>
            </a:r>
            <a:r>
              <a:rPr lang="en-IN"/>
              <a:t>Pilani</a:t>
            </a:r>
            <a:r>
              <a:rPr lang="en-IN" spc="-30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77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75248" y="6550153"/>
            <a:ext cx="3105573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1" y="0"/>
                </a:moveTo>
                <a:lnTo>
                  <a:pt x="0" y="0"/>
                </a:lnTo>
                <a:lnTo>
                  <a:pt x="0" y="48768"/>
                </a:lnTo>
                <a:lnTo>
                  <a:pt x="2328671" y="48768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9211056" y="6550152"/>
            <a:ext cx="2981113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2779776" y="6550153"/>
            <a:ext cx="3440853" cy="48895"/>
          </a:xfrm>
          <a:custGeom>
            <a:avLst/>
            <a:gdLst/>
            <a:ahLst/>
            <a:cxnLst/>
            <a:rect l="l" t="t" r="r" b="b"/>
            <a:pathLst>
              <a:path w="2580640" h="48895">
                <a:moveTo>
                  <a:pt x="2580132" y="0"/>
                </a:moveTo>
                <a:lnTo>
                  <a:pt x="0" y="0"/>
                </a:lnTo>
                <a:lnTo>
                  <a:pt x="0" y="48768"/>
                </a:lnTo>
                <a:lnTo>
                  <a:pt x="2580132" y="48768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5994400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2844800" y="65532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087104" y="65532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22" name="bg object 2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8839201" y="0"/>
            <a:ext cx="2926079" cy="69189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149600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31496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6242304" y="1295400"/>
            <a:ext cx="3105573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231987" y="32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06400" y="1676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51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</p:sldLayoutIdLst>
  <p:txStyles>
    <p:titleStyle>
      <a:lvl1pPr>
        <a:defRPr sz="3600"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4572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>
        <a:defRPr sz="2400"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77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customXml" Target="../ink/ink4.xml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9.png"/><Relationship Id="rId11" Type="http://schemas.openxmlformats.org/officeDocument/2006/relationships/image" Target="../media/image64.emf"/><Relationship Id="rId5" Type="http://schemas.openxmlformats.org/officeDocument/2006/relationships/image" Target="../media/image48.png"/><Relationship Id="rId10" Type="http://schemas.openxmlformats.org/officeDocument/2006/relationships/customXml" Target="../ink/ink10.xml"/><Relationship Id="rId4" Type="http://schemas.openxmlformats.org/officeDocument/2006/relationships/image" Target="../media/image47.png"/><Relationship Id="rId9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55.png"/><Relationship Id="rId11" Type="http://schemas.openxmlformats.org/officeDocument/2006/relationships/slide" Target="slide1.xml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5" Type="http://schemas.openxmlformats.org/officeDocument/2006/relationships/customXml" Target="../ink/ink11.xml"/><Relationship Id="rId10" Type="http://schemas.openxmlformats.org/officeDocument/2006/relationships/image" Target="../media/image78.emf"/><Relationship Id="rId4" Type="http://schemas.openxmlformats.org/officeDocument/2006/relationships/image" Target="../media/image60.png"/><Relationship Id="rId9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.xml"/><Relationship Id="rId3" Type="http://schemas.openxmlformats.org/officeDocument/2006/relationships/hyperlink" Target="http://ppt/slides/ppt/slides/slide1.xml" TargetMode="External"/><Relationship Id="rId12" Type="http://schemas.openxmlformats.org/officeDocument/2006/relationships/image" Target="../media/image8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Relationship Id="rId11" Type="http://schemas.openxmlformats.org/officeDocument/2006/relationships/customXml" Target="../ink/ink14.xml"/><Relationship Id="rId5" Type="http://schemas.openxmlformats.org/officeDocument/2006/relationships/customXml" Target="../ink/ink13.xml"/><Relationship Id="rId10" Type="http://schemas.openxmlformats.org/officeDocument/2006/relationships/image" Target="../media/image82.emf"/><Relationship Id="rId4" Type="http://schemas.openxmlformats.org/officeDocument/2006/relationships/image" Target="../media/image61.png"/><Relationship Id="rId14" Type="http://schemas.openxmlformats.org/officeDocument/2006/relationships/image" Target="../media/image8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3" Type="http://schemas.openxmlformats.org/officeDocument/2006/relationships/image" Target="../media/image66.png"/><Relationship Id="rId7" Type="http://schemas.openxmlformats.org/officeDocument/2006/relationships/customXml" Target="../ink/ink1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97.emf"/><Relationship Id="rId5" Type="http://schemas.openxmlformats.org/officeDocument/2006/relationships/customXml" Target="../ink/ink18.xml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70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10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06.emf"/><Relationship Id="rId5" Type="http://schemas.openxmlformats.org/officeDocument/2006/relationships/customXml" Target="../ink/ink22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09.emf"/><Relationship Id="rId5" Type="http://schemas.openxmlformats.org/officeDocument/2006/relationships/customXml" Target="../ink/ink24.xml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image" Target="../media/image1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Relationship Id="rId6" Type="http://schemas.openxmlformats.org/officeDocument/2006/relationships/customXml" Target="../ink/ink25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115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image" Target="../media/image1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Relationship Id="rId6" Type="http://schemas.openxmlformats.org/officeDocument/2006/relationships/customXml" Target="../ink/ink2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119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3" Type="http://schemas.openxmlformats.org/officeDocument/2006/relationships/image" Target="../media/image82.png"/><Relationship Id="rId7" Type="http://schemas.openxmlformats.org/officeDocument/2006/relationships/customXml" Target="../ink/ink30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23.emf"/><Relationship Id="rId5" Type="http://schemas.openxmlformats.org/officeDocument/2006/relationships/customXml" Target="../ink/ink29.xml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26.emf"/><Relationship Id="rId5" Type="http://schemas.openxmlformats.org/officeDocument/2006/relationships/customXml" Target="../ink/ink31.xml"/><Relationship Id="rId4" Type="http://schemas.openxmlformats.org/officeDocument/2006/relationships/image" Target="../media/image8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12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5.xml"/><Relationship Id="rId6" Type="http://schemas.openxmlformats.org/officeDocument/2006/relationships/customXml" Target="../ink/ink33.xml"/><Relationship Id="rId5" Type="http://schemas.openxmlformats.org/officeDocument/2006/relationships/image" Target="../media/image128.emf"/><Relationship Id="rId4" Type="http://schemas.openxmlformats.org/officeDocument/2006/relationships/customXml" Target="../ink/ink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3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emf"/><Relationship Id="rId4" Type="http://schemas.openxmlformats.org/officeDocument/2006/relationships/customXml" Target="../ink/ink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8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slide" Target="slide1.xml"/><Relationship Id="rId7" Type="http://schemas.openxmlformats.org/officeDocument/2006/relationships/customXml" Target="../ink/ink4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37.emf"/><Relationship Id="rId5" Type="http://schemas.openxmlformats.org/officeDocument/2006/relationships/customXml" Target="../ink/ink39.xm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customXml" Target="../ink/ink45.xml"/><Relationship Id="rId3" Type="http://schemas.openxmlformats.org/officeDocument/2006/relationships/image" Target="../media/image89.png"/><Relationship Id="rId7" Type="http://schemas.openxmlformats.org/officeDocument/2006/relationships/customXml" Target="../ink/ink42.xml"/><Relationship Id="rId12" Type="http://schemas.openxmlformats.org/officeDocument/2006/relationships/image" Target="../media/image146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emf"/><Relationship Id="rId11" Type="http://schemas.openxmlformats.org/officeDocument/2006/relationships/customXml" Target="../ink/ink44.xml"/><Relationship Id="rId5" Type="http://schemas.openxmlformats.org/officeDocument/2006/relationships/customXml" Target="../ink/ink41.xml"/><Relationship Id="rId10" Type="http://schemas.openxmlformats.org/officeDocument/2006/relationships/image" Target="../media/image145.emf"/><Relationship Id="rId4" Type="http://schemas.openxmlformats.org/officeDocument/2006/relationships/image" Target="../media/image90.png"/><Relationship Id="rId9" Type="http://schemas.openxmlformats.org/officeDocument/2006/relationships/customXml" Target="../ink/ink43.xml"/><Relationship Id="rId14" Type="http://schemas.openxmlformats.org/officeDocument/2006/relationships/image" Target="../media/image9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0.png"/><Relationship Id="rId13" Type="http://schemas.openxmlformats.org/officeDocument/2006/relationships/image" Target="../media/image770.png"/><Relationship Id="rId18" Type="http://schemas.openxmlformats.org/officeDocument/2006/relationships/image" Target="../media/image93.emf"/><Relationship Id="rId3" Type="http://schemas.openxmlformats.org/officeDocument/2006/relationships/image" Target="../media/image670.png"/><Relationship Id="rId7" Type="http://schemas.openxmlformats.org/officeDocument/2006/relationships/image" Target="../media/image710.png"/><Relationship Id="rId12" Type="http://schemas.openxmlformats.org/officeDocument/2006/relationships/image" Target="../media/image760.png"/><Relationship Id="rId17" Type="http://schemas.openxmlformats.org/officeDocument/2006/relationships/customXml" Target="../ink/ink47.xml"/><Relationship Id="rId2" Type="http://schemas.openxmlformats.org/officeDocument/2006/relationships/image" Target="../media/image660.png"/><Relationship Id="rId16" Type="http://schemas.openxmlformats.org/officeDocument/2006/relationships/image" Target="../media/image330.png"/><Relationship Id="rId20" Type="http://schemas.openxmlformats.org/officeDocument/2006/relationships/image" Target="../media/image9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0.png"/><Relationship Id="rId11" Type="http://schemas.openxmlformats.org/officeDocument/2006/relationships/image" Target="../media/image75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10" Type="http://schemas.openxmlformats.org/officeDocument/2006/relationships/image" Target="../media/image740.png"/><Relationship Id="rId19" Type="http://schemas.openxmlformats.org/officeDocument/2006/relationships/customXml" Target="../ink/ink48.xml"/><Relationship Id="rId4" Type="http://schemas.openxmlformats.org/officeDocument/2006/relationships/image" Target="../media/image680.png"/><Relationship Id="rId9" Type="http://schemas.openxmlformats.org/officeDocument/2006/relationships/image" Target="../media/image730.png"/><Relationship Id="rId14" Type="http://schemas.openxmlformats.org/officeDocument/2006/relationships/image" Target="../media/image790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0.png"/><Relationship Id="rId18" Type="http://schemas.openxmlformats.org/officeDocument/2006/relationships/image" Target="../media/image1310.png"/><Relationship Id="rId26" Type="http://schemas.openxmlformats.org/officeDocument/2006/relationships/image" Target="../media/image154.png"/><Relationship Id="rId3" Type="http://schemas.openxmlformats.org/officeDocument/2006/relationships/image" Target="../media/image114.png"/><Relationship Id="rId21" Type="http://schemas.openxmlformats.org/officeDocument/2006/relationships/image" Target="../media/image1410.png"/><Relationship Id="rId7" Type="http://schemas.openxmlformats.org/officeDocument/2006/relationships/image" Target="../media/image118.png"/><Relationship Id="rId12" Type="http://schemas.openxmlformats.org/officeDocument/2006/relationships/image" Target="../media/image770.png"/><Relationship Id="rId17" Type="http://schemas.openxmlformats.org/officeDocument/2006/relationships/image" Target="../media/image1200.png"/><Relationship Id="rId25" Type="http://schemas.openxmlformats.org/officeDocument/2006/relationships/image" Target="../media/image148.png"/><Relationship Id="rId2" Type="http://schemas.openxmlformats.org/officeDocument/2006/relationships/image" Target="../media/image1130.png"/><Relationship Id="rId16" Type="http://schemas.openxmlformats.org/officeDocument/2006/relationships/image" Target="../media/image119.png"/><Relationship Id="rId20" Type="http://schemas.openxmlformats.org/officeDocument/2006/relationships/image" Target="../media/image1400.png"/><Relationship Id="rId29" Type="http://schemas.openxmlformats.org/officeDocument/2006/relationships/customXml" Target="../ink/ink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24" Type="http://schemas.openxmlformats.org/officeDocument/2006/relationships/image" Target="../media/image147.png"/><Relationship Id="rId5" Type="http://schemas.openxmlformats.org/officeDocument/2006/relationships/image" Target="../media/image1160.png"/><Relationship Id="rId15" Type="http://schemas.openxmlformats.org/officeDocument/2006/relationships/image" Target="../media/image780.png"/><Relationship Id="rId23" Type="http://schemas.openxmlformats.org/officeDocument/2006/relationships/image" Target="../media/image143.png"/><Relationship Id="rId28" Type="http://schemas.openxmlformats.org/officeDocument/2006/relationships/image" Target="../media/image96.emf"/><Relationship Id="rId19" Type="http://schemas.openxmlformats.org/officeDocument/2006/relationships/image" Target="../media/image138.png"/><Relationship Id="rId4" Type="http://schemas.openxmlformats.org/officeDocument/2006/relationships/image" Target="../media/image115.png"/><Relationship Id="rId14" Type="http://schemas.openxmlformats.org/officeDocument/2006/relationships/image" Target="../media/image790.png"/><Relationship Id="rId22" Type="http://schemas.openxmlformats.org/officeDocument/2006/relationships/image" Target="../media/image1420.png"/><Relationship Id="rId27" Type="http://schemas.openxmlformats.org/officeDocument/2006/relationships/customXml" Target="../ink/ink49.xml"/><Relationship Id="rId30" Type="http://schemas.openxmlformats.org/officeDocument/2006/relationships/image" Target="../media/image99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customXml" Target="../ink/ink51.xml"/><Relationship Id="rId3" Type="http://schemas.openxmlformats.org/officeDocument/2006/relationships/image" Target="../media/image67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350.png"/><Relationship Id="rId2" Type="http://schemas.openxmlformats.org/officeDocument/2006/relationships/image" Target="../media/image660.png"/><Relationship Id="rId16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10" Type="http://schemas.openxmlformats.org/officeDocument/2006/relationships/image" Target="../media/image750.png"/><Relationship Id="rId19" Type="http://schemas.openxmlformats.org/officeDocument/2006/relationships/image" Target="../media/image100.emf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280.png"/><Relationship Id="rId3" Type="http://schemas.openxmlformats.org/officeDocument/2006/relationships/image" Target="../media/image670.png"/><Relationship Id="rId21" Type="http://schemas.openxmlformats.org/officeDocument/2006/relationships/customXml" Target="../ink/ink52.xml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2710.png"/><Relationship Id="rId2" Type="http://schemas.openxmlformats.org/officeDocument/2006/relationships/image" Target="../media/image660.png"/><Relationship Id="rId16" Type="http://schemas.openxmlformats.org/officeDocument/2006/relationships/image" Target="../media/image360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10" Type="http://schemas.openxmlformats.org/officeDocument/2006/relationships/image" Target="../media/image750.png"/><Relationship Id="rId19" Type="http://schemas.openxmlformats.org/officeDocument/2006/relationships/image" Target="../media/image290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Relationship Id="rId22" Type="http://schemas.openxmlformats.org/officeDocument/2006/relationships/image" Target="../media/image101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210.png"/><Relationship Id="rId3" Type="http://schemas.openxmlformats.org/officeDocument/2006/relationships/image" Target="../media/image670.png"/><Relationship Id="rId21" Type="http://schemas.openxmlformats.org/officeDocument/2006/relationships/image" Target="../media/image24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200.png"/><Relationship Id="rId25" Type="http://schemas.openxmlformats.org/officeDocument/2006/relationships/image" Target="../media/image108.emf"/><Relationship Id="rId2" Type="http://schemas.openxmlformats.org/officeDocument/2006/relationships/image" Target="../media/image660.png"/><Relationship Id="rId16" Type="http://schemas.openxmlformats.org/officeDocument/2006/relationships/image" Target="../media/image45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24" Type="http://schemas.openxmlformats.org/officeDocument/2006/relationships/customXml" Target="../ink/ink54.xml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23" Type="http://schemas.openxmlformats.org/officeDocument/2006/relationships/image" Target="../media/image105.emf"/><Relationship Id="rId10" Type="http://schemas.openxmlformats.org/officeDocument/2006/relationships/image" Target="../media/image750.png"/><Relationship Id="rId19" Type="http://schemas.openxmlformats.org/officeDocument/2006/relationships/image" Target="../media/image91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Relationship Id="rId22" Type="http://schemas.openxmlformats.org/officeDocument/2006/relationships/customXml" Target="../ink/ink5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950.png"/><Relationship Id="rId3" Type="http://schemas.openxmlformats.org/officeDocument/2006/relationships/image" Target="../media/image670.png"/><Relationship Id="rId21" Type="http://schemas.openxmlformats.org/officeDocument/2006/relationships/image" Target="../media/image98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510.png"/><Relationship Id="rId2" Type="http://schemas.openxmlformats.org/officeDocument/2006/relationships/image" Target="../media/image660.png"/><Relationship Id="rId16" Type="http://schemas.openxmlformats.org/officeDocument/2006/relationships/image" Target="../media/image500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23" Type="http://schemas.openxmlformats.org/officeDocument/2006/relationships/image" Target="../media/image110.emf"/><Relationship Id="rId10" Type="http://schemas.openxmlformats.org/officeDocument/2006/relationships/image" Target="../media/image750.png"/><Relationship Id="rId19" Type="http://schemas.openxmlformats.org/officeDocument/2006/relationships/image" Target="../media/image960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Relationship Id="rId22" Type="http://schemas.openxmlformats.org/officeDocument/2006/relationships/customXml" Target="../ink/ink5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customXml" Target="../ink/ink56.xml"/><Relationship Id="rId3" Type="http://schemas.openxmlformats.org/officeDocument/2006/relationships/image" Target="../media/image67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530.png"/><Relationship Id="rId2" Type="http://schemas.openxmlformats.org/officeDocument/2006/relationships/image" Target="../media/image660.png"/><Relationship Id="rId16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10" Type="http://schemas.openxmlformats.org/officeDocument/2006/relationships/image" Target="../media/image750.png"/><Relationship Id="rId19" Type="http://schemas.openxmlformats.org/officeDocument/2006/relationships/image" Target="../media/image112.emf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customXml" Target="../ink/ink57.xml"/><Relationship Id="rId3" Type="http://schemas.openxmlformats.org/officeDocument/2006/relationships/image" Target="../media/image67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550.png"/><Relationship Id="rId2" Type="http://schemas.openxmlformats.org/officeDocument/2006/relationships/image" Target="../media/image660.png"/><Relationship Id="rId16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10" Type="http://schemas.openxmlformats.org/officeDocument/2006/relationships/image" Target="../media/image750.png"/><Relationship Id="rId19" Type="http://schemas.openxmlformats.org/officeDocument/2006/relationships/image" Target="../media/image113.emf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260.png"/><Relationship Id="rId3" Type="http://schemas.openxmlformats.org/officeDocument/2006/relationships/image" Target="../media/image670.png"/><Relationship Id="rId21" Type="http://schemas.openxmlformats.org/officeDocument/2006/relationships/image" Target="../media/image92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250.png"/><Relationship Id="rId25" Type="http://schemas.openxmlformats.org/officeDocument/2006/relationships/image" Target="../media/image120.emf"/><Relationship Id="rId2" Type="http://schemas.openxmlformats.org/officeDocument/2006/relationships/image" Target="../media/image660.png"/><Relationship Id="rId16" Type="http://schemas.openxmlformats.org/officeDocument/2006/relationships/image" Target="../media/image560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24" Type="http://schemas.openxmlformats.org/officeDocument/2006/relationships/customXml" Target="../ink/ink59.xml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23" Type="http://schemas.openxmlformats.org/officeDocument/2006/relationships/image" Target="../media/image117.emf"/><Relationship Id="rId10" Type="http://schemas.openxmlformats.org/officeDocument/2006/relationships/image" Target="../media/image750.png"/><Relationship Id="rId19" Type="http://schemas.openxmlformats.org/officeDocument/2006/relationships/image" Target="../media/image270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Relationship Id="rId22" Type="http://schemas.openxmlformats.org/officeDocument/2006/relationships/customXml" Target="../ink/ink5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390.png"/><Relationship Id="rId3" Type="http://schemas.openxmlformats.org/officeDocument/2006/relationships/image" Target="../media/image670.png"/><Relationship Id="rId21" Type="http://schemas.openxmlformats.org/officeDocument/2006/relationships/image" Target="../media/image42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391.png"/><Relationship Id="rId2" Type="http://schemas.openxmlformats.org/officeDocument/2006/relationships/image" Target="../media/image660.png"/><Relationship Id="rId16" Type="http://schemas.openxmlformats.org/officeDocument/2006/relationships/image" Target="../media/image560.png"/><Relationship Id="rId20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5" Type="http://schemas.openxmlformats.org/officeDocument/2006/relationships/image" Target="../media/image690.png"/><Relationship Id="rId15" Type="http://schemas.openxmlformats.org/officeDocument/2006/relationships/image" Target="../media/image780.png"/><Relationship Id="rId23" Type="http://schemas.openxmlformats.org/officeDocument/2006/relationships/image" Target="../media/image121.emf"/><Relationship Id="rId10" Type="http://schemas.openxmlformats.org/officeDocument/2006/relationships/image" Target="../media/image750.png"/><Relationship Id="rId19" Type="http://schemas.openxmlformats.org/officeDocument/2006/relationships/image" Target="../media/image400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790.png"/><Relationship Id="rId22" Type="http://schemas.openxmlformats.org/officeDocument/2006/relationships/customXml" Target="../ink/ink6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13" Type="http://schemas.openxmlformats.org/officeDocument/2006/relationships/image" Target="../media/image760.png"/><Relationship Id="rId18" Type="http://schemas.openxmlformats.org/officeDocument/2006/relationships/image" Target="../media/image331.png"/><Relationship Id="rId26" Type="http://schemas.openxmlformats.org/officeDocument/2006/relationships/image" Target="../media/image361.png"/><Relationship Id="rId3" Type="http://schemas.openxmlformats.org/officeDocument/2006/relationships/image" Target="../media/image670.png"/><Relationship Id="rId21" Type="http://schemas.openxmlformats.org/officeDocument/2006/relationships/image" Target="../media/image570.png"/><Relationship Id="rId7" Type="http://schemas.openxmlformats.org/officeDocument/2006/relationships/image" Target="../media/image700.png"/><Relationship Id="rId12" Type="http://schemas.openxmlformats.org/officeDocument/2006/relationships/image" Target="../media/image770.png"/><Relationship Id="rId17" Type="http://schemas.openxmlformats.org/officeDocument/2006/relationships/image" Target="../media/image320.png"/><Relationship Id="rId25" Type="http://schemas.openxmlformats.org/officeDocument/2006/relationships/image" Target="../media/image610.png"/><Relationship Id="rId2" Type="http://schemas.openxmlformats.org/officeDocument/2006/relationships/image" Target="../media/image660.png"/><Relationship Id="rId16" Type="http://schemas.openxmlformats.org/officeDocument/2006/relationships/image" Target="../media/image890.png"/><Relationship Id="rId20" Type="http://schemas.openxmlformats.org/officeDocument/2006/relationships/image" Target="../media/image490.png"/><Relationship Id="rId29" Type="http://schemas.openxmlformats.org/officeDocument/2006/relationships/image" Target="../media/image1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740.png"/><Relationship Id="rId24" Type="http://schemas.openxmlformats.org/officeDocument/2006/relationships/image" Target="../media/image351.png"/><Relationship Id="rId5" Type="http://schemas.openxmlformats.org/officeDocument/2006/relationships/image" Target="../media/image690.png"/><Relationship Id="rId15" Type="http://schemas.openxmlformats.org/officeDocument/2006/relationships/image" Target="../media/image440.png"/><Relationship Id="rId23" Type="http://schemas.openxmlformats.org/officeDocument/2006/relationships/image" Target="../media/image341.png"/><Relationship Id="rId28" Type="http://schemas.openxmlformats.org/officeDocument/2006/relationships/customXml" Target="../ink/ink61.xml"/><Relationship Id="rId10" Type="http://schemas.openxmlformats.org/officeDocument/2006/relationships/image" Target="../media/image750.png"/><Relationship Id="rId19" Type="http://schemas.openxmlformats.org/officeDocument/2006/relationships/image" Target="../media/image480.png"/><Relationship Id="rId4" Type="http://schemas.openxmlformats.org/officeDocument/2006/relationships/image" Target="../media/image680.png"/><Relationship Id="rId9" Type="http://schemas.openxmlformats.org/officeDocument/2006/relationships/image" Target="../media/image720.png"/><Relationship Id="rId14" Type="http://schemas.openxmlformats.org/officeDocument/2006/relationships/image" Target="../media/image430.png"/><Relationship Id="rId22" Type="http://schemas.openxmlformats.org/officeDocument/2006/relationships/image" Target="../media/image580.png"/><Relationship Id="rId27" Type="http://schemas.openxmlformats.org/officeDocument/2006/relationships/image" Target="../media/image37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3" Type="http://schemas.openxmlformats.org/officeDocument/2006/relationships/image" Target="../media/image630.png"/><Relationship Id="rId7" Type="http://schemas.openxmlformats.org/officeDocument/2006/relationships/image" Target="../media/image81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125.emf"/><Relationship Id="rId5" Type="http://schemas.openxmlformats.org/officeDocument/2006/relationships/image" Target="../media/image650.png"/><Relationship Id="rId10" Type="http://schemas.openxmlformats.org/officeDocument/2006/relationships/customXml" Target="../ink/ink62.xml"/><Relationship Id="rId4" Type="http://schemas.openxmlformats.org/officeDocument/2006/relationships/image" Target="../media/image640.png"/><Relationship Id="rId9" Type="http://schemas.openxmlformats.org/officeDocument/2006/relationships/image" Target="../media/image83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13" Type="http://schemas.openxmlformats.org/officeDocument/2006/relationships/image" Target="../media/image750.png"/><Relationship Id="rId18" Type="http://schemas.openxmlformats.org/officeDocument/2006/relationships/image" Target="../media/image780.png"/><Relationship Id="rId26" Type="http://schemas.openxmlformats.org/officeDocument/2006/relationships/image" Target="../media/image131.emf"/><Relationship Id="rId3" Type="http://schemas.openxmlformats.org/officeDocument/2006/relationships/image" Target="../media/image470.png"/><Relationship Id="rId21" Type="http://schemas.openxmlformats.org/officeDocument/2006/relationships/image" Target="../media/image332.png"/><Relationship Id="rId7" Type="http://schemas.openxmlformats.org/officeDocument/2006/relationships/image" Target="../media/image670.png"/><Relationship Id="rId12" Type="http://schemas.openxmlformats.org/officeDocument/2006/relationships/image" Target="../media/image720.png"/><Relationship Id="rId17" Type="http://schemas.openxmlformats.org/officeDocument/2006/relationships/image" Target="../media/image790.png"/><Relationship Id="rId25" Type="http://schemas.openxmlformats.org/officeDocument/2006/relationships/customXml" Target="../ink/ink64.xml"/><Relationship Id="rId2" Type="http://schemas.openxmlformats.org/officeDocument/2006/relationships/image" Target="../media/image460.png"/><Relationship Id="rId16" Type="http://schemas.openxmlformats.org/officeDocument/2006/relationships/image" Target="../media/image760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11" Type="http://schemas.openxmlformats.org/officeDocument/2006/relationships/image" Target="../media/image730.png"/><Relationship Id="rId24" Type="http://schemas.openxmlformats.org/officeDocument/2006/relationships/image" Target="../media/image127.emf"/><Relationship Id="rId5" Type="http://schemas.openxmlformats.org/officeDocument/2006/relationships/image" Target="../media/image600.png"/><Relationship Id="rId15" Type="http://schemas.openxmlformats.org/officeDocument/2006/relationships/image" Target="../media/image770.png"/><Relationship Id="rId23" Type="http://schemas.openxmlformats.org/officeDocument/2006/relationships/customXml" Target="../ink/ink63.xml"/><Relationship Id="rId28" Type="http://schemas.openxmlformats.org/officeDocument/2006/relationships/image" Target="../media/image135.emf"/><Relationship Id="rId10" Type="http://schemas.openxmlformats.org/officeDocument/2006/relationships/image" Target="../media/image700.png"/><Relationship Id="rId19" Type="http://schemas.openxmlformats.org/officeDocument/2006/relationships/image" Target="../media/image1230.png"/><Relationship Id="rId4" Type="http://schemas.openxmlformats.org/officeDocument/2006/relationships/image" Target="../media/image590.png"/><Relationship Id="rId9" Type="http://schemas.openxmlformats.org/officeDocument/2006/relationships/image" Target="../media/image710.png"/><Relationship Id="rId14" Type="http://schemas.openxmlformats.org/officeDocument/2006/relationships/image" Target="../media/image740.png"/><Relationship Id="rId22" Type="http://schemas.openxmlformats.org/officeDocument/2006/relationships/image" Target="../media/image840.png"/><Relationship Id="rId27" Type="http://schemas.openxmlformats.org/officeDocument/2006/relationships/customXml" Target="../ink/ink65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40.emf"/><Relationship Id="rId3" Type="http://schemas.openxmlformats.org/officeDocument/2006/relationships/image" Target="../media/image880.png"/><Relationship Id="rId7" Type="http://schemas.openxmlformats.org/officeDocument/2006/relationships/image" Target="../media/image870.png"/><Relationship Id="rId12" Type="http://schemas.openxmlformats.org/officeDocument/2006/relationships/customXml" Target="../ink/ink67.xml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11" Type="http://schemas.openxmlformats.org/officeDocument/2006/relationships/image" Target="../media/image139.emf"/><Relationship Id="rId5" Type="http://schemas.openxmlformats.org/officeDocument/2006/relationships/image" Target="../media/image1270.png"/><Relationship Id="rId10" Type="http://schemas.openxmlformats.org/officeDocument/2006/relationships/customXml" Target="../ink/ink66.xml"/><Relationship Id="rId4" Type="http://schemas.openxmlformats.org/officeDocument/2006/relationships/image" Target="../media/image1260.png"/><Relationship Id="rId9" Type="http://schemas.openxmlformats.org/officeDocument/2006/relationships/image" Target="../media/image9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0.png"/><Relationship Id="rId3" Type="http://schemas.openxmlformats.org/officeDocument/2006/relationships/image" Target="../media/image94.png"/><Relationship Id="rId7" Type="http://schemas.openxmlformats.org/officeDocument/2006/relationships/image" Target="../media/image940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1.png"/><Relationship Id="rId5" Type="http://schemas.openxmlformats.org/officeDocument/2006/relationships/image" Target="../media/image920.png"/><Relationship Id="rId4" Type="http://schemas.openxmlformats.org/officeDocument/2006/relationships/image" Target="../media/image91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7" Type="http://schemas.openxmlformats.org/officeDocument/2006/relationships/image" Target="../media/image103.png"/><Relationship Id="rId12" Type="http://schemas.openxmlformats.org/officeDocument/2006/relationships/image" Target="../media/image149.emf"/><Relationship Id="rId2" Type="http://schemas.openxmlformats.org/officeDocument/2006/relationships/image" Target="../media/image10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0.png"/><Relationship Id="rId11" Type="http://schemas.openxmlformats.org/officeDocument/2006/relationships/customXml" Target="../ink/ink69.xml"/><Relationship Id="rId5" Type="http://schemas.openxmlformats.org/officeDocument/2006/relationships/image" Target="../media/image1011.png"/><Relationship Id="rId10" Type="http://schemas.openxmlformats.org/officeDocument/2006/relationships/image" Target="../media/image148.emf"/><Relationship Id="rId4" Type="http://schemas.openxmlformats.org/officeDocument/2006/relationships/image" Target="../media/image1001.png"/><Relationship Id="rId9" Type="http://schemas.openxmlformats.org/officeDocument/2006/relationships/customXml" Target="../ink/ink6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.xml"/><Relationship Id="rId7" Type="http://schemas.openxmlformats.org/officeDocument/2006/relationships/image" Target="../media/image94.png"/><Relationship Id="rId2" Type="http://schemas.openxmlformats.org/officeDocument/2006/relationships/image" Target="../media/image10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1.png"/><Relationship Id="rId5" Type="http://schemas.openxmlformats.org/officeDocument/2006/relationships/image" Target="../media/image930.png"/><Relationship Id="rId4" Type="http://schemas.openxmlformats.org/officeDocument/2006/relationships/image" Target="../media/image1041.png"/><Relationship Id="rId9" Type="http://schemas.openxmlformats.org/officeDocument/2006/relationships/image" Target="../media/image150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.png"/><Relationship Id="rId3" Type="http://schemas.openxmlformats.org/officeDocument/2006/relationships/image" Target="../media/image1042.png"/><Relationship Id="rId7" Type="http://schemas.openxmlformats.org/officeDocument/2006/relationships/image" Target="../media/image10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11" Type="http://schemas.openxmlformats.org/officeDocument/2006/relationships/image" Target="../media/image151.emf"/><Relationship Id="rId5" Type="http://schemas.openxmlformats.org/officeDocument/2006/relationships/image" Target="../media/image106.png"/><Relationship Id="rId10" Type="http://schemas.openxmlformats.org/officeDocument/2006/relationships/customXml" Target="../ink/ink71.xml"/><Relationship Id="rId9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0.png"/><Relationship Id="rId3" Type="http://schemas.openxmlformats.org/officeDocument/2006/relationships/image" Target="../media/image1080.png"/><Relationship Id="rId7" Type="http://schemas.openxmlformats.org/officeDocument/2006/relationships/image" Target="../media/image146.png"/><Relationship Id="rId12" Type="http://schemas.openxmlformats.org/officeDocument/2006/relationships/customXml" Target="../ink/ink72.xml"/><Relationship Id="rId17" Type="http://schemas.openxmlformats.org/officeDocument/2006/relationships/image" Target="../media/image154.emf"/><Relationship Id="rId2" Type="http://schemas.openxmlformats.org/officeDocument/2006/relationships/image" Target="../media/image94.png"/><Relationship Id="rId16" Type="http://schemas.openxmlformats.org/officeDocument/2006/relationships/customXml" Target="../ink/ink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0.png"/><Relationship Id="rId5" Type="http://schemas.openxmlformats.org/officeDocument/2006/relationships/image" Target="../media/image144.png"/><Relationship Id="rId15" Type="http://schemas.openxmlformats.org/officeDocument/2006/relationships/image" Target="../media/image153.emf"/><Relationship Id="rId10" Type="http://schemas.openxmlformats.org/officeDocument/2006/relationships/image" Target="../media/image1490.png"/><Relationship Id="rId4" Type="http://schemas.openxmlformats.org/officeDocument/2006/relationships/image" Target="../media/image1030.png"/><Relationship Id="rId9" Type="http://schemas.openxmlformats.org/officeDocument/2006/relationships/image" Target="../media/image105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4.xml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6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emf"/><Relationship Id="rId3" Type="http://schemas.openxmlformats.org/officeDocument/2006/relationships/customXml" Target="../ink/ink75.xml"/><Relationship Id="rId7" Type="http://schemas.openxmlformats.org/officeDocument/2006/relationships/customXml" Target="../ink/ink77.xm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emf"/><Relationship Id="rId5" Type="http://schemas.openxmlformats.org/officeDocument/2006/relationships/customXml" Target="../ink/ink76.xml"/><Relationship Id="rId4" Type="http://schemas.openxmlformats.org/officeDocument/2006/relationships/image" Target="../media/image15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62.emf"/><Relationship Id="rId5" Type="http://schemas.openxmlformats.org/officeDocument/2006/relationships/customXml" Target="../ink/ink78.xml"/><Relationship Id="rId4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9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88.png"/><Relationship Id="rId4" Type="http://schemas.openxmlformats.org/officeDocument/2006/relationships/image" Target="../media/image10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3" Type="http://schemas.openxmlformats.org/officeDocument/2006/relationships/slide" Target="slide1.xml"/><Relationship Id="rId7" Type="http://schemas.openxmlformats.org/officeDocument/2006/relationships/customXml" Target="../ink/ink80.xml"/><Relationship Id="rId12" Type="http://schemas.openxmlformats.org/officeDocument/2006/relationships/image" Target="../media/image17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68.emf"/><Relationship Id="rId11" Type="http://schemas.openxmlformats.org/officeDocument/2006/relationships/customXml" Target="../ink/ink82.xml"/><Relationship Id="rId5" Type="http://schemas.openxmlformats.org/officeDocument/2006/relationships/customXml" Target="../ink/ink79.xml"/><Relationship Id="rId10" Type="http://schemas.openxmlformats.org/officeDocument/2006/relationships/image" Target="../media/image170.emf"/><Relationship Id="rId4" Type="http://schemas.openxmlformats.org/officeDocument/2006/relationships/image" Target="../media/image101.png"/><Relationship Id="rId9" Type="http://schemas.openxmlformats.org/officeDocument/2006/relationships/customXml" Target="../ink/ink8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7" Type="http://schemas.openxmlformats.org/officeDocument/2006/relationships/image" Target="../media/image174.emf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42.xml"/><Relationship Id="rId6" Type="http://schemas.openxmlformats.org/officeDocument/2006/relationships/customXml" Target="../ink/ink85.xml"/><Relationship Id="rId5" Type="http://schemas.openxmlformats.org/officeDocument/2006/relationships/image" Target="../media/image173.emf"/><Relationship Id="rId4" Type="http://schemas.openxmlformats.org/officeDocument/2006/relationships/customXml" Target="../ink/ink84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6.xml"/><Relationship Id="rId3" Type="http://schemas.openxmlformats.org/officeDocument/2006/relationships/image" Target="../media/image104.png"/><Relationship Id="rId7" Type="http://schemas.openxmlformats.org/officeDocument/2006/relationships/image" Target="../media/image10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5.png"/><Relationship Id="rId9" Type="http://schemas.openxmlformats.org/officeDocument/2006/relationships/image" Target="../media/image181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85.emf"/><Relationship Id="rId5" Type="http://schemas.openxmlformats.org/officeDocument/2006/relationships/customXml" Target="../ink/ink89.xml"/><Relationship Id="rId4" Type="http://schemas.openxmlformats.org/officeDocument/2006/relationships/image" Target="../media/image11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3" Type="http://schemas.openxmlformats.org/officeDocument/2006/relationships/slide" Target="slide1.xml"/><Relationship Id="rId7" Type="http://schemas.openxmlformats.org/officeDocument/2006/relationships/customXml" Target="../ink/ink9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87.emf"/><Relationship Id="rId5" Type="http://schemas.openxmlformats.org/officeDocument/2006/relationships/customXml" Target="../ink/ink90.xml"/><Relationship Id="rId4" Type="http://schemas.openxmlformats.org/officeDocument/2006/relationships/image" Target="../media/image11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emf"/><Relationship Id="rId3" Type="http://schemas.openxmlformats.org/officeDocument/2006/relationships/slide" Target="slide1.xml"/><Relationship Id="rId7" Type="http://schemas.openxmlformats.org/officeDocument/2006/relationships/customXml" Target="../ink/ink9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90.emf"/><Relationship Id="rId5" Type="http://schemas.openxmlformats.org/officeDocument/2006/relationships/customXml" Target="../ink/ink92.xml"/><Relationship Id="rId4" Type="http://schemas.openxmlformats.org/officeDocument/2006/relationships/image" Target="../media/image11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2" Type="http://schemas.openxmlformats.org/officeDocument/2006/relationships/customXml" Target="../ink/ink94.xml"/><Relationship Id="rId1" Type="http://schemas.openxmlformats.org/officeDocument/2006/relationships/slideLayout" Target="../slideLayouts/slideLayout4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38650" y="3714750"/>
            <a:ext cx="46291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</a:t>
            </a: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731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38401" y="443479"/>
            <a:ext cx="594479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700" b="0" dirty="0"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Deep Neural Network</a:t>
            </a:r>
            <a:endParaRPr sz="2700" b="0" dirty="0"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58786" y="4133141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fontAlgn="base">
              <a:spcBef>
                <a:spcPts val="59"/>
              </a:spcBef>
              <a:spcAft>
                <a:spcPct val="0"/>
              </a:spcAft>
            </a:pPr>
            <a:r>
              <a:rPr sz="1466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598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5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1463" y="1524001"/>
            <a:ext cx="8229600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>
                <a:latin typeface="Cambria" panose="02040503050406030204" pitchFamily="18" charset="0"/>
                <a:ea typeface="Cambria" panose="02040503050406030204" pitchFamily="18" charset="0"/>
              </a:rPr>
              <a:t>Power of MLP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FFNN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Multiclass classification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Softmax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operation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Forward propagation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/>
          <a:p>
            <a:r>
              <a:rPr lang="en-US" sz="3600" b="0" dirty="0"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Session Agenda</a:t>
            </a:r>
            <a:endParaRPr lang="en-IN" sz="3600" b="0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808520" y="1445760"/>
              <a:ext cx="1999800" cy="2003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7720" y="1432080"/>
                <a:ext cx="2025000" cy="20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257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2514600" y="1143000"/>
            <a:ext cx="5832376" cy="476964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using MLP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935600" y="1016280"/>
              <a:ext cx="2264760" cy="2256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3720" y="1002600"/>
                <a:ext cx="2291040" cy="22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76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 txBox="1">
            <a:spLocks noGrp="1"/>
          </p:cNvSpPr>
          <p:nvPr>
            <p:ph idx="10"/>
          </p:nvPr>
        </p:nvSpPr>
        <p:spPr>
          <a:xfrm>
            <a:off x="1718256" y="1470607"/>
            <a:ext cx="8915400" cy="4525963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" dirty="0"/>
              <a:t>MLP is called as Universal Approximator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Universal Approximation Theorem</a:t>
            </a:r>
            <a:r>
              <a:rPr lang="en-US" dirty="0"/>
              <a:t>, formally proven by </a:t>
            </a:r>
            <a:r>
              <a:rPr lang="en-US" dirty="0" err="1"/>
              <a:t>Cybenko</a:t>
            </a:r>
            <a:r>
              <a:rPr lang="en-US" dirty="0"/>
              <a:t> (1989)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i="1" dirty="0"/>
              <a:t>A feedforward neural network with a single hidden layer containing a finite number of neurons can approximate any continuous function on a compact subset of  </a:t>
            </a:r>
            <a:r>
              <a:rPr lang="en-US" i="1" dirty="0">
                <a:sym typeface="Symbol" panose="05050102010706020507" pitchFamily="18" charset="2"/>
              </a:rPr>
              <a:t></a:t>
            </a:r>
            <a:r>
              <a:rPr lang="en-US" i="1" baseline="-25000" dirty="0">
                <a:sym typeface="Symbol" panose="05050102010706020507" pitchFamily="18" charset="2"/>
              </a:rPr>
              <a:t>n</a:t>
            </a:r>
            <a:r>
              <a:rPr lang="en-US" i="1" dirty="0"/>
              <a:t> provided the activation function is non-constant, bounded, and continuous</a:t>
            </a:r>
            <a:endParaRPr i="1" dirty="0"/>
          </a:p>
        </p:txBody>
      </p:sp>
      <p:sp>
        <p:nvSpPr>
          <p:cNvPr id="120" name="Google Shape;120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r>
              <a:rPr lang="en" dirty="0"/>
              <a:t>Power of MLP</a:t>
            </a:r>
            <a:endParaRPr dirty="0"/>
          </a:p>
        </p:txBody>
      </p:sp>
      <p:sp>
        <p:nvSpPr>
          <p:cNvPr id="122" name="Google Shape;122;p30"/>
          <p:cNvSpPr txBox="1">
            <a:spLocks noGrp="1"/>
          </p:cNvSpPr>
          <p:nvPr>
            <p:ph type="sldNum" idx="4294967295"/>
          </p:nvPr>
        </p:nvSpPr>
        <p:spPr>
          <a:xfrm>
            <a:off x="1524001" y="5719763"/>
            <a:ext cx="549275" cy="3111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 fontScale="55000" lnSpcReduction="20000"/>
          </a:bodyPr>
          <a:lstStyle/>
          <a:p>
            <a:fld id="{00000000-1234-1234-1234-123412341234}" type="slidenum">
              <a:rPr lang="en" kern="0">
                <a:solidFill>
                  <a:sysClr val="windowText" lastClr="000000"/>
                </a:solidFill>
              </a:rPr>
              <a:pPr/>
              <a:t>5</a:t>
            </a:fld>
            <a:endParaRPr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839600" y="2058840"/>
              <a:ext cx="8802720" cy="2671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1320" y="2044440"/>
                <a:ext cx="8825400" cy="269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679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97332" y="363473"/>
            <a:ext cx="7659471" cy="565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A Perceptron </a:t>
            </a:r>
            <a:r>
              <a:rPr lang="en-US" dirty="0"/>
              <a:t>decision boundary</a:t>
            </a:r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1802691" y="6075937"/>
            <a:ext cx="3765176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14603">
              <a:spcBef>
                <a:spcPts val="88"/>
              </a:spcBef>
            </a:pPr>
            <a:r>
              <a:rPr sz="2294" dirty="0">
                <a:solidFill>
                  <a:srgbClr val="BF0000"/>
                </a:solidFill>
                <a:latin typeface="Arial"/>
                <a:cs typeface="Arial"/>
              </a:rPr>
              <a:t>– </a:t>
            </a:r>
            <a:r>
              <a:rPr sz="2294" b="1" spc="-4" dirty="0">
                <a:solidFill>
                  <a:srgbClr val="BF0000"/>
                </a:solidFill>
                <a:latin typeface="Calibri"/>
                <a:cs typeface="Calibri"/>
              </a:rPr>
              <a:t>This </a:t>
            </a:r>
            <a:r>
              <a:rPr sz="2294" b="1" spc="-9" dirty="0">
                <a:solidFill>
                  <a:srgbClr val="BF0000"/>
                </a:solidFill>
                <a:latin typeface="Calibri"/>
                <a:cs typeface="Calibri"/>
              </a:rPr>
              <a:t>is </a:t>
            </a:r>
            <a:r>
              <a:rPr sz="2294" b="1" dirty="0">
                <a:solidFill>
                  <a:srgbClr val="BF0000"/>
                </a:solidFill>
                <a:latin typeface="Calibri"/>
                <a:cs typeface="Calibri"/>
              </a:rPr>
              <a:t>a </a:t>
            </a:r>
            <a:r>
              <a:rPr sz="2294" b="1" i="1" dirty="0">
                <a:solidFill>
                  <a:srgbClr val="BF0000"/>
                </a:solidFill>
                <a:latin typeface="Calibri"/>
                <a:cs typeface="Calibri"/>
              </a:rPr>
              <a:t>linear</a:t>
            </a:r>
            <a:r>
              <a:rPr sz="2294" b="1" i="1" spc="57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2294" b="1" i="1" dirty="0">
                <a:solidFill>
                  <a:srgbClr val="BF0000"/>
                </a:solidFill>
                <a:latin typeface="Calibri"/>
                <a:cs typeface="Calibri"/>
              </a:rPr>
              <a:t>classifier</a:t>
            </a:r>
            <a:endParaRPr sz="2294" dirty="0">
              <a:latin typeface="Calibri"/>
              <a:cs typeface="Calibri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2041084" y="4535969"/>
            <a:ext cx="2261907" cy="976593"/>
            <a:chOff x="2011283" y="3889022"/>
            <a:chExt cx="2261907" cy="976593"/>
          </a:xfrm>
        </p:grpSpPr>
        <p:sp>
          <p:nvSpPr>
            <p:cNvPr id="35" name="object 35"/>
            <p:cNvSpPr/>
            <p:nvPr/>
          </p:nvSpPr>
          <p:spPr>
            <a:xfrm>
              <a:off x="3084302" y="4042709"/>
              <a:ext cx="247650" cy="384922"/>
            </a:xfrm>
            <a:custGeom>
              <a:avLst/>
              <a:gdLst/>
              <a:ahLst/>
              <a:cxnLst/>
              <a:rect l="l" t="t" r="r" b="b"/>
              <a:pathLst>
                <a:path w="280669" h="436245">
                  <a:moveTo>
                    <a:pt x="274510" y="435864"/>
                  </a:moveTo>
                  <a:lnTo>
                    <a:pt x="0" y="435864"/>
                  </a:lnTo>
                  <a:lnTo>
                    <a:pt x="0" y="425196"/>
                  </a:lnTo>
                  <a:lnTo>
                    <a:pt x="156400" y="213169"/>
                  </a:lnTo>
                  <a:lnTo>
                    <a:pt x="4572" y="11239"/>
                  </a:lnTo>
                  <a:lnTo>
                    <a:pt x="4572" y="0"/>
                  </a:lnTo>
                  <a:lnTo>
                    <a:pt x="274129" y="0"/>
                  </a:lnTo>
                  <a:lnTo>
                    <a:pt x="274129" y="15240"/>
                  </a:lnTo>
                  <a:lnTo>
                    <a:pt x="49244" y="15240"/>
                  </a:lnTo>
                  <a:lnTo>
                    <a:pt x="182403" y="195262"/>
                  </a:lnTo>
                  <a:lnTo>
                    <a:pt x="182403" y="208692"/>
                  </a:lnTo>
                  <a:lnTo>
                    <a:pt x="38671" y="403860"/>
                  </a:lnTo>
                  <a:lnTo>
                    <a:pt x="276774" y="403860"/>
                  </a:lnTo>
                  <a:lnTo>
                    <a:pt x="274510" y="435864"/>
                  </a:lnTo>
                  <a:close/>
                </a:path>
                <a:path w="280669" h="436245">
                  <a:moveTo>
                    <a:pt x="274129" y="67056"/>
                  </a:moveTo>
                  <a:lnTo>
                    <a:pt x="259461" y="67056"/>
                  </a:lnTo>
                  <a:lnTo>
                    <a:pt x="257852" y="55789"/>
                  </a:lnTo>
                  <a:lnTo>
                    <a:pt x="255591" y="45720"/>
                  </a:lnTo>
                  <a:lnTo>
                    <a:pt x="225361" y="15240"/>
                  </a:lnTo>
                  <a:lnTo>
                    <a:pt x="274129" y="15240"/>
                  </a:lnTo>
                  <a:lnTo>
                    <a:pt x="274129" y="67056"/>
                  </a:lnTo>
                  <a:close/>
                </a:path>
                <a:path w="280669" h="436245">
                  <a:moveTo>
                    <a:pt x="276774" y="403860"/>
                  </a:moveTo>
                  <a:lnTo>
                    <a:pt x="240887" y="403860"/>
                  </a:lnTo>
                  <a:lnTo>
                    <a:pt x="247459" y="400907"/>
                  </a:lnTo>
                  <a:lnTo>
                    <a:pt x="252031" y="395001"/>
                  </a:lnTo>
                  <a:lnTo>
                    <a:pt x="255320" y="389181"/>
                  </a:lnTo>
                  <a:lnTo>
                    <a:pt x="258341" y="380583"/>
                  </a:lnTo>
                  <a:lnTo>
                    <a:pt x="261113" y="369217"/>
                  </a:lnTo>
                  <a:lnTo>
                    <a:pt x="263652" y="355092"/>
                  </a:lnTo>
                  <a:lnTo>
                    <a:pt x="280225" y="355092"/>
                  </a:lnTo>
                  <a:lnTo>
                    <a:pt x="276774" y="403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2011283" y="3889022"/>
              <a:ext cx="2261907" cy="976593"/>
              <a:chOff x="1136277" y="3748032"/>
              <a:chExt cx="2261907" cy="976593"/>
            </a:xfrm>
          </p:grpSpPr>
          <p:sp>
            <p:nvSpPr>
              <p:cNvPr id="28" name="object 28"/>
              <p:cNvSpPr/>
              <p:nvPr/>
            </p:nvSpPr>
            <p:spPr>
              <a:xfrm>
                <a:off x="1136277" y="3748032"/>
                <a:ext cx="2261907" cy="976593"/>
              </a:xfrm>
              <a:custGeom>
                <a:avLst/>
                <a:gdLst/>
                <a:ahLst/>
                <a:cxnLst/>
                <a:rect l="l" t="t" r="r" b="b"/>
                <a:pathLst>
                  <a:path w="2563495" h="1106804">
                    <a:moveTo>
                      <a:pt x="2561843" y="1106424"/>
                    </a:moveTo>
                    <a:lnTo>
                      <a:pt x="1524" y="1106424"/>
                    </a:lnTo>
                    <a:lnTo>
                      <a:pt x="0" y="1103376"/>
                    </a:lnTo>
                    <a:lnTo>
                      <a:pt x="0" y="1524"/>
                    </a:lnTo>
                    <a:lnTo>
                      <a:pt x="1524" y="0"/>
                    </a:lnTo>
                    <a:lnTo>
                      <a:pt x="2561843" y="0"/>
                    </a:lnTo>
                    <a:lnTo>
                      <a:pt x="2563368" y="1524"/>
                    </a:lnTo>
                    <a:lnTo>
                      <a:pt x="2563368" y="4572"/>
                    </a:lnTo>
                    <a:lnTo>
                      <a:pt x="9144" y="4572"/>
                    </a:lnTo>
                    <a:lnTo>
                      <a:pt x="4572" y="9144"/>
                    </a:lnTo>
                    <a:lnTo>
                      <a:pt x="9144" y="9144"/>
                    </a:lnTo>
                    <a:lnTo>
                      <a:pt x="9144" y="1097280"/>
                    </a:lnTo>
                    <a:lnTo>
                      <a:pt x="4572" y="1097280"/>
                    </a:lnTo>
                    <a:lnTo>
                      <a:pt x="9144" y="1101852"/>
                    </a:lnTo>
                    <a:lnTo>
                      <a:pt x="2563368" y="1101852"/>
                    </a:lnTo>
                    <a:lnTo>
                      <a:pt x="2563368" y="1103376"/>
                    </a:lnTo>
                    <a:lnTo>
                      <a:pt x="2561843" y="1106424"/>
                    </a:lnTo>
                    <a:close/>
                  </a:path>
                  <a:path w="2563495" h="1106804">
                    <a:moveTo>
                      <a:pt x="9144" y="9144"/>
                    </a:moveTo>
                    <a:lnTo>
                      <a:pt x="4572" y="9144"/>
                    </a:lnTo>
                    <a:lnTo>
                      <a:pt x="9144" y="4572"/>
                    </a:lnTo>
                    <a:lnTo>
                      <a:pt x="9144" y="9144"/>
                    </a:lnTo>
                    <a:close/>
                  </a:path>
                  <a:path w="2563495" h="1106804">
                    <a:moveTo>
                      <a:pt x="2554224" y="9144"/>
                    </a:moveTo>
                    <a:lnTo>
                      <a:pt x="9144" y="9144"/>
                    </a:lnTo>
                    <a:lnTo>
                      <a:pt x="9144" y="4572"/>
                    </a:lnTo>
                    <a:lnTo>
                      <a:pt x="2554224" y="4572"/>
                    </a:lnTo>
                    <a:lnTo>
                      <a:pt x="2554224" y="9144"/>
                    </a:lnTo>
                    <a:close/>
                  </a:path>
                  <a:path w="2563495" h="1106804">
                    <a:moveTo>
                      <a:pt x="2554224" y="1101852"/>
                    </a:moveTo>
                    <a:lnTo>
                      <a:pt x="2554224" y="4572"/>
                    </a:lnTo>
                    <a:lnTo>
                      <a:pt x="2558796" y="9144"/>
                    </a:lnTo>
                    <a:lnTo>
                      <a:pt x="2563368" y="9144"/>
                    </a:lnTo>
                    <a:lnTo>
                      <a:pt x="2563368" y="1097280"/>
                    </a:lnTo>
                    <a:lnTo>
                      <a:pt x="2558796" y="1097280"/>
                    </a:lnTo>
                    <a:lnTo>
                      <a:pt x="2554224" y="1101852"/>
                    </a:lnTo>
                    <a:close/>
                  </a:path>
                  <a:path w="2563495" h="1106804">
                    <a:moveTo>
                      <a:pt x="2563368" y="9144"/>
                    </a:moveTo>
                    <a:lnTo>
                      <a:pt x="2558796" y="9144"/>
                    </a:lnTo>
                    <a:lnTo>
                      <a:pt x="2554224" y="4572"/>
                    </a:lnTo>
                    <a:lnTo>
                      <a:pt x="2563368" y="4572"/>
                    </a:lnTo>
                    <a:lnTo>
                      <a:pt x="2563368" y="9144"/>
                    </a:lnTo>
                    <a:close/>
                  </a:path>
                  <a:path w="2563495" h="1106804">
                    <a:moveTo>
                      <a:pt x="9144" y="1101852"/>
                    </a:moveTo>
                    <a:lnTo>
                      <a:pt x="4572" y="1097280"/>
                    </a:lnTo>
                    <a:lnTo>
                      <a:pt x="9144" y="1097280"/>
                    </a:lnTo>
                    <a:lnTo>
                      <a:pt x="9144" y="1101852"/>
                    </a:lnTo>
                    <a:close/>
                  </a:path>
                  <a:path w="2563495" h="1106804">
                    <a:moveTo>
                      <a:pt x="2554224" y="1101852"/>
                    </a:moveTo>
                    <a:lnTo>
                      <a:pt x="9144" y="1101852"/>
                    </a:lnTo>
                    <a:lnTo>
                      <a:pt x="9144" y="1097280"/>
                    </a:lnTo>
                    <a:lnTo>
                      <a:pt x="2554224" y="1097280"/>
                    </a:lnTo>
                    <a:lnTo>
                      <a:pt x="2554224" y="1101852"/>
                    </a:lnTo>
                    <a:close/>
                  </a:path>
                  <a:path w="2563495" h="1106804">
                    <a:moveTo>
                      <a:pt x="2563368" y="1101852"/>
                    </a:moveTo>
                    <a:lnTo>
                      <a:pt x="2554224" y="1101852"/>
                    </a:lnTo>
                    <a:lnTo>
                      <a:pt x="2558796" y="1097280"/>
                    </a:lnTo>
                    <a:lnTo>
                      <a:pt x="2563368" y="1097280"/>
                    </a:lnTo>
                    <a:lnTo>
                      <a:pt x="2563368" y="11018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1249904" y="4215989"/>
                <a:ext cx="109173" cy="138505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1437322" y="4232126"/>
                <a:ext cx="1215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794">
                    <a:moveTo>
                      <a:pt x="0" y="0"/>
                    </a:moveTo>
                    <a:lnTo>
                      <a:pt x="137541" y="0"/>
                    </a:lnTo>
                  </a:path>
                </a:pathLst>
              </a:custGeom>
              <a:ln w="1524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1437322" y="4275156"/>
                <a:ext cx="1215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794">
                    <a:moveTo>
                      <a:pt x="0" y="0"/>
                    </a:moveTo>
                    <a:lnTo>
                      <a:pt x="137541" y="0"/>
                    </a:lnTo>
                  </a:path>
                </a:pathLst>
              </a:custGeom>
              <a:ln w="1524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1686765" y="3820645"/>
                <a:ext cx="112059" cy="86621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81710">
                    <a:moveTo>
                      <a:pt x="126777" y="981456"/>
                    </a:moveTo>
                    <a:lnTo>
                      <a:pt x="91559" y="963822"/>
                    </a:lnTo>
                    <a:lnTo>
                      <a:pt x="61055" y="923258"/>
                    </a:lnTo>
                    <a:lnTo>
                      <a:pt x="39921" y="861810"/>
                    </a:lnTo>
                    <a:lnTo>
                      <a:pt x="34627" y="823991"/>
                    </a:lnTo>
                    <a:lnTo>
                      <a:pt x="32861" y="781431"/>
                    </a:lnTo>
                    <a:lnTo>
                      <a:pt x="33395" y="763250"/>
                    </a:lnTo>
                    <a:lnTo>
                      <a:pt x="34992" y="741283"/>
                    </a:lnTo>
                    <a:lnTo>
                      <a:pt x="37643" y="715529"/>
                    </a:lnTo>
                    <a:lnTo>
                      <a:pt x="41338" y="685990"/>
                    </a:lnTo>
                    <a:lnTo>
                      <a:pt x="45019" y="656826"/>
                    </a:lnTo>
                    <a:lnTo>
                      <a:pt x="47636" y="632055"/>
                    </a:lnTo>
                    <a:lnTo>
                      <a:pt x="49201" y="611677"/>
                    </a:lnTo>
                    <a:lnTo>
                      <a:pt x="49720" y="595693"/>
                    </a:lnTo>
                    <a:lnTo>
                      <a:pt x="48898" y="572686"/>
                    </a:lnTo>
                    <a:lnTo>
                      <a:pt x="36576" y="522255"/>
                    </a:lnTo>
                    <a:lnTo>
                      <a:pt x="0" y="496824"/>
                    </a:lnTo>
                    <a:lnTo>
                      <a:pt x="0" y="484632"/>
                    </a:lnTo>
                    <a:lnTo>
                      <a:pt x="36576" y="459486"/>
                    </a:lnTo>
                    <a:lnTo>
                      <a:pt x="48898" y="408908"/>
                    </a:lnTo>
                    <a:lnTo>
                      <a:pt x="49720" y="385762"/>
                    </a:lnTo>
                    <a:lnTo>
                      <a:pt x="49201" y="369901"/>
                    </a:lnTo>
                    <a:lnTo>
                      <a:pt x="47636" y="349603"/>
                    </a:lnTo>
                    <a:lnTo>
                      <a:pt x="45019" y="324857"/>
                    </a:lnTo>
                    <a:lnTo>
                      <a:pt x="37643" y="266168"/>
                    </a:lnTo>
                    <a:lnTo>
                      <a:pt x="34992" y="240422"/>
                    </a:lnTo>
                    <a:lnTo>
                      <a:pt x="33395" y="218409"/>
                    </a:lnTo>
                    <a:lnTo>
                      <a:pt x="32861" y="200120"/>
                    </a:lnTo>
                    <a:lnTo>
                      <a:pt x="34627" y="157614"/>
                    </a:lnTo>
                    <a:lnTo>
                      <a:pt x="39921" y="119824"/>
                    </a:lnTo>
                    <a:lnTo>
                      <a:pt x="61055" y="58388"/>
                    </a:lnTo>
                    <a:lnTo>
                      <a:pt x="91559" y="17799"/>
                    </a:lnTo>
                    <a:lnTo>
                      <a:pt x="126777" y="0"/>
                    </a:lnTo>
                    <a:lnTo>
                      <a:pt x="126777" y="12191"/>
                    </a:lnTo>
                    <a:lnTo>
                      <a:pt x="111775" y="19121"/>
                    </a:lnTo>
                    <a:lnTo>
                      <a:pt x="98345" y="30622"/>
                    </a:lnTo>
                    <a:lnTo>
                      <a:pt x="76200" y="67341"/>
                    </a:lnTo>
                    <a:lnTo>
                      <a:pt x="61924" y="120634"/>
                    </a:lnTo>
                    <a:lnTo>
                      <a:pt x="57150" y="188499"/>
                    </a:lnTo>
                    <a:lnTo>
                      <a:pt x="57632" y="209017"/>
                    </a:lnTo>
                    <a:lnTo>
                      <a:pt x="59078" y="232267"/>
                    </a:lnTo>
                    <a:lnTo>
                      <a:pt x="61489" y="258231"/>
                    </a:lnTo>
                    <a:lnTo>
                      <a:pt x="64865" y="286892"/>
                    </a:lnTo>
                    <a:lnTo>
                      <a:pt x="68240" y="314487"/>
                    </a:lnTo>
                    <a:lnTo>
                      <a:pt x="70651" y="337125"/>
                    </a:lnTo>
                    <a:lnTo>
                      <a:pt x="72098" y="354816"/>
                    </a:lnTo>
                    <a:lnTo>
                      <a:pt x="72580" y="367569"/>
                    </a:lnTo>
                    <a:lnTo>
                      <a:pt x="71758" y="389379"/>
                    </a:lnTo>
                    <a:lnTo>
                      <a:pt x="65186" y="428461"/>
                    </a:lnTo>
                    <a:lnTo>
                      <a:pt x="43934" y="473285"/>
                    </a:lnTo>
                    <a:lnTo>
                      <a:pt x="23717" y="489299"/>
                    </a:lnTo>
                    <a:lnTo>
                      <a:pt x="23717" y="492347"/>
                    </a:lnTo>
                    <a:lnTo>
                      <a:pt x="52274" y="520824"/>
                    </a:lnTo>
                    <a:lnTo>
                      <a:pt x="69294" y="572095"/>
                    </a:lnTo>
                    <a:lnTo>
                      <a:pt x="72580" y="614076"/>
                    </a:lnTo>
                    <a:lnTo>
                      <a:pt x="72098" y="626898"/>
                    </a:lnTo>
                    <a:lnTo>
                      <a:pt x="70651" y="644640"/>
                    </a:lnTo>
                    <a:lnTo>
                      <a:pt x="68240" y="667293"/>
                    </a:lnTo>
                    <a:lnTo>
                      <a:pt x="64865" y="694848"/>
                    </a:lnTo>
                    <a:lnTo>
                      <a:pt x="61489" y="723493"/>
                    </a:lnTo>
                    <a:lnTo>
                      <a:pt x="59078" y="749415"/>
                    </a:lnTo>
                    <a:lnTo>
                      <a:pt x="57632" y="772604"/>
                    </a:lnTo>
                    <a:lnTo>
                      <a:pt x="57150" y="793051"/>
                    </a:lnTo>
                    <a:lnTo>
                      <a:pt x="58345" y="828914"/>
                    </a:lnTo>
                    <a:lnTo>
                      <a:pt x="67879" y="889532"/>
                    </a:lnTo>
                    <a:lnTo>
                      <a:pt x="86487" y="934933"/>
                    </a:lnTo>
                    <a:lnTo>
                      <a:pt x="126777" y="969264"/>
                    </a:lnTo>
                    <a:lnTo>
                      <a:pt x="126777" y="9814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1823421" y="4034454"/>
                <a:ext cx="76648" cy="135815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1975721" y="4029075"/>
                <a:ext cx="160175" cy="185569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2528048" y="4076140"/>
                <a:ext cx="140773" cy="95474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2733786" y="4076140"/>
                <a:ext cx="92785" cy="94129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2967598" y="4044035"/>
                <a:ext cx="121780" cy="136991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3166950" y="4035797"/>
                <a:ext cx="110181" cy="13447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0" name="object 40"/>
              <p:cNvSpPr txBox="1"/>
              <p:nvPr/>
            </p:nvSpPr>
            <p:spPr>
              <a:xfrm>
                <a:off x="1140311" y="4015172"/>
                <a:ext cx="2254063" cy="443002"/>
              </a:xfrm>
              <a:prstGeom prst="rect">
                <a:avLst/>
              </a:prstGeom>
            </p:spPr>
            <p:txBody>
              <a:bodyPr vert="horz" wrap="square" lIns="0" tIns="50987" rIns="0" bIns="0" rtlCol="0">
                <a:spAutoFit/>
              </a:bodyPr>
              <a:lstStyle/>
              <a:p>
                <a:pPr marL="1015867" algn="ctr">
                  <a:spcBef>
                    <a:spcPts val="401"/>
                  </a:spcBef>
                  <a:tabLst>
                    <a:tab pos="1183965" algn="l"/>
                  </a:tabLst>
                </a:pPr>
                <a:r>
                  <a:rPr sz="1147" spc="75" dirty="0">
                    <a:latin typeface="Lucida Sans Unicode"/>
                    <a:cs typeface="Lucida Sans Unicode"/>
                  </a:rPr>
                  <a:t>i	i</a:t>
                </a:r>
                <a:endParaRPr sz="1147" dirty="0">
                  <a:latin typeface="Lucida Sans Unicode"/>
                  <a:cs typeface="Lucida Sans Unicode"/>
                </a:endParaRPr>
              </a:p>
              <a:p>
                <a:pPr marL="169778" algn="ctr">
                  <a:spcBef>
                    <a:spcPts val="318"/>
                  </a:spcBef>
                </a:pPr>
                <a:r>
                  <a:rPr sz="1147" spc="75" dirty="0">
                    <a:latin typeface="Lucida Sans Unicode"/>
                    <a:cs typeface="Lucida Sans Unicode"/>
                  </a:rPr>
                  <a:t>i</a:t>
                </a:r>
                <a:endParaRPr sz="1147" dirty="0">
                  <a:latin typeface="Lucida Sans Unicode"/>
                  <a:cs typeface="Lucida Sans Unicode"/>
                </a:endParaRPr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298153" y="4498377"/>
                <a:ext cx="86006" cy="137160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2453668" y="4492999"/>
                <a:ext cx="336176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61925">
                    <a:moveTo>
                      <a:pt x="33908" y="161544"/>
                    </a:moveTo>
                    <a:lnTo>
                      <a:pt x="2214" y="140112"/>
                    </a:lnTo>
                    <a:lnTo>
                      <a:pt x="0" y="124396"/>
                    </a:lnTo>
                    <a:lnTo>
                      <a:pt x="267" y="118428"/>
                    </a:lnTo>
                    <a:lnTo>
                      <a:pt x="13247" y="80187"/>
                    </a:lnTo>
                    <a:lnTo>
                      <a:pt x="44358" y="55244"/>
                    </a:lnTo>
                    <a:lnTo>
                      <a:pt x="64008" y="51816"/>
                    </a:lnTo>
                    <a:lnTo>
                      <a:pt x="73056" y="51911"/>
                    </a:lnTo>
                    <a:lnTo>
                      <a:pt x="79819" y="53721"/>
                    </a:lnTo>
                    <a:lnTo>
                      <a:pt x="88868" y="60864"/>
                    </a:lnTo>
                    <a:lnTo>
                      <a:pt x="60007" y="60960"/>
                    </a:lnTo>
                    <a:lnTo>
                      <a:pt x="52577" y="61055"/>
                    </a:lnTo>
                    <a:lnTo>
                      <a:pt x="25433" y="93215"/>
                    </a:lnTo>
                    <a:lnTo>
                      <a:pt x="22288" y="102107"/>
                    </a:lnTo>
                    <a:lnTo>
                      <a:pt x="73017" y="102107"/>
                    </a:lnTo>
                    <a:lnTo>
                      <a:pt x="63299" y="106121"/>
                    </a:lnTo>
                    <a:lnTo>
                      <a:pt x="51172" y="109025"/>
                    </a:lnTo>
                    <a:lnTo>
                      <a:pt x="36867" y="110732"/>
                    </a:lnTo>
                    <a:lnTo>
                      <a:pt x="20383" y="111251"/>
                    </a:lnTo>
                    <a:lnTo>
                      <a:pt x="19526" y="115823"/>
                    </a:lnTo>
                    <a:lnTo>
                      <a:pt x="19050" y="120586"/>
                    </a:lnTo>
                    <a:lnTo>
                      <a:pt x="19050" y="133540"/>
                    </a:lnTo>
                    <a:lnTo>
                      <a:pt x="20573" y="139255"/>
                    </a:lnTo>
                    <a:lnTo>
                      <a:pt x="23621" y="142684"/>
                    </a:lnTo>
                    <a:lnTo>
                      <a:pt x="26669" y="146208"/>
                    </a:lnTo>
                    <a:lnTo>
                      <a:pt x="31718" y="147922"/>
                    </a:lnTo>
                    <a:lnTo>
                      <a:pt x="70570" y="147922"/>
                    </a:lnTo>
                    <a:lnTo>
                      <a:pt x="65354" y="151981"/>
                    </a:lnTo>
                    <a:lnTo>
                      <a:pt x="59816" y="155448"/>
                    </a:lnTo>
                    <a:lnTo>
                      <a:pt x="54027" y="158168"/>
                    </a:lnTo>
                    <a:lnTo>
                      <a:pt x="47791" y="160067"/>
                    </a:lnTo>
                    <a:lnTo>
                      <a:pt x="41091" y="161181"/>
                    </a:lnTo>
                    <a:lnTo>
                      <a:pt x="33908" y="161544"/>
                    </a:lnTo>
                    <a:close/>
                  </a:path>
                  <a:path w="381000" h="161925">
                    <a:moveTo>
                      <a:pt x="73017" y="102107"/>
                    </a:moveTo>
                    <a:lnTo>
                      <a:pt x="22288" y="102107"/>
                    </a:lnTo>
                    <a:lnTo>
                      <a:pt x="29877" y="101945"/>
                    </a:lnTo>
                    <a:lnTo>
                      <a:pt x="36921" y="101453"/>
                    </a:lnTo>
                    <a:lnTo>
                      <a:pt x="66675" y="90963"/>
                    </a:lnTo>
                    <a:lnTo>
                      <a:pt x="70675" y="87153"/>
                    </a:lnTo>
                    <a:lnTo>
                      <a:pt x="72675" y="81820"/>
                    </a:lnTo>
                    <a:lnTo>
                      <a:pt x="72675" y="70770"/>
                    </a:lnTo>
                    <a:lnTo>
                      <a:pt x="60007" y="60960"/>
                    </a:lnTo>
                    <a:lnTo>
                      <a:pt x="88905" y="60960"/>
                    </a:lnTo>
                    <a:lnTo>
                      <a:pt x="91058" y="66484"/>
                    </a:lnTo>
                    <a:lnTo>
                      <a:pt x="90987" y="74580"/>
                    </a:lnTo>
                    <a:lnTo>
                      <a:pt x="89950" y="82831"/>
                    </a:lnTo>
                    <a:lnTo>
                      <a:pt x="86617" y="90440"/>
                    </a:lnTo>
                    <a:lnTo>
                      <a:pt x="81053" y="96833"/>
                    </a:lnTo>
                    <a:lnTo>
                      <a:pt x="73247" y="102012"/>
                    </a:lnTo>
                    <a:lnTo>
                      <a:pt x="73017" y="102107"/>
                    </a:lnTo>
                    <a:close/>
                  </a:path>
                  <a:path w="381000" h="161925">
                    <a:moveTo>
                      <a:pt x="70570" y="147922"/>
                    </a:moveTo>
                    <a:lnTo>
                      <a:pt x="45434" y="147922"/>
                    </a:lnTo>
                    <a:lnTo>
                      <a:pt x="51720" y="146494"/>
                    </a:lnTo>
                    <a:lnTo>
                      <a:pt x="57245" y="143446"/>
                    </a:lnTo>
                    <a:lnTo>
                      <a:pt x="62769" y="140493"/>
                    </a:lnTo>
                    <a:lnTo>
                      <a:pt x="68675" y="135826"/>
                    </a:lnTo>
                    <a:lnTo>
                      <a:pt x="74771" y="129539"/>
                    </a:lnTo>
                    <a:lnTo>
                      <a:pt x="81629" y="136778"/>
                    </a:lnTo>
                    <a:lnTo>
                      <a:pt x="76221" y="142684"/>
                    </a:lnTo>
                    <a:lnTo>
                      <a:pt x="70830" y="147720"/>
                    </a:lnTo>
                    <a:lnTo>
                      <a:pt x="70570" y="147922"/>
                    </a:lnTo>
                    <a:close/>
                  </a:path>
                  <a:path w="381000" h="161925">
                    <a:moveTo>
                      <a:pt x="45434" y="147922"/>
                    </a:moveTo>
                    <a:lnTo>
                      <a:pt x="31718" y="147922"/>
                    </a:lnTo>
                    <a:lnTo>
                      <a:pt x="38576" y="147828"/>
                    </a:lnTo>
                    <a:lnTo>
                      <a:pt x="45434" y="147922"/>
                    </a:lnTo>
                    <a:close/>
                  </a:path>
                  <a:path w="381000" h="161925">
                    <a:moveTo>
                      <a:pt x="138112" y="161544"/>
                    </a:moveTo>
                    <a:lnTo>
                      <a:pt x="127634" y="161544"/>
                    </a:lnTo>
                    <a:lnTo>
                      <a:pt x="123729" y="159924"/>
                    </a:lnTo>
                    <a:lnTo>
                      <a:pt x="117919" y="152971"/>
                    </a:lnTo>
                    <a:lnTo>
                      <a:pt x="116522" y="148780"/>
                    </a:lnTo>
                    <a:lnTo>
                      <a:pt x="116493" y="137255"/>
                    </a:lnTo>
                    <a:lnTo>
                      <a:pt x="117443" y="130778"/>
                    </a:lnTo>
                    <a:lnTo>
                      <a:pt x="119538" y="121253"/>
                    </a:lnTo>
                    <a:lnTo>
                      <a:pt x="139541" y="32194"/>
                    </a:lnTo>
                    <a:lnTo>
                      <a:pt x="140493" y="28384"/>
                    </a:lnTo>
                    <a:lnTo>
                      <a:pt x="141065" y="25241"/>
                    </a:lnTo>
                    <a:lnTo>
                      <a:pt x="141827" y="20574"/>
                    </a:lnTo>
                    <a:lnTo>
                      <a:pt x="142017" y="18383"/>
                    </a:lnTo>
                    <a:lnTo>
                      <a:pt x="142017" y="14192"/>
                    </a:lnTo>
                    <a:lnTo>
                      <a:pt x="141636" y="12477"/>
                    </a:lnTo>
                    <a:lnTo>
                      <a:pt x="140779" y="11334"/>
                    </a:lnTo>
                    <a:lnTo>
                      <a:pt x="140017" y="10191"/>
                    </a:lnTo>
                    <a:lnTo>
                      <a:pt x="129063" y="7619"/>
                    </a:lnTo>
                    <a:lnTo>
                      <a:pt x="130397" y="1524"/>
                    </a:lnTo>
                    <a:lnTo>
                      <a:pt x="158495" y="0"/>
                    </a:lnTo>
                    <a:lnTo>
                      <a:pt x="165068" y="0"/>
                    </a:lnTo>
                    <a:lnTo>
                      <a:pt x="137636" y="124205"/>
                    </a:lnTo>
                    <a:lnTo>
                      <a:pt x="136016" y="131730"/>
                    </a:lnTo>
                    <a:lnTo>
                      <a:pt x="135159" y="137255"/>
                    </a:lnTo>
                    <a:lnTo>
                      <a:pt x="135159" y="143922"/>
                    </a:lnTo>
                    <a:lnTo>
                      <a:pt x="135731" y="146113"/>
                    </a:lnTo>
                    <a:lnTo>
                      <a:pt x="137636" y="148780"/>
                    </a:lnTo>
                    <a:lnTo>
                      <a:pt x="139160" y="149447"/>
                    </a:lnTo>
                    <a:lnTo>
                      <a:pt x="158300" y="149447"/>
                    </a:lnTo>
                    <a:lnTo>
                      <a:pt x="152304" y="154781"/>
                    </a:lnTo>
                    <a:lnTo>
                      <a:pt x="147732" y="157447"/>
                    </a:lnTo>
                    <a:lnTo>
                      <a:pt x="143160" y="160210"/>
                    </a:lnTo>
                    <a:lnTo>
                      <a:pt x="138112" y="161544"/>
                    </a:lnTo>
                    <a:close/>
                  </a:path>
                  <a:path w="381000" h="161925">
                    <a:moveTo>
                      <a:pt x="158300" y="149447"/>
                    </a:moveTo>
                    <a:lnTo>
                      <a:pt x="143541" y="149447"/>
                    </a:lnTo>
                    <a:lnTo>
                      <a:pt x="145922" y="148495"/>
                    </a:lnTo>
                    <a:lnTo>
                      <a:pt x="148399" y="146589"/>
                    </a:lnTo>
                    <a:lnTo>
                      <a:pt x="150875" y="144780"/>
                    </a:lnTo>
                    <a:lnTo>
                      <a:pt x="154495" y="141160"/>
                    </a:lnTo>
                    <a:lnTo>
                      <a:pt x="159067" y="135635"/>
                    </a:lnTo>
                    <a:lnTo>
                      <a:pt x="165449" y="141922"/>
                    </a:lnTo>
                    <a:lnTo>
                      <a:pt x="158300" y="149447"/>
                    </a:lnTo>
                    <a:close/>
                  </a:path>
                  <a:path w="381000" h="161925">
                    <a:moveTo>
                      <a:pt x="143541" y="149447"/>
                    </a:moveTo>
                    <a:lnTo>
                      <a:pt x="139160" y="149447"/>
                    </a:lnTo>
                    <a:lnTo>
                      <a:pt x="141255" y="149351"/>
                    </a:lnTo>
                    <a:lnTo>
                      <a:pt x="143541" y="149447"/>
                    </a:lnTo>
                    <a:close/>
                  </a:path>
                  <a:path w="381000" h="161925">
                    <a:moveTo>
                      <a:pt x="247935" y="152495"/>
                    </a:moveTo>
                    <a:lnTo>
                      <a:pt x="223170" y="152495"/>
                    </a:lnTo>
                    <a:lnTo>
                      <a:pt x="228695" y="150971"/>
                    </a:lnTo>
                    <a:lnTo>
                      <a:pt x="232820" y="147732"/>
                    </a:lnTo>
                    <a:lnTo>
                      <a:pt x="236696" y="144780"/>
                    </a:lnTo>
                    <a:lnTo>
                      <a:pt x="238601" y="140398"/>
                    </a:lnTo>
                    <a:lnTo>
                      <a:pt x="238551" y="131064"/>
                    </a:lnTo>
                    <a:lnTo>
                      <a:pt x="213645" y="107632"/>
                    </a:lnTo>
                    <a:lnTo>
                      <a:pt x="209073" y="104488"/>
                    </a:lnTo>
                    <a:lnTo>
                      <a:pt x="205835" y="101631"/>
                    </a:lnTo>
                    <a:lnTo>
                      <a:pt x="202596" y="98869"/>
                    </a:lnTo>
                    <a:lnTo>
                      <a:pt x="200215" y="95821"/>
                    </a:lnTo>
                    <a:lnTo>
                      <a:pt x="198596" y="92487"/>
                    </a:lnTo>
                    <a:lnTo>
                      <a:pt x="196976" y="89249"/>
                    </a:lnTo>
                    <a:lnTo>
                      <a:pt x="196119" y="85344"/>
                    </a:lnTo>
                    <a:lnTo>
                      <a:pt x="196119" y="75247"/>
                    </a:lnTo>
                    <a:lnTo>
                      <a:pt x="197738" y="70103"/>
                    </a:lnTo>
                    <a:lnTo>
                      <a:pt x="234981" y="51816"/>
                    </a:lnTo>
                    <a:lnTo>
                      <a:pt x="241934" y="51911"/>
                    </a:lnTo>
                    <a:lnTo>
                      <a:pt x="270891" y="57340"/>
                    </a:lnTo>
                    <a:lnTo>
                      <a:pt x="270111" y="60960"/>
                    </a:lnTo>
                    <a:lnTo>
                      <a:pt x="233552" y="60960"/>
                    </a:lnTo>
                    <a:lnTo>
                      <a:pt x="227742" y="61055"/>
                    </a:lnTo>
                    <a:lnTo>
                      <a:pt x="222979" y="62579"/>
                    </a:lnTo>
                    <a:lnTo>
                      <a:pt x="219247" y="65627"/>
                    </a:lnTo>
                    <a:lnTo>
                      <a:pt x="215741" y="68580"/>
                    </a:lnTo>
                    <a:lnTo>
                      <a:pt x="213836" y="72389"/>
                    </a:lnTo>
                    <a:lnTo>
                      <a:pt x="213836" y="79819"/>
                    </a:lnTo>
                    <a:lnTo>
                      <a:pt x="214312" y="82200"/>
                    </a:lnTo>
                    <a:lnTo>
                      <a:pt x="215264" y="84201"/>
                    </a:lnTo>
                    <a:lnTo>
                      <a:pt x="216217" y="86296"/>
                    </a:lnTo>
                    <a:lnTo>
                      <a:pt x="218027" y="88487"/>
                    </a:lnTo>
                    <a:lnTo>
                      <a:pt x="220884" y="90868"/>
                    </a:lnTo>
                    <a:lnTo>
                      <a:pt x="223742" y="93344"/>
                    </a:lnTo>
                    <a:lnTo>
                      <a:pt x="228123" y="96202"/>
                    </a:lnTo>
                    <a:lnTo>
                      <a:pt x="234029" y="99631"/>
                    </a:lnTo>
                    <a:lnTo>
                      <a:pt x="238791" y="102489"/>
                    </a:lnTo>
                    <a:lnTo>
                      <a:pt x="256698" y="137445"/>
                    </a:lnTo>
                    <a:lnTo>
                      <a:pt x="254984" y="143065"/>
                    </a:lnTo>
                    <a:lnTo>
                      <a:pt x="251389" y="147828"/>
                    </a:lnTo>
                    <a:lnTo>
                      <a:pt x="247935" y="152495"/>
                    </a:lnTo>
                    <a:close/>
                  </a:path>
                  <a:path w="381000" h="161925">
                    <a:moveTo>
                      <a:pt x="265842" y="80771"/>
                    </a:moveTo>
                    <a:lnTo>
                      <a:pt x="256793" y="80771"/>
                    </a:lnTo>
                    <a:lnTo>
                      <a:pt x="256031" y="74390"/>
                    </a:lnTo>
                    <a:lnTo>
                      <a:pt x="253841" y="69532"/>
                    </a:lnTo>
                    <a:lnTo>
                      <a:pt x="249712" y="65532"/>
                    </a:lnTo>
                    <a:lnTo>
                      <a:pt x="246792" y="62770"/>
                    </a:lnTo>
                    <a:lnTo>
                      <a:pt x="241172" y="61055"/>
                    </a:lnTo>
                    <a:lnTo>
                      <a:pt x="233552" y="60960"/>
                    </a:lnTo>
                    <a:lnTo>
                      <a:pt x="270111" y="60960"/>
                    </a:lnTo>
                    <a:lnTo>
                      <a:pt x="265842" y="80771"/>
                    </a:lnTo>
                    <a:close/>
                  </a:path>
                  <a:path w="381000" h="161925">
                    <a:moveTo>
                      <a:pt x="224123" y="161544"/>
                    </a:moveTo>
                    <a:lnTo>
                      <a:pt x="210216" y="161544"/>
                    </a:lnTo>
                    <a:lnTo>
                      <a:pt x="204120" y="161162"/>
                    </a:lnTo>
                    <a:lnTo>
                      <a:pt x="198119" y="160210"/>
                    </a:lnTo>
                    <a:lnTo>
                      <a:pt x="192214" y="159353"/>
                    </a:lnTo>
                    <a:lnTo>
                      <a:pt x="185546" y="157733"/>
                    </a:lnTo>
                    <a:lnTo>
                      <a:pt x="178212" y="155448"/>
                    </a:lnTo>
                    <a:lnTo>
                      <a:pt x="183546" y="131064"/>
                    </a:lnTo>
                    <a:lnTo>
                      <a:pt x="192309" y="131064"/>
                    </a:lnTo>
                    <a:lnTo>
                      <a:pt x="192690" y="138207"/>
                    </a:lnTo>
                    <a:lnTo>
                      <a:pt x="194691" y="143541"/>
                    </a:lnTo>
                    <a:lnTo>
                      <a:pt x="199187" y="147828"/>
                    </a:lnTo>
                    <a:lnTo>
                      <a:pt x="202120" y="150685"/>
                    </a:lnTo>
                    <a:lnTo>
                      <a:pt x="208025" y="152495"/>
                    </a:lnTo>
                    <a:lnTo>
                      <a:pt x="247935" y="152495"/>
                    </a:lnTo>
                    <a:lnTo>
                      <a:pt x="243173" y="155924"/>
                    </a:lnTo>
                    <a:lnTo>
                      <a:pt x="230981" y="160496"/>
                    </a:lnTo>
                    <a:lnTo>
                      <a:pt x="224123" y="161544"/>
                    </a:lnTo>
                    <a:close/>
                  </a:path>
                  <a:path w="381000" h="161925">
                    <a:moveTo>
                      <a:pt x="223170" y="152495"/>
                    </a:moveTo>
                    <a:lnTo>
                      <a:pt x="208025" y="152495"/>
                    </a:lnTo>
                    <a:lnTo>
                      <a:pt x="216026" y="152400"/>
                    </a:lnTo>
                    <a:lnTo>
                      <a:pt x="223170" y="152495"/>
                    </a:lnTo>
                    <a:close/>
                  </a:path>
                  <a:path w="381000" h="161925">
                    <a:moveTo>
                      <a:pt x="323468" y="161544"/>
                    </a:moveTo>
                    <a:lnTo>
                      <a:pt x="291774" y="140112"/>
                    </a:lnTo>
                    <a:lnTo>
                      <a:pt x="289559" y="124396"/>
                    </a:lnTo>
                    <a:lnTo>
                      <a:pt x="289827" y="118428"/>
                    </a:lnTo>
                    <a:lnTo>
                      <a:pt x="302807" y="80187"/>
                    </a:lnTo>
                    <a:lnTo>
                      <a:pt x="333918" y="55244"/>
                    </a:lnTo>
                    <a:lnTo>
                      <a:pt x="353567" y="51816"/>
                    </a:lnTo>
                    <a:lnTo>
                      <a:pt x="362616" y="51911"/>
                    </a:lnTo>
                    <a:lnTo>
                      <a:pt x="369379" y="53721"/>
                    </a:lnTo>
                    <a:lnTo>
                      <a:pt x="378428" y="60864"/>
                    </a:lnTo>
                    <a:lnTo>
                      <a:pt x="349567" y="60960"/>
                    </a:lnTo>
                    <a:lnTo>
                      <a:pt x="342137" y="61055"/>
                    </a:lnTo>
                    <a:lnTo>
                      <a:pt x="314993" y="93215"/>
                    </a:lnTo>
                    <a:lnTo>
                      <a:pt x="311848" y="102107"/>
                    </a:lnTo>
                    <a:lnTo>
                      <a:pt x="362577" y="102107"/>
                    </a:lnTo>
                    <a:lnTo>
                      <a:pt x="352859" y="106121"/>
                    </a:lnTo>
                    <a:lnTo>
                      <a:pt x="340732" y="109025"/>
                    </a:lnTo>
                    <a:lnTo>
                      <a:pt x="326427" y="110732"/>
                    </a:lnTo>
                    <a:lnTo>
                      <a:pt x="309943" y="111251"/>
                    </a:lnTo>
                    <a:lnTo>
                      <a:pt x="309086" y="115823"/>
                    </a:lnTo>
                    <a:lnTo>
                      <a:pt x="308609" y="120586"/>
                    </a:lnTo>
                    <a:lnTo>
                      <a:pt x="308609" y="133540"/>
                    </a:lnTo>
                    <a:lnTo>
                      <a:pt x="310133" y="139255"/>
                    </a:lnTo>
                    <a:lnTo>
                      <a:pt x="313181" y="142684"/>
                    </a:lnTo>
                    <a:lnTo>
                      <a:pt x="316229" y="146208"/>
                    </a:lnTo>
                    <a:lnTo>
                      <a:pt x="321278" y="147922"/>
                    </a:lnTo>
                    <a:lnTo>
                      <a:pt x="360130" y="147922"/>
                    </a:lnTo>
                    <a:lnTo>
                      <a:pt x="354914" y="151981"/>
                    </a:lnTo>
                    <a:lnTo>
                      <a:pt x="349376" y="155448"/>
                    </a:lnTo>
                    <a:lnTo>
                      <a:pt x="343587" y="158168"/>
                    </a:lnTo>
                    <a:lnTo>
                      <a:pt x="337351" y="160067"/>
                    </a:lnTo>
                    <a:lnTo>
                      <a:pt x="330651" y="161181"/>
                    </a:lnTo>
                    <a:lnTo>
                      <a:pt x="323468" y="161544"/>
                    </a:lnTo>
                    <a:close/>
                  </a:path>
                  <a:path w="381000" h="161925">
                    <a:moveTo>
                      <a:pt x="362577" y="102107"/>
                    </a:moveTo>
                    <a:lnTo>
                      <a:pt x="311848" y="102107"/>
                    </a:lnTo>
                    <a:lnTo>
                      <a:pt x="319437" y="101945"/>
                    </a:lnTo>
                    <a:lnTo>
                      <a:pt x="326481" y="101453"/>
                    </a:lnTo>
                    <a:lnTo>
                      <a:pt x="356234" y="90963"/>
                    </a:lnTo>
                    <a:lnTo>
                      <a:pt x="360235" y="87153"/>
                    </a:lnTo>
                    <a:lnTo>
                      <a:pt x="362235" y="81820"/>
                    </a:lnTo>
                    <a:lnTo>
                      <a:pt x="362235" y="70770"/>
                    </a:lnTo>
                    <a:lnTo>
                      <a:pt x="349567" y="60960"/>
                    </a:lnTo>
                    <a:lnTo>
                      <a:pt x="378465" y="60960"/>
                    </a:lnTo>
                    <a:lnTo>
                      <a:pt x="380618" y="66484"/>
                    </a:lnTo>
                    <a:lnTo>
                      <a:pt x="380547" y="74580"/>
                    </a:lnTo>
                    <a:lnTo>
                      <a:pt x="379510" y="82831"/>
                    </a:lnTo>
                    <a:lnTo>
                      <a:pt x="376177" y="90440"/>
                    </a:lnTo>
                    <a:lnTo>
                      <a:pt x="370613" y="96833"/>
                    </a:lnTo>
                    <a:lnTo>
                      <a:pt x="362807" y="102012"/>
                    </a:lnTo>
                    <a:lnTo>
                      <a:pt x="362577" y="102107"/>
                    </a:lnTo>
                    <a:close/>
                  </a:path>
                  <a:path w="381000" h="161925">
                    <a:moveTo>
                      <a:pt x="360130" y="147922"/>
                    </a:moveTo>
                    <a:lnTo>
                      <a:pt x="334994" y="147922"/>
                    </a:lnTo>
                    <a:lnTo>
                      <a:pt x="341280" y="146494"/>
                    </a:lnTo>
                    <a:lnTo>
                      <a:pt x="346805" y="143446"/>
                    </a:lnTo>
                    <a:lnTo>
                      <a:pt x="352329" y="140493"/>
                    </a:lnTo>
                    <a:lnTo>
                      <a:pt x="358235" y="135826"/>
                    </a:lnTo>
                    <a:lnTo>
                      <a:pt x="364331" y="129539"/>
                    </a:lnTo>
                    <a:lnTo>
                      <a:pt x="371189" y="136778"/>
                    </a:lnTo>
                    <a:lnTo>
                      <a:pt x="365781" y="142684"/>
                    </a:lnTo>
                    <a:lnTo>
                      <a:pt x="360390" y="147720"/>
                    </a:lnTo>
                    <a:lnTo>
                      <a:pt x="360130" y="147922"/>
                    </a:lnTo>
                    <a:close/>
                  </a:path>
                  <a:path w="381000" h="161925">
                    <a:moveTo>
                      <a:pt x="334994" y="147922"/>
                    </a:moveTo>
                    <a:lnTo>
                      <a:pt x="321278" y="147922"/>
                    </a:lnTo>
                    <a:lnTo>
                      <a:pt x="328136" y="147828"/>
                    </a:lnTo>
                    <a:lnTo>
                      <a:pt x="334994" y="14792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6633849" y="4162721"/>
            <a:ext cx="2902212" cy="2173158"/>
            <a:chOff x="5499847" y="4380042"/>
            <a:chExt cx="2902212" cy="2173158"/>
          </a:xfrm>
        </p:grpSpPr>
        <p:sp>
          <p:nvSpPr>
            <p:cNvPr id="46" name="object 46"/>
            <p:cNvSpPr/>
            <p:nvPr/>
          </p:nvSpPr>
          <p:spPr>
            <a:xfrm>
              <a:off x="6161443" y="4806314"/>
              <a:ext cx="1705534" cy="1331259"/>
            </a:xfrm>
            <a:custGeom>
              <a:avLst/>
              <a:gdLst/>
              <a:ahLst/>
              <a:cxnLst/>
              <a:rect l="l" t="t" r="r" b="b"/>
              <a:pathLst>
                <a:path w="1932940" h="1508759">
                  <a:moveTo>
                    <a:pt x="1932432" y="1508760"/>
                  </a:moveTo>
                  <a:lnTo>
                    <a:pt x="35051" y="789432"/>
                  </a:lnTo>
                  <a:lnTo>
                    <a:pt x="0" y="0"/>
                  </a:lnTo>
                  <a:lnTo>
                    <a:pt x="1909571" y="606552"/>
                  </a:lnTo>
                  <a:lnTo>
                    <a:pt x="1932432" y="1508760"/>
                  </a:lnTo>
                  <a:close/>
                </a:path>
              </a:pathLst>
            </a:custGeom>
            <a:solidFill>
              <a:srgbClr val="A50021">
                <a:alpha val="84765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5499847" y="4380042"/>
              <a:ext cx="2902212" cy="2173158"/>
              <a:chOff x="5499847" y="4380042"/>
              <a:chExt cx="2902212" cy="2173158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6152030" y="4494344"/>
                <a:ext cx="2238935" cy="847164"/>
              </a:xfrm>
              <a:custGeom>
                <a:avLst/>
                <a:gdLst/>
                <a:ahLst/>
                <a:cxnLst/>
                <a:rect l="l" t="t" r="r" b="b"/>
                <a:pathLst>
                  <a:path w="2537459" h="960120">
                    <a:moveTo>
                      <a:pt x="1920239" y="960120"/>
                    </a:moveTo>
                    <a:lnTo>
                      <a:pt x="0" y="320040"/>
                    </a:lnTo>
                    <a:lnTo>
                      <a:pt x="1028700" y="0"/>
                    </a:lnTo>
                    <a:lnTo>
                      <a:pt x="2537460" y="536447"/>
                    </a:lnTo>
                    <a:lnTo>
                      <a:pt x="1920239" y="960120"/>
                    </a:lnTo>
                    <a:close/>
                  </a:path>
                </a:pathLst>
              </a:custGeom>
              <a:solidFill>
                <a:srgbClr val="CC0000">
                  <a:alpha val="35937"/>
                </a:srgbClr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6147996" y="4482241"/>
                <a:ext cx="2254063" cy="869016"/>
              </a:xfrm>
              <a:custGeom>
                <a:avLst/>
                <a:gdLst/>
                <a:ahLst/>
                <a:cxnLst/>
                <a:rect l="l" t="t" r="r" b="b"/>
                <a:pathLst>
                  <a:path w="2554604" h="984885">
                    <a:moveTo>
                      <a:pt x="7620" y="345947"/>
                    </a:moveTo>
                    <a:lnTo>
                      <a:pt x="0" y="321563"/>
                    </a:lnTo>
                    <a:lnTo>
                      <a:pt x="1028700" y="1524"/>
                    </a:lnTo>
                    <a:lnTo>
                      <a:pt x="1031748" y="0"/>
                    </a:lnTo>
                    <a:lnTo>
                      <a:pt x="1034796" y="0"/>
                    </a:lnTo>
                    <a:lnTo>
                      <a:pt x="1036320" y="1524"/>
                    </a:lnTo>
                    <a:lnTo>
                      <a:pt x="1104705" y="25907"/>
                    </a:lnTo>
                    <a:lnTo>
                      <a:pt x="1028700" y="25907"/>
                    </a:lnTo>
                    <a:lnTo>
                      <a:pt x="1032256" y="27172"/>
                    </a:lnTo>
                    <a:lnTo>
                      <a:pt x="7620" y="345947"/>
                    </a:lnTo>
                    <a:close/>
                  </a:path>
                  <a:path w="2554604" h="984885">
                    <a:moveTo>
                      <a:pt x="1032256" y="27172"/>
                    </a:moveTo>
                    <a:lnTo>
                      <a:pt x="1028700" y="25907"/>
                    </a:lnTo>
                    <a:lnTo>
                      <a:pt x="1036320" y="25907"/>
                    </a:lnTo>
                    <a:lnTo>
                      <a:pt x="1032256" y="27172"/>
                    </a:lnTo>
                    <a:close/>
                  </a:path>
                  <a:path w="2554604" h="984885">
                    <a:moveTo>
                      <a:pt x="2514929" y="554345"/>
                    </a:moveTo>
                    <a:lnTo>
                      <a:pt x="1032256" y="27172"/>
                    </a:lnTo>
                    <a:lnTo>
                      <a:pt x="1036320" y="25907"/>
                    </a:lnTo>
                    <a:lnTo>
                      <a:pt x="1104705" y="25907"/>
                    </a:lnTo>
                    <a:lnTo>
                      <a:pt x="2545080" y="539495"/>
                    </a:lnTo>
                    <a:lnTo>
                      <a:pt x="2549652" y="541020"/>
                    </a:lnTo>
                    <a:lnTo>
                      <a:pt x="2534411" y="541020"/>
                    </a:lnTo>
                    <a:lnTo>
                      <a:pt x="2514929" y="554345"/>
                    </a:lnTo>
                    <a:close/>
                  </a:path>
                  <a:path w="2554604" h="984885">
                    <a:moveTo>
                      <a:pt x="2537460" y="562356"/>
                    </a:moveTo>
                    <a:lnTo>
                      <a:pt x="2514929" y="554345"/>
                    </a:lnTo>
                    <a:lnTo>
                      <a:pt x="2534411" y="541020"/>
                    </a:lnTo>
                    <a:lnTo>
                      <a:pt x="2537460" y="562356"/>
                    </a:lnTo>
                    <a:close/>
                  </a:path>
                  <a:path w="2554604" h="984885">
                    <a:moveTo>
                      <a:pt x="2545907" y="562356"/>
                    </a:moveTo>
                    <a:lnTo>
                      <a:pt x="2537460" y="562356"/>
                    </a:lnTo>
                    <a:lnTo>
                      <a:pt x="2534411" y="541020"/>
                    </a:lnTo>
                    <a:lnTo>
                      <a:pt x="2549652" y="541020"/>
                    </a:lnTo>
                    <a:lnTo>
                      <a:pt x="2554224" y="544068"/>
                    </a:lnTo>
                    <a:lnTo>
                      <a:pt x="2554224" y="553211"/>
                    </a:lnTo>
                    <a:lnTo>
                      <a:pt x="2552700" y="557783"/>
                    </a:lnTo>
                    <a:lnTo>
                      <a:pt x="2548127" y="560832"/>
                    </a:lnTo>
                    <a:lnTo>
                      <a:pt x="2545907" y="562356"/>
                    </a:lnTo>
                    <a:close/>
                  </a:path>
                  <a:path w="2554604" h="984885">
                    <a:moveTo>
                      <a:pt x="1930908" y="984503"/>
                    </a:moveTo>
                    <a:lnTo>
                      <a:pt x="1917192" y="963168"/>
                    </a:lnTo>
                    <a:lnTo>
                      <a:pt x="2514929" y="554345"/>
                    </a:lnTo>
                    <a:lnTo>
                      <a:pt x="2537460" y="562356"/>
                    </a:lnTo>
                    <a:lnTo>
                      <a:pt x="2545907" y="562356"/>
                    </a:lnTo>
                    <a:lnTo>
                      <a:pt x="1930908" y="984503"/>
                    </a:lnTo>
                    <a:close/>
                  </a:path>
                </a:pathLst>
              </a:custGeom>
              <a:solidFill>
                <a:srgbClr val="385D8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506571" y="5512285"/>
                <a:ext cx="2369484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2685415" h="1165859">
                    <a:moveTo>
                      <a:pt x="0" y="492252"/>
                    </a:moveTo>
                    <a:lnTo>
                      <a:pt x="765048" y="0"/>
                    </a:lnTo>
                    <a:lnTo>
                      <a:pt x="2015436" y="469392"/>
                    </a:lnTo>
                    <a:lnTo>
                      <a:pt x="68580" y="469392"/>
                    </a:lnTo>
                    <a:lnTo>
                      <a:pt x="0" y="492252"/>
                    </a:lnTo>
                    <a:close/>
                  </a:path>
                  <a:path w="2685415" h="1165859">
                    <a:moveTo>
                      <a:pt x="1816607" y="1165860"/>
                    </a:moveTo>
                    <a:lnTo>
                      <a:pt x="68580" y="469392"/>
                    </a:lnTo>
                    <a:lnTo>
                      <a:pt x="2015436" y="469392"/>
                    </a:lnTo>
                    <a:lnTo>
                      <a:pt x="2685287" y="720852"/>
                    </a:lnTo>
                    <a:lnTo>
                      <a:pt x="1816607" y="1165860"/>
                    </a:lnTo>
                    <a:close/>
                  </a:path>
                </a:pathLst>
              </a:custGeom>
              <a:solidFill>
                <a:srgbClr val="CC0000">
                  <a:alpha val="43750"/>
                </a:srgbClr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5499847" y="5501528"/>
                <a:ext cx="2388534" cy="1051672"/>
              </a:xfrm>
              <a:custGeom>
                <a:avLst/>
                <a:gdLst/>
                <a:ahLst/>
                <a:cxnLst/>
                <a:rect l="l" t="t" r="r" b="b"/>
                <a:pathLst>
                  <a:path w="2707004" h="1191895">
                    <a:moveTo>
                      <a:pt x="13716" y="515112"/>
                    </a:moveTo>
                    <a:lnTo>
                      <a:pt x="0" y="493776"/>
                    </a:lnTo>
                    <a:lnTo>
                      <a:pt x="766572" y="1524"/>
                    </a:lnTo>
                    <a:lnTo>
                      <a:pt x="769620" y="0"/>
                    </a:lnTo>
                    <a:lnTo>
                      <a:pt x="774192" y="0"/>
                    </a:lnTo>
                    <a:lnTo>
                      <a:pt x="777240" y="1524"/>
                    </a:lnTo>
                    <a:lnTo>
                      <a:pt x="834196" y="22860"/>
                    </a:lnTo>
                    <a:lnTo>
                      <a:pt x="780288" y="22860"/>
                    </a:lnTo>
                    <a:lnTo>
                      <a:pt x="768096" y="24384"/>
                    </a:lnTo>
                    <a:lnTo>
                      <a:pt x="774292" y="26710"/>
                    </a:lnTo>
                    <a:lnTo>
                      <a:pt x="84914" y="469392"/>
                    </a:lnTo>
                    <a:lnTo>
                      <a:pt x="80772" y="469392"/>
                    </a:lnTo>
                    <a:lnTo>
                      <a:pt x="79458" y="472895"/>
                    </a:lnTo>
                    <a:lnTo>
                      <a:pt x="13716" y="515112"/>
                    </a:lnTo>
                    <a:close/>
                  </a:path>
                  <a:path w="2707004" h="1191895">
                    <a:moveTo>
                      <a:pt x="774292" y="26710"/>
                    </a:moveTo>
                    <a:lnTo>
                      <a:pt x="768096" y="24384"/>
                    </a:lnTo>
                    <a:lnTo>
                      <a:pt x="780288" y="22860"/>
                    </a:lnTo>
                    <a:lnTo>
                      <a:pt x="774292" y="26710"/>
                    </a:lnTo>
                    <a:close/>
                  </a:path>
                  <a:path w="2707004" h="1191895">
                    <a:moveTo>
                      <a:pt x="2660039" y="734613"/>
                    </a:moveTo>
                    <a:lnTo>
                      <a:pt x="774292" y="26710"/>
                    </a:lnTo>
                    <a:lnTo>
                      <a:pt x="780288" y="22860"/>
                    </a:lnTo>
                    <a:lnTo>
                      <a:pt x="834196" y="22860"/>
                    </a:lnTo>
                    <a:lnTo>
                      <a:pt x="2697480" y="720852"/>
                    </a:lnTo>
                    <a:lnTo>
                      <a:pt x="2686811" y="720852"/>
                    </a:lnTo>
                    <a:lnTo>
                      <a:pt x="2660039" y="734613"/>
                    </a:lnTo>
                    <a:close/>
                  </a:path>
                  <a:path w="2707004" h="1191895">
                    <a:moveTo>
                      <a:pt x="79458" y="472895"/>
                    </a:moveTo>
                    <a:lnTo>
                      <a:pt x="80772" y="469392"/>
                    </a:lnTo>
                    <a:lnTo>
                      <a:pt x="83326" y="470411"/>
                    </a:lnTo>
                    <a:lnTo>
                      <a:pt x="79458" y="472895"/>
                    </a:lnTo>
                    <a:close/>
                  </a:path>
                  <a:path w="2707004" h="1191895">
                    <a:moveTo>
                      <a:pt x="83326" y="470411"/>
                    </a:moveTo>
                    <a:lnTo>
                      <a:pt x="80772" y="469392"/>
                    </a:lnTo>
                    <a:lnTo>
                      <a:pt x="84914" y="469392"/>
                    </a:lnTo>
                    <a:lnTo>
                      <a:pt x="83326" y="470411"/>
                    </a:lnTo>
                    <a:close/>
                  </a:path>
                  <a:path w="2707004" h="1191895">
                    <a:moveTo>
                      <a:pt x="1827276" y="1191768"/>
                    </a:moveTo>
                    <a:lnTo>
                      <a:pt x="1822704" y="1191768"/>
                    </a:lnTo>
                    <a:lnTo>
                      <a:pt x="1819655" y="1190244"/>
                    </a:lnTo>
                    <a:lnTo>
                      <a:pt x="71628" y="493776"/>
                    </a:lnTo>
                    <a:lnTo>
                      <a:pt x="79458" y="472895"/>
                    </a:lnTo>
                    <a:lnTo>
                      <a:pt x="83326" y="470411"/>
                    </a:lnTo>
                    <a:lnTo>
                      <a:pt x="1822796" y="1164986"/>
                    </a:lnTo>
                    <a:lnTo>
                      <a:pt x="1818132" y="1167384"/>
                    </a:lnTo>
                    <a:lnTo>
                      <a:pt x="1874795" y="1167384"/>
                    </a:lnTo>
                    <a:lnTo>
                      <a:pt x="1830324" y="1190244"/>
                    </a:lnTo>
                    <a:lnTo>
                      <a:pt x="1827276" y="1191768"/>
                    </a:lnTo>
                    <a:close/>
                  </a:path>
                  <a:path w="2707004" h="1191895">
                    <a:moveTo>
                      <a:pt x="2688335" y="745236"/>
                    </a:moveTo>
                    <a:lnTo>
                      <a:pt x="2660039" y="734613"/>
                    </a:lnTo>
                    <a:lnTo>
                      <a:pt x="2686811" y="720852"/>
                    </a:lnTo>
                    <a:lnTo>
                      <a:pt x="2688335" y="745236"/>
                    </a:lnTo>
                    <a:close/>
                  </a:path>
                  <a:path w="2707004" h="1191895">
                    <a:moveTo>
                      <a:pt x="2696039" y="745236"/>
                    </a:moveTo>
                    <a:lnTo>
                      <a:pt x="2688335" y="745236"/>
                    </a:lnTo>
                    <a:lnTo>
                      <a:pt x="2686811" y="720852"/>
                    </a:lnTo>
                    <a:lnTo>
                      <a:pt x="2697480" y="720852"/>
                    </a:lnTo>
                    <a:lnTo>
                      <a:pt x="2702052" y="722376"/>
                    </a:lnTo>
                    <a:lnTo>
                      <a:pt x="2705100" y="726948"/>
                    </a:lnTo>
                    <a:lnTo>
                      <a:pt x="2705100" y="731520"/>
                    </a:lnTo>
                    <a:lnTo>
                      <a:pt x="2706624" y="737616"/>
                    </a:lnTo>
                    <a:lnTo>
                      <a:pt x="2703576" y="742188"/>
                    </a:lnTo>
                    <a:lnTo>
                      <a:pt x="2699003" y="743712"/>
                    </a:lnTo>
                    <a:lnTo>
                      <a:pt x="2696039" y="745236"/>
                    </a:lnTo>
                    <a:close/>
                  </a:path>
                  <a:path w="2707004" h="1191895">
                    <a:moveTo>
                      <a:pt x="1874795" y="1167384"/>
                    </a:moveTo>
                    <a:lnTo>
                      <a:pt x="1828800" y="1167384"/>
                    </a:lnTo>
                    <a:lnTo>
                      <a:pt x="1822796" y="1164986"/>
                    </a:lnTo>
                    <a:lnTo>
                      <a:pt x="2660039" y="734613"/>
                    </a:lnTo>
                    <a:lnTo>
                      <a:pt x="2688335" y="745236"/>
                    </a:lnTo>
                    <a:lnTo>
                      <a:pt x="2696039" y="745236"/>
                    </a:lnTo>
                    <a:lnTo>
                      <a:pt x="1874795" y="1167384"/>
                    </a:lnTo>
                    <a:close/>
                  </a:path>
                  <a:path w="2707004" h="1191895">
                    <a:moveTo>
                      <a:pt x="1828800" y="1167384"/>
                    </a:moveTo>
                    <a:lnTo>
                      <a:pt x="1818132" y="1167384"/>
                    </a:lnTo>
                    <a:lnTo>
                      <a:pt x="1822796" y="1164986"/>
                    </a:lnTo>
                    <a:lnTo>
                      <a:pt x="1828800" y="1167384"/>
                    </a:lnTo>
                    <a:close/>
                  </a:path>
                </a:pathLst>
              </a:custGeom>
              <a:solidFill>
                <a:srgbClr val="385D8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6726218" y="4380042"/>
                <a:ext cx="100853" cy="162989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847215">
                    <a:moveTo>
                      <a:pt x="38100" y="114300"/>
                    </a:moveTo>
                    <a:lnTo>
                      <a:pt x="0" y="114300"/>
                    </a:lnTo>
                    <a:lnTo>
                      <a:pt x="57912" y="0"/>
                    </a:lnTo>
                    <a:lnTo>
                      <a:pt x="105277" y="96012"/>
                    </a:lnTo>
                    <a:lnTo>
                      <a:pt x="38100" y="96012"/>
                    </a:lnTo>
                    <a:lnTo>
                      <a:pt x="38100" y="114300"/>
                    </a:lnTo>
                    <a:close/>
                  </a:path>
                  <a:path w="114300" h="1847215">
                    <a:moveTo>
                      <a:pt x="76200" y="1847088"/>
                    </a:moveTo>
                    <a:lnTo>
                      <a:pt x="38100" y="1847088"/>
                    </a:lnTo>
                    <a:lnTo>
                      <a:pt x="38100" y="96012"/>
                    </a:lnTo>
                    <a:lnTo>
                      <a:pt x="76200" y="96012"/>
                    </a:lnTo>
                    <a:lnTo>
                      <a:pt x="76200" y="1847088"/>
                    </a:lnTo>
                    <a:close/>
                  </a:path>
                  <a:path w="114300" h="1847215">
                    <a:moveTo>
                      <a:pt x="114300" y="114300"/>
                    </a:moveTo>
                    <a:lnTo>
                      <a:pt x="76200" y="114300"/>
                    </a:lnTo>
                    <a:lnTo>
                      <a:pt x="76200" y="96012"/>
                    </a:lnTo>
                    <a:lnTo>
                      <a:pt x="105277" y="96012"/>
                    </a:lnTo>
                    <a:lnTo>
                      <a:pt x="114300" y="1143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6777317" y="5958728"/>
                <a:ext cx="1613647" cy="100853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114300">
                    <a:moveTo>
                      <a:pt x="1714500" y="114300"/>
                    </a:moveTo>
                    <a:lnTo>
                      <a:pt x="1714500" y="0"/>
                    </a:lnTo>
                    <a:lnTo>
                      <a:pt x="1789697" y="38100"/>
                    </a:lnTo>
                    <a:lnTo>
                      <a:pt x="1732788" y="38100"/>
                    </a:lnTo>
                    <a:lnTo>
                      <a:pt x="1732788" y="76200"/>
                    </a:lnTo>
                    <a:lnTo>
                      <a:pt x="1791729" y="76200"/>
                    </a:lnTo>
                    <a:lnTo>
                      <a:pt x="1714500" y="114300"/>
                    </a:lnTo>
                    <a:close/>
                  </a:path>
                  <a:path w="1828800" h="114300">
                    <a:moveTo>
                      <a:pt x="1714500" y="76200"/>
                    </a:moveTo>
                    <a:lnTo>
                      <a:pt x="0" y="76200"/>
                    </a:lnTo>
                    <a:lnTo>
                      <a:pt x="0" y="38100"/>
                    </a:lnTo>
                    <a:lnTo>
                      <a:pt x="1714500" y="38100"/>
                    </a:lnTo>
                    <a:lnTo>
                      <a:pt x="1714500" y="76200"/>
                    </a:lnTo>
                    <a:close/>
                  </a:path>
                  <a:path w="1828800" h="114300">
                    <a:moveTo>
                      <a:pt x="1791729" y="76200"/>
                    </a:moveTo>
                    <a:lnTo>
                      <a:pt x="1732788" y="76200"/>
                    </a:lnTo>
                    <a:lnTo>
                      <a:pt x="1732788" y="38100"/>
                    </a:lnTo>
                    <a:lnTo>
                      <a:pt x="1789697" y="38100"/>
                    </a:lnTo>
                    <a:lnTo>
                      <a:pt x="1828800" y="57912"/>
                    </a:lnTo>
                    <a:lnTo>
                      <a:pt x="1791729" y="762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6236745" y="4917925"/>
                <a:ext cx="555812" cy="1098737"/>
              </a:xfrm>
              <a:custGeom>
                <a:avLst/>
                <a:gdLst/>
                <a:ahLst/>
                <a:cxnLst/>
                <a:rect l="l" t="t" r="r" b="b"/>
                <a:pathLst>
                  <a:path w="629920" h="1245234">
                    <a:moveTo>
                      <a:pt x="0" y="128016"/>
                    </a:moveTo>
                    <a:lnTo>
                      <a:pt x="0" y="0"/>
                    </a:lnTo>
                    <a:lnTo>
                      <a:pt x="102108" y="76200"/>
                    </a:lnTo>
                    <a:lnTo>
                      <a:pt x="59436" y="76200"/>
                    </a:lnTo>
                    <a:lnTo>
                      <a:pt x="25908" y="92964"/>
                    </a:lnTo>
                    <a:lnTo>
                      <a:pt x="34569" y="110473"/>
                    </a:lnTo>
                    <a:lnTo>
                      <a:pt x="0" y="128016"/>
                    </a:lnTo>
                    <a:close/>
                  </a:path>
                  <a:path w="629920" h="1245234">
                    <a:moveTo>
                      <a:pt x="34569" y="110473"/>
                    </a:moveTo>
                    <a:lnTo>
                      <a:pt x="25908" y="92964"/>
                    </a:lnTo>
                    <a:lnTo>
                      <a:pt x="59436" y="76200"/>
                    </a:lnTo>
                    <a:lnTo>
                      <a:pt x="67998" y="93509"/>
                    </a:lnTo>
                    <a:lnTo>
                      <a:pt x="34569" y="110473"/>
                    </a:lnTo>
                    <a:close/>
                  </a:path>
                  <a:path w="629920" h="1245234">
                    <a:moveTo>
                      <a:pt x="67998" y="93509"/>
                    </a:moveTo>
                    <a:lnTo>
                      <a:pt x="59436" y="76200"/>
                    </a:lnTo>
                    <a:lnTo>
                      <a:pt x="102108" y="76200"/>
                    </a:lnTo>
                    <a:lnTo>
                      <a:pt x="67998" y="93509"/>
                    </a:lnTo>
                    <a:close/>
                  </a:path>
                  <a:path w="629920" h="1245234">
                    <a:moveTo>
                      <a:pt x="595884" y="1245108"/>
                    </a:moveTo>
                    <a:lnTo>
                      <a:pt x="34569" y="110473"/>
                    </a:lnTo>
                    <a:lnTo>
                      <a:pt x="67998" y="93509"/>
                    </a:lnTo>
                    <a:lnTo>
                      <a:pt x="629412" y="1228344"/>
                    </a:lnTo>
                    <a:lnTo>
                      <a:pt x="595884" y="124510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6150685" y="4795557"/>
                <a:ext cx="1726826" cy="1354231"/>
              </a:xfrm>
              <a:custGeom>
                <a:avLst/>
                <a:gdLst/>
                <a:ahLst/>
                <a:cxnLst/>
                <a:rect l="l" t="t" r="r" b="b"/>
                <a:pathLst>
                  <a:path w="1957070" h="1534795">
                    <a:moveTo>
                      <a:pt x="1947672" y="1534668"/>
                    </a:moveTo>
                    <a:lnTo>
                      <a:pt x="1943100" y="1534668"/>
                    </a:lnTo>
                    <a:lnTo>
                      <a:pt x="1940052" y="1533144"/>
                    </a:lnTo>
                    <a:lnTo>
                      <a:pt x="42672" y="813816"/>
                    </a:lnTo>
                    <a:lnTo>
                      <a:pt x="38100" y="812292"/>
                    </a:lnTo>
                    <a:lnTo>
                      <a:pt x="33528" y="807720"/>
                    </a:lnTo>
                    <a:lnTo>
                      <a:pt x="33528" y="801624"/>
                    </a:lnTo>
                    <a:lnTo>
                      <a:pt x="0" y="13716"/>
                    </a:lnTo>
                    <a:lnTo>
                      <a:pt x="0" y="9143"/>
                    </a:lnTo>
                    <a:lnTo>
                      <a:pt x="1524" y="4572"/>
                    </a:lnTo>
                    <a:lnTo>
                      <a:pt x="4572" y="3047"/>
                    </a:lnTo>
                    <a:lnTo>
                      <a:pt x="7620" y="0"/>
                    </a:lnTo>
                    <a:lnTo>
                      <a:pt x="16764" y="0"/>
                    </a:lnTo>
                    <a:lnTo>
                      <a:pt x="55116" y="12191"/>
                    </a:lnTo>
                    <a:lnTo>
                      <a:pt x="24384" y="12191"/>
                    </a:lnTo>
                    <a:lnTo>
                      <a:pt x="9144" y="24384"/>
                    </a:lnTo>
                    <a:lnTo>
                      <a:pt x="25151" y="29472"/>
                    </a:lnTo>
                    <a:lnTo>
                      <a:pt x="58894" y="789432"/>
                    </a:lnTo>
                    <a:lnTo>
                      <a:pt x="51816" y="789432"/>
                    </a:lnTo>
                    <a:lnTo>
                      <a:pt x="59436" y="801624"/>
                    </a:lnTo>
                    <a:lnTo>
                      <a:pt x="83906" y="801624"/>
                    </a:lnTo>
                    <a:lnTo>
                      <a:pt x="1930419" y="1503150"/>
                    </a:lnTo>
                    <a:lnTo>
                      <a:pt x="1930908" y="1522476"/>
                    </a:lnTo>
                    <a:lnTo>
                      <a:pt x="1956816" y="1522476"/>
                    </a:lnTo>
                    <a:lnTo>
                      <a:pt x="1956816" y="1525524"/>
                    </a:lnTo>
                    <a:lnTo>
                      <a:pt x="1955292" y="1530096"/>
                    </a:lnTo>
                    <a:lnTo>
                      <a:pt x="1950720" y="1531620"/>
                    </a:lnTo>
                    <a:lnTo>
                      <a:pt x="1947672" y="1534668"/>
                    </a:lnTo>
                    <a:close/>
                  </a:path>
                  <a:path w="1957070" h="1534795">
                    <a:moveTo>
                      <a:pt x="25151" y="29472"/>
                    </a:moveTo>
                    <a:lnTo>
                      <a:pt x="9144" y="24384"/>
                    </a:lnTo>
                    <a:lnTo>
                      <a:pt x="24384" y="12191"/>
                    </a:lnTo>
                    <a:lnTo>
                      <a:pt x="25151" y="29472"/>
                    </a:lnTo>
                    <a:close/>
                  </a:path>
                  <a:path w="1957070" h="1534795">
                    <a:moveTo>
                      <a:pt x="1908284" y="628104"/>
                    </a:moveTo>
                    <a:lnTo>
                      <a:pt x="25151" y="29472"/>
                    </a:lnTo>
                    <a:lnTo>
                      <a:pt x="24384" y="12191"/>
                    </a:lnTo>
                    <a:lnTo>
                      <a:pt x="55116" y="12191"/>
                    </a:lnTo>
                    <a:lnTo>
                      <a:pt x="1924812" y="606552"/>
                    </a:lnTo>
                    <a:lnTo>
                      <a:pt x="1930908" y="608076"/>
                    </a:lnTo>
                    <a:lnTo>
                      <a:pt x="1933956" y="612648"/>
                    </a:lnTo>
                    <a:lnTo>
                      <a:pt x="1933956" y="618744"/>
                    </a:lnTo>
                    <a:lnTo>
                      <a:pt x="1908048" y="618744"/>
                    </a:lnTo>
                    <a:lnTo>
                      <a:pt x="1908284" y="628104"/>
                    </a:lnTo>
                    <a:close/>
                  </a:path>
                  <a:path w="1957070" h="1534795">
                    <a:moveTo>
                      <a:pt x="1917192" y="630936"/>
                    </a:moveTo>
                    <a:lnTo>
                      <a:pt x="1908284" y="628104"/>
                    </a:lnTo>
                    <a:lnTo>
                      <a:pt x="1908048" y="618744"/>
                    </a:lnTo>
                    <a:lnTo>
                      <a:pt x="1917192" y="630936"/>
                    </a:lnTo>
                    <a:close/>
                  </a:path>
                  <a:path w="1957070" h="1534795">
                    <a:moveTo>
                      <a:pt x="1934264" y="630936"/>
                    </a:moveTo>
                    <a:lnTo>
                      <a:pt x="1917192" y="630936"/>
                    </a:lnTo>
                    <a:lnTo>
                      <a:pt x="1908048" y="618744"/>
                    </a:lnTo>
                    <a:lnTo>
                      <a:pt x="1933956" y="618744"/>
                    </a:lnTo>
                    <a:lnTo>
                      <a:pt x="1934264" y="630936"/>
                    </a:lnTo>
                    <a:close/>
                  </a:path>
                  <a:path w="1957070" h="1534795">
                    <a:moveTo>
                      <a:pt x="1956816" y="1522476"/>
                    </a:moveTo>
                    <a:lnTo>
                      <a:pt x="1930908" y="1522476"/>
                    </a:lnTo>
                    <a:lnTo>
                      <a:pt x="1949196" y="1510284"/>
                    </a:lnTo>
                    <a:lnTo>
                      <a:pt x="1930419" y="1503150"/>
                    </a:lnTo>
                    <a:lnTo>
                      <a:pt x="1908284" y="628104"/>
                    </a:lnTo>
                    <a:lnTo>
                      <a:pt x="1917192" y="630936"/>
                    </a:lnTo>
                    <a:lnTo>
                      <a:pt x="1934264" y="630936"/>
                    </a:lnTo>
                    <a:lnTo>
                      <a:pt x="1956816" y="1520952"/>
                    </a:lnTo>
                    <a:lnTo>
                      <a:pt x="1956816" y="1522476"/>
                    </a:lnTo>
                    <a:close/>
                  </a:path>
                  <a:path w="1957070" h="1534795">
                    <a:moveTo>
                      <a:pt x="59436" y="801624"/>
                    </a:moveTo>
                    <a:lnTo>
                      <a:pt x="51816" y="789432"/>
                    </a:lnTo>
                    <a:lnTo>
                      <a:pt x="59016" y="792167"/>
                    </a:lnTo>
                    <a:lnTo>
                      <a:pt x="59436" y="801624"/>
                    </a:lnTo>
                    <a:close/>
                  </a:path>
                  <a:path w="1957070" h="1534795">
                    <a:moveTo>
                      <a:pt x="59016" y="792167"/>
                    </a:moveTo>
                    <a:lnTo>
                      <a:pt x="51816" y="789432"/>
                    </a:lnTo>
                    <a:lnTo>
                      <a:pt x="58894" y="789432"/>
                    </a:lnTo>
                    <a:lnTo>
                      <a:pt x="59016" y="792167"/>
                    </a:lnTo>
                    <a:close/>
                  </a:path>
                  <a:path w="1957070" h="1534795">
                    <a:moveTo>
                      <a:pt x="83906" y="801624"/>
                    </a:moveTo>
                    <a:lnTo>
                      <a:pt x="59436" y="801624"/>
                    </a:lnTo>
                    <a:lnTo>
                      <a:pt x="59016" y="792167"/>
                    </a:lnTo>
                    <a:lnTo>
                      <a:pt x="83906" y="801624"/>
                    </a:lnTo>
                    <a:close/>
                  </a:path>
                  <a:path w="1957070" h="1534795">
                    <a:moveTo>
                      <a:pt x="1930908" y="1522476"/>
                    </a:moveTo>
                    <a:lnTo>
                      <a:pt x="1930419" y="1503150"/>
                    </a:lnTo>
                    <a:lnTo>
                      <a:pt x="1949196" y="1510284"/>
                    </a:lnTo>
                    <a:lnTo>
                      <a:pt x="1930908" y="1522476"/>
                    </a:lnTo>
                    <a:close/>
                  </a:path>
                </a:pathLst>
              </a:custGeom>
              <a:solidFill>
                <a:srgbClr val="385D8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8" name="object 48"/>
              <p:cNvSpPr txBox="1"/>
              <p:nvPr/>
            </p:nvSpPr>
            <p:spPr>
              <a:xfrm>
                <a:off x="8116671" y="5534673"/>
                <a:ext cx="281828" cy="33723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33619">
                  <a:spcBef>
                    <a:spcPts val="88"/>
                  </a:spcBef>
                </a:pPr>
                <a:r>
                  <a:rPr sz="2118" b="1" spc="-4" dirty="0">
                    <a:latin typeface="Calibri"/>
                    <a:cs typeface="Calibri"/>
                  </a:rPr>
                  <a:t>x</a:t>
                </a:r>
                <a:r>
                  <a:rPr sz="2118" b="1" spc="-6" baseline="-20833" dirty="0">
                    <a:latin typeface="Calibri"/>
                    <a:cs typeface="Calibri"/>
                  </a:rPr>
                  <a:t>1</a:t>
                </a:r>
                <a:endParaRPr sz="2118" baseline="-20833">
                  <a:latin typeface="Calibri"/>
                  <a:cs typeface="Calibri"/>
                </a:endParaRPr>
              </a:p>
            </p:txBody>
          </p:sp>
          <p:sp>
            <p:nvSpPr>
              <p:cNvPr id="49" name="object 49"/>
              <p:cNvSpPr txBox="1"/>
              <p:nvPr/>
            </p:nvSpPr>
            <p:spPr>
              <a:xfrm>
                <a:off x="6443804" y="5228045"/>
                <a:ext cx="281828" cy="33723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33619">
                  <a:spcBef>
                    <a:spcPts val="88"/>
                  </a:spcBef>
                </a:pPr>
                <a:r>
                  <a:rPr sz="2118" b="1" spc="-4" dirty="0">
                    <a:latin typeface="Calibri"/>
                    <a:cs typeface="Calibri"/>
                  </a:rPr>
                  <a:t>x</a:t>
                </a:r>
                <a:r>
                  <a:rPr sz="2118" b="1" spc="-6" baseline="-20833" dirty="0">
                    <a:latin typeface="Calibri"/>
                    <a:cs typeface="Calibri"/>
                  </a:rPr>
                  <a:t>2</a:t>
                </a:r>
                <a:endParaRPr sz="2118" baseline="-20833">
                  <a:latin typeface="Calibri"/>
                  <a:cs typeface="Calibri"/>
                </a:endParaRPr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>
            <a:off x="7238321" y="553439"/>
            <a:ext cx="3498925" cy="3598881"/>
            <a:chOff x="5174428" y="785644"/>
            <a:chExt cx="3498925" cy="3598881"/>
          </a:xfrm>
        </p:grpSpPr>
        <p:sp>
          <p:nvSpPr>
            <p:cNvPr id="8" name="object 8"/>
            <p:cNvSpPr/>
            <p:nvPr/>
          </p:nvSpPr>
          <p:spPr>
            <a:xfrm>
              <a:off x="5181600" y="785644"/>
              <a:ext cx="3406588" cy="3527612"/>
            </a:xfrm>
            <a:custGeom>
              <a:avLst/>
              <a:gdLst/>
              <a:ahLst/>
              <a:cxnLst/>
              <a:rect l="l" t="t" r="r" b="b"/>
              <a:pathLst>
                <a:path w="3860800" h="3997960">
                  <a:moveTo>
                    <a:pt x="2285999" y="3997452"/>
                  </a:moveTo>
                  <a:lnTo>
                    <a:pt x="0" y="1395984"/>
                  </a:lnTo>
                  <a:lnTo>
                    <a:pt x="1588008" y="0"/>
                  </a:lnTo>
                  <a:lnTo>
                    <a:pt x="3860292" y="2585650"/>
                  </a:lnTo>
                  <a:lnTo>
                    <a:pt x="3860292" y="2616361"/>
                  </a:lnTo>
                  <a:lnTo>
                    <a:pt x="2285999" y="3997452"/>
                  </a:lnTo>
                  <a:close/>
                </a:path>
              </a:pathLst>
            </a:custGeom>
            <a:solidFill>
              <a:srgbClr val="CC00FF">
                <a:alpha val="27732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403028" y="1995880"/>
              <a:ext cx="87406" cy="1748118"/>
            </a:xfrm>
            <a:custGeom>
              <a:avLst/>
              <a:gdLst/>
              <a:ahLst/>
              <a:cxnLst/>
              <a:rect l="l" t="t" r="r" b="b"/>
              <a:pathLst>
                <a:path w="99060" h="1981200">
                  <a:moveTo>
                    <a:pt x="4572" y="91440"/>
                  </a:moveTo>
                  <a:lnTo>
                    <a:pt x="3048" y="89916"/>
                  </a:lnTo>
                  <a:lnTo>
                    <a:pt x="0" y="88391"/>
                  </a:lnTo>
                  <a:lnTo>
                    <a:pt x="0" y="85344"/>
                  </a:lnTo>
                  <a:lnTo>
                    <a:pt x="1524" y="83820"/>
                  </a:lnTo>
                  <a:lnTo>
                    <a:pt x="48768" y="0"/>
                  </a:lnTo>
                  <a:lnTo>
                    <a:pt x="54088" y="9144"/>
                  </a:lnTo>
                  <a:lnTo>
                    <a:pt x="44196" y="9144"/>
                  </a:lnTo>
                  <a:lnTo>
                    <a:pt x="44196" y="27957"/>
                  </a:lnTo>
                  <a:lnTo>
                    <a:pt x="9144" y="88391"/>
                  </a:lnTo>
                  <a:lnTo>
                    <a:pt x="7620" y="89916"/>
                  </a:lnTo>
                  <a:lnTo>
                    <a:pt x="4572" y="91440"/>
                  </a:lnTo>
                  <a:close/>
                </a:path>
                <a:path w="99060" h="1981200">
                  <a:moveTo>
                    <a:pt x="44196" y="27957"/>
                  </a:moveTo>
                  <a:lnTo>
                    <a:pt x="44196" y="9144"/>
                  </a:lnTo>
                  <a:lnTo>
                    <a:pt x="54088" y="9144"/>
                  </a:lnTo>
                  <a:lnTo>
                    <a:pt x="54864" y="10477"/>
                  </a:lnTo>
                  <a:lnTo>
                    <a:pt x="54864" y="12191"/>
                  </a:lnTo>
                  <a:lnTo>
                    <a:pt x="45720" y="12191"/>
                  </a:lnTo>
                  <a:lnTo>
                    <a:pt x="49530" y="18760"/>
                  </a:lnTo>
                  <a:lnTo>
                    <a:pt x="44196" y="27957"/>
                  </a:lnTo>
                  <a:close/>
                </a:path>
                <a:path w="99060" h="1981200">
                  <a:moveTo>
                    <a:pt x="54864" y="10477"/>
                  </a:moveTo>
                  <a:lnTo>
                    <a:pt x="54088" y="9144"/>
                  </a:lnTo>
                  <a:lnTo>
                    <a:pt x="54864" y="9144"/>
                  </a:lnTo>
                  <a:lnTo>
                    <a:pt x="54864" y="10477"/>
                  </a:lnTo>
                  <a:close/>
                </a:path>
                <a:path w="99060" h="1981200">
                  <a:moveTo>
                    <a:pt x="94488" y="91440"/>
                  </a:moveTo>
                  <a:lnTo>
                    <a:pt x="91440" y="89916"/>
                  </a:lnTo>
                  <a:lnTo>
                    <a:pt x="89916" y="88391"/>
                  </a:lnTo>
                  <a:lnTo>
                    <a:pt x="54864" y="27957"/>
                  </a:lnTo>
                  <a:lnTo>
                    <a:pt x="54864" y="10477"/>
                  </a:lnTo>
                  <a:lnTo>
                    <a:pt x="97536" y="83820"/>
                  </a:lnTo>
                  <a:lnTo>
                    <a:pt x="99060" y="85344"/>
                  </a:lnTo>
                  <a:lnTo>
                    <a:pt x="99060" y="88391"/>
                  </a:lnTo>
                  <a:lnTo>
                    <a:pt x="96012" y="89916"/>
                  </a:lnTo>
                  <a:lnTo>
                    <a:pt x="94488" y="91440"/>
                  </a:lnTo>
                  <a:close/>
                </a:path>
                <a:path w="99060" h="1981200">
                  <a:moveTo>
                    <a:pt x="49530" y="18760"/>
                  </a:moveTo>
                  <a:lnTo>
                    <a:pt x="45720" y="12191"/>
                  </a:lnTo>
                  <a:lnTo>
                    <a:pt x="53340" y="12191"/>
                  </a:lnTo>
                  <a:lnTo>
                    <a:pt x="49530" y="18760"/>
                  </a:lnTo>
                  <a:close/>
                </a:path>
                <a:path w="99060" h="1981200">
                  <a:moveTo>
                    <a:pt x="54864" y="27957"/>
                  </a:moveTo>
                  <a:lnTo>
                    <a:pt x="49530" y="18760"/>
                  </a:lnTo>
                  <a:lnTo>
                    <a:pt x="53340" y="12191"/>
                  </a:lnTo>
                  <a:lnTo>
                    <a:pt x="54864" y="12191"/>
                  </a:lnTo>
                  <a:lnTo>
                    <a:pt x="54864" y="27957"/>
                  </a:lnTo>
                  <a:close/>
                </a:path>
                <a:path w="99060" h="1981200">
                  <a:moveTo>
                    <a:pt x="54864" y="1981200"/>
                  </a:moveTo>
                  <a:lnTo>
                    <a:pt x="44196" y="1981200"/>
                  </a:lnTo>
                  <a:lnTo>
                    <a:pt x="44196" y="27957"/>
                  </a:lnTo>
                  <a:lnTo>
                    <a:pt x="49530" y="18760"/>
                  </a:lnTo>
                  <a:lnTo>
                    <a:pt x="54864" y="27957"/>
                  </a:lnTo>
                  <a:lnTo>
                    <a:pt x="54864" y="1981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446059" y="3699622"/>
              <a:ext cx="1815353" cy="89087"/>
            </a:xfrm>
            <a:custGeom>
              <a:avLst/>
              <a:gdLst/>
              <a:ahLst/>
              <a:cxnLst/>
              <a:rect l="l" t="t" r="r" b="b"/>
              <a:pathLst>
                <a:path w="2057400" h="100964">
                  <a:moveTo>
                    <a:pt x="2040163" y="51054"/>
                  </a:moveTo>
                  <a:lnTo>
                    <a:pt x="1970532" y="10668"/>
                  </a:lnTo>
                  <a:lnTo>
                    <a:pt x="1967484" y="9144"/>
                  </a:lnTo>
                  <a:lnTo>
                    <a:pt x="1967484" y="6096"/>
                  </a:lnTo>
                  <a:lnTo>
                    <a:pt x="1969008" y="3048"/>
                  </a:lnTo>
                  <a:lnTo>
                    <a:pt x="1969008" y="1524"/>
                  </a:lnTo>
                  <a:lnTo>
                    <a:pt x="1972055" y="0"/>
                  </a:lnTo>
                  <a:lnTo>
                    <a:pt x="1975104" y="1524"/>
                  </a:lnTo>
                  <a:lnTo>
                    <a:pt x="2049684" y="45720"/>
                  </a:lnTo>
                  <a:lnTo>
                    <a:pt x="2048255" y="45720"/>
                  </a:lnTo>
                  <a:lnTo>
                    <a:pt x="2048255" y="47244"/>
                  </a:lnTo>
                  <a:lnTo>
                    <a:pt x="2046732" y="47244"/>
                  </a:lnTo>
                  <a:lnTo>
                    <a:pt x="2040163" y="51054"/>
                  </a:lnTo>
                  <a:close/>
                </a:path>
                <a:path w="2057400" h="100964">
                  <a:moveTo>
                    <a:pt x="2033594" y="54864"/>
                  </a:moveTo>
                  <a:lnTo>
                    <a:pt x="0" y="54864"/>
                  </a:lnTo>
                  <a:lnTo>
                    <a:pt x="0" y="45720"/>
                  </a:lnTo>
                  <a:lnTo>
                    <a:pt x="2030966" y="45720"/>
                  </a:lnTo>
                  <a:lnTo>
                    <a:pt x="2040163" y="51054"/>
                  </a:lnTo>
                  <a:lnTo>
                    <a:pt x="2033594" y="54864"/>
                  </a:lnTo>
                  <a:close/>
                </a:path>
                <a:path w="2057400" h="100964">
                  <a:moveTo>
                    <a:pt x="2049684" y="54864"/>
                  </a:moveTo>
                  <a:lnTo>
                    <a:pt x="2048255" y="54864"/>
                  </a:lnTo>
                  <a:lnTo>
                    <a:pt x="2048255" y="45720"/>
                  </a:lnTo>
                  <a:lnTo>
                    <a:pt x="2049684" y="45720"/>
                  </a:lnTo>
                  <a:lnTo>
                    <a:pt x="2057400" y="50292"/>
                  </a:lnTo>
                  <a:lnTo>
                    <a:pt x="2049684" y="54864"/>
                  </a:lnTo>
                  <a:close/>
                </a:path>
                <a:path w="2057400" h="100964">
                  <a:moveTo>
                    <a:pt x="2046732" y="54864"/>
                  </a:moveTo>
                  <a:lnTo>
                    <a:pt x="2040163" y="51054"/>
                  </a:lnTo>
                  <a:lnTo>
                    <a:pt x="2046732" y="47244"/>
                  </a:lnTo>
                  <a:lnTo>
                    <a:pt x="2046732" y="54864"/>
                  </a:lnTo>
                  <a:close/>
                </a:path>
                <a:path w="2057400" h="100964">
                  <a:moveTo>
                    <a:pt x="2048255" y="54864"/>
                  </a:moveTo>
                  <a:lnTo>
                    <a:pt x="2046732" y="54864"/>
                  </a:lnTo>
                  <a:lnTo>
                    <a:pt x="2046732" y="47244"/>
                  </a:lnTo>
                  <a:lnTo>
                    <a:pt x="2048255" y="47244"/>
                  </a:lnTo>
                  <a:lnTo>
                    <a:pt x="2048255" y="54864"/>
                  </a:lnTo>
                  <a:close/>
                </a:path>
                <a:path w="2057400" h="100964">
                  <a:moveTo>
                    <a:pt x="1972055" y="100584"/>
                  </a:moveTo>
                  <a:lnTo>
                    <a:pt x="1969008" y="99060"/>
                  </a:lnTo>
                  <a:lnTo>
                    <a:pt x="1969008" y="97536"/>
                  </a:lnTo>
                  <a:lnTo>
                    <a:pt x="1967484" y="94488"/>
                  </a:lnTo>
                  <a:lnTo>
                    <a:pt x="1967484" y="92964"/>
                  </a:lnTo>
                  <a:lnTo>
                    <a:pt x="1970532" y="91440"/>
                  </a:lnTo>
                  <a:lnTo>
                    <a:pt x="2040163" y="51054"/>
                  </a:lnTo>
                  <a:lnTo>
                    <a:pt x="2046732" y="54864"/>
                  </a:lnTo>
                  <a:lnTo>
                    <a:pt x="2049684" y="54864"/>
                  </a:lnTo>
                  <a:lnTo>
                    <a:pt x="1975104" y="99060"/>
                  </a:lnTo>
                  <a:lnTo>
                    <a:pt x="1972055" y="100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174428" y="1993190"/>
              <a:ext cx="2091018" cy="2391335"/>
            </a:xfrm>
            <a:custGeom>
              <a:avLst/>
              <a:gdLst/>
              <a:ahLst/>
              <a:cxnLst/>
              <a:rect l="l" t="t" r="r" b="b"/>
              <a:pathLst>
                <a:path w="2369820" h="2710179">
                  <a:moveTo>
                    <a:pt x="2362200" y="2709672"/>
                  </a:moveTo>
                  <a:lnTo>
                    <a:pt x="0" y="6095"/>
                  </a:lnTo>
                  <a:lnTo>
                    <a:pt x="7619" y="0"/>
                  </a:lnTo>
                  <a:lnTo>
                    <a:pt x="2369819" y="2702052"/>
                  </a:lnTo>
                  <a:lnTo>
                    <a:pt x="2362200" y="2709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653605" y="3235698"/>
              <a:ext cx="443753" cy="388844"/>
            </a:xfrm>
            <a:custGeom>
              <a:avLst/>
              <a:gdLst/>
              <a:ahLst/>
              <a:cxnLst/>
              <a:rect l="l" t="t" r="r" b="b"/>
              <a:pathLst>
                <a:path w="502920" h="440689">
                  <a:moveTo>
                    <a:pt x="7620" y="440436"/>
                  </a:moveTo>
                  <a:lnTo>
                    <a:pt x="0" y="432816"/>
                  </a:lnTo>
                  <a:lnTo>
                    <a:pt x="28956" y="408432"/>
                  </a:lnTo>
                  <a:lnTo>
                    <a:pt x="35052" y="416052"/>
                  </a:lnTo>
                  <a:lnTo>
                    <a:pt x="7620" y="440436"/>
                  </a:lnTo>
                  <a:close/>
                </a:path>
                <a:path w="502920" h="440689">
                  <a:moveTo>
                    <a:pt x="56388" y="396240"/>
                  </a:moveTo>
                  <a:lnTo>
                    <a:pt x="50292" y="390144"/>
                  </a:lnTo>
                  <a:lnTo>
                    <a:pt x="79248" y="364236"/>
                  </a:lnTo>
                  <a:lnTo>
                    <a:pt x="85344" y="371856"/>
                  </a:lnTo>
                  <a:lnTo>
                    <a:pt x="56388" y="396240"/>
                  </a:lnTo>
                  <a:close/>
                </a:path>
                <a:path w="502920" h="440689">
                  <a:moveTo>
                    <a:pt x="106680" y="352044"/>
                  </a:moveTo>
                  <a:lnTo>
                    <a:pt x="100584" y="345948"/>
                  </a:lnTo>
                  <a:lnTo>
                    <a:pt x="129540" y="320040"/>
                  </a:lnTo>
                  <a:lnTo>
                    <a:pt x="135636" y="327660"/>
                  </a:lnTo>
                  <a:lnTo>
                    <a:pt x="106680" y="352044"/>
                  </a:lnTo>
                  <a:close/>
                </a:path>
                <a:path w="502920" h="440689">
                  <a:moveTo>
                    <a:pt x="156972" y="309372"/>
                  </a:moveTo>
                  <a:lnTo>
                    <a:pt x="150876" y="301752"/>
                  </a:lnTo>
                  <a:lnTo>
                    <a:pt x="179832" y="275844"/>
                  </a:lnTo>
                  <a:lnTo>
                    <a:pt x="185927" y="283464"/>
                  </a:lnTo>
                  <a:lnTo>
                    <a:pt x="156972" y="309372"/>
                  </a:lnTo>
                  <a:close/>
                </a:path>
                <a:path w="502920" h="440689">
                  <a:moveTo>
                    <a:pt x="207263" y="265176"/>
                  </a:moveTo>
                  <a:lnTo>
                    <a:pt x="201168" y="257556"/>
                  </a:lnTo>
                  <a:lnTo>
                    <a:pt x="230124" y="233172"/>
                  </a:lnTo>
                  <a:lnTo>
                    <a:pt x="236220" y="239268"/>
                  </a:lnTo>
                  <a:lnTo>
                    <a:pt x="207263" y="265176"/>
                  </a:lnTo>
                  <a:close/>
                </a:path>
                <a:path w="502920" h="440689">
                  <a:moveTo>
                    <a:pt x="257556" y="220980"/>
                  </a:moveTo>
                  <a:lnTo>
                    <a:pt x="251460" y="213360"/>
                  </a:lnTo>
                  <a:lnTo>
                    <a:pt x="280415" y="188976"/>
                  </a:lnTo>
                  <a:lnTo>
                    <a:pt x="286512" y="196596"/>
                  </a:lnTo>
                  <a:lnTo>
                    <a:pt x="257556" y="220980"/>
                  </a:lnTo>
                  <a:close/>
                </a:path>
                <a:path w="502920" h="440689">
                  <a:moveTo>
                    <a:pt x="307848" y="176784"/>
                  </a:moveTo>
                  <a:lnTo>
                    <a:pt x="301751" y="170688"/>
                  </a:lnTo>
                  <a:lnTo>
                    <a:pt x="330707" y="144780"/>
                  </a:lnTo>
                  <a:lnTo>
                    <a:pt x="336804" y="152400"/>
                  </a:lnTo>
                  <a:lnTo>
                    <a:pt x="307848" y="176784"/>
                  </a:lnTo>
                  <a:close/>
                </a:path>
                <a:path w="502920" h="440689">
                  <a:moveTo>
                    <a:pt x="358140" y="132588"/>
                  </a:moveTo>
                  <a:lnTo>
                    <a:pt x="352044" y="126492"/>
                  </a:lnTo>
                  <a:lnTo>
                    <a:pt x="381000" y="100584"/>
                  </a:lnTo>
                  <a:lnTo>
                    <a:pt x="387096" y="108204"/>
                  </a:lnTo>
                  <a:lnTo>
                    <a:pt x="358140" y="132588"/>
                  </a:lnTo>
                  <a:close/>
                </a:path>
                <a:path w="502920" h="440689">
                  <a:moveTo>
                    <a:pt x="470916" y="79248"/>
                  </a:moveTo>
                  <a:lnTo>
                    <a:pt x="420624" y="21336"/>
                  </a:lnTo>
                  <a:lnTo>
                    <a:pt x="502920" y="0"/>
                  </a:lnTo>
                  <a:lnTo>
                    <a:pt x="470916" y="79248"/>
                  </a:lnTo>
                  <a:close/>
                </a:path>
                <a:path w="502920" h="440689">
                  <a:moveTo>
                    <a:pt x="408432" y="89916"/>
                  </a:moveTo>
                  <a:lnTo>
                    <a:pt x="402336" y="82296"/>
                  </a:lnTo>
                  <a:lnTo>
                    <a:pt x="431292" y="57912"/>
                  </a:lnTo>
                  <a:lnTo>
                    <a:pt x="437388" y="64008"/>
                  </a:lnTo>
                  <a:lnTo>
                    <a:pt x="408432" y="899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256937" y="3652090"/>
              <a:ext cx="281828" cy="33723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2118" b="1" spc="-4" dirty="0">
                  <a:latin typeface="Calibri"/>
                  <a:cs typeface="Calibri"/>
                </a:rPr>
                <a:t>x</a:t>
              </a:r>
              <a:r>
                <a:rPr sz="2118" b="1" spc="-6" baseline="-20833" dirty="0">
                  <a:latin typeface="Calibri"/>
                  <a:cs typeface="Calibri"/>
                </a:rPr>
                <a:t>1</a:t>
              </a:r>
              <a:endParaRPr sz="2118" baseline="-20833">
                <a:latin typeface="Calibri"/>
                <a:cs typeface="Calibri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5194132" y="2865491"/>
              <a:ext cx="146237" cy="33723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118" b="1" dirty="0">
                  <a:latin typeface="Calibri"/>
                  <a:cs typeface="Calibri"/>
                </a:rPr>
                <a:t>x</a:t>
              </a:r>
              <a:endParaRPr sz="2118">
                <a:latin typeface="Calibri"/>
                <a:cs typeface="Calibri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5317797" y="3021420"/>
              <a:ext cx="113179" cy="228054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1412" b="1" spc="-4" dirty="0">
                  <a:latin typeface="Calibri"/>
                  <a:cs typeface="Calibri"/>
                </a:rPr>
                <a:t>2</a:t>
              </a:r>
              <a:endParaRPr sz="1412">
                <a:latin typeface="Calibri"/>
                <a:cs typeface="Calibri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7092910" y="2856005"/>
              <a:ext cx="1580443" cy="283494"/>
            </a:xfrm>
            <a:prstGeom prst="rect">
              <a:avLst/>
            </a:prstGeom>
          </p:spPr>
          <p:txBody>
            <a:bodyPr vert="horz" wrap="square" lIns="0" tIns="11766" rIns="0" bIns="0" rtlCol="0">
              <a:spAutoFit/>
            </a:bodyPr>
            <a:lstStyle/>
            <a:p>
              <a:pPr marL="11206">
                <a:spcBef>
                  <a:spcPts val="93"/>
                </a:spcBef>
              </a:pPr>
              <a:r>
                <a:rPr lang="en-IN" sz="1765" b="1" i="1" dirty="0">
                  <a:latin typeface="Times New Roman"/>
                  <a:cs typeface="Times New Roman"/>
                </a:rPr>
                <a:t>w</a:t>
              </a:r>
              <a:r>
                <a:rPr lang="en-IN" sz="1765" b="1" i="1" baseline="-25000" dirty="0">
                  <a:latin typeface="Times New Roman"/>
                  <a:cs typeface="Times New Roman"/>
                </a:rPr>
                <a:t>1 </a:t>
              </a:r>
              <a:r>
                <a:rPr lang="en-IN" sz="1765" b="1" i="1" dirty="0">
                  <a:latin typeface="Times New Roman"/>
                  <a:cs typeface="Times New Roman"/>
                </a:rPr>
                <a:t>x</a:t>
              </a:r>
              <a:r>
                <a:rPr lang="en-IN" sz="1765" b="1" i="1" baseline="-25000" dirty="0">
                  <a:latin typeface="Times New Roman"/>
                  <a:cs typeface="Times New Roman"/>
                </a:rPr>
                <a:t>1 </a:t>
              </a:r>
              <a:r>
                <a:rPr lang="en-IN" sz="1765" b="1" i="1" dirty="0">
                  <a:latin typeface="Times New Roman"/>
                  <a:cs typeface="Times New Roman"/>
                </a:rPr>
                <a:t>+ w</a:t>
              </a:r>
              <a:r>
                <a:rPr lang="en-IN" sz="1765" b="1" i="1" baseline="-25000" dirty="0">
                  <a:latin typeface="Times New Roman"/>
                  <a:cs typeface="Times New Roman"/>
                </a:rPr>
                <a:t>2 </a:t>
              </a:r>
              <a:r>
                <a:rPr lang="en-IN" sz="1765" b="1" i="1" dirty="0">
                  <a:latin typeface="Times New Roman"/>
                  <a:cs typeface="Times New Roman"/>
                </a:rPr>
                <a:t>x</a:t>
              </a:r>
              <a:r>
                <a:rPr lang="en-IN" sz="1765" b="1" i="1" baseline="-25000" dirty="0">
                  <a:latin typeface="Times New Roman"/>
                  <a:cs typeface="Times New Roman"/>
                </a:rPr>
                <a:t>2 </a:t>
              </a:r>
              <a:r>
                <a:rPr lang="en-IN" sz="1765" b="1" i="1" dirty="0">
                  <a:latin typeface="Times New Roman"/>
                  <a:cs typeface="Times New Roman"/>
                </a:rPr>
                <a:t>=</a:t>
              </a:r>
              <a:r>
                <a:rPr lang="en-IN" sz="1765" b="1" i="1" baseline="-25000" dirty="0">
                  <a:latin typeface="Times New Roman"/>
                  <a:cs typeface="Times New Roman"/>
                </a:rPr>
                <a:t> </a:t>
              </a:r>
              <a:r>
                <a:rPr sz="1765" b="1" i="1" dirty="0">
                  <a:latin typeface="Times New Roman"/>
                  <a:cs typeface="Times New Roman"/>
                </a:rPr>
                <a:t>T</a:t>
              </a:r>
              <a:endParaRPr sz="1765" dirty="0">
                <a:latin typeface="Times New Roman"/>
                <a:cs typeface="Times New Roman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6357253" y="2198403"/>
              <a:ext cx="295275" cy="6631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4236" dirty="0">
                  <a:solidFill>
                    <a:srgbClr val="0000CC"/>
                  </a:solidFill>
                  <a:latin typeface="Calibri"/>
                  <a:cs typeface="Calibri"/>
                </a:rPr>
                <a:t>1</a:t>
              </a:r>
              <a:endParaRPr sz="4236">
                <a:latin typeface="Calibri"/>
                <a:cs typeface="Calibri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5719830" y="2901749"/>
              <a:ext cx="295275" cy="6631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4236" dirty="0">
                  <a:solidFill>
                    <a:srgbClr val="0000CC"/>
                  </a:solidFill>
                  <a:latin typeface="Calibri"/>
                  <a:cs typeface="Calibri"/>
                </a:rPr>
                <a:t>0</a:t>
              </a:r>
              <a:endParaRPr sz="4236">
                <a:latin typeface="Calibri"/>
                <a:cs typeface="Calibri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828048" y="1395208"/>
            <a:ext cx="4714947" cy="2559154"/>
            <a:chOff x="1075764" y="2154554"/>
            <a:chExt cx="3294529" cy="1467299"/>
          </a:xfrm>
        </p:grpSpPr>
        <p:sp>
          <p:nvSpPr>
            <p:cNvPr id="17" name="object 17"/>
            <p:cNvSpPr/>
            <p:nvPr/>
          </p:nvSpPr>
          <p:spPr>
            <a:xfrm>
              <a:off x="1143000" y="2154554"/>
              <a:ext cx="860611" cy="9412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297640" y="2282303"/>
              <a:ext cx="3072653" cy="92784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1748118" y="3216873"/>
              <a:ext cx="457199" cy="107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748118" y="3331172"/>
              <a:ext cx="356346" cy="10757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17811" y="3445473"/>
              <a:ext cx="685799" cy="14657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1122839" y="2250920"/>
              <a:ext cx="170890" cy="25956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059" spc="-4" dirty="0">
                  <a:latin typeface="Calibri"/>
                  <a:cs typeface="Calibri"/>
                </a:rPr>
                <a:t>x</a:t>
              </a:r>
              <a:r>
                <a:rPr sz="1059" spc="-6" baseline="-20833" dirty="0">
                  <a:latin typeface="Calibri"/>
                  <a:cs typeface="Calibri"/>
                </a:rPr>
                <a:t>1</a:t>
              </a:r>
              <a:endParaRPr sz="1059" baseline="-20833">
                <a:latin typeface="Calibri"/>
                <a:cs typeface="Calibri"/>
              </a:endParaRPr>
            </a:p>
            <a:p>
              <a:pPr marL="33619">
                <a:spcBef>
                  <a:spcPts val="931"/>
                </a:spcBef>
              </a:pPr>
              <a:r>
                <a:rPr sz="1059" spc="-4" dirty="0">
                  <a:latin typeface="Calibri"/>
                  <a:cs typeface="Calibri"/>
                </a:rPr>
                <a:t>x</a:t>
              </a:r>
              <a:r>
                <a:rPr sz="1059" spc="-6" baseline="-20833" dirty="0">
                  <a:latin typeface="Calibri"/>
                  <a:cs typeface="Calibri"/>
                </a:rPr>
                <a:t>2</a:t>
              </a:r>
              <a:endParaRPr sz="1059" baseline="-20833">
                <a:latin typeface="Calibri"/>
                <a:cs typeface="Calibri"/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1122839" y="2831808"/>
              <a:ext cx="170890" cy="9994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059" spc="-4" dirty="0">
                  <a:latin typeface="Calibri"/>
                  <a:cs typeface="Calibri"/>
                </a:rPr>
                <a:t>x</a:t>
              </a:r>
              <a:r>
                <a:rPr sz="1059" spc="-6" baseline="-20833" dirty="0">
                  <a:latin typeface="Calibri"/>
                  <a:cs typeface="Calibri"/>
                </a:rPr>
                <a:t>3</a:t>
              </a:r>
              <a:endParaRPr sz="1059" baseline="-20833">
                <a:latin typeface="Calibri"/>
                <a:cs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1075764" y="3421269"/>
              <a:ext cx="387724" cy="200584"/>
            </a:xfrm>
            <a:custGeom>
              <a:avLst/>
              <a:gdLst/>
              <a:ahLst/>
              <a:cxnLst/>
              <a:rect l="l" t="t" r="r" b="b"/>
              <a:pathLst>
                <a:path w="439419" h="227329">
                  <a:moveTo>
                    <a:pt x="0" y="0"/>
                  </a:moveTo>
                  <a:lnTo>
                    <a:pt x="438912" y="0"/>
                  </a:lnTo>
                  <a:lnTo>
                    <a:pt x="438912" y="227075"/>
                  </a:lnTo>
                  <a:lnTo>
                    <a:pt x="0" y="227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1122840" y="3442308"/>
              <a:ext cx="183216" cy="9994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059" spc="-4" dirty="0">
                  <a:latin typeface="Calibri"/>
                  <a:cs typeface="Calibri"/>
                </a:rPr>
                <a:t>x</a:t>
              </a:r>
              <a:r>
                <a:rPr sz="1059" spc="-6" baseline="-20833" dirty="0">
                  <a:latin typeface="Calibri"/>
                  <a:cs typeface="Calibri"/>
                </a:rPr>
                <a:t>N</a:t>
              </a:r>
              <a:endParaRPr sz="1059" baseline="-20833">
                <a:latin typeface="Calibri"/>
                <a:cs typeface="Calibri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" name="Ink 1"/>
              <p14:cNvContentPartPr/>
              <p14:nvPr/>
            </p14:nvContentPartPr>
            <p14:xfrm>
              <a:off x="3504600" y="761400"/>
              <a:ext cx="7970040" cy="4160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93080" y="747360"/>
                <a:ext cx="7996680" cy="41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58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145454"/>
            <a:ext cx="8610600" cy="111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Composing complicated “decision”</a:t>
            </a:r>
            <a:r>
              <a:rPr lang="en-IN" dirty="0"/>
              <a:t> </a:t>
            </a:r>
            <a:r>
              <a:rPr dirty="0"/>
              <a:t>boundaries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1" y="4798012"/>
            <a:ext cx="6778999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</a:pP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Build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network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units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with a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single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output 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that </a:t>
            </a:r>
            <a:r>
              <a:rPr sz="2400" spc="-1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fires </a:t>
            </a:r>
            <a:r>
              <a:rPr sz="2400" spc="-1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if </a:t>
            </a:r>
            <a:r>
              <a:rPr sz="2400" spc="-1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 in the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coloured</a:t>
            </a:r>
            <a:r>
              <a:rPr sz="2400" spc="9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area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01571" y="2622177"/>
            <a:ext cx="2622176" cy="1075765"/>
          </a:xfrm>
          <a:custGeom>
            <a:avLst/>
            <a:gdLst/>
            <a:ahLst/>
            <a:cxnLst/>
            <a:rect l="l" t="t" r="r" b="b"/>
            <a:pathLst>
              <a:path w="2971800" h="1219200">
                <a:moveTo>
                  <a:pt x="2404872" y="1219200"/>
                </a:moveTo>
                <a:lnTo>
                  <a:pt x="568452" y="1219200"/>
                </a:lnTo>
                <a:lnTo>
                  <a:pt x="0" y="466343"/>
                </a:lnTo>
                <a:lnTo>
                  <a:pt x="1485900" y="0"/>
                </a:lnTo>
                <a:lnTo>
                  <a:pt x="2971800" y="466343"/>
                </a:lnTo>
                <a:lnTo>
                  <a:pt x="2404872" y="1219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3590814" y="2611420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4837482" y="1748119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3467100" y="3219352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6210301" y="3244346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82100" y="2211591"/>
            <a:ext cx="10981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9558" y="2328564"/>
            <a:ext cx="907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dirty="0"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9355" y="2132209"/>
            <a:ext cx="3084419" cy="7444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588" spc="-4" dirty="0">
                <a:latin typeface="Comic Sans MS"/>
                <a:cs typeface="Comic Sans MS"/>
              </a:rPr>
              <a:t>Can now </a:t>
            </a:r>
            <a:r>
              <a:rPr sz="1588" spc="4" dirty="0">
                <a:latin typeface="Comic Sans MS"/>
                <a:cs typeface="Comic Sans MS"/>
              </a:rPr>
              <a:t>be </a:t>
            </a:r>
            <a:r>
              <a:rPr sz="1588" spc="-4" dirty="0">
                <a:latin typeface="Comic Sans MS"/>
                <a:cs typeface="Comic Sans MS"/>
              </a:rPr>
              <a:t>composed </a:t>
            </a:r>
            <a:r>
              <a:rPr sz="1588" dirty="0">
                <a:latin typeface="Comic Sans MS"/>
                <a:cs typeface="Comic Sans MS"/>
              </a:rPr>
              <a:t>into  </a:t>
            </a:r>
            <a:r>
              <a:rPr sz="1588" spc="-4" dirty="0">
                <a:latin typeface="Comic Sans MS"/>
                <a:cs typeface="Comic Sans MS"/>
              </a:rPr>
              <a:t>“networks” </a:t>
            </a:r>
            <a:r>
              <a:rPr sz="1588" spc="4" dirty="0">
                <a:latin typeface="Comic Sans MS"/>
                <a:cs typeface="Comic Sans MS"/>
              </a:rPr>
              <a:t>to </a:t>
            </a:r>
            <a:r>
              <a:rPr sz="1588" dirty="0">
                <a:latin typeface="Comic Sans MS"/>
                <a:cs typeface="Comic Sans MS"/>
              </a:rPr>
              <a:t>compute </a:t>
            </a:r>
            <a:r>
              <a:rPr sz="1588" spc="-4" dirty="0">
                <a:latin typeface="Comic Sans MS"/>
                <a:cs typeface="Comic Sans MS"/>
              </a:rPr>
              <a:t>arbitrary  classification</a:t>
            </a:r>
            <a:r>
              <a:rPr sz="1588" spc="-26" dirty="0">
                <a:latin typeface="Comic Sans MS"/>
                <a:cs typeface="Comic Sans MS"/>
              </a:rPr>
              <a:t> </a:t>
            </a:r>
            <a:r>
              <a:rPr sz="1588" spc="-4" dirty="0">
                <a:latin typeface="Comic Sans MS"/>
                <a:cs typeface="Comic Sans MS"/>
              </a:rPr>
              <a:t>“boundaries”</a:t>
            </a:r>
            <a:endParaRPr sz="1588" dirty="0">
              <a:latin typeface="Comic Sans MS"/>
              <a:cs typeface="Comic Sans M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/>
              <p14:cNvContentPartPr/>
              <p14:nvPr/>
            </p14:nvContentPartPr>
            <p14:xfrm>
              <a:off x="3785400" y="2366640"/>
              <a:ext cx="1762560" cy="153828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7480" y="2355480"/>
                <a:ext cx="1776600" cy="15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55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3178" y="1479177"/>
            <a:ext cx="3697941" cy="2218765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2382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2534688" y="4847179"/>
            <a:ext cx="6467475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5" name="object 5"/>
          <p:cNvSpPr/>
          <p:nvPr/>
        </p:nvSpPr>
        <p:spPr>
          <a:xfrm>
            <a:off x="3590814" y="2611420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4837482" y="1748119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3467100" y="3219352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6221507" y="3244346"/>
            <a:ext cx="21179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0895" y="2211591"/>
            <a:ext cx="21179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75410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42327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99765" y="3698613"/>
            <a:ext cx="4370294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3000" y="0"/>
                </a:lnTo>
              </a:path>
            </a:pathLst>
          </a:custGeom>
          <a:ln w="19811">
            <a:solidFill>
              <a:srgbClr val="497EBA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7239001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237655" y="3391349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7373472" y="3649532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373472" y="3617259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318338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6978127" y="3770556"/>
            <a:ext cx="211118" cy="2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7015779" y="3801484"/>
            <a:ext cx="754379" cy="3227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  <p:sp>
        <p:nvSpPr>
          <p:cNvPr id="21" name="object 2"/>
          <p:cNvSpPr txBox="1">
            <a:spLocks/>
          </p:cNvSpPr>
          <p:nvPr/>
        </p:nvSpPr>
        <p:spPr>
          <a:xfrm>
            <a:off x="1527753" y="1139839"/>
            <a:ext cx="8610600" cy="111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2948760" y="1533600"/>
              <a:ext cx="4261320" cy="2624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2640" y="1521360"/>
                <a:ext cx="4277520" cy="265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8212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83606" y="5705450"/>
            <a:ext cx="7904713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4" name="object 4"/>
          <p:cNvSpPr/>
          <p:nvPr/>
        </p:nvSpPr>
        <p:spPr>
          <a:xfrm>
            <a:off x="3590814" y="3208314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4837482" y="2345013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3467100" y="3816246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6210301" y="3841240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9689" y="2808485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76052" y="1596011"/>
            <a:ext cx="4467225" cy="3741084"/>
          </a:xfrm>
          <a:custGeom>
            <a:avLst/>
            <a:gdLst/>
            <a:ahLst/>
            <a:cxnLst/>
            <a:rect l="l" t="t" r="r" b="b"/>
            <a:pathLst>
              <a:path w="5062855" h="4239895">
                <a:moveTo>
                  <a:pt x="2859474" y="4189719"/>
                </a:moveTo>
                <a:lnTo>
                  <a:pt x="0" y="2766060"/>
                </a:lnTo>
                <a:lnTo>
                  <a:pt x="1737359" y="0"/>
                </a:lnTo>
                <a:lnTo>
                  <a:pt x="5062728" y="1211580"/>
                </a:lnTo>
                <a:lnTo>
                  <a:pt x="2859474" y="4189719"/>
                </a:lnTo>
                <a:close/>
              </a:path>
              <a:path w="5062855" h="4239895">
                <a:moveTo>
                  <a:pt x="2822448" y="4239768"/>
                </a:moveTo>
                <a:lnTo>
                  <a:pt x="2859474" y="4189719"/>
                </a:lnTo>
                <a:lnTo>
                  <a:pt x="2868168" y="4194048"/>
                </a:lnTo>
                <a:lnTo>
                  <a:pt x="2822448" y="4239768"/>
                </a:lnTo>
                <a:close/>
              </a:path>
            </a:pathLst>
          </a:custGeom>
          <a:solidFill>
            <a:srgbClr val="FFFF00">
              <a:alpha val="27732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4916693" y="2505031"/>
            <a:ext cx="2138082" cy="2868706"/>
          </a:xfrm>
          <a:custGeom>
            <a:avLst/>
            <a:gdLst/>
            <a:ahLst/>
            <a:cxnLst/>
            <a:rect l="l" t="t" r="r" b="b"/>
            <a:pathLst>
              <a:path w="2423160" h="3251200">
                <a:moveTo>
                  <a:pt x="15240" y="3250692"/>
                </a:moveTo>
                <a:lnTo>
                  <a:pt x="0" y="3238499"/>
                </a:lnTo>
                <a:lnTo>
                  <a:pt x="2407919" y="0"/>
                </a:lnTo>
                <a:lnTo>
                  <a:pt x="2423160" y="12192"/>
                </a:lnTo>
                <a:lnTo>
                  <a:pt x="15240" y="3250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 txBox="1"/>
          <p:nvPr/>
        </p:nvSpPr>
        <p:spPr>
          <a:xfrm>
            <a:off x="9175410" y="4709881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42327" y="4709881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9001" y="39895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237655" y="3988243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7373472" y="4246426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373472" y="4214153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318338" y="3622483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760746" y="39895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7759402" y="3988243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5052" y="251460"/>
                </a:lnTo>
                <a:lnTo>
                  <a:pt x="12192" y="213360"/>
                </a:lnTo>
                <a:lnTo>
                  <a:pt x="0" y="153924"/>
                </a:lnTo>
                <a:lnTo>
                  <a:pt x="1524" y="138684"/>
                </a:lnTo>
                <a:lnTo>
                  <a:pt x="3048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45720" y="44196"/>
                </a:lnTo>
                <a:lnTo>
                  <a:pt x="80772" y="18288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6096" y="123444"/>
                </a:lnTo>
                <a:lnTo>
                  <a:pt x="3048" y="153924"/>
                </a:lnTo>
                <a:lnTo>
                  <a:pt x="6096" y="18440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5928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199643" y="297180"/>
                </a:lnTo>
                <a:lnTo>
                  <a:pt x="239268" y="278892"/>
                </a:lnTo>
                <a:lnTo>
                  <a:pt x="271272" y="249936"/>
                </a:lnTo>
                <a:lnTo>
                  <a:pt x="294131" y="211836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301752" y="108204"/>
                </a:lnTo>
                <a:lnTo>
                  <a:pt x="307848" y="137160"/>
                </a:lnTo>
                <a:lnTo>
                  <a:pt x="307848" y="169164"/>
                </a:lnTo>
                <a:lnTo>
                  <a:pt x="289560" y="227076"/>
                </a:lnTo>
                <a:lnTo>
                  <a:pt x="263652" y="262128"/>
                </a:lnTo>
                <a:lnTo>
                  <a:pt x="228600" y="28956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7840084" y="3622483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7862944" y="4258529"/>
            <a:ext cx="204507" cy="443753"/>
          </a:xfrm>
          <a:custGeom>
            <a:avLst/>
            <a:gdLst/>
            <a:ahLst/>
            <a:cxnLst/>
            <a:rect l="l" t="t" r="r" b="b"/>
            <a:pathLst>
              <a:path w="231775" h="502920">
                <a:moveTo>
                  <a:pt x="0" y="105156"/>
                </a:moveTo>
                <a:lnTo>
                  <a:pt x="36576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4676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1775" h="502920">
                <a:moveTo>
                  <a:pt x="53844" y="85576"/>
                </a:moveTo>
                <a:lnTo>
                  <a:pt x="48768" y="71628"/>
                </a:lnTo>
                <a:lnTo>
                  <a:pt x="74676" y="62483"/>
                </a:lnTo>
                <a:lnTo>
                  <a:pt x="79663" y="76187"/>
                </a:lnTo>
                <a:lnTo>
                  <a:pt x="53844" y="85576"/>
                </a:lnTo>
                <a:close/>
              </a:path>
              <a:path w="231775" h="502920">
                <a:moveTo>
                  <a:pt x="79663" y="76187"/>
                </a:moveTo>
                <a:lnTo>
                  <a:pt x="74676" y="62483"/>
                </a:lnTo>
                <a:lnTo>
                  <a:pt x="117348" y="62483"/>
                </a:lnTo>
                <a:lnTo>
                  <a:pt x="79663" y="76187"/>
                </a:lnTo>
                <a:close/>
              </a:path>
              <a:path w="231775" h="502920">
                <a:moveTo>
                  <a:pt x="205740" y="502920"/>
                </a:moveTo>
                <a:lnTo>
                  <a:pt x="53844" y="85576"/>
                </a:lnTo>
                <a:lnTo>
                  <a:pt x="79663" y="76187"/>
                </a:lnTo>
                <a:lnTo>
                  <a:pt x="231648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7895216" y="4220877"/>
            <a:ext cx="1398494" cy="489697"/>
          </a:xfrm>
          <a:custGeom>
            <a:avLst/>
            <a:gdLst/>
            <a:ahLst/>
            <a:cxnLst/>
            <a:rect l="l" t="t" r="r" b="b"/>
            <a:pathLst>
              <a:path w="1584959" h="554989">
                <a:moveTo>
                  <a:pt x="60960" y="135636"/>
                </a:moveTo>
                <a:lnTo>
                  <a:pt x="0" y="42672"/>
                </a:lnTo>
                <a:lnTo>
                  <a:pt x="103632" y="0"/>
                </a:lnTo>
                <a:lnTo>
                  <a:pt x="87809" y="50292"/>
                </a:lnTo>
                <a:lnTo>
                  <a:pt x="73152" y="50292"/>
                </a:lnTo>
                <a:lnTo>
                  <a:pt x="64008" y="77724"/>
                </a:lnTo>
                <a:lnTo>
                  <a:pt x="77809" y="82078"/>
                </a:lnTo>
                <a:lnTo>
                  <a:pt x="60960" y="135636"/>
                </a:lnTo>
                <a:close/>
              </a:path>
              <a:path w="1584959" h="554989">
                <a:moveTo>
                  <a:pt x="77809" y="82078"/>
                </a:moveTo>
                <a:lnTo>
                  <a:pt x="64008" y="77724"/>
                </a:lnTo>
                <a:lnTo>
                  <a:pt x="73152" y="50292"/>
                </a:lnTo>
                <a:lnTo>
                  <a:pt x="86486" y="54499"/>
                </a:lnTo>
                <a:lnTo>
                  <a:pt x="77809" y="82078"/>
                </a:lnTo>
                <a:close/>
              </a:path>
              <a:path w="1584959" h="554989">
                <a:moveTo>
                  <a:pt x="86486" y="54499"/>
                </a:moveTo>
                <a:lnTo>
                  <a:pt x="73152" y="50292"/>
                </a:lnTo>
                <a:lnTo>
                  <a:pt x="87809" y="50292"/>
                </a:lnTo>
                <a:lnTo>
                  <a:pt x="86486" y="54499"/>
                </a:lnTo>
                <a:close/>
              </a:path>
              <a:path w="1584959" h="554989">
                <a:moveTo>
                  <a:pt x="1575816" y="554736"/>
                </a:moveTo>
                <a:lnTo>
                  <a:pt x="77809" y="82078"/>
                </a:lnTo>
                <a:lnTo>
                  <a:pt x="86486" y="54499"/>
                </a:lnTo>
                <a:lnTo>
                  <a:pt x="1584960" y="527304"/>
                </a:lnTo>
                <a:lnTo>
                  <a:pt x="1575816" y="554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8196431" y="3812087"/>
            <a:ext cx="211118" cy="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234083" y="3844359"/>
            <a:ext cx="754379" cy="3227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6096600" y="2998440"/>
              <a:ext cx="399240" cy="340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2920" y="2984760"/>
                <a:ext cx="42768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448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36374" y="5148104"/>
            <a:ext cx="6467475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4" name="object 4"/>
          <p:cNvSpPr/>
          <p:nvPr/>
        </p:nvSpPr>
        <p:spPr>
          <a:xfrm>
            <a:off x="3590814" y="2611420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4837482" y="1748119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3467100" y="3219352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6210301" y="3244346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9689" y="2211591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3077" y="1926964"/>
            <a:ext cx="4912659" cy="2985246"/>
          </a:xfrm>
          <a:custGeom>
            <a:avLst/>
            <a:gdLst/>
            <a:ahLst/>
            <a:cxnLst/>
            <a:rect l="l" t="t" r="r" b="b"/>
            <a:pathLst>
              <a:path w="5567680" h="3383279">
                <a:moveTo>
                  <a:pt x="4081272" y="3383279"/>
                </a:moveTo>
                <a:lnTo>
                  <a:pt x="0" y="1531619"/>
                </a:lnTo>
                <a:lnTo>
                  <a:pt x="652271" y="0"/>
                </a:lnTo>
                <a:lnTo>
                  <a:pt x="5567172" y="1577340"/>
                </a:lnTo>
                <a:lnTo>
                  <a:pt x="4081272" y="3383279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2598419" y="1865107"/>
            <a:ext cx="4643718" cy="1495424"/>
          </a:xfrm>
          <a:custGeom>
            <a:avLst/>
            <a:gdLst/>
            <a:ahLst/>
            <a:cxnLst/>
            <a:rect l="l" t="t" r="r" b="b"/>
            <a:pathLst>
              <a:path w="5262880" h="1694814">
                <a:moveTo>
                  <a:pt x="5257800" y="1694688"/>
                </a:moveTo>
                <a:lnTo>
                  <a:pt x="0" y="18287"/>
                </a:lnTo>
                <a:lnTo>
                  <a:pt x="4572" y="0"/>
                </a:lnTo>
                <a:lnTo>
                  <a:pt x="5262372" y="1676400"/>
                </a:lnTo>
                <a:lnTo>
                  <a:pt x="5257800" y="16946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 txBox="1"/>
          <p:nvPr/>
        </p:nvSpPr>
        <p:spPr>
          <a:xfrm>
            <a:off x="9175410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42327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9001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237655" y="3391349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7373472" y="3649532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373472" y="3617259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318338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760746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7759402" y="3391349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5052" y="251460"/>
                </a:lnTo>
                <a:lnTo>
                  <a:pt x="12192" y="213360"/>
                </a:lnTo>
                <a:lnTo>
                  <a:pt x="0" y="153924"/>
                </a:lnTo>
                <a:lnTo>
                  <a:pt x="1524" y="138684"/>
                </a:lnTo>
                <a:lnTo>
                  <a:pt x="3048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45720" y="44196"/>
                </a:lnTo>
                <a:lnTo>
                  <a:pt x="80772" y="18288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6096" y="123444"/>
                </a:lnTo>
                <a:lnTo>
                  <a:pt x="3048" y="153924"/>
                </a:lnTo>
                <a:lnTo>
                  <a:pt x="6096" y="18440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5928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199643" y="297180"/>
                </a:lnTo>
                <a:lnTo>
                  <a:pt x="239268" y="278892"/>
                </a:lnTo>
                <a:lnTo>
                  <a:pt x="271272" y="249936"/>
                </a:lnTo>
                <a:lnTo>
                  <a:pt x="294131" y="211836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301752" y="108204"/>
                </a:lnTo>
                <a:lnTo>
                  <a:pt x="307848" y="137160"/>
                </a:lnTo>
                <a:lnTo>
                  <a:pt x="307848" y="169164"/>
                </a:lnTo>
                <a:lnTo>
                  <a:pt x="289560" y="227076"/>
                </a:lnTo>
                <a:lnTo>
                  <a:pt x="263652" y="262128"/>
                </a:lnTo>
                <a:lnTo>
                  <a:pt x="228600" y="28956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7840084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7862944" y="3661635"/>
            <a:ext cx="204507" cy="443753"/>
          </a:xfrm>
          <a:custGeom>
            <a:avLst/>
            <a:gdLst/>
            <a:ahLst/>
            <a:cxnLst/>
            <a:rect l="l" t="t" r="r" b="b"/>
            <a:pathLst>
              <a:path w="231775" h="502920">
                <a:moveTo>
                  <a:pt x="0" y="105156"/>
                </a:moveTo>
                <a:lnTo>
                  <a:pt x="36576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4676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1775" h="502920">
                <a:moveTo>
                  <a:pt x="53844" y="85576"/>
                </a:moveTo>
                <a:lnTo>
                  <a:pt x="48768" y="71628"/>
                </a:lnTo>
                <a:lnTo>
                  <a:pt x="74676" y="62483"/>
                </a:lnTo>
                <a:lnTo>
                  <a:pt x="79663" y="76187"/>
                </a:lnTo>
                <a:lnTo>
                  <a:pt x="53844" y="85576"/>
                </a:lnTo>
                <a:close/>
              </a:path>
              <a:path w="231775" h="502920">
                <a:moveTo>
                  <a:pt x="79663" y="76187"/>
                </a:moveTo>
                <a:lnTo>
                  <a:pt x="74676" y="62483"/>
                </a:lnTo>
                <a:lnTo>
                  <a:pt x="117348" y="62483"/>
                </a:lnTo>
                <a:lnTo>
                  <a:pt x="79663" y="76187"/>
                </a:lnTo>
                <a:close/>
              </a:path>
              <a:path w="231775" h="502920">
                <a:moveTo>
                  <a:pt x="205740" y="502920"/>
                </a:moveTo>
                <a:lnTo>
                  <a:pt x="53844" y="85576"/>
                </a:lnTo>
                <a:lnTo>
                  <a:pt x="79663" y="76187"/>
                </a:lnTo>
                <a:lnTo>
                  <a:pt x="231648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7895216" y="3623983"/>
            <a:ext cx="1398494" cy="489697"/>
          </a:xfrm>
          <a:custGeom>
            <a:avLst/>
            <a:gdLst/>
            <a:ahLst/>
            <a:cxnLst/>
            <a:rect l="l" t="t" r="r" b="b"/>
            <a:pathLst>
              <a:path w="1584959" h="554989">
                <a:moveTo>
                  <a:pt x="60960" y="135636"/>
                </a:moveTo>
                <a:lnTo>
                  <a:pt x="0" y="42672"/>
                </a:lnTo>
                <a:lnTo>
                  <a:pt x="103632" y="0"/>
                </a:lnTo>
                <a:lnTo>
                  <a:pt x="87809" y="50292"/>
                </a:lnTo>
                <a:lnTo>
                  <a:pt x="73152" y="50292"/>
                </a:lnTo>
                <a:lnTo>
                  <a:pt x="64008" y="77724"/>
                </a:lnTo>
                <a:lnTo>
                  <a:pt x="77809" y="82078"/>
                </a:lnTo>
                <a:lnTo>
                  <a:pt x="60960" y="135636"/>
                </a:lnTo>
                <a:close/>
              </a:path>
              <a:path w="1584959" h="554989">
                <a:moveTo>
                  <a:pt x="77809" y="82078"/>
                </a:moveTo>
                <a:lnTo>
                  <a:pt x="64008" y="77724"/>
                </a:lnTo>
                <a:lnTo>
                  <a:pt x="73152" y="50292"/>
                </a:lnTo>
                <a:lnTo>
                  <a:pt x="86486" y="54499"/>
                </a:lnTo>
                <a:lnTo>
                  <a:pt x="77809" y="82078"/>
                </a:lnTo>
                <a:close/>
              </a:path>
              <a:path w="1584959" h="554989">
                <a:moveTo>
                  <a:pt x="86486" y="54499"/>
                </a:moveTo>
                <a:lnTo>
                  <a:pt x="73152" y="50292"/>
                </a:lnTo>
                <a:lnTo>
                  <a:pt x="87809" y="50292"/>
                </a:lnTo>
                <a:lnTo>
                  <a:pt x="86486" y="54499"/>
                </a:lnTo>
                <a:close/>
              </a:path>
              <a:path w="1584959" h="554989">
                <a:moveTo>
                  <a:pt x="1575816" y="554736"/>
                </a:moveTo>
                <a:lnTo>
                  <a:pt x="77809" y="82078"/>
                </a:lnTo>
                <a:lnTo>
                  <a:pt x="86486" y="54499"/>
                </a:lnTo>
                <a:lnTo>
                  <a:pt x="1584960" y="527304"/>
                </a:lnTo>
                <a:lnTo>
                  <a:pt x="1575816" y="554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8324178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3778" y="296997"/>
                </a:lnTo>
                <a:lnTo>
                  <a:pt x="61886" y="275295"/>
                </a:lnTo>
                <a:lnTo>
                  <a:pt x="29065" y="242255"/>
                </a:lnTo>
                <a:lnTo>
                  <a:pt x="7656" y="200436"/>
                </a:lnTo>
                <a:lnTo>
                  <a:pt x="0" y="152400"/>
                </a:lnTo>
                <a:lnTo>
                  <a:pt x="7656" y="104363"/>
                </a:lnTo>
                <a:lnTo>
                  <a:pt x="29065" y="62544"/>
                </a:lnTo>
                <a:lnTo>
                  <a:pt x="61886" y="29504"/>
                </a:lnTo>
                <a:lnTo>
                  <a:pt x="103778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0436"/>
                </a:lnTo>
                <a:lnTo>
                  <a:pt x="275295" y="242255"/>
                </a:lnTo>
                <a:lnTo>
                  <a:pt x="242255" y="275295"/>
                </a:lnTo>
                <a:lnTo>
                  <a:pt x="200436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322834" y="3391349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21920" y="304800"/>
                </a:lnTo>
                <a:lnTo>
                  <a:pt x="108204" y="300228"/>
                </a:lnTo>
                <a:lnTo>
                  <a:pt x="92964" y="295656"/>
                </a:lnTo>
                <a:lnTo>
                  <a:pt x="54864" y="272796"/>
                </a:lnTo>
                <a:lnTo>
                  <a:pt x="25908" y="239268"/>
                </a:lnTo>
                <a:lnTo>
                  <a:pt x="6096" y="199644"/>
                </a:lnTo>
                <a:lnTo>
                  <a:pt x="0" y="169164"/>
                </a:lnTo>
                <a:lnTo>
                  <a:pt x="0" y="138684"/>
                </a:lnTo>
                <a:lnTo>
                  <a:pt x="12192" y="92964"/>
                </a:lnTo>
                <a:lnTo>
                  <a:pt x="35052" y="56388"/>
                </a:lnTo>
                <a:lnTo>
                  <a:pt x="44196" y="44196"/>
                </a:lnTo>
                <a:lnTo>
                  <a:pt x="79248" y="18288"/>
                </a:lnTo>
                <a:lnTo>
                  <a:pt x="121920" y="3048"/>
                </a:lnTo>
                <a:lnTo>
                  <a:pt x="137160" y="0"/>
                </a:lnTo>
                <a:lnTo>
                  <a:pt x="169164" y="0"/>
                </a:lnTo>
                <a:lnTo>
                  <a:pt x="184404" y="3048"/>
                </a:lnTo>
                <a:lnTo>
                  <a:pt x="138684" y="3048"/>
                </a:lnTo>
                <a:lnTo>
                  <a:pt x="108204" y="9144"/>
                </a:lnTo>
                <a:lnTo>
                  <a:pt x="68580" y="28956"/>
                </a:lnTo>
                <a:lnTo>
                  <a:pt x="36576" y="57912"/>
                </a:lnTo>
                <a:lnTo>
                  <a:pt x="21336" y="82296"/>
                </a:lnTo>
                <a:lnTo>
                  <a:pt x="13716" y="94488"/>
                </a:lnTo>
                <a:lnTo>
                  <a:pt x="9144" y="108204"/>
                </a:lnTo>
                <a:lnTo>
                  <a:pt x="3048" y="138684"/>
                </a:lnTo>
                <a:lnTo>
                  <a:pt x="3048" y="169164"/>
                </a:lnTo>
                <a:lnTo>
                  <a:pt x="13716" y="211836"/>
                </a:lnTo>
                <a:lnTo>
                  <a:pt x="36576" y="249936"/>
                </a:lnTo>
                <a:lnTo>
                  <a:pt x="68580" y="278892"/>
                </a:lnTo>
                <a:lnTo>
                  <a:pt x="108204" y="297180"/>
                </a:lnTo>
                <a:lnTo>
                  <a:pt x="153924" y="304800"/>
                </a:lnTo>
                <a:lnTo>
                  <a:pt x="184404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4404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211836" y="292608"/>
                </a:lnTo>
                <a:lnTo>
                  <a:pt x="249936" y="269748"/>
                </a:lnTo>
                <a:lnTo>
                  <a:pt x="278892" y="237744"/>
                </a:lnTo>
                <a:lnTo>
                  <a:pt x="301752" y="184404"/>
                </a:lnTo>
                <a:lnTo>
                  <a:pt x="304800" y="153924"/>
                </a:lnTo>
                <a:lnTo>
                  <a:pt x="301752" y="123444"/>
                </a:lnTo>
                <a:lnTo>
                  <a:pt x="286512" y="82296"/>
                </a:lnTo>
                <a:lnTo>
                  <a:pt x="260604" y="47244"/>
                </a:lnTo>
                <a:lnTo>
                  <a:pt x="225552" y="21336"/>
                </a:lnTo>
                <a:lnTo>
                  <a:pt x="184404" y="6096"/>
                </a:lnTo>
                <a:lnTo>
                  <a:pt x="169164" y="3048"/>
                </a:lnTo>
                <a:lnTo>
                  <a:pt x="184404" y="3048"/>
                </a:lnTo>
                <a:lnTo>
                  <a:pt x="227076" y="18288"/>
                </a:lnTo>
                <a:lnTo>
                  <a:pt x="262128" y="44196"/>
                </a:lnTo>
                <a:lnTo>
                  <a:pt x="288036" y="80772"/>
                </a:lnTo>
                <a:lnTo>
                  <a:pt x="295656" y="92964"/>
                </a:lnTo>
                <a:lnTo>
                  <a:pt x="300228" y="108204"/>
                </a:lnTo>
                <a:lnTo>
                  <a:pt x="304800" y="121920"/>
                </a:lnTo>
                <a:lnTo>
                  <a:pt x="306324" y="137160"/>
                </a:lnTo>
                <a:lnTo>
                  <a:pt x="304800" y="184404"/>
                </a:lnTo>
                <a:lnTo>
                  <a:pt x="289560" y="227076"/>
                </a:lnTo>
                <a:lnTo>
                  <a:pt x="280416" y="239268"/>
                </a:lnTo>
                <a:lnTo>
                  <a:pt x="272795" y="251460"/>
                </a:lnTo>
                <a:lnTo>
                  <a:pt x="239268" y="281940"/>
                </a:lnTo>
                <a:lnTo>
                  <a:pt x="199643" y="300228"/>
                </a:lnTo>
                <a:lnTo>
                  <a:pt x="184404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8402171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4008" y="0"/>
                </a:lnTo>
                <a:lnTo>
                  <a:pt x="116494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494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8045825" y="3661634"/>
            <a:ext cx="412937" cy="448235"/>
          </a:xfrm>
          <a:custGeom>
            <a:avLst/>
            <a:gdLst/>
            <a:ahLst/>
            <a:cxnLst/>
            <a:rect l="l" t="t" r="r" b="b"/>
            <a:pathLst>
              <a:path w="467995" h="508000">
                <a:moveTo>
                  <a:pt x="398524" y="53504"/>
                </a:moveTo>
                <a:lnTo>
                  <a:pt x="356616" y="15239"/>
                </a:lnTo>
                <a:lnTo>
                  <a:pt x="467868" y="0"/>
                </a:lnTo>
                <a:lnTo>
                  <a:pt x="465529" y="42672"/>
                </a:lnTo>
                <a:lnTo>
                  <a:pt x="408432" y="42672"/>
                </a:lnTo>
                <a:lnTo>
                  <a:pt x="398524" y="53504"/>
                </a:lnTo>
                <a:close/>
              </a:path>
              <a:path w="467995" h="508000">
                <a:moveTo>
                  <a:pt x="420007" y="73118"/>
                </a:moveTo>
                <a:lnTo>
                  <a:pt x="398524" y="53504"/>
                </a:lnTo>
                <a:lnTo>
                  <a:pt x="408432" y="42672"/>
                </a:lnTo>
                <a:lnTo>
                  <a:pt x="429768" y="62483"/>
                </a:lnTo>
                <a:lnTo>
                  <a:pt x="420007" y="73118"/>
                </a:lnTo>
                <a:close/>
              </a:path>
              <a:path w="467995" h="508000">
                <a:moveTo>
                  <a:pt x="461772" y="111252"/>
                </a:moveTo>
                <a:lnTo>
                  <a:pt x="420007" y="73118"/>
                </a:lnTo>
                <a:lnTo>
                  <a:pt x="429768" y="62483"/>
                </a:lnTo>
                <a:lnTo>
                  <a:pt x="408432" y="42672"/>
                </a:lnTo>
                <a:lnTo>
                  <a:pt x="465529" y="42672"/>
                </a:lnTo>
                <a:lnTo>
                  <a:pt x="461772" y="111252"/>
                </a:lnTo>
                <a:close/>
              </a:path>
              <a:path w="467995" h="508000">
                <a:moveTo>
                  <a:pt x="21336" y="507492"/>
                </a:moveTo>
                <a:lnTo>
                  <a:pt x="0" y="489204"/>
                </a:lnTo>
                <a:lnTo>
                  <a:pt x="398524" y="53504"/>
                </a:lnTo>
                <a:lnTo>
                  <a:pt x="420007" y="73118"/>
                </a:lnTo>
                <a:lnTo>
                  <a:pt x="21336" y="50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8458650" y="3641464"/>
            <a:ext cx="836519" cy="470647"/>
          </a:xfrm>
          <a:custGeom>
            <a:avLst/>
            <a:gdLst/>
            <a:ahLst/>
            <a:cxnLst/>
            <a:rect l="l" t="t" r="r" b="b"/>
            <a:pathLst>
              <a:path w="948054" h="533400">
                <a:moveTo>
                  <a:pt x="41148" y="126491"/>
                </a:moveTo>
                <a:lnTo>
                  <a:pt x="0" y="22860"/>
                </a:lnTo>
                <a:lnTo>
                  <a:pt x="108204" y="0"/>
                </a:lnTo>
                <a:lnTo>
                  <a:pt x="85582" y="42672"/>
                </a:lnTo>
                <a:lnTo>
                  <a:pt x="68580" y="42672"/>
                </a:lnTo>
                <a:lnTo>
                  <a:pt x="56387" y="68580"/>
                </a:lnTo>
                <a:lnTo>
                  <a:pt x="68459" y="74972"/>
                </a:lnTo>
                <a:lnTo>
                  <a:pt x="41148" y="126491"/>
                </a:lnTo>
                <a:close/>
              </a:path>
              <a:path w="948054" h="533400">
                <a:moveTo>
                  <a:pt x="68459" y="74972"/>
                </a:moveTo>
                <a:lnTo>
                  <a:pt x="56387" y="68580"/>
                </a:lnTo>
                <a:lnTo>
                  <a:pt x="68580" y="42672"/>
                </a:lnTo>
                <a:lnTo>
                  <a:pt x="81851" y="49710"/>
                </a:lnTo>
                <a:lnTo>
                  <a:pt x="68459" y="74972"/>
                </a:lnTo>
                <a:close/>
              </a:path>
              <a:path w="948054" h="533400">
                <a:moveTo>
                  <a:pt x="81851" y="49710"/>
                </a:moveTo>
                <a:lnTo>
                  <a:pt x="68580" y="42672"/>
                </a:lnTo>
                <a:lnTo>
                  <a:pt x="85582" y="42672"/>
                </a:lnTo>
                <a:lnTo>
                  <a:pt x="81851" y="49710"/>
                </a:lnTo>
                <a:close/>
              </a:path>
              <a:path w="948054" h="533400">
                <a:moveTo>
                  <a:pt x="934212" y="533400"/>
                </a:moveTo>
                <a:lnTo>
                  <a:pt x="68459" y="74972"/>
                </a:lnTo>
                <a:lnTo>
                  <a:pt x="81851" y="49710"/>
                </a:lnTo>
                <a:lnTo>
                  <a:pt x="947928" y="509016"/>
                </a:lnTo>
                <a:lnTo>
                  <a:pt x="934212" y="5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8732969" y="3286461"/>
            <a:ext cx="211118" cy="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8771964" y="3317391"/>
            <a:ext cx="753034" cy="3227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454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3419" y="2088330"/>
            <a:ext cx="4932829" cy="2833407"/>
          </a:xfrm>
          <a:custGeom>
            <a:avLst/>
            <a:gdLst/>
            <a:ahLst/>
            <a:cxnLst/>
            <a:rect l="l" t="t" r="r" b="b"/>
            <a:pathLst>
              <a:path w="5590540" h="3211195">
                <a:moveTo>
                  <a:pt x="640080" y="3211067"/>
                </a:moveTo>
                <a:lnTo>
                  <a:pt x="0" y="1554480"/>
                </a:lnTo>
                <a:lnTo>
                  <a:pt x="4960620" y="0"/>
                </a:lnTo>
                <a:lnTo>
                  <a:pt x="5590031" y="2583180"/>
                </a:lnTo>
                <a:lnTo>
                  <a:pt x="640080" y="3211067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2409434" y="5274499"/>
            <a:ext cx="6467475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5" name="object 5"/>
          <p:cNvSpPr/>
          <p:nvPr/>
        </p:nvSpPr>
        <p:spPr>
          <a:xfrm>
            <a:off x="3590814" y="2611420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4837482" y="1748119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3467100" y="3219352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 txBox="1"/>
          <p:nvPr/>
        </p:nvSpPr>
        <p:spPr>
          <a:xfrm>
            <a:off x="6210301" y="3244346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9689" y="2211591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42073" y="2080261"/>
            <a:ext cx="4381500" cy="1387849"/>
          </a:xfrm>
          <a:custGeom>
            <a:avLst/>
            <a:gdLst/>
            <a:ahLst/>
            <a:cxnLst/>
            <a:rect l="l" t="t" r="r" b="b"/>
            <a:pathLst>
              <a:path w="4965700" h="1572895">
                <a:moveTo>
                  <a:pt x="4571" y="1572768"/>
                </a:moveTo>
                <a:lnTo>
                  <a:pt x="0" y="1554480"/>
                </a:lnTo>
                <a:lnTo>
                  <a:pt x="4960620" y="0"/>
                </a:lnTo>
                <a:lnTo>
                  <a:pt x="4965191" y="18287"/>
                </a:lnTo>
                <a:lnTo>
                  <a:pt x="4571" y="1572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 txBox="1"/>
          <p:nvPr/>
        </p:nvSpPr>
        <p:spPr>
          <a:xfrm>
            <a:off x="9175410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42327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9001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237655" y="3391349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7373472" y="3649532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373472" y="3617259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318338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760746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7759402" y="3391349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5052" y="251460"/>
                </a:lnTo>
                <a:lnTo>
                  <a:pt x="12192" y="213360"/>
                </a:lnTo>
                <a:lnTo>
                  <a:pt x="0" y="153924"/>
                </a:lnTo>
                <a:lnTo>
                  <a:pt x="1524" y="138684"/>
                </a:lnTo>
                <a:lnTo>
                  <a:pt x="3048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45720" y="44196"/>
                </a:lnTo>
                <a:lnTo>
                  <a:pt x="80772" y="18288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6096" y="123444"/>
                </a:lnTo>
                <a:lnTo>
                  <a:pt x="3048" y="153924"/>
                </a:lnTo>
                <a:lnTo>
                  <a:pt x="6096" y="18440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5928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199643" y="297180"/>
                </a:lnTo>
                <a:lnTo>
                  <a:pt x="239268" y="278892"/>
                </a:lnTo>
                <a:lnTo>
                  <a:pt x="271272" y="249936"/>
                </a:lnTo>
                <a:lnTo>
                  <a:pt x="294131" y="211836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301752" y="108204"/>
                </a:lnTo>
                <a:lnTo>
                  <a:pt x="307848" y="137160"/>
                </a:lnTo>
                <a:lnTo>
                  <a:pt x="307848" y="169164"/>
                </a:lnTo>
                <a:lnTo>
                  <a:pt x="289560" y="227076"/>
                </a:lnTo>
                <a:lnTo>
                  <a:pt x="263652" y="262128"/>
                </a:lnTo>
                <a:lnTo>
                  <a:pt x="228600" y="28956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7840084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7862944" y="3661635"/>
            <a:ext cx="204507" cy="443753"/>
          </a:xfrm>
          <a:custGeom>
            <a:avLst/>
            <a:gdLst/>
            <a:ahLst/>
            <a:cxnLst/>
            <a:rect l="l" t="t" r="r" b="b"/>
            <a:pathLst>
              <a:path w="231775" h="502920">
                <a:moveTo>
                  <a:pt x="0" y="105156"/>
                </a:moveTo>
                <a:lnTo>
                  <a:pt x="36576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4676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1775" h="502920">
                <a:moveTo>
                  <a:pt x="53844" y="85576"/>
                </a:moveTo>
                <a:lnTo>
                  <a:pt x="48768" y="71628"/>
                </a:lnTo>
                <a:lnTo>
                  <a:pt x="74676" y="62483"/>
                </a:lnTo>
                <a:lnTo>
                  <a:pt x="79663" y="76187"/>
                </a:lnTo>
                <a:lnTo>
                  <a:pt x="53844" y="85576"/>
                </a:lnTo>
                <a:close/>
              </a:path>
              <a:path w="231775" h="502920">
                <a:moveTo>
                  <a:pt x="79663" y="76187"/>
                </a:moveTo>
                <a:lnTo>
                  <a:pt x="74676" y="62483"/>
                </a:lnTo>
                <a:lnTo>
                  <a:pt x="117348" y="62483"/>
                </a:lnTo>
                <a:lnTo>
                  <a:pt x="79663" y="76187"/>
                </a:lnTo>
                <a:close/>
              </a:path>
              <a:path w="231775" h="502920">
                <a:moveTo>
                  <a:pt x="205740" y="502920"/>
                </a:moveTo>
                <a:lnTo>
                  <a:pt x="53844" y="85576"/>
                </a:lnTo>
                <a:lnTo>
                  <a:pt x="79663" y="76187"/>
                </a:lnTo>
                <a:lnTo>
                  <a:pt x="231648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7895216" y="3623983"/>
            <a:ext cx="1398494" cy="489697"/>
          </a:xfrm>
          <a:custGeom>
            <a:avLst/>
            <a:gdLst/>
            <a:ahLst/>
            <a:cxnLst/>
            <a:rect l="l" t="t" r="r" b="b"/>
            <a:pathLst>
              <a:path w="1584959" h="554989">
                <a:moveTo>
                  <a:pt x="60960" y="135636"/>
                </a:moveTo>
                <a:lnTo>
                  <a:pt x="0" y="42672"/>
                </a:lnTo>
                <a:lnTo>
                  <a:pt x="103632" y="0"/>
                </a:lnTo>
                <a:lnTo>
                  <a:pt x="87809" y="50292"/>
                </a:lnTo>
                <a:lnTo>
                  <a:pt x="73152" y="50292"/>
                </a:lnTo>
                <a:lnTo>
                  <a:pt x="64008" y="77724"/>
                </a:lnTo>
                <a:lnTo>
                  <a:pt x="77809" y="82078"/>
                </a:lnTo>
                <a:lnTo>
                  <a:pt x="60960" y="135636"/>
                </a:lnTo>
                <a:close/>
              </a:path>
              <a:path w="1584959" h="554989">
                <a:moveTo>
                  <a:pt x="77809" y="82078"/>
                </a:moveTo>
                <a:lnTo>
                  <a:pt x="64008" y="77724"/>
                </a:lnTo>
                <a:lnTo>
                  <a:pt x="73152" y="50292"/>
                </a:lnTo>
                <a:lnTo>
                  <a:pt x="86486" y="54499"/>
                </a:lnTo>
                <a:lnTo>
                  <a:pt x="77809" y="82078"/>
                </a:lnTo>
                <a:close/>
              </a:path>
              <a:path w="1584959" h="554989">
                <a:moveTo>
                  <a:pt x="86486" y="54499"/>
                </a:moveTo>
                <a:lnTo>
                  <a:pt x="73152" y="50292"/>
                </a:lnTo>
                <a:lnTo>
                  <a:pt x="87809" y="50292"/>
                </a:lnTo>
                <a:lnTo>
                  <a:pt x="86486" y="54499"/>
                </a:lnTo>
                <a:close/>
              </a:path>
              <a:path w="1584959" h="554989">
                <a:moveTo>
                  <a:pt x="1575816" y="554736"/>
                </a:moveTo>
                <a:lnTo>
                  <a:pt x="77809" y="82078"/>
                </a:lnTo>
                <a:lnTo>
                  <a:pt x="86486" y="54499"/>
                </a:lnTo>
                <a:lnTo>
                  <a:pt x="1584960" y="527304"/>
                </a:lnTo>
                <a:lnTo>
                  <a:pt x="1575816" y="554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8324178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3778" y="296997"/>
                </a:lnTo>
                <a:lnTo>
                  <a:pt x="61886" y="275295"/>
                </a:lnTo>
                <a:lnTo>
                  <a:pt x="29065" y="242255"/>
                </a:lnTo>
                <a:lnTo>
                  <a:pt x="7656" y="200436"/>
                </a:lnTo>
                <a:lnTo>
                  <a:pt x="0" y="152400"/>
                </a:lnTo>
                <a:lnTo>
                  <a:pt x="7656" y="104363"/>
                </a:lnTo>
                <a:lnTo>
                  <a:pt x="29065" y="62544"/>
                </a:lnTo>
                <a:lnTo>
                  <a:pt x="61886" y="29504"/>
                </a:lnTo>
                <a:lnTo>
                  <a:pt x="103778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0436"/>
                </a:lnTo>
                <a:lnTo>
                  <a:pt x="275295" y="242255"/>
                </a:lnTo>
                <a:lnTo>
                  <a:pt x="242255" y="275295"/>
                </a:lnTo>
                <a:lnTo>
                  <a:pt x="200436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322834" y="3391349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21920" y="304800"/>
                </a:lnTo>
                <a:lnTo>
                  <a:pt x="108204" y="300228"/>
                </a:lnTo>
                <a:lnTo>
                  <a:pt x="92964" y="295656"/>
                </a:lnTo>
                <a:lnTo>
                  <a:pt x="54864" y="272796"/>
                </a:lnTo>
                <a:lnTo>
                  <a:pt x="25908" y="239268"/>
                </a:lnTo>
                <a:lnTo>
                  <a:pt x="6096" y="199644"/>
                </a:lnTo>
                <a:lnTo>
                  <a:pt x="0" y="169164"/>
                </a:lnTo>
                <a:lnTo>
                  <a:pt x="0" y="138684"/>
                </a:lnTo>
                <a:lnTo>
                  <a:pt x="12192" y="92964"/>
                </a:lnTo>
                <a:lnTo>
                  <a:pt x="35052" y="56388"/>
                </a:lnTo>
                <a:lnTo>
                  <a:pt x="44196" y="44196"/>
                </a:lnTo>
                <a:lnTo>
                  <a:pt x="79248" y="18288"/>
                </a:lnTo>
                <a:lnTo>
                  <a:pt x="121920" y="3048"/>
                </a:lnTo>
                <a:lnTo>
                  <a:pt x="137160" y="0"/>
                </a:lnTo>
                <a:lnTo>
                  <a:pt x="169164" y="0"/>
                </a:lnTo>
                <a:lnTo>
                  <a:pt x="184404" y="3048"/>
                </a:lnTo>
                <a:lnTo>
                  <a:pt x="138684" y="3048"/>
                </a:lnTo>
                <a:lnTo>
                  <a:pt x="108204" y="9144"/>
                </a:lnTo>
                <a:lnTo>
                  <a:pt x="68580" y="28956"/>
                </a:lnTo>
                <a:lnTo>
                  <a:pt x="36576" y="57912"/>
                </a:lnTo>
                <a:lnTo>
                  <a:pt x="21336" y="82296"/>
                </a:lnTo>
                <a:lnTo>
                  <a:pt x="13716" y="94488"/>
                </a:lnTo>
                <a:lnTo>
                  <a:pt x="9144" y="108204"/>
                </a:lnTo>
                <a:lnTo>
                  <a:pt x="3048" y="138684"/>
                </a:lnTo>
                <a:lnTo>
                  <a:pt x="3048" y="169164"/>
                </a:lnTo>
                <a:lnTo>
                  <a:pt x="13716" y="211836"/>
                </a:lnTo>
                <a:lnTo>
                  <a:pt x="36576" y="249936"/>
                </a:lnTo>
                <a:lnTo>
                  <a:pt x="68580" y="278892"/>
                </a:lnTo>
                <a:lnTo>
                  <a:pt x="108204" y="297180"/>
                </a:lnTo>
                <a:lnTo>
                  <a:pt x="153924" y="304800"/>
                </a:lnTo>
                <a:lnTo>
                  <a:pt x="184404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4404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211836" y="292608"/>
                </a:lnTo>
                <a:lnTo>
                  <a:pt x="249936" y="269748"/>
                </a:lnTo>
                <a:lnTo>
                  <a:pt x="278892" y="237744"/>
                </a:lnTo>
                <a:lnTo>
                  <a:pt x="301752" y="184404"/>
                </a:lnTo>
                <a:lnTo>
                  <a:pt x="304800" y="153924"/>
                </a:lnTo>
                <a:lnTo>
                  <a:pt x="301752" y="123444"/>
                </a:lnTo>
                <a:lnTo>
                  <a:pt x="286512" y="82296"/>
                </a:lnTo>
                <a:lnTo>
                  <a:pt x="260604" y="47244"/>
                </a:lnTo>
                <a:lnTo>
                  <a:pt x="225552" y="21336"/>
                </a:lnTo>
                <a:lnTo>
                  <a:pt x="184404" y="6096"/>
                </a:lnTo>
                <a:lnTo>
                  <a:pt x="169164" y="3048"/>
                </a:lnTo>
                <a:lnTo>
                  <a:pt x="184404" y="3048"/>
                </a:lnTo>
                <a:lnTo>
                  <a:pt x="227076" y="18288"/>
                </a:lnTo>
                <a:lnTo>
                  <a:pt x="262128" y="44196"/>
                </a:lnTo>
                <a:lnTo>
                  <a:pt x="288036" y="80772"/>
                </a:lnTo>
                <a:lnTo>
                  <a:pt x="295656" y="92964"/>
                </a:lnTo>
                <a:lnTo>
                  <a:pt x="300228" y="108204"/>
                </a:lnTo>
                <a:lnTo>
                  <a:pt x="304800" y="121920"/>
                </a:lnTo>
                <a:lnTo>
                  <a:pt x="306324" y="137160"/>
                </a:lnTo>
                <a:lnTo>
                  <a:pt x="304800" y="184404"/>
                </a:lnTo>
                <a:lnTo>
                  <a:pt x="289560" y="227076"/>
                </a:lnTo>
                <a:lnTo>
                  <a:pt x="280416" y="239268"/>
                </a:lnTo>
                <a:lnTo>
                  <a:pt x="272795" y="251460"/>
                </a:lnTo>
                <a:lnTo>
                  <a:pt x="239268" y="281940"/>
                </a:lnTo>
                <a:lnTo>
                  <a:pt x="199643" y="300228"/>
                </a:lnTo>
                <a:lnTo>
                  <a:pt x="184404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8402171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4008" y="0"/>
                </a:lnTo>
                <a:lnTo>
                  <a:pt x="116494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494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8045825" y="3661634"/>
            <a:ext cx="412937" cy="448235"/>
          </a:xfrm>
          <a:custGeom>
            <a:avLst/>
            <a:gdLst/>
            <a:ahLst/>
            <a:cxnLst/>
            <a:rect l="l" t="t" r="r" b="b"/>
            <a:pathLst>
              <a:path w="467995" h="508000">
                <a:moveTo>
                  <a:pt x="398524" y="53504"/>
                </a:moveTo>
                <a:lnTo>
                  <a:pt x="356616" y="15239"/>
                </a:lnTo>
                <a:lnTo>
                  <a:pt x="467868" y="0"/>
                </a:lnTo>
                <a:lnTo>
                  <a:pt x="465529" y="42672"/>
                </a:lnTo>
                <a:lnTo>
                  <a:pt x="408432" y="42672"/>
                </a:lnTo>
                <a:lnTo>
                  <a:pt x="398524" y="53504"/>
                </a:lnTo>
                <a:close/>
              </a:path>
              <a:path w="467995" h="508000">
                <a:moveTo>
                  <a:pt x="420007" y="73118"/>
                </a:moveTo>
                <a:lnTo>
                  <a:pt x="398524" y="53504"/>
                </a:lnTo>
                <a:lnTo>
                  <a:pt x="408432" y="42672"/>
                </a:lnTo>
                <a:lnTo>
                  <a:pt x="429768" y="62483"/>
                </a:lnTo>
                <a:lnTo>
                  <a:pt x="420007" y="73118"/>
                </a:lnTo>
                <a:close/>
              </a:path>
              <a:path w="467995" h="508000">
                <a:moveTo>
                  <a:pt x="461772" y="111252"/>
                </a:moveTo>
                <a:lnTo>
                  <a:pt x="420007" y="73118"/>
                </a:lnTo>
                <a:lnTo>
                  <a:pt x="429768" y="62483"/>
                </a:lnTo>
                <a:lnTo>
                  <a:pt x="408432" y="42672"/>
                </a:lnTo>
                <a:lnTo>
                  <a:pt x="465529" y="42672"/>
                </a:lnTo>
                <a:lnTo>
                  <a:pt x="461772" y="111252"/>
                </a:lnTo>
                <a:close/>
              </a:path>
              <a:path w="467995" h="508000">
                <a:moveTo>
                  <a:pt x="21336" y="507492"/>
                </a:moveTo>
                <a:lnTo>
                  <a:pt x="0" y="489204"/>
                </a:lnTo>
                <a:lnTo>
                  <a:pt x="398524" y="53504"/>
                </a:lnTo>
                <a:lnTo>
                  <a:pt x="420007" y="73118"/>
                </a:lnTo>
                <a:lnTo>
                  <a:pt x="21336" y="50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8458650" y="3641464"/>
            <a:ext cx="836519" cy="470647"/>
          </a:xfrm>
          <a:custGeom>
            <a:avLst/>
            <a:gdLst/>
            <a:ahLst/>
            <a:cxnLst/>
            <a:rect l="l" t="t" r="r" b="b"/>
            <a:pathLst>
              <a:path w="948054" h="533400">
                <a:moveTo>
                  <a:pt x="41148" y="126491"/>
                </a:moveTo>
                <a:lnTo>
                  <a:pt x="0" y="22860"/>
                </a:lnTo>
                <a:lnTo>
                  <a:pt x="108204" y="0"/>
                </a:lnTo>
                <a:lnTo>
                  <a:pt x="85582" y="42672"/>
                </a:lnTo>
                <a:lnTo>
                  <a:pt x="68580" y="42672"/>
                </a:lnTo>
                <a:lnTo>
                  <a:pt x="56387" y="68580"/>
                </a:lnTo>
                <a:lnTo>
                  <a:pt x="68459" y="74972"/>
                </a:lnTo>
                <a:lnTo>
                  <a:pt x="41148" y="126491"/>
                </a:lnTo>
                <a:close/>
              </a:path>
              <a:path w="948054" h="533400">
                <a:moveTo>
                  <a:pt x="68459" y="74972"/>
                </a:moveTo>
                <a:lnTo>
                  <a:pt x="56387" y="68580"/>
                </a:lnTo>
                <a:lnTo>
                  <a:pt x="68580" y="42672"/>
                </a:lnTo>
                <a:lnTo>
                  <a:pt x="81851" y="49710"/>
                </a:lnTo>
                <a:lnTo>
                  <a:pt x="68459" y="74972"/>
                </a:lnTo>
                <a:close/>
              </a:path>
              <a:path w="948054" h="533400">
                <a:moveTo>
                  <a:pt x="81851" y="49710"/>
                </a:moveTo>
                <a:lnTo>
                  <a:pt x="68580" y="42672"/>
                </a:lnTo>
                <a:lnTo>
                  <a:pt x="85582" y="42672"/>
                </a:lnTo>
                <a:lnTo>
                  <a:pt x="81851" y="49710"/>
                </a:lnTo>
                <a:close/>
              </a:path>
              <a:path w="948054" h="533400">
                <a:moveTo>
                  <a:pt x="934212" y="533400"/>
                </a:moveTo>
                <a:lnTo>
                  <a:pt x="68459" y="74972"/>
                </a:lnTo>
                <a:lnTo>
                  <a:pt x="81851" y="49710"/>
                </a:lnTo>
                <a:lnTo>
                  <a:pt x="947928" y="509016"/>
                </a:lnTo>
                <a:lnTo>
                  <a:pt x="934212" y="5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8995187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0436"/>
                </a:lnTo>
                <a:lnTo>
                  <a:pt x="275295" y="242255"/>
                </a:lnTo>
                <a:lnTo>
                  <a:pt x="242255" y="275295"/>
                </a:lnTo>
                <a:lnTo>
                  <a:pt x="200436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8993842" y="3391349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7056" y="281940"/>
                </a:lnTo>
                <a:lnTo>
                  <a:pt x="35052" y="251460"/>
                </a:lnTo>
                <a:lnTo>
                  <a:pt x="6096" y="199644"/>
                </a:lnTo>
                <a:lnTo>
                  <a:pt x="0" y="169164"/>
                </a:lnTo>
                <a:lnTo>
                  <a:pt x="0" y="138684"/>
                </a:lnTo>
                <a:lnTo>
                  <a:pt x="12192" y="92964"/>
                </a:lnTo>
                <a:lnTo>
                  <a:pt x="35052" y="56388"/>
                </a:lnTo>
                <a:lnTo>
                  <a:pt x="44196" y="44196"/>
                </a:lnTo>
                <a:lnTo>
                  <a:pt x="56388" y="35052"/>
                </a:lnTo>
                <a:lnTo>
                  <a:pt x="67056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69164" y="0"/>
                </a:lnTo>
                <a:lnTo>
                  <a:pt x="184404" y="3048"/>
                </a:lnTo>
                <a:lnTo>
                  <a:pt x="138684" y="3048"/>
                </a:lnTo>
                <a:lnTo>
                  <a:pt x="123444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3048" y="138684"/>
                </a:lnTo>
                <a:lnTo>
                  <a:pt x="3048" y="16916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4404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4404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211836" y="292608"/>
                </a:lnTo>
                <a:lnTo>
                  <a:pt x="249936" y="269748"/>
                </a:lnTo>
                <a:lnTo>
                  <a:pt x="278892" y="237744"/>
                </a:lnTo>
                <a:lnTo>
                  <a:pt x="301752" y="184404"/>
                </a:lnTo>
                <a:lnTo>
                  <a:pt x="304800" y="153924"/>
                </a:lnTo>
                <a:lnTo>
                  <a:pt x="301752" y="123444"/>
                </a:lnTo>
                <a:lnTo>
                  <a:pt x="286512" y="82296"/>
                </a:lnTo>
                <a:lnTo>
                  <a:pt x="260604" y="47244"/>
                </a:lnTo>
                <a:lnTo>
                  <a:pt x="225552" y="21336"/>
                </a:lnTo>
                <a:lnTo>
                  <a:pt x="184404" y="6096"/>
                </a:lnTo>
                <a:lnTo>
                  <a:pt x="169164" y="3048"/>
                </a:lnTo>
                <a:lnTo>
                  <a:pt x="184404" y="3048"/>
                </a:lnTo>
                <a:lnTo>
                  <a:pt x="227076" y="18288"/>
                </a:lnTo>
                <a:lnTo>
                  <a:pt x="262128" y="44196"/>
                </a:lnTo>
                <a:lnTo>
                  <a:pt x="289560" y="80772"/>
                </a:lnTo>
                <a:lnTo>
                  <a:pt x="300228" y="108204"/>
                </a:lnTo>
                <a:lnTo>
                  <a:pt x="304800" y="121920"/>
                </a:lnTo>
                <a:lnTo>
                  <a:pt x="306324" y="137160"/>
                </a:lnTo>
                <a:lnTo>
                  <a:pt x="307848" y="153924"/>
                </a:lnTo>
                <a:lnTo>
                  <a:pt x="304800" y="184404"/>
                </a:lnTo>
                <a:lnTo>
                  <a:pt x="289560" y="227076"/>
                </a:lnTo>
                <a:lnTo>
                  <a:pt x="251460" y="272796"/>
                </a:lnTo>
                <a:lnTo>
                  <a:pt x="213360" y="295656"/>
                </a:lnTo>
                <a:lnTo>
                  <a:pt x="199643" y="300228"/>
                </a:lnTo>
                <a:lnTo>
                  <a:pt x="184404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9073179" y="3025589"/>
            <a:ext cx="113179" cy="367552"/>
          </a:xfrm>
          <a:custGeom>
            <a:avLst/>
            <a:gdLst/>
            <a:ahLst/>
            <a:cxnLst/>
            <a:rect l="l" t="t" r="r" b="b"/>
            <a:pathLst>
              <a:path w="128270" h="416560">
                <a:moveTo>
                  <a:pt x="54864" y="76200"/>
                </a:moveTo>
                <a:lnTo>
                  <a:pt x="0" y="76200"/>
                </a:lnTo>
                <a:lnTo>
                  <a:pt x="64008" y="0"/>
                </a:lnTo>
                <a:lnTo>
                  <a:pt x="117774" y="64008"/>
                </a:lnTo>
                <a:lnTo>
                  <a:pt x="54864" y="64008"/>
                </a:lnTo>
                <a:lnTo>
                  <a:pt x="54864" y="76200"/>
                </a:lnTo>
                <a:close/>
              </a:path>
              <a:path w="128270" h="416560">
                <a:moveTo>
                  <a:pt x="73152" y="416052"/>
                </a:moveTo>
                <a:lnTo>
                  <a:pt x="54864" y="416052"/>
                </a:lnTo>
                <a:lnTo>
                  <a:pt x="54864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8270" h="416560">
                <a:moveTo>
                  <a:pt x="128016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7774" y="64008"/>
                </a:lnTo>
                <a:lnTo>
                  <a:pt x="12801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8051202" y="3632051"/>
            <a:ext cx="1078566" cy="481853"/>
          </a:xfrm>
          <a:custGeom>
            <a:avLst/>
            <a:gdLst/>
            <a:ahLst/>
            <a:cxnLst/>
            <a:rect l="l" t="t" r="r" b="b"/>
            <a:pathLst>
              <a:path w="1222375" h="546100">
                <a:moveTo>
                  <a:pt x="1137578" y="52581"/>
                </a:moveTo>
                <a:lnTo>
                  <a:pt x="1115568" y="0"/>
                </a:lnTo>
                <a:lnTo>
                  <a:pt x="1222248" y="33528"/>
                </a:lnTo>
                <a:lnTo>
                  <a:pt x="1214961" y="47243"/>
                </a:lnTo>
                <a:lnTo>
                  <a:pt x="1150620" y="47243"/>
                </a:lnTo>
                <a:lnTo>
                  <a:pt x="1137578" y="52581"/>
                </a:lnTo>
                <a:close/>
              </a:path>
              <a:path w="1222375" h="546100">
                <a:moveTo>
                  <a:pt x="1148404" y="78442"/>
                </a:moveTo>
                <a:lnTo>
                  <a:pt x="1137578" y="52581"/>
                </a:lnTo>
                <a:lnTo>
                  <a:pt x="1150620" y="47243"/>
                </a:lnTo>
                <a:lnTo>
                  <a:pt x="1161288" y="73152"/>
                </a:lnTo>
                <a:lnTo>
                  <a:pt x="1148404" y="78442"/>
                </a:lnTo>
                <a:close/>
              </a:path>
              <a:path w="1222375" h="546100">
                <a:moveTo>
                  <a:pt x="1170432" y="131063"/>
                </a:moveTo>
                <a:lnTo>
                  <a:pt x="1148404" y="78442"/>
                </a:lnTo>
                <a:lnTo>
                  <a:pt x="1161288" y="73152"/>
                </a:lnTo>
                <a:lnTo>
                  <a:pt x="1150620" y="47243"/>
                </a:lnTo>
                <a:lnTo>
                  <a:pt x="1214961" y="47243"/>
                </a:lnTo>
                <a:lnTo>
                  <a:pt x="1170432" y="131063"/>
                </a:lnTo>
                <a:close/>
              </a:path>
              <a:path w="1222375" h="546100">
                <a:moveTo>
                  <a:pt x="10668" y="545592"/>
                </a:moveTo>
                <a:lnTo>
                  <a:pt x="0" y="518160"/>
                </a:lnTo>
                <a:lnTo>
                  <a:pt x="1137578" y="52581"/>
                </a:lnTo>
                <a:lnTo>
                  <a:pt x="1148404" y="78442"/>
                </a:lnTo>
                <a:lnTo>
                  <a:pt x="10668" y="545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9096040" y="3661635"/>
            <a:ext cx="206187" cy="443753"/>
          </a:xfrm>
          <a:custGeom>
            <a:avLst/>
            <a:gdLst/>
            <a:ahLst/>
            <a:cxnLst/>
            <a:rect l="l" t="t" r="r" b="b"/>
            <a:pathLst>
              <a:path w="233679" h="502920">
                <a:moveTo>
                  <a:pt x="0" y="105156"/>
                </a:moveTo>
                <a:lnTo>
                  <a:pt x="38100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6200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3679" h="502920">
                <a:moveTo>
                  <a:pt x="53844" y="85576"/>
                </a:moveTo>
                <a:lnTo>
                  <a:pt x="48768" y="71628"/>
                </a:lnTo>
                <a:lnTo>
                  <a:pt x="76200" y="62483"/>
                </a:lnTo>
                <a:lnTo>
                  <a:pt x="81009" y="75698"/>
                </a:lnTo>
                <a:lnTo>
                  <a:pt x="53844" y="85576"/>
                </a:lnTo>
                <a:close/>
              </a:path>
              <a:path w="233679" h="502920">
                <a:moveTo>
                  <a:pt x="81009" y="75698"/>
                </a:moveTo>
                <a:lnTo>
                  <a:pt x="76200" y="62483"/>
                </a:lnTo>
                <a:lnTo>
                  <a:pt x="117348" y="62483"/>
                </a:lnTo>
                <a:lnTo>
                  <a:pt x="81009" y="75698"/>
                </a:lnTo>
                <a:close/>
              </a:path>
              <a:path w="233679" h="502920">
                <a:moveTo>
                  <a:pt x="205740" y="502920"/>
                </a:moveTo>
                <a:lnTo>
                  <a:pt x="53844" y="85576"/>
                </a:lnTo>
                <a:lnTo>
                  <a:pt x="81009" y="75698"/>
                </a:lnTo>
                <a:lnTo>
                  <a:pt x="233172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9246647" y="3037691"/>
            <a:ext cx="212463" cy="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9285644" y="3069964"/>
            <a:ext cx="754379" cy="3227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09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38401" y="5219042"/>
            <a:ext cx="6467475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4" name="object 4"/>
          <p:cNvSpPr/>
          <p:nvPr/>
        </p:nvSpPr>
        <p:spPr>
          <a:xfrm>
            <a:off x="3590814" y="2611420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4837482" y="1748119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object 6"/>
          <p:cNvSpPr/>
          <p:nvPr/>
        </p:nvSpPr>
        <p:spPr>
          <a:xfrm>
            <a:off x="3467100" y="3219352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6210301" y="3244346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9689" y="2211591"/>
            <a:ext cx="22299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39001" y="3392693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7237655" y="3391349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7373472" y="3649532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7373472" y="3617259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7318338" y="3025589"/>
            <a:ext cx="112059" cy="367552"/>
          </a:xfrm>
          <a:custGeom>
            <a:avLst/>
            <a:gdLst/>
            <a:ahLst/>
            <a:cxnLst/>
            <a:rect l="l" t="t" r="r" b="b"/>
            <a:pathLst>
              <a:path w="127000" h="416560">
                <a:moveTo>
                  <a:pt x="53340" y="76200"/>
                </a:moveTo>
                <a:lnTo>
                  <a:pt x="0" y="76200"/>
                </a:lnTo>
                <a:lnTo>
                  <a:pt x="62484" y="0"/>
                </a:lnTo>
                <a:lnTo>
                  <a:pt x="116250" y="64008"/>
                </a:lnTo>
                <a:lnTo>
                  <a:pt x="53340" y="64008"/>
                </a:lnTo>
                <a:lnTo>
                  <a:pt x="53340" y="76200"/>
                </a:lnTo>
                <a:close/>
              </a:path>
              <a:path w="127000" h="416560">
                <a:moveTo>
                  <a:pt x="73152" y="416052"/>
                </a:moveTo>
                <a:lnTo>
                  <a:pt x="53340" y="416052"/>
                </a:lnTo>
                <a:lnTo>
                  <a:pt x="53340" y="64008"/>
                </a:lnTo>
                <a:lnTo>
                  <a:pt x="73152" y="64008"/>
                </a:lnTo>
                <a:lnTo>
                  <a:pt x="73152" y="416052"/>
                </a:lnTo>
                <a:close/>
              </a:path>
              <a:path w="127000" h="416560">
                <a:moveTo>
                  <a:pt x="126492" y="76200"/>
                </a:moveTo>
                <a:lnTo>
                  <a:pt x="73152" y="76200"/>
                </a:lnTo>
                <a:lnTo>
                  <a:pt x="73152" y="64008"/>
                </a:lnTo>
                <a:lnTo>
                  <a:pt x="116250" y="64008"/>
                </a:lnTo>
                <a:lnTo>
                  <a:pt x="12649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759402" y="3025589"/>
            <a:ext cx="2037229" cy="10878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2626659" y="1281506"/>
            <a:ext cx="4397188" cy="3720913"/>
          </a:xfrm>
          <a:custGeom>
            <a:avLst/>
            <a:gdLst/>
            <a:ahLst/>
            <a:cxnLst/>
            <a:rect l="l" t="t" r="r" b="b"/>
            <a:pathLst>
              <a:path w="4983480" h="4217035">
                <a:moveTo>
                  <a:pt x="2801112" y="4216908"/>
                </a:moveTo>
                <a:lnTo>
                  <a:pt x="0" y="490728"/>
                </a:lnTo>
                <a:lnTo>
                  <a:pt x="2468880" y="0"/>
                </a:lnTo>
                <a:lnTo>
                  <a:pt x="4983480" y="2662428"/>
                </a:lnTo>
                <a:lnTo>
                  <a:pt x="2801112" y="4216908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2619936" y="1710467"/>
            <a:ext cx="2459691" cy="3297331"/>
          </a:xfrm>
          <a:custGeom>
            <a:avLst/>
            <a:gdLst/>
            <a:ahLst/>
            <a:cxnLst/>
            <a:rect l="l" t="t" r="r" b="b"/>
            <a:pathLst>
              <a:path w="2787650" h="3736975">
                <a:moveTo>
                  <a:pt x="2772156" y="3736848"/>
                </a:moveTo>
                <a:lnTo>
                  <a:pt x="0" y="10667"/>
                </a:lnTo>
                <a:lnTo>
                  <a:pt x="15239" y="0"/>
                </a:lnTo>
                <a:lnTo>
                  <a:pt x="2787396" y="3726179"/>
                </a:lnTo>
                <a:lnTo>
                  <a:pt x="2772156" y="3736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9175410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2327" y="4112987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7936" y="3934609"/>
            <a:ext cx="652181" cy="1264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9715949" y="4058322"/>
            <a:ext cx="414169" cy="14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9480624" y="4073114"/>
            <a:ext cx="560742" cy="184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3350520" y="2234880"/>
              <a:ext cx="6861240" cy="1397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0440" y="2222280"/>
                <a:ext cx="6885360" cy="141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1436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3419" y="2532824"/>
            <a:ext cx="4932829" cy="2833407"/>
          </a:xfrm>
          <a:custGeom>
            <a:avLst/>
            <a:gdLst/>
            <a:ahLst/>
            <a:cxnLst/>
            <a:rect l="l" t="t" r="r" b="b"/>
            <a:pathLst>
              <a:path w="5590540" h="3211195">
                <a:moveTo>
                  <a:pt x="640080" y="3211067"/>
                </a:moveTo>
                <a:lnTo>
                  <a:pt x="0" y="1554480"/>
                </a:lnTo>
                <a:lnTo>
                  <a:pt x="4960620" y="0"/>
                </a:lnTo>
                <a:lnTo>
                  <a:pt x="5590031" y="2583180"/>
                </a:lnTo>
                <a:lnTo>
                  <a:pt x="640080" y="3211067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3003178" y="1923671"/>
            <a:ext cx="3697941" cy="2218765"/>
          </a:xfrm>
          <a:custGeom>
            <a:avLst/>
            <a:gdLst/>
            <a:ahLst/>
            <a:cxnLst/>
            <a:rect l="l" t="t" r="r" b="b"/>
            <a:pathLst>
              <a:path w="4191000" h="2514600">
                <a:moveTo>
                  <a:pt x="0" y="0"/>
                </a:moveTo>
                <a:lnTo>
                  <a:pt x="4191000" y="0"/>
                </a:lnTo>
                <a:lnTo>
                  <a:pt x="419100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2382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 txBox="1"/>
          <p:nvPr/>
        </p:nvSpPr>
        <p:spPr>
          <a:xfrm>
            <a:off x="2453029" y="5660385"/>
            <a:ext cx="6467475" cy="7499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defPPr>
              <a:defRPr kern="0"/>
            </a:defPPr>
            <a:lvl1pPr marL="313781" marR="4483" indent="-303135">
              <a:spcBef>
                <a:spcPts val="88"/>
              </a:spcBef>
              <a:buFont typeface="Arial"/>
              <a:buChar char="•"/>
              <a:tabLst>
                <a:tab pos="313221" algn="l"/>
                <a:tab pos="314342" algn="l"/>
              </a:tabLst>
              <a:defRPr sz="2400" spc="-9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The network must fire if the input is in the  coloured area</a:t>
            </a:r>
          </a:p>
        </p:txBody>
      </p:sp>
      <p:sp>
        <p:nvSpPr>
          <p:cNvPr id="6" name="object 6"/>
          <p:cNvSpPr/>
          <p:nvPr/>
        </p:nvSpPr>
        <p:spPr>
          <a:xfrm>
            <a:off x="3590814" y="3055914"/>
            <a:ext cx="2645149" cy="1098737"/>
          </a:xfrm>
          <a:custGeom>
            <a:avLst/>
            <a:gdLst/>
            <a:ahLst/>
            <a:cxnLst/>
            <a:rect l="l" t="t" r="r" b="b"/>
            <a:pathLst>
              <a:path w="2997835" h="1245235">
                <a:moveTo>
                  <a:pt x="2421636" y="1245108"/>
                </a:moveTo>
                <a:lnTo>
                  <a:pt x="576072" y="1245108"/>
                </a:lnTo>
                <a:lnTo>
                  <a:pt x="573024" y="1243584"/>
                </a:lnTo>
                <a:lnTo>
                  <a:pt x="569976" y="1239012"/>
                </a:lnTo>
                <a:lnTo>
                  <a:pt x="3048" y="486156"/>
                </a:lnTo>
                <a:lnTo>
                  <a:pt x="0" y="483108"/>
                </a:lnTo>
                <a:lnTo>
                  <a:pt x="0" y="478536"/>
                </a:lnTo>
                <a:lnTo>
                  <a:pt x="1524" y="473964"/>
                </a:lnTo>
                <a:lnTo>
                  <a:pt x="1524" y="470916"/>
                </a:lnTo>
                <a:lnTo>
                  <a:pt x="4572" y="467868"/>
                </a:lnTo>
                <a:lnTo>
                  <a:pt x="9144" y="466344"/>
                </a:lnTo>
                <a:lnTo>
                  <a:pt x="1495044" y="1524"/>
                </a:lnTo>
                <a:lnTo>
                  <a:pt x="1498092" y="0"/>
                </a:lnTo>
                <a:lnTo>
                  <a:pt x="1499615" y="0"/>
                </a:lnTo>
                <a:lnTo>
                  <a:pt x="1502664" y="1524"/>
                </a:lnTo>
                <a:lnTo>
                  <a:pt x="1575741" y="24384"/>
                </a:lnTo>
                <a:lnTo>
                  <a:pt x="1495044" y="24384"/>
                </a:lnTo>
                <a:lnTo>
                  <a:pt x="1498854" y="25579"/>
                </a:lnTo>
                <a:lnTo>
                  <a:pt x="79890" y="470916"/>
                </a:lnTo>
                <a:lnTo>
                  <a:pt x="22860" y="470916"/>
                </a:lnTo>
                <a:lnTo>
                  <a:pt x="16764" y="490728"/>
                </a:lnTo>
                <a:lnTo>
                  <a:pt x="37819" y="490728"/>
                </a:lnTo>
                <a:lnTo>
                  <a:pt x="587859" y="1219200"/>
                </a:lnTo>
                <a:lnTo>
                  <a:pt x="580644" y="1219200"/>
                </a:lnTo>
                <a:lnTo>
                  <a:pt x="591311" y="1223772"/>
                </a:lnTo>
                <a:lnTo>
                  <a:pt x="2439208" y="1223772"/>
                </a:lnTo>
                <a:lnTo>
                  <a:pt x="2427732" y="1239012"/>
                </a:lnTo>
                <a:lnTo>
                  <a:pt x="2424684" y="1243584"/>
                </a:lnTo>
                <a:lnTo>
                  <a:pt x="2421636" y="1245108"/>
                </a:lnTo>
                <a:close/>
              </a:path>
              <a:path w="2997835" h="1245235">
                <a:moveTo>
                  <a:pt x="1498854" y="25579"/>
                </a:moveTo>
                <a:lnTo>
                  <a:pt x="1495044" y="24384"/>
                </a:lnTo>
                <a:lnTo>
                  <a:pt x="1502664" y="24384"/>
                </a:lnTo>
                <a:lnTo>
                  <a:pt x="1498854" y="25579"/>
                </a:lnTo>
                <a:close/>
              </a:path>
              <a:path w="2997835" h="1245235">
                <a:moveTo>
                  <a:pt x="2963922" y="485385"/>
                </a:moveTo>
                <a:lnTo>
                  <a:pt x="1498854" y="25579"/>
                </a:lnTo>
                <a:lnTo>
                  <a:pt x="1502664" y="24384"/>
                </a:lnTo>
                <a:lnTo>
                  <a:pt x="1575741" y="24384"/>
                </a:lnTo>
                <a:lnTo>
                  <a:pt x="2988564" y="466344"/>
                </a:lnTo>
                <a:lnTo>
                  <a:pt x="2993136" y="467868"/>
                </a:lnTo>
                <a:lnTo>
                  <a:pt x="2996183" y="470916"/>
                </a:lnTo>
                <a:lnTo>
                  <a:pt x="2974848" y="470916"/>
                </a:lnTo>
                <a:lnTo>
                  <a:pt x="2963922" y="485385"/>
                </a:lnTo>
                <a:close/>
              </a:path>
              <a:path w="2997835" h="1245235">
                <a:moveTo>
                  <a:pt x="16764" y="490728"/>
                </a:moveTo>
                <a:lnTo>
                  <a:pt x="22860" y="470916"/>
                </a:lnTo>
                <a:lnTo>
                  <a:pt x="33785" y="485385"/>
                </a:lnTo>
                <a:lnTo>
                  <a:pt x="16764" y="490728"/>
                </a:lnTo>
                <a:close/>
              </a:path>
              <a:path w="2997835" h="1245235">
                <a:moveTo>
                  <a:pt x="33785" y="485385"/>
                </a:moveTo>
                <a:lnTo>
                  <a:pt x="22860" y="470916"/>
                </a:lnTo>
                <a:lnTo>
                  <a:pt x="79890" y="470916"/>
                </a:lnTo>
                <a:lnTo>
                  <a:pt x="33785" y="485385"/>
                </a:lnTo>
                <a:close/>
              </a:path>
              <a:path w="2997835" h="1245235">
                <a:moveTo>
                  <a:pt x="2980944" y="490728"/>
                </a:moveTo>
                <a:lnTo>
                  <a:pt x="2963922" y="485385"/>
                </a:lnTo>
                <a:lnTo>
                  <a:pt x="2974848" y="470916"/>
                </a:lnTo>
                <a:lnTo>
                  <a:pt x="2980944" y="490728"/>
                </a:lnTo>
                <a:close/>
              </a:path>
              <a:path w="2997835" h="1245235">
                <a:moveTo>
                  <a:pt x="2991217" y="490728"/>
                </a:moveTo>
                <a:lnTo>
                  <a:pt x="2980944" y="490728"/>
                </a:lnTo>
                <a:lnTo>
                  <a:pt x="2974848" y="470916"/>
                </a:lnTo>
                <a:lnTo>
                  <a:pt x="2996183" y="470916"/>
                </a:lnTo>
                <a:lnTo>
                  <a:pt x="2996183" y="473964"/>
                </a:lnTo>
                <a:lnTo>
                  <a:pt x="2997708" y="478536"/>
                </a:lnTo>
                <a:lnTo>
                  <a:pt x="2997708" y="483108"/>
                </a:lnTo>
                <a:lnTo>
                  <a:pt x="2994659" y="486156"/>
                </a:lnTo>
                <a:lnTo>
                  <a:pt x="2991217" y="490728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2963922" y="485385"/>
                </a:lnTo>
                <a:lnTo>
                  <a:pt x="2980944" y="490728"/>
                </a:lnTo>
                <a:lnTo>
                  <a:pt x="2991217" y="490728"/>
                </a:lnTo>
                <a:lnTo>
                  <a:pt x="2442651" y="1219200"/>
                </a:lnTo>
                <a:lnTo>
                  <a:pt x="2417064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37819" y="490728"/>
                </a:moveTo>
                <a:lnTo>
                  <a:pt x="16764" y="490728"/>
                </a:lnTo>
                <a:lnTo>
                  <a:pt x="33785" y="485385"/>
                </a:lnTo>
                <a:lnTo>
                  <a:pt x="37819" y="490728"/>
                </a:lnTo>
                <a:close/>
              </a:path>
              <a:path w="2997835" h="1245235">
                <a:moveTo>
                  <a:pt x="591311" y="1223772"/>
                </a:moveTo>
                <a:lnTo>
                  <a:pt x="580644" y="1219200"/>
                </a:lnTo>
                <a:lnTo>
                  <a:pt x="587859" y="1219200"/>
                </a:lnTo>
                <a:lnTo>
                  <a:pt x="591311" y="1223772"/>
                </a:lnTo>
                <a:close/>
              </a:path>
              <a:path w="2997835" h="1245235">
                <a:moveTo>
                  <a:pt x="2406396" y="1223772"/>
                </a:moveTo>
                <a:lnTo>
                  <a:pt x="591311" y="1223772"/>
                </a:lnTo>
                <a:lnTo>
                  <a:pt x="587859" y="1219200"/>
                </a:lnTo>
                <a:lnTo>
                  <a:pt x="2409848" y="1219200"/>
                </a:lnTo>
                <a:lnTo>
                  <a:pt x="2406396" y="1223772"/>
                </a:lnTo>
                <a:close/>
              </a:path>
              <a:path w="2997835" h="1245235">
                <a:moveTo>
                  <a:pt x="2439208" y="1223772"/>
                </a:moveTo>
                <a:lnTo>
                  <a:pt x="2406396" y="1223772"/>
                </a:lnTo>
                <a:lnTo>
                  <a:pt x="2417064" y="1219200"/>
                </a:lnTo>
                <a:lnTo>
                  <a:pt x="2442651" y="1219200"/>
                </a:lnTo>
                <a:lnTo>
                  <a:pt x="2439208" y="1223772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4837482" y="2192613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object 8"/>
          <p:cNvSpPr/>
          <p:nvPr/>
        </p:nvSpPr>
        <p:spPr>
          <a:xfrm>
            <a:off x="3467100" y="3663846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/>
          <p:nvPr/>
        </p:nvSpPr>
        <p:spPr>
          <a:xfrm>
            <a:off x="7239001" y="38371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/>
          <p:nvPr/>
        </p:nvSpPr>
        <p:spPr>
          <a:xfrm>
            <a:off x="7237655" y="3835843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1" name="object 11"/>
          <p:cNvSpPr/>
          <p:nvPr/>
        </p:nvSpPr>
        <p:spPr>
          <a:xfrm>
            <a:off x="7373472" y="4094026"/>
            <a:ext cx="688601" cy="462803"/>
          </a:xfrm>
          <a:custGeom>
            <a:avLst/>
            <a:gdLst/>
            <a:ahLst/>
            <a:cxnLst/>
            <a:rect l="l" t="t" r="r" b="b"/>
            <a:pathLst>
              <a:path w="780415" h="524510">
                <a:moveTo>
                  <a:pt x="33527" y="120395"/>
                </a:moveTo>
                <a:lnTo>
                  <a:pt x="0" y="13716"/>
                </a:lnTo>
                <a:lnTo>
                  <a:pt x="111252" y="0"/>
                </a:lnTo>
                <a:lnTo>
                  <a:pt x="85671" y="39624"/>
                </a:lnTo>
                <a:lnTo>
                  <a:pt x="68579" y="39624"/>
                </a:lnTo>
                <a:lnTo>
                  <a:pt x="53339" y="64008"/>
                </a:lnTo>
                <a:lnTo>
                  <a:pt x="65044" y="71576"/>
                </a:lnTo>
                <a:lnTo>
                  <a:pt x="33527" y="120395"/>
                </a:lnTo>
                <a:close/>
              </a:path>
              <a:path w="780415" h="524510">
                <a:moveTo>
                  <a:pt x="65044" y="71576"/>
                </a:moveTo>
                <a:lnTo>
                  <a:pt x="53339" y="64008"/>
                </a:lnTo>
                <a:lnTo>
                  <a:pt x="68579" y="39624"/>
                </a:lnTo>
                <a:lnTo>
                  <a:pt x="80637" y="47421"/>
                </a:lnTo>
                <a:lnTo>
                  <a:pt x="65044" y="71576"/>
                </a:lnTo>
                <a:close/>
              </a:path>
              <a:path w="780415" h="524510">
                <a:moveTo>
                  <a:pt x="80637" y="47421"/>
                </a:moveTo>
                <a:lnTo>
                  <a:pt x="68579" y="39624"/>
                </a:lnTo>
                <a:lnTo>
                  <a:pt x="85671" y="39624"/>
                </a:lnTo>
                <a:lnTo>
                  <a:pt x="80637" y="47421"/>
                </a:lnTo>
                <a:close/>
              </a:path>
              <a:path w="780415" h="524510">
                <a:moveTo>
                  <a:pt x="765048" y="524256"/>
                </a:moveTo>
                <a:lnTo>
                  <a:pt x="65044" y="71576"/>
                </a:lnTo>
                <a:lnTo>
                  <a:pt x="80637" y="47421"/>
                </a:lnTo>
                <a:lnTo>
                  <a:pt x="780288" y="499872"/>
                </a:lnTo>
                <a:lnTo>
                  <a:pt x="765048" y="524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2" name="object 12"/>
          <p:cNvSpPr/>
          <p:nvPr/>
        </p:nvSpPr>
        <p:spPr>
          <a:xfrm>
            <a:off x="7373472" y="4061753"/>
            <a:ext cx="1919007" cy="496421"/>
          </a:xfrm>
          <a:custGeom>
            <a:avLst/>
            <a:gdLst/>
            <a:ahLst/>
            <a:cxnLst/>
            <a:rect l="l" t="t" r="r" b="b"/>
            <a:pathLst>
              <a:path w="2174875" h="562610">
                <a:moveTo>
                  <a:pt x="68579" y="138684"/>
                </a:moveTo>
                <a:lnTo>
                  <a:pt x="0" y="50292"/>
                </a:lnTo>
                <a:lnTo>
                  <a:pt x="100583" y="0"/>
                </a:lnTo>
                <a:lnTo>
                  <a:pt x="88626" y="51816"/>
                </a:lnTo>
                <a:lnTo>
                  <a:pt x="73151" y="51816"/>
                </a:lnTo>
                <a:lnTo>
                  <a:pt x="67055" y="79248"/>
                </a:lnTo>
                <a:lnTo>
                  <a:pt x="81528" y="82574"/>
                </a:lnTo>
                <a:lnTo>
                  <a:pt x="68579" y="138684"/>
                </a:lnTo>
                <a:close/>
              </a:path>
              <a:path w="2174875" h="562610">
                <a:moveTo>
                  <a:pt x="81528" y="82574"/>
                </a:moveTo>
                <a:lnTo>
                  <a:pt x="67055" y="79248"/>
                </a:lnTo>
                <a:lnTo>
                  <a:pt x="73151" y="51816"/>
                </a:lnTo>
                <a:lnTo>
                  <a:pt x="87846" y="55194"/>
                </a:lnTo>
                <a:lnTo>
                  <a:pt x="81528" y="82574"/>
                </a:lnTo>
                <a:close/>
              </a:path>
              <a:path w="2174875" h="562610">
                <a:moveTo>
                  <a:pt x="87846" y="55194"/>
                </a:moveTo>
                <a:lnTo>
                  <a:pt x="73151" y="51816"/>
                </a:lnTo>
                <a:lnTo>
                  <a:pt x="88626" y="51816"/>
                </a:lnTo>
                <a:lnTo>
                  <a:pt x="87846" y="55194"/>
                </a:lnTo>
                <a:close/>
              </a:path>
              <a:path w="2174875" h="562610">
                <a:moveTo>
                  <a:pt x="2168651" y="562356"/>
                </a:moveTo>
                <a:lnTo>
                  <a:pt x="81528" y="82574"/>
                </a:lnTo>
                <a:lnTo>
                  <a:pt x="87846" y="55194"/>
                </a:lnTo>
                <a:lnTo>
                  <a:pt x="2174747" y="534924"/>
                </a:lnTo>
                <a:lnTo>
                  <a:pt x="2168651" y="562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3" name="object 13"/>
          <p:cNvSpPr/>
          <p:nvPr/>
        </p:nvSpPr>
        <p:spPr>
          <a:xfrm>
            <a:off x="7368092" y="3248206"/>
            <a:ext cx="1084169" cy="600075"/>
          </a:xfrm>
          <a:custGeom>
            <a:avLst/>
            <a:gdLst/>
            <a:ahLst/>
            <a:cxnLst/>
            <a:rect l="l" t="t" r="r" b="b"/>
            <a:pathLst>
              <a:path w="1228725" h="680085">
                <a:moveTo>
                  <a:pt x="1145578" y="50860"/>
                </a:moveTo>
                <a:lnTo>
                  <a:pt x="1118616" y="0"/>
                </a:lnTo>
                <a:lnTo>
                  <a:pt x="1228344" y="22860"/>
                </a:lnTo>
                <a:lnTo>
                  <a:pt x="1219558" y="44196"/>
                </a:lnTo>
                <a:lnTo>
                  <a:pt x="1158240" y="44196"/>
                </a:lnTo>
                <a:lnTo>
                  <a:pt x="1145578" y="50860"/>
                </a:lnTo>
                <a:close/>
              </a:path>
              <a:path w="1228725" h="680085">
                <a:moveTo>
                  <a:pt x="1159308" y="76760"/>
                </a:moveTo>
                <a:lnTo>
                  <a:pt x="1145578" y="50860"/>
                </a:lnTo>
                <a:lnTo>
                  <a:pt x="1158240" y="44196"/>
                </a:lnTo>
                <a:lnTo>
                  <a:pt x="1171956" y="70104"/>
                </a:lnTo>
                <a:lnTo>
                  <a:pt x="1159308" y="76760"/>
                </a:lnTo>
                <a:close/>
              </a:path>
              <a:path w="1228725" h="680085">
                <a:moveTo>
                  <a:pt x="1185672" y="126491"/>
                </a:moveTo>
                <a:lnTo>
                  <a:pt x="1159308" y="76760"/>
                </a:lnTo>
                <a:lnTo>
                  <a:pt x="1171956" y="70104"/>
                </a:lnTo>
                <a:lnTo>
                  <a:pt x="1158240" y="44196"/>
                </a:lnTo>
                <a:lnTo>
                  <a:pt x="1219558" y="44196"/>
                </a:lnTo>
                <a:lnTo>
                  <a:pt x="1185672" y="126491"/>
                </a:lnTo>
                <a:close/>
              </a:path>
              <a:path w="1228725" h="680085">
                <a:moveTo>
                  <a:pt x="13716" y="679704"/>
                </a:moveTo>
                <a:lnTo>
                  <a:pt x="0" y="653796"/>
                </a:lnTo>
                <a:lnTo>
                  <a:pt x="1145578" y="50860"/>
                </a:lnTo>
                <a:lnTo>
                  <a:pt x="1159308" y="76760"/>
                </a:lnTo>
                <a:lnTo>
                  <a:pt x="13716" y="6797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/>
          <p:nvPr/>
        </p:nvSpPr>
        <p:spPr>
          <a:xfrm>
            <a:off x="7760746" y="38371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/>
          <p:nvPr/>
        </p:nvSpPr>
        <p:spPr>
          <a:xfrm>
            <a:off x="7759402" y="3835843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5052" y="251460"/>
                </a:lnTo>
                <a:lnTo>
                  <a:pt x="12192" y="213360"/>
                </a:lnTo>
                <a:lnTo>
                  <a:pt x="0" y="153924"/>
                </a:lnTo>
                <a:lnTo>
                  <a:pt x="1524" y="138684"/>
                </a:lnTo>
                <a:lnTo>
                  <a:pt x="3048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45720" y="44196"/>
                </a:lnTo>
                <a:lnTo>
                  <a:pt x="80772" y="18288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6096" y="123444"/>
                </a:lnTo>
                <a:lnTo>
                  <a:pt x="3048" y="153924"/>
                </a:lnTo>
                <a:lnTo>
                  <a:pt x="6096" y="18440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5928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199643" y="297180"/>
                </a:lnTo>
                <a:lnTo>
                  <a:pt x="239268" y="278892"/>
                </a:lnTo>
                <a:lnTo>
                  <a:pt x="271272" y="249936"/>
                </a:lnTo>
                <a:lnTo>
                  <a:pt x="294131" y="211836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301752" y="108204"/>
                </a:lnTo>
                <a:lnTo>
                  <a:pt x="307848" y="137160"/>
                </a:lnTo>
                <a:lnTo>
                  <a:pt x="307848" y="169164"/>
                </a:lnTo>
                <a:lnTo>
                  <a:pt x="289560" y="227076"/>
                </a:lnTo>
                <a:lnTo>
                  <a:pt x="263652" y="262128"/>
                </a:lnTo>
                <a:lnTo>
                  <a:pt x="228600" y="28956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/>
          <p:nvPr/>
        </p:nvSpPr>
        <p:spPr>
          <a:xfrm>
            <a:off x="7887148" y="3268377"/>
            <a:ext cx="564776" cy="577103"/>
          </a:xfrm>
          <a:custGeom>
            <a:avLst/>
            <a:gdLst/>
            <a:ahLst/>
            <a:cxnLst/>
            <a:rect l="l" t="t" r="r" b="b"/>
            <a:pathLst>
              <a:path w="640079" h="654050">
                <a:moveTo>
                  <a:pt x="569940" y="52076"/>
                </a:moveTo>
                <a:lnTo>
                  <a:pt x="528828" y="12191"/>
                </a:lnTo>
                <a:lnTo>
                  <a:pt x="640080" y="0"/>
                </a:lnTo>
                <a:lnTo>
                  <a:pt x="636698" y="41147"/>
                </a:lnTo>
                <a:lnTo>
                  <a:pt x="580644" y="41147"/>
                </a:lnTo>
                <a:lnTo>
                  <a:pt x="569940" y="52076"/>
                </a:lnTo>
                <a:close/>
              </a:path>
              <a:path w="640079" h="654050">
                <a:moveTo>
                  <a:pt x="590801" y="72315"/>
                </a:moveTo>
                <a:lnTo>
                  <a:pt x="569940" y="52076"/>
                </a:lnTo>
                <a:lnTo>
                  <a:pt x="580644" y="41147"/>
                </a:lnTo>
                <a:lnTo>
                  <a:pt x="600456" y="62483"/>
                </a:lnTo>
                <a:lnTo>
                  <a:pt x="590801" y="72315"/>
                </a:lnTo>
                <a:close/>
              </a:path>
              <a:path w="640079" h="654050">
                <a:moveTo>
                  <a:pt x="630936" y="111252"/>
                </a:moveTo>
                <a:lnTo>
                  <a:pt x="590801" y="72315"/>
                </a:lnTo>
                <a:lnTo>
                  <a:pt x="600456" y="62483"/>
                </a:lnTo>
                <a:lnTo>
                  <a:pt x="580644" y="41147"/>
                </a:lnTo>
                <a:lnTo>
                  <a:pt x="636698" y="41147"/>
                </a:lnTo>
                <a:lnTo>
                  <a:pt x="630936" y="111252"/>
                </a:lnTo>
                <a:close/>
              </a:path>
              <a:path w="640079" h="654050">
                <a:moveTo>
                  <a:pt x="19812" y="653796"/>
                </a:moveTo>
                <a:lnTo>
                  <a:pt x="0" y="633984"/>
                </a:lnTo>
                <a:lnTo>
                  <a:pt x="569940" y="52076"/>
                </a:lnTo>
                <a:lnTo>
                  <a:pt x="590801" y="72315"/>
                </a:lnTo>
                <a:lnTo>
                  <a:pt x="19812" y="6537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/>
          <p:nvPr/>
        </p:nvSpPr>
        <p:spPr>
          <a:xfrm>
            <a:off x="7862944" y="4106129"/>
            <a:ext cx="204507" cy="443753"/>
          </a:xfrm>
          <a:custGeom>
            <a:avLst/>
            <a:gdLst/>
            <a:ahLst/>
            <a:cxnLst/>
            <a:rect l="l" t="t" r="r" b="b"/>
            <a:pathLst>
              <a:path w="231775" h="502920">
                <a:moveTo>
                  <a:pt x="0" y="105156"/>
                </a:moveTo>
                <a:lnTo>
                  <a:pt x="36576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4676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1775" h="502920">
                <a:moveTo>
                  <a:pt x="53844" y="85576"/>
                </a:moveTo>
                <a:lnTo>
                  <a:pt x="48768" y="71628"/>
                </a:lnTo>
                <a:lnTo>
                  <a:pt x="74676" y="62483"/>
                </a:lnTo>
                <a:lnTo>
                  <a:pt x="79663" y="76187"/>
                </a:lnTo>
                <a:lnTo>
                  <a:pt x="53844" y="85576"/>
                </a:lnTo>
                <a:close/>
              </a:path>
              <a:path w="231775" h="502920">
                <a:moveTo>
                  <a:pt x="79663" y="76187"/>
                </a:moveTo>
                <a:lnTo>
                  <a:pt x="74676" y="62483"/>
                </a:lnTo>
                <a:lnTo>
                  <a:pt x="117348" y="62483"/>
                </a:lnTo>
                <a:lnTo>
                  <a:pt x="79663" y="76187"/>
                </a:lnTo>
                <a:close/>
              </a:path>
              <a:path w="231775" h="502920">
                <a:moveTo>
                  <a:pt x="205740" y="502920"/>
                </a:moveTo>
                <a:lnTo>
                  <a:pt x="53844" y="85576"/>
                </a:lnTo>
                <a:lnTo>
                  <a:pt x="79663" y="76187"/>
                </a:lnTo>
                <a:lnTo>
                  <a:pt x="231648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8" name="object 18"/>
          <p:cNvSpPr/>
          <p:nvPr/>
        </p:nvSpPr>
        <p:spPr>
          <a:xfrm>
            <a:off x="7895216" y="4068477"/>
            <a:ext cx="1398494" cy="489697"/>
          </a:xfrm>
          <a:custGeom>
            <a:avLst/>
            <a:gdLst/>
            <a:ahLst/>
            <a:cxnLst/>
            <a:rect l="l" t="t" r="r" b="b"/>
            <a:pathLst>
              <a:path w="1584959" h="554989">
                <a:moveTo>
                  <a:pt x="60960" y="135636"/>
                </a:moveTo>
                <a:lnTo>
                  <a:pt x="0" y="42672"/>
                </a:lnTo>
                <a:lnTo>
                  <a:pt x="103632" y="0"/>
                </a:lnTo>
                <a:lnTo>
                  <a:pt x="87809" y="50292"/>
                </a:lnTo>
                <a:lnTo>
                  <a:pt x="73152" y="50292"/>
                </a:lnTo>
                <a:lnTo>
                  <a:pt x="64008" y="77724"/>
                </a:lnTo>
                <a:lnTo>
                  <a:pt x="77809" y="82078"/>
                </a:lnTo>
                <a:lnTo>
                  <a:pt x="60960" y="135636"/>
                </a:lnTo>
                <a:close/>
              </a:path>
              <a:path w="1584959" h="554989">
                <a:moveTo>
                  <a:pt x="77809" y="82078"/>
                </a:moveTo>
                <a:lnTo>
                  <a:pt x="64008" y="77724"/>
                </a:lnTo>
                <a:lnTo>
                  <a:pt x="73152" y="50292"/>
                </a:lnTo>
                <a:lnTo>
                  <a:pt x="86486" y="54499"/>
                </a:lnTo>
                <a:lnTo>
                  <a:pt x="77809" y="82078"/>
                </a:lnTo>
                <a:close/>
              </a:path>
              <a:path w="1584959" h="554989">
                <a:moveTo>
                  <a:pt x="86486" y="54499"/>
                </a:moveTo>
                <a:lnTo>
                  <a:pt x="73152" y="50292"/>
                </a:lnTo>
                <a:lnTo>
                  <a:pt x="87809" y="50292"/>
                </a:lnTo>
                <a:lnTo>
                  <a:pt x="86486" y="54499"/>
                </a:lnTo>
                <a:close/>
              </a:path>
              <a:path w="1584959" h="554989">
                <a:moveTo>
                  <a:pt x="1575816" y="554736"/>
                </a:moveTo>
                <a:lnTo>
                  <a:pt x="77809" y="82078"/>
                </a:lnTo>
                <a:lnTo>
                  <a:pt x="86486" y="54499"/>
                </a:lnTo>
                <a:lnTo>
                  <a:pt x="1584960" y="527304"/>
                </a:lnTo>
                <a:lnTo>
                  <a:pt x="1575816" y="554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2476052" y="1443611"/>
            <a:ext cx="4467225" cy="3741084"/>
          </a:xfrm>
          <a:custGeom>
            <a:avLst/>
            <a:gdLst/>
            <a:ahLst/>
            <a:cxnLst/>
            <a:rect l="l" t="t" r="r" b="b"/>
            <a:pathLst>
              <a:path w="5062855" h="4239895">
                <a:moveTo>
                  <a:pt x="2859474" y="4189719"/>
                </a:moveTo>
                <a:lnTo>
                  <a:pt x="0" y="2766060"/>
                </a:lnTo>
                <a:lnTo>
                  <a:pt x="1737359" y="0"/>
                </a:lnTo>
                <a:lnTo>
                  <a:pt x="5062728" y="1211580"/>
                </a:lnTo>
                <a:lnTo>
                  <a:pt x="2859474" y="4189719"/>
                </a:lnTo>
                <a:close/>
              </a:path>
              <a:path w="5062855" h="4239895">
                <a:moveTo>
                  <a:pt x="2822448" y="4239768"/>
                </a:moveTo>
                <a:lnTo>
                  <a:pt x="2859474" y="4189719"/>
                </a:lnTo>
                <a:lnTo>
                  <a:pt x="2868168" y="4194048"/>
                </a:lnTo>
                <a:lnTo>
                  <a:pt x="2822448" y="4239768"/>
                </a:lnTo>
                <a:close/>
              </a:path>
            </a:pathLst>
          </a:custGeom>
          <a:solidFill>
            <a:srgbClr val="FFFF00">
              <a:alpha val="27732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4916693" y="2352631"/>
            <a:ext cx="2138082" cy="2868706"/>
          </a:xfrm>
          <a:custGeom>
            <a:avLst/>
            <a:gdLst/>
            <a:ahLst/>
            <a:cxnLst/>
            <a:rect l="l" t="t" r="r" b="b"/>
            <a:pathLst>
              <a:path w="2423160" h="3251200">
                <a:moveTo>
                  <a:pt x="15240" y="3250692"/>
                </a:moveTo>
                <a:lnTo>
                  <a:pt x="0" y="3238499"/>
                </a:lnTo>
                <a:lnTo>
                  <a:pt x="2407919" y="0"/>
                </a:lnTo>
                <a:lnTo>
                  <a:pt x="2423160" y="12192"/>
                </a:lnTo>
                <a:lnTo>
                  <a:pt x="15240" y="32506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/>
          <p:nvPr/>
        </p:nvSpPr>
        <p:spPr>
          <a:xfrm>
            <a:off x="8324178" y="38371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3778" y="296997"/>
                </a:lnTo>
                <a:lnTo>
                  <a:pt x="61886" y="275295"/>
                </a:lnTo>
                <a:lnTo>
                  <a:pt x="29065" y="242255"/>
                </a:lnTo>
                <a:lnTo>
                  <a:pt x="7656" y="200436"/>
                </a:lnTo>
                <a:lnTo>
                  <a:pt x="0" y="152400"/>
                </a:lnTo>
                <a:lnTo>
                  <a:pt x="7656" y="104363"/>
                </a:lnTo>
                <a:lnTo>
                  <a:pt x="29065" y="62544"/>
                </a:lnTo>
                <a:lnTo>
                  <a:pt x="61886" y="29504"/>
                </a:lnTo>
                <a:lnTo>
                  <a:pt x="103778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0436"/>
                </a:lnTo>
                <a:lnTo>
                  <a:pt x="275295" y="242255"/>
                </a:lnTo>
                <a:lnTo>
                  <a:pt x="242255" y="275295"/>
                </a:lnTo>
                <a:lnTo>
                  <a:pt x="200436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/>
          <p:nvPr/>
        </p:nvSpPr>
        <p:spPr>
          <a:xfrm>
            <a:off x="8322834" y="3835843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21920" y="304800"/>
                </a:lnTo>
                <a:lnTo>
                  <a:pt x="108204" y="300228"/>
                </a:lnTo>
                <a:lnTo>
                  <a:pt x="92964" y="295656"/>
                </a:lnTo>
                <a:lnTo>
                  <a:pt x="54864" y="272796"/>
                </a:lnTo>
                <a:lnTo>
                  <a:pt x="25908" y="239268"/>
                </a:lnTo>
                <a:lnTo>
                  <a:pt x="6096" y="199644"/>
                </a:lnTo>
                <a:lnTo>
                  <a:pt x="0" y="169164"/>
                </a:lnTo>
                <a:lnTo>
                  <a:pt x="0" y="138684"/>
                </a:lnTo>
                <a:lnTo>
                  <a:pt x="12192" y="92964"/>
                </a:lnTo>
                <a:lnTo>
                  <a:pt x="35052" y="56388"/>
                </a:lnTo>
                <a:lnTo>
                  <a:pt x="44196" y="44196"/>
                </a:lnTo>
                <a:lnTo>
                  <a:pt x="79248" y="18288"/>
                </a:lnTo>
                <a:lnTo>
                  <a:pt x="121920" y="3048"/>
                </a:lnTo>
                <a:lnTo>
                  <a:pt x="137160" y="0"/>
                </a:lnTo>
                <a:lnTo>
                  <a:pt x="169164" y="0"/>
                </a:lnTo>
                <a:lnTo>
                  <a:pt x="184404" y="3048"/>
                </a:lnTo>
                <a:lnTo>
                  <a:pt x="138684" y="3048"/>
                </a:lnTo>
                <a:lnTo>
                  <a:pt x="108204" y="9144"/>
                </a:lnTo>
                <a:lnTo>
                  <a:pt x="68580" y="28956"/>
                </a:lnTo>
                <a:lnTo>
                  <a:pt x="36576" y="57912"/>
                </a:lnTo>
                <a:lnTo>
                  <a:pt x="21336" y="82296"/>
                </a:lnTo>
                <a:lnTo>
                  <a:pt x="13716" y="94488"/>
                </a:lnTo>
                <a:lnTo>
                  <a:pt x="9144" y="108204"/>
                </a:lnTo>
                <a:lnTo>
                  <a:pt x="3048" y="138684"/>
                </a:lnTo>
                <a:lnTo>
                  <a:pt x="3048" y="169164"/>
                </a:lnTo>
                <a:lnTo>
                  <a:pt x="13716" y="211836"/>
                </a:lnTo>
                <a:lnTo>
                  <a:pt x="36576" y="249936"/>
                </a:lnTo>
                <a:lnTo>
                  <a:pt x="68580" y="278892"/>
                </a:lnTo>
                <a:lnTo>
                  <a:pt x="108204" y="297180"/>
                </a:lnTo>
                <a:lnTo>
                  <a:pt x="153924" y="304800"/>
                </a:lnTo>
                <a:lnTo>
                  <a:pt x="184404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4404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211836" y="292608"/>
                </a:lnTo>
                <a:lnTo>
                  <a:pt x="249936" y="269748"/>
                </a:lnTo>
                <a:lnTo>
                  <a:pt x="278892" y="237744"/>
                </a:lnTo>
                <a:lnTo>
                  <a:pt x="301752" y="184404"/>
                </a:lnTo>
                <a:lnTo>
                  <a:pt x="304800" y="153924"/>
                </a:lnTo>
                <a:lnTo>
                  <a:pt x="301752" y="123444"/>
                </a:lnTo>
                <a:lnTo>
                  <a:pt x="286512" y="82296"/>
                </a:lnTo>
                <a:lnTo>
                  <a:pt x="260604" y="47244"/>
                </a:lnTo>
                <a:lnTo>
                  <a:pt x="225552" y="21336"/>
                </a:lnTo>
                <a:lnTo>
                  <a:pt x="184404" y="6096"/>
                </a:lnTo>
                <a:lnTo>
                  <a:pt x="169164" y="3048"/>
                </a:lnTo>
                <a:lnTo>
                  <a:pt x="184404" y="3048"/>
                </a:lnTo>
                <a:lnTo>
                  <a:pt x="227076" y="18288"/>
                </a:lnTo>
                <a:lnTo>
                  <a:pt x="262128" y="44196"/>
                </a:lnTo>
                <a:lnTo>
                  <a:pt x="288036" y="80772"/>
                </a:lnTo>
                <a:lnTo>
                  <a:pt x="295656" y="92964"/>
                </a:lnTo>
                <a:lnTo>
                  <a:pt x="300228" y="108204"/>
                </a:lnTo>
                <a:lnTo>
                  <a:pt x="304800" y="121920"/>
                </a:lnTo>
                <a:lnTo>
                  <a:pt x="306324" y="137160"/>
                </a:lnTo>
                <a:lnTo>
                  <a:pt x="304800" y="184404"/>
                </a:lnTo>
                <a:lnTo>
                  <a:pt x="289560" y="227076"/>
                </a:lnTo>
                <a:lnTo>
                  <a:pt x="280416" y="239268"/>
                </a:lnTo>
                <a:lnTo>
                  <a:pt x="272795" y="251460"/>
                </a:lnTo>
                <a:lnTo>
                  <a:pt x="239268" y="281940"/>
                </a:lnTo>
                <a:lnTo>
                  <a:pt x="199643" y="300228"/>
                </a:lnTo>
                <a:lnTo>
                  <a:pt x="184404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/>
          <p:nvPr/>
        </p:nvSpPr>
        <p:spPr>
          <a:xfrm>
            <a:off x="8390068" y="3268377"/>
            <a:ext cx="126626" cy="569259"/>
          </a:xfrm>
          <a:custGeom>
            <a:avLst/>
            <a:gdLst/>
            <a:ahLst/>
            <a:cxnLst/>
            <a:rect l="l" t="t" r="r" b="b"/>
            <a:pathLst>
              <a:path w="143509" h="645160">
                <a:moveTo>
                  <a:pt x="0" y="86867"/>
                </a:moveTo>
                <a:lnTo>
                  <a:pt x="70104" y="0"/>
                </a:lnTo>
                <a:lnTo>
                  <a:pt x="131499" y="71628"/>
                </a:lnTo>
                <a:lnTo>
                  <a:pt x="56388" y="71628"/>
                </a:lnTo>
                <a:lnTo>
                  <a:pt x="56543" y="86266"/>
                </a:lnTo>
                <a:lnTo>
                  <a:pt x="0" y="86867"/>
                </a:lnTo>
                <a:close/>
              </a:path>
              <a:path w="143509" h="645160">
                <a:moveTo>
                  <a:pt x="56543" y="86266"/>
                </a:moveTo>
                <a:lnTo>
                  <a:pt x="56388" y="71628"/>
                </a:lnTo>
                <a:lnTo>
                  <a:pt x="85344" y="71628"/>
                </a:lnTo>
                <a:lnTo>
                  <a:pt x="85496" y="85958"/>
                </a:lnTo>
                <a:lnTo>
                  <a:pt x="56543" y="86266"/>
                </a:lnTo>
                <a:close/>
              </a:path>
              <a:path w="143509" h="645160">
                <a:moveTo>
                  <a:pt x="85496" y="85958"/>
                </a:moveTo>
                <a:lnTo>
                  <a:pt x="85344" y="71628"/>
                </a:lnTo>
                <a:lnTo>
                  <a:pt x="131499" y="71628"/>
                </a:lnTo>
                <a:lnTo>
                  <a:pt x="143256" y="85343"/>
                </a:lnTo>
                <a:lnTo>
                  <a:pt x="85496" y="85958"/>
                </a:lnTo>
                <a:close/>
              </a:path>
              <a:path w="143509" h="645160">
                <a:moveTo>
                  <a:pt x="91440" y="644652"/>
                </a:moveTo>
                <a:lnTo>
                  <a:pt x="62484" y="644652"/>
                </a:lnTo>
                <a:lnTo>
                  <a:pt x="56543" y="86266"/>
                </a:lnTo>
                <a:lnTo>
                  <a:pt x="85496" y="85958"/>
                </a:lnTo>
                <a:lnTo>
                  <a:pt x="91440" y="644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8045825" y="4106128"/>
            <a:ext cx="412937" cy="448235"/>
          </a:xfrm>
          <a:custGeom>
            <a:avLst/>
            <a:gdLst/>
            <a:ahLst/>
            <a:cxnLst/>
            <a:rect l="l" t="t" r="r" b="b"/>
            <a:pathLst>
              <a:path w="467995" h="508000">
                <a:moveTo>
                  <a:pt x="398524" y="53504"/>
                </a:moveTo>
                <a:lnTo>
                  <a:pt x="356616" y="15239"/>
                </a:lnTo>
                <a:lnTo>
                  <a:pt x="467868" y="0"/>
                </a:lnTo>
                <a:lnTo>
                  <a:pt x="465529" y="42672"/>
                </a:lnTo>
                <a:lnTo>
                  <a:pt x="408432" y="42672"/>
                </a:lnTo>
                <a:lnTo>
                  <a:pt x="398524" y="53504"/>
                </a:lnTo>
                <a:close/>
              </a:path>
              <a:path w="467995" h="508000">
                <a:moveTo>
                  <a:pt x="420007" y="73118"/>
                </a:moveTo>
                <a:lnTo>
                  <a:pt x="398524" y="53504"/>
                </a:lnTo>
                <a:lnTo>
                  <a:pt x="408432" y="42672"/>
                </a:lnTo>
                <a:lnTo>
                  <a:pt x="429768" y="62483"/>
                </a:lnTo>
                <a:lnTo>
                  <a:pt x="420007" y="73118"/>
                </a:lnTo>
                <a:close/>
              </a:path>
              <a:path w="467995" h="508000">
                <a:moveTo>
                  <a:pt x="461772" y="111252"/>
                </a:moveTo>
                <a:lnTo>
                  <a:pt x="420007" y="73118"/>
                </a:lnTo>
                <a:lnTo>
                  <a:pt x="429768" y="62483"/>
                </a:lnTo>
                <a:lnTo>
                  <a:pt x="408432" y="42672"/>
                </a:lnTo>
                <a:lnTo>
                  <a:pt x="465529" y="42672"/>
                </a:lnTo>
                <a:lnTo>
                  <a:pt x="461772" y="111252"/>
                </a:lnTo>
                <a:close/>
              </a:path>
              <a:path w="467995" h="508000">
                <a:moveTo>
                  <a:pt x="21336" y="507492"/>
                </a:moveTo>
                <a:lnTo>
                  <a:pt x="0" y="489204"/>
                </a:lnTo>
                <a:lnTo>
                  <a:pt x="398524" y="53504"/>
                </a:lnTo>
                <a:lnTo>
                  <a:pt x="420007" y="73118"/>
                </a:lnTo>
                <a:lnTo>
                  <a:pt x="21336" y="50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5" name="object 25"/>
          <p:cNvSpPr/>
          <p:nvPr/>
        </p:nvSpPr>
        <p:spPr>
          <a:xfrm>
            <a:off x="8458650" y="4085958"/>
            <a:ext cx="836519" cy="470647"/>
          </a:xfrm>
          <a:custGeom>
            <a:avLst/>
            <a:gdLst/>
            <a:ahLst/>
            <a:cxnLst/>
            <a:rect l="l" t="t" r="r" b="b"/>
            <a:pathLst>
              <a:path w="948054" h="533400">
                <a:moveTo>
                  <a:pt x="41148" y="126491"/>
                </a:moveTo>
                <a:lnTo>
                  <a:pt x="0" y="22860"/>
                </a:lnTo>
                <a:lnTo>
                  <a:pt x="108204" y="0"/>
                </a:lnTo>
                <a:lnTo>
                  <a:pt x="85582" y="42672"/>
                </a:lnTo>
                <a:lnTo>
                  <a:pt x="68580" y="42672"/>
                </a:lnTo>
                <a:lnTo>
                  <a:pt x="56387" y="68580"/>
                </a:lnTo>
                <a:lnTo>
                  <a:pt x="68459" y="74972"/>
                </a:lnTo>
                <a:lnTo>
                  <a:pt x="41148" y="126491"/>
                </a:lnTo>
                <a:close/>
              </a:path>
              <a:path w="948054" h="533400">
                <a:moveTo>
                  <a:pt x="68459" y="74972"/>
                </a:moveTo>
                <a:lnTo>
                  <a:pt x="56387" y="68580"/>
                </a:lnTo>
                <a:lnTo>
                  <a:pt x="68580" y="42672"/>
                </a:lnTo>
                <a:lnTo>
                  <a:pt x="81851" y="49710"/>
                </a:lnTo>
                <a:lnTo>
                  <a:pt x="68459" y="74972"/>
                </a:lnTo>
                <a:close/>
              </a:path>
              <a:path w="948054" h="533400">
                <a:moveTo>
                  <a:pt x="81851" y="49710"/>
                </a:moveTo>
                <a:lnTo>
                  <a:pt x="68580" y="42672"/>
                </a:lnTo>
                <a:lnTo>
                  <a:pt x="85582" y="42672"/>
                </a:lnTo>
                <a:lnTo>
                  <a:pt x="81851" y="49710"/>
                </a:lnTo>
                <a:close/>
              </a:path>
              <a:path w="948054" h="533400">
                <a:moveTo>
                  <a:pt x="934212" y="533400"/>
                </a:moveTo>
                <a:lnTo>
                  <a:pt x="68459" y="74972"/>
                </a:lnTo>
                <a:lnTo>
                  <a:pt x="81851" y="49710"/>
                </a:lnTo>
                <a:lnTo>
                  <a:pt x="947928" y="509016"/>
                </a:lnTo>
                <a:lnTo>
                  <a:pt x="934212" y="533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6" name="object 26"/>
          <p:cNvSpPr/>
          <p:nvPr/>
        </p:nvSpPr>
        <p:spPr>
          <a:xfrm>
            <a:off x="2203077" y="2371458"/>
            <a:ext cx="4912659" cy="2985246"/>
          </a:xfrm>
          <a:custGeom>
            <a:avLst/>
            <a:gdLst/>
            <a:ahLst/>
            <a:cxnLst/>
            <a:rect l="l" t="t" r="r" b="b"/>
            <a:pathLst>
              <a:path w="5567680" h="3383279">
                <a:moveTo>
                  <a:pt x="4081272" y="3383279"/>
                </a:moveTo>
                <a:lnTo>
                  <a:pt x="0" y="1531619"/>
                </a:lnTo>
                <a:lnTo>
                  <a:pt x="652271" y="0"/>
                </a:lnTo>
                <a:lnTo>
                  <a:pt x="5567172" y="1577340"/>
                </a:lnTo>
                <a:lnTo>
                  <a:pt x="4081272" y="3383279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7" name="object 27"/>
          <p:cNvSpPr/>
          <p:nvPr/>
        </p:nvSpPr>
        <p:spPr>
          <a:xfrm>
            <a:off x="2598419" y="2309601"/>
            <a:ext cx="4643718" cy="1495424"/>
          </a:xfrm>
          <a:custGeom>
            <a:avLst/>
            <a:gdLst/>
            <a:ahLst/>
            <a:cxnLst/>
            <a:rect l="l" t="t" r="r" b="b"/>
            <a:pathLst>
              <a:path w="5262880" h="1694814">
                <a:moveTo>
                  <a:pt x="5257800" y="1694688"/>
                </a:moveTo>
                <a:lnTo>
                  <a:pt x="0" y="18287"/>
                </a:lnTo>
                <a:lnTo>
                  <a:pt x="4572" y="0"/>
                </a:lnTo>
                <a:lnTo>
                  <a:pt x="5262372" y="1676400"/>
                </a:lnTo>
                <a:lnTo>
                  <a:pt x="5257800" y="16946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/>
          <p:nvPr/>
        </p:nvSpPr>
        <p:spPr>
          <a:xfrm>
            <a:off x="8995187" y="38371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0436"/>
                </a:lnTo>
                <a:lnTo>
                  <a:pt x="275295" y="242255"/>
                </a:lnTo>
                <a:lnTo>
                  <a:pt x="242255" y="275295"/>
                </a:lnTo>
                <a:lnTo>
                  <a:pt x="200436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/>
          <p:nvPr/>
        </p:nvSpPr>
        <p:spPr>
          <a:xfrm>
            <a:off x="8993842" y="3835843"/>
            <a:ext cx="271743" cy="271743"/>
          </a:xfrm>
          <a:custGeom>
            <a:avLst/>
            <a:gdLst/>
            <a:ahLst/>
            <a:cxnLst/>
            <a:rect l="l" t="t" r="r" b="b"/>
            <a:pathLst>
              <a:path w="307975" h="307975">
                <a:moveTo>
                  <a:pt x="153924" y="307848"/>
                </a:moveTo>
                <a:lnTo>
                  <a:pt x="108204" y="300228"/>
                </a:lnTo>
                <a:lnTo>
                  <a:pt x="67056" y="281940"/>
                </a:lnTo>
                <a:lnTo>
                  <a:pt x="35052" y="251460"/>
                </a:lnTo>
                <a:lnTo>
                  <a:pt x="6096" y="199644"/>
                </a:lnTo>
                <a:lnTo>
                  <a:pt x="0" y="169164"/>
                </a:lnTo>
                <a:lnTo>
                  <a:pt x="0" y="138684"/>
                </a:lnTo>
                <a:lnTo>
                  <a:pt x="12192" y="92964"/>
                </a:lnTo>
                <a:lnTo>
                  <a:pt x="35052" y="56388"/>
                </a:lnTo>
                <a:lnTo>
                  <a:pt x="44196" y="44196"/>
                </a:lnTo>
                <a:lnTo>
                  <a:pt x="56388" y="35052"/>
                </a:lnTo>
                <a:lnTo>
                  <a:pt x="67056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69164" y="0"/>
                </a:lnTo>
                <a:lnTo>
                  <a:pt x="184404" y="3048"/>
                </a:lnTo>
                <a:lnTo>
                  <a:pt x="138684" y="3048"/>
                </a:lnTo>
                <a:lnTo>
                  <a:pt x="123444" y="6096"/>
                </a:lnTo>
                <a:lnTo>
                  <a:pt x="82296" y="21336"/>
                </a:lnTo>
                <a:lnTo>
                  <a:pt x="47244" y="47244"/>
                </a:lnTo>
                <a:lnTo>
                  <a:pt x="21336" y="82296"/>
                </a:lnTo>
                <a:lnTo>
                  <a:pt x="3048" y="138684"/>
                </a:lnTo>
                <a:lnTo>
                  <a:pt x="3048" y="169164"/>
                </a:lnTo>
                <a:lnTo>
                  <a:pt x="21336" y="225552"/>
                </a:lnTo>
                <a:lnTo>
                  <a:pt x="47244" y="260604"/>
                </a:lnTo>
                <a:lnTo>
                  <a:pt x="82296" y="286512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4404" y="304800"/>
                </a:lnTo>
                <a:lnTo>
                  <a:pt x="153924" y="307848"/>
                </a:lnTo>
                <a:close/>
              </a:path>
              <a:path w="307975" h="307975">
                <a:moveTo>
                  <a:pt x="184404" y="304800"/>
                </a:moveTo>
                <a:lnTo>
                  <a:pt x="153924" y="304800"/>
                </a:lnTo>
                <a:lnTo>
                  <a:pt x="184404" y="301752"/>
                </a:lnTo>
                <a:lnTo>
                  <a:pt x="211836" y="292608"/>
                </a:lnTo>
                <a:lnTo>
                  <a:pt x="249936" y="269748"/>
                </a:lnTo>
                <a:lnTo>
                  <a:pt x="278892" y="237744"/>
                </a:lnTo>
                <a:lnTo>
                  <a:pt x="301752" y="184404"/>
                </a:lnTo>
                <a:lnTo>
                  <a:pt x="304800" y="153924"/>
                </a:lnTo>
                <a:lnTo>
                  <a:pt x="301752" y="123444"/>
                </a:lnTo>
                <a:lnTo>
                  <a:pt x="286512" y="82296"/>
                </a:lnTo>
                <a:lnTo>
                  <a:pt x="260604" y="47244"/>
                </a:lnTo>
                <a:lnTo>
                  <a:pt x="225552" y="21336"/>
                </a:lnTo>
                <a:lnTo>
                  <a:pt x="184404" y="6096"/>
                </a:lnTo>
                <a:lnTo>
                  <a:pt x="169164" y="3048"/>
                </a:lnTo>
                <a:lnTo>
                  <a:pt x="184404" y="3048"/>
                </a:lnTo>
                <a:lnTo>
                  <a:pt x="227076" y="18288"/>
                </a:lnTo>
                <a:lnTo>
                  <a:pt x="262128" y="44196"/>
                </a:lnTo>
                <a:lnTo>
                  <a:pt x="289560" y="80772"/>
                </a:lnTo>
                <a:lnTo>
                  <a:pt x="300228" y="108204"/>
                </a:lnTo>
                <a:lnTo>
                  <a:pt x="304800" y="121920"/>
                </a:lnTo>
                <a:lnTo>
                  <a:pt x="306324" y="137160"/>
                </a:lnTo>
                <a:lnTo>
                  <a:pt x="307848" y="153924"/>
                </a:lnTo>
                <a:lnTo>
                  <a:pt x="304800" y="184404"/>
                </a:lnTo>
                <a:lnTo>
                  <a:pt x="289560" y="227076"/>
                </a:lnTo>
                <a:lnTo>
                  <a:pt x="251460" y="272796"/>
                </a:lnTo>
                <a:lnTo>
                  <a:pt x="213360" y="295656"/>
                </a:lnTo>
                <a:lnTo>
                  <a:pt x="199643" y="300228"/>
                </a:lnTo>
                <a:lnTo>
                  <a:pt x="184404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8451924" y="3268375"/>
            <a:ext cx="685800" cy="578224"/>
          </a:xfrm>
          <a:custGeom>
            <a:avLst/>
            <a:gdLst/>
            <a:ahLst/>
            <a:cxnLst/>
            <a:rect l="l" t="t" r="r" b="b"/>
            <a:pathLst>
              <a:path w="777240" h="655320">
                <a:moveTo>
                  <a:pt x="19812" y="111252"/>
                </a:moveTo>
                <a:lnTo>
                  <a:pt x="0" y="0"/>
                </a:lnTo>
                <a:lnTo>
                  <a:pt x="111252" y="1524"/>
                </a:lnTo>
                <a:lnTo>
                  <a:pt x="83312" y="35052"/>
                </a:lnTo>
                <a:lnTo>
                  <a:pt x="64008" y="35052"/>
                </a:lnTo>
                <a:lnTo>
                  <a:pt x="45720" y="57912"/>
                </a:lnTo>
                <a:lnTo>
                  <a:pt x="56639" y="67058"/>
                </a:lnTo>
                <a:lnTo>
                  <a:pt x="19812" y="111252"/>
                </a:lnTo>
                <a:close/>
              </a:path>
              <a:path w="777240" h="655320">
                <a:moveTo>
                  <a:pt x="56639" y="67058"/>
                </a:moveTo>
                <a:lnTo>
                  <a:pt x="45720" y="57912"/>
                </a:lnTo>
                <a:lnTo>
                  <a:pt x="64008" y="35052"/>
                </a:lnTo>
                <a:lnTo>
                  <a:pt x="75364" y="44588"/>
                </a:lnTo>
                <a:lnTo>
                  <a:pt x="56639" y="67058"/>
                </a:lnTo>
                <a:close/>
              </a:path>
              <a:path w="777240" h="655320">
                <a:moveTo>
                  <a:pt x="75364" y="44588"/>
                </a:moveTo>
                <a:lnTo>
                  <a:pt x="64008" y="35052"/>
                </a:lnTo>
                <a:lnTo>
                  <a:pt x="83312" y="35052"/>
                </a:lnTo>
                <a:lnTo>
                  <a:pt x="75364" y="44588"/>
                </a:lnTo>
                <a:close/>
              </a:path>
              <a:path w="777240" h="655320">
                <a:moveTo>
                  <a:pt x="758952" y="655320"/>
                </a:moveTo>
                <a:lnTo>
                  <a:pt x="56639" y="67058"/>
                </a:lnTo>
                <a:lnTo>
                  <a:pt x="75364" y="44588"/>
                </a:lnTo>
                <a:lnTo>
                  <a:pt x="777240" y="633984"/>
                </a:lnTo>
                <a:lnTo>
                  <a:pt x="758952" y="655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8051202" y="4076545"/>
            <a:ext cx="1078566" cy="481853"/>
          </a:xfrm>
          <a:custGeom>
            <a:avLst/>
            <a:gdLst/>
            <a:ahLst/>
            <a:cxnLst/>
            <a:rect l="l" t="t" r="r" b="b"/>
            <a:pathLst>
              <a:path w="1222375" h="546100">
                <a:moveTo>
                  <a:pt x="1137578" y="52581"/>
                </a:moveTo>
                <a:lnTo>
                  <a:pt x="1115568" y="0"/>
                </a:lnTo>
                <a:lnTo>
                  <a:pt x="1222248" y="33528"/>
                </a:lnTo>
                <a:lnTo>
                  <a:pt x="1214961" y="47243"/>
                </a:lnTo>
                <a:lnTo>
                  <a:pt x="1150620" y="47243"/>
                </a:lnTo>
                <a:lnTo>
                  <a:pt x="1137578" y="52581"/>
                </a:lnTo>
                <a:close/>
              </a:path>
              <a:path w="1222375" h="546100">
                <a:moveTo>
                  <a:pt x="1148404" y="78442"/>
                </a:moveTo>
                <a:lnTo>
                  <a:pt x="1137578" y="52581"/>
                </a:lnTo>
                <a:lnTo>
                  <a:pt x="1150620" y="47243"/>
                </a:lnTo>
                <a:lnTo>
                  <a:pt x="1161288" y="73152"/>
                </a:lnTo>
                <a:lnTo>
                  <a:pt x="1148404" y="78442"/>
                </a:lnTo>
                <a:close/>
              </a:path>
              <a:path w="1222375" h="546100">
                <a:moveTo>
                  <a:pt x="1170432" y="131063"/>
                </a:moveTo>
                <a:lnTo>
                  <a:pt x="1148404" y="78442"/>
                </a:lnTo>
                <a:lnTo>
                  <a:pt x="1161288" y="73152"/>
                </a:lnTo>
                <a:lnTo>
                  <a:pt x="1150620" y="47243"/>
                </a:lnTo>
                <a:lnTo>
                  <a:pt x="1214961" y="47243"/>
                </a:lnTo>
                <a:lnTo>
                  <a:pt x="1170432" y="131063"/>
                </a:lnTo>
                <a:close/>
              </a:path>
              <a:path w="1222375" h="546100">
                <a:moveTo>
                  <a:pt x="10668" y="545592"/>
                </a:moveTo>
                <a:lnTo>
                  <a:pt x="0" y="518160"/>
                </a:lnTo>
                <a:lnTo>
                  <a:pt x="1137578" y="52581"/>
                </a:lnTo>
                <a:lnTo>
                  <a:pt x="1148404" y="78442"/>
                </a:lnTo>
                <a:lnTo>
                  <a:pt x="10668" y="545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/>
          <p:nvPr/>
        </p:nvSpPr>
        <p:spPr>
          <a:xfrm>
            <a:off x="9096040" y="4106129"/>
            <a:ext cx="206187" cy="443753"/>
          </a:xfrm>
          <a:custGeom>
            <a:avLst/>
            <a:gdLst/>
            <a:ahLst/>
            <a:cxnLst/>
            <a:rect l="l" t="t" r="r" b="b"/>
            <a:pathLst>
              <a:path w="233679" h="502920">
                <a:moveTo>
                  <a:pt x="0" y="105156"/>
                </a:moveTo>
                <a:lnTo>
                  <a:pt x="38100" y="0"/>
                </a:lnTo>
                <a:lnTo>
                  <a:pt x="134112" y="56387"/>
                </a:lnTo>
                <a:lnTo>
                  <a:pt x="117348" y="62483"/>
                </a:lnTo>
                <a:lnTo>
                  <a:pt x="76200" y="62483"/>
                </a:lnTo>
                <a:lnTo>
                  <a:pt x="48768" y="71628"/>
                </a:lnTo>
                <a:lnTo>
                  <a:pt x="53844" y="85576"/>
                </a:lnTo>
                <a:lnTo>
                  <a:pt x="0" y="105156"/>
                </a:lnTo>
                <a:close/>
              </a:path>
              <a:path w="233679" h="502920">
                <a:moveTo>
                  <a:pt x="53844" y="85576"/>
                </a:moveTo>
                <a:lnTo>
                  <a:pt x="48768" y="71628"/>
                </a:lnTo>
                <a:lnTo>
                  <a:pt x="76200" y="62483"/>
                </a:lnTo>
                <a:lnTo>
                  <a:pt x="81009" y="75698"/>
                </a:lnTo>
                <a:lnTo>
                  <a:pt x="53844" y="85576"/>
                </a:lnTo>
                <a:close/>
              </a:path>
              <a:path w="233679" h="502920">
                <a:moveTo>
                  <a:pt x="81009" y="75698"/>
                </a:moveTo>
                <a:lnTo>
                  <a:pt x="76200" y="62483"/>
                </a:lnTo>
                <a:lnTo>
                  <a:pt x="117348" y="62483"/>
                </a:lnTo>
                <a:lnTo>
                  <a:pt x="81009" y="75698"/>
                </a:lnTo>
                <a:close/>
              </a:path>
              <a:path w="233679" h="502920">
                <a:moveTo>
                  <a:pt x="205740" y="502920"/>
                </a:moveTo>
                <a:lnTo>
                  <a:pt x="53844" y="85576"/>
                </a:lnTo>
                <a:lnTo>
                  <a:pt x="81009" y="75698"/>
                </a:lnTo>
                <a:lnTo>
                  <a:pt x="233172" y="493776"/>
                </a:lnTo>
                <a:lnTo>
                  <a:pt x="205740" y="5029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3" name="object 33"/>
          <p:cNvSpPr/>
          <p:nvPr/>
        </p:nvSpPr>
        <p:spPr>
          <a:xfrm>
            <a:off x="2242073" y="2524755"/>
            <a:ext cx="4381500" cy="1387849"/>
          </a:xfrm>
          <a:custGeom>
            <a:avLst/>
            <a:gdLst/>
            <a:ahLst/>
            <a:cxnLst/>
            <a:rect l="l" t="t" r="r" b="b"/>
            <a:pathLst>
              <a:path w="4965700" h="1572895">
                <a:moveTo>
                  <a:pt x="4571" y="1572768"/>
                </a:moveTo>
                <a:lnTo>
                  <a:pt x="0" y="1554480"/>
                </a:lnTo>
                <a:lnTo>
                  <a:pt x="4960620" y="0"/>
                </a:lnTo>
                <a:lnTo>
                  <a:pt x="4965191" y="18287"/>
                </a:lnTo>
                <a:lnTo>
                  <a:pt x="4571" y="1572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2599765" y="4143107"/>
            <a:ext cx="4370294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3000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/>
          <p:nvPr/>
        </p:nvSpPr>
        <p:spPr>
          <a:xfrm>
            <a:off x="9525001" y="3837187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6997"/>
                </a:lnTo>
                <a:lnTo>
                  <a:pt x="62544" y="275295"/>
                </a:lnTo>
                <a:lnTo>
                  <a:pt x="29504" y="242255"/>
                </a:lnTo>
                <a:lnTo>
                  <a:pt x="7802" y="200436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1021" y="7802"/>
                </a:lnTo>
                <a:lnTo>
                  <a:pt x="242913" y="29504"/>
                </a:lnTo>
                <a:lnTo>
                  <a:pt x="275734" y="62544"/>
                </a:lnTo>
                <a:lnTo>
                  <a:pt x="297143" y="104363"/>
                </a:lnTo>
                <a:lnTo>
                  <a:pt x="304800" y="152400"/>
                </a:lnTo>
                <a:lnTo>
                  <a:pt x="297143" y="200436"/>
                </a:lnTo>
                <a:lnTo>
                  <a:pt x="275734" y="242255"/>
                </a:lnTo>
                <a:lnTo>
                  <a:pt x="242913" y="275295"/>
                </a:lnTo>
                <a:lnTo>
                  <a:pt x="201021" y="296997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/>
          <p:nvPr/>
        </p:nvSpPr>
        <p:spPr>
          <a:xfrm>
            <a:off x="9523655" y="3835843"/>
            <a:ext cx="273424" cy="271743"/>
          </a:xfrm>
          <a:custGeom>
            <a:avLst/>
            <a:gdLst/>
            <a:ahLst/>
            <a:cxnLst/>
            <a:rect l="l" t="t" r="r" b="b"/>
            <a:pathLst>
              <a:path w="309879" h="307975">
                <a:moveTo>
                  <a:pt x="155448" y="307848"/>
                </a:moveTo>
                <a:lnTo>
                  <a:pt x="108204" y="300228"/>
                </a:lnTo>
                <a:lnTo>
                  <a:pt x="68580" y="281940"/>
                </a:lnTo>
                <a:lnTo>
                  <a:pt x="36576" y="251460"/>
                </a:lnTo>
                <a:lnTo>
                  <a:pt x="12192" y="213360"/>
                </a:lnTo>
                <a:lnTo>
                  <a:pt x="1524" y="169164"/>
                </a:lnTo>
                <a:lnTo>
                  <a:pt x="0" y="153924"/>
                </a:lnTo>
                <a:lnTo>
                  <a:pt x="1524" y="138684"/>
                </a:lnTo>
                <a:lnTo>
                  <a:pt x="4572" y="121920"/>
                </a:lnTo>
                <a:lnTo>
                  <a:pt x="7620" y="108204"/>
                </a:lnTo>
                <a:lnTo>
                  <a:pt x="12192" y="92964"/>
                </a:lnTo>
                <a:lnTo>
                  <a:pt x="19812" y="80772"/>
                </a:lnTo>
                <a:lnTo>
                  <a:pt x="27432" y="67056"/>
                </a:lnTo>
                <a:lnTo>
                  <a:pt x="36576" y="56388"/>
                </a:lnTo>
                <a:lnTo>
                  <a:pt x="45720" y="44196"/>
                </a:lnTo>
                <a:lnTo>
                  <a:pt x="56388" y="35052"/>
                </a:lnTo>
                <a:lnTo>
                  <a:pt x="68580" y="25908"/>
                </a:lnTo>
                <a:lnTo>
                  <a:pt x="80772" y="18288"/>
                </a:lnTo>
                <a:lnTo>
                  <a:pt x="108204" y="6096"/>
                </a:lnTo>
                <a:lnTo>
                  <a:pt x="138684" y="0"/>
                </a:lnTo>
                <a:lnTo>
                  <a:pt x="170688" y="0"/>
                </a:lnTo>
                <a:lnTo>
                  <a:pt x="185928" y="3048"/>
                </a:lnTo>
                <a:lnTo>
                  <a:pt x="138684" y="3048"/>
                </a:lnTo>
                <a:lnTo>
                  <a:pt x="124968" y="6096"/>
                </a:lnTo>
                <a:lnTo>
                  <a:pt x="82296" y="21336"/>
                </a:lnTo>
                <a:lnTo>
                  <a:pt x="38100" y="57912"/>
                </a:lnTo>
                <a:lnTo>
                  <a:pt x="15240" y="94488"/>
                </a:lnTo>
                <a:lnTo>
                  <a:pt x="4572" y="138684"/>
                </a:lnTo>
                <a:lnTo>
                  <a:pt x="4572" y="169164"/>
                </a:lnTo>
                <a:lnTo>
                  <a:pt x="15240" y="211836"/>
                </a:lnTo>
                <a:lnTo>
                  <a:pt x="38100" y="249936"/>
                </a:lnTo>
                <a:lnTo>
                  <a:pt x="59436" y="269748"/>
                </a:lnTo>
                <a:lnTo>
                  <a:pt x="70104" y="278892"/>
                </a:lnTo>
                <a:lnTo>
                  <a:pt x="82296" y="286512"/>
                </a:lnTo>
                <a:lnTo>
                  <a:pt x="96012" y="292608"/>
                </a:lnTo>
                <a:lnTo>
                  <a:pt x="123444" y="301752"/>
                </a:lnTo>
                <a:lnTo>
                  <a:pt x="153924" y="304800"/>
                </a:lnTo>
                <a:lnTo>
                  <a:pt x="185928" y="304800"/>
                </a:lnTo>
                <a:lnTo>
                  <a:pt x="155448" y="307848"/>
                </a:lnTo>
                <a:close/>
              </a:path>
              <a:path w="309879" h="307975">
                <a:moveTo>
                  <a:pt x="185928" y="304800"/>
                </a:moveTo>
                <a:lnTo>
                  <a:pt x="153924" y="304800"/>
                </a:lnTo>
                <a:lnTo>
                  <a:pt x="170688" y="303276"/>
                </a:lnTo>
                <a:lnTo>
                  <a:pt x="184404" y="301752"/>
                </a:lnTo>
                <a:lnTo>
                  <a:pt x="227076" y="286512"/>
                </a:lnTo>
                <a:lnTo>
                  <a:pt x="260604" y="260604"/>
                </a:lnTo>
                <a:lnTo>
                  <a:pt x="286512" y="225552"/>
                </a:lnTo>
                <a:lnTo>
                  <a:pt x="294131" y="211836"/>
                </a:lnTo>
                <a:lnTo>
                  <a:pt x="298704" y="198120"/>
                </a:lnTo>
                <a:lnTo>
                  <a:pt x="301752" y="184404"/>
                </a:lnTo>
                <a:lnTo>
                  <a:pt x="304800" y="169164"/>
                </a:lnTo>
                <a:lnTo>
                  <a:pt x="304800" y="138684"/>
                </a:lnTo>
                <a:lnTo>
                  <a:pt x="294131" y="94488"/>
                </a:lnTo>
                <a:lnTo>
                  <a:pt x="271272" y="57912"/>
                </a:lnTo>
                <a:lnTo>
                  <a:pt x="239268" y="28956"/>
                </a:lnTo>
                <a:lnTo>
                  <a:pt x="199643" y="9144"/>
                </a:lnTo>
                <a:lnTo>
                  <a:pt x="184404" y="6096"/>
                </a:lnTo>
                <a:lnTo>
                  <a:pt x="170688" y="3048"/>
                </a:lnTo>
                <a:lnTo>
                  <a:pt x="185928" y="3048"/>
                </a:lnTo>
                <a:lnTo>
                  <a:pt x="199643" y="6096"/>
                </a:lnTo>
                <a:lnTo>
                  <a:pt x="240792" y="25908"/>
                </a:lnTo>
                <a:lnTo>
                  <a:pt x="272795" y="56388"/>
                </a:lnTo>
                <a:lnTo>
                  <a:pt x="281940" y="67056"/>
                </a:lnTo>
                <a:lnTo>
                  <a:pt x="289560" y="80772"/>
                </a:lnTo>
                <a:lnTo>
                  <a:pt x="297180" y="92964"/>
                </a:lnTo>
                <a:lnTo>
                  <a:pt x="301752" y="108204"/>
                </a:lnTo>
                <a:lnTo>
                  <a:pt x="304800" y="121920"/>
                </a:lnTo>
                <a:lnTo>
                  <a:pt x="307848" y="137160"/>
                </a:lnTo>
                <a:lnTo>
                  <a:pt x="309372" y="153924"/>
                </a:lnTo>
                <a:lnTo>
                  <a:pt x="307848" y="169164"/>
                </a:lnTo>
                <a:lnTo>
                  <a:pt x="297180" y="213360"/>
                </a:lnTo>
                <a:lnTo>
                  <a:pt x="272795" y="251460"/>
                </a:lnTo>
                <a:lnTo>
                  <a:pt x="240792" y="281940"/>
                </a:lnTo>
                <a:lnTo>
                  <a:pt x="201168" y="300228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/>
          <p:nvPr/>
        </p:nvSpPr>
        <p:spPr>
          <a:xfrm>
            <a:off x="8451925" y="3244172"/>
            <a:ext cx="1213037" cy="603997"/>
          </a:xfrm>
          <a:custGeom>
            <a:avLst/>
            <a:gdLst/>
            <a:ahLst/>
            <a:cxnLst/>
            <a:rect l="l" t="t" r="r" b="b"/>
            <a:pathLst>
              <a:path w="1374775" h="684529">
                <a:moveTo>
                  <a:pt x="47243" y="129539"/>
                </a:moveTo>
                <a:lnTo>
                  <a:pt x="0" y="27431"/>
                </a:lnTo>
                <a:lnTo>
                  <a:pt x="108204" y="0"/>
                </a:lnTo>
                <a:lnTo>
                  <a:pt x="86688" y="45719"/>
                </a:lnTo>
                <a:lnTo>
                  <a:pt x="70104" y="45719"/>
                </a:lnTo>
                <a:lnTo>
                  <a:pt x="57911" y="71627"/>
                </a:lnTo>
                <a:lnTo>
                  <a:pt x="71494" y="78006"/>
                </a:lnTo>
                <a:lnTo>
                  <a:pt x="47243" y="129539"/>
                </a:lnTo>
                <a:close/>
              </a:path>
              <a:path w="1374775" h="684529">
                <a:moveTo>
                  <a:pt x="71494" y="78006"/>
                </a:moveTo>
                <a:lnTo>
                  <a:pt x="57911" y="71627"/>
                </a:lnTo>
                <a:lnTo>
                  <a:pt x="70104" y="45719"/>
                </a:lnTo>
                <a:lnTo>
                  <a:pt x="83686" y="52098"/>
                </a:lnTo>
                <a:lnTo>
                  <a:pt x="71494" y="78006"/>
                </a:lnTo>
                <a:close/>
              </a:path>
              <a:path w="1374775" h="684529">
                <a:moveTo>
                  <a:pt x="83686" y="52098"/>
                </a:moveTo>
                <a:lnTo>
                  <a:pt x="70104" y="45719"/>
                </a:lnTo>
                <a:lnTo>
                  <a:pt x="86688" y="45719"/>
                </a:lnTo>
                <a:lnTo>
                  <a:pt x="83686" y="52098"/>
                </a:lnTo>
                <a:close/>
              </a:path>
              <a:path w="1374775" h="684529">
                <a:moveTo>
                  <a:pt x="1362455" y="684275"/>
                </a:moveTo>
                <a:lnTo>
                  <a:pt x="71494" y="78006"/>
                </a:lnTo>
                <a:lnTo>
                  <a:pt x="83686" y="52098"/>
                </a:lnTo>
                <a:lnTo>
                  <a:pt x="1374647" y="658367"/>
                </a:lnTo>
                <a:lnTo>
                  <a:pt x="1362455" y="684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8" name="object 38"/>
          <p:cNvSpPr/>
          <p:nvPr/>
        </p:nvSpPr>
        <p:spPr>
          <a:xfrm>
            <a:off x="8052546" y="4064444"/>
            <a:ext cx="1606924" cy="493619"/>
          </a:xfrm>
          <a:custGeom>
            <a:avLst/>
            <a:gdLst/>
            <a:ahLst/>
            <a:cxnLst/>
            <a:rect l="l" t="t" r="r" b="b"/>
            <a:pathLst>
              <a:path w="1821179" h="559435">
                <a:moveTo>
                  <a:pt x="1735863" y="55572"/>
                </a:moveTo>
                <a:lnTo>
                  <a:pt x="1720596" y="0"/>
                </a:lnTo>
                <a:lnTo>
                  <a:pt x="1821179" y="47244"/>
                </a:lnTo>
                <a:lnTo>
                  <a:pt x="1818055" y="51816"/>
                </a:lnTo>
                <a:lnTo>
                  <a:pt x="1749552" y="51816"/>
                </a:lnTo>
                <a:lnTo>
                  <a:pt x="1735863" y="55572"/>
                </a:lnTo>
                <a:close/>
              </a:path>
              <a:path w="1821179" h="559435">
                <a:moveTo>
                  <a:pt x="1743405" y="83025"/>
                </a:moveTo>
                <a:lnTo>
                  <a:pt x="1735863" y="55572"/>
                </a:lnTo>
                <a:lnTo>
                  <a:pt x="1749552" y="51816"/>
                </a:lnTo>
                <a:lnTo>
                  <a:pt x="1757171" y="79247"/>
                </a:lnTo>
                <a:lnTo>
                  <a:pt x="1743405" y="83025"/>
                </a:lnTo>
                <a:close/>
              </a:path>
              <a:path w="1821179" h="559435">
                <a:moveTo>
                  <a:pt x="1758696" y="138684"/>
                </a:moveTo>
                <a:lnTo>
                  <a:pt x="1743405" y="83025"/>
                </a:lnTo>
                <a:lnTo>
                  <a:pt x="1757171" y="79247"/>
                </a:lnTo>
                <a:lnTo>
                  <a:pt x="1749552" y="51816"/>
                </a:lnTo>
                <a:lnTo>
                  <a:pt x="1818055" y="51816"/>
                </a:lnTo>
                <a:lnTo>
                  <a:pt x="1758696" y="138684"/>
                </a:lnTo>
                <a:close/>
              </a:path>
              <a:path w="1821179" h="559435">
                <a:moveTo>
                  <a:pt x="7620" y="559308"/>
                </a:moveTo>
                <a:lnTo>
                  <a:pt x="0" y="531876"/>
                </a:lnTo>
                <a:lnTo>
                  <a:pt x="1735863" y="55572"/>
                </a:lnTo>
                <a:lnTo>
                  <a:pt x="1743405" y="83025"/>
                </a:lnTo>
                <a:lnTo>
                  <a:pt x="7620" y="559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/>
          <p:nvPr/>
        </p:nvSpPr>
        <p:spPr>
          <a:xfrm>
            <a:off x="9280264" y="4106128"/>
            <a:ext cx="379319" cy="448235"/>
          </a:xfrm>
          <a:custGeom>
            <a:avLst/>
            <a:gdLst/>
            <a:ahLst/>
            <a:cxnLst/>
            <a:rect l="l" t="t" r="r" b="b"/>
            <a:pathLst>
              <a:path w="429895" h="508000">
                <a:moveTo>
                  <a:pt x="364205" y="56616"/>
                </a:moveTo>
                <a:lnTo>
                  <a:pt x="320040" y="19811"/>
                </a:lnTo>
                <a:lnTo>
                  <a:pt x="429768" y="0"/>
                </a:lnTo>
                <a:lnTo>
                  <a:pt x="429768" y="45719"/>
                </a:lnTo>
                <a:lnTo>
                  <a:pt x="373380" y="45719"/>
                </a:lnTo>
                <a:lnTo>
                  <a:pt x="364205" y="56616"/>
                </a:lnTo>
                <a:close/>
              </a:path>
              <a:path w="429895" h="508000">
                <a:moveTo>
                  <a:pt x="385793" y="74606"/>
                </a:moveTo>
                <a:lnTo>
                  <a:pt x="364205" y="56616"/>
                </a:lnTo>
                <a:lnTo>
                  <a:pt x="373380" y="45719"/>
                </a:lnTo>
                <a:lnTo>
                  <a:pt x="394716" y="64007"/>
                </a:lnTo>
                <a:lnTo>
                  <a:pt x="385793" y="74606"/>
                </a:lnTo>
                <a:close/>
              </a:path>
              <a:path w="429895" h="508000">
                <a:moveTo>
                  <a:pt x="429768" y="111252"/>
                </a:moveTo>
                <a:lnTo>
                  <a:pt x="385793" y="74606"/>
                </a:lnTo>
                <a:lnTo>
                  <a:pt x="394716" y="64007"/>
                </a:lnTo>
                <a:lnTo>
                  <a:pt x="373380" y="45719"/>
                </a:lnTo>
                <a:lnTo>
                  <a:pt x="429768" y="45719"/>
                </a:lnTo>
                <a:lnTo>
                  <a:pt x="429768" y="111252"/>
                </a:lnTo>
                <a:close/>
              </a:path>
              <a:path w="429895" h="508000">
                <a:moveTo>
                  <a:pt x="21336" y="507492"/>
                </a:moveTo>
                <a:lnTo>
                  <a:pt x="0" y="489204"/>
                </a:lnTo>
                <a:lnTo>
                  <a:pt x="364205" y="56616"/>
                </a:lnTo>
                <a:lnTo>
                  <a:pt x="385793" y="74606"/>
                </a:lnTo>
                <a:lnTo>
                  <a:pt x="21336" y="50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0" name="object 40"/>
          <p:cNvSpPr/>
          <p:nvPr/>
        </p:nvSpPr>
        <p:spPr>
          <a:xfrm>
            <a:off x="2626659" y="1726000"/>
            <a:ext cx="4397188" cy="3720913"/>
          </a:xfrm>
          <a:custGeom>
            <a:avLst/>
            <a:gdLst/>
            <a:ahLst/>
            <a:cxnLst/>
            <a:rect l="l" t="t" r="r" b="b"/>
            <a:pathLst>
              <a:path w="4983480" h="4217035">
                <a:moveTo>
                  <a:pt x="2801112" y="4216908"/>
                </a:moveTo>
                <a:lnTo>
                  <a:pt x="0" y="490728"/>
                </a:lnTo>
                <a:lnTo>
                  <a:pt x="2468880" y="0"/>
                </a:lnTo>
                <a:lnTo>
                  <a:pt x="4983480" y="2662428"/>
                </a:lnTo>
                <a:lnTo>
                  <a:pt x="2801112" y="4216908"/>
                </a:lnTo>
                <a:close/>
              </a:path>
            </a:pathLst>
          </a:custGeom>
          <a:solidFill>
            <a:srgbClr val="FFFF00">
              <a:alpha val="30076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1" name="object 41"/>
          <p:cNvSpPr/>
          <p:nvPr/>
        </p:nvSpPr>
        <p:spPr>
          <a:xfrm>
            <a:off x="2619936" y="2154961"/>
            <a:ext cx="2459691" cy="3297331"/>
          </a:xfrm>
          <a:custGeom>
            <a:avLst/>
            <a:gdLst/>
            <a:ahLst/>
            <a:cxnLst/>
            <a:rect l="l" t="t" r="r" b="b"/>
            <a:pathLst>
              <a:path w="2787650" h="3736975">
                <a:moveTo>
                  <a:pt x="2772156" y="3736848"/>
                </a:moveTo>
                <a:lnTo>
                  <a:pt x="0" y="10667"/>
                </a:lnTo>
                <a:lnTo>
                  <a:pt x="15239" y="0"/>
                </a:lnTo>
                <a:lnTo>
                  <a:pt x="2787396" y="3726179"/>
                </a:lnTo>
                <a:lnTo>
                  <a:pt x="2772156" y="3736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2" name="object 42"/>
          <p:cNvSpPr/>
          <p:nvPr/>
        </p:nvSpPr>
        <p:spPr>
          <a:xfrm>
            <a:off x="8317454" y="299943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lnTo>
                  <a:pt x="104363" y="297143"/>
                </a:lnTo>
                <a:lnTo>
                  <a:pt x="62544" y="275734"/>
                </a:lnTo>
                <a:lnTo>
                  <a:pt x="29504" y="242913"/>
                </a:lnTo>
                <a:lnTo>
                  <a:pt x="7802" y="201021"/>
                </a:lnTo>
                <a:lnTo>
                  <a:pt x="0" y="152400"/>
                </a:lnTo>
                <a:lnTo>
                  <a:pt x="7802" y="104363"/>
                </a:lnTo>
                <a:lnTo>
                  <a:pt x="29504" y="62544"/>
                </a:lnTo>
                <a:lnTo>
                  <a:pt x="62544" y="29504"/>
                </a:lnTo>
                <a:lnTo>
                  <a:pt x="104363" y="7802"/>
                </a:lnTo>
                <a:lnTo>
                  <a:pt x="152400" y="0"/>
                </a:lnTo>
                <a:lnTo>
                  <a:pt x="200436" y="7802"/>
                </a:lnTo>
                <a:lnTo>
                  <a:pt x="242255" y="29504"/>
                </a:lnTo>
                <a:lnTo>
                  <a:pt x="275295" y="62544"/>
                </a:lnTo>
                <a:lnTo>
                  <a:pt x="296997" y="104363"/>
                </a:lnTo>
                <a:lnTo>
                  <a:pt x="304800" y="152400"/>
                </a:lnTo>
                <a:lnTo>
                  <a:pt x="296997" y="201021"/>
                </a:lnTo>
                <a:lnTo>
                  <a:pt x="275295" y="242913"/>
                </a:lnTo>
                <a:lnTo>
                  <a:pt x="242255" y="275734"/>
                </a:lnTo>
                <a:lnTo>
                  <a:pt x="200436" y="297143"/>
                </a:lnTo>
                <a:lnTo>
                  <a:pt x="152400" y="30480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3" name="object 43"/>
          <p:cNvSpPr/>
          <p:nvPr/>
        </p:nvSpPr>
        <p:spPr>
          <a:xfrm>
            <a:off x="8316110" y="2998090"/>
            <a:ext cx="271743" cy="273424"/>
          </a:xfrm>
          <a:custGeom>
            <a:avLst/>
            <a:gdLst/>
            <a:ahLst/>
            <a:cxnLst/>
            <a:rect l="l" t="t" r="r" b="b"/>
            <a:pathLst>
              <a:path w="307975" h="309880">
                <a:moveTo>
                  <a:pt x="153924" y="309372"/>
                </a:moveTo>
                <a:lnTo>
                  <a:pt x="108204" y="301752"/>
                </a:lnTo>
                <a:lnTo>
                  <a:pt x="68580" y="281940"/>
                </a:lnTo>
                <a:lnTo>
                  <a:pt x="35052" y="252984"/>
                </a:lnTo>
                <a:lnTo>
                  <a:pt x="12192" y="214884"/>
                </a:lnTo>
                <a:lnTo>
                  <a:pt x="0" y="155448"/>
                </a:lnTo>
                <a:lnTo>
                  <a:pt x="1524" y="138684"/>
                </a:lnTo>
                <a:lnTo>
                  <a:pt x="12192" y="94488"/>
                </a:lnTo>
                <a:lnTo>
                  <a:pt x="35052" y="56388"/>
                </a:lnTo>
                <a:lnTo>
                  <a:pt x="68580" y="27432"/>
                </a:lnTo>
                <a:lnTo>
                  <a:pt x="108204" y="7620"/>
                </a:lnTo>
                <a:lnTo>
                  <a:pt x="153924" y="0"/>
                </a:lnTo>
                <a:lnTo>
                  <a:pt x="169164" y="1524"/>
                </a:lnTo>
                <a:lnTo>
                  <a:pt x="184404" y="4572"/>
                </a:lnTo>
                <a:lnTo>
                  <a:pt x="138684" y="4572"/>
                </a:lnTo>
                <a:lnTo>
                  <a:pt x="123444" y="7620"/>
                </a:lnTo>
                <a:lnTo>
                  <a:pt x="82296" y="21336"/>
                </a:lnTo>
                <a:lnTo>
                  <a:pt x="47244" y="47244"/>
                </a:lnTo>
                <a:lnTo>
                  <a:pt x="38100" y="59436"/>
                </a:lnTo>
                <a:lnTo>
                  <a:pt x="28956" y="70104"/>
                </a:lnTo>
                <a:lnTo>
                  <a:pt x="10668" y="109728"/>
                </a:lnTo>
                <a:lnTo>
                  <a:pt x="3048" y="153924"/>
                </a:lnTo>
                <a:lnTo>
                  <a:pt x="4572" y="170688"/>
                </a:lnTo>
                <a:lnTo>
                  <a:pt x="15240" y="213360"/>
                </a:lnTo>
                <a:lnTo>
                  <a:pt x="47244" y="260604"/>
                </a:lnTo>
                <a:lnTo>
                  <a:pt x="82296" y="286512"/>
                </a:lnTo>
                <a:lnTo>
                  <a:pt x="94488" y="294132"/>
                </a:lnTo>
                <a:lnTo>
                  <a:pt x="109728" y="298704"/>
                </a:lnTo>
                <a:lnTo>
                  <a:pt x="123444" y="301752"/>
                </a:lnTo>
                <a:lnTo>
                  <a:pt x="138684" y="304800"/>
                </a:lnTo>
                <a:lnTo>
                  <a:pt x="185928" y="304800"/>
                </a:lnTo>
                <a:lnTo>
                  <a:pt x="169164" y="307848"/>
                </a:lnTo>
                <a:lnTo>
                  <a:pt x="153924" y="309372"/>
                </a:lnTo>
                <a:close/>
              </a:path>
              <a:path w="307975" h="309880">
                <a:moveTo>
                  <a:pt x="185928" y="304800"/>
                </a:moveTo>
                <a:lnTo>
                  <a:pt x="169164" y="304800"/>
                </a:lnTo>
                <a:lnTo>
                  <a:pt x="184404" y="301752"/>
                </a:lnTo>
                <a:lnTo>
                  <a:pt x="198119" y="298704"/>
                </a:lnTo>
                <a:lnTo>
                  <a:pt x="237743" y="280416"/>
                </a:lnTo>
                <a:lnTo>
                  <a:pt x="269748" y="249936"/>
                </a:lnTo>
                <a:lnTo>
                  <a:pt x="278892" y="239268"/>
                </a:lnTo>
                <a:lnTo>
                  <a:pt x="286512" y="227076"/>
                </a:lnTo>
                <a:lnTo>
                  <a:pt x="298704" y="199644"/>
                </a:lnTo>
                <a:lnTo>
                  <a:pt x="301752" y="185928"/>
                </a:lnTo>
                <a:lnTo>
                  <a:pt x="304800" y="170688"/>
                </a:lnTo>
                <a:lnTo>
                  <a:pt x="304800" y="138684"/>
                </a:lnTo>
                <a:lnTo>
                  <a:pt x="301752" y="124968"/>
                </a:lnTo>
                <a:lnTo>
                  <a:pt x="298704" y="109728"/>
                </a:lnTo>
                <a:lnTo>
                  <a:pt x="278892" y="70104"/>
                </a:lnTo>
                <a:lnTo>
                  <a:pt x="249936" y="38100"/>
                </a:lnTo>
                <a:lnTo>
                  <a:pt x="213360" y="15240"/>
                </a:lnTo>
                <a:lnTo>
                  <a:pt x="169164" y="4572"/>
                </a:lnTo>
                <a:lnTo>
                  <a:pt x="184404" y="4572"/>
                </a:lnTo>
                <a:lnTo>
                  <a:pt x="199643" y="7620"/>
                </a:lnTo>
                <a:lnTo>
                  <a:pt x="213360" y="12192"/>
                </a:lnTo>
                <a:lnTo>
                  <a:pt x="240792" y="27432"/>
                </a:lnTo>
                <a:lnTo>
                  <a:pt x="251460" y="36576"/>
                </a:lnTo>
                <a:lnTo>
                  <a:pt x="263652" y="45720"/>
                </a:lnTo>
                <a:lnTo>
                  <a:pt x="289560" y="80772"/>
                </a:lnTo>
                <a:lnTo>
                  <a:pt x="307848" y="138684"/>
                </a:lnTo>
                <a:lnTo>
                  <a:pt x="307848" y="170688"/>
                </a:lnTo>
                <a:lnTo>
                  <a:pt x="295656" y="214884"/>
                </a:lnTo>
                <a:lnTo>
                  <a:pt x="272795" y="252984"/>
                </a:lnTo>
                <a:lnTo>
                  <a:pt x="251460" y="272796"/>
                </a:lnTo>
                <a:lnTo>
                  <a:pt x="240792" y="281940"/>
                </a:lnTo>
                <a:lnTo>
                  <a:pt x="213360" y="297180"/>
                </a:lnTo>
                <a:lnTo>
                  <a:pt x="199643" y="301752"/>
                </a:lnTo>
                <a:lnTo>
                  <a:pt x="185928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/>
          <p:nvPr/>
        </p:nvSpPr>
        <p:spPr>
          <a:xfrm>
            <a:off x="8388724" y="2633676"/>
            <a:ext cx="126626" cy="365872"/>
          </a:xfrm>
          <a:custGeom>
            <a:avLst/>
            <a:gdLst/>
            <a:ahLst/>
            <a:cxnLst/>
            <a:rect l="l" t="t" r="r" b="b"/>
            <a:pathLst>
              <a:path w="143509" h="414655">
                <a:moveTo>
                  <a:pt x="57912" y="85343"/>
                </a:moveTo>
                <a:lnTo>
                  <a:pt x="0" y="85343"/>
                </a:lnTo>
                <a:lnTo>
                  <a:pt x="71628" y="0"/>
                </a:lnTo>
                <a:lnTo>
                  <a:pt x="131744" y="71628"/>
                </a:lnTo>
                <a:lnTo>
                  <a:pt x="57912" y="71628"/>
                </a:lnTo>
                <a:lnTo>
                  <a:pt x="57912" y="85343"/>
                </a:lnTo>
                <a:close/>
              </a:path>
              <a:path w="143509" h="414655">
                <a:moveTo>
                  <a:pt x="85344" y="414528"/>
                </a:moveTo>
                <a:lnTo>
                  <a:pt x="57912" y="414528"/>
                </a:lnTo>
                <a:lnTo>
                  <a:pt x="57912" y="71628"/>
                </a:lnTo>
                <a:lnTo>
                  <a:pt x="85344" y="71628"/>
                </a:lnTo>
                <a:lnTo>
                  <a:pt x="85344" y="414528"/>
                </a:lnTo>
                <a:close/>
              </a:path>
              <a:path w="143509" h="414655">
                <a:moveTo>
                  <a:pt x="143256" y="85343"/>
                </a:moveTo>
                <a:lnTo>
                  <a:pt x="85344" y="85343"/>
                </a:lnTo>
                <a:lnTo>
                  <a:pt x="85344" y="71628"/>
                </a:lnTo>
                <a:lnTo>
                  <a:pt x="131744" y="71628"/>
                </a:lnTo>
                <a:lnTo>
                  <a:pt x="143256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5" name="object 45"/>
          <p:cNvSpPr/>
          <p:nvPr/>
        </p:nvSpPr>
        <p:spPr>
          <a:xfrm>
            <a:off x="3594847" y="3057257"/>
            <a:ext cx="2633382" cy="1089212"/>
          </a:xfrm>
          <a:custGeom>
            <a:avLst/>
            <a:gdLst/>
            <a:ahLst/>
            <a:cxnLst/>
            <a:rect l="l" t="t" r="r" b="b"/>
            <a:pathLst>
              <a:path w="2984500" h="1234439">
                <a:moveTo>
                  <a:pt x="2423160" y="1234440"/>
                </a:moveTo>
                <a:lnTo>
                  <a:pt x="571500" y="1234440"/>
                </a:lnTo>
                <a:lnTo>
                  <a:pt x="0" y="480059"/>
                </a:lnTo>
                <a:lnTo>
                  <a:pt x="1508759" y="0"/>
                </a:lnTo>
                <a:lnTo>
                  <a:pt x="2983992" y="480059"/>
                </a:lnTo>
                <a:lnTo>
                  <a:pt x="2423160" y="1234440"/>
                </a:lnTo>
                <a:close/>
              </a:path>
            </a:pathLst>
          </a:custGeom>
          <a:solidFill>
            <a:srgbClr val="CC9900">
              <a:alpha val="89451"/>
            </a:srgbClr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6" name="object 46"/>
          <p:cNvSpPr/>
          <p:nvPr/>
        </p:nvSpPr>
        <p:spPr>
          <a:xfrm>
            <a:off x="3584089" y="3045155"/>
            <a:ext cx="2655794" cy="1112184"/>
          </a:xfrm>
          <a:custGeom>
            <a:avLst/>
            <a:gdLst/>
            <a:ahLst/>
            <a:cxnLst/>
            <a:rect l="l" t="t" r="r" b="b"/>
            <a:pathLst>
              <a:path w="3009900" h="1260475">
                <a:moveTo>
                  <a:pt x="2439924" y="1260348"/>
                </a:moveTo>
                <a:lnTo>
                  <a:pt x="580644" y="1260348"/>
                </a:lnTo>
                <a:lnTo>
                  <a:pt x="576072" y="1258823"/>
                </a:lnTo>
                <a:lnTo>
                  <a:pt x="574548" y="1255775"/>
                </a:lnTo>
                <a:lnTo>
                  <a:pt x="3048" y="501396"/>
                </a:lnTo>
                <a:lnTo>
                  <a:pt x="0" y="498348"/>
                </a:lnTo>
                <a:lnTo>
                  <a:pt x="0" y="493776"/>
                </a:lnTo>
                <a:lnTo>
                  <a:pt x="1524" y="489204"/>
                </a:lnTo>
                <a:lnTo>
                  <a:pt x="1524" y="486156"/>
                </a:lnTo>
                <a:lnTo>
                  <a:pt x="4572" y="483108"/>
                </a:lnTo>
                <a:lnTo>
                  <a:pt x="9144" y="481584"/>
                </a:lnTo>
                <a:lnTo>
                  <a:pt x="1517903" y="1523"/>
                </a:lnTo>
                <a:lnTo>
                  <a:pt x="1520952" y="0"/>
                </a:lnTo>
                <a:lnTo>
                  <a:pt x="1522476" y="1523"/>
                </a:lnTo>
                <a:lnTo>
                  <a:pt x="1525524" y="1523"/>
                </a:lnTo>
                <a:lnTo>
                  <a:pt x="1600456" y="25908"/>
                </a:lnTo>
                <a:lnTo>
                  <a:pt x="1517903" y="25908"/>
                </a:lnTo>
                <a:lnTo>
                  <a:pt x="1521669" y="27134"/>
                </a:lnTo>
                <a:lnTo>
                  <a:pt x="79030" y="486156"/>
                </a:lnTo>
                <a:lnTo>
                  <a:pt x="22860" y="486156"/>
                </a:lnTo>
                <a:lnTo>
                  <a:pt x="16764" y="505968"/>
                </a:lnTo>
                <a:lnTo>
                  <a:pt x="37869" y="505968"/>
                </a:lnTo>
                <a:lnTo>
                  <a:pt x="590896" y="1235964"/>
                </a:lnTo>
                <a:lnTo>
                  <a:pt x="583692" y="1235964"/>
                </a:lnTo>
                <a:lnTo>
                  <a:pt x="594360" y="1240536"/>
                </a:lnTo>
                <a:lnTo>
                  <a:pt x="2457350" y="1240536"/>
                </a:lnTo>
                <a:lnTo>
                  <a:pt x="2446020" y="1255775"/>
                </a:lnTo>
                <a:lnTo>
                  <a:pt x="2444496" y="1258823"/>
                </a:lnTo>
                <a:lnTo>
                  <a:pt x="2439924" y="1260348"/>
                </a:lnTo>
                <a:close/>
              </a:path>
              <a:path w="3009900" h="1260475">
                <a:moveTo>
                  <a:pt x="1521669" y="27134"/>
                </a:moveTo>
                <a:lnTo>
                  <a:pt x="1517903" y="25908"/>
                </a:lnTo>
                <a:lnTo>
                  <a:pt x="1525524" y="25908"/>
                </a:lnTo>
                <a:lnTo>
                  <a:pt x="1521669" y="27134"/>
                </a:lnTo>
                <a:close/>
              </a:path>
              <a:path w="3009900" h="1260475">
                <a:moveTo>
                  <a:pt x="2974870" y="500514"/>
                </a:moveTo>
                <a:lnTo>
                  <a:pt x="1521669" y="27134"/>
                </a:lnTo>
                <a:lnTo>
                  <a:pt x="1525524" y="25908"/>
                </a:lnTo>
                <a:lnTo>
                  <a:pt x="1600456" y="25908"/>
                </a:lnTo>
                <a:lnTo>
                  <a:pt x="3000756" y="481584"/>
                </a:lnTo>
                <a:lnTo>
                  <a:pt x="3003804" y="483108"/>
                </a:lnTo>
                <a:lnTo>
                  <a:pt x="3006851" y="486156"/>
                </a:lnTo>
                <a:lnTo>
                  <a:pt x="2985516" y="486156"/>
                </a:lnTo>
                <a:lnTo>
                  <a:pt x="2974870" y="500514"/>
                </a:lnTo>
                <a:close/>
              </a:path>
              <a:path w="3009900" h="1260475">
                <a:moveTo>
                  <a:pt x="16764" y="505968"/>
                </a:moveTo>
                <a:lnTo>
                  <a:pt x="22860" y="486156"/>
                </a:lnTo>
                <a:lnTo>
                  <a:pt x="33769" y="500557"/>
                </a:lnTo>
                <a:lnTo>
                  <a:pt x="16764" y="505968"/>
                </a:lnTo>
                <a:close/>
              </a:path>
              <a:path w="3009900" h="1260475">
                <a:moveTo>
                  <a:pt x="33769" y="500557"/>
                </a:moveTo>
                <a:lnTo>
                  <a:pt x="22860" y="486156"/>
                </a:lnTo>
                <a:lnTo>
                  <a:pt x="79030" y="486156"/>
                </a:lnTo>
                <a:lnTo>
                  <a:pt x="33769" y="500557"/>
                </a:lnTo>
                <a:close/>
              </a:path>
              <a:path w="3009900" h="1260475">
                <a:moveTo>
                  <a:pt x="2991612" y="505968"/>
                </a:moveTo>
                <a:lnTo>
                  <a:pt x="2974870" y="500514"/>
                </a:lnTo>
                <a:lnTo>
                  <a:pt x="2985516" y="486156"/>
                </a:lnTo>
                <a:lnTo>
                  <a:pt x="2991612" y="505968"/>
                </a:lnTo>
                <a:close/>
              </a:path>
              <a:path w="3009900" h="1260475">
                <a:moveTo>
                  <a:pt x="3003452" y="505968"/>
                </a:moveTo>
                <a:lnTo>
                  <a:pt x="2991612" y="505968"/>
                </a:lnTo>
                <a:lnTo>
                  <a:pt x="2985516" y="486156"/>
                </a:lnTo>
                <a:lnTo>
                  <a:pt x="3006851" y="486156"/>
                </a:lnTo>
                <a:lnTo>
                  <a:pt x="3008375" y="489204"/>
                </a:lnTo>
                <a:lnTo>
                  <a:pt x="3009900" y="493776"/>
                </a:lnTo>
                <a:lnTo>
                  <a:pt x="3008375" y="498348"/>
                </a:lnTo>
                <a:lnTo>
                  <a:pt x="3006851" y="501396"/>
                </a:lnTo>
                <a:lnTo>
                  <a:pt x="3003452" y="505968"/>
                </a:lnTo>
                <a:close/>
              </a:path>
              <a:path w="3009900" h="1260475">
                <a:moveTo>
                  <a:pt x="2426208" y="1240536"/>
                </a:moveTo>
                <a:lnTo>
                  <a:pt x="2974870" y="500514"/>
                </a:lnTo>
                <a:lnTo>
                  <a:pt x="2991612" y="505968"/>
                </a:lnTo>
                <a:lnTo>
                  <a:pt x="3003452" y="505968"/>
                </a:lnTo>
                <a:lnTo>
                  <a:pt x="2460749" y="1235964"/>
                </a:lnTo>
                <a:lnTo>
                  <a:pt x="2435352" y="1235964"/>
                </a:lnTo>
                <a:lnTo>
                  <a:pt x="2426208" y="1240536"/>
                </a:lnTo>
                <a:close/>
              </a:path>
              <a:path w="3009900" h="1260475">
                <a:moveTo>
                  <a:pt x="37869" y="505968"/>
                </a:moveTo>
                <a:lnTo>
                  <a:pt x="16764" y="505968"/>
                </a:lnTo>
                <a:lnTo>
                  <a:pt x="33769" y="500557"/>
                </a:lnTo>
                <a:lnTo>
                  <a:pt x="37869" y="505968"/>
                </a:lnTo>
                <a:close/>
              </a:path>
              <a:path w="3009900" h="1260475">
                <a:moveTo>
                  <a:pt x="594360" y="1240536"/>
                </a:moveTo>
                <a:lnTo>
                  <a:pt x="583692" y="1235964"/>
                </a:lnTo>
                <a:lnTo>
                  <a:pt x="590896" y="1235964"/>
                </a:lnTo>
                <a:lnTo>
                  <a:pt x="594360" y="1240536"/>
                </a:lnTo>
                <a:close/>
              </a:path>
              <a:path w="3009900" h="1260475">
                <a:moveTo>
                  <a:pt x="2426208" y="1240536"/>
                </a:moveTo>
                <a:lnTo>
                  <a:pt x="594360" y="1240536"/>
                </a:lnTo>
                <a:lnTo>
                  <a:pt x="590896" y="1235964"/>
                </a:lnTo>
                <a:lnTo>
                  <a:pt x="2429597" y="1235964"/>
                </a:lnTo>
                <a:lnTo>
                  <a:pt x="2426208" y="1240536"/>
                </a:lnTo>
                <a:close/>
              </a:path>
              <a:path w="3009900" h="1260475">
                <a:moveTo>
                  <a:pt x="2457350" y="1240536"/>
                </a:moveTo>
                <a:lnTo>
                  <a:pt x="2426208" y="1240536"/>
                </a:lnTo>
                <a:lnTo>
                  <a:pt x="2435352" y="1235964"/>
                </a:lnTo>
                <a:lnTo>
                  <a:pt x="2460749" y="1235964"/>
                </a:lnTo>
                <a:lnTo>
                  <a:pt x="2457350" y="1240536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7" name="object 47"/>
          <p:cNvSpPr/>
          <p:nvPr/>
        </p:nvSpPr>
        <p:spPr>
          <a:xfrm>
            <a:off x="4844205" y="2192613"/>
            <a:ext cx="151279" cy="2151529"/>
          </a:xfrm>
          <a:custGeom>
            <a:avLst/>
            <a:gdLst/>
            <a:ahLst/>
            <a:cxnLst/>
            <a:rect l="l" t="t" r="r" b="b"/>
            <a:pathLst>
              <a:path w="171450" h="2438400">
                <a:moveTo>
                  <a:pt x="16287" y="171211"/>
                </a:moveTo>
                <a:lnTo>
                  <a:pt x="9001" y="169163"/>
                </a:lnTo>
                <a:lnTo>
                  <a:pt x="3333" y="164472"/>
                </a:lnTo>
                <a:lnTo>
                  <a:pt x="238" y="157924"/>
                </a:lnTo>
                <a:lnTo>
                  <a:pt x="0" y="150518"/>
                </a:lnTo>
                <a:lnTo>
                  <a:pt x="2905" y="143255"/>
                </a:lnTo>
                <a:lnTo>
                  <a:pt x="85201" y="0"/>
                </a:lnTo>
                <a:lnTo>
                  <a:pt x="107493" y="38100"/>
                </a:lnTo>
                <a:lnTo>
                  <a:pt x="66913" y="38100"/>
                </a:lnTo>
                <a:lnTo>
                  <a:pt x="66913" y="109905"/>
                </a:lnTo>
                <a:lnTo>
                  <a:pt x="36433" y="163067"/>
                </a:lnTo>
                <a:lnTo>
                  <a:pt x="30861" y="167878"/>
                </a:lnTo>
                <a:lnTo>
                  <a:pt x="23860" y="170688"/>
                </a:lnTo>
                <a:lnTo>
                  <a:pt x="16287" y="171211"/>
                </a:lnTo>
                <a:close/>
              </a:path>
              <a:path w="171450" h="2438400">
                <a:moveTo>
                  <a:pt x="66913" y="109905"/>
                </a:moveTo>
                <a:lnTo>
                  <a:pt x="66913" y="38100"/>
                </a:lnTo>
                <a:lnTo>
                  <a:pt x="105013" y="38100"/>
                </a:lnTo>
                <a:lnTo>
                  <a:pt x="105013" y="48767"/>
                </a:lnTo>
                <a:lnTo>
                  <a:pt x="69961" y="48767"/>
                </a:lnTo>
                <a:lnTo>
                  <a:pt x="85963" y="76678"/>
                </a:lnTo>
                <a:lnTo>
                  <a:pt x="66913" y="109905"/>
                </a:lnTo>
                <a:close/>
              </a:path>
              <a:path w="171450" h="2438400">
                <a:moveTo>
                  <a:pt x="155638" y="171211"/>
                </a:moveTo>
                <a:lnTo>
                  <a:pt x="148066" y="170688"/>
                </a:lnTo>
                <a:lnTo>
                  <a:pt x="141065" y="167878"/>
                </a:lnTo>
                <a:lnTo>
                  <a:pt x="135493" y="163067"/>
                </a:lnTo>
                <a:lnTo>
                  <a:pt x="105013" y="109905"/>
                </a:lnTo>
                <a:lnTo>
                  <a:pt x="105013" y="38100"/>
                </a:lnTo>
                <a:lnTo>
                  <a:pt x="107493" y="38100"/>
                </a:lnTo>
                <a:lnTo>
                  <a:pt x="169021" y="143255"/>
                </a:lnTo>
                <a:lnTo>
                  <a:pt x="171069" y="150518"/>
                </a:lnTo>
                <a:lnTo>
                  <a:pt x="170545" y="157924"/>
                </a:lnTo>
                <a:lnTo>
                  <a:pt x="167735" y="164472"/>
                </a:lnTo>
                <a:lnTo>
                  <a:pt x="162925" y="169163"/>
                </a:lnTo>
                <a:lnTo>
                  <a:pt x="155638" y="171211"/>
                </a:lnTo>
                <a:close/>
              </a:path>
              <a:path w="171450" h="2438400">
                <a:moveTo>
                  <a:pt x="85963" y="76678"/>
                </a:moveTo>
                <a:lnTo>
                  <a:pt x="69961" y="48767"/>
                </a:lnTo>
                <a:lnTo>
                  <a:pt x="101965" y="48767"/>
                </a:lnTo>
                <a:lnTo>
                  <a:pt x="85963" y="76678"/>
                </a:lnTo>
                <a:close/>
              </a:path>
              <a:path w="171450" h="2438400">
                <a:moveTo>
                  <a:pt x="105013" y="109905"/>
                </a:moveTo>
                <a:lnTo>
                  <a:pt x="85963" y="76678"/>
                </a:lnTo>
                <a:lnTo>
                  <a:pt x="101965" y="48767"/>
                </a:lnTo>
                <a:lnTo>
                  <a:pt x="105013" y="48767"/>
                </a:lnTo>
                <a:lnTo>
                  <a:pt x="105013" y="109905"/>
                </a:lnTo>
                <a:close/>
              </a:path>
              <a:path w="171450" h="2438400">
                <a:moveTo>
                  <a:pt x="105013" y="2438400"/>
                </a:moveTo>
                <a:lnTo>
                  <a:pt x="66913" y="2438400"/>
                </a:lnTo>
                <a:lnTo>
                  <a:pt x="66913" y="109905"/>
                </a:lnTo>
                <a:lnTo>
                  <a:pt x="85963" y="76678"/>
                </a:lnTo>
                <a:lnTo>
                  <a:pt x="105013" y="109905"/>
                </a:lnTo>
                <a:lnTo>
                  <a:pt x="105013" y="2438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/>
          <p:nvPr/>
        </p:nvSpPr>
        <p:spPr>
          <a:xfrm>
            <a:off x="3473824" y="3663846"/>
            <a:ext cx="3161739" cy="151279"/>
          </a:xfrm>
          <a:custGeom>
            <a:avLst/>
            <a:gdLst/>
            <a:ahLst/>
            <a:cxnLst/>
            <a:rect l="l" t="t" r="r" b="b"/>
            <a:pathLst>
              <a:path w="3583304" h="171450">
                <a:moveTo>
                  <a:pt x="3506245" y="85963"/>
                </a:moveTo>
                <a:lnTo>
                  <a:pt x="3419856" y="36433"/>
                </a:lnTo>
                <a:lnTo>
                  <a:pt x="3414188" y="30861"/>
                </a:lnTo>
                <a:lnTo>
                  <a:pt x="3411093" y="23860"/>
                </a:lnTo>
                <a:lnTo>
                  <a:pt x="3410854" y="16287"/>
                </a:lnTo>
                <a:lnTo>
                  <a:pt x="3413760" y="9001"/>
                </a:lnTo>
                <a:lnTo>
                  <a:pt x="3418451" y="3333"/>
                </a:lnTo>
                <a:lnTo>
                  <a:pt x="3424999" y="238"/>
                </a:lnTo>
                <a:lnTo>
                  <a:pt x="3432405" y="0"/>
                </a:lnTo>
                <a:lnTo>
                  <a:pt x="3439668" y="2905"/>
                </a:lnTo>
                <a:lnTo>
                  <a:pt x="3551089" y="66913"/>
                </a:lnTo>
                <a:lnTo>
                  <a:pt x="3544824" y="66913"/>
                </a:lnTo>
                <a:lnTo>
                  <a:pt x="3544824" y="69961"/>
                </a:lnTo>
                <a:lnTo>
                  <a:pt x="3534156" y="69961"/>
                </a:lnTo>
                <a:lnTo>
                  <a:pt x="3506245" y="85963"/>
                </a:lnTo>
                <a:close/>
              </a:path>
              <a:path w="3583304" h="171450">
                <a:moveTo>
                  <a:pt x="3473018" y="105013"/>
                </a:moveTo>
                <a:lnTo>
                  <a:pt x="0" y="105013"/>
                </a:lnTo>
                <a:lnTo>
                  <a:pt x="0" y="66913"/>
                </a:lnTo>
                <a:lnTo>
                  <a:pt x="3473018" y="66913"/>
                </a:lnTo>
                <a:lnTo>
                  <a:pt x="3506245" y="85963"/>
                </a:lnTo>
                <a:lnTo>
                  <a:pt x="3473018" y="105013"/>
                </a:lnTo>
                <a:close/>
              </a:path>
              <a:path w="3583304" h="171450">
                <a:moveTo>
                  <a:pt x="3549063" y="105013"/>
                </a:moveTo>
                <a:lnTo>
                  <a:pt x="3544824" y="105013"/>
                </a:lnTo>
                <a:lnTo>
                  <a:pt x="3544824" y="66913"/>
                </a:lnTo>
                <a:lnTo>
                  <a:pt x="3551089" y="66913"/>
                </a:lnTo>
                <a:lnTo>
                  <a:pt x="3582924" y="85201"/>
                </a:lnTo>
                <a:lnTo>
                  <a:pt x="3549063" y="105013"/>
                </a:lnTo>
                <a:close/>
              </a:path>
              <a:path w="3583304" h="171450">
                <a:moveTo>
                  <a:pt x="3534156" y="101965"/>
                </a:moveTo>
                <a:lnTo>
                  <a:pt x="3506245" y="85963"/>
                </a:lnTo>
                <a:lnTo>
                  <a:pt x="3534156" y="69961"/>
                </a:lnTo>
                <a:lnTo>
                  <a:pt x="3534156" y="101965"/>
                </a:lnTo>
                <a:close/>
              </a:path>
              <a:path w="3583304" h="171450">
                <a:moveTo>
                  <a:pt x="3544824" y="101965"/>
                </a:moveTo>
                <a:lnTo>
                  <a:pt x="3534156" y="101965"/>
                </a:lnTo>
                <a:lnTo>
                  <a:pt x="3534156" y="69961"/>
                </a:lnTo>
                <a:lnTo>
                  <a:pt x="3544824" y="69961"/>
                </a:lnTo>
                <a:lnTo>
                  <a:pt x="3544824" y="101965"/>
                </a:lnTo>
                <a:close/>
              </a:path>
              <a:path w="3583304" h="171450">
                <a:moveTo>
                  <a:pt x="3432405" y="171069"/>
                </a:moveTo>
                <a:lnTo>
                  <a:pt x="3424999" y="170545"/>
                </a:lnTo>
                <a:lnTo>
                  <a:pt x="3418451" y="167735"/>
                </a:lnTo>
                <a:lnTo>
                  <a:pt x="3413760" y="162925"/>
                </a:lnTo>
                <a:lnTo>
                  <a:pt x="3410854" y="155638"/>
                </a:lnTo>
                <a:lnTo>
                  <a:pt x="3411093" y="148066"/>
                </a:lnTo>
                <a:lnTo>
                  <a:pt x="3414188" y="141065"/>
                </a:lnTo>
                <a:lnTo>
                  <a:pt x="3419856" y="135493"/>
                </a:lnTo>
                <a:lnTo>
                  <a:pt x="3506245" y="85963"/>
                </a:lnTo>
                <a:lnTo>
                  <a:pt x="3534156" y="101965"/>
                </a:lnTo>
                <a:lnTo>
                  <a:pt x="3544824" y="101965"/>
                </a:lnTo>
                <a:lnTo>
                  <a:pt x="3544824" y="105013"/>
                </a:lnTo>
                <a:lnTo>
                  <a:pt x="3549063" y="105013"/>
                </a:lnTo>
                <a:lnTo>
                  <a:pt x="3439668" y="169021"/>
                </a:lnTo>
                <a:lnTo>
                  <a:pt x="3432405" y="171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 txBox="1"/>
          <p:nvPr/>
        </p:nvSpPr>
        <p:spPr>
          <a:xfrm>
            <a:off x="6228204" y="3688840"/>
            <a:ext cx="21179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1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77691" y="2656085"/>
            <a:ext cx="21179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1588" dirty="0">
                <a:latin typeface="Calibri"/>
                <a:cs typeface="Calibri"/>
              </a:rPr>
              <a:t>x</a:t>
            </a:r>
            <a:r>
              <a:rPr sz="1588" baseline="-20833" dirty="0">
                <a:latin typeface="Calibri"/>
                <a:cs typeface="Calibri"/>
              </a:rPr>
              <a:t>2</a:t>
            </a:r>
            <a:endParaRPr sz="1588" baseline="-20833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86936" y="3308279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5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97848" y="2778408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33285" y="2954605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63909" y="3801806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61583" y="4561551"/>
            <a:ext cx="1249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268075" y="3730501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17116" y="3144197"/>
            <a:ext cx="1249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953854" y="2165216"/>
            <a:ext cx="11374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51224" y="3167045"/>
            <a:ext cx="1249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216561" y="4398847"/>
            <a:ext cx="1249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946686" y="4495661"/>
            <a:ext cx="124946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000CC"/>
                </a:solidFill>
                <a:latin typeface="Calibri"/>
                <a:cs typeface="Calibri"/>
              </a:rPr>
              <a:t>3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175410" y="4557481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1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942327" y="4557481"/>
            <a:ext cx="281828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2118" b="1" spc="-4" dirty="0">
                <a:latin typeface="Calibri"/>
                <a:cs typeface="Calibri"/>
              </a:rPr>
              <a:t>x</a:t>
            </a:r>
            <a:r>
              <a:rPr sz="2118" b="1" spc="-6" baseline="-20833" dirty="0">
                <a:latin typeface="Calibri"/>
                <a:cs typeface="Calibri"/>
              </a:rPr>
              <a:t>2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751626" y="2468276"/>
            <a:ext cx="247650" cy="384922"/>
          </a:xfrm>
          <a:custGeom>
            <a:avLst/>
            <a:gdLst/>
            <a:ahLst/>
            <a:cxnLst/>
            <a:rect l="l" t="t" r="r" b="b"/>
            <a:pathLst>
              <a:path w="280670" h="436244">
                <a:moveTo>
                  <a:pt x="274510" y="435864"/>
                </a:moveTo>
                <a:lnTo>
                  <a:pt x="0" y="435864"/>
                </a:lnTo>
                <a:lnTo>
                  <a:pt x="0" y="425196"/>
                </a:lnTo>
                <a:lnTo>
                  <a:pt x="156400" y="213169"/>
                </a:lnTo>
                <a:lnTo>
                  <a:pt x="4572" y="11239"/>
                </a:lnTo>
                <a:lnTo>
                  <a:pt x="4572" y="0"/>
                </a:lnTo>
                <a:lnTo>
                  <a:pt x="274129" y="0"/>
                </a:lnTo>
                <a:lnTo>
                  <a:pt x="274129" y="15240"/>
                </a:lnTo>
                <a:lnTo>
                  <a:pt x="49244" y="15240"/>
                </a:lnTo>
                <a:lnTo>
                  <a:pt x="182403" y="195262"/>
                </a:lnTo>
                <a:lnTo>
                  <a:pt x="182403" y="208692"/>
                </a:lnTo>
                <a:lnTo>
                  <a:pt x="38671" y="403860"/>
                </a:lnTo>
                <a:lnTo>
                  <a:pt x="276774" y="403860"/>
                </a:lnTo>
                <a:lnTo>
                  <a:pt x="274510" y="435864"/>
                </a:lnTo>
                <a:close/>
              </a:path>
              <a:path w="280670" h="436244">
                <a:moveTo>
                  <a:pt x="274129" y="67056"/>
                </a:moveTo>
                <a:lnTo>
                  <a:pt x="259461" y="67056"/>
                </a:lnTo>
                <a:lnTo>
                  <a:pt x="257852" y="55789"/>
                </a:lnTo>
                <a:lnTo>
                  <a:pt x="255591" y="45720"/>
                </a:lnTo>
                <a:lnTo>
                  <a:pt x="225361" y="15240"/>
                </a:lnTo>
                <a:lnTo>
                  <a:pt x="274129" y="15240"/>
                </a:lnTo>
                <a:lnTo>
                  <a:pt x="274129" y="67056"/>
                </a:lnTo>
                <a:close/>
              </a:path>
              <a:path w="280670" h="436244">
                <a:moveTo>
                  <a:pt x="276774" y="403860"/>
                </a:moveTo>
                <a:lnTo>
                  <a:pt x="240887" y="403860"/>
                </a:lnTo>
                <a:lnTo>
                  <a:pt x="247459" y="400907"/>
                </a:lnTo>
                <a:lnTo>
                  <a:pt x="252031" y="395001"/>
                </a:lnTo>
                <a:lnTo>
                  <a:pt x="255320" y="389181"/>
                </a:lnTo>
                <a:lnTo>
                  <a:pt x="258341" y="380583"/>
                </a:lnTo>
                <a:lnTo>
                  <a:pt x="261113" y="369217"/>
                </a:lnTo>
                <a:lnTo>
                  <a:pt x="263652" y="355092"/>
                </a:lnTo>
                <a:lnTo>
                  <a:pt x="280225" y="355092"/>
                </a:lnTo>
                <a:lnTo>
                  <a:pt x="276774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5" name="object 65"/>
          <p:cNvSpPr/>
          <p:nvPr/>
        </p:nvSpPr>
        <p:spPr>
          <a:xfrm>
            <a:off x="9051664" y="2624263"/>
            <a:ext cx="100181" cy="1385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6" name="object 66"/>
          <p:cNvSpPr txBox="1"/>
          <p:nvPr/>
        </p:nvSpPr>
        <p:spPr>
          <a:xfrm>
            <a:off x="9141294" y="2600992"/>
            <a:ext cx="74519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147" spc="75" dirty="0">
                <a:latin typeface="Lucida Sans Unicode"/>
                <a:cs typeface="Lucida Sans Unicode"/>
              </a:rPr>
              <a:t>i</a:t>
            </a:r>
            <a:endParaRPr sz="1147">
              <a:latin typeface="Lucida Sans Unicode"/>
              <a:cs typeface="Lucida Sans Unicode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814562" y="2258065"/>
            <a:ext cx="134471" cy="190102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11206">
              <a:spcBef>
                <a:spcPts val="106"/>
              </a:spcBef>
            </a:pPr>
            <a:r>
              <a:rPr sz="1147" spc="31" dirty="0">
                <a:latin typeface="Lucida Sans Unicode"/>
                <a:cs typeface="Lucida Sans Unicode"/>
              </a:rPr>
              <a:t>N</a:t>
            </a:r>
            <a:endParaRPr sz="1147">
              <a:latin typeface="Lucida Sans Unicode"/>
              <a:cs typeface="Lucida Sans Unicode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661279" y="2816081"/>
            <a:ext cx="395007" cy="423947"/>
          </a:xfrm>
          <a:prstGeom prst="rect">
            <a:avLst/>
          </a:prstGeom>
        </p:spPr>
        <p:txBody>
          <a:bodyPr vert="horz" wrap="square" lIns="0" tIns="13447" rIns="0" bIns="0" rtlCol="0">
            <a:spAutoFit/>
          </a:bodyPr>
          <a:lstStyle/>
          <a:p>
            <a:pPr marL="49309" algn="ctr">
              <a:lnSpc>
                <a:spcPts val="1332"/>
              </a:lnSpc>
              <a:spcBef>
                <a:spcPts val="106"/>
              </a:spcBef>
            </a:pPr>
            <a:r>
              <a:rPr sz="1147" spc="-4" dirty="0">
                <a:latin typeface="Lucida Sans Unicode"/>
                <a:cs typeface="Lucida Sans Unicode"/>
              </a:rPr>
              <a:t>i=1</a:t>
            </a:r>
            <a:endParaRPr sz="1147">
              <a:latin typeface="Lucida Sans Unicode"/>
              <a:cs typeface="Lucida Sans Unicode"/>
            </a:endParaRPr>
          </a:p>
          <a:p>
            <a:pPr algn="ctr">
              <a:lnSpc>
                <a:spcPts val="1862"/>
              </a:lnSpc>
            </a:pPr>
            <a:r>
              <a:rPr sz="1588" dirty="0">
                <a:latin typeface="Calibri"/>
                <a:cs typeface="Calibri"/>
              </a:rPr>
              <a:t>A</a:t>
            </a:r>
            <a:r>
              <a:rPr sz="1588" spc="4" dirty="0">
                <a:latin typeface="Calibri"/>
                <a:cs typeface="Calibri"/>
              </a:rPr>
              <a:t>N</a:t>
            </a:r>
            <a:r>
              <a:rPr sz="1588" dirty="0">
                <a:latin typeface="Calibri"/>
                <a:cs typeface="Calibri"/>
              </a:rPr>
              <a:t>D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9288164" y="2592159"/>
            <a:ext cx="121780" cy="1369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0" name="object 70"/>
          <p:cNvSpPr/>
          <p:nvPr/>
        </p:nvSpPr>
        <p:spPr>
          <a:xfrm>
            <a:off x="9495417" y="2577198"/>
            <a:ext cx="82027" cy="142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1" name="object 71"/>
          <p:cNvSpPr/>
          <p:nvPr/>
        </p:nvSpPr>
        <p:spPr>
          <a:xfrm>
            <a:off x="9601647" y="2582578"/>
            <a:ext cx="68580" cy="1358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2" name="object 72"/>
          <p:cNvSpPr txBox="1"/>
          <p:nvPr/>
        </p:nvSpPr>
        <p:spPr>
          <a:xfrm>
            <a:off x="7274792" y="3414483"/>
            <a:ext cx="2429996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826">
              <a:spcBef>
                <a:spcPts val="88"/>
              </a:spcBef>
              <a:tabLst>
                <a:tab pos="543514" algn="l"/>
                <a:tab pos="938543" algn="l"/>
                <a:tab pos="1420421" algn="l"/>
                <a:tab pos="2138196" algn="l"/>
              </a:tabLst>
            </a:pPr>
            <a:r>
              <a:rPr sz="2118" dirty="0">
                <a:latin typeface="Calibri"/>
                <a:cs typeface="Calibri"/>
              </a:rPr>
              <a:t>y</a:t>
            </a:r>
            <a:r>
              <a:rPr sz="2118" baseline="-20833" dirty="0">
                <a:latin typeface="Calibri"/>
                <a:cs typeface="Calibri"/>
              </a:rPr>
              <a:t>1	</a:t>
            </a:r>
            <a:r>
              <a:rPr sz="2118" dirty="0">
                <a:latin typeface="Calibri"/>
                <a:cs typeface="Calibri"/>
              </a:rPr>
              <a:t>y</a:t>
            </a:r>
            <a:r>
              <a:rPr sz="2118" baseline="-20833" dirty="0">
                <a:latin typeface="Calibri"/>
                <a:cs typeface="Calibri"/>
              </a:rPr>
              <a:t>2	</a:t>
            </a:r>
            <a:r>
              <a:rPr sz="2118" dirty="0">
                <a:latin typeface="Calibri"/>
                <a:cs typeface="Calibri"/>
              </a:rPr>
              <a:t>y</a:t>
            </a:r>
            <a:r>
              <a:rPr sz="2118" baseline="-20833" dirty="0">
                <a:latin typeface="Calibri"/>
                <a:cs typeface="Calibri"/>
              </a:rPr>
              <a:t>3	</a:t>
            </a:r>
            <a:r>
              <a:rPr sz="2118" dirty="0">
                <a:latin typeface="Calibri"/>
                <a:cs typeface="Calibri"/>
              </a:rPr>
              <a:t>y</a:t>
            </a:r>
            <a:r>
              <a:rPr sz="2118" baseline="-20833" dirty="0">
                <a:latin typeface="Calibri"/>
                <a:cs typeface="Calibri"/>
              </a:rPr>
              <a:t>4	</a:t>
            </a:r>
            <a:r>
              <a:rPr sz="2118" dirty="0">
                <a:latin typeface="Calibri"/>
                <a:cs typeface="Calibri"/>
              </a:rPr>
              <a:t>y</a:t>
            </a:r>
            <a:r>
              <a:rPr sz="2118" baseline="-20833" dirty="0">
                <a:latin typeface="Calibri"/>
                <a:cs typeface="Calibri"/>
              </a:rPr>
              <a:t>5</a:t>
            </a:r>
            <a:endParaRPr sz="2118" baseline="-20833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59531" y="2780248"/>
            <a:ext cx="211118" cy="242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4" name="object 74"/>
          <p:cNvSpPr/>
          <p:nvPr/>
        </p:nvSpPr>
        <p:spPr>
          <a:xfrm>
            <a:off x="7497184" y="2812521"/>
            <a:ext cx="754379" cy="3213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5" name="object 75"/>
          <p:cNvSpPr/>
          <p:nvPr/>
        </p:nvSpPr>
        <p:spPr>
          <a:xfrm>
            <a:off x="8923916" y="1912914"/>
            <a:ext cx="766482" cy="314885"/>
          </a:xfrm>
          <a:custGeom>
            <a:avLst/>
            <a:gdLst/>
            <a:ahLst/>
            <a:cxnLst/>
            <a:rect l="l" t="t" r="r" b="b"/>
            <a:pathLst>
              <a:path w="868679" h="356869">
                <a:moveTo>
                  <a:pt x="702564" y="356616"/>
                </a:moveTo>
                <a:lnTo>
                  <a:pt x="164592" y="356616"/>
                </a:lnTo>
                <a:lnTo>
                  <a:pt x="0" y="137159"/>
                </a:lnTo>
                <a:lnTo>
                  <a:pt x="434340" y="0"/>
                </a:lnTo>
                <a:lnTo>
                  <a:pt x="868680" y="137159"/>
                </a:lnTo>
                <a:lnTo>
                  <a:pt x="702564" y="35661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6" name="object 76"/>
          <p:cNvSpPr/>
          <p:nvPr/>
        </p:nvSpPr>
        <p:spPr>
          <a:xfrm>
            <a:off x="8921227" y="1911569"/>
            <a:ext cx="770965" cy="317687"/>
          </a:xfrm>
          <a:custGeom>
            <a:avLst/>
            <a:gdLst/>
            <a:ahLst/>
            <a:cxnLst/>
            <a:rect l="l" t="t" r="r" b="b"/>
            <a:pathLst>
              <a:path w="873759" h="360044">
                <a:moveTo>
                  <a:pt x="707136" y="359664"/>
                </a:moveTo>
                <a:lnTo>
                  <a:pt x="167640" y="359664"/>
                </a:lnTo>
                <a:lnTo>
                  <a:pt x="1524" y="138684"/>
                </a:lnTo>
                <a:lnTo>
                  <a:pt x="0" y="138684"/>
                </a:lnTo>
                <a:lnTo>
                  <a:pt x="1524" y="137160"/>
                </a:lnTo>
                <a:lnTo>
                  <a:pt x="435863" y="0"/>
                </a:lnTo>
                <a:lnTo>
                  <a:pt x="437387" y="0"/>
                </a:lnTo>
                <a:lnTo>
                  <a:pt x="447039" y="3048"/>
                </a:lnTo>
                <a:lnTo>
                  <a:pt x="435863" y="3048"/>
                </a:lnTo>
                <a:lnTo>
                  <a:pt x="436625" y="3288"/>
                </a:lnTo>
                <a:lnTo>
                  <a:pt x="12699" y="137160"/>
                </a:lnTo>
                <a:lnTo>
                  <a:pt x="3048" y="137160"/>
                </a:lnTo>
                <a:lnTo>
                  <a:pt x="3048" y="140208"/>
                </a:lnTo>
                <a:lnTo>
                  <a:pt x="5339" y="140208"/>
                </a:lnTo>
                <a:lnTo>
                  <a:pt x="168018" y="356616"/>
                </a:lnTo>
                <a:lnTo>
                  <a:pt x="167640" y="356616"/>
                </a:lnTo>
                <a:lnTo>
                  <a:pt x="169164" y="358140"/>
                </a:lnTo>
                <a:lnTo>
                  <a:pt x="708281" y="358140"/>
                </a:lnTo>
                <a:lnTo>
                  <a:pt x="707136" y="359664"/>
                </a:lnTo>
                <a:close/>
              </a:path>
              <a:path w="873759" h="360044">
                <a:moveTo>
                  <a:pt x="436625" y="3288"/>
                </a:moveTo>
                <a:lnTo>
                  <a:pt x="435863" y="3048"/>
                </a:lnTo>
                <a:lnTo>
                  <a:pt x="437387" y="3048"/>
                </a:lnTo>
                <a:lnTo>
                  <a:pt x="436625" y="3288"/>
                </a:lnTo>
                <a:close/>
              </a:path>
              <a:path w="873759" h="360044">
                <a:moveTo>
                  <a:pt x="868352" y="139623"/>
                </a:moveTo>
                <a:lnTo>
                  <a:pt x="436625" y="3288"/>
                </a:lnTo>
                <a:lnTo>
                  <a:pt x="437387" y="3048"/>
                </a:lnTo>
                <a:lnTo>
                  <a:pt x="447039" y="3048"/>
                </a:lnTo>
                <a:lnTo>
                  <a:pt x="871728" y="137160"/>
                </a:lnTo>
                <a:lnTo>
                  <a:pt x="870203" y="137160"/>
                </a:lnTo>
                <a:lnTo>
                  <a:pt x="868352" y="139623"/>
                </a:lnTo>
                <a:close/>
              </a:path>
              <a:path w="873759" h="360044">
                <a:moveTo>
                  <a:pt x="3048" y="140208"/>
                </a:moveTo>
                <a:lnTo>
                  <a:pt x="3048" y="137160"/>
                </a:lnTo>
                <a:lnTo>
                  <a:pt x="4899" y="139623"/>
                </a:lnTo>
                <a:lnTo>
                  <a:pt x="3048" y="140208"/>
                </a:lnTo>
                <a:close/>
              </a:path>
              <a:path w="873759" h="360044">
                <a:moveTo>
                  <a:pt x="4899" y="139623"/>
                </a:moveTo>
                <a:lnTo>
                  <a:pt x="3048" y="137160"/>
                </a:lnTo>
                <a:lnTo>
                  <a:pt x="12699" y="137160"/>
                </a:lnTo>
                <a:lnTo>
                  <a:pt x="4899" y="139623"/>
                </a:lnTo>
                <a:close/>
              </a:path>
              <a:path w="873759" h="360044">
                <a:moveTo>
                  <a:pt x="870203" y="140208"/>
                </a:moveTo>
                <a:lnTo>
                  <a:pt x="868352" y="139623"/>
                </a:lnTo>
                <a:lnTo>
                  <a:pt x="870203" y="137160"/>
                </a:lnTo>
                <a:lnTo>
                  <a:pt x="870203" y="140208"/>
                </a:lnTo>
                <a:close/>
              </a:path>
              <a:path w="873759" h="360044">
                <a:moveTo>
                  <a:pt x="872106" y="140208"/>
                </a:moveTo>
                <a:lnTo>
                  <a:pt x="870203" y="140208"/>
                </a:lnTo>
                <a:lnTo>
                  <a:pt x="870203" y="137160"/>
                </a:lnTo>
                <a:lnTo>
                  <a:pt x="873251" y="137160"/>
                </a:lnTo>
                <a:lnTo>
                  <a:pt x="873251" y="138684"/>
                </a:lnTo>
                <a:lnTo>
                  <a:pt x="872106" y="140208"/>
                </a:lnTo>
                <a:close/>
              </a:path>
              <a:path w="873759" h="360044">
                <a:moveTo>
                  <a:pt x="5339" y="140208"/>
                </a:moveTo>
                <a:lnTo>
                  <a:pt x="3048" y="140208"/>
                </a:lnTo>
                <a:lnTo>
                  <a:pt x="4899" y="139623"/>
                </a:lnTo>
                <a:lnTo>
                  <a:pt x="5339" y="140208"/>
                </a:lnTo>
                <a:close/>
              </a:path>
              <a:path w="873759" h="360044">
                <a:moveTo>
                  <a:pt x="704088" y="358140"/>
                </a:moveTo>
                <a:lnTo>
                  <a:pt x="868352" y="139623"/>
                </a:lnTo>
                <a:lnTo>
                  <a:pt x="870203" y="140208"/>
                </a:lnTo>
                <a:lnTo>
                  <a:pt x="872106" y="140208"/>
                </a:lnTo>
                <a:lnTo>
                  <a:pt x="709427" y="356616"/>
                </a:lnTo>
                <a:lnTo>
                  <a:pt x="705612" y="356616"/>
                </a:lnTo>
                <a:lnTo>
                  <a:pt x="704088" y="358140"/>
                </a:lnTo>
                <a:close/>
              </a:path>
              <a:path w="873759" h="360044">
                <a:moveTo>
                  <a:pt x="169164" y="358140"/>
                </a:moveTo>
                <a:lnTo>
                  <a:pt x="167640" y="356616"/>
                </a:lnTo>
                <a:lnTo>
                  <a:pt x="168018" y="356616"/>
                </a:lnTo>
                <a:lnTo>
                  <a:pt x="169164" y="358140"/>
                </a:lnTo>
                <a:close/>
              </a:path>
              <a:path w="873759" h="360044">
                <a:moveTo>
                  <a:pt x="704088" y="358140"/>
                </a:moveTo>
                <a:lnTo>
                  <a:pt x="169164" y="358140"/>
                </a:lnTo>
                <a:lnTo>
                  <a:pt x="168018" y="356616"/>
                </a:lnTo>
                <a:lnTo>
                  <a:pt x="705233" y="356616"/>
                </a:lnTo>
                <a:lnTo>
                  <a:pt x="704088" y="358140"/>
                </a:lnTo>
                <a:close/>
              </a:path>
              <a:path w="873759" h="360044">
                <a:moveTo>
                  <a:pt x="708281" y="358140"/>
                </a:moveTo>
                <a:lnTo>
                  <a:pt x="704088" y="358140"/>
                </a:lnTo>
                <a:lnTo>
                  <a:pt x="705612" y="356616"/>
                </a:lnTo>
                <a:lnTo>
                  <a:pt x="709427" y="356616"/>
                </a:lnTo>
                <a:lnTo>
                  <a:pt x="708281" y="358140"/>
                </a:lnTo>
                <a:close/>
              </a:path>
            </a:pathLst>
          </a:custGeom>
          <a:solidFill>
            <a:srgbClr val="385D89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7" name="object 77"/>
          <p:cNvSpPr/>
          <p:nvPr/>
        </p:nvSpPr>
        <p:spPr>
          <a:xfrm>
            <a:off x="9265472" y="1657419"/>
            <a:ext cx="82363" cy="629771"/>
          </a:xfrm>
          <a:custGeom>
            <a:avLst/>
            <a:gdLst/>
            <a:ahLst/>
            <a:cxnLst/>
            <a:rect l="l" t="t" r="r" b="b"/>
            <a:pathLst>
              <a:path w="93345" h="713739">
                <a:moveTo>
                  <a:pt x="3048" y="80771"/>
                </a:moveTo>
                <a:lnTo>
                  <a:pt x="0" y="80771"/>
                </a:lnTo>
                <a:lnTo>
                  <a:pt x="0" y="79247"/>
                </a:lnTo>
                <a:lnTo>
                  <a:pt x="1524" y="79247"/>
                </a:lnTo>
                <a:lnTo>
                  <a:pt x="47244" y="0"/>
                </a:lnTo>
                <a:lnTo>
                  <a:pt x="49002" y="3047"/>
                </a:lnTo>
                <a:lnTo>
                  <a:pt x="45720" y="3047"/>
                </a:lnTo>
                <a:lnTo>
                  <a:pt x="45614" y="9827"/>
                </a:lnTo>
                <a:lnTo>
                  <a:pt x="3048" y="80771"/>
                </a:lnTo>
                <a:close/>
              </a:path>
              <a:path w="93345" h="713739">
                <a:moveTo>
                  <a:pt x="47218" y="7155"/>
                </a:moveTo>
                <a:lnTo>
                  <a:pt x="45720" y="4571"/>
                </a:lnTo>
                <a:lnTo>
                  <a:pt x="45720" y="3047"/>
                </a:lnTo>
                <a:lnTo>
                  <a:pt x="48768" y="3047"/>
                </a:lnTo>
                <a:lnTo>
                  <a:pt x="48768" y="4571"/>
                </a:lnTo>
                <a:lnTo>
                  <a:pt x="47218" y="7155"/>
                </a:lnTo>
                <a:close/>
              </a:path>
              <a:path w="93345" h="713739">
                <a:moveTo>
                  <a:pt x="92964" y="80771"/>
                </a:moveTo>
                <a:lnTo>
                  <a:pt x="89916" y="80771"/>
                </a:lnTo>
                <a:lnTo>
                  <a:pt x="48768" y="9827"/>
                </a:lnTo>
                <a:lnTo>
                  <a:pt x="48768" y="3047"/>
                </a:lnTo>
                <a:lnTo>
                  <a:pt x="49002" y="3047"/>
                </a:lnTo>
                <a:lnTo>
                  <a:pt x="92964" y="79247"/>
                </a:lnTo>
                <a:lnTo>
                  <a:pt x="92964" y="80771"/>
                </a:lnTo>
                <a:close/>
              </a:path>
              <a:path w="93345" h="713739">
                <a:moveTo>
                  <a:pt x="45720" y="9651"/>
                </a:moveTo>
                <a:lnTo>
                  <a:pt x="45720" y="4571"/>
                </a:lnTo>
                <a:lnTo>
                  <a:pt x="47218" y="7155"/>
                </a:lnTo>
                <a:lnTo>
                  <a:pt x="45720" y="9651"/>
                </a:lnTo>
                <a:close/>
              </a:path>
              <a:path w="93345" h="713739">
                <a:moveTo>
                  <a:pt x="48768" y="9827"/>
                </a:moveTo>
                <a:lnTo>
                  <a:pt x="47218" y="7155"/>
                </a:lnTo>
                <a:lnTo>
                  <a:pt x="48768" y="4571"/>
                </a:lnTo>
                <a:lnTo>
                  <a:pt x="48768" y="9827"/>
                </a:lnTo>
                <a:close/>
              </a:path>
              <a:path w="93345" h="713739">
                <a:moveTo>
                  <a:pt x="48768" y="713231"/>
                </a:moveTo>
                <a:lnTo>
                  <a:pt x="45720" y="713231"/>
                </a:lnTo>
                <a:lnTo>
                  <a:pt x="45720" y="9651"/>
                </a:lnTo>
                <a:lnTo>
                  <a:pt x="47218" y="7155"/>
                </a:lnTo>
                <a:lnTo>
                  <a:pt x="48666" y="9651"/>
                </a:lnTo>
                <a:lnTo>
                  <a:pt x="48768" y="713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8" name="object 78"/>
          <p:cNvSpPr/>
          <p:nvPr/>
        </p:nvSpPr>
        <p:spPr>
          <a:xfrm>
            <a:off x="8883575" y="2068899"/>
            <a:ext cx="925606" cy="82363"/>
          </a:xfrm>
          <a:custGeom>
            <a:avLst/>
            <a:gdLst/>
            <a:ahLst/>
            <a:cxnLst/>
            <a:rect l="l" t="t" r="r" b="b"/>
            <a:pathLst>
              <a:path w="1049020" h="93344">
                <a:moveTo>
                  <a:pt x="1042626" y="46482"/>
                </a:moveTo>
                <a:lnTo>
                  <a:pt x="967740" y="3048"/>
                </a:lnTo>
                <a:lnTo>
                  <a:pt x="966216" y="3048"/>
                </a:lnTo>
                <a:lnTo>
                  <a:pt x="966216" y="1524"/>
                </a:lnTo>
                <a:lnTo>
                  <a:pt x="967740" y="1524"/>
                </a:lnTo>
                <a:lnTo>
                  <a:pt x="967740" y="0"/>
                </a:lnTo>
                <a:lnTo>
                  <a:pt x="969264" y="0"/>
                </a:lnTo>
                <a:lnTo>
                  <a:pt x="1045870" y="44196"/>
                </a:lnTo>
                <a:lnTo>
                  <a:pt x="1043940" y="44196"/>
                </a:lnTo>
                <a:lnTo>
                  <a:pt x="1043940" y="45720"/>
                </a:lnTo>
                <a:lnTo>
                  <a:pt x="1042626" y="46482"/>
                </a:lnTo>
                <a:close/>
              </a:path>
              <a:path w="1049020" h="93344">
                <a:moveTo>
                  <a:pt x="1038684" y="48768"/>
                </a:moveTo>
                <a:lnTo>
                  <a:pt x="0" y="48768"/>
                </a:lnTo>
                <a:lnTo>
                  <a:pt x="0" y="44196"/>
                </a:lnTo>
                <a:lnTo>
                  <a:pt x="1038684" y="44196"/>
                </a:lnTo>
                <a:lnTo>
                  <a:pt x="1042626" y="46482"/>
                </a:lnTo>
                <a:lnTo>
                  <a:pt x="1038684" y="48768"/>
                </a:lnTo>
                <a:close/>
              </a:path>
              <a:path w="1049020" h="93344">
                <a:moveTo>
                  <a:pt x="1043940" y="48445"/>
                </a:moveTo>
                <a:lnTo>
                  <a:pt x="1043940" y="44196"/>
                </a:lnTo>
                <a:lnTo>
                  <a:pt x="1045870" y="44196"/>
                </a:lnTo>
                <a:lnTo>
                  <a:pt x="1048512" y="45720"/>
                </a:lnTo>
                <a:lnTo>
                  <a:pt x="1043940" y="48445"/>
                </a:lnTo>
                <a:close/>
              </a:path>
              <a:path w="1049020" h="93344">
                <a:moveTo>
                  <a:pt x="1043940" y="47244"/>
                </a:moveTo>
                <a:lnTo>
                  <a:pt x="1042626" y="46482"/>
                </a:lnTo>
                <a:lnTo>
                  <a:pt x="1043940" y="45720"/>
                </a:lnTo>
                <a:lnTo>
                  <a:pt x="1043940" y="47244"/>
                </a:lnTo>
                <a:close/>
              </a:path>
              <a:path w="1049020" h="93344">
                <a:moveTo>
                  <a:pt x="969264" y="92964"/>
                </a:moveTo>
                <a:lnTo>
                  <a:pt x="967740" y="92964"/>
                </a:lnTo>
                <a:lnTo>
                  <a:pt x="967740" y="91440"/>
                </a:lnTo>
                <a:lnTo>
                  <a:pt x="966216" y="91440"/>
                </a:lnTo>
                <a:lnTo>
                  <a:pt x="966216" y="89916"/>
                </a:lnTo>
                <a:lnTo>
                  <a:pt x="967740" y="89916"/>
                </a:lnTo>
                <a:lnTo>
                  <a:pt x="1042626" y="46482"/>
                </a:lnTo>
                <a:lnTo>
                  <a:pt x="1043940" y="47244"/>
                </a:lnTo>
                <a:lnTo>
                  <a:pt x="1043940" y="48445"/>
                </a:lnTo>
                <a:lnTo>
                  <a:pt x="969264" y="92964"/>
                </a:lnTo>
                <a:close/>
              </a:path>
              <a:path w="1049020" h="93344">
                <a:moveTo>
                  <a:pt x="1043940" y="48768"/>
                </a:moveTo>
                <a:lnTo>
                  <a:pt x="1043399" y="48768"/>
                </a:lnTo>
                <a:lnTo>
                  <a:pt x="1043940" y="48445"/>
                </a:lnTo>
                <a:lnTo>
                  <a:pt x="1043940" y="487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9" name="Title 78"/>
          <p:cNvSpPr>
            <a:spLocks noGrp="1"/>
          </p:cNvSpPr>
          <p:nvPr>
            <p:ph type="title"/>
          </p:nvPr>
        </p:nvSpPr>
        <p:spPr>
          <a:xfrm>
            <a:off x="1703625" y="135062"/>
            <a:ext cx="8686800" cy="1219200"/>
          </a:xfrm>
        </p:spPr>
        <p:txBody>
          <a:bodyPr>
            <a:normAutofit fontScale="90000"/>
          </a:bodyPr>
          <a:lstStyle/>
          <a:p>
            <a:r>
              <a:rPr lang="en-IN" dirty="0"/>
              <a:t>Composing complicated “decision” boundaries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1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61554"/>
            <a:ext cx="6537512" cy="1118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/>
              <a:t>More complex decision boundaries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7859" y="5136845"/>
            <a:ext cx="6766111" cy="1357498"/>
          </a:xfrm>
          <a:prstGeom prst="rect">
            <a:avLst/>
          </a:prstGeom>
        </p:spPr>
        <p:txBody>
          <a:bodyPr vert="horz" wrap="square" lIns="0" tIns="94689" rIns="0" bIns="0" rtlCol="0">
            <a:spAutoFit/>
          </a:bodyPr>
          <a:lstStyle/>
          <a:p>
            <a:pPr marL="313221" indent="-302575">
              <a:spcBef>
                <a:spcPts val="745"/>
              </a:spcBef>
              <a:buFont typeface="Arial"/>
              <a:buChar char="•"/>
              <a:tabLst>
                <a:tab pos="313221" algn="l"/>
                <a:tab pos="313781" algn="l"/>
              </a:tabLst>
            </a:pP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Network </a:t>
            </a:r>
            <a:r>
              <a:rPr sz="2400" spc="-2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 </a:t>
            </a:r>
            <a:r>
              <a:rPr sz="2400" spc="-1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fire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if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 in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2400" spc="-1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yellow</a:t>
            </a:r>
            <a:r>
              <a:rPr sz="2400" spc="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400" spc="-13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area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667346" lvl="1" indent="-253827">
              <a:spcBef>
                <a:spcPts val="574"/>
              </a:spcBef>
              <a:buFont typeface="Arial"/>
              <a:buChar char="–"/>
              <a:tabLst>
                <a:tab pos="667906" algn="l"/>
              </a:tabLst>
            </a:pP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“OR”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two</a:t>
            </a:r>
            <a:r>
              <a:rPr sz="2400" spc="-2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polygons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667346" lvl="1" indent="-253827">
              <a:spcBef>
                <a:spcPts val="552"/>
              </a:spcBef>
              <a:buFont typeface="Arial"/>
              <a:buChar char="–"/>
              <a:tabLst>
                <a:tab pos="667906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 </a:t>
            </a:r>
            <a:r>
              <a:rPr sz="24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third </a:t>
            </a:r>
            <a:r>
              <a:rPr sz="2400" spc="-1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layer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is</a:t>
            </a:r>
            <a:r>
              <a:rPr sz="2400" spc="-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required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085209" y="2035580"/>
            <a:ext cx="3231368" cy="2937420"/>
            <a:chOff x="1340632" y="1871830"/>
            <a:chExt cx="3231368" cy="2937420"/>
          </a:xfrm>
        </p:grpSpPr>
        <p:sp>
          <p:nvSpPr>
            <p:cNvPr id="4" name="object 4"/>
            <p:cNvSpPr/>
            <p:nvPr/>
          </p:nvSpPr>
          <p:spPr>
            <a:xfrm>
              <a:off x="1748118" y="2977178"/>
              <a:ext cx="2622176" cy="1075765"/>
            </a:xfrm>
            <a:custGeom>
              <a:avLst/>
              <a:gdLst/>
              <a:ahLst/>
              <a:cxnLst/>
              <a:rect l="l" t="t" r="r" b="b"/>
              <a:pathLst>
                <a:path w="2971800" h="1219200">
                  <a:moveTo>
                    <a:pt x="2404872" y="1219200"/>
                  </a:moveTo>
                  <a:lnTo>
                    <a:pt x="568451" y="1219200"/>
                  </a:lnTo>
                  <a:lnTo>
                    <a:pt x="0" y="466344"/>
                  </a:lnTo>
                  <a:lnTo>
                    <a:pt x="1485900" y="0"/>
                  </a:lnTo>
                  <a:lnTo>
                    <a:pt x="2971800" y="466344"/>
                  </a:lnTo>
                  <a:lnTo>
                    <a:pt x="2404872" y="12192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1340632" y="1871830"/>
              <a:ext cx="3231368" cy="2937420"/>
              <a:chOff x="1340632" y="1871830"/>
              <a:chExt cx="3231368" cy="293742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737359" y="2966422"/>
                <a:ext cx="2645149" cy="1098737"/>
              </a:xfrm>
              <a:custGeom>
                <a:avLst/>
                <a:gdLst/>
                <a:ahLst/>
                <a:cxnLst/>
                <a:rect l="l" t="t" r="r" b="b"/>
                <a:pathLst>
                  <a:path w="2997835" h="1245235">
                    <a:moveTo>
                      <a:pt x="2421636" y="1245108"/>
                    </a:moveTo>
                    <a:lnTo>
                      <a:pt x="576072" y="1245108"/>
                    </a:lnTo>
                    <a:lnTo>
                      <a:pt x="573024" y="1243584"/>
                    </a:lnTo>
                    <a:lnTo>
                      <a:pt x="569976" y="1239012"/>
                    </a:lnTo>
                    <a:lnTo>
                      <a:pt x="3048" y="486156"/>
                    </a:lnTo>
                    <a:lnTo>
                      <a:pt x="0" y="483108"/>
                    </a:lnTo>
                    <a:lnTo>
                      <a:pt x="0" y="478536"/>
                    </a:lnTo>
                    <a:lnTo>
                      <a:pt x="1524" y="473964"/>
                    </a:lnTo>
                    <a:lnTo>
                      <a:pt x="1524" y="470916"/>
                    </a:lnTo>
                    <a:lnTo>
                      <a:pt x="4572" y="467868"/>
                    </a:lnTo>
                    <a:lnTo>
                      <a:pt x="9144" y="466344"/>
                    </a:lnTo>
                    <a:lnTo>
                      <a:pt x="1495044" y="0"/>
                    </a:lnTo>
                    <a:lnTo>
                      <a:pt x="1502664" y="0"/>
                    </a:lnTo>
                    <a:lnTo>
                      <a:pt x="1580358" y="24384"/>
                    </a:lnTo>
                    <a:lnTo>
                      <a:pt x="1495044" y="24384"/>
                    </a:lnTo>
                    <a:lnTo>
                      <a:pt x="1498854" y="25579"/>
                    </a:lnTo>
                    <a:lnTo>
                      <a:pt x="79890" y="470916"/>
                    </a:lnTo>
                    <a:lnTo>
                      <a:pt x="22860" y="470916"/>
                    </a:lnTo>
                    <a:lnTo>
                      <a:pt x="16764" y="490728"/>
                    </a:lnTo>
                    <a:lnTo>
                      <a:pt x="37819" y="490728"/>
                    </a:lnTo>
                    <a:lnTo>
                      <a:pt x="587859" y="1219200"/>
                    </a:lnTo>
                    <a:lnTo>
                      <a:pt x="580644" y="1219200"/>
                    </a:lnTo>
                    <a:lnTo>
                      <a:pt x="591311" y="1223772"/>
                    </a:lnTo>
                    <a:lnTo>
                      <a:pt x="2439208" y="1223772"/>
                    </a:lnTo>
                    <a:lnTo>
                      <a:pt x="2427732" y="1239012"/>
                    </a:lnTo>
                    <a:lnTo>
                      <a:pt x="2424684" y="1243584"/>
                    </a:lnTo>
                    <a:lnTo>
                      <a:pt x="2421636" y="1245108"/>
                    </a:lnTo>
                    <a:close/>
                  </a:path>
                  <a:path w="2997835" h="1245235">
                    <a:moveTo>
                      <a:pt x="1498854" y="25579"/>
                    </a:moveTo>
                    <a:lnTo>
                      <a:pt x="1495044" y="24384"/>
                    </a:lnTo>
                    <a:lnTo>
                      <a:pt x="1502664" y="24384"/>
                    </a:lnTo>
                    <a:lnTo>
                      <a:pt x="1498854" y="25579"/>
                    </a:lnTo>
                    <a:close/>
                  </a:path>
                  <a:path w="2997835" h="1245235">
                    <a:moveTo>
                      <a:pt x="2963922" y="485385"/>
                    </a:moveTo>
                    <a:lnTo>
                      <a:pt x="1498854" y="25579"/>
                    </a:lnTo>
                    <a:lnTo>
                      <a:pt x="1502664" y="24384"/>
                    </a:lnTo>
                    <a:lnTo>
                      <a:pt x="1580358" y="24384"/>
                    </a:lnTo>
                    <a:lnTo>
                      <a:pt x="2988564" y="466344"/>
                    </a:lnTo>
                    <a:lnTo>
                      <a:pt x="2993136" y="467868"/>
                    </a:lnTo>
                    <a:lnTo>
                      <a:pt x="2996183" y="470916"/>
                    </a:lnTo>
                    <a:lnTo>
                      <a:pt x="2974848" y="470916"/>
                    </a:lnTo>
                    <a:lnTo>
                      <a:pt x="2963922" y="485385"/>
                    </a:lnTo>
                    <a:close/>
                  </a:path>
                  <a:path w="2997835" h="1245235">
                    <a:moveTo>
                      <a:pt x="16764" y="490728"/>
                    </a:moveTo>
                    <a:lnTo>
                      <a:pt x="22860" y="470916"/>
                    </a:lnTo>
                    <a:lnTo>
                      <a:pt x="33785" y="485385"/>
                    </a:lnTo>
                    <a:lnTo>
                      <a:pt x="16764" y="490728"/>
                    </a:lnTo>
                    <a:close/>
                  </a:path>
                  <a:path w="2997835" h="1245235">
                    <a:moveTo>
                      <a:pt x="33785" y="485385"/>
                    </a:moveTo>
                    <a:lnTo>
                      <a:pt x="22860" y="470916"/>
                    </a:lnTo>
                    <a:lnTo>
                      <a:pt x="79890" y="470916"/>
                    </a:lnTo>
                    <a:lnTo>
                      <a:pt x="33785" y="485385"/>
                    </a:lnTo>
                    <a:close/>
                  </a:path>
                  <a:path w="2997835" h="1245235">
                    <a:moveTo>
                      <a:pt x="2980944" y="490728"/>
                    </a:moveTo>
                    <a:lnTo>
                      <a:pt x="2963922" y="485385"/>
                    </a:lnTo>
                    <a:lnTo>
                      <a:pt x="2974848" y="470916"/>
                    </a:lnTo>
                    <a:lnTo>
                      <a:pt x="2980944" y="490728"/>
                    </a:lnTo>
                    <a:close/>
                  </a:path>
                  <a:path w="2997835" h="1245235">
                    <a:moveTo>
                      <a:pt x="2991217" y="490728"/>
                    </a:moveTo>
                    <a:lnTo>
                      <a:pt x="2980944" y="490728"/>
                    </a:lnTo>
                    <a:lnTo>
                      <a:pt x="2974848" y="470916"/>
                    </a:lnTo>
                    <a:lnTo>
                      <a:pt x="2996183" y="470916"/>
                    </a:lnTo>
                    <a:lnTo>
                      <a:pt x="2996183" y="473964"/>
                    </a:lnTo>
                    <a:lnTo>
                      <a:pt x="2997708" y="478536"/>
                    </a:lnTo>
                    <a:lnTo>
                      <a:pt x="2997708" y="483108"/>
                    </a:lnTo>
                    <a:lnTo>
                      <a:pt x="2994659" y="486156"/>
                    </a:lnTo>
                    <a:lnTo>
                      <a:pt x="2991217" y="490728"/>
                    </a:lnTo>
                    <a:close/>
                  </a:path>
                  <a:path w="2997835" h="1245235">
                    <a:moveTo>
                      <a:pt x="2406396" y="1223772"/>
                    </a:moveTo>
                    <a:lnTo>
                      <a:pt x="2963922" y="485385"/>
                    </a:lnTo>
                    <a:lnTo>
                      <a:pt x="2980944" y="490728"/>
                    </a:lnTo>
                    <a:lnTo>
                      <a:pt x="2991217" y="490728"/>
                    </a:lnTo>
                    <a:lnTo>
                      <a:pt x="2442651" y="1219200"/>
                    </a:lnTo>
                    <a:lnTo>
                      <a:pt x="2417064" y="1219200"/>
                    </a:lnTo>
                    <a:lnTo>
                      <a:pt x="2406396" y="1223772"/>
                    </a:lnTo>
                    <a:close/>
                  </a:path>
                  <a:path w="2997835" h="1245235">
                    <a:moveTo>
                      <a:pt x="37819" y="490728"/>
                    </a:moveTo>
                    <a:lnTo>
                      <a:pt x="16764" y="490728"/>
                    </a:lnTo>
                    <a:lnTo>
                      <a:pt x="33785" y="485385"/>
                    </a:lnTo>
                    <a:lnTo>
                      <a:pt x="37819" y="490728"/>
                    </a:lnTo>
                    <a:close/>
                  </a:path>
                  <a:path w="2997835" h="1245235">
                    <a:moveTo>
                      <a:pt x="591311" y="1223772"/>
                    </a:moveTo>
                    <a:lnTo>
                      <a:pt x="580644" y="1219200"/>
                    </a:lnTo>
                    <a:lnTo>
                      <a:pt x="587859" y="1219200"/>
                    </a:lnTo>
                    <a:lnTo>
                      <a:pt x="591311" y="1223772"/>
                    </a:lnTo>
                    <a:close/>
                  </a:path>
                  <a:path w="2997835" h="1245235">
                    <a:moveTo>
                      <a:pt x="2406396" y="1223772"/>
                    </a:moveTo>
                    <a:lnTo>
                      <a:pt x="591311" y="1223772"/>
                    </a:lnTo>
                    <a:lnTo>
                      <a:pt x="587859" y="1219200"/>
                    </a:lnTo>
                    <a:lnTo>
                      <a:pt x="2409848" y="1219200"/>
                    </a:lnTo>
                    <a:lnTo>
                      <a:pt x="2406396" y="1223772"/>
                    </a:lnTo>
                    <a:close/>
                  </a:path>
                  <a:path w="2997835" h="1245235">
                    <a:moveTo>
                      <a:pt x="2439208" y="1223772"/>
                    </a:moveTo>
                    <a:lnTo>
                      <a:pt x="2406396" y="1223772"/>
                    </a:lnTo>
                    <a:lnTo>
                      <a:pt x="2417064" y="1219200"/>
                    </a:lnTo>
                    <a:lnTo>
                      <a:pt x="2442651" y="1219200"/>
                    </a:lnTo>
                    <a:lnTo>
                      <a:pt x="2439208" y="1223772"/>
                    </a:lnTo>
                    <a:close/>
                  </a:path>
                </a:pathLst>
              </a:custGeom>
              <a:solidFill>
                <a:srgbClr val="385D8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2506531" y="1882588"/>
                <a:ext cx="1102659" cy="1075765"/>
              </a:xfrm>
              <a:custGeom>
                <a:avLst/>
                <a:gdLst/>
                <a:ahLst/>
                <a:cxnLst/>
                <a:rect l="l" t="t" r="r" b="b"/>
                <a:pathLst>
                  <a:path w="1249679" h="1219200">
                    <a:moveTo>
                      <a:pt x="1011936" y="1219200"/>
                    </a:moveTo>
                    <a:lnTo>
                      <a:pt x="239267" y="1219200"/>
                    </a:lnTo>
                    <a:lnTo>
                      <a:pt x="0" y="466343"/>
                    </a:lnTo>
                    <a:lnTo>
                      <a:pt x="624840" y="0"/>
                    </a:lnTo>
                    <a:lnTo>
                      <a:pt x="1249680" y="466343"/>
                    </a:lnTo>
                    <a:lnTo>
                      <a:pt x="1011936" y="121920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494429" y="1871830"/>
                <a:ext cx="1127312" cy="1098737"/>
              </a:xfrm>
              <a:custGeom>
                <a:avLst/>
                <a:gdLst/>
                <a:ahLst/>
                <a:cxnLst/>
                <a:rect l="l" t="t" r="r" b="b"/>
                <a:pathLst>
                  <a:path w="1277620" h="1245235">
                    <a:moveTo>
                      <a:pt x="1030224" y="1245108"/>
                    </a:moveTo>
                    <a:lnTo>
                      <a:pt x="246887" y="1245108"/>
                    </a:lnTo>
                    <a:lnTo>
                      <a:pt x="242315" y="1240536"/>
                    </a:lnTo>
                    <a:lnTo>
                      <a:pt x="240791" y="1235964"/>
                    </a:lnTo>
                    <a:lnTo>
                      <a:pt x="1524" y="483108"/>
                    </a:lnTo>
                    <a:lnTo>
                      <a:pt x="0" y="477012"/>
                    </a:lnTo>
                    <a:lnTo>
                      <a:pt x="3047" y="470916"/>
                    </a:lnTo>
                    <a:lnTo>
                      <a:pt x="6095" y="467868"/>
                    </a:lnTo>
                    <a:lnTo>
                      <a:pt x="630935" y="3047"/>
                    </a:lnTo>
                    <a:lnTo>
                      <a:pt x="635508" y="0"/>
                    </a:lnTo>
                    <a:lnTo>
                      <a:pt x="641604" y="0"/>
                    </a:lnTo>
                    <a:lnTo>
                      <a:pt x="646175" y="3047"/>
                    </a:lnTo>
                    <a:lnTo>
                      <a:pt x="672808" y="22860"/>
                    </a:lnTo>
                    <a:lnTo>
                      <a:pt x="630935" y="22860"/>
                    </a:lnTo>
                    <a:lnTo>
                      <a:pt x="638555" y="28547"/>
                    </a:lnTo>
                    <a:lnTo>
                      <a:pt x="39713" y="475488"/>
                    </a:lnTo>
                    <a:lnTo>
                      <a:pt x="25908" y="475488"/>
                    </a:lnTo>
                    <a:lnTo>
                      <a:pt x="21336" y="489204"/>
                    </a:lnTo>
                    <a:lnTo>
                      <a:pt x="30267" y="489204"/>
                    </a:lnTo>
                    <a:lnTo>
                      <a:pt x="262269" y="1219200"/>
                    </a:lnTo>
                    <a:lnTo>
                      <a:pt x="252983" y="1219200"/>
                    </a:lnTo>
                    <a:lnTo>
                      <a:pt x="265175" y="1228344"/>
                    </a:lnTo>
                    <a:lnTo>
                      <a:pt x="1040250" y="1228344"/>
                    </a:lnTo>
                    <a:lnTo>
                      <a:pt x="1037844" y="1235964"/>
                    </a:lnTo>
                    <a:lnTo>
                      <a:pt x="1034796" y="1240536"/>
                    </a:lnTo>
                    <a:lnTo>
                      <a:pt x="1030224" y="1245108"/>
                    </a:lnTo>
                    <a:close/>
                  </a:path>
                  <a:path w="1277620" h="1245235">
                    <a:moveTo>
                      <a:pt x="638555" y="28547"/>
                    </a:moveTo>
                    <a:lnTo>
                      <a:pt x="630935" y="22860"/>
                    </a:lnTo>
                    <a:lnTo>
                      <a:pt x="646175" y="22860"/>
                    </a:lnTo>
                    <a:lnTo>
                      <a:pt x="638555" y="28547"/>
                    </a:lnTo>
                    <a:close/>
                  </a:path>
                  <a:path w="1277620" h="1245235">
                    <a:moveTo>
                      <a:pt x="1248570" y="483826"/>
                    </a:moveTo>
                    <a:lnTo>
                      <a:pt x="638555" y="28547"/>
                    </a:lnTo>
                    <a:lnTo>
                      <a:pt x="646175" y="22860"/>
                    </a:lnTo>
                    <a:lnTo>
                      <a:pt x="672808" y="22860"/>
                    </a:lnTo>
                    <a:lnTo>
                      <a:pt x="1271016" y="467868"/>
                    </a:lnTo>
                    <a:lnTo>
                      <a:pt x="1275588" y="470916"/>
                    </a:lnTo>
                    <a:lnTo>
                      <a:pt x="1276731" y="475488"/>
                    </a:lnTo>
                    <a:lnTo>
                      <a:pt x="1251204" y="475488"/>
                    </a:lnTo>
                    <a:lnTo>
                      <a:pt x="1248570" y="483826"/>
                    </a:lnTo>
                    <a:close/>
                  </a:path>
                  <a:path w="1277620" h="1245235">
                    <a:moveTo>
                      <a:pt x="21336" y="489204"/>
                    </a:moveTo>
                    <a:lnTo>
                      <a:pt x="25908" y="475488"/>
                    </a:lnTo>
                    <a:lnTo>
                      <a:pt x="28554" y="483816"/>
                    </a:lnTo>
                    <a:lnTo>
                      <a:pt x="21336" y="489204"/>
                    </a:lnTo>
                    <a:close/>
                  </a:path>
                  <a:path w="1277620" h="1245235">
                    <a:moveTo>
                      <a:pt x="28554" y="483816"/>
                    </a:moveTo>
                    <a:lnTo>
                      <a:pt x="25908" y="475488"/>
                    </a:lnTo>
                    <a:lnTo>
                      <a:pt x="39713" y="475488"/>
                    </a:lnTo>
                    <a:lnTo>
                      <a:pt x="28554" y="483816"/>
                    </a:lnTo>
                    <a:close/>
                  </a:path>
                  <a:path w="1277620" h="1245235">
                    <a:moveTo>
                      <a:pt x="1255776" y="489204"/>
                    </a:moveTo>
                    <a:lnTo>
                      <a:pt x="1248574" y="483816"/>
                    </a:lnTo>
                    <a:lnTo>
                      <a:pt x="1251204" y="475488"/>
                    </a:lnTo>
                    <a:lnTo>
                      <a:pt x="1255776" y="489204"/>
                    </a:lnTo>
                    <a:close/>
                  </a:path>
                  <a:path w="1277620" h="1245235">
                    <a:moveTo>
                      <a:pt x="1273662" y="489204"/>
                    </a:moveTo>
                    <a:lnTo>
                      <a:pt x="1255776" y="489204"/>
                    </a:lnTo>
                    <a:lnTo>
                      <a:pt x="1251204" y="475488"/>
                    </a:lnTo>
                    <a:lnTo>
                      <a:pt x="1276731" y="475488"/>
                    </a:lnTo>
                    <a:lnTo>
                      <a:pt x="1277112" y="477012"/>
                    </a:lnTo>
                    <a:lnTo>
                      <a:pt x="1275588" y="483108"/>
                    </a:lnTo>
                    <a:lnTo>
                      <a:pt x="1273662" y="489204"/>
                    </a:lnTo>
                    <a:close/>
                  </a:path>
                  <a:path w="1277620" h="1245235">
                    <a:moveTo>
                      <a:pt x="30267" y="489204"/>
                    </a:moveTo>
                    <a:lnTo>
                      <a:pt x="21336" y="489204"/>
                    </a:lnTo>
                    <a:lnTo>
                      <a:pt x="28554" y="483816"/>
                    </a:lnTo>
                    <a:lnTo>
                      <a:pt x="30267" y="489204"/>
                    </a:lnTo>
                    <a:close/>
                  </a:path>
                  <a:path w="1277620" h="1245235">
                    <a:moveTo>
                      <a:pt x="1013460" y="1228344"/>
                    </a:moveTo>
                    <a:lnTo>
                      <a:pt x="1248570" y="483826"/>
                    </a:lnTo>
                    <a:lnTo>
                      <a:pt x="1255776" y="489204"/>
                    </a:lnTo>
                    <a:lnTo>
                      <a:pt x="1273662" y="489204"/>
                    </a:lnTo>
                    <a:lnTo>
                      <a:pt x="1043137" y="1219200"/>
                    </a:lnTo>
                    <a:lnTo>
                      <a:pt x="1025652" y="1219200"/>
                    </a:lnTo>
                    <a:lnTo>
                      <a:pt x="1013460" y="1228344"/>
                    </a:lnTo>
                    <a:close/>
                  </a:path>
                  <a:path w="1277620" h="1245235">
                    <a:moveTo>
                      <a:pt x="265175" y="1228344"/>
                    </a:moveTo>
                    <a:lnTo>
                      <a:pt x="252983" y="1219200"/>
                    </a:lnTo>
                    <a:lnTo>
                      <a:pt x="262269" y="1219200"/>
                    </a:lnTo>
                    <a:lnTo>
                      <a:pt x="265175" y="1228344"/>
                    </a:lnTo>
                    <a:close/>
                  </a:path>
                  <a:path w="1277620" h="1245235">
                    <a:moveTo>
                      <a:pt x="1013460" y="1228344"/>
                    </a:moveTo>
                    <a:lnTo>
                      <a:pt x="265175" y="1228344"/>
                    </a:lnTo>
                    <a:lnTo>
                      <a:pt x="262269" y="1219200"/>
                    </a:lnTo>
                    <a:lnTo>
                      <a:pt x="1016347" y="1219200"/>
                    </a:lnTo>
                    <a:lnTo>
                      <a:pt x="1013460" y="1228344"/>
                    </a:lnTo>
                    <a:close/>
                  </a:path>
                  <a:path w="1277620" h="1245235">
                    <a:moveTo>
                      <a:pt x="1040250" y="1228344"/>
                    </a:moveTo>
                    <a:lnTo>
                      <a:pt x="1013460" y="1228344"/>
                    </a:lnTo>
                    <a:lnTo>
                      <a:pt x="1025652" y="1219200"/>
                    </a:lnTo>
                    <a:lnTo>
                      <a:pt x="1043137" y="1219200"/>
                    </a:lnTo>
                    <a:lnTo>
                      <a:pt x="1040250" y="1228344"/>
                    </a:lnTo>
                    <a:close/>
                  </a:path>
                </a:pathLst>
              </a:custGeom>
              <a:solidFill>
                <a:srgbClr val="385D8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613647" y="4394499"/>
                <a:ext cx="2958353" cy="87406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9060">
                    <a:moveTo>
                      <a:pt x="3335563" y="49530"/>
                    </a:moveTo>
                    <a:lnTo>
                      <a:pt x="3265932" y="9144"/>
                    </a:lnTo>
                    <a:lnTo>
                      <a:pt x="3262884" y="7620"/>
                    </a:lnTo>
                    <a:lnTo>
                      <a:pt x="3262884" y="4572"/>
                    </a:lnTo>
                    <a:lnTo>
                      <a:pt x="3264408" y="3048"/>
                    </a:lnTo>
                    <a:lnTo>
                      <a:pt x="3264408" y="0"/>
                    </a:lnTo>
                    <a:lnTo>
                      <a:pt x="3267456" y="0"/>
                    </a:lnTo>
                    <a:lnTo>
                      <a:pt x="3270503" y="1524"/>
                    </a:lnTo>
                    <a:lnTo>
                      <a:pt x="3344835" y="44196"/>
                    </a:lnTo>
                    <a:lnTo>
                      <a:pt x="3343656" y="44196"/>
                    </a:lnTo>
                    <a:lnTo>
                      <a:pt x="3343656" y="45720"/>
                    </a:lnTo>
                    <a:lnTo>
                      <a:pt x="3342132" y="45720"/>
                    </a:lnTo>
                    <a:lnTo>
                      <a:pt x="3335563" y="49530"/>
                    </a:lnTo>
                    <a:close/>
                  </a:path>
                  <a:path w="3352800" h="99060">
                    <a:moveTo>
                      <a:pt x="3326366" y="54864"/>
                    </a:moveTo>
                    <a:lnTo>
                      <a:pt x="0" y="54864"/>
                    </a:lnTo>
                    <a:lnTo>
                      <a:pt x="0" y="44196"/>
                    </a:lnTo>
                    <a:lnTo>
                      <a:pt x="3326366" y="44196"/>
                    </a:lnTo>
                    <a:lnTo>
                      <a:pt x="3335563" y="49530"/>
                    </a:lnTo>
                    <a:lnTo>
                      <a:pt x="3326366" y="54864"/>
                    </a:lnTo>
                    <a:close/>
                  </a:path>
                  <a:path w="3352800" h="99060">
                    <a:moveTo>
                      <a:pt x="3343656" y="54186"/>
                    </a:moveTo>
                    <a:lnTo>
                      <a:pt x="3343656" y="44196"/>
                    </a:lnTo>
                    <a:lnTo>
                      <a:pt x="3344835" y="44196"/>
                    </a:lnTo>
                    <a:lnTo>
                      <a:pt x="3352800" y="48768"/>
                    </a:lnTo>
                    <a:lnTo>
                      <a:pt x="3343656" y="54186"/>
                    </a:lnTo>
                    <a:close/>
                  </a:path>
                  <a:path w="3352800" h="99060">
                    <a:moveTo>
                      <a:pt x="3342132" y="53340"/>
                    </a:moveTo>
                    <a:lnTo>
                      <a:pt x="3335563" y="49530"/>
                    </a:lnTo>
                    <a:lnTo>
                      <a:pt x="3342132" y="45720"/>
                    </a:lnTo>
                    <a:lnTo>
                      <a:pt x="3342132" y="53340"/>
                    </a:lnTo>
                    <a:close/>
                  </a:path>
                  <a:path w="3352800" h="99060">
                    <a:moveTo>
                      <a:pt x="3343656" y="53340"/>
                    </a:moveTo>
                    <a:lnTo>
                      <a:pt x="3342132" y="53340"/>
                    </a:lnTo>
                    <a:lnTo>
                      <a:pt x="3342132" y="45720"/>
                    </a:lnTo>
                    <a:lnTo>
                      <a:pt x="3343656" y="45720"/>
                    </a:lnTo>
                    <a:lnTo>
                      <a:pt x="3343656" y="53340"/>
                    </a:lnTo>
                    <a:close/>
                  </a:path>
                  <a:path w="3352800" h="99060">
                    <a:moveTo>
                      <a:pt x="3267456" y="99060"/>
                    </a:moveTo>
                    <a:lnTo>
                      <a:pt x="3264408" y="99060"/>
                    </a:lnTo>
                    <a:lnTo>
                      <a:pt x="3264408" y="96012"/>
                    </a:lnTo>
                    <a:lnTo>
                      <a:pt x="3262884" y="94488"/>
                    </a:lnTo>
                    <a:lnTo>
                      <a:pt x="3262884" y="91440"/>
                    </a:lnTo>
                    <a:lnTo>
                      <a:pt x="3265932" y="89916"/>
                    </a:lnTo>
                    <a:lnTo>
                      <a:pt x="3335563" y="49530"/>
                    </a:lnTo>
                    <a:lnTo>
                      <a:pt x="3342132" y="53340"/>
                    </a:lnTo>
                    <a:lnTo>
                      <a:pt x="3343656" y="53340"/>
                    </a:lnTo>
                    <a:lnTo>
                      <a:pt x="3343656" y="54186"/>
                    </a:lnTo>
                    <a:lnTo>
                      <a:pt x="3270503" y="97536"/>
                    </a:lnTo>
                    <a:lnTo>
                      <a:pt x="3267456" y="99060"/>
                    </a:lnTo>
                    <a:close/>
                  </a:path>
                  <a:path w="3352800" h="99060">
                    <a:moveTo>
                      <a:pt x="3343656" y="54864"/>
                    </a:moveTo>
                    <a:lnTo>
                      <a:pt x="3342513" y="54864"/>
                    </a:lnTo>
                    <a:lnTo>
                      <a:pt x="3343656" y="54186"/>
                    </a:lnTo>
                    <a:lnTo>
                      <a:pt x="3343656" y="54864"/>
                    </a:lnTo>
                    <a:close/>
                  </a:path>
                </a:pathLst>
              </a:custGeom>
              <a:solidFill>
                <a:srgbClr val="497EBA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570616" y="1882588"/>
                <a:ext cx="87406" cy="2554941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2895600">
                    <a:moveTo>
                      <a:pt x="7620" y="91440"/>
                    </a:moveTo>
                    <a:lnTo>
                      <a:pt x="4572" y="91440"/>
                    </a:lnTo>
                    <a:lnTo>
                      <a:pt x="3048" y="89916"/>
                    </a:lnTo>
                    <a:lnTo>
                      <a:pt x="0" y="88391"/>
                    </a:lnTo>
                    <a:lnTo>
                      <a:pt x="0" y="86867"/>
                    </a:lnTo>
                    <a:lnTo>
                      <a:pt x="1524" y="83819"/>
                    </a:lnTo>
                    <a:lnTo>
                      <a:pt x="48768" y="0"/>
                    </a:lnTo>
                    <a:lnTo>
                      <a:pt x="54974" y="10667"/>
                    </a:lnTo>
                    <a:lnTo>
                      <a:pt x="44196" y="10667"/>
                    </a:lnTo>
                    <a:lnTo>
                      <a:pt x="44196" y="27957"/>
                    </a:lnTo>
                    <a:lnTo>
                      <a:pt x="9144" y="88391"/>
                    </a:lnTo>
                    <a:lnTo>
                      <a:pt x="7620" y="91440"/>
                    </a:lnTo>
                    <a:close/>
                  </a:path>
                  <a:path w="99060" h="2895600">
                    <a:moveTo>
                      <a:pt x="44196" y="27957"/>
                    </a:moveTo>
                    <a:lnTo>
                      <a:pt x="44196" y="10667"/>
                    </a:lnTo>
                    <a:lnTo>
                      <a:pt x="54864" y="10667"/>
                    </a:lnTo>
                    <a:lnTo>
                      <a:pt x="54864" y="12191"/>
                    </a:lnTo>
                    <a:lnTo>
                      <a:pt x="45720" y="12191"/>
                    </a:lnTo>
                    <a:lnTo>
                      <a:pt x="49530" y="18760"/>
                    </a:lnTo>
                    <a:lnTo>
                      <a:pt x="44196" y="27957"/>
                    </a:lnTo>
                    <a:close/>
                  </a:path>
                  <a:path w="99060" h="2895600">
                    <a:moveTo>
                      <a:pt x="94488" y="91440"/>
                    </a:moveTo>
                    <a:lnTo>
                      <a:pt x="91440" y="91440"/>
                    </a:lnTo>
                    <a:lnTo>
                      <a:pt x="89916" y="88391"/>
                    </a:lnTo>
                    <a:lnTo>
                      <a:pt x="54864" y="27957"/>
                    </a:lnTo>
                    <a:lnTo>
                      <a:pt x="54864" y="10667"/>
                    </a:lnTo>
                    <a:lnTo>
                      <a:pt x="97536" y="83819"/>
                    </a:lnTo>
                    <a:lnTo>
                      <a:pt x="99060" y="86867"/>
                    </a:lnTo>
                    <a:lnTo>
                      <a:pt x="99060" y="88391"/>
                    </a:lnTo>
                    <a:lnTo>
                      <a:pt x="96012" y="89916"/>
                    </a:lnTo>
                    <a:lnTo>
                      <a:pt x="94488" y="91440"/>
                    </a:lnTo>
                    <a:close/>
                  </a:path>
                  <a:path w="99060" h="2895600">
                    <a:moveTo>
                      <a:pt x="49530" y="18760"/>
                    </a:moveTo>
                    <a:lnTo>
                      <a:pt x="45720" y="12191"/>
                    </a:lnTo>
                    <a:lnTo>
                      <a:pt x="53340" y="12191"/>
                    </a:lnTo>
                    <a:lnTo>
                      <a:pt x="49530" y="18760"/>
                    </a:lnTo>
                    <a:close/>
                  </a:path>
                  <a:path w="99060" h="2895600">
                    <a:moveTo>
                      <a:pt x="54864" y="27957"/>
                    </a:moveTo>
                    <a:lnTo>
                      <a:pt x="49530" y="18760"/>
                    </a:lnTo>
                    <a:lnTo>
                      <a:pt x="53340" y="12191"/>
                    </a:lnTo>
                    <a:lnTo>
                      <a:pt x="54864" y="12191"/>
                    </a:lnTo>
                    <a:lnTo>
                      <a:pt x="54864" y="27957"/>
                    </a:lnTo>
                    <a:close/>
                  </a:path>
                  <a:path w="99060" h="2895600">
                    <a:moveTo>
                      <a:pt x="54864" y="2895600"/>
                    </a:moveTo>
                    <a:lnTo>
                      <a:pt x="44196" y="2895600"/>
                    </a:lnTo>
                    <a:lnTo>
                      <a:pt x="44196" y="27957"/>
                    </a:lnTo>
                    <a:lnTo>
                      <a:pt x="49530" y="18760"/>
                    </a:lnTo>
                    <a:lnTo>
                      <a:pt x="54864" y="27957"/>
                    </a:lnTo>
                    <a:lnTo>
                      <a:pt x="54864" y="2895600"/>
                    </a:lnTo>
                    <a:close/>
                  </a:path>
                </a:pathLst>
              </a:custGeom>
              <a:solidFill>
                <a:srgbClr val="497EBA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1340632" y="3089620"/>
                <a:ext cx="275104" cy="33723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33619">
                  <a:spcBef>
                    <a:spcPts val="88"/>
                  </a:spcBef>
                </a:pPr>
                <a:r>
                  <a:rPr sz="2118" spc="-4" dirty="0">
                    <a:latin typeface="Calibri"/>
                    <a:cs typeface="Calibri"/>
                  </a:rPr>
                  <a:t>x</a:t>
                </a:r>
                <a:r>
                  <a:rPr sz="2118" spc="-6" baseline="-20833" dirty="0">
                    <a:latin typeface="Calibri"/>
                    <a:cs typeface="Calibri"/>
                  </a:rPr>
                  <a:t>2</a:t>
                </a:r>
                <a:endParaRPr sz="2118" baseline="-20833">
                  <a:latin typeface="Calibri"/>
                  <a:cs typeface="Calibri"/>
                </a:endParaRPr>
              </a:p>
            </p:txBody>
          </p:sp>
          <p:sp>
            <p:nvSpPr>
              <p:cNvPr id="15" name="object 15"/>
              <p:cNvSpPr txBox="1"/>
              <p:nvPr/>
            </p:nvSpPr>
            <p:spPr>
              <a:xfrm>
                <a:off x="3088745" y="4472012"/>
                <a:ext cx="275104" cy="33723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33619">
                  <a:spcBef>
                    <a:spcPts val="88"/>
                  </a:spcBef>
                </a:pPr>
                <a:r>
                  <a:rPr sz="2118" spc="-4" dirty="0">
                    <a:latin typeface="Calibri"/>
                    <a:cs typeface="Calibri"/>
                  </a:rPr>
                  <a:t>x</a:t>
                </a:r>
                <a:r>
                  <a:rPr sz="2118" spc="-6" baseline="-20833" dirty="0">
                    <a:latin typeface="Calibri"/>
                    <a:cs typeface="Calibri"/>
                  </a:rPr>
                  <a:t>1</a:t>
                </a:r>
                <a:endParaRPr sz="2118" baseline="-20833">
                  <a:latin typeface="Calibri"/>
                  <a:cs typeface="Calibri"/>
                </a:endParaRPr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6324601" y="1916968"/>
            <a:ext cx="3360419" cy="3010043"/>
            <a:chOff x="4781775" y="1776357"/>
            <a:chExt cx="3360419" cy="3010043"/>
          </a:xfrm>
        </p:grpSpPr>
        <p:sp>
          <p:nvSpPr>
            <p:cNvPr id="19" name="object 19"/>
            <p:cNvSpPr/>
            <p:nvPr/>
          </p:nvSpPr>
          <p:spPr>
            <a:xfrm>
              <a:off x="7371677" y="3630706"/>
              <a:ext cx="656665" cy="865094"/>
            </a:xfrm>
            <a:custGeom>
              <a:avLst/>
              <a:gdLst/>
              <a:ahLst/>
              <a:cxnLst/>
              <a:rect l="l" t="t" r="r" b="b"/>
              <a:pathLst>
                <a:path w="744220" h="980439">
                  <a:moveTo>
                    <a:pt x="693800" y="58321"/>
                  </a:moveTo>
                  <a:lnTo>
                    <a:pt x="667512" y="38100"/>
                  </a:lnTo>
                  <a:lnTo>
                    <a:pt x="743712" y="0"/>
                  </a:lnTo>
                  <a:lnTo>
                    <a:pt x="733958" y="48767"/>
                  </a:lnTo>
                  <a:lnTo>
                    <a:pt x="701040" y="48767"/>
                  </a:lnTo>
                  <a:lnTo>
                    <a:pt x="693800" y="58321"/>
                  </a:lnTo>
                  <a:close/>
                </a:path>
                <a:path w="744220" h="980439">
                  <a:moveTo>
                    <a:pt x="701532" y="64269"/>
                  </a:moveTo>
                  <a:lnTo>
                    <a:pt x="693800" y="58321"/>
                  </a:lnTo>
                  <a:lnTo>
                    <a:pt x="701040" y="48767"/>
                  </a:lnTo>
                  <a:lnTo>
                    <a:pt x="708660" y="54863"/>
                  </a:lnTo>
                  <a:lnTo>
                    <a:pt x="701532" y="64269"/>
                  </a:lnTo>
                  <a:close/>
                </a:path>
                <a:path w="744220" h="980439">
                  <a:moveTo>
                    <a:pt x="726947" y="83819"/>
                  </a:moveTo>
                  <a:lnTo>
                    <a:pt x="701532" y="64269"/>
                  </a:lnTo>
                  <a:lnTo>
                    <a:pt x="708660" y="54863"/>
                  </a:lnTo>
                  <a:lnTo>
                    <a:pt x="701040" y="48767"/>
                  </a:lnTo>
                  <a:lnTo>
                    <a:pt x="733958" y="48767"/>
                  </a:lnTo>
                  <a:lnTo>
                    <a:pt x="726947" y="83819"/>
                  </a:lnTo>
                  <a:close/>
                </a:path>
                <a:path w="744220" h="980439">
                  <a:moveTo>
                    <a:pt x="7620" y="979932"/>
                  </a:moveTo>
                  <a:lnTo>
                    <a:pt x="0" y="973836"/>
                  </a:lnTo>
                  <a:lnTo>
                    <a:pt x="693800" y="58321"/>
                  </a:lnTo>
                  <a:lnTo>
                    <a:pt x="701532" y="64269"/>
                  </a:lnTo>
                  <a:lnTo>
                    <a:pt x="7620" y="9799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4781775" y="1776357"/>
              <a:ext cx="3360419" cy="3010043"/>
              <a:chOff x="4781775" y="1776357"/>
              <a:chExt cx="3360419" cy="3010043"/>
            </a:xfrm>
          </p:grpSpPr>
          <p:sp>
            <p:nvSpPr>
              <p:cNvPr id="11" name="object 11"/>
              <p:cNvSpPr txBox="1"/>
              <p:nvPr/>
            </p:nvSpPr>
            <p:spPr>
              <a:xfrm>
                <a:off x="4956118" y="2687588"/>
                <a:ext cx="395007" cy="25567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588" dirty="0">
                    <a:latin typeface="Calibri"/>
                    <a:cs typeface="Calibri"/>
                  </a:rPr>
                  <a:t>A</a:t>
                </a:r>
                <a:r>
                  <a:rPr sz="1588" spc="4" dirty="0">
                    <a:latin typeface="Calibri"/>
                    <a:cs typeface="Calibri"/>
                  </a:rPr>
                  <a:t>N</a:t>
                </a:r>
                <a:r>
                  <a:rPr sz="1588" dirty="0">
                    <a:latin typeface="Calibri"/>
                    <a:cs typeface="Calibri"/>
                  </a:rPr>
                  <a:t>D</a:t>
                </a:r>
                <a:endParaRPr sz="1588">
                  <a:latin typeface="Calibri"/>
                  <a:cs typeface="Calibri"/>
                </a:endParaRPr>
              </a:p>
            </p:txBody>
          </p:sp>
          <p:sp>
            <p:nvSpPr>
              <p:cNvPr id="12" name="object 12"/>
              <p:cNvSpPr txBox="1"/>
              <p:nvPr/>
            </p:nvSpPr>
            <p:spPr>
              <a:xfrm>
                <a:off x="7558117" y="2687588"/>
                <a:ext cx="395007" cy="25567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588" dirty="0">
                    <a:latin typeface="Calibri"/>
                    <a:cs typeface="Calibri"/>
                  </a:rPr>
                  <a:t>A</a:t>
                </a:r>
                <a:r>
                  <a:rPr sz="1588" spc="4" dirty="0">
                    <a:latin typeface="Calibri"/>
                    <a:cs typeface="Calibri"/>
                  </a:rPr>
                  <a:t>N</a:t>
                </a:r>
                <a:r>
                  <a:rPr sz="1588" dirty="0">
                    <a:latin typeface="Calibri"/>
                    <a:cs typeface="Calibri"/>
                  </a:rPr>
                  <a:t>D</a:t>
                </a:r>
                <a:endParaRPr sz="1588">
                  <a:latin typeface="Calibri"/>
                  <a:cs typeface="Calibri"/>
                </a:endParaRPr>
              </a:p>
            </p:txBody>
          </p:sp>
          <p:sp>
            <p:nvSpPr>
              <p:cNvPr id="13" name="object 13"/>
              <p:cNvSpPr txBox="1"/>
              <p:nvPr/>
            </p:nvSpPr>
            <p:spPr>
              <a:xfrm>
                <a:off x="6588572" y="2110738"/>
                <a:ext cx="265579" cy="25567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588" spc="-4" dirty="0">
                    <a:latin typeface="Calibri"/>
                    <a:cs typeface="Calibri"/>
                  </a:rPr>
                  <a:t>O</a:t>
                </a:r>
                <a:r>
                  <a:rPr sz="1588" dirty="0">
                    <a:latin typeface="Calibri"/>
                    <a:cs typeface="Calibri"/>
                  </a:rPr>
                  <a:t>R</a:t>
                </a:r>
                <a:endParaRPr sz="1588">
                  <a:latin typeface="Calibri"/>
                  <a:cs typeface="Calibri"/>
                </a:endParaRPr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781775" y="1776357"/>
                <a:ext cx="3360419" cy="273244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986630" y="3630705"/>
                <a:ext cx="1705534" cy="878541"/>
              </a:xfrm>
              <a:custGeom>
                <a:avLst/>
                <a:gdLst/>
                <a:ahLst/>
                <a:cxnLst/>
                <a:rect l="l" t="t" r="r" b="b"/>
                <a:pathLst>
                  <a:path w="1932940" h="995679">
                    <a:moveTo>
                      <a:pt x="1862345" y="31376"/>
                    </a:moveTo>
                    <a:lnTo>
                      <a:pt x="1847088" y="1524"/>
                    </a:lnTo>
                    <a:lnTo>
                      <a:pt x="1932432" y="0"/>
                    </a:lnTo>
                    <a:lnTo>
                      <a:pt x="1913845" y="25908"/>
                    </a:lnTo>
                    <a:lnTo>
                      <a:pt x="1872996" y="25908"/>
                    </a:lnTo>
                    <a:lnTo>
                      <a:pt x="1862345" y="31376"/>
                    </a:lnTo>
                    <a:close/>
                  </a:path>
                  <a:path w="1932940" h="995679">
                    <a:moveTo>
                      <a:pt x="1866381" y="39271"/>
                    </a:moveTo>
                    <a:lnTo>
                      <a:pt x="1862345" y="31376"/>
                    </a:lnTo>
                    <a:lnTo>
                      <a:pt x="1872996" y="25908"/>
                    </a:lnTo>
                    <a:lnTo>
                      <a:pt x="1877568" y="33528"/>
                    </a:lnTo>
                    <a:lnTo>
                      <a:pt x="1866381" y="39271"/>
                    </a:lnTo>
                    <a:close/>
                  </a:path>
                  <a:path w="1932940" h="995679">
                    <a:moveTo>
                      <a:pt x="1882140" y="70104"/>
                    </a:moveTo>
                    <a:lnTo>
                      <a:pt x="1866381" y="39271"/>
                    </a:lnTo>
                    <a:lnTo>
                      <a:pt x="1877568" y="33528"/>
                    </a:lnTo>
                    <a:lnTo>
                      <a:pt x="1872996" y="25908"/>
                    </a:lnTo>
                    <a:lnTo>
                      <a:pt x="1913845" y="25908"/>
                    </a:lnTo>
                    <a:lnTo>
                      <a:pt x="1882140" y="70104"/>
                    </a:lnTo>
                    <a:close/>
                  </a:path>
                  <a:path w="1932940" h="995679">
                    <a:moveTo>
                      <a:pt x="4572" y="995172"/>
                    </a:moveTo>
                    <a:lnTo>
                      <a:pt x="0" y="987552"/>
                    </a:lnTo>
                    <a:lnTo>
                      <a:pt x="1862345" y="31376"/>
                    </a:lnTo>
                    <a:lnTo>
                      <a:pt x="1866381" y="39271"/>
                    </a:lnTo>
                    <a:lnTo>
                      <a:pt x="4572" y="9951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986630" y="3626671"/>
                <a:ext cx="2041712" cy="882463"/>
              </a:xfrm>
              <a:custGeom>
                <a:avLst/>
                <a:gdLst/>
                <a:ahLst/>
                <a:cxnLst/>
                <a:rect l="l" t="t" r="r" b="b"/>
                <a:pathLst>
                  <a:path w="2313940" h="1000125">
                    <a:moveTo>
                      <a:pt x="2241414" y="30651"/>
                    </a:moveTo>
                    <a:lnTo>
                      <a:pt x="2228088" y="0"/>
                    </a:lnTo>
                    <a:lnTo>
                      <a:pt x="2313432" y="4571"/>
                    </a:lnTo>
                    <a:lnTo>
                      <a:pt x="2295569" y="25908"/>
                    </a:lnTo>
                    <a:lnTo>
                      <a:pt x="2252472" y="25908"/>
                    </a:lnTo>
                    <a:lnTo>
                      <a:pt x="2241414" y="30651"/>
                    </a:lnTo>
                    <a:close/>
                  </a:path>
                  <a:path w="2313940" h="1000125">
                    <a:moveTo>
                      <a:pt x="2245481" y="40004"/>
                    </a:moveTo>
                    <a:lnTo>
                      <a:pt x="2241414" y="30651"/>
                    </a:lnTo>
                    <a:lnTo>
                      <a:pt x="2252472" y="25908"/>
                    </a:lnTo>
                    <a:lnTo>
                      <a:pt x="2257044" y="35052"/>
                    </a:lnTo>
                    <a:lnTo>
                      <a:pt x="2245481" y="40004"/>
                    </a:lnTo>
                    <a:close/>
                  </a:path>
                  <a:path w="2313940" h="1000125">
                    <a:moveTo>
                      <a:pt x="2258568" y="70104"/>
                    </a:moveTo>
                    <a:lnTo>
                      <a:pt x="2245481" y="40004"/>
                    </a:lnTo>
                    <a:lnTo>
                      <a:pt x="2257044" y="35052"/>
                    </a:lnTo>
                    <a:lnTo>
                      <a:pt x="2252472" y="25908"/>
                    </a:lnTo>
                    <a:lnTo>
                      <a:pt x="2295569" y="25908"/>
                    </a:lnTo>
                    <a:lnTo>
                      <a:pt x="2258568" y="70104"/>
                    </a:lnTo>
                    <a:close/>
                  </a:path>
                  <a:path w="2313940" h="1000125">
                    <a:moveTo>
                      <a:pt x="4572" y="999744"/>
                    </a:moveTo>
                    <a:lnTo>
                      <a:pt x="0" y="992124"/>
                    </a:lnTo>
                    <a:lnTo>
                      <a:pt x="2241414" y="30651"/>
                    </a:lnTo>
                    <a:lnTo>
                      <a:pt x="2245481" y="40004"/>
                    </a:lnTo>
                    <a:lnTo>
                      <a:pt x="4572" y="99974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923429" y="4437528"/>
                <a:ext cx="112955" cy="11161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371678" y="3630706"/>
                <a:ext cx="328332" cy="863413"/>
              </a:xfrm>
              <a:custGeom>
                <a:avLst/>
                <a:gdLst/>
                <a:ahLst/>
                <a:cxnLst/>
                <a:rect l="l" t="t" r="r" b="b"/>
                <a:pathLst>
                  <a:path w="372109" h="978535">
                    <a:moveTo>
                      <a:pt x="331181" y="70631"/>
                    </a:moveTo>
                    <a:lnTo>
                      <a:pt x="300227" y="59435"/>
                    </a:lnTo>
                    <a:lnTo>
                      <a:pt x="362712" y="0"/>
                    </a:lnTo>
                    <a:lnTo>
                      <a:pt x="369080" y="59435"/>
                    </a:lnTo>
                    <a:lnTo>
                      <a:pt x="335280" y="59435"/>
                    </a:lnTo>
                    <a:lnTo>
                      <a:pt x="331181" y="70631"/>
                    </a:lnTo>
                    <a:close/>
                  </a:path>
                  <a:path w="372109" h="978535">
                    <a:moveTo>
                      <a:pt x="340241" y="73909"/>
                    </a:moveTo>
                    <a:lnTo>
                      <a:pt x="331181" y="70631"/>
                    </a:lnTo>
                    <a:lnTo>
                      <a:pt x="335280" y="59435"/>
                    </a:lnTo>
                    <a:lnTo>
                      <a:pt x="344424" y="62483"/>
                    </a:lnTo>
                    <a:lnTo>
                      <a:pt x="340241" y="73909"/>
                    </a:lnTo>
                    <a:close/>
                  </a:path>
                  <a:path w="372109" h="978535">
                    <a:moveTo>
                      <a:pt x="371856" y="85343"/>
                    </a:moveTo>
                    <a:lnTo>
                      <a:pt x="340241" y="73909"/>
                    </a:lnTo>
                    <a:lnTo>
                      <a:pt x="344424" y="62483"/>
                    </a:lnTo>
                    <a:lnTo>
                      <a:pt x="335280" y="59435"/>
                    </a:lnTo>
                    <a:lnTo>
                      <a:pt x="369080" y="59435"/>
                    </a:lnTo>
                    <a:lnTo>
                      <a:pt x="371856" y="85343"/>
                    </a:lnTo>
                    <a:close/>
                  </a:path>
                  <a:path w="372109" h="978535">
                    <a:moveTo>
                      <a:pt x="9144" y="978408"/>
                    </a:moveTo>
                    <a:lnTo>
                      <a:pt x="0" y="975360"/>
                    </a:lnTo>
                    <a:lnTo>
                      <a:pt x="331181" y="70631"/>
                    </a:lnTo>
                    <a:lnTo>
                      <a:pt x="340241" y="73909"/>
                    </a:lnTo>
                    <a:lnTo>
                      <a:pt x="9144" y="97840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4896073" y="3621292"/>
                <a:ext cx="2480982" cy="875740"/>
              </a:xfrm>
              <a:custGeom>
                <a:avLst/>
                <a:gdLst/>
                <a:ahLst/>
                <a:cxnLst/>
                <a:rect l="l" t="t" r="r" b="b"/>
                <a:pathLst>
                  <a:path w="2811779" h="992504">
                    <a:moveTo>
                      <a:pt x="59435" y="73152"/>
                    </a:moveTo>
                    <a:lnTo>
                      <a:pt x="0" y="10668"/>
                    </a:lnTo>
                    <a:lnTo>
                      <a:pt x="85343" y="0"/>
                    </a:lnTo>
                    <a:lnTo>
                      <a:pt x="75628" y="27432"/>
                    </a:lnTo>
                    <a:lnTo>
                      <a:pt x="62483" y="27432"/>
                    </a:lnTo>
                    <a:lnTo>
                      <a:pt x="59435" y="36576"/>
                    </a:lnTo>
                    <a:lnTo>
                      <a:pt x="70970" y="40584"/>
                    </a:lnTo>
                    <a:lnTo>
                      <a:pt x="59435" y="73152"/>
                    </a:lnTo>
                    <a:close/>
                  </a:path>
                  <a:path w="2811779" h="992504">
                    <a:moveTo>
                      <a:pt x="70970" y="40584"/>
                    </a:moveTo>
                    <a:lnTo>
                      <a:pt x="59435" y="36576"/>
                    </a:lnTo>
                    <a:lnTo>
                      <a:pt x="62483" y="27432"/>
                    </a:lnTo>
                    <a:lnTo>
                      <a:pt x="74187" y="31499"/>
                    </a:lnTo>
                    <a:lnTo>
                      <a:pt x="70970" y="40584"/>
                    </a:lnTo>
                    <a:close/>
                  </a:path>
                  <a:path w="2811779" h="992504">
                    <a:moveTo>
                      <a:pt x="74187" y="31499"/>
                    </a:moveTo>
                    <a:lnTo>
                      <a:pt x="62483" y="27432"/>
                    </a:lnTo>
                    <a:lnTo>
                      <a:pt x="75628" y="27432"/>
                    </a:lnTo>
                    <a:lnTo>
                      <a:pt x="74187" y="31499"/>
                    </a:lnTo>
                    <a:close/>
                  </a:path>
                  <a:path w="2811779" h="992504">
                    <a:moveTo>
                      <a:pt x="2808732" y="992124"/>
                    </a:moveTo>
                    <a:lnTo>
                      <a:pt x="70970" y="40584"/>
                    </a:lnTo>
                    <a:lnTo>
                      <a:pt x="74187" y="31499"/>
                    </a:lnTo>
                    <a:lnTo>
                      <a:pt x="2811780" y="982980"/>
                    </a:lnTo>
                    <a:lnTo>
                      <a:pt x="2808732" y="9921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5224183" y="3625326"/>
                <a:ext cx="2153210" cy="871818"/>
              </a:xfrm>
              <a:custGeom>
                <a:avLst/>
                <a:gdLst/>
                <a:ahLst/>
                <a:cxnLst/>
                <a:rect l="l" t="t" r="r" b="b"/>
                <a:pathLst>
                  <a:path w="2440304" h="988060">
                    <a:moveTo>
                      <a:pt x="56387" y="70104"/>
                    </a:moveTo>
                    <a:lnTo>
                      <a:pt x="0" y="6095"/>
                    </a:lnTo>
                    <a:lnTo>
                      <a:pt x="83819" y="0"/>
                    </a:lnTo>
                    <a:lnTo>
                      <a:pt x="73682" y="25908"/>
                    </a:lnTo>
                    <a:lnTo>
                      <a:pt x="59435" y="25908"/>
                    </a:lnTo>
                    <a:lnTo>
                      <a:pt x="56387" y="35052"/>
                    </a:lnTo>
                    <a:lnTo>
                      <a:pt x="68246" y="39799"/>
                    </a:lnTo>
                    <a:lnTo>
                      <a:pt x="56387" y="70104"/>
                    </a:lnTo>
                    <a:close/>
                  </a:path>
                  <a:path w="2440304" h="988060">
                    <a:moveTo>
                      <a:pt x="68246" y="39799"/>
                    </a:moveTo>
                    <a:lnTo>
                      <a:pt x="56387" y="35052"/>
                    </a:lnTo>
                    <a:lnTo>
                      <a:pt x="59435" y="25908"/>
                    </a:lnTo>
                    <a:lnTo>
                      <a:pt x="71753" y="30836"/>
                    </a:lnTo>
                    <a:lnTo>
                      <a:pt x="68246" y="39799"/>
                    </a:lnTo>
                    <a:close/>
                  </a:path>
                  <a:path w="2440304" h="988060">
                    <a:moveTo>
                      <a:pt x="71753" y="30836"/>
                    </a:moveTo>
                    <a:lnTo>
                      <a:pt x="59435" y="25908"/>
                    </a:lnTo>
                    <a:lnTo>
                      <a:pt x="73682" y="25908"/>
                    </a:lnTo>
                    <a:lnTo>
                      <a:pt x="71753" y="30836"/>
                    </a:lnTo>
                    <a:close/>
                  </a:path>
                  <a:path w="2440304" h="988060">
                    <a:moveTo>
                      <a:pt x="2435352" y="987552"/>
                    </a:moveTo>
                    <a:lnTo>
                      <a:pt x="68246" y="39799"/>
                    </a:lnTo>
                    <a:lnTo>
                      <a:pt x="71753" y="30836"/>
                    </a:lnTo>
                    <a:lnTo>
                      <a:pt x="2439924" y="978408"/>
                    </a:lnTo>
                    <a:lnTo>
                      <a:pt x="2435352" y="98755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5560359" y="3629360"/>
                <a:ext cx="1817034" cy="867335"/>
              </a:xfrm>
              <a:custGeom>
                <a:avLst/>
                <a:gdLst/>
                <a:ahLst/>
                <a:cxnLst/>
                <a:rect l="l" t="t" r="r" b="b"/>
                <a:pathLst>
                  <a:path w="2059304" h="982979">
                    <a:moveTo>
                      <a:pt x="51815" y="68579"/>
                    </a:moveTo>
                    <a:lnTo>
                      <a:pt x="0" y="1523"/>
                    </a:lnTo>
                    <a:lnTo>
                      <a:pt x="85343" y="0"/>
                    </a:lnTo>
                    <a:lnTo>
                      <a:pt x="72677" y="25907"/>
                    </a:lnTo>
                    <a:lnTo>
                      <a:pt x="59435" y="25907"/>
                    </a:lnTo>
                    <a:lnTo>
                      <a:pt x="54863" y="33527"/>
                    </a:lnTo>
                    <a:lnTo>
                      <a:pt x="66298" y="38957"/>
                    </a:lnTo>
                    <a:lnTo>
                      <a:pt x="51815" y="68579"/>
                    </a:lnTo>
                    <a:close/>
                  </a:path>
                  <a:path w="2059304" h="982979">
                    <a:moveTo>
                      <a:pt x="66298" y="38957"/>
                    </a:moveTo>
                    <a:lnTo>
                      <a:pt x="54863" y="33527"/>
                    </a:lnTo>
                    <a:lnTo>
                      <a:pt x="59435" y="25907"/>
                    </a:lnTo>
                    <a:lnTo>
                      <a:pt x="70182" y="31011"/>
                    </a:lnTo>
                    <a:lnTo>
                      <a:pt x="66298" y="38957"/>
                    </a:lnTo>
                    <a:close/>
                  </a:path>
                  <a:path w="2059304" h="982979">
                    <a:moveTo>
                      <a:pt x="70182" y="31011"/>
                    </a:moveTo>
                    <a:lnTo>
                      <a:pt x="59435" y="25907"/>
                    </a:lnTo>
                    <a:lnTo>
                      <a:pt x="72677" y="25907"/>
                    </a:lnTo>
                    <a:lnTo>
                      <a:pt x="70182" y="31011"/>
                    </a:lnTo>
                    <a:close/>
                  </a:path>
                  <a:path w="2059304" h="982979">
                    <a:moveTo>
                      <a:pt x="2054351" y="982980"/>
                    </a:moveTo>
                    <a:lnTo>
                      <a:pt x="66298" y="38957"/>
                    </a:lnTo>
                    <a:lnTo>
                      <a:pt x="70182" y="31011"/>
                    </a:lnTo>
                    <a:lnTo>
                      <a:pt x="2058923" y="975360"/>
                    </a:lnTo>
                    <a:lnTo>
                      <a:pt x="2054351" y="9829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5876365" y="3630705"/>
                <a:ext cx="1501027" cy="866215"/>
              </a:xfrm>
              <a:custGeom>
                <a:avLst/>
                <a:gdLst/>
                <a:ahLst/>
                <a:cxnLst/>
                <a:rect l="l" t="t" r="r" b="b"/>
                <a:pathLst>
                  <a:path w="1701165" h="981710">
                    <a:moveTo>
                      <a:pt x="47244" y="71628"/>
                    </a:moveTo>
                    <a:lnTo>
                      <a:pt x="0" y="0"/>
                    </a:lnTo>
                    <a:lnTo>
                      <a:pt x="83820" y="6095"/>
                    </a:lnTo>
                    <a:lnTo>
                      <a:pt x="71060" y="28956"/>
                    </a:lnTo>
                    <a:lnTo>
                      <a:pt x="56387" y="28956"/>
                    </a:lnTo>
                    <a:lnTo>
                      <a:pt x="51816" y="36576"/>
                    </a:lnTo>
                    <a:lnTo>
                      <a:pt x="63167" y="43098"/>
                    </a:lnTo>
                    <a:lnTo>
                      <a:pt x="47244" y="71628"/>
                    </a:lnTo>
                    <a:close/>
                  </a:path>
                  <a:path w="1701165" h="981710">
                    <a:moveTo>
                      <a:pt x="63167" y="43098"/>
                    </a:moveTo>
                    <a:lnTo>
                      <a:pt x="51816" y="36576"/>
                    </a:lnTo>
                    <a:lnTo>
                      <a:pt x="56387" y="28956"/>
                    </a:lnTo>
                    <a:lnTo>
                      <a:pt x="67497" y="35339"/>
                    </a:lnTo>
                    <a:lnTo>
                      <a:pt x="63167" y="43098"/>
                    </a:lnTo>
                    <a:close/>
                  </a:path>
                  <a:path w="1701165" h="981710">
                    <a:moveTo>
                      <a:pt x="67497" y="35339"/>
                    </a:moveTo>
                    <a:lnTo>
                      <a:pt x="56387" y="28956"/>
                    </a:lnTo>
                    <a:lnTo>
                      <a:pt x="71060" y="28956"/>
                    </a:lnTo>
                    <a:lnTo>
                      <a:pt x="67497" y="35339"/>
                    </a:lnTo>
                    <a:close/>
                  </a:path>
                  <a:path w="1701165" h="981710">
                    <a:moveTo>
                      <a:pt x="1696212" y="981456"/>
                    </a:moveTo>
                    <a:lnTo>
                      <a:pt x="63167" y="43098"/>
                    </a:lnTo>
                    <a:lnTo>
                      <a:pt x="67497" y="35339"/>
                    </a:lnTo>
                    <a:lnTo>
                      <a:pt x="1700784" y="973836"/>
                    </a:lnTo>
                    <a:lnTo>
                      <a:pt x="1696212" y="98145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7342094" y="3630706"/>
                <a:ext cx="67235" cy="862293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77264">
                    <a:moveTo>
                      <a:pt x="32004" y="76200"/>
                    </a:moveTo>
                    <a:lnTo>
                      <a:pt x="0" y="76200"/>
                    </a:lnTo>
                    <a:lnTo>
                      <a:pt x="38100" y="0"/>
                    </a:lnTo>
                    <a:lnTo>
                      <a:pt x="70104" y="64008"/>
                    </a:lnTo>
                    <a:lnTo>
                      <a:pt x="32004" y="64008"/>
                    </a:lnTo>
                    <a:lnTo>
                      <a:pt x="32004" y="76200"/>
                    </a:lnTo>
                    <a:close/>
                  </a:path>
                  <a:path w="76200" h="977264">
                    <a:moveTo>
                      <a:pt x="42672" y="976884"/>
                    </a:moveTo>
                    <a:lnTo>
                      <a:pt x="32004" y="976884"/>
                    </a:lnTo>
                    <a:lnTo>
                      <a:pt x="32004" y="64008"/>
                    </a:lnTo>
                    <a:lnTo>
                      <a:pt x="42672" y="64008"/>
                    </a:lnTo>
                    <a:lnTo>
                      <a:pt x="42672" y="976884"/>
                    </a:lnTo>
                    <a:close/>
                  </a:path>
                  <a:path w="76200" h="977264">
                    <a:moveTo>
                      <a:pt x="76200" y="76200"/>
                    </a:moveTo>
                    <a:lnTo>
                      <a:pt x="42672" y="76200"/>
                    </a:lnTo>
                    <a:lnTo>
                      <a:pt x="42672" y="64008"/>
                    </a:lnTo>
                    <a:lnTo>
                      <a:pt x="70104" y="64008"/>
                    </a:lnTo>
                    <a:lnTo>
                      <a:pt x="76200" y="762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7031467" y="3630706"/>
                <a:ext cx="331134" cy="863413"/>
              </a:xfrm>
              <a:custGeom>
                <a:avLst/>
                <a:gdLst/>
                <a:ahLst/>
                <a:cxnLst/>
                <a:rect l="l" t="t" r="r" b="b"/>
                <a:pathLst>
                  <a:path w="375284" h="978535">
                    <a:moveTo>
                      <a:pt x="0" y="85343"/>
                    </a:moveTo>
                    <a:lnTo>
                      <a:pt x="9144" y="0"/>
                    </a:lnTo>
                    <a:lnTo>
                      <a:pt x="68540" y="57912"/>
                    </a:lnTo>
                    <a:lnTo>
                      <a:pt x="35052" y="57912"/>
                    </a:lnTo>
                    <a:lnTo>
                      <a:pt x="25908" y="62483"/>
                    </a:lnTo>
                    <a:lnTo>
                      <a:pt x="30243" y="74167"/>
                    </a:lnTo>
                    <a:lnTo>
                      <a:pt x="0" y="85343"/>
                    </a:lnTo>
                    <a:close/>
                  </a:path>
                  <a:path w="375284" h="978535">
                    <a:moveTo>
                      <a:pt x="30243" y="74167"/>
                    </a:moveTo>
                    <a:lnTo>
                      <a:pt x="25908" y="62483"/>
                    </a:lnTo>
                    <a:lnTo>
                      <a:pt x="35052" y="57912"/>
                    </a:lnTo>
                    <a:lnTo>
                      <a:pt x="39769" y="70646"/>
                    </a:lnTo>
                    <a:lnTo>
                      <a:pt x="30243" y="74167"/>
                    </a:lnTo>
                    <a:close/>
                  </a:path>
                  <a:path w="375284" h="978535">
                    <a:moveTo>
                      <a:pt x="39769" y="70646"/>
                    </a:moveTo>
                    <a:lnTo>
                      <a:pt x="35052" y="57912"/>
                    </a:lnTo>
                    <a:lnTo>
                      <a:pt x="68540" y="57912"/>
                    </a:lnTo>
                    <a:lnTo>
                      <a:pt x="70104" y="59435"/>
                    </a:lnTo>
                    <a:lnTo>
                      <a:pt x="39769" y="70646"/>
                    </a:lnTo>
                    <a:close/>
                  </a:path>
                  <a:path w="375284" h="978535">
                    <a:moveTo>
                      <a:pt x="365760" y="978408"/>
                    </a:moveTo>
                    <a:lnTo>
                      <a:pt x="30243" y="74167"/>
                    </a:lnTo>
                    <a:lnTo>
                      <a:pt x="39769" y="70646"/>
                    </a:lnTo>
                    <a:lnTo>
                      <a:pt x="374904" y="975360"/>
                    </a:lnTo>
                    <a:lnTo>
                      <a:pt x="365760" y="97840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711426" y="3630706"/>
                <a:ext cx="651062" cy="876860"/>
              </a:xfrm>
              <a:custGeom>
                <a:avLst/>
                <a:gdLst/>
                <a:ahLst/>
                <a:cxnLst/>
                <a:rect l="l" t="t" r="r" b="b"/>
                <a:pathLst>
                  <a:path w="737870" h="993775">
                    <a:moveTo>
                      <a:pt x="15239" y="85343"/>
                    </a:moveTo>
                    <a:lnTo>
                      <a:pt x="0" y="0"/>
                    </a:lnTo>
                    <a:lnTo>
                      <a:pt x="76200" y="39623"/>
                    </a:lnTo>
                    <a:lnTo>
                      <a:pt x="64007" y="48768"/>
                    </a:lnTo>
                    <a:lnTo>
                      <a:pt x="42671" y="48768"/>
                    </a:lnTo>
                    <a:lnTo>
                      <a:pt x="35052" y="54864"/>
                    </a:lnTo>
                    <a:lnTo>
                      <a:pt x="42487" y="64908"/>
                    </a:lnTo>
                    <a:lnTo>
                      <a:pt x="15239" y="85343"/>
                    </a:lnTo>
                    <a:close/>
                  </a:path>
                  <a:path w="737870" h="993775">
                    <a:moveTo>
                      <a:pt x="42487" y="64908"/>
                    </a:moveTo>
                    <a:lnTo>
                      <a:pt x="35052" y="54864"/>
                    </a:lnTo>
                    <a:lnTo>
                      <a:pt x="42671" y="48768"/>
                    </a:lnTo>
                    <a:lnTo>
                      <a:pt x="50280" y="59063"/>
                    </a:lnTo>
                    <a:lnTo>
                      <a:pt x="42487" y="64908"/>
                    </a:lnTo>
                    <a:close/>
                  </a:path>
                  <a:path w="737870" h="993775">
                    <a:moveTo>
                      <a:pt x="50280" y="59063"/>
                    </a:moveTo>
                    <a:lnTo>
                      <a:pt x="42671" y="48768"/>
                    </a:lnTo>
                    <a:lnTo>
                      <a:pt x="64007" y="48768"/>
                    </a:lnTo>
                    <a:lnTo>
                      <a:pt x="50280" y="59063"/>
                    </a:lnTo>
                    <a:close/>
                  </a:path>
                  <a:path w="737870" h="993775">
                    <a:moveTo>
                      <a:pt x="729996" y="993648"/>
                    </a:moveTo>
                    <a:lnTo>
                      <a:pt x="42487" y="64908"/>
                    </a:lnTo>
                    <a:lnTo>
                      <a:pt x="50280" y="59063"/>
                    </a:lnTo>
                    <a:lnTo>
                      <a:pt x="737616" y="989076"/>
                    </a:lnTo>
                    <a:lnTo>
                      <a:pt x="729996" y="99364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212541" y="3630705"/>
                <a:ext cx="1148603" cy="878541"/>
              </a:xfrm>
              <a:custGeom>
                <a:avLst/>
                <a:gdLst/>
                <a:ahLst/>
                <a:cxnLst/>
                <a:rect l="l" t="t" r="r" b="b"/>
                <a:pathLst>
                  <a:path w="1301750" h="995679">
                    <a:moveTo>
                      <a:pt x="36575" y="77724"/>
                    </a:moveTo>
                    <a:lnTo>
                      <a:pt x="0" y="0"/>
                    </a:lnTo>
                    <a:lnTo>
                      <a:pt x="83820" y="16764"/>
                    </a:lnTo>
                    <a:lnTo>
                      <a:pt x="69646" y="35052"/>
                    </a:lnTo>
                    <a:lnTo>
                      <a:pt x="53340" y="35052"/>
                    </a:lnTo>
                    <a:lnTo>
                      <a:pt x="47244" y="42672"/>
                    </a:lnTo>
                    <a:lnTo>
                      <a:pt x="57610" y="50582"/>
                    </a:lnTo>
                    <a:lnTo>
                      <a:pt x="36575" y="77724"/>
                    </a:lnTo>
                    <a:close/>
                  </a:path>
                  <a:path w="1301750" h="995679">
                    <a:moveTo>
                      <a:pt x="57610" y="50582"/>
                    </a:moveTo>
                    <a:lnTo>
                      <a:pt x="47244" y="42672"/>
                    </a:lnTo>
                    <a:lnTo>
                      <a:pt x="53340" y="35052"/>
                    </a:lnTo>
                    <a:lnTo>
                      <a:pt x="63586" y="42871"/>
                    </a:lnTo>
                    <a:lnTo>
                      <a:pt x="57610" y="50582"/>
                    </a:lnTo>
                    <a:close/>
                  </a:path>
                  <a:path w="1301750" h="995679">
                    <a:moveTo>
                      <a:pt x="63586" y="42871"/>
                    </a:moveTo>
                    <a:lnTo>
                      <a:pt x="53340" y="35052"/>
                    </a:lnTo>
                    <a:lnTo>
                      <a:pt x="69646" y="35052"/>
                    </a:lnTo>
                    <a:lnTo>
                      <a:pt x="63586" y="42871"/>
                    </a:lnTo>
                    <a:close/>
                  </a:path>
                  <a:path w="1301750" h="995679">
                    <a:moveTo>
                      <a:pt x="1295400" y="995172"/>
                    </a:moveTo>
                    <a:lnTo>
                      <a:pt x="57610" y="50582"/>
                    </a:lnTo>
                    <a:lnTo>
                      <a:pt x="63586" y="42871"/>
                    </a:lnTo>
                    <a:lnTo>
                      <a:pt x="1301496" y="987552"/>
                    </a:lnTo>
                    <a:lnTo>
                      <a:pt x="1295400" y="9951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 txBox="1"/>
              <p:nvPr/>
            </p:nvSpPr>
            <p:spPr>
              <a:xfrm>
                <a:off x="5863857" y="4449162"/>
                <a:ext cx="1667996" cy="33723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44826">
                  <a:spcBef>
                    <a:spcPts val="88"/>
                  </a:spcBef>
                  <a:tabLst>
                    <a:tab pos="1414818" algn="l"/>
                  </a:tabLst>
                </a:pPr>
                <a:r>
                  <a:rPr sz="2118" spc="-4" dirty="0">
                    <a:latin typeface="Calibri"/>
                    <a:cs typeface="Calibri"/>
                  </a:rPr>
                  <a:t>x</a:t>
                </a:r>
                <a:r>
                  <a:rPr sz="2118" spc="-6" baseline="-20833" dirty="0">
                    <a:latin typeface="Calibri"/>
                    <a:cs typeface="Calibri"/>
                  </a:rPr>
                  <a:t>1	</a:t>
                </a:r>
                <a:r>
                  <a:rPr sz="2118" spc="-4" dirty="0">
                    <a:latin typeface="Calibri"/>
                    <a:cs typeface="Calibri"/>
                  </a:rPr>
                  <a:t>x</a:t>
                </a:r>
                <a:r>
                  <a:rPr sz="2118" spc="-6" baseline="-20833" dirty="0">
                    <a:latin typeface="Calibri"/>
                    <a:cs typeface="Calibri"/>
                  </a:rPr>
                  <a:t>2</a:t>
                </a:r>
                <a:endParaRPr sz="2118" baseline="-20833">
                  <a:latin typeface="Calibri"/>
                  <a:cs typeface="Calibri"/>
                </a:endParaRPr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7293685" y="4437528"/>
                <a:ext cx="112955" cy="11161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</p:grpSp>
      <p:sp>
        <p:nvSpPr>
          <p:cNvPr id="35" name="Rectangle 34"/>
          <p:cNvSpPr/>
          <p:nvPr/>
        </p:nvSpPr>
        <p:spPr>
          <a:xfrm>
            <a:off x="2358225" y="1390135"/>
            <a:ext cx="2784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Non Convex decision region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96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960550" y="1981200"/>
            <a:ext cx="8707450" cy="35814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complex decision boundaries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740240" y="846360"/>
              <a:ext cx="2828520" cy="63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1600" y="832320"/>
                <a:ext cx="2851920" cy="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444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rgbClr val="FFFFFF"/>
                </a:solidFill>
              </a:rPr>
              <a:t>W</a:t>
            </a:r>
            <a:r>
              <a:rPr lang="en-US" cap="small" dirty="0">
                <a:solidFill>
                  <a:srgbClr val="FFFFFF"/>
                </a:solidFill>
              </a:rPr>
              <a:t>hat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is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lang="en-US" cap="small" dirty="0">
                <a:solidFill>
                  <a:schemeClr val="tx1"/>
                </a:solidFill>
              </a:rPr>
              <a:t>on</a:t>
            </a:r>
            <a:r>
              <a:rPr lang="en-US" dirty="0">
                <a:solidFill>
                  <a:schemeClr val="tx1"/>
                </a:solidFill>
              </a:rPr>
              <a:t>-L</a:t>
            </a:r>
            <a:r>
              <a:rPr lang="en-US" cap="small" dirty="0">
                <a:solidFill>
                  <a:schemeClr val="tx1"/>
                </a:solidFill>
              </a:rPr>
              <a:t>inearity</a:t>
            </a:r>
            <a:r>
              <a:rPr lang="en-US" dirty="0">
                <a:solidFill>
                  <a:srgbClr val="FFFFFF"/>
                </a:solidFill>
              </a:rPr>
              <a:t>?</a:t>
            </a:r>
            <a:endParaRPr dirty="0"/>
          </a:p>
        </p:txBody>
      </p:sp>
      <p:grpSp>
        <p:nvGrpSpPr>
          <p:cNvPr id="301" name="Google Shape;301;p10"/>
          <p:cNvGrpSpPr/>
          <p:nvPr/>
        </p:nvGrpSpPr>
        <p:grpSpPr>
          <a:xfrm>
            <a:off x="656463" y="1660520"/>
            <a:ext cx="10974292" cy="2449503"/>
            <a:chOff x="309193" y="785672"/>
            <a:chExt cx="5192466" cy="1158978"/>
          </a:xfrm>
        </p:grpSpPr>
        <p:sp>
          <p:nvSpPr>
            <p:cNvPr id="302" name="Google Shape;302;p10"/>
            <p:cNvSpPr/>
            <p:nvPr/>
          </p:nvSpPr>
          <p:spPr>
            <a:xfrm>
              <a:off x="309193" y="785672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pic>
          <p:nvPicPr>
            <p:cNvPr id="303" name="Google Shape;303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979906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8430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830349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829906"/>
              <a:ext cx="50800" cy="10131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10"/>
            <p:cNvSpPr/>
            <p:nvPr/>
          </p:nvSpPr>
          <p:spPr>
            <a:xfrm>
              <a:off x="309193" y="1024180"/>
              <a:ext cx="5142230" cy="869950"/>
            </a:xfrm>
            <a:custGeom>
              <a:avLst/>
              <a:gdLst/>
              <a:ahLst/>
              <a:cxnLst/>
              <a:rect l="l" t="t" r="r" b="b"/>
              <a:pathLst>
                <a:path w="5142230" h="86995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818868"/>
                  </a:lnTo>
                  <a:lnTo>
                    <a:pt x="4008" y="838593"/>
                  </a:lnTo>
                  <a:lnTo>
                    <a:pt x="14922" y="854746"/>
                  </a:lnTo>
                  <a:lnTo>
                    <a:pt x="31075" y="865660"/>
                  </a:lnTo>
                  <a:lnTo>
                    <a:pt x="50800" y="869669"/>
                  </a:lnTo>
                  <a:lnTo>
                    <a:pt x="5090865" y="869669"/>
                  </a:lnTo>
                  <a:lnTo>
                    <a:pt x="5110590" y="865660"/>
                  </a:lnTo>
                  <a:lnTo>
                    <a:pt x="5126743" y="854746"/>
                  </a:lnTo>
                  <a:lnTo>
                    <a:pt x="5137657" y="838593"/>
                  </a:lnTo>
                  <a:lnTo>
                    <a:pt x="5141666" y="81886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5450859" y="867998"/>
              <a:ext cx="0" cy="994410"/>
            </a:xfrm>
            <a:custGeom>
              <a:avLst/>
              <a:gdLst/>
              <a:ahLst/>
              <a:cxnLst/>
              <a:rect l="l" t="t" r="r" b="b"/>
              <a:pathLst>
                <a:path w="120000" h="994410" extrusionOk="0">
                  <a:moveTo>
                    <a:pt x="0" y="9941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5450859" y="8552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5450859" y="8425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5450859" y="829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5450859" y="810848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313" name="Google Shape;313;p10"/>
          <p:cNvSpPr txBox="1"/>
          <p:nvPr/>
        </p:nvSpPr>
        <p:spPr>
          <a:xfrm>
            <a:off x="736990" y="1513481"/>
            <a:ext cx="8520830" cy="97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076" rIns="0" bIns="0" anchor="t" anchorCtr="0">
            <a:spAutoFit/>
          </a:bodyPr>
          <a:lstStyle/>
          <a:p>
            <a:pPr marL="26841"/>
            <a:r>
              <a:rPr lang="en-US" sz="2959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959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959">
              <a:latin typeface="Calibri"/>
              <a:ea typeface="Calibri"/>
              <a:cs typeface="Calibri"/>
              <a:sym typeface="Calibri"/>
            </a:endParaRPr>
          </a:p>
          <a:p>
            <a:pPr marL="26841">
              <a:spcBef>
                <a:spcPts val="537"/>
              </a:spcBef>
            </a:pPr>
            <a:r>
              <a:rPr lang="en-US" sz="2219">
                <a:latin typeface="Arial"/>
                <a:ea typeface="Arial"/>
                <a:cs typeface="Arial"/>
                <a:sym typeface="Arial"/>
              </a:rPr>
              <a:t>A function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if it does not satisfy the linearity property: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3955497" y="2789982"/>
            <a:ext cx="4994419" cy="41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80524"/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ax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bx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) ≠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a f 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) +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b f 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536">
                <a:latin typeface="Tahoma"/>
                <a:ea typeface="Tahoma"/>
                <a:cs typeface="Tahoma"/>
                <a:sym typeface="Tahoma"/>
              </a:rPr>
              <a:t>)</a:t>
            </a:r>
            <a:endParaRPr sz="2536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11036149" y="2822071"/>
            <a:ext cx="406649" cy="37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52" rIns="0" bIns="0" anchor="t" anchorCtr="0">
            <a:spAutoFit/>
          </a:bodyPr>
          <a:lstStyle/>
          <a:p>
            <a:pPr marL="26841"/>
            <a:r>
              <a:rPr lang="en-US" sz="2219">
                <a:latin typeface="Arial"/>
                <a:ea typeface="Arial"/>
                <a:cs typeface="Arial"/>
                <a:sym typeface="Arial"/>
              </a:rPr>
              <a:t>(3)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0"/>
          <p:cNvGrpSpPr/>
          <p:nvPr/>
        </p:nvGrpSpPr>
        <p:grpSpPr>
          <a:xfrm>
            <a:off x="1088694" y="4965809"/>
            <a:ext cx="146447" cy="614427"/>
            <a:chOff x="513702" y="2349563"/>
            <a:chExt cx="69291" cy="290715"/>
          </a:xfrm>
        </p:grpSpPr>
        <p:pic>
          <p:nvPicPr>
            <p:cNvPr id="317" name="Google Shape;317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495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709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9" name="Google Shape;319;p10"/>
          <p:cNvSpPr txBox="1"/>
          <p:nvPr/>
        </p:nvSpPr>
        <p:spPr>
          <a:xfrm>
            <a:off x="656466" y="3498621"/>
            <a:ext cx="9452230" cy="216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107366"/>
            <a:r>
              <a:rPr lang="en-US" sz="2219">
                <a:latin typeface="Arial"/>
                <a:ea typeface="Arial"/>
                <a:cs typeface="Arial"/>
                <a:sym typeface="Arial"/>
              </a:rPr>
              <a:t>for all scalars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536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and inputs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 i="1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.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046"/>
              </a:spcBef>
            </a:pP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107366"/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non-linearity matters: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735456" marR="37578">
              <a:lnSpc>
                <a:spcPct val="138400"/>
              </a:lnSpc>
            </a:pPr>
            <a:r>
              <a:rPr lang="en-US" sz="2219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Without non-linearity,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deep networks collapse to single-layer models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activations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enable learning complex patterns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10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321" name="Google Shape;321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324" name="Google Shape;324;p10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182"/>
            <a:fld id="{00000000-1234-1234-1234-123412341234}" type="slidenum">
              <a:rPr lang="en-US"/>
              <a:pPr marL="79182"/>
              <a:t>16</a:t>
            </a:fld>
            <a:r>
              <a:rPr lang="en-US"/>
              <a:t> / 67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6113880" y="64800"/>
              <a:ext cx="2238480" cy="1026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04880" y="51120"/>
                <a:ext cx="2262600" cy="10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9448687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rgbClr val="FFFFFF"/>
                </a:solidFill>
              </a:rPr>
              <a:t>D</a:t>
            </a:r>
            <a:r>
              <a:rPr lang="en-US" cap="small" dirty="0">
                <a:solidFill>
                  <a:srgbClr val="FFFFFF"/>
                </a:solidFill>
              </a:rPr>
              <a:t>eep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US" cap="small" dirty="0">
                <a:solidFill>
                  <a:schemeClr val="tx1"/>
                </a:solidFill>
              </a:rPr>
              <a:t>eed</a:t>
            </a:r>
            <a:r>
              <a:rPr lang="en-US" dirty="0">
                <a:solidFill>
                  <a:schemeClr val="tx1"/>
                </a:solidFill>
              </a:rPr>
              <a:t>-F</a:t>
            </a:r>
            <a:r>
              <a:rPr lang="en-US" cap="small" dirty="0">
                <a:solidFill>
                  <a:schemeClr val="tx1"/>
                </a:solidFill>
              </a:rPr>
              <a:t>orward</a:t>
            </a:r>
            <a:r>
              <a:rPr lang="en-US" dirty="0">
                <a:solidFill>
                  <a:srgbClr val="FFFFFF"/>
                </a:solidFill>
              </a:rPr>
              <a:t> N</a:t>
            </a:r>
            <a:r>
              <a:rPr lang="en-US" cap="small" dirty="0">
                <a:solidFill>
                  <a:srgbClr val="FFFFFF"/>
                </a:solidFill>
              </a:rPr>
              <a:t>eural</a:t>
            </a:r>
            <a:r>
              <a:rPr lang="en-US" dirty="0">
                <a:solidFill>
                  <a:srgbClr val="FFFFFF"/>
                </a:solidFill>
              </a:rPr>
              <a:t> N</a:t>
            </a:r>
            <a:r>
              <a:rPr lang="en-US" cap="small" dirty="0">
                <a:solidFill>
                  <a:srgbClr val="FFFFFF"/>
                </a:solidFill>
              </a:rPr>
              <a:t>etwork</a:t>
            </a:r>
            <a:r>
              <a:rPr lang="en-US" dirty="0">
                <a:solidFill>
                  <a:srgbClr val="FFFFFF"/>
                </a:solidFill>
              </a:rPr>
              <a:t> (DFNN)</a:t>
            </a:r>
            <a:endParaRPr dirty="0"/>
          </a:p>
        </p:txBody>
      </p:sp>
      <p:grpSp>
        <p:nvGrpSpPr>
          <p:cNvPr id="417" name="Google Shape;417;p15"/>
          <p:cNvGrpSpPr/>
          <p:nvPr/>
        </p:nvGrpSpPr>
        <p:grpSpPr>
          <a:xfrm>
            <a:off x="656463" y="1483152"/>
            <a:ext cx="10974292" cy="1419515"/>
            <a:chOff x="309193" y="701750"/>
            <a:chExt cx="5192466" cy="671641"/>
          </a:xfrm>
        </p:grpSpPr>
        <p:sp>
          <p:nvSpPr>
            <p:cNvPr id="418" name="Google Shape;418;p15"/>
            <p:cNvSpPr/>
            <p:nvPr/>
          </p:nvSpPr>
          <p:spPr>
            <a:xfrm>
              <a:off x="309193" y="701750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pic>
          <p:nvPicPr>
            <p:cNvPr id="419" name="Google Shape;41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89598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71790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9090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745985"/>
              <a:ext cx="50800" cy="525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5"/>
            <p:cNvSpPr/>
            <p:nvPr/>
          </p:nvSpPr>
          <p:spPr>
            <a:xfrm>
              <a:off x="309193" y="940263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527"/>
                  </a:lnTo>
                  <a:lnTo>
                    <a:pt x="4008" y="351251"/>
                  </a:lnTo>
                  <a:lnTo>
                    <a:pt x="14922" y="367404"/>
                  </a:lnTo>
                  <a:lnTo>
                    <a:pt x="31075" y="378318"/>
                  </a:lnTo>
                  <a:lnTo>
                    <a:pt x="50800" y="382327"/>
                  </a:lnTo>
                  <a:lnTo>
                    <a:pt x="5090865" y="382327"/>
                  </a:lnTo>
                  <a:lnTo>
                    <a:pt x="5110590" y="378318"/>
                  </a:lnTo>
                  <a:lnTo>
                    <a:pt x="5126743" y="367404"/>
                  </a:lnTo>
                  <a:lnTo>
                    <a:pt x="5137657" y="351251"/>
                  </a:lnTo>
                  <a:lnTo>
                    <a:pt x="5141666" y="33152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5450859" y="784082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120000" h="507365" extrusionOk="0">
                  <a:moveTo>
                    <a:pt x="0" y="506758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5450859" y="7713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5450859" y="7586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5450859" y="7459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5450859" y="72693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429" name="Google Shape;429;p15"/>
          <p:cNvSpPr txBox="1"/>
          <p:nvPr/>
        </p:nvSpPr>
        <p:spPr>
          <a:xfrm>
            <a:off x="736989" y="1339190"/>
            <a:ext cx="10473548" cy="2190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382" rIns="0" bIns="0" anchor="t" anchorCtr="0">
            <a:spAutoFit/>
          </a:bodyPr>
          <a:lstStyle/>
          <a:p>
            <a:pPr marL="26841"/>
            <a:r>
              <a:rPr lang="en-US" sz="2959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959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2959">
              <a:latin typeface="Calibri"/>
              <a:ea typeface="Calibri"/>
              <a:cs typeface="Calibri"/>
              <a:sym typeface="Calibri"/>
            </a:endParaRPr>
          </a:p>
          <a:p>
            <a:pPr marL="26841" marR="10737">
              <a:lnSpc>
                <a:spcPct val="114700"/>
              </a:lnSpc>
              <a:spcBef>
                <a:spcPts val="127"/>
              </a:spcBef>
            </a:pPr>
            <a:r>
              <a:rPr lang="en-US" sz="2219">
                <a:latin typeface="Arial"/>
                <a:ea typeface="Arial"/>
                <a:cs typeface="Arial"/>
                <a:sym typeface="Arial"/>
              </a:rPr>
              <a:t>A DFNN is a neural network with one or more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hidden layers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between input and output layers, where information flows forward through non-linear transformations.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120"/>
              </a:spcBef>
            </a:pP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26841"/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Complete system requires four components: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8846" y="3692314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5"/>
          <p:cNvSpPr txBox="1"/>
          <p:nvPr/>
        </p:nvSpPr>
        <p:spPr>
          <a:xfrm>
            <a:off x="1025804" y="3671495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846" y="4160269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5"/>
          <p:cNvSpPr txBox="1"/>
          <p:nvPr/>
        </p:nvSpPr>
        <p:spPr>
          <a:xfrm>
            <a:off x="1025804" y="4139450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4" name="Google Shape;434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846" y="4628251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5"/>
          <p:cNvSpPr txBox="1"/>
          <p:nvPr/>
        </p:nvSpPr>
        <p:spPr>
          <a:xfrm>
            <a:off x="1025804" y="4607432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6" name="Google Shape;436;p15"/>
          <p:cNvGrpSpPr/>
          <p:nvPr/>
        </p:nvGrpSpPr>
        <p:grpSpPr>
          <a:xfrm>
            <a:off x="2983" y="5096232"/>
            <a:ext cx="12174329" cy="1738861"/>
            <a:chOff x="0" y="2411272"/>
            <a:chExt cx="5760261" cy="822739"/>
          </a:xfrm>
        </p:grpSpPr>
        <p:pic>
          <p:nvPicPr>
            <p:cNvPr id="437" name="Google Shape;437;p1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6996" y="2411272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441" name="Google Shape;441;p15"/>
          <p:cNvSpPr txBox="1"/>
          <p:nvPr/>
        </p:nvSpPr>
        <p:spPr>
          <a:xfrm>
            <a:off x="1025804" y="5075412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17</a:t>
            </a:fld>
            <a:r>
              <a:rPr lang="en-US"/>
              <a:t> / 67</a:t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1365402" y="3473178"/>
            <a:ext cx="7633717" cy="190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4339" rIns="0" bIns="0" anchor="t" anchorCtr="0">
            <a:spAutoFit/>
          </a:bodyPr>
          <a:lstStyle/>
          <a:p>
            <a:pPr marL="26841"/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Input features and target outputs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26841" marR="322097">
              <a:lnSpc>
                <a:spcPct val="138400"/>
              </a:lnSpc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Multi-layer architecture with non-linear activations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Objective Function: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Loss function to minimize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26841">
              <a:spcBef>
                <a:spcPts val="1023"/>
              </a:spcBef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Algorithm: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Backpropagation with gradient descent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736989" y="5618658"/>
            <a:ext cx="10707069" cy="37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52" rIns="0" bIns="0" anchor="t" anchorCtr="0">
            <a:spAutoFit/>
          </a:bodyPr>
          <a:lstStyle/>
          <a:p>
            <a:pPr marL="26841"/>
            <a:r>
              <a:rPr lang="en-US" sz="2219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This is the same framework as linear models, but with added depth and non-linearity!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592320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DFNN A</a:t>
            </a:r>
            <a:r>
              <a:rPr lang="en-US" cap="small" dirty="0">
                <a:solidFill>
                  <a:schemeClr val="tx1"/>
                </a:solidFill>
              </a:rPr>
              <a:t>rchitecture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83" name="Google Shape;483;p18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484" name="Google Shape;484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487" name="Google Shape;487;p18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88" name="Google Shape;488;p18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18</a:t>
            </a:fld>
            <a:r>
              <a:rPr lang="en-US"/>
              <a:t> / 67</a:t>
            </a:r>
            <a:endParaRPr/>
          </a:p>
        </p:txBody>
      </p:sp>
      <p:pic>
        <p:nvPicPr>
          <p:cNvPr id="490" name="Google Shape;4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0" y="1162924"/>
            <a:ext cx="10590400" cy="51464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408760" y="3240"/>
              <a:ext cx="8587080" cy="6681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97960" y="-9000"/>
                <a:ext cx="8608320" cy="67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/>
              <p14:cNvContentPartPr/>
              <p14:nvPr/>
            </p14:nvContentPartPr>
            <p14:xfrm>
              <a:off x="133200" y="2572560"/>
              <a:ext cx="7020360" cy="2425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960" y="2561400"/>
                <a:ext cx="7044120" cy="24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5203534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3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US" cap="small" dirty="0">
                <a:solidFill>
                  <a:schemeClr val="tx1"/>
                </a:solidFill>
              </a:rPr>
              <a:t>hat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cap="small" dirty="0">
                <a:solidFill>
                  <a:schemeClr val="tx1"/>
                </a:solidFill>
              </a:rPr>
              <a:t>is</a:t>
            </a:r>
            <a:r>
              <a:rPr lang="en-US" dirty="0">
                <a:solidFill>
                  <a:schemeClr val="tx1"/>
                </a:solidFill>
              </a:rPr>
              <a:t> M</a:t>
            </a:r>
            <a:r>
              <a:rPr lang="en-US" cap="small" dirty="0">
                <a:solidFill>
                  <a:schemeClr val="tx1"/>
                </a:solidFill>
              </a:rPr>
              <a:t>ulti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cap="small" dirty="0">
                <a:solidFill>
                  <a:schemeClr val="tx1"/>
                </a:solidFill>
              </a:rPr>
              <a:t>class</a:t>
            </a:r>
            <a:r>
              <a:rPr lang="en-US" dirty="0">
                <a:solidFill>
                  <a:schemeClr val="tx1"/>
                </a:solidFill>
              </a:rPr>
              <a:t> C</a:t>
            </a:r>
            <a:r>
              <a:rPr lang="en-US" cap="small" dirty="0">
                <a:solidFill>
                  <a:schemeClr val="tx1"/>
                </a:solidFill>
              </a:rPr>
              <a:t>lassification</a:t>
            </a:r>
            <a:r>
              <a:rPr lang="en-US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30" name="Google Shape;1030;p53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31" name="Google Shape;1031;p53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32" name="Google Shape;1032;p53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4111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19</a:t>
            </a:fld>
            <a:r>
              <a:rPr lang="en-US"/>
              <a:t> / 100</a:t>
            </a:r>
            <a:endParaRPr/>
          </a:p>
        </p:txBody>
      </p:sp>
      <p:pic>
        <p:nvPicPr>
          <p:cNvPr id="1033" name="Google Shape;103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0" y="1162924"/>
            <a:ext cx="10973438" cy="51464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8208000" y="258120"/>
              <a:ext cx="3902040" cy="5155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0080" y="248040"/>
                <a:ext cx="3921480" cy="517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/>
              <p14:cNvContentPartPr/>
              <p14:nvPr/>
            </p14:nvContentPartPr>
            <p14:xfrm>
              <a:off x="4117320" y="965520"/>
              <a:ext cx="7956720" cy="49039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03280" y="952200"/>
                <a:ext cx="7986240" cy="49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" name="Ink 5"/>
              <p14:cNvContentPartPr/>
              <p14:nvPr/>
            </p14:nvContentPartPr>
            <p14:xfrm>
              <a:off x="8492760" y="5519520"/>
              <a:ext cx="2980440" cy="9205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87720" y="5508000"/>
                <a:ext cx="2999880" cy="9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0636284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693440" y="1798200"/>
              <a:ext cx="8889480" cy="3609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1200" y="1785600"/>
                <a:ext cx="8915760" cy="36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519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chemeClr val="tx1"/>
                </a:solidFill>
              </a:rPr>
              <a:t>E</a:t>
            </a:r>
            <a:r>
              <a:rPr lang="en-US" cap="small">
                <a:solidFill>
                  <a:schemeClr val="tx1"/>
                </a:solidFill>
              </a:rPr>
              <a:t>xamples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cap="small">
                <a:solidFill>
                  <a:schemeClr val="tx1"/>
                </a:solidFill>
              </a:rPr>
              <a:t>of</a:t>
            </a:r>
            <a:r>
              <a:rPr lang="en-US">
                <a:solidFill>
                  <a:schemeClr val="tx1"/>
                </a:solidFill>
              </a:rPr>
              <a:t> M</a:t>
            </a:r>
            <a:r>
              <a:rPr lang="en-US" cap="small">
                <a:solidFill>
                  <a:schemeClr val="tx1"/>
                </a:solidFill>
              </a:rPr>
              <a:t>ulti</a:t>
            </a:r>
            <a:r>
              <a:rPr lang="en-US">
                <a:solidFill>
                  <a:schemeClr val="tx1"/>
                </a:solidFill>
              </a:rPr>
              <a:t>-</a:t>
            </a:r>
            <a:r>
              <a:rPr lang="en-US" cap="small">
                <a:solidFill>
                  <a:schemeClr val="tx1"/>
                </a:solidFill>
              </a:rPr>
              <a:t>class</a:t>
            </a:r>
            <a:r>
              <a:rPr lang="en-US">
                <a:solidFill>
                  <a:schemeClr val="tx1"/>
                </a:solidFill>
              </a:rPr>
              <a:t> C</a:t>
            </a:r>
            <a:r>
              <a:rPr lang="en-US" cap="small">
                <a:solidFill>
                  <a:schemeClr val="tx1"/>
                </a:solidFill>
              </a:rPr>
              <a:t>lassification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039" name="Google Shape;103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846" y="1370741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54"/>
          <p:cNvSpPr txBox="1"/>
          <p:nvPr/>
        </p:nvSpPr>
        <p:spPr>
          <a:xfrm>
            <a:off x="1025804" y="1349922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1" name="Google Shape;104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846" y="2595491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54"/>
          <p:cNvSpPr txBox="1"/>
          <p:nvPr/>
        </p:nvSpPr>
        <p:spPr>
          <a:xfrm>
            <a:off x="1025804" y="2574671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3" name="Google Shape;104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846" y="3820242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54"/>
          <p:cNvSpPr txBox="1"/>
          <p:nvPr/>
        </p:nvSpPr>
        <p:spPr>
          <a:xfrm>
            <a:off x="1025804" y="3799423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5" name="Google Shape;1045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846" y="5044992"/>
            <a:ext cx="256281" cy="256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54"/>
          <p:cNvSpPr txBox="1"/>
          <p:nvPr/>
        </p:nvSpPr>
        <p:spPr>
          <a:xfrm>
            <a:off x="1025804" y="5024172"/>
            <a:ext cx="142260" cy="22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1268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47" name="Google Shape;1047;p54"/>
          <p:cNvSpPr txBox="1"/>
          <p:nvPr/>
        </p:nvSpPr>
        <p:spPr>
          <a:xfrm>
            <a:off x="1311718" y="1207393"/>
            <a:ext cx="9715562" cy="470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282" rIns="0" bIns="0" anchor="t" anchorCtr="0">
            <a:spAutoFit/>
          </a:bodyPr>
          <a:lstStyle/>
          <a:p>
            <a:pPr marL="80524"/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Handwritten Digit Recognition (MNIST)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966292" indent="-617353">
              <a:spcBef>
                <a:spcPts val="516"/>
              </a:spcBef>
              <a:buSzPts val="1000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Input: 28 </a:t>
            </a:r>
            <a:r>
              <a:rPr lang="en-US" sz="2325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2008">
                <a:latin typeface="Arial"/>
                <a:ea typeface="Arial"/>
                <a:cs typeface="Arial"/>
                <a:sym typeface="Arial"/>
              </a:rPr>
              <a:t>28 pixel image</a:t>
            </a:r>
            <a:endParaRPr sz="2008"/>
          </a:p>
          <a:p>
            <a:pPr marL="966292" indent="-617353">
              <a:buSzPts val="1000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Output: One of 10 digits (0-9)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marL="80524">
              <a:spcBef>
                <a:spcPts val="864"/>
              </a:spcBef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Image Classification (ImageNet)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966292" indent="-610643">
              <a:spcBef>
                <a:spcPts val="835"/>
              </a:spcBef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Input: Color image</a:t>
            </a:r>
            <a:endParaRPr sz="2008"/>
          </a:p>
          <a:p>
            <a:pPr marL="966292" indent="-610643"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Output: One of 1000 object categories (cat, dog, car, plane, ...)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marL="80524">
              <a:spcBef>
                <a:spcPts val="877"/>
              </a:spcBef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Text Classification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966292" indent="-610643">
              <a:spcBef>
                <a:spcPts val="835"/>
              </a:spcBef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Input: News article text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marL="966292" indent="-610643"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Output: Topic category (politics, sports, technology, entertainment, business)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marL="80524">
              <a:spcBef>
                <a:spcPts val="875"/>
              </a:spcBef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Speech Recognition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966292" indent="-610643">
              <a:spcBef>
                <a:spcPts val="824"/>
              </a:spcBef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Input: Audio features</a:t>
            </a:r>
            <a:endParaRPr sz="2008">
              <a:latin typeface="Arial"/>
              <a:ea typeface="Arial"/>
              <a:cs typeface="Arial"/>
              <a:sym typeface="Arial"/>
            </a:endParaRPr>
          </a:p>
          <a:p>
            <a:pPr marL="966292" indent="-610643">
              <a:buSzPts val="950"/>
              <a:buFont typeface="Arial"/>
              <a:buChar char="●"/>
            </a:pPr>
            <a:r>
              <a:rPr lang="en-US" sz="2008">
                <a:latin typeface="Arial"/>
                <a:ea typeface="Arial"/>
                <a:cs typeface="Arial"/>
                <a:sym typeface="Arial"/>
              </a:rPr>
              <a:t>Output: Phoneme class (multiple phonemes in a language)</a:t>
            </a:r>
            <a:endParaRPr sz="2008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8" name="Google Shape;1048;p54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049" name="Google Shape;1049;p5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052" name="Google Shape;1052;p54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53" name="Google Shape;1053;p54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54" name="Google Shape;1054;p54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18920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21</a:t>
            </a:fld>
            <a:r>
              <a:rPr lang="en-US"/>
              <a:t> / 100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2913991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5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cap="small" dirty="0">
                <a:solidFill>
                  <a:schemeClr val="tx1"/>
                </a:solidFill>
              </a:rPr>
              <a:t>ulti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cap="small" dirty="0">
                <a:solidFill>
                  <a:schemeClr val="tx1"/>
                </a:solidFill>
              </a:rPr>
              <a:t>class</a:t>
            </a:r>
            <a:r>
              <a:rPr lang="en-US" dirty="0">
                <a:solidFill>
                  <a:schemeClr val="tx1"/>
                </a:solidFill>
              </a:rPr>
              <a:t> C</a:t>
            </a:r>
            <a:r>
              <a:rPr lang="en-US" cap="small" dirty="0">
                <a:solidFill>
                  <a:schemeClr val="tx1"/>
                </a:solidFill>
              </a:rPr>
              <a:t>lassification</a:t>
            </a:r>
            <a:r>
              <a:rPr lang="en-US" dirty="0">
                <a:solidFill>
                  <a:schemeClr val="tx1"/>
                </a:solidFill>
              </a:rPr>
              <a:t>:  V</a:t>
            </a:r>
            <a:r>
              <a:rPr lang="en-US" cap="small" dirty="0">
                <a:solidFill>
                  <a:schemeClr val="tx1"/>
                </a:solidFill>
              </a:rPr>
              <a:t>isual</a:t>
            </a:r>
            <a:r>
              <a:rPr lang="en-US" dirty="0">
                <a:solidFill>
                  <a:schemeClr val="tx1"/>
                </a:solidFill>
              </a:rPr>
              <a:t> E</a:t>
            </a:r>
            <a:r>
              <a:rPr lang="en-US" cap="small" dirty="0">
                <a:solidFill>
                  <a:schemeClr val="tx1"/>
                </a:solidFill>
              </a:rPr>
              <a:t>xample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060" name="Google Shape;1060;p55"/>
          <p:cNvGrpSpPr/>
          <p:nvPr/>
        </p:nvGrpSpPr>
        <p:grpSpPr>
          <a:xfrm>
            <a:off x="1291711" y="5249981"/>
            <a:ext cx="4934938" cy="167759"/>
            <a:chOff x="609759" y="2484018"/>
            <a:chExt cx="2334957" cy="79375"/>
          </a:xfrm>
        </p:grpSpPr>
        <p:sp>
          <p:nvSpPr>
            <p:cNvPr id="1061" name="Google Shape;1061;p55"/>
            <p:cNvSpPr/>
            <p:nvPr/>
          </p:nvSpPr>
          <p:spPr>
            <a:xfrm>
              <a:off x="609759" y="2523528"/>
              <a:ext cx="2330450" cy="0"/>
            </a:xfrm>
            <a:custGeom>
              <a:avLst/>
              <a:gdLst/>
              <a:ahLst/>
              <a:cxnLst/>
              <a:rect l="l" t="t" r="r" b="b"/>
              <a:pathLst>
                <a:path w="2330450" h="120000" extrusionOk="0">
                  <a:moveTo>
                    <a:pt x="0" y="0"/>
                  </a:moveTo>
                  <a:lnTo>
                    <a:pt x="232990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2912332" y="2484018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063" name="Google Shape;1063;p55"/>
          <p:cNvSpPr txBox="1"/>
          <p:nvPr/>
        </p:nvSpPr>
        <p:spPr>
          <a:xfrm>
            <a:off x="6263732" y="5068919"/>
            <a:ext cx="413359" cy="37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52" rIns="0" bIns="0" anchor="t" anchorCtr="0">
            <a:spAutoFit/>
          </a:bodyPr>
          <a:lstStyle/>
          <a:p>
            <a:pPr marL="80524"/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2219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4" name="Google Shape;1064;p55"/>
          <p:cNvGrpSpPr/>
          <p:nvPr/>
        </p:nvGrpSpPr>
        <p:grpSpPr>
          <a:xfrm>
            <a:off x="1588645" y="1539815"/>
            <a:ext cx="570902" cy="4175168"/>
            <a:chOff x="750253" y="728560"/>
            <a:chExt cx="270121" cy="1975473"/>
          </a:xfrm>
        </p:grpSpPr>
        <p:sp>
          <p:nvSpPr>
            <p:cNvPr id="1065" name="Google Shape;1065;p55"/>
            <p:cNvSpPr/>
            <p:nvPr/>
          </p:nvSpPr>
          <p:spPr>
            <a:xfrm>
              <a:off x="789762" y="733628"/>
              <a:ext cx="0" cy="1970405"/>
            </a:xfrm>
            <a:custGeom>
              <a:avLst/>
              <a:gdLst/>
              <a:ahLst/>
              <a:cxnLst/>
              <a:rect l="l" t="t" r="r" b="b"/>
              <a:pathLst>
                <a:path w="120000" h="1970405" extrusionOk="0">
                  <a:moveTo>
                    <a:pt x="0" y="1969902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750253" y="72856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pic>
          <p:nvPicPr>
            <p:cNvPr id="1067" name="Google Shape;1067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9153" y="1032903"/>
              <a:ext cx="101221" cy="101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8" name="Google Shape;1068;p55"/>
          <p:cNvSpPr txBox="1"/>
          <p:nvPr/>
        </p:nvSpPr>
        <p:spPr>
          <a:xfrm>
            <a:off x="1985575" y="2397916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5"/>
          <p:cNvSpPr/>
          <p:nvPr/>
        </p:nvSpPr>
        <p:spPr>
          <a:xfrm>
            <a:off x="2326050" y="1802592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6"/>
                </a:lnTo>
                <a:lnTo>
                  <a:pt x="14823" y="14822"/>
                </a:lnTo>
                <a:lnTo>
                  <a:pt x="3977" y="30909"/>
                </a:lnTo>
                <a:lnTo>
                  <a:pt x="0" y="50609"/>
                </a:lnTo>
                <a:lnTo>
                  <a:pt x="3977" y="70309"/>
                </a:lnTo>
                <a:lnTo>
                  <a:pt x="14823" y="86396"/>
                </a:lnTo>
                <a:lnTo>
                  <a:pt x="30910" y="97242"/>
                </a:lnTo>
                <a:lnTo>
                  <a:pt x="50610" y="101218"/>
                </a:lnTo>
                <a:lnTo>
                  <a:pt x="70310" y="97242"/>
                </a:lnTo>
                <a:lnTo>
                  <a:pt x="86397" y="86396"/>
                </a:lnTo>
                <a:lnTo>
                  <a:pt x="97244" y="70309"/>
                </a:lnTo>
                <a:lnTo>
                  <a:pt x="101221" y="50609"/>
                </a:lnTo>
                <a:lnTo>
                  <a:pt x="97244" y="30909"/>
                </a:lnTo>
                <a:lnTo>
                  <a:pt x="86397" y="14822"/>
                </a:lnTo>
                <a:lnTo>
                  <a:pt x="70310" y="3976"/>
                </a:lnTo>
                <a:lnTo>
                  <a:pt x="50610" y="0"/>
                </a:lnTo>
                <a:close/>
              </a:path>
            </a:pathLst>
          </a:custGeom>
          <a:solidFill>
            <a:srgbClr val="FFC8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70" name="Google Shape;1070;p55"/>
          <p:cNvSpPr txBox="1"/>
          <p:nvPr/>
        </p:nvSpPr>
        <p:spPr>
          <a:xfrm>
            <a:off x="2366025" y="2017492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1" name="Google Shape;107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6485" y="2335209"/>
            <a:ext cx="213931" cy="2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55"/>
          <p:cNvSpPr txBox="1"/>
          <p:nvPr/>
        </p:nvSpPr>
        <p:spPr>
          <a:xfrm>
            <a:off x="2746449" y="2550080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3" name="Google Shape;107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878" y="2791735"/>
            <a:ext cx="213931" cy="213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55"/>
          <p:cNvSpPr txBox="1"/>
          <p:nvPr/>
        </p:nvSpPr>
        <p:spPr>
          <a:xfrm>
            <a:off x="2213833" y="3006600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5"/>
          <p:cNvSpPr/>
          <p:nvPr/>
        </p:nvSpPr>
        <p:spPr>
          <a:xfrm>
            <a:off x="2478222" y="2030852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8"/>
                </a:lnTo>
                <a:lnTo>
                  <a:pt x="14823" y="14827"/>
                </a:lnTo>
                <a:lnTo>
                  <a:pt x="3977" y="30914"/>
                </a:lnTo>
                <a:lnTo>
                  <a:pt x="0" y="50609"/>
                </a:lnTo>
                <a:lnTo>
                  <a:pt x="3977" y="70311"/>
                </a:lnTo>
                <a:lnTo>
                  <a:pt x="14823" y="86402"/>
                </a:lnTo>
                <a:lnTo>
                  <a:pt x="30910" y="97252"/>
                </a:lnTo>
                <a:lnTo>
                  <a:pt x="50610" y="101231"/>
                </a:lnTo>
                <a:lnTo>
                  <a:pt x="70310" y="97252"/>
                </a:lnTo>
                <a:lnTo>
                  <a:pt x="86397" y="86402"/>
                </a:lnTo>
                <a:lnTo>
                  <a:pt x="97244" y="70311"/>
                </a:lnTo>
                <a:lnTo>
                  <a:pt x="101221" y="50609"/>
                </a:lnTo>
                <a:lnTo>
                  <a:pt x="97244" y="30914"/>
                </a:lnTo>
                <a:lnTo>
                  <a:pt x="86397" y="14827"/>
                </a:lnTo>
                <a:lnTo>
                  <a:pt x="70310" y="3978"/>
                </a:lnTo>
                <a:lnTo>
                  <a:pt x="50610" y="0"/>
                </a:lnTo>
                <a:close/>
              </a:path>
            </a:pathLst>
          </a:custGeom>
          <a:solidFill>
            <a:srgbClr val="FFC8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76" name="Google Shape;1076;p55"/>
          <p:cNvSpPr txBox="1"/>
          <p:nvPr/>
        </p:nvSpPr>
        <p:spPr>
          <a:xfrm>
            <a:off x="2518191" y="2245752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5"/>
          <p:cNvSpPr/>
          <p:nvPr/>
        </p:nvSpPr>
        <p:spPr>
          <a:xfrm>
            <a:off x="4989110" y="2183043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6"/>
                </a:lnTo>
                <a:lnTo>
                  <a:pt x="14822" y="14822"/>
                </a:lnTo>
                <a:lnTo>
                  <a:pt x="3976" y="30909"/>
                </a:lnTo>
                <a:lnTo>
                  <a:pt x="0" y="50609"/>
                </a:lnTo>
                <a:lnTo>
                  <a:pt x="3976" y="70309"/>
                </a:lnTo>
                <a:lnTo>
                  <a:pt x="14822" y="86396"/>
                </a:lnTo>
                <a:lnTo>
                  <a:pt x="30909" y="97242"/>
                </a:lnTo>
                <a:lnTo>
                  <a:pt x="50609" y="101219"/>
                </a:lnTo>
                <a:lnTo>
                  <a:pt x="70309" y="97242"/>
                </a:lnTo>
                <a:lnTo>
                  <a:pt x="86396" y="86396"/>
                </a:lnTo>
                <a:lnTo>
                  <a:pt x="97242" y="70309"/>
                </a:lnTo>
                <a:lnTo>
                  <a:pt x="101218" y="50609"/>
                </a:lnTo>
                <a:lnTo>
                  <a:pt x="97242" y="30909"/>
                </a:lnTo>
                <a:lnTo>
                  <a:pt x="86396" y="14822"/>
                </a:lnTo>
                <a:lnTo>
                  <a:pt x="70309" y="3976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78" name="Google Shape;1078;p55"/>
          <p:cNvSpPr txBox="1"/>
          <p:nvPr/>
        </p:nvSpPr>
        <p:spPr>
          <a:xfrm>
            <a:off x="5029024" y="2397916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5"/>
          <p:cNvSpPr/>
          <p:nvPr/>
        </p:nvSpPr>
        <p:spPr>
          <a:xfrm>
            <a:off x="5369534" y="1802592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6"/>
                </a:lnTo>
                <a:lnTo>
                  <a:pt x="14822" y="14822"/>
                </a:lnTo>
                <a:lnTo>
                  <a:pt x="3976" y="30909"/>
                </a:lnTo>
                <a:lnTo>
                  <a:pt x="0" y="50609"/>
                </a:lnTo>
                <a:lnTo>
                  <a:pt x="3976" y="70309"/>
                </a:lnTo>
                <a:lnTo>
                  <a:pt x="14822" y="86396"/>
                </a:lnTo>
                <a:lnTo>
                  <a:pt x="30909" y="97242"/>
                </a:lnTo>
                <a:lnTo>
                  <a:pt x="50609" y="101218"/>
                </a:lnTo>
                <a:lnTo>
                  <a:pt x="70309" y="97242"/>
                </a:lnTo>
                <a:lnTo>
                  <a:pt x="86396" y="86396"/>
                </a:lnTo>
                <a:lnTo>
                  <a:pt x="97242" y="70309"/>
                </a:lnTo>
                <a:lnTo>
                  <a:pt x="101218" y="50609"/>
                </a:lnTo>
                <a:lnTo>
                  <a:pt x="97242" y="30909"/>
                </a:lnTo>
                <a:lnTo>
                  <a:pt x="86396" y="14822"/>
                </a:lnTo>
                <a:lnTo>
                  <a:pt x="70309" y="3976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80" name="Google Shape;1080;p55"/>
          <p:cNvSpPr txBox="1"/>
          <p:nvPr/>
        </p:nvSpPr>
        <p:spPr>
          <a:xfrm>
            <a:off x="5409448" y="2017492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5"/>
          <p:cNvSpPr/>
          <p:nvPr/>
        </p:nvSpPr>
        <p:spPr>
          <a:xfrm>
            <a:off x="4760822" y="2335209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22" y="0"/>
                </a:moveTo>
                <a:lnTo>
                  <a:pt x="30919" y="3976"/>
                </a:lnTo>
                <a:lnTo>
                  <a:pt x="14828" y="14822"/>
                </a:lnTo>
                <a:lnTo>
                  <a:pt x="3978" y="30909"/>
                </a:lnTo>
                <a:lnTo>
                  <a:pt x="0" y="50609"/>
                </a:lnTo>
                <a:lnTo>
                  <a:pt x="3978" y="70309"/>
                </a:lnTo>
                <a:lnTo>
                  <a:pt x="14828" y="86396"/>
                </a:lnTo>
                <a:lnTo>
                  <a:pt x="30919" y="97242"/>
                </a:lnTo>
                <a:lnTo>
                  <a:pt x="50622" y="101218"/>
                </a:lnTo>
                <a:lnTo>
                  <a:pt x="70317" y="97242"/>
                </a:lnTo>
                <a:lnTo>
                  <a:pt x="86404" y="86396"/>
                </a:lnTo>
                <a:lnTo>
                  <a:pt x="97253" y="70309"/>
                </a:lnTo>
                <a:lnTo>
                  <a:pt x="101231" y="50609"/>
                </a:lnTo>
                <a:lnTo>
                  <a:pt x="97253" y="30909"/>
                </a:lnTo>
                <a:lnTo>
                  <a:pt x="86404" y="14822"/>
                </a:lnTo>
                <a:lnTo>
                  <a:pt x="70317" y="3976"/>
                </a:lnTo>
                <a:lnTo>
                  <a:pt x="50622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82" name="Google Shape;1082;p55"/>
          <p:cNvSpPr txBox="1"/>
          <p:nvPr/>
        </p:nvSpPr>
        <p:spPr>
          <a:xfrm>
            <a:off x="4800763" y="2550080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3" name="Google Shape;1083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1698" y="2563468"/>
            <a:ext cx="213925" cy="213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55"/>
          <p:cNvSpPr txBox="1"/>
          <p:nvPr/>
        </p:nvSpPr>
        <p:spPr>
          <a:xfrm>
            <a:off x="5561639" y="2778340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5"/>
          <p:cNvSpPr/>
          <p:nvPr/>
        </p:nvSpPr>
        <p:spPr>
          <a:xfrm>
            <a:off x="5217370" y="2030852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8"/>
                </a:lnTo>
                <a:lnTo>
                  <a:pt x="14822" y="14827"/>
                </a:lnTo>
                <a:lnTo>
                  <a:pt x="3976" y="30914"/>
                </a:lnTo>
                <a:lnTo>
                  <a:pt x="0" y="50609"/>
                </a:lnTo>
                <a:lnTo>
                  <a:pt x="3976" y="70311"/>
                </a:lnTo>
                <a:lnTo>
                  <a:pt x="14822" y="86402"/>
                </a:lnTo>
                <a:lnTo>
                  <a:pt x="30909" y="97252"/>
                </a:lnTo>
                <a:lnTo>
                  <a:pt x="50609" y="101231"/>
                </a:lnTo>
                <a:lnTo>
                  <a:pt x="70309" y="97252"/>
                </a:lnTo>
                <a:lnTo>
                  <a:pt x="86396" y="86402"/>
                </a:lnTo>
                <a:lnTo>
                  <a:pt x="97242" y="70311"/>
                </a:lnTo>
                <a:lnTo>
                  <a:pt x="101218" y="50609"/>
                </a:lnTo>
                <a:lnTo>
                  <a:pt x="97242" y="30914"/>
                </a:lnTo>
                <a:lnTo>
                  <a:pt x="86396" y="14827"/>
                </a:lnTo>
                <a:lnTo>
                  <a:pt x="70309" y="3978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86" name="Google Shape;1086;p55"/>
          <p:cNvSpPr txBox="1"/>
          <p:nvPr/>
        </p:nvSpPr>
        <p:spPr>
          <a:xfrm>
            <a:off x="5257284" y="2245752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55"/>
          <p:cNvGrpSpPr/>
          <p:nvPr/>
        </p:nvGrpSpPr>
        <p:grpSpPr>
          <a:xfrm>
            <a:off x="3467357" y="4085211"/>
            <a:ext cx="594366" cy="595167"/>
            <a:chOff x="1639162" y="1932910"/>
            <a:chExt cx="281223" cy="281602"/>
          </a:xfrm>
        </p:grpSpPr>
        <p:sp>
          <p:nvSpPr>
            <p:cNvPr id="1088" name="Google Shape;1088;p55"/>
            <p:cNvSpPr/>
            <p:nvPr/>
          </p:nvSpPr>
          <p:spPr>
            <a:xfrm>
              <a:off x="1639162" y="2112912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610" y="0"/>
                  </a:move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3977" y="70310"/>
                  </a:lnTo>
                  <a:lnTo>
                    <a:pt x="14823" y="86397"/>
                  </a:lnTo>
                  <a:lnTo>
                    <a:pt x="30910" y="97244"/>
                  </a:lnTo>
                  <a:lnTo>
                    <a:pt x="50610" y="101221"/>
                  </a:lnTo>
                  <a:lnTo>
                    <a:pt x="70311" y="97244"/>
                  </a:lnTo>
                  <a:lnTo>
                    <a:pt x="86398" y="86397"/>
                  </a:lnTo>
                  <a:lnTo>
                    <a:pt x="97244" y="70310"/>
                  </a:lnTo>
                  <a:lnTo>
                    <a:pt x="101221" y="50610"/>
                  </a:lnTo>
                  <a:lnTo>
                    <a:pt x="97244" y="30910"/>
                  </a:lnTo>
                  <a:lnTo>
                    <a:pt x="86398" y="14823"/>
                  </a:lnTo>
                  <a:lnTo>
                    <a:pt x="70311" y="3977"/>
                  </a:lnTo>
                  <a:lnTo>
                    <a:pt x="50610" y="0"/>
                  </a:lnTo>
                  <a:close/>
                </a:path>
              </a:pathLst>
            </a:custGeom>
            <a:solidFill>
              <a:srgbClr val="C8C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pic>
          <p:nvPicPr>
            <p:cNvPr id="1089" name="Google Shape;1089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19164" y="1932910"/>
              <a:ext cx="101221" cy="101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0" name="Google Shape;1090;p55"/>
          <p:cNvSpPr txBox="1"/>
          <p:nvPr/>
        </p:nvSpPr>
        <p:spPr>
          <a:xfrm>
            <a:off x="3887749" y="4298883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1" name="Google Shape;1091;p55"/>
          <p:cNvGrpSpPr/>
          <p:nvPr/>
        </p:nvGrpSpPr>
        <p:grpSpPr>
          <a:xfrm>
            <a:off x="3695619" y="4313475"/>
            <a:ext cx="746540" cy="519078"/>
            <a:chOff x="1747164" y="2040912"/>
            <a:chExt cx="353224" cy="245601"/>
          </a:xfrm>
        </p:grpSpPr>
        <p:sp>
          <p:nvSpPr>
            <p:cNvPr id="1092" name="Google Shape;1092;p55"/>
            <p:cNvSpPr/>
            <p:nvPr/>
          </p:nvSpPr>
          <p:spPr>
            <a:xfrm>
              <a:off x="1747164" y="2184913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610" y="0"/>
                  </a:move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3977" y="70310"/>
                  </a:lnTo>
                  <a:lnTo>
                    <a:pt x="14823" y="86397"/>
                  </a:lnTo>
                  <a:lnTo>
                    <a:pt x="30910" y="97244"/>
                  </a:lnTo>
                  <a:lnTo>
                    <a:pt x="50610" y="101221"/>
                  </a:lnTo>
                  <a:lnTo>
                    <a:pt x="70311" y="97244"/>
                  </a:lnTo>
                  <a:lnTo>
                    <a:pt x="86399" y="86397"/>
                  </a:lnTo>
                  <a:lnTo>
                    <a:pt x="97245" y="70310"/>
                  </a:lnTo>
                  <a:lnTo>
                    <a:pt x="101222" y="50610"/>
                  </a:lnTo>
                  <a:lnTo>
                    <a:pt x="97245" y="30910"/>
                  </a:lnTo>
                  <a:lnTo>
                    <a:pt x="86399" y="14823"/>
                  </a:lnTo>
                  <a:lnTo>
                    <a:pt x="70311" y="3977"/>
                  </a:lnTo>
                  <a:lnTo>
                    <a:pt x="50610" y="0"/>
                  </a:lnTo>
                  <a:close/>
                </a:path>
              </a:pathLst>
            </a:custGeom>
            <a:solidFill>
              <a:srgbClr val="C8C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pic>
          <p:nvPicPr>
            <p:cNvPr id="1093" name="Google Shape;1093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99166" y="2040912"/>
              <a:ext cx="101222" cy="101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4" name="Google Shape;1094;p55"/>
          <p:cNvSpPr txBox="1"/>
          <p:nvPr/>
        </p:nvSpPr>
        <p:spPr>
          <a:xfrm>
            <a:off x="4268175" y="4527143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5"/>
          <p:cNvSpPr/>
          <p:nvPr/>
        </p:nvSpPr>
        <p:spPr>
          <a:xfrm>
            <a:off x="3239093" y="4237383"/>
            <a:ext cx="214732" cy="214732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3977" y="70310"/>
                </a:lnTo>
                <a:lnTo>
                  <a:pt x="14823" y="86397"/>
                </a:lnTo>
                <a:lnTo>
                  <a:pt x="30910" y="97244"/>
                </a:lnTo>
                <a:lnTo>
                  <a:pt x="50610" y="101221"/>
                </a:lnTo>
                <a:lnTo>
                  <a:pt x="70310" y="97244"/>
                </a:lnTo>
                <a:lnTo>
                  <a:pt x="86397" y="86397"/>
                </a:lnTo>
                <a:lnTo>
                  <a:pt x="97244" y="70310"/>
                </a:lnTo>
                <a:lnTo>
                  <a:pt x="101221" y="50610"/>
                </a:lnTo>
                <a:lnTo>
                  <a:pt x="97244" y="30910"/>
                </a:lnTo>
                <a:lnTo>
                  <a:pt x="86397" y="14823"/>
                </a:lnTo>
                <a:lnTo>
                  <a:pt x="70310" y="3977"/>
                </a:lnTo>
                <a:lnTo>
                  <a:pt x="50610" y="0"/>
                </a:lnTo>
                <a:close/>
              </a:path>
            </a:pathLst>
          </a:custGeom>
          <a:solidFill>
            <a:srgbClr val="C8C8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96" name="Google Shape;1096;p55"/>
          <p:cNvSpPr txBox="1"/>
          <p:nvPr/>
        </p:nvSpPr>
        <p:spPr>
          <a:xfrm>
            <a:off x="3279039" y="4451049"/>
            <a:ext cx="134207" cy="19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L="26841"/>
            <a:r>
              <a:rPr lang="en-US" sz="1057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7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5"/>
          <p:cNvSpPr/>
          <p:nvPr/>
        </p:nvSpPr>
        <p:spPr>
          <a:xfrm>
            <a:off x="2052582" y="1529132"/>
            <a:ext cx="3804781" cy="1903061"/>
          </a:xfrm>
          <a:custGeom>
            <a:avLst/>
            <a:gdLst/>
            <a:ahLst/>
            <a:cxnLst/>
            <a:rect l="l" t="t" r="r" b="b"/>
            <a:pathLst>
              <a:path w="1800225" h="900430" extrusionOk="0">
                <a:moveTo>
                  <a:pt x="0" y="900010"/>
                </a:moveTo>
                <a:lnTo>
                  <a:pt x="1800016" y="900010"/>
                </a:lnTo>
              </a:path>
              <a:path w="1800225" h="900430" extrusionOk="0">
                <a:moveTo>
                  <a:pt x="900010" y="900010"/>
                </a:moveTo>
                <a:lnTo>
                  <a:pt x="900010" y="0"/>
                </a:lnTo>
              </a:path>
            </a:pathLst>
          </a:custGeom>
          <a:noFill/>
          <a:ln w="10100" cap="flat" cmpd="sng">
            <a:solidFill>
              <a:srgbClr val="EC202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3804"/>
          </a:p>
        </p:txBody>
      </p:sp>
      <p:sp>
        <p:nvSpPr>
          <p:cNvPr id="1098" name="Google Shape;1098;p55"/>
          <p:cNvSpPr txBox="1"/>
          <p:nvPr/>
        </p:nvSpPr>
        <p:spPr>
          <a:xfrm>
            <a:off x="1459241" y="1058443"/>
            <a:ext cx="3932384" cy="101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52" rIns="0" bIns="0" anchor="t" anchorCtr="0">
            <a:spAutoFit/>
          </a:bodyPr>
          <a:lstStyle/>
          <a:p>
            <a:pPr marL="80524"/>
            <a:r>
              <a:rPr lang="en-US" sz="2219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219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2219" baseline="-2500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814"/>
              </a:spcBef>
            </a:pPr>
            <a:endParaRPr sz="1479">
              <a:latin typeface="Arial"/>
              <a:ea typeface="Arial"/>
              <a:cs typeface="Arial"/>
              <a:sym typeface="Arial"/>
            </a:endParaRPr>
          </a:p>
          <a:p>
            <a:pPr marL="1425281"/>
            <a:r>
              <a:rPr lang="en-US" sz="2008" b="1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Class 1	</a:t>
            </a:r>
            <a:r>
              <a:rPr lang="en-US" sz="2008" b="1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Class 2</a:t>
            </a:r>
            <a:endParaRPr sz="2008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5"/>
          <p:cNvSpPr txBox="1"/>
          <p:nvPr/>
        </p:nvSpPr>
        <p:spPr>
          <a:xfrm>
            <a:off x="3314281" y="4679308"/>
            <a:ext cx="977030" cy="686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94" rIns="0" bIns="0" anchor="t" anchorCtr="0">
            <a:spAutoFit/>
          </a:bodyPr>
          <a:lstStyle/>
          <a:p>
            <a:pPr marR="440198" algn="ctr">
              <a:lnSpc>
                <a:spcPct val="116999"/>
              </a:lnSpc>
            </a:pPr>
            <a:r>
              <a:rPr lang="en-US" sz="1057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7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85000"/>
              </a:lnSpc>
            </a:pPr>
            <a:r>
              <a:rPr lang="en-US" sz="1057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7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03684"/>
              </a:lnSpc>
            </a:pPr>
            <a:r>
              <a:rPr lang="en-US" sz="2008" b="1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Class 3</a:t>
            </a:r>
            <a:endParaRPr sz="2008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5"/>
          <p:cNvSpPr txBox="1"/>
          <p:nvPr/>
        </p:nvSpPr>
        <p:spPr>
          <a:xfrm>
            <a:off x="7662843" y="2445506"/>
            <a:ext cx="3237083" cy="2720913"/>
          </a:xfrm>
          <a:prstGeom prst="rect">
            <a:avLst/>
          </a:prstGeom>
          <a:solidFill>
            <a:srgbClr val="FEF4D5"/>
          </a:solidFill>
          <a:ln>
            <a:noFill/>
          </a:ln>
        </p:spPr>
        <p:txBody>
          <a:bodyPr spcFirstLastPara="1" wrap="square" lIns="0" tIns="22773" rIns="0" bIns="0" anchor="t" anchorCtr="0">
            <a:spAutoFit/>
          </a:bodyPr>
          <a:lstStyle/>
          <a:p>
            <a:pPr marL="95287"/>
            <a:r>
              <a:rPr lang="en-US" sz="2219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insight: We need</a:t>
            </a:r>
            <a:endParaRPr sz="2219">
              <a:latin typeface="Arial"/>
              <a:ea typeface="Arial"/>
              <a:cs typeface="Arial"/>
              <a:sym typeface="Arial"/>
            </a:endParaRPr>
          </a:p>
          <a:p>
            <a:pPr marL="95287" marR="314045">
              <a:lnSpc>
                <a:spcPct val="114599"/>
              </a:lnSpc>
            </a:pPr>
            <a:r>
              <a:rPr lang="en-US" sz="2219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multiple output neu- rons </a:t>
            </a:r>
            <a:r>
              <a:rPr lang="en-US" sz="2219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(one per class) and a way to convert their outputs into a valid probability dis- tribution.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5"/>
          <p:cNvSpPr txBox="1"/>
          <p:nvPr/>
        </p:nvSpPr>
        <p:spPr>
          <a:xfrm>
            <a:off x="2080997" y="5840701"/>
            <a:ext cx="8018894" cy="415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68" rIns="0" bIns="0" anchor="t" anchorCtr="0">
            <a:spAutoFit/>
          </a:bodyPr>
          <a:lstStyle/>
          <a:p>
            <a:pPr marL="26841"/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Decision boundaries separate </a:t>
            </a:r>
            <a:r>
              <a:rPr lang="en-US" sz="2219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2536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3 classes in feature space.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2" name="Google Shape;1102;p55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103" name="Google Shape;1103;p5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04" name="Google Shape;1104;p5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05" name="Google Shape;1105;p5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106" name="Google Shape;1106;p55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07" name="Google Shape;1107;p55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08" name="Google Shape;1108;p55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115930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22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3174840" y="2217960"/>
              <a:ext cx="6890760" cy="1376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71600" y="2214360"/>
                <a:ext cx="6908760" cy="138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7724158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8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ata</a:t>
            </a:r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epresentation</a:t>
            </a:r>
            <a:endParaRPr sz="3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173" name="Google Shape;1173;p58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174" name="Google Shape;1174;p5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75" name="Google Shape;1175;p5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76" name="Google Shape;1176;p5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177" name="Google Shape;1177;p58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78" name="Google Shape;1178;p58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79" name="Google Shape;1179;p58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12290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23</a:t>
            </a:fld>
            <a:r>
              <a:rPr lang="en-US"/>
              <a:t> / 100</a:t>
            </a:r>
            <a:endParaRPr/>
          </a:p>
        </p:txBody>
      </p:sp>
      <p:pic>
        <p:nvPicPr>
          <p:cNvPr id="1180" name="Google Shape;118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2" y="1162902"/>
            <a:ext cx="10961841" cy="517731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875760" y="638280"/>
              <a:ext cx="8263800" cy="3323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3520" y="624960"/>
                <a:ext cx="8290080" cy="33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2052720" y="4746600"/>
              <a:ext cx="6005880" cy="1687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41200" y="4735800"/>
                <a:ext cx="6031080" cy="17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4399948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9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4475818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chemeClr val="tx1"/>
                </a:solidFill>
              </a:rPr>
              <a:t>O</a:t>
            </a:r>
            <a:r>
              <a:rPr lang="en-US" cap="small">
                <a:solidFill>
                  <a:schemeClr val="tx1"/>
                </a:solidFill>
              </a:rPr>
              <a:t>ne</a:t>
            </a:r>
            <a:r>
              <a:rPr lang="en-US">
                <a:solidFill>
                  <a:schemeClr val="tx1"/>
                </a:solidFill>
              </a:rPr>
              <a:t>-H</a:t>
            </a:r>
            <a:r>
              <a:rPr lang="en-US" cap="small">
                <a:solidFill>
                  <a:schemeClr val="tx1"/>
                </a:solidFill>
              </a:rPr>
              <a:t>ot</a:t>
            </a:r>
            <a:r>
              <a:rPr lang="en-US">
                <a:solidFill>
                  <a:schemeClr val="tx1"/>
                </a:solidFill>
              </a:rPr>
              <a:t> E</a:t>
            </a:r>
            <a:r>
              <a:rPr lang="en-US" cap="small">
                <a:solidFill>
                  <a:schemeClr val="tx1"/>
                </a:solidFill>
              </a:rPr>
              <a:t>ncoding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1186" name="Google Shape;1186;p59"/>
          <p:cNvGrpSpPr/>
          <p:nvPr/>
        </p:nvGrpSpPr>
        <p:grpSpPr>
          <a:xfrm>
            <a:off x="1088694" y="5078865"/>
            <a:ext cx="146447" cy="1344706"/>
            <a:chOff x="513702" y="2403055"/>
            <a:chExt cx="69291" cy="636245"/>
          </a:xfrm>
        </p:grpSpPr>
        <p:pic>
          <p:nvPicPr>
            <p:cNvPr id="1187" name="Google Shape;1187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403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8" name="Google Shape;1188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5920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9" name="Google Shape;1189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810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9700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1" name="Google Shape;1191;p59"/>
          <p:cNvSpPr txBox="1"/>
          <p:nvPr/>
        </p:nvSpPr>
        <p:spPr>
          <a:xfrm>
            <a:off x="710148" y="801108"/>
            <a:ext cx="11037017" cy="535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779" rIns="0" bIns="0" anchor="t" anchorCtr="0">
            <a:spAutoFit/>
          </a:bodyPr>
          <a:lstStyle/>
          <a:p>
            <a:pPr marL="53683"/>
            <a:r>
              <a:rPr lang="en-US" sz="2219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Convert class label to binary vector of length </a:t>
            </a:r>
            <a:r>
              <a:rPr lang="en-US" sz="2219" i="1" dirty="0">
                <a:latin typeface="Arial"/>
                <a:ea typeface="Arial"/>
                <a:cs typeface="Arial"/>
                <a:sym typeface="Arial"/>
              </a:rPr>
              <a:t>K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  <a:p>
            <a:pPr marL="53683">
              <a:spcBef>
                <a:spcPts val="1585"/>
              </a:spcBef>
            </a:pPr>
            <a:r>
              <a:rPr lang="en-US" sz="2219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For class </a:t>
            </a:r>
            <a:r>
              <a:rPr lang="en-US" sz="2219" i="1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2219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All zeros except 1 at position </a:t>
            </a:r>
            <a:r>
              <a:rPr lang="en-US" sz="2219" i="1" dirty="0">
                <a:latin typeface="Arial"/>
                <a:ea typeface="Arial"/>
                <a:cs typeface="Arial"/>
                <a:sym typeface="Arial"/>
              </a:rPr>
              <a:t>k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  <a:p>
            <a:pPr marL="53683">
              <a:spcBef>
                <a:spcPts val="74"/>
              </a:spcBef>
            </a:pPr>
            <a:r>
              <a:rPr lang="en-US" sz="2219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 with </a:t>
            </a:r>
            <a:r>
              <a:rPr lang="en-US" sz="2219" i="1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2536" dirty="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219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4 classes: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  <a:p>
            <a:pPr marL="3718883">
              <a:spcBef>
                <a:spcPts val="1279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Class 1:	</a:t>
            </a:r>
            <a:r>
              <a:rPr lang="en-US" sz="2219" b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219" i="1" baseline="30000" dirty="0">
                <a:latin typeface="Arial"/>
                <a:ea typeface="Arial"/>
                <a:cs typeface="Arial"/>
                <a:sym typeface="Arial"/>
              </a:rPr>
              <a:t>T</a:t>
            </a:r>
            <a:endParaRPr sz="2219" baseline="30000" dirty="0">
              <a:latin typeface="Arial"/>
              <a:ea typeface="Arial"/>
              <a:cs typeface="Arial"/>
              <a:sym typeface="Arial"/>
            </a:endParaRPr>
          </a:p>
          <a:p>
            <a:pPr marL="3718883">
              <a:spcBef>
                <a:spcPts val="856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Class 2:	</a:t>
            </a:r>
            <a:r>
              <a:rPr lang="en-US" sz="2219" b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219" i="1" baseline="30000" dirty="0">
                <a:latin typeface="Arial"/>
                <a:ea typeface="Arial"/>
                <a:cs typeface="Arial"/>
                <a:sym typeface="Arial"/>
              </a:rPr>
              <a:t>T</a:t>
            </a:r>
            <a:endParaRPr sz="2219" baseline="30000" dirty="0">
              <a:latin typeface="Arial"/>
              <a:ea typeface="Arial"/>
              <a:cs typeface="Arial"/>
              <a:sym typeface="Arial"/>
            </a:endParaRPr>
          </a:p>
          <a:p>
            <a:pPr marL="3718883">
              <a:spcBef>
                <a:spcPts val="856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Class 3:	</a:t>
            </a:r>
            <a:r>
              <a:rPr lang="en-US" sz="2219" b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219" i="1" baseline="30000" dirty="0">
                <a:latin typeface="Arial"/>
                <a:ea typeface="Arial"/>
                <a:cs typeface="Arial"/>
                <a:sym typeface="Arial"/>
              </a:rPr>
              <a:t>T</a:t>
            </a:r>
            <a:endParaRPr sz="2219" baseline="30000" dirty="0">
              <a:latin typeface="Arial"/>
              <a:ea typeface="Arial"/>
              <a:cs typeface="Arial"/>
              <a:sym typeface="Arial"/>
            </a:endParaRPr>
          </a:p>
          <a:p>
            <a:pPr marL="3718883">
              <a:spcBef>
                <a:spcPts val="845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Class 4:	</a:t>
            </a:r>
            <a:r>
              <a:rPr lang="en-US" sz="2219" b="1" dirty="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536" i="1" dirty="0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536" dirty="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2219" i="1" baseline="30000" dirty="0">
                <a:latin typeface="Arial"/>
                <a:ea typeface="Arial"/>
                <a:cs typeface="Arial"/>
                <a:sym typeface="Arial"/>
              </a:rPr>
              <a:t>T</a:t>
            </a:r>
            <a:endParaRPr sz="2219" baseline="30000" dirty="0">
              <a:latin typeface="Arial"/>
              <a:ea typeface="Arial"/>
              <a:cs typeface="Arial"/>
              <a:sym typeface="Arial"/>
            </a:endParaRPr>
          </a:p>
          <a:p>
            <a:pPr marL="53683">
              <a:spcBef>
                <a:spcPts val="1596"/>
              </a:spcBef>
            </a:pPr>
            <a:r>
              <a:rPr lang="en-US" sz="2219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Why one-hot?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  <a:p>
            <a:pPr marL="681773" marR="359675">
              <a:lnSpc>
                <a:spcPct val="118100"/>
              </a:lnSpc>
              <a:spcBef>
                <a:spcPts val="95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Treats all classes equally (no implicit ordering)  Matches the format of </a:t>
            </a:r>
            <a:r>
              <a:rPr lang="en-US" sz="2219" dirty="0" err="1">
                <a:latin typeface="Arial"/>
                <a:ea typeface="Arial"/>
                <a:cs typeface="Arial"/>
                <a:sym typeface="Arial"/>
              </a:rPr>
              <a:t>softmax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 output probabilities Simplifies loss computation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  <a:p>
            <a:pPr marL="681773">
              <a:spcBef>
                <a:spcPts val="476"/>
              </a:spcBef>
            </a:pP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Standard in deep learning frameworks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2" name="Google Shape;1192;p59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193" name="Google Shape;1193;p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94" name="Google Shape;1194;p5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195" name="Google Shape;1195;p5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196" name="Google Shape;1196;p59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97" name="Google Shape;1197;p59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98" name="Google Shape;1198;p59"/>
          <p:cNvSpPr txBox="1">
            <a:spLocks noGrp="1"/>
          </p:cNvSpPr>
          <p:nvPr>
            <p:ph type="sldNum" idx="12"/>
          </p:nvPr>
        </p:nvSpPr>
        <p:spPr>
          <a:xfrm>
            <a:off x="9784069" y="6631486"/>
            <a:ext cx="1258591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24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/>
              <p14:cNvContentPartPr/>
              <p14:nvPr/>
            </p14:nvContentPartPr>
            <p14:xfrm>
              <a:off x="2635920" y="13320"/>
              <a:ext cx="8628840" cy="53931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6200" y="2520"/>
                <a:ext cx="8652960" cy="54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476196"/>
      </p:ext>
    </p:extLst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6400" y="1493840"/>
            <a:ext cx="11785600" cy="45259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Input (x): A 2 X 2  grayscale image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Assume pixels are scalars (0-255)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flattened the image into a feature vector of 4 inputs =  [x1, x2, x3, x4]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Example values (normalized): x = [0.9, 0.1, 0.2, 0.8]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Classes (y): 3 categories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Class 1: Circle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Class 2: Square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Class 3: Triangle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One-Hot Encoding: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Circle = [1, 0, 0]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Square = [0, 1, 0]</a:t>
            </a:r>
          </a:p>
          <a:p>
            <a:pPr marL="585788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</a:rPr>
              <a:t>Triangle = [0, 0, 1]</a:t>
            </a:r>
            <a:endParaRPr lang="en-IN" sz="2000" dirty="0"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Cambria" panose="02040503050406030204" pitchFamily="18" charset="0"/>
              </a:rPr>
              <a:t>Multi-class Classification Example</a:t>
            </a:r>
            <a:endParaRPr lang="en-IN" sz="3600"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677520" y="1358640"/>
              <a:ext cx="9313200" cy="4556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480" y="1346760"/>
                <a:ext cx="9339840" cy="457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3419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1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sp>
        <p:nvSpPr>
          <p:cNvPr id="1217" name="Google Shape;1217;p61"/>
          <p:cNvSpPr txBox="1"/>
          <p:nvPr/>
        </p:nvSpPr>
        <p:spPr>
          <a:xfrm>
            <a:off x="608201" y="524225"/>
            <a:ext cx="7754504" cy="37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552" rIns="0" bIns="0" anchor="t" anchorCtr="0">
            <a:spAutoFit/>
          </a:bodyPr>
          <a:lstStyle/>
          <a:p>
            <a:pPr marL="26841"/>
            <a:r>
              <a:rPr lang="en-US" sz="2219" dirty="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Architecture: 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Multiple output neurons with </a:t>
            </a:r>
            <a:r>
              <a:rPr lang="en-US" sz="2219" dirty="0" err="1">
                <a:latin typeface="Arial"/>
                <a:ea typeface="Arial"/>
                <a:cs typeface="Arial"/>
                <a:sym typeface="Arial"/>
              </a:rPr>
              <a:t>softmax</a:t>
            </a:r>
            <a:r>
              <a:rPr lang="en-US" sz="2219" dirty="0">
                <a:latin typeface="Arial"/>
                <a:ea typeface="Arial"/>
                <a:cs typeface="Arial"/>
                <a:sym typeface="Arial"/>
              </a:rPr>
              <a:t> activation</a:t>
            </a:r>
            <a:endParaRPr sz="2219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1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19" name="Google Shape;1219;p61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20" name="Google Shape;1220;p61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15115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26</a:t>
            </a:fld>
            <a:r>
              <a:rPr lang="en-US"/>
              <a:t> / 100</a:t>
            </a:r>
            <a:endParaRPr/>
          </a:p>
        </p:txBody>
      </p:sp>
      <p:pic>
        <p:nvPicPr>
          <p:cNvPr id="1221" name="Google Shape;122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1992" y="1749538"/>
            <a:ext cx="9773167" cy="455984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676440" y="695160"/>
              <a:ext cx="11335680" cy="4694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680" y="681480"/>
                <a:ext cx="11361960" cy="47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3751200" y="1956960"/>
              <a:ext cx="3742920" cy="43999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38600" y="1943640"/>
                <a:ext cx="3767400" cy="442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754885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63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cap="small" dirty="0">
                <a:solidFill>
                  <a:schemeClr val="tx1"/>
                </a:solidFill>
              </a:rPr>
              <a:t>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</a:t>
            </a:r>
            <a:r>
              <a:rPr lang="en-US" cap="small" dirty="0" err="1">
                <a:solidFill>
                  <a:schemeClr val="tx1"/>
                </a:solidFill>
              </a:rPr>
              <a:t>oftmax</a:t>
            </a:r>
            <a:r>
              <a:rPr lang="en-US" dirty="0">
                <a:solidFill>
                  <a:schemeClr val="tx1"/>
                </a:solidFill>
              </a:rPr>
              <a:t> F</a:t>
            </a:r>
            <a:r>
              <a:rPr lang="en-US" cap="small" dirty="0">
                <a:solidFill>
                  <a:schemeClr val="tx1"/>
                </a:solidFill>
              </a:rPr>
              <a:t>unction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240" name="Google Shape;1240;p63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241" name="Google Shape;1241;p6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42" name="Google Shape;1242;p6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43" name="Google Shape;1243;p6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244" name="Google Shape;1244;p63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45" name="Google Shape;1245;p63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46" name="Google Shape;1246;p63"/>
          <p:cNvSpPr txBox="1"/>
          <p:nvPr/>
        </p:nvSpPr>
        <p:spPr>
          <a:xfrm>
            <a:off x="9837736" y="6631479"/>
            <a:ext cx="707273" cy="43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>
                <a:latin typeface="Bookman Old Style"/>
                <a:ea typeface="Bookman Old Style"/>
                <a:cs typeface="Bookman Old Style"/>
                <a:sym typeface="Bookman Old Style"/>
              </a:rPr>
              <a:t>57 / 100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47" name="Google Shape;1247;p63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82959" cy="2185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80524">
              <a:buClr>
                <a:srgbClr val="000000"/>
              </a:buClr>
            </a:pPr>
            <a:fld id="{00000000-1234-1234-1234-123412341234}" type="slidenum">
              <a:rPr lang="en-US"/>
              <a:pPr marL="80524">
                <a:buClr>
                  <a:srgbClr val="000000"/>
                </a:buClr>
              </a:pPr>
              <a:t>27</a:t>
            </a:fld>
            <a:r>
              <a:rPr lang="en-US"/>
              <a:t> / 100</a:t>
            </a:r>
            <a:endParaRPr/>
          </a:p>
        </p:txBody>
      </p:sp>
      <p:pic>
        <p:nvPicPr>
          <p:cNvPr id="1248" name="Google Shape;124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534" y="1162923"/>
            <a:ext cx="10798893" cy="51464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82240" y="567360"/>
              <a:ext cx="11207160" cy="5699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0360" y="554760"/>
                <a:ext cx="11234880" cy="57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716326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64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P</a:t>
            </a:r>
            <a:r>
              <a:rPr lang="en-US" cap="small" dirty="0">
                <a:solidFill>
                  <a:schemeClr val="tx1"/>
                </a:solidFill>
              </a:rPr>
              <a:t>roperties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cap="small" dirty="0">
                <a:solidFill>
                  <a:schemeClr val="tx1"/>
                </a:solidFill>
              </a:rPr>
              <a:t>of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</a:t>
            </a:r>
            <a:r>
              <a:rPr lang="en-US" cap="small" dirty="0" err="1">
                <a:solidFill>
                  <a:schemeClr val="tx1"/>
                </a:solidFill>
              </a:rPr>
              <a:t>oftmax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254" name="Google Shape;1254;p64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255" name="Google Shape;1255;p6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56" name="Google Shape;1256;p6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57" name="Google Shape;1257;p6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258" name="Google Shape;1258;p64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59" name="Google Shape;1259;p64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60" name="Google Shape;1260;p64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100078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28</a:t>
            </a:fld>
            <a:r>
              <a:rPr lang="en-US"/>
              <a:t> / 100</a:t>
            </a:r>
            <a:endParaRPr/>
          </a:p>
        </p:txBody>
      </p:sp>
      <p:pic>
        <p:nvPicPr>
          <p:cNvPr id="1261" name="Google Shape;126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1" y="1162924"/>
            <a:ext cx="10789502" cy="51464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2120383"/>
      </p:ext>
    </p:extLst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5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chemeClr val="tx1"/>
                </a:solidFill>
              </a:rPr>
              <a:t>S</a:t>
            </a:r>
            <a:r>
              <a:rPr lang="en-US" cap="small">
                <a:solidFill>
                  <a:schemeClr val="tx1"/>
                </a:solidFill>
              </a:rPr>
              <a:t>oftmax</a:t>
            </a:r>
            <a:r>
              <a:rPr lang="en-US">
                <a:solidFill>
                  <a:schemeClr val="tx1"/>
                </a:solidFill>
              </a:rPr>
              <a:t> E</a:t>
            </a:r>
            <a:r>
              <a:rPr lang="en-US" cap="small">
                <a:solidFill>
                  <a:schemeClr val="tx1"/>
                </a:solidFill>
              </a:rPr>
              <a:t>xample</a:t>
            </a:r>
            <a:r>
              <a:rPr lang="en-US">
                <a:solidFill>
                  <a:schemeClr val="tx1"/>
                </a:solidFill>
              </a:rPr>
              <a:t>: N</a:t>
            </a:r>
            <a:r>
              <a:rPr lang="en-US" cap="small">
                <a:solidFill>
                  <a:schemeClr val="tx1"/>
                </a:solidFill>
              </a:rPr>
              <a:t>umerical</a:t>
            </a:r>
            <a:r>
              <a:rPr lang="en-US">
                <a:solidFill>
                  <a:schemeClr val="tx1"/>
                </a:solidFill>
              </a:rPr>
              <a:t> C</a:t>
            </a:r>
            <a:r>
              <a:rPr lang="en-US" cap="small">
                <a:solidFill>
                  <a:schemeClr val="tx1"/>
                </a:solidFill>
              </a:rPr>
              <a:t>omputation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1267" name="Google Shape;1267;p65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268" name="Google Shape;1268;p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271" name="Google Shape;1271;p65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72" name="Google Shape;1272;p65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73" name="Google Shape;1273;p65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100078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29</a:t>
            </a:fld>
            <a:r>
              <a:rPr lang="en-US"/>
              <a:t> / 100</a:t>
            </a:r>
            <a:endParaRPr/>
          </a:p>
        </p:txBody>
      </p:sp>
      <p:pic>
        <p:nvPicPr>
          <p:cNvPr id="1274" name="Google Shape;127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649" y="1162924"/>
            <a:ext cx="10843261" cy="514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572" y="1895186"/>
            <a:ext cx="2236587" cy="573484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975320" y="612000"/>
              <a:ext cx="9903600" cy="5853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1640" y="600480"/>
                <a:ext cx="9932400" cy="58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9033120" y="5813280"/>
              <a:ext cx="2218320" cy="555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22320" y="5799960"/>
                <a:ext cx="2242440" cy="58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1482086"/>
      </p:ext>
    </p:extLst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7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ategorical</a:t>
            </a:r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ross</a:t>
            </a:r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-E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ntropy</a:t>
            </a:r>
            <a:r>
              <a:rPr lang="en-US" sz="3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</a:t>
            </a:r>
            <a:r>
              <a:rPr lang="en-US" sz="3600" cap="small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oss</a:t>
            </a:r>
            <a:endParaRPr sz="3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293" name="Google Shape;1293;p67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294" name="Google Shape;1294;p6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95" name="Google Shape;1295;p6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296" name="Google Shape;1296;p6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297" name="Google Shape;1297;p67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98" name="Google Shape;1298;p67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99" name="Google Shape;1299;p67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34771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30</a:t>
            </a:fld>
            <a:r>
              <a:rPr lang="en-US"/>
              <a:t> / 100</a:t>
            </a:r>
            <a:endParaRPr/>
          </a:p>
        </p:txBody>
      </p:sp>
      <p:pic>
        <p:nvPicPr>
          <p:cNvPr id="1300" name="Google Shape;130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400" y="1394743"/>
            <a:ext cx="11541844" cy="490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907" y="1058471"/>
            <a:ext cx="6248400" cy="1400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712440" y="562320"/>
              <a:ext cx="11480760" cy="4443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8760" y="550080"/>
                <a:ext cx="11504880" cy="44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/>
              <p14:cNvContentPartPr/>
              <p14:nvPr/>
            </p14:nvContentPartPr>
            <p14:xfrm>
              <a:off x="6911280" y="1563120"/>
              <a:ext cx="2647080" cy="5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5880" y="1557000"/>
                <a:ext cx="265680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44817"/>
      </p:ext>
    </p:extLst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1" y="1511046"/>
            <a:ext cx="8229600" cy="4525963"/>
          </a:xfrm>
        </p:spPr>
        <p:txBody>
          <a:bodyPr/>
          <a:lstStyle/>
          <a:p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</a:rPr>
              <a:t>Y-hat = [0.13, 0.87, 0.00]</a:t>
            </a:r>
            <a:endParaRPr lang="en-IN" sz="2000" dirty="0">
              <a:latin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</a:rPr>
              <a:t>If the correct class is class 2 in a 3-class problem:  y=[0,1,0]  </a:t>
            </a:r>
          </a:p>
          <a:p>
            <a:r>
              <a:rPr lang="en-IN" sz="2000" dirty="0">
                <a:latin typeface="Cambria" panose="02040503050406030204" pitchFamily="18" charset="0"/>
              </a:rPr>
              <a:t>So the sum becomes:</a:t>
            </a:r>
          </a:p>
          <a:p>
            <a:endParaRPr lang="en-US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</a:rPr>
              <a:t>Therefore, for one hot encoded labels 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 one sample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3886201"/>
            <a:ext cx="7086600" cy="698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89" y="1371833"/>
            <a:ext cx="2401684" cy="9465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908" y="5181601"/>
            <a:ext cx="2966385" cy="6572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2344320" y="59040"/>
              <a:ext cx="6242400" cy="29192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3160" y="48960"/>
                <a:ext cx="6265440" cy="29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311760" y="178920"/>
              <a:ext cx="11335320" cy="57686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000" y="165600"/>
                <a:ext cx="11361600" cy="57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747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9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631759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US" cap="small" dirty="0">
                <a:solidFill>
                  <a:schemeClr val="tx1"/>
                </a:solidFill>
              </a:rPr>
              <a:t>hy</a:t>
            </a:r>
            <a:r>
              <a:rPr lang="en-US" dirty="0">
                <a:solidFill>
                  <a:schemeClr val="tx1"/>
                </a:solidFill>
              </a:rPr>
              <a:t> C</a:t>
            </a:r>
            <a:r>
              <a:rPr lang="en-US" cap="small" dirty="0">
                <a:solidFill>
                  <a:schemeClr val="tx1"/>
                </a:solidFill>
              </a:rPr>
              <a:t>ategorical</a:t>
            </a:r>
            <a:r>
              <a:rPr lang="en-US" dirty="0">
                <a:solidFill>
                  <a:schemeClr val="tx1"/>
                </a:solidFill>
              </a:rPr>
              <a:t> C</a:t>
            </a:r>
            <a:r>
              <a:rPr lang="en-US" cap="small" dirty="0">
                <a:solidFill>
                  <a:schemeClr val="tx1"/>
                </a:solidFill>
              </a:rPr>
              <a:t>ross</a:t>
            </a:r>
            <a:r>
              <a:rPr lang="en-US" dirty="0">
                <a:solidFill>
                  <a:schemeClr val="tx1"/>
                </a:solidFill>
              </a:rPr>
              <a:t>-E</a:t>
            </a:r>
            <a:r>
              <a:rPr lang="en-US" cap="small" dirty="0">
                <a:solidFill>
                  <a:schemeClr val="tx1"/>
                </a:solidFill>
              </a:rPr>
              <a:t>ntropy</a:t>
            </a:r>
            <a:r>
              <a:rPr lang="en-US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319" name="Google Shape;1319;p69"/>
          <p:cNvGrpSpPr/>
          <p:nvPr/>
        </p:nvGrpSpPr>
        <p:grpSpPr>
          <a:xfrm>
            <a:off x="2982" y="6640492"/>
            <a:ext cx="12174331" cy="194601"/>
            <a:chOff x="0" y="3141936"/>
            <a:chExt cx="5760262" cy="92075"/>
          </a:xfrm>
        </p:grpSpPr>
        <p:sp>
          <p:nvSpPr>
            <p:cNvPr id="1320" name="Google Shape;1320;p6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321" name="Google Shape;1321;p6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1322" name="Google Shape;1322;p6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1323" name="Google Shape;1323;p69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24" name="Google Shape;1324;p69"/>
          <p:cNvSpPr txBox="1"/>
          <p:nvPr/>
        </p:nvSpPr>
        <p:spPr>
          <a:xfrm>
            <a:off x="5508535" y="6631479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1268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25" name="Google Shape;1325;p69"/>
          <p:cNvSpPr txBox="1">
            <a:spLocks noGrp="1"/>
          </p:cNvSpPr>
          <p:nvPr>
            <p:ph type="sldNum" idx="12"/>
          </p:nvPr>
        </p:nvSpPr>
        <p:spPr>
          <a:xfrm>
            <a:off x="9784067" y="6631486"/>
            <a:ext cx="1065840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32</a:t>
            </a:fld>
            <a:r>
              <a:rPr lang="en-US"/>
              <a:t> / 100</a:t>
            </a:r>
            <a:endParaRPr/>
          </a:p>
        </p:txBody>
      </p:sp>
      <p:pic>
        <p:nvPicPr>
          <p:cNvPr id="1326" name="Google Shape;132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0" y="970416"/>
            <a:ext cx="9795444" cy="5603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412640" y="1793880"/>
              <a:ext cx="9522360" cy="4124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1840" y="1779840"/>
                <a:ext cx="9546120" cy="41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999435"/>
      </p:ext>
    </p:extLst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F2F3-D140-F844-EE75-7FDCE611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000A-D4B0-D488-F2FE-F44648E183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600" b="0" dirty="0" err="1">
                <a:latin typeface="Cambria" panose="02040503050406030204" pitchFamily="18" charset="0"/>
                <a:cs typeface="+mj-cs"/>
              </a:rPr>
              <a:t>Softmax</a:t>
            </a:r>
            <a:r>
              <a:rPr lang="en-US" sz="3600" b="0" dirty="0">
                <a:latin typeface="Cambria" panose="02040503050406030204" pitchFamily="18" charset="0"/>
                <a:cs typeface="+mj-cs"/>
              </a:rPr>
              <a:t> + loss Example</a:t>
            </a:r>
            <a:endParaRPr lang="en-IN" sz="3600" b="0" dirty="0">
              <a:latin typeface="Cambria" panose="02040503050406030204" pitchFamily="18" charset="0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4F82D-F53B-E88B-7D72-BFD581F43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1" y="1524001"/>
            <a:ext cx="7080089" cy="47500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4110840" y="4095000"/>
              <a:ext cx="4470840" cy="1152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95360" y="4082760"/>
                <a:ext cx="4494240" cy="11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1202760" y="33840"/>
              <a:ext cx="10920600" cy="6243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2680" y="22320"/>
                <a:ext cx="10946160" cy="626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1567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92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64452-D875-977B-19A7-6AEA3EE7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25FD-2D8A-70ED-29BE-0D423F079D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200" b="0" dirty="0">
                <a:latin typeface="Cambria" panose="02040503050406030204" pitchFamily="18" charset="0"/>
                <a:cs typeface="+mj-cs"/>
              </a:rPr>
              <a:t>Deep Feedforward Neural Networks</a:t>
            </a:r>
            <a:endParaRPr lang="en-IN" sz="3200" b="0" dirty="0">
              <a:latin typeface="Cambria" panose="02040503050406030204" pitchFamily="18" charset="0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FFC71-76C5-78FF-A7CD-220FC874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49568"/>
            <a:ext cx="9144000" cy="39588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928600" y="55080"/>
              <a:ext cx="9120600" cy="633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5640" y="41760"/>
                <a:ext cx="9146880" cy="63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5364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1" y="609600"/>
            <a:ext cx="8160907" cy="609600"/>
          </a:xfrm>
        </p:spPr>
        <p:txBody>
          <a:bodyPr>
            <a:normAutofit/>
          </a:bodyPr>
          <a:lstStyle/>
          <a:p>
            <a:r>
              <a:rPr lang="x-none" sz="2800" b="1" dirty="0"/>
              <a:t>The Flow of Computations in Neural Networks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A61E31-5C95-5949-8CE0-3DA74D1EA69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00200" y="1600200"/>
            <a:ext cx="8839200" cy="4953000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flow of computations in a neural network goes in two ways: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Left-to-right</a:t>
            </a:r>
            <a:r>
              <a:rPr lang="en-GB" dirty="0"/>
              <a:t>: This is referred to as </a:t>
            </a:r>
            <a:r>
              <a:rPr lang="en-GB" i="1" dirty="0">
                <a:solidFill>
                  <a:srgbClr val="00B0F0"/>
                </a:solidFill>
              </a:rPr>
              <a:t>forward propagation</a:t>
            </a:r>
            <a:r>
              <a:rPr lang="en-GB" i="1" dirty="0"/>
              <a:t>, </a:t>
            </a:r>
            <a:r>
              <a:rPr lang="en-GB" dirty="0"/>
              <a:t>which results in computing the output of the network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Right-to-left</a:t>
            </a:r>
            <a:r>
              <a:rPr lang="en-GB" dirty="0"/>
              <a:t>: This is referred to as </a:t>
            </a:r>
            <a:r>
              <a:rPr lang="en-GB" i="1" dirty="0">
                <a:solidFill>
                  <a:srgbClr val="FF0000"/>
                </a:solidFill>
              </a:rPr>
              <a:t>back propagation</a:t>
            </a:r>
            <a:r>
              <a:rPr lang="en-GB" dirty="0"/>
              <a:t>, which results in computing the gradients (or derivatives) of the parameters in the network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intuition behind this 2-way flow of computations can be explained through the concept of “computation graphs”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x-non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527920" y="1723680"/>
              <a:ext cx="9660600" cy="17773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7840" y="1711440"/>
                <a:ext cx="9685440" cy="18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6607080" y="3383640"/>
              <a:ext cx="4965840" cy="1592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6640" y="3373560"/>
                <a:ext cx="4992840" cy="161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269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1C05F-3E79-2824-F82F-3B9D9A41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6A79B-682A-AD43-08DF-8DD98A09C0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3200" dirty="0">
                <a:latin typeface="Cambria" panose="02040503050406030204" pitchFamily="18" charset="0"/>
                <a:cs typeface="+mj-cs"/>
              </a:rPr>
              <a:t>DNN Architecture</a:t>
            </a:r>
            <a:endParaRPr lang="en-IN" sz="3200" dirty="0">
              <a:latin typeface="Cambria" panose="02040503050406030204" pitchFamily="18" charset="0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CCF75-9BEE-47AB-7FD6-30EA26C6E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400"/>
            <a:ext cx="9144000" cy="43530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070360" y="1123200"/>
              <a:ext cx="7763760" cy="4154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8480" y="1112400"/>
                <a:ext cx="7785720" cy="417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71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9836" y="493696"/>
            <a:ext cx="7626564" cy="5784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2800" b="1" dirty="0"/>
              <a:t>Computation Graph – Binary 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4801" y="1986786"/>
            <a:ext cx="6033957" cy="1373272"/>
          </a:xfrm>
          <a:prstGeom prst="rect">
            <a:avLst/>
          </a:prstGeom>
        </p:spPr>
        <p:txBody>
          <a:bodyPr vert="horz" wrap="square" lIns="0" tIns="20141" rIns="0" bIns="0" rtlCol="0">
            <a:spAutoFit/>
          </a:bodyPr>
          <a:lstStyle/>
          <a:p>
            <a:pPr marL="644510" marR="2207446" indent="-3021">
              <a:lnSpc>
                <a:spcPct val="121100"/>
              </a:lnSpc>
              <a:spcBef>
                <a:spcPts val="159"/>
              </a:spcBef>
            </a:pP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z</a:t>
            </a:r>
            <a:r>
              <a:rPr sz="2400" i="1" spc="2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=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</a:t>
            </a:r>
            <a:r>
              <a:rPr sz="2400" i="1" spc="-293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249" baseline="34722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T</a:t>
            </a:r>
            <a:r>
              <a:rPr sz="2400" i="1" spc="167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</a:t>
            </a:r>
            <a:r>
              <a:rPr sz="2400" i="1" spc="206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+</a:t>
            </a:r>
            <a:r>
              <a:rPr sz="2400" spc="-159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i="1" spc="-7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endParaRPr lang="en-US" sz="2400" i="1" spc="-79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44510" marR="2207446" indent="-3021">
              <a:lnSpc>
                <a:spcPct val="121100"/>
              </a:lnSpc>
              <a:spcBef>
                <a:spcPts val="159"/>
              </a:spcBef>
            </a:pP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2400" i="1" spc="87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=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i="1" spc="-87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y</a:t>
            </a:r>
            <a:r>
              <a:rPr sz="2400" spc="-119" baseline="2314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ˆ</a:t>
            </a:r>
            <a:r>
              <a:rPr sz="2400" baseline="2314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=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i="1" spc="-32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σ</a:t>
            </a:r>
            <a:r>
              <a:rPr sz="2400" spc="-3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</a:t>
            </a:r>
            <a:r>
              <a:rPr sz="2400" i="1" spc="-3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z</a:t>
            </a:r>
            <a:r>
              <a:rPr sz="2400" spc="-32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60423">
              <a:spcBef>
                <a:spcPts val="476"/>
              </a:spcBef>
            </a:pPr>
            <a:r>
              <a:rPr sz="2400" spc="79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L</a:t>
            </a:r>
            <a:r>
              <a:rPr sz="2400" spc="79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</a:t>
            </a:r>
            <a:r>
              <a:rPr sz="2400" i="1" spc="7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2400" i="1" spc="7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sz="2400" i="1" spc="-11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y</a:t>
            </a:r>
            <a:r>
              <a:rPr sz="2400" i="1" spc="-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</a:t>
            </a:r>
            <a:r>
              <a:rPr sz="2400" spc="-6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=</a:t>
            </a:r>
            <a:r>
              <a:rPr sz="2400" spc="-63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357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−</a:t>
            </a:r>
            <a:r>
              <a:rPr sz="2400" spc="-278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 </a:t>
            </a:r>
            <a:r>
              <a:rPr sz="2400" spc="-5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[</a:t>
            </a:r>
            <a:r>
              <a:rPr sz="2400" i="1" spc="-56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y</a:t>
            </a:r>
            <a:r>
              <a:rPr sz="2400" i="1" spc="3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-9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log</a:t>
            </a:r>
            <a:r>
              <a:rPr sz="2400" spc="-24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2400" i="1" spc="-32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+</a:t>
            </a:r>
            <a:r>
              <a:rPr sz="2400" spc="-167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 </a:t>
            </a:r>
            <a:r>
              <a:rPr sz="2400" spc="-357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−</a:t>
            </a:r>
            <a:r>
              <a:rPr sz="2400" spc="-174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 </a:t>
            </a: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y</a:t>
            </a:r>
            <a:r>
              <a:rPr sz="2400" i="1" spc="-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-16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</a:t>
            </a:r>
            <a:r>
              <a:rPr sz="2400" spc="-2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log(</a:t>
            </a:r>
            <a:r>
              <a:rPr sz="2400" spc="-48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1 </a:t>
            </a:r>
            <a:r>
              <a:rPr sz="2400" spc="-357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−</a:t>
            </a:r>
            <a:r>
              <a:rPr sz="2400" spc="-174" dirty="0">
                <a:latin typeface="Cambria" panose="02040503050406030204" pitchFamily="18" charset="0"/>
                <a:ea typeface="Cambria" panose="02040503050406030204" pitchFamily="18" charset="0"/>
                <a:cs typeface="Lucida Sans Unicode"/>
              </a:rPr>
              <a:t> </a:t>
            </a:r>
            <a:r>
              <a:rPr sz="2400" i="1" spc="-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2400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)]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905000" y="3426749"/>
            <a:ext cx="5808304" cy="1571860"/>
            <a:chOff x="1663403" y="4003213"/>
            <a:chExt cx="5808304" cy="1571860"/>
          </a:xfrm>
        </p:grpSpPr>
        <p:sp>
          <p:nvSpPr>
            <p:cNvPr id="4" name="object 4"/>
            <p:cNvSpPr/>
            <p:nvPr/>
          </p:nvSpPr>
          <p:spPr>
            <a:xfrm>
              <a:off x="1682450" y="4003213"/>
              <a:ext cx="451158" cy="451158"/>
            </a:xfrm>
            <a:custGeom>
              <a:avLst/>
              <a:gdLst/>
              <a:ahLst/>
              <a:cxnLst/>
              <a:rect l="l" t="t" r="r" b="b"/>
              <a:pathLst>
                <a:path w="284480" h="28448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1747933" y="4029973"/>
              <a:ext cx="310171" cy="281646"/>
            </a:xfrm>
            <a:prstGeom prst="rect">
              <a:avLst/>
            </a:prstGeom>
          </p:spPr>
          <p:txBody>
            <a:bodyPr vert="horz" wrap="square" lIns="0" tIns="25176" rIns="0" bIns="0" rtlCol="0">
              <a:spAutoFit/>
            </a:bodyPr>
            <a:lstStyle/>
            <a:p>
              <a:pPr marL="60423">
                <a:spcBef>
                  <a:spcPts val="198"/>
                </a:spcBef>
              </a:pPr>
              <a:r>
                <a:rPr sz="1665" i="1" spc="-40" dirty="0">
                  <a:latin typeface="Arial"/>
                  <a:cs typeface="Arial"/>
                </a:rPr>
                <a:t>x</a:t>
              </a:r>
              <a:r>
                <a:rPr sz="1665" spc="-59" baseline="-15873" dirty="0">
                  <a:latin typeface="Arial MT"/>
                  <a:cs typeface="Arial MT"/>
                </a:rPr>
                <a:t>1</a:t>
              </a:r>
              <a:endParaRPr sz="1665" baseline="-15873">
                <a:latin typeface="Arial MT"/>
                <a:cs typeface="Arial M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663403" y="4555097"/>
              <a:ext cx="489426" cy="489426"/>
            </a:xfrm>
            <a:custGeom>
              <a:avLst/>
              <a:gdLst/>
              <a:ahLst/>
              <a:cxnLst/>
              <a:rect l="l" t="t" r="r" b="b"/>
              <a:pathLst>
                <a:path w="308609" h="308610">
                  <a:moveTo>
                    <a:pt x="308100" y="154050"/>
                  </a:moveTo>
                  <a:lnTo>
                    <a:pt x="300247" y="105358"/>
                  </a:lnTo>
                  <a:lnTo>
                    <a:pt x="278378" y="63069"/>
                  </a:lnTo>
                  <a:lnTo>
                    <a:pt x="245031" y="29722"/>
                  </a:lnTo>
                  <a:lnTo>
                    <a:pt x="202742" y="7853"/>
                  </a:lnTo>
                  <a:lnTo>
                    <a:pt x="154050" y="0"/>
                  </a:lnTo>
                  <a:lnTo>
                    <a:pt x="105358" y="7853"/>
                  </a:lnTo>
                  <a:lnTo>
                    <a:pt x="63069" y="29722"/>
                  </a:lnTo>
                  <a:lnTo>
                    <a:pt x="29722" y="63069"/>
                  </a:lnTo>
                  <a:lnTo>
                    <a:pt x="7853" y="105358"/>
                  </a:lnTo>
                  <a:lnTo>
                    <a:pt x="0" y="154050"/>
                  </a:lnTo>
                  <a:lnTo>
                    <a:pt x="7853" y="202742"/>
                  </a:lnTo>
                  <a:lnTo>
                    <a:pt x="29722" y="245031"/>
                  </a:lnTo>
                  <a:lnTo>
                    <a:pt x="63069" y="278378"/>
                  </a:lnTo>
                  <a:lnTo>
                    <a:pt x="105358" y="300247"/>
                  </a:lnTo>
                  <a:lnTo>
                    <a:pt x="154050" y="308100"/>
                  </a:lnTo>
                  <a:lnTo>
                    <a:pt x="202742" y="300247"/>
                  </a:lnTo>
                  <a:lnTo>
                    <a:pt x="245031" y="278378"/>
                  </a:lnTo>
                  <a:lnTo>
                    <a:pt x="278378" y="245031"/>
                  </a:lnTo>
                  <a:lnTo>
                    <a:pt x="300247" y="202742"/>
                  </a:lnTo>
                  <a:lnTo>
                    <a:pt x="308100" y="15405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1723885" y="4600889"/>
              <a:ext cx="358509" cy="281646"/>
            </a:xfrm>
            <a:prstGeom prst="rect">
              <a:avLst/>
            </a:prstGeom>
          </p:spPr>
          <p:txBody>
            <a:bodyPr vert="horz" wrap="square" lIns="0" tIns="25176" rIns="0" bIns="0" rtlCol="0">
              <a:spAutoFit/>
            </a:bodyPr>
            <a:lstStyle/>
            <a:p>
              <a:pPr marL="60423">
                <a:spcBef>
                  <a:spcPts val="198"/>
                </a:spcBef>
              </a:pPr>
              <a:r>
                <a:rPr sz="1665" i="1" spc="-40" dirty="0">
                  <a:latin typeface="Arial"/>
                  <a:cs typeface="Arial"/>
                </a:rPr>
                <a:t>w</a:t>
              </a:r>
              <a:r>
                <a:rPr sz="1665" spc="-59" baseline="-15873" dirty="0">
                  <a:latin typeface="Arial MT"/>
                  <a:cs typeface="Arial MT"/>
                </a:rPr>
                <a:t>1</a:t>
              </a:r>
              <a:endParaRPr sz="1665" baseline="-15873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703583" y="5166211"/>
              <a:ext cx="408862" cy="408862"/>
            </a:xfrm>
            <a:custGeom>
              <a:avLst/>
              <a:gdLst/>
              <a:ahLst/>
              <a:cxnLst/>
              <a:rect l="l" t="t" r="r" b="b"/>
              <a:pathLst>
                <a:path w="257809" h="257810">
                  <a:moveTo>
                    <a:pt x="257427" y="128714"/>
                  </a:moveTo>
                  <a:lnTo>
                    <a:pt x="247313" y="78612"/>
                  </a:lnTo>
                  <a:lnTo>
                    <a:pt x="219728" y="37699"/>
                  </a:lnTo>
                  <a:lnTo>
                    <a:pt x="178815" y="10114"/>
                  </a:lnTo>
                  <a:lnTo>
                    <a:pt x="128713" y="0"/>
                  </a:lnTo>
                  <a:lnTo>
                    <a:pt x="78612" y="10114"/>
                  </a:lnTo>
                  <a:lnTo>
                    <a:pt x="37699" y="37699"/>
                  </a:lnTo>
                  <a:lnTo>
                    <a:pt x="10114" y="78612"/>
                  </a:lnTo>
                  <a:lnTo>
                    <a:pt x="0" y="128714"/>
                  </a:lnTo>
                  <a:lnTo>
                    <a:pt x="10114" y="178815"/>
                  </a:lnTo>
                  <a:lnTo>
                    <a:pt x="37699" y="219729"/>
                  </a:lnTo>
                  <a:lnTo>
                    <a:pt x="78612" y="247313"/>
                  </a:lnTo>
                  <a:lnTo>
                    <a:pt x="128713" y="257428"/>
                  </a:lnTo>
                  <a:lnTo>
                    <a:pt x="178815" y="247313"/>
                  </a:lnTo>
                  <a:lnTo>
                    <a:pt x="219728" y="219729"/>
                  </a:lnTo>
                  <a:lnTo>
                    <a:pt x="247313" y="178815"/>
                  </a:lnTo>
                  <a:lnTo>
                    <a:pt x="257427" y="12871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1824307" y="5209973"/>
              <a:ext cx="161128" cy="281646"/>
            </a:xfrm>
            <a:prstGeom prst="rect">
              <a:avLst/>
            </a:prstGeom>
          </p:spPr>
          <p:txBody>
            <a:bodyPr vert="horz" wrap="square" lIns="0" tIns="25176" rIns="0" bIns="0" rtlCol="0">
              <a:spAutoFit/>
            </a:bodyPr>
            <a:lstStyle/>
            <a:p>
              <a:pPr marL="20141">
                <a:spcBef>
                  <a:spcPts val="198"/>
                </a:spcBef>
              </a:pPr>
              <a:r>
                <a:rPr sz="1665" i="1" spc="-79" dirty="0">
                  <a:latin typeface="Arial"/>
                  <a:cs typeface="Arial"/>
                </a:rPr>
                <a:t>b</a:t>
              </a:r>
              <a:endParaRPr sz="1665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896588" y="4630833"/>
              <a:ext cx="1448136" cy="282129"/>
            </a:xfrm>
            <a:prstGeom prst="rect">
              <a:avLst/>
            </a:prstGeom>
            <a:ln w="5060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71500">
                <a:lnSpc>
                  <a:spcPts val="2181"/>
                </a:lnSpc>
              </a:pPr>
              <a:r>
                <a:rPr sz="1665" i="1" dirty="0">
                  <a:latin typeface="Arial"/>
                  <a:cs typeface="Arial"/>
                </a:rPr>
                <a:t>z</a:t>
              </a:r>
              <a:r>
                <a:rPr sz="1665" i="1" spc="246" dirty="0">
                  <a:latin typeface="Arial"/>
                  <a:cs typeface="Arial"/>
                </a:rPr>
                <a:t> </a:t>
              </a:r>
              <a:r>
                <a:rPr sz="1903" dirty="0">
                  <a:latin typeface="Tahoma"/>
                  <a:cs typeface="Tahoma"/>
                </a:rPr>
                <a:t>=</a:t>
              </a:r>
              <a:r>
                <a:rPr sz="1903" spc="-16" dirty="0">
                  <a:latin typeface="Tahoma"/>
                  <a:cs typeface="Tahoma"/>
                </a:rPr>
                <a:t> </a:t>
              </a:r>
              <a:r>
                <a:rPr sz="1665" i="1" dirty="0">
                  <a:latin typeface="Arial"/>
                  <a:cs typeface="Arial"/>
                </a:rPr>
                <a:t>w</a:t>
              </a:r>
              <a:r>
                <a:rPr sz="1665" baseline="-15873" dirty="0">
                  <a:latin typeface="Arial MT"/>
                  <a:cs typeface="Arial MT"/>
                </a:rPr>
                <a:t>1</a:t>
              </a:r>
              <a:r>
                <a:rPr sz="1665" i="1" dirty="0">
                  <a:latin typeface="Arial"/>
                  <a:cs typeface="Arial"/>
                </a:rPr>
                <a:t>x</a:t>
              </a:r>
              <a:r>
                <a:rPr sz="1665" baseline="-15873" dirty="0">
                  <a:latin typeface="Arial MT"/>
                  <a:cs typeface="Arial MT"/>
                </a:rPr>
                <a:t>1</a:t>
              </a:r>
              <a:r>
                <a:rPr sz="1665" spc="381" baseline="-15873" dirty="0">
                  <a:latin typeface="Arial MT"/>
                  <a:cs typeface="Arial MT"/>
                </a:rPr>
                <a:t> </a:t>
              </a:r>
              <a:r>
                <a:rPr sz="1903" dirty="0">
                  <a:latin typeface="Tahoma"/>
                  <a:cs typeface="Tahoma"/>
                </a:rPr>
                <a:t>+</a:t>
              </a:r>
              <a:r>
                <a:rPr sz="1903" spc="-127" dirty="0">
                  <a:latin typeface="Tahoma"/>
                  <a:cs typeface="Tahoma"/>
                </a:rPr>
                <a:t> </a:t>
              </a:r>
              <a:r>
                <a:rPr sz="1665" i="1" spc="-79" dirty="0">
                  <a:latin typeface="Arial"/>
                  <a:cs typeface="Arial"/>
                </a:rPr>
                <a:t>b</a:t>
              </a:r>
              <a:endParaRPr sz="1665" dirty="0">
                <a:latin typeface="Arial"/>
                <a:cs typeface="Arial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2083748" y="4339431"/>
              <a:ext cx="809667" cy="931520"/>
              <a:chOff x="1313919" y="2196502"/>
              <a:chExt cx="510540" cy="587375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1327988" y="2199042"/>
                <a:ext cx="469900" cy="272415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72414">
                    <a:moveTo>
                      <a:pt x="0" y="0"/>
                    </a:moveTo>
                    <a:lnTo>
                      <a:pt x="469671" y="272272"/>
                    </a:lnTo>
                  </a:path>
                </a:pathLst>
              </a:custGeom>
              <a:ln w="5060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1770628" y="2444743"/>
                <a:ext cx="5334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41910">
                    <a:moveTo>
                      <a:pt x="19035" y="0"/>
                    </a:moveTo>
                    <a:lnTo>
                      <a:pt x="20255" y="12086"/>
                    </a:lnTo>
                    <a:lnTo>
                      <a:pt x="17727" y="21177"/>
                    </a:lnTo>
                    <a:lnTo>
                      <a:pt x="11094" y="27889"/>
                    </a:lnTo>
                    <a:lnTo>
                      <a:pt x="0" y="32837"/>
                    </a:lnTo>
                    <a:lnTo>
                      <a:pt x="14561" y="32709"/>
                    </a:lnTo>
                    <a:lnTo>
                      <a:pt x="29136" y="34920"/>
                    </a:lnTo>
                    <a:lnTo>
                      <a:pt x="42469" y="38331"/>
                    </a:lnTo>
                    <a:lnTo>
                      <a:pt x="53300" y="41799"/>
                    </a:lnTo>
                    <a:lnTo>
                      <a:pt x="44908" y="34123"/>
                    </a:lnTo>
                    <a:lnTo>
                      <a:pt x="35323" y="24248"/>
                    </a:lnTo>
                    <a:lnTo>
                      <a:pt x="26160" y="12699"/>
                    </a:lnTo>
                    <a:lnTo>
                      <a:pt x="19035" y="0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1359499" y="2486543"/>
                <a:ext cx="4343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34339">
                    <a:moveTo>
                      <a:pt x="0" y="0"/>
                    </a:moveTo>
                    <a:lnTo>
                      <a:pt x="434064" y="0"/>
                    </a:lnTo>
                  </a:path>
                </a:pathLst>
              </a:custGeom>
              <a:ln w="5060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1773319" y="2467564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0"/>
                    </a:moveTo>
                    <a:lnTo>
                      <a:pt x="7117" y="9845"/>
                    </a:lnTo>
                    <a:lnTo>
                      <a:pt x="9489" y="18978"/>
                    </a:lnTo>
                    <a:lnTo>
                      <a:pt x="7117" y="28112"/>
                    </a:lnTo>
                    <a:lnTo>
                      <a:pt x="0" y="37957"/>
                    </a:lnTo>
                    <a:lnTo>
                      <a:pt x="12533" y="30543"/>
                    </a:lnTo>
                    <a:lnTo>
                      <a:pt x="26253" y="25146"/>
                    </a:lnTo>
                    <a:lnTo>
                      <a:pt x="39499" y="21410"/>
                    </a:lnTo>
                    <a:lnTo>
                      <a:pt x="50609" y="18978"/>
                    </a:lnTo>
                    <a:lnTo>
                      <a:pt x="39499" y="16546"/>
                    </a:lnTo>
                    <a:lnTo>
                      <a:pt x="26253" y="12810"/>
                    </a:lnTo>
                    <a:lnTo>
                      <a:pt x="12533" y="74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1316459" y="2501771"/>
                <a:ext cx="48133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481330" h="279400">
                    <a:moveTo>
                      <a:pt x="0" y="278955"/>
                    </a:moveTo>
                    <a:lnTo>
                      <a:pt x="481199" y="0"/>
                    </a:lnTo>
                  </a:path>
                </a:pathLst>
              </a:custGeom>
              <a:ln w="5060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1770628" y="2486542"/>
                <a:ext cx="53340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41910">
                    <a:moveTo>
                      <a:pt x="0" y="8962"/>
                    </a:moveTo>
                    <a:lnTo>
                      <a:pt x="11094" y="13910"/>
                    </a:lnTo>
                    <a:lnTo>
                      <a:pt x="17727" y="20621"/>
                    </a:lnTo>
                    <a:lnTo>
                      <a:pt x="20255" y="29713"/>
                    </a:lnTo>
                    <a:lnTo>
                      <a:pt x="19035" y="41799"/>
                    </a:lnTo>
                    <a:lnTo>
                      <a:pt x="26160" y="29100"/>
                    </a:lnTo>
                    <a:lnTo>
                      <a:pt x="35323" y="17550"/>
                    </a:lnTo>
                    <a:lnTo>
                      <a:pt x="44908" y="7675"/>
                    </a:lnTo>
                    <a:lnTo>
                      <a:pt x="53300" y="0"/>
                    </a:lnTo>
                    <a:lnTo>
                      <a:pt x="42469" y="3468"/>
                    </a:lnTo>
                    <a:lnTo>
                      <a:pt x="29136" y="6878"/>
                    </a:lnTo>
                    <a:lnTo>
                      <a:pt x="14561" y="9090"/>
                    </a:lnTo>
                    <a:lnTo>
                      <a:pt x="0" y="8962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" name="object 18"/>
            <p:cNvSpPr txBox="1"/>
            <p:nvPr/>
          </p:nvSpPr>
          <p:spPr>
            <a:xfrm>
              <a:off x="4817049" y="4606782"/>
              <a:ext cx="1033232" cy="304023"/>
            </a:xfrm>
            <a:prstGeom prst="rect">
              <a:avLst/>
            </a:prstGeom>
            <a:ln w="5060">
              <a:solidFill>
                <a:srgbClr val="000000"/>
              </a:solidFill>
            </a:ln>
          </p:spPr>
          <p:txBody>
            <a:bodyPr vert="horz" wrap="square" lIns="0" tIns="11078" rIns="0" bIns="0" rtlCol="0">
              <a:spAutoFit/>
            </a:bodyPr>
            <a:lstStyle/>
            <a:p>
              <a:pPr marL="71500">
                <a:spcBef>
                  <a:spcPts val="87"/>
                </a:spcBef>
              </a:pPr>
              <a:r>
                <a:rPr sz="1665" i="1" dirty="0">
                  <a:latin typeface="Arial"/>
                  <a:cs typeface="Arial"/>
                </a:rPr>
                <a:t>a</a:t>
              </a:r>
              <a:r>
                <a:rPr sz="1665" i="1" spc="87" dirty="0">
                  <a:latin typeface="Arial"/>
                  <a:cs typeface="Arial"/>
                </a:rPr>
                <a:t> </a:t>
              </a:r>
              <a:r>
                <a:rPr sz="1903" dirty="0">
                  <a:latin typeface="Tahoma"/>
                  <a:cs typeface="Tahoma"/>
                </a:rPr>
                <a:t>=</a:t>
              </a:r>
              <a:r>
                <a:rPr sz="1903" spc="-48" dirty="0">
                  <a:latin typeface="Tahoma"/>
                  <a:cs typeface="Tahoma"/>
                </a:rPr>
                <a:t> </a:t>
              </a:r>
              <a:r>
                <a:rPr sz="1903" i="1" spc="-32" dirty="0">
                  <a:latin typeface="Calibri"/>
                  <a:cs typeface="Calibri"/>
                </a:rPr>
                <a:t>σ</a:t>
              </a:r>
              <a:r>
                <a:rPr sz="1903" spc="-32" dirty="0">
                  <a:latin typeface="Tahoma"/>
                  <a:cs typeface="Tahoma"/>
                </a:rPr>
                <a:t>(</a:t>
              </a:r>
              <a:r>
                <a:rPr sz="1665" i="1" spc="-32" dirty="0">
                  <a:latin typeface="Arial"/>
                  <a:cs typeface="Arial"/>
                </a:rPr>
                <a:t>z</a:t>
              </a:r>
              <a:r>
                <a:rPr sz="1903" spc="-32" dirty="0">
                  <a:latin typeface="Tahoma"/>
                  <a:cs typeface="Tahoma"/>
                </a:rPr>
                <a:t>)</a:t>
              </a:r>
              <a:endParaRPr sz="1903">
                <a:latin typeface="Tahoma"/>
                <a:cs typeface="Tahoma"/>
              </a:endParaRPr>
            </a:p>
          </p:txBody>
        </p:sp>
        <p:grpSp>
          <p:nvGrpSpPr>
            <p:cNvPr id="19" name="object 19"/>
            <p:cNvGrpSpPr/>
            <p:nvPr/>
          </p:nvGrpSpPr>
          <p:grpSpPr>
            <a:xfrm>
              <a:off x="4344413" y="4769309"/>
              <a:ext cx="469285" cy="60423"/>
              <a:chOff x="2739394" y="2467564"/>
              <a:chExt cx="295910" cy="38100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2741934" y="2486543"/>
                <a:ext cx="2628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62889">
                    <a:moveTo>
                      <a:pt x="0" y="0"/>
                    </a:moveTo>
                    <a:lnTo>
                      <a:pt x="262586" y="0"/>
                    </a:lnTo>
                  </a:path>
                </a:pathLst>
              </a:custGeom>
              <a:ln w="5060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2984276" y="2467564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0"/>
                    </a:moveTo>
                    <a:lnTo>
                      <a:pt x="7117" y="9845"/>
                    </a:lnTo>
                    <a:lnTo>
                      <a:pt x="9489" y="18978"/>
                    </a:lnTo>
                    <a:lnTo>
                      <a:pt x="7117" y="28112"/>
                    </a:lnTo>
                    <a:lnTo>
                      <a:pt x="0" y="37957"/>
                    </a:lnTo>
                    <a:lnTo>
                      <a:pt x="12533" y="30543"/>
                    </a:lnTo>
                    <a:lnTo>
                      <a:pt x="26253" y="25146"/>
                    </a:lnTo>
                    <a:lnTo>
                      <a:pt x="39499" y="21410"/>
                    </a:lnTo>
                    <a:lnTo>
                      <a:pt x="50609" y="18978"/>
                    </a:lnTo>
                    <a:lnTo>
                      <a:pt x="39499" y="16546"/>
                    </a:lnTo>
                    <a:lnTo>
                      <a:pt x="26253" y="12810"/>
                    </a:lnTo>
                    <a:lnTo>
                      <a:pt x="12533" y="74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6620751" y="4606782"/>
              <a:ext cx="850956" cy="304023"/>
            </a:xfrm>
            <a:prstGeom prst="rect">
              <a:avLst/>
            </a:prstGeom>
            <a:ln w="5060">
              <a:solidFill>
                <a:srgbClr val="000000"/>
              </a:solidFill>
            </a:ln>
          </p:spPr>
          <p:txBody>
            <a:bodyPr vert="horz" wrap="square" lIns="0" tIns="11078" rIns="0" bIns="0" rtlCol="0">
              <a:spAutoFit/>
            </a:bodyPr>
            <a:lstStyle/>
            <a:p>
              <a:pPr marL="71500">
                <a:spcBef>
                  <a:spcPts val="87"/>
                </a:spcBef>
              </a:pPr>
              <a:r>
                <a:rPr sz="1903" spc="79" dirty="0">
                  <a:latin typeface="Lucida Sans Unicode"/>
                  <a:cs typeface="Lucida Sans Unicode"/>
                </a:rPr>
                <a:t>L</a:t>
              </a:r>
              <a:r>
                <a:rPr sz="1903" spc="79" dirty="0">
                  <a:latin typeface="Tahoma"/>
                  <a:cs typeface="Tahoma"/>
                </a:rPr>
                <a:t>(</a:t>
              </a:r>
              <a:r>
                <a:rPr sz="1665" i="1" spc="79" dirty="0">
                  <a:latin typeface="Arial"/>
                  <a:cs typeface="Arial"/>
                </a:rPr>
                <a:t>a</a:t>
              </a:r>
              <a:r>
                <a:rPr sz="1903" i="1" spc="79" dirty="0">
                  <a:latin typeface="Calibri"/>
                  <a:cs typeface="Calibri"/>
                </a:rPr>
                <a:t>,</a:t>
              </a:r>
              <a:r>
                <a:rPr sz="1903" i="1" spc="-111" dirty="0">
                  <a:latin typeface="Calibri"/>
                  <a:cs typeface="Calibri"/>
                </a:rPr>
                <a:t> </a:t>
              </a:r>
              <a:r>
                <a:rPr sz="1665" i="1" dirty="0">
                  <a:latin typeface="Arial"/>
                  <a:cs typeface="Arial"/>
                </a:rPr>
                <a:t>y</a:t>
              </a:r>
              <a:r>
                <a:rPr sz="1665" i="1" spc="-285" dirty="0">
                  <a:latin typeface="Arial"/>
                  <a:cs typeface="Arial"/>
                </a:rPr>
                <a:t> </a:t>
              </a:r>
              <a:r>
                <a:rPr sz="1903" spc="-79" dirty="0">
                  <a:latin typeface="Tahoma"/>
                  <a:cs typeface="Tahoma"/>
                </a:rPr>
                <a:t>)</a:t>
              </a:r>
              <a:endParaRPr sz="1903">
                <a:latin typeface="Tahoma"/>
                <a:cs typeface="Tahoma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1943584" y="1566282"/>
            <a:ext cx="159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141">
              <a:spcBef>
                <a:spcPts val="1316"/>
              </a:spcBef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Forward </a:t>
            </a:r>
            <a:r>
              <a:rPr lang="en-IN" spc="-32" dirty="0">
                <a:latin typeface="Cambria" panose="02040503050406030204" pitchFamily="18" charset="0"/>
                <a:ea typeface="Cambria" panose="02040503050406030204" pitchFamily="18" charset="0"/>
                <a:cs typeface="Arial MT"/>
              </a:rPr>
              <a:t>Pass: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/>
              <p14:cNvContentPartPr/>
              <p14:nvPr/>
            </p14:nvContentPartPr>
            <p14:xfrm>
              <a:off x="2458080" y="869760"/>
              <a:ext cx="8288640" cy="456768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5840" y="856800"/>
                <a:ext cx="8315640" cy="459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2965177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DFNN A</a:t>
            </a:r>
            <a:r>
              <a:rPr lang="en-US" cap="small" dirty="0">
                <a:solidFill>
                  <a:schemeClr val="tx1"/>
                </a:solidFill>
              </a:rPr>
              <a:t>rchitecture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83" name="Google Shape;483;p18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484" name="Google Shape;484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487" name="Google Shape;487;p18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88" name="Google Shape;488;p18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39</a:t>
            </a:fld>
            <a:r>
              <a:rPr lang="en-US"/>
              <a:t> / 67</a:t>
            </a:r>
            <a:endParaRPr/>
          </a:p>
        </p:txBody>
      </p:sp>
      <p:pic>
        <p:nvPicPr>
          <p:cNvPr id="490" name="Google Shape;4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0" y="1162924"/>
            <a:ext cx="10590400" cy="51464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678600" y="1218240"/>
              <a:ext cx="11298240" cy="4919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5640" y="1206000"/>
                <a:ext cx="11324880" cy="49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5586120" y="143280"/>
              <a:ext cx="2286000" cy="1100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77120" y="129960"/>
                <a:ext cx="2307240" cy="11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6110593"/>
      </p:ext>
    </p:extLst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12859512" y="6639736"/>
            <a:ext cx="2274993" cy="17312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9525">
              <a:spcBef>
                <a:spcPts val="30"/>
              </a:spcBef>
            </a:pPr>
            <a:r>
              <a:rPr dirty="0"/>
              <a:t>Brad</a:t>
            </a:r>
            <a:r>
              <a:rPr spc="-41" dirty="0"/>
              <a:t> </a:t>
            </a:r>
            <a:r>
              <a:rPr dirty="0"/>
              <a:t>Quinton</a:t>
            </a:r>
            <a:r>
              <a:rPr spc="-41" dirty="0"/>
              <a:t> </a:t>
            </a:r>
            <a:r>
              <a:rPr dirty="0"/>
              <a:t>Scott</a:t>
            </a:r>
            <a:r>
              <a:rPr spc="-38" dirty="0"/>
              <a:t> </a:t>
            </a:r>
            <a:r>
              <a:rPr spc="-15" dirty="0"/>
              <a:t>Chin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5447" y="302012"/>
            <a:ext cx="8160907" cy="1118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b="1" dirty="0"/>
              <a:t>Formalizing Neural Network 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9569" y="1776398"/>
            <a:ext cx="4311635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>
            <a:defPPr>
              <a:defRPr kern="0"/>
            </a:defPPr>
            <a:lvl1pPr marL="9525">
              <a:spcBef>
                <a:spcPts val="75"/>
              </a:spcBef>
              <a:defRPr sz="2000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</a:lstStyle>
          <a:p>
            <a:r>
              <a:rPr dirty="0"/>
              <a:t>Output of one activation unit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66447" y="4083810"/>
            <a:ext cx="4996452" cy="2333652"/>
          </a:xfrm>
          <a:prstGeom prst="rect">
            <a:avLst/>
          </a:prstGeom>
        </p:spPr>
        <p:txBody>
          <a:bodyPr vert="horz" wrap="square" lIns="0" tIns="50483" rIns="0" bIns="0" rtlCol="0">
            <a:spAutoFit/>
          </a:bodyPr>
          <a:lstStyle/>
          <a:p>
            <a:pPr marL="38100">
              <a:spcBef>
                <a:spcPts val="398"/>
              </a:spcBef>
              <a:tabLst>
                <a:tab pos="251936" algn="l"/>
              </a:tabLst>
            </a:pPr>
            <a:r>
              <a:rPr lang="en-IN"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51936" indent="-213836">
              <a:spcBef>
                <a:spcPts val="398"/>
              </a:spcBef>
              <a:buFont typeface="Arial MT"/>
              <a:buChar char="•"/>
              <a:tabLst>
                <a:tab pos="251936" algn="l"/>
              </a:tabLst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𝑔()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activation</a:t>
            </a:r>
            <a:r>
              <a:rPr sz="20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function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51936" indent="-213836">
              <a:spcBef>
                <a:spcPts val="323"/>
              </a:spcBef>
              <a:buFont typeface="Arial MT"/>
              <a:buChar char="•"/>
              <a:tabLst>
                <a:tab pos="251936" algn="l"/>
              </a:tabLst>
            </a:pPr>
            <a:r>
              <a:rPr sz="2000" spc="3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𝑤</a:t>
            </a:r>
            <a:r>
              <a:rPr sz="2000" spc="56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[𝑙]</a:t>
            </a:r>
            <a:r>
              <a:rPr sz="2000" spc="203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weight</a:t>
            </a:r>
            <a:r>
              <a:rPr sz="20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parameter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</a:t>
            </a:r>
            <a:r>
              <a:rPr sz="2000" spc="-1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12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𝑎</a:t>
            </a:r>
            <a:r>
              <a:rPr sz="2000" spc="180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[𝑙-</a:t>
            </a:r>
            <a:r>
              <a:rPr sz="2000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1]</a:t>
            </a:r>
            <a:r>
              <a:rPr sz="2000" spc="208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going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to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unit</a:t>
            </a:r>
            <a:r>
              <a:rPr sz="2000" spc="-19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15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𝑎</a:t>
            </a:r>
            <a:r>
              <a:rPr sz="2000" spc="-23" baseline="40598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[𝑙]</a:t>
            </a:r>
            <a:endParaRPr sz="2000" baseline="40598" dirty="0">
              <a:latin typeface="Cambria" panose="02040503050406030204" pitchFamily="18" charset="0"/>
              <a:ea typeface="Cambria" panose="02040503050406030204" pitchFamily="18" charset="0"/>
              <a:cs typeface="Cambria Math"/>
            </a:endParaRPr>
          </a:p>
          <a:p>
            <a:pPr marL="251936" indent="-213836">
              <a:spcBef>
                <a:spcPts val="255"/>
              </a:spcBef>
              <a:buFont typeface="Arial MT"/>
              <a:buChar char="•"/>
              <a:tabLst>
                <a:tab pos="251936" algn="l"/>
              </a:tabLst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𝑛</a:t>
            </a:r>
            <a:r>
              <a:rPr sz="2000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𝑥</a:t>
            </a:r>
            <a:r>
              <a:rPr sz="2000" spc="253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number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sz="20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features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(model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inputs)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51936" indent="-213836">
              <a:spcBef>
                <a:spcPts val="34"/>
              </a:spcBef>
              <a:buFont typeface="Arial MT"/>
              <a:buChar char="•"/>
              <a:tabLst>
                <a:tab pos="251936" algn="l"/>
              </a:tabLst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𝑛</a:t>
            </a:r>
            <a:r>
              <a:rPr sz="2000" baseline="-14957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ℎ</a:t>
            </a:r>
            <a:r>
              <a:rPr sz="2000" spc="236" baseline="-14957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number</a:t>
            </a:r>
            <a:r>
              <a:rPr sz="2000" spc="-1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neurons/units</a:t>
            </a:r>
            <a:r>
              <a:rPr sz="20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</a:t>
            </a:r>
            <a:r>
              <a:rPr sz="20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hidden</a:t>
            </a:r>
            <a:r>
              <a:rPr sz="2000" spc="-4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layer</a:t>
            </a:r>
            <a:endParaRPr lang="en-US" sz="2000" spc="-8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51936" indent="-213836">
              <a:spcBef>
                <a:spcPts val="34"/>
              </a:spcBef>
              <a:buFont typeface="Arial MT"/>
              <a:buChar char="•"/>
              <a:tabLst>
                <a:tab pos="251936" algn="l"/>
              </a:tabLst>
            </a:pPr>
            <a:r>
              <a:rPr lang="en-US"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x</a:t>
            </a:r>
            <a:r>
              <a:rPr lang="en-US" sz="2000" spc="-8" baseline="-25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lang="en-US"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= </a:t>
            </a:r>
            <a:r>
              <a:rPr lang="en-US" sz="2000" spc="-8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lang="en-US" sz="2000" spc="-8" baseline="-25000" dirty="0" err="1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lang="en-US" sz="2000" spc="-8" baseline="30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[0]</a:t>
            </a:r>
            <a:endParaRPr sz="2000" baseline="30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05446" y="1826511"/>
            <a:ext cx="4392478" cy="317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Let’s</a:t>
            </a:r>
            <a:r>
              <a:rPr sz="2000" spc="-4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consider</a:t>
            </a:r>
            <a:r>
              <a:rPr sz="2000" spc="-4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</a:t>
            </a:r>
            <a:r>
              <a:rPr sz="2000" spc="-3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2-</a:t>
            </a:r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layer</a:t>
            </a:r>
            <a:r>
              <a:rPr sz="2000" spc="-4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20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Network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86737"/>
            <a:ext cx="3502890" cy="23672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123" y="2410635"/>
            <a:ext cx="3848100" cy="4229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710" y="1407395"/>
            <a:ext cx="5264429" cy="369002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524520" y="14400"/>
              <a:ext cx="10090440" cy="3907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560" y="3240"/>
                <a:ext cx="10117080" cy="39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/>
              <p14:cNvContentPartPr/>
              <p14:nvPr/>
            </p14:nvContentPartPr>
            <p14:xfrm>
              <a:off x="2395800" y="101520"/>
              <a:ext cx="9191880" cy="31395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85000" y="88920"/>
                <a:ext cx="9206640" cy="31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/>
              <p14:cNvContentPartPr/>
              <p14:nvPr/>
            </p14:nvContentPartPr>
            <p14:xfrm>
              <a:off x="909000" y="681840"/>
              <a:ext cx="9998280" cy="41263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5320" y="669240"/>
                <a:ext cx="10023480" cy="41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/>
              <p14:cNvContentPartPr/>
              <p14:nvPr/>
            </p14:nvContentPartPr>
            <p14:xfrm>
              <a:off x="426240" y="1189440"/>
              <a:ext cx="10842840" cy="52992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3280" y="1178640"/>
                <a:ext cx="10869480" cy="532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/>
              <p14:cNvContentPartPr/>
              <p14:nvPr/>
            </p14:nvContentPartPr>
            <p14:xfrm>
              <a:off x="6107760" y="2811600"/>
              <a:ext cx="646920" cy="11466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99120" y="2803320"/>
                <a:ext cx="662040" cy="11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47646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538440" y="974160"/>
              <a:ext cx="6116040" cy="3426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9800" y="961560"/>
                <a:ext cx="6139440" cy="34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8886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2-layer NN</a:t>
            </a:r>
            <a:endParaRPr lang="x-none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057400" y="1905001"/>
            <a:ext cx="2494652" cy="3071825"/>
            <a:chOff x="583692" y="2882651"/>
            <a:chExt cx="2494652" cy="3071825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7" y="4947221"/>
              <a:ext cx="1020150" cy="648000"/>
              <a:chOff x="2703324" y="4392954"/>
              <a:chExt cx="972000" cy="97200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297282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15611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7" y="4257351"/>
              <a:ext cx="1020150" cy="648000"/>
              <a:chOff x="2703324" y="4392954"/>
              <a:chExt cx="972000" cy="97200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297282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15611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4" y="3572608"/>
              <a:ext cx="1020150" cy="648000"/>
              <a:chOff x="2703324" y="4392954"/>
              <a:chExt cx="972000" cy="972000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297282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15611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1" y="2882651"/>
              <a:ext cx="1020150" cy="648000"/>
              <a:chOff x="2703324" y="4392954"/>
              <a:chExt cx="972000" cy="97200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297282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15611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50123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6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6C536A-D385-EE45-87C0-AA66636C5E90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C5CEF79-9FF8-8143-888A-D860F6AAC6DB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78574E9-4499-B245-A264-967283573595}"/>
              </a:ext>
            </a:extLst>
          </p:cNvPr>
          <p:cNvGrpSpPr/>
          <p:nvPr/>
        </p:nvGrpSpPr>
        <p:grpSpPr>
          <a:xfrm>
            <a:off x="5072260" y="2895825"/>
            <a:ext cx="832192" cy="648000"/>
            <a:chOff x="2703324" y="4392954"/>
            <a:chExt cx="972000" cy="97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EF99F7F-CA42-C041-94AA-F527069A76AC}"/>
                    </a:ext>
                  </a:extLst>
                </p:cNvPr>
                <p:cNvSpPr txBox="1"/>
                <p:nvPr/>
              </p:nvSpPr>
              <p:spPr>
                <a:xfrm>
                  <a:off x="3222150" y="4672151"/>
                  <a:ext cx="386894" cy="409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400" b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EF99F7F-CA42-C041-94AA-F527069A7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2149" y="4672151"/>
                  <a:ext cx="477824" cy="394652"/>
                </a:xfrm>
                <a:prstGeom prst="rect">
                  <a:avLst/>
                </a:prstGeom>
                <a:blipFill>
                  <a:blip r:embed="rId14"/>
                  <a:stretch>
                    <a:fillRect l="-5714" t="-3571" r="-8571" b="-17857"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661259D-DD49-8949-9049-E798D3C0B14D}"/>
                </a:ext>
              </a:extLst>
            </p:cNvPr>
            <p:cNvSpPr/>
            <p:nvPr/>
          </p:nvSpPr>
          <p:spPr>
            <a:xfrm>
              <a:off x="2703324" y="4392954"/>
              <a:ext cx="972000" cy="9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sz="1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C84452D-8187-F84A-98B5-D5BFC92619CE}"/>
                </a:ext>
              </a:extLst>
            </p:cNvPr>
            <p:cNvCxnSpPr>
              <a:cxnSpLocks/>
              <a:stCxn id="65" idx="0"/>
              <a:endCxn id="65" idx="4"/>
            </p:cNvCxnSpPr>
            <p:nvPr/>
          </p:nvCxnSpPr>
          <p:spPr>
            <a:xfrm>
              <a:off x="3189324" y="4392954"/>
              <a:ext cx="0" cy="97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28628EE-67D4-5C4A-A261-472D92296EE7}"/>
                    </a:ext>
                  </a:extLst>
                </p:cNvPr>
                <p:cNvSpPr txBox="1"/>
                <p:nvPr/>
              </p:nvSpPr>
              <p:spPr>
                <a:xfrm>
                  <a:off x="2728027" y="4636554"/>
                  <a:ext cx="364425" cy="409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14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4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400" b="1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28628EE-67D4-5C4A-A261-472D92296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8027" y="4636554"/>
                  <a:ext cx="450773" cy="394652"/>
                </a:xfrm>
                <a:prstGeom prst="rect">
                  <a:avLst/>
                </a:prstGeom>
                <a:blipFill>
                  <a:blip r:embed="rId15"/>
                  <a:stretch>
                    <a:fillRect l="-6061" t="-3448" r="-9091" b="-17241"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43A559A-60B7-524B-B75D-BFCDF9AB1843}"/>
              </a:ext>
            </a:extLst>
          </p:cNvPr>
          <p:cNvCxnSpPr>
            <a:cxnSpLocks/>
            <a:endCxn id="65" idx="2"/>
          </p:cNvCxnSpPr>
          <p:nvPr/>
        </p:nvCxnSpPr>
        <p:spPr>
          <a:xfrm>
            <a:off x="4561427" y="2133601"/>
            <a:ext cx="510832" cy="10862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859804C-D94F-DB4B-B786-9C97D46F4BC2}"/>
              </a:ext>
            </a:extLst>
          </p:cNvPr>
          <p:cNvCxnSpPr>
            <a:cxnSpLocks/>
            <a:endCxn id="65" idx="2"/>
          </p:cNvCxnSpPr>
          <p:nvPr/>
        </p:nvCxnSpPr>
        <p:spPr>
          <a:xfrm>
            <a:off x="4567463" y="2823557"/>
            <a:ext cx="504797" cy="3962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6EDFAF7-34C5-2D47-8CAC-DD9502659F7E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4563975" y="3219826"/>
            <a:ext cx="508285" cy="2884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28C411B-67C9-3F45-9957-157875E0B3A9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4563975" y="3219825"/>
            <a:ext cx="508285" cy="978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33ECF78-6542-A24C-9EF1-3FC5F9B15075}"/>
              </a:ext>
            </a:extLst>
          </p:cNvPr>
          <p:cNvSpPr txBox="1"/>
          <p:nvPr/>
        </p:nvSpPr>
        <p:spPr>
          <a:xfrm>
            <a:off x="5150871" y="3604536"/>
            <a:ext cx="7528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500" b="1" dirty="0">
                <a:solidFill>
                  <a:srgbClr val="FF0000"/>
                </a:solidFill>
              </a:rPr>
              <a:t>Layer 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37D1F6-ED0F-FA4F-A977-FE658E8E6DEE}"/>
              </a:ext>
            </a:extLst>
          </p:cNvPr>
          <p:cNvSpPr txBox="1"/>
          <p:nvPr/>
        </p:nvSpPr>
        <p:spPr>
          <a:xfrm>
            <a:off x="5072259" y="4371056"/>
            <a:ext cx="2933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b="1" i="1" dirty="0"/>
              <a:t>Hidden layer with 4 neurons </a:t>
            </a:r>
          </a:p>
        </p:txBody>
      </p:sp>
      <p:cxnSp>
        <p:nvCxnSpPr>
          <p:cNvPr id="75" name="Curved Connector 74">
            <a:extLst>
              <a:ext uri="{FF2B5EF4-FFF2-40B4-BE49-F238E27FC236}">
                <a16:creationId xmlns:a16="http://schemas.microsoft.com/office/drawing/2014/main" id="{775C5305-A32F-EB49-9798-8D0221990CA0}"/>
              </a:ext>
            </a:extLst>
          </p:cNvPr>
          <p:cNvCxnSpPr>
            <a:stCxn id="57" idx="3"/>
            <a:endCxn id="74" idx="1"/>
          </p:cNvCxnSpPr>
          <p:nvPr/>
        </p:nvCxnSpPr>
        <p:spPr>
          <a:xfrm flipV="1">
            <a:off x="4251539" y="4555723"/>
            <a:ext cx="820721" cy="259521"/>
          </a:xfrm>
          <a:prstGeom prst="curvedConnector3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9F74BD27-1361-AB46-9519-CD186C312F24}"/>
              </a:ext>
            </a:extLst>
          </p:cNvPr>
          <p:cNvSpPr txBox="1"/>
          <p:nvPr/>
        </p:nvSpPr>
        <p:spPr>
          <a:xfrm>
            <a:off x="6790678" y="3418094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b="1" i="1" dirty="0"/>
              <a:t>Output layer </a:t>
            </a:r>
          </a:p>
        </p:txBody>
      </p:sp>
      <p:cxnSp>
        <p:nvCxnSpPr>
          <p:cNvPr id="77" name="Curved Connector 76">
            <a:extLst>
              <a:ext uri="{FF2B5EF4-FFF2-40B4-BE49-F238E27FC236}">
                <a16:creationId xmlns:a16="http://schemas.microsoft.com/office/drawing/2014/main" id="{4F6C314B-CCBF-8740-9446-CFFC0C494B93}"/>
              </a:ext>
            </a:extLst>
          </p:cNvPr>
          <p:cNvCxnSpPr>
            <a:cxnSpLocks/>
          </p:cNvCxnSpPr>
          <p:nvPr/>
        </p:nvCxnSpPr>
        <p:spPr>
          <a:xfrm flipV="1">
            <a:off x="6116392" y="3781177"/>
            <a:ext cx="462347" cy="1956"/>
          </a:xfrm>
          <a:prstGeom prst="curvedConnector3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9B771EC2-C73C-804B-8424-1841F8E16D3B}"/>
                  </a:ext>
                </a:extLst>
              </p:cNvPr>
              <p:cNvSpPr/>
              <p:nvPr/>
            </p:nvSpPr>
            <p:spPr>
              <a:xfrm>
                <a:off x="6118196" y="3030189"/>
                <a:ext cx="39626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71EC2-C73C-804B-8424-1841F8E16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196" y="3030189"/>
                <a:ext cx="396262" cy="400110"/>
              </a:xfrm>
              <a:prstGeom prst="rect">
                <a:avLst/>
              </a:prstGeom>
              <a:blipFill rotWithShape="0">
                <a:blip r:embed="rId16"/>
                <a:stretch>
                  <a:fillRect t="-4545" r="-9231" b="-10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6938DF5-C2E6-2C44-9410-5E31E8A50C9B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884328" y="3230244"/>
            <a:ext cx="2338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32085C35-BEEB-6947-BB14-B49055A0C56A}"/>
              </a:ext>
            </a:extLst>
          </p:cNvPr>
          <p:cNvSpPr/>
          <p:nvPr/>
        </p:nvSpPr>
        <p:spPr>
          <a:xfrm>
            <a:off x="8398811" y="1313564"/>
            <a:ext cx="2030732" cy="167402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2000" dirty="0">
                <a:solidFill>
                  <a:schemeClr val="tx1"/>
                </a:solidFill>
              </a:rPr>
              <a:t>Interestingly, neural networks </a:t>
            </a:r>
            <a:r>
              <a:rPr lang="x-none" sz="2000" i="1" dirty="0">
                <a:solidFill>
                  <a:schemeClr val="tx1"/>
                </a:solidFill>
              </a:rPr>
              <a:t>learn</a:t>
            </a:r>
            <a:r>
              <a:rPr lang="x-none" sz="2000" dirty="0">
                <a:solidFill>
                  <a:schemeClr val="tx1"/>
                </a:solidFill>
              </a:rPr>
              <a:t> their own features!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Ink 2"/>
              <p14:cNvContentPartPr/>
              <p14:nvPr/>
            </p14:nvContentPartPr>
            <p14:xfrm>
              <a:off x="324000" y="168120"/>
              <a:ext cx="5579640" cy="2629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0680" y="156240"/>
                <a:ext cx="5608440" cy="265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" name="Ink 4"/>
              <p14:cNvContentPartPr/>
              <p14:nvPr/>
            </p14:nvContentPartPr>
            <p14:xfrm>
              <a:off x="2930040" y="589320"/>
              <a:ext cx="9160560" cy="39304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17440" y="576720"/>
                <a:ext cx="9189000" cy="39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61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Example (without vectorization)</a:t>
            </a:r>
            <a:endParaRPr lang="en-IN" sz="3200" b="1" dirty="0"/>
          </a:p>
        </p:txBody>
      </p:sp>
      <p:grpSp>
        <p:nvGrpSpPr>
          <p:cNvPr id="124" name="Group 123"/>
          <p:cNvGrpSpPr/>
          <p:nvPr/>
        </p:nvGrpSpPr>
        <p:grpSpPr>
          <a:xfrm>
            <a:off x="1752600" y="1317523"/>
            <a:ext cx="7403011" cy="4423014"/>
            <a:chOff x="607547" y="1981200"/>
            <a:chExt cx="7403011" cy="4423014"/>
          </a:xfrm>
        </p:grpSpPr>
        <p:grpSp>
          <p:nvGrpSpPr>
            <p:cNvPr id="113" name="Group 112"/>
            <p:cNvGrpSpPr/>
            <p:nvPr/>
          </p:nvGrpSpPr>
          <p:grpSpPr>
            <a:xfrm>
              <a:off x="607547" y="1981200"/>
              <a:ext cx="7403011" cy="3802367"/>
              <a:chOff x="570410" y="1592415"/>
              <a:chExt cx="7403011" cy="38023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645DF38A-F0D7-1F49-A415-F412FCBB9295}"/>
                      </a:ext>
                    </a:extLst>
                  </p:cNvPr>
                  <p:cNvSpPr/>
                  <p:nvPr/>
                </p:nvSpPr>
                <p:spPr>
                  <a:xfrm>
                    <a:off x="2528180" y="1592415"/>
                    <a:ext cx="608372" cy="4041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x-none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  <m:sup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6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7" name="Rectangle 86">
                    <a:extLst>
                      <a:ext uri="{FF2B5EF4-FFF2-40B4-BE49-F238E27FC236}">
                        <a16:creationId xmlns="" xmlns:a16="http://schemas.microsoft.com/office/drawing/2014/main" xmlns:a14="http://schemas.microsoft.com/office/drawing/2010/main" id="{645DF38A-F0D7-1F49-A415-F412FCBB92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8180" y="1592415"/>
                    <a:ext cx="608372" cy="404150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51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2" name="Group 111"/>
              <p:cNvGrpSpPr/>
              <p:nvPr/>
            </p:nvGrpSpPr>
            <p:grpSpPr>
              <a:xfrm>
                <a:off x="570410" y="1653927"/>
                <a:ext cx="7403011" cy="3740855"/>
                <a:chOff x="570410" y="1653927"/>
                <a:chExt cx="7403011" cy="3740855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2338C300-1827-F249-808A-086903765A31}"/>
                    </a:ext>
                  </a:extLst>
                </p:cNvPr>
                <p:cNvGrpSpPr/>
                <p:nvPr/>
              </p:nvGrpSpPr>
              <p:grpSpPr>
                <a:xfrm>
                  <a:off x="570410" y="2066454"/>
                  <a:ext cx="586875" cy="2965551"/>
                  <a:chOff x="1133067" y="3220608"/>
                  <a:chExt cx="413443" cy="203270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:a16="http://schemas.microsoft.com/office/drawing/2014/main" id="{DD7786DB-1740-CA49-9268-69FA3B9B0F2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68464" y="3220608"/>
                        <a:ext cx="361191" cy="27425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4" name="TextBox 63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DD7786DB-1740-CA49-9268-69FA3B9B0F2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68464" y="3220608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:a16="http://schemas.microsoft.com/office/drawing/2014/main" id="{ADF07590-2799-704F-908C-67E79AEDE0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33067" y="4090571"/>
                        <a:ext cx="361191" cy="27425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5" name="TextBox 64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ADF07590-2799-704F-908C-67E79AEDE0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33067" y="4090571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:a16="http://schemas.microsoft.com/office/drawing/2014/main" id="{ACDB724B-8814-2840-8BE2-9E6D1592F3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85319" y="4979058"/>
                        <a:ext cx="361191" cy="27425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x-none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20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x-none" sz="2000" b="1" dirty="0"/>
                      </a:p>
                    </p:txBody>
                  </p:sp>
                </mc:Choice>
                <mc:Fallback xmlns="">
                  <p:sp>
                    <p:nvSpPr>
                      <p:cNvPr id="66" name="TextBox 65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ACDB724B-8814-2840-8BE2-9E6D1592F37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85319" y="4979058"/>
                        <a:ext cx="700703" cy="533480"/>
                      </a:xfrm>
                      <a:prstGeom prst="rect">
                        <a:avLst/>
                      </a:prstGeom>
                      <a:blipFill rotWithShape="0"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F370EF19-8814-4945-A475-8675C9800CF7}"/>
                    </a:ext>
                  </a:extLst>
                </p:cNvPr>
                <p:cNvCxnSpPr>
                  <a:cxnSpLocks/>
                  <a:endCxn id="49" idx="1"/>
                </p:cNvCxnSpPr>
                <p:nvPr/>
              </p:nvCxnSpPr>
              <p:spPr>
                <a:xfrm flipV="1">
                  <a:off x="1189007" y="1788540"/>
                  <a:ext cx="2147258" cy="5608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6E93A00E-552B-2141-BA3C-5F052715D0AB}"/>
                    </a:ext>
                  </a:extLst>
                </p:cNvPr>
                <p:cNvCxnSpPr>
                  <a:cxnSpLocks/>
                  <a:endCxn id="53" idx="1"/>
                </p:cNvCxnSpPr>
                <p:nvPr/>
              </p:nvCxnSpPr>
              <p:spPr>
                <a:xfrm>
                  <a:off x="1237907" y="2432890"/>
                  <a:ext cx="2173708" cy="20293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5B7C1014-56A8-E242-8F8B-1A9E378E8C32}"/>
                    </a:ext>
                  </a:extLst>
                </p:cNvPr>
                <p:cNvCxnSpPr>
                  <a:cxnSpLocks/>
                  <a:endCxn id="49" idx="2"/>
                </p:cNvCxnSpPr>
                <p:nvPr/>
              </p:nvCxnSpPr>
              <p:spPr>
                <a:xfrm flipV="1">
                  <a:off x="1183321" y="2113525"/>
                  <a:ext cx="1940879" cy="148287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1D82F37-3BEB-DE42-B418-A00C00B5FC19}"/>
                    </a:ext>
                  </a:extLst>
                </p:cNvPr>
                <p:cNvCxnSpPr>
                  <a:cxnSpLocks/>
                  <a:endCxn id="53" idx="2"/>
                </p:cNvCxnSpPr>
                <p:nvPr/>
              </p:nvCxnSpPr>
              <p:spPr>
                <a:xfrm>
                  <a:off x="1213521" y="3623722"/>
                  <a:ext cx="1969298" cy="117955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1D9EEC90-426F-454C-8EF6-606BE78638EE}"/>
                    </a:ext>
                  </a:extLst>
                </p:cNvPr>
                <p:cNvCxnSpPr>
                  <a:cxnSpLocks/>
                  <a:endCxn id="49" idx="3"/>
                </p:cNvCxnSpPr>
                <p:nvPr/>
              </p:nvCxnSpPr>
              <p:spPr>
                <a:xfrm flipV="1">
                  <a:off x="1258988" y="2438510"/>
                  <a:ext cx="2077277" cy="249139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4C137628-7D23-5B41-A53B-8E5D7E21C3E1}"/>
                    </a:ext>
                  </a:extLst>
                </p:cNvPr>
                <p:cNvCxnSpPr>
                  <a:cxnSpLocks/>
                  <a:endCxn id="53" idx="3"/>
                </p:cNvCxnSpPr>
                <p:nvPr/>
              </p:nvCxnSpPr>
              <p:spPr>
                <a:xfrm>
                  <a:off x="1243383" y="4929904"/>
                  <a:ext cx="2168232" cy="21443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5" name="Group 94"/>
                <p:cNvGrpSpPr/>
                <p:nvPr/>
              </p:nvGrpSpPr>
              <p:grpSpPr>
                <a:xfrm>
                  <a:off x="3124200" y="1653927"/>
                  <a:ext cx="4849221" cy="3631689"/>
                  <a:chOff x="1828361" y="1676400"/>
                  <a:chExt cx="4849221" cy="3631689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B1A2D9BD-A412-AD4C-BCDF-6E654FD4DB59}"/>
                      </a:ext>
                    </a:extLst>
                  </p:cNvPr>
                  <p:cNvGrpSpPr/>
                  <p:nvPr/>
                </p:nvGrpSpPr>
                <p:grpSpPr>
                  <a:xfrm>
                    <a:off x="1886979" y="4343400"/>
                    <a:ext cx="1562318" cy="964689"/>
                    <a:chOff x="2779627" y="5906069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:a16="http://schemas.microsoft.com/office/drawing/2014/main" id="{FF3D7E09-E2A5-1645-B3A8-49A5877D1F9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98452" y="6185266"/>
                          <a:ext cx="291853" cy="39274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2" name="TextBox 51">
                          <a:extLst>
                            <a:ext uri="{FF2B5EF4-FFF2-40B4-BE49-F238E27FC236}">
                              <a16:creationId xmlns="" xmlns:a16="http://schemas.microsoft.com/office/drawing/2014/main" xmlns:a14="http://schemas.microsoft.com/office/drawing/2010/main" id="{FF3D7E09-E2A5-1645-B3A8-49A5877D1F94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98452" y="6185266"/>
                          <a:ext cx="485251" cy="584681"/>
                        </a:xfrm>
                        <a:prstGeom prst="rect">
                          <a:avLst/>
                        </a:prstGeom>
                        <a:blipFill rotWithShape="0"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53" name="Oval 52">
                      <a:extLst>
                        <a:ext uri="{FF2B5EF4-FFF2-40B4-BE49-F238E27FC236}">
                          <a16:creationId xmlns:a16="http://schemas.microsoft.com/office/drawing/2014/main" id="{8778854E-E921-D54D-8EAB-795A18A2F3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9627" y="5906069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95EA2090-C6E4-DE46-B147-8BC5CFBF4417}"/>
                        </a:ext>
                      </a:extLst>
                    </p:cNvPr>
                    <p:cNvCxnSpPr>
                      <a:cxnSpLocks/>
                      <a:stCxn id="53" idx="0"/>
                      <a:endCxn id="53" idx="4"/>
                    </p:cNvCxnSpPr>
                    <p:nvPr/>
                  </p:nvCxnSpPr>
                  <p:spPr>
                    <a:xfrm>
                      <a:off x="3265627" y="5906069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:a16="http://schemas.microsoft.com/office/drawing/2014/main" id="{0794088F-F7E0-8347-A9BE-4553435A873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804329" y="6149669"/>
                          <a:ext cx="275897" cy="39274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="" xmlns:a16="http://schemas.microsoft.com/office/drawing/2014/main" xmlns:a14="http://schemas.microsoft.com/office/drawing/2010/main" id="{0794088F-F7E0-8347-A9BE-4553435A873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04329" y="6149669"/>
                          <a:ext cx="458720" cy="584681"/>
                        </a:xfrm>
                        <a:prstGeom prst="rect">
                          <a:avLst/>
                        </a:prstGeom>
                        <a:blipFill rotWithShape="0">
                          <a:blip r:embed="rId7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B8F507BD-5BD6-1E40-8A93-C04179CAE9CB}"/>
                      </a:ext>
                    </a:extLst>
                  </p:cNvPr>
                  <p:cNvGrpSpPr/>
                  <p:nvPr/>
                </p:nvGrpSpPr>
                <p:grpSpPr>
                  <a:xfrm>
                    <a:off x="1828361" y="1676400"/>
                    <a:ext cx="1448070" cy="919196"/>
                    <a:chOff x="2703324" y="4392954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8" name="TextBox 47">
                          <a:extLst>
                            <a:ext uri="{FF2B5EF4-FFF2-40B4-BE49-F238E27FC236}">
                              <a16:creationId xmlns:a16="http://schemas.microsoft.com/office/drawing/2014/main" id="{3CF0CC5C-5A9A-A747-9F0B-2BBF12D90DD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22148" y="4672151"/>
                          <a:ext cx="314880" cy="4121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9" name="TextBox 98">
                          <a:extLst>
                            <a:ext uri="{FF2B5EF4-FFF2-40B4-BE49-F238E27FC236}">
                              <a16:creationId xmlns:a16="http://schemas.microsoft.com/office/drawing/2014/main" id="{3CF0CC5C-5A9A-A747-9F0B-2BBF12D90DD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22149" y="4672151"/>
                          <a:ext cx="424733" cy="350802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16667" t="-8000" r="-20000" b="-32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9" name="Oval 48">
                      <a:extLst>
                        <a:ext uri="{FF2B5EF4-FFF2-40B4-BE49-F238E27FC236}">
                          <a16:creationId xmlns:a16="http://schemas.microsoft.com/office/drawing/2014/main" id="{163FF241-B3B4-F74D-96A0-D2AA5A407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3324" y="4392954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50" name="Straight Connector 49">
                      <a:extLst>
                        <a:ext uri="{FF2B5EF4-FFF2-40B4-BE49-F238E27FC236}">
                          <a16:creationId xmlns:a16="http://schemas.microsoft.com/office/drawing/2014/main" id="{DF90F163-8888-874A-9DD2-1734B6E347E1}"/>
                        </a:ext>
                      </a:extLst>
                    </p:cNvPr>
                    <p:cNvCxnSpPr>
                      <a:cxnSpLocks/>
                      <a:stCxn id="49" idx="0"/>
                      <a:endCxn id="49" idx="4"/>
                    </p:cNvCxnSpPr>
                    <p:nvPr/>
                  </p:nvCxnSpPr>
                  <p:spPr>
                    <a:xfrm>
                      <a:off x="3189324" y="4392954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TextBox 50">
                          <a:extLst>
                            <a:ext uri="{FF2B5EF4-FFF2-40B4-BE49-F238E27FC236}">
                              <a16:creationId xmlns:a16="http://schemas.microsoft.com/office/drawing/2014/main" id="{2AE1124E-3ECC-474C-BAF0-7E79FE7286D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28027" y="4636554"/>
                          <a:ext cx="297664" cy="41217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98" name="TextBox 97">
                          <a:extLst>
                            <a:ext uri="{FF2B5EF4-FFF2-40B4-BE49-F238E27FC236}">
                              <a16:creationId xmlns:a16="http://schemas.microsoft.com/office/drawing/2014/main" id="{2AE1124E-3ECC-474C-BAF0-7E79FE7286D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28027" y="4636554"/>
                          <a:ext cx="400687" cy="350802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13333" t="-3846" r="-16667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D78574E9-4499-B245-A264-967283573595}"/>
                      </a:ext>
                    </a:extLst>
                  </p:cNvPr>
                  <p:cNvGrpSpPr/>
                  <p:nvPr/>
                </p:nvGrpSpPr>
                <p:grpSpPr>
                  <a:xfrm>
                    <a:off x="4594373" y="2540412"/>
                    <a:ext cx="1378156" cy="1019147"/>
                    <a:chOff x="2703324" y="4392954"/>
                    <a:chExt cx="972000" cy="97200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4" name="TextBox 43">
                          <a:extLst>
                            <a:ext uri="{FF2B5EF4-FFF2-40B4-BE49-F238E27FC236}">
                              <a16:creationId xmlns:a16="http://schemas.microsoft.com/office/drawing/2014/main" id="{4EF99F7F-CA42-C041-94AA-F527069A76A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22150" y="4672151"/>
                          <a:ext cx="330854" cy="3717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0" name="TextBox 59">
                          <a:extLst>
                            <a:ext uri="{FF2B5EF4-FFF2-40B4-BE49-F238E27FC236}">
                              <a16:creationId xmlns:a16="http://schemas.microsoft.com/office/drawing/2014/main" id="{4EF99F7F-CA42-C041-94AA-F527069A76A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222149" y="4672151"/>
                          <a:ext cx="477824" cy="394652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l="-5714" t="-3571" r="-8571" b="-1785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id="{9661259D-DD49-8949-9049-E798D3C0B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3324" y="4392954"/>
                      <a:ext cx="972000" cy="9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x-none" sz="20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  <p:cxnSp>
                  <p:nvCxnSpPr>
                    <p:cNvPr id="46" name="Straight Connector 45">
                      <a:extLst>
                        <a:ext uri="{FF2B5EF4-FFF2-40B4-BE49-F238E27FC236}">
                          <a16:creationId xmlns:a16="http://schemas.microsoft.com/office/drawing/2014/main" id="{0C84452D-8187-F84A-98B5-D5BFC92619CE}"/>
                        </a:ext>
                      </a:extLst>
                    </p:cNvPr>
                    <p:cNvCxnSpPr>
                      <a:cxnSpLocks/>
                      <a:stCxn id="45" idx="0"/>
                      <a:endCxn id="45" idx="4"/>
                    </p:cNvCxnSpPr>
                    <p:nvPr/>
                  </p:nvCxnSpPr>
                  <p:spPr>
                    <a:xfrm>
                      <a:off x="3189324" y="4392954"/>
                      <a:ext cx="0" cy="97200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928628EE-67D4-5C4A-A261-472D92296EE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728027" y="4636554"/>
                          <a:ext cx="312764" cy="37175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000" b="1" i="1" dirty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x-none" sz="2000" b="1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59" name="TextBox 58">
                          <a:extLst>
                            <a:ext uri="{FF2B5EF4-FFF2-40B4-BE49-F238E27FC236}">
                              <a16:creationId xmlns:a16="http://schemas.microsoft.com/office/drawing/2014/main" id="{928628EE-67D4-5C4A-A261-472D92296EE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728027" y="4636554"/>
                          <a:ext cx="450773" cy="394652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l="-6061" t="-3448" r="-9091" b="-17241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QA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143A559A-60B7-524B-B75D-BFCDF9AB1843}"/>
                      </a:ext>
                    </a:extLst>
                  </p:cNvPr>
                  <p:cNvCxnSpPr>
                    <a:cxnSpLocks/>
                    <a:stCxn id="49" idx="6"/>
                    <a:endCxn id="45" idx="2"/>
                  </p:cNvCxnSpPr>
                  <p:nvPr/>
                </p:nvCxnSpPr>
                <p:spPr>
                  <a:xfrm>
                    <a:off x="3276431" y="2135998"/>
                    <a:ext cx="1317942" cy="913988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4859804C-D94F-DB4B-B786-9C97D46F4BC2}"/>
                      </a:ext>
                    </a:extLst>
                  </p:cNvPr>
                  <p:cNvCxnSpPr>
                    <a:cxnSpLocks/>
                    <a:stCxn id="53" idx="6"/>
                    <a:endCxn id="45" idx="2"/>
                  </p:cNvCxnSpPr>
                  <p:nvPr/>
                </p:nvCxnSpPr>
                <p:spPr>
                  <a:xfrm flipV="1">
                    <a:off x="3449298" y="3049986"/>
                    <a:ext cx="1145075" cy="177575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9B771EC2-C73C-804B-8424-1841F8E16D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24600" y="2898423"/>
                        <a:ext cx="352982" cy="32316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GB" sz="15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500" b="1" i="1" dirty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oMath>
                          </m:oMathPara>
                        </a14:m>
                        <a:endParaRPr lang="x-none" sz="1500" dirty="0"/>
                      </a:p>
                    </p:txBody>
                  </p:sp>
                </mc:Choice>
                <mc:Fallback xmlns="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="" xmlns:a16="http://schemas.microsoft.com/office/drawing/2014/main" xmlns:a14="http://schemas.microsoft.com/office/drawing/2010/main" id="{9B771EC2-C73C-804B-8424-1841F8E16D3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24600" y="2898423"/>
                        <a:ext cx="352982" cy="323165"/>
                      </a:xfrm>
                      <a:prstGeom prst="rect">
                        <a:avLst/>
                      </a:prstGeom>
                      <a:blipFill rotWithShape="0">
                        <a:blip r:embed="rId16"/>
                        <a:stretch>
                          <a:fillRect r="-3448" b="-566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96938DF5-C2E6-2C44-9410-5E31E8A50C9B}"/>
                      </a:ext>
                    </a:extLst>
                  </p:cNvPr>
                  <p:cNvCxnSpPr>
                    <a:cxnSpLocks/>
                    <a:endCxn id="34" idx="1"/>
                  </p:cNvCxnSpPr>
                  <p:nvPr/>
                </p:nvCxnSpPr>
                <p:spPr>
                  <a:xfrm>
                    <a:off x="6027115" y="3049986"/>
                    <a:ext cx="297485" cy="1002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Rectangle 87">
                      <a:extLst>
                        <a:ext uri="{FF2B5EF4-FFF2-40B4-BE49-F238E27FC236}">
                          <a16:creationId xmlns:a16="http://schemas.microsoft.com/office/drawing/2014/main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33774" y="3902860"/>
                      <a:ext cx="608372" cy="40415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Rectangle 87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33774" y="3902860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17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id="{5062D98F-7B40-8840-BACB-D063675C9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4971" y="2486854"/>
                      <a:ext cx="608372" cy="40530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Rectangle 88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5062D98F-7B40-8840-BACB-D063675C95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4971" y="2486854"/>
                      <a:ext cx="608372" cy="405304"/>
                    </a:xfrm>
                    <a:prstGeom prst="rect">
                      <a:avLst/>
                    </a:prstGeom>
                    <a:blipFill rotWithShape="0">
                      <a:blip r:embed="rId18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id="{5062D98F-7B40-8840-BACB-D063675C9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2878" y="4989478"/>
                      <a:ext cx="608372" cy="40530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Rectangle 92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5062D98F-7B40-8840-BACB-D063675C952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92878" y="4989478"/>
                      <a:ext cx="608372" cy="405304"/>
                    </a:xfrm>
                    <a:prstGeom prst="rect">
                      <a:avLst/>
                    </a:prstGeom>
                    <a:blipFill rotWithShape="0"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Rectangle 106">
                      <a:extLst>
                        <a:ext uri="{FF2B5EF4-FFF2-40B4-BE49-F238E27FC236}">
                          <a16:creationId xmlns:a16="http://schemas.microsoft.com/office/drawing/2014/main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82744" y="4420771"/>
                      <a:ext cx="608372" cy="40415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7" name="Rectangle 106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82744" y="4420771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0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8" name="Rectangle 107">
                      <a:extLst>
                        <a:ext uri="{FF2B5EF4-FFF2-40B4-BE49-F238E27FC236}">
                          <a16:creationId xmlns:a16="http://schemas.microsoft.com/office/drawing/2014/main" id="{645DF38A-F0D7-1F49-A415-F412FCBB9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0327" y="3931248"/>
                      <a:ext cx="608372" cy="40415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8" name="Rectangle 107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645DF38A-F0D7-1F49-A415-F412FCBB92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0327" y="3931248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1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9" name="Rectangle 108">
                      <a:extLst>
                        <a:ext uri="{FF2B5EF4-FFF2-40B4-BE49-F238E27FC236}">
                          <a16:creationId xmlns:a16="http://schemas.microsoft.com/office/drawing/2014/main" id="{645DF38A-F0D7-1F49-A415-F412FCBB92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96694" y="2041335"/>
                      <a:ext cx="608372" cy="40415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9" name="Rectangle 108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645DF38A-F0D7-1F49-A415-F412FCBB92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96694" y="2041335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2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86B8553D-60C4-324D-9064-775329ABBC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62858" y="2189067"/>
                      <a:ext cx="608372" cy="40415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x-none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sub>
                              <m:sup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6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600" b="1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0" name="Rectangle 109">
                      <a:extLst>
                        <a:ext uri="{FF2B5EF4-FFF2-40B4-BE49-F238E27FC236}">
                          <a16:creationId xmlns="" xmlns:a16="http://schemas.microsoft.com/office/drawing/2014/main" xmlns:a14="http://schemas.microsoft.com/office/drawing/2010/main" id="{86B8553D-60C4-324D-9064-775329ABBCE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62858" y="2189067"/>
                      <a:ext cx="608372" cy="404150"/>
                    </a:xfrm>
                    <a:prstGeom prst="rect">
                      <a:avLst/>
                    </a:prstGeom>
                    <a:blipFill rotWithShape="0">
                      <a:blip r:embed="rId23"/>
                      <a:stretch>
                        <a:fillRect b="-15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endCxn id="49" idx="4"/>
            </p:cNvCxnSpPr>
            <p:nvPr/>
          </p:nvCxnSpPr>
          <p:spPr>
            <a:xfrm flipV="1">
              <a:off x="3881533" y="2961908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3764370" y="3252922"/>
                  <a:ext cx="571503" cy="4041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370" y="3252922"/>
                  <a:ext cx="571503" cy="404150"/>
                </a:xfrm>
                <a:prstGeom prst="rect">
                  <a:avLst/>
                </a:prstGeom>
                <a:blipFill rotWithShape="0">
                  <a:blip r:embed="rId2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4443" y="5641676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3877280" y="5932690"/>
                  <a:ext cx="571502" cy="411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Rectangle 120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7280" y="5932690"/>
                  <a:ext cx="571502" cy="411908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8084" y="3927596"/>
              <a:ext cx="3839" cy="7625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45DF38A-F0D7-1F49-A415-F412FCBB9295}"/>
                    </a:ext>
                  </a:extLst>
                </p:cNvPr>
                <p:cNvSpPr/>
                <p:nvPr/>
              </p:nvSpPr>
              <p:spPr>
                <a:xfrm>
                  <a:off x="6500921" y="4218610"/>
                  <a:ext cx="571503" cy="4041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bSup>
                      </m:oMath>
                    </m:oMathPara>
                  </a14:m>
                  <a:endParaRPr lang="x-none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Rectangle 122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645DF38A-F0D7-1F49-A415-F412FCBB92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0921" y="4218610"/>
                  <a:ext cx="571503" cy="404150"/>
                </a:xfrm>
                <a:prstGeom prst="rect">
                  <a:avLst/>
                </a:prstGeom>
                <a:blipFill rotWithShape="0">
                  <a:blip r:embed="rId26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" name="Ink 1"/>
              <p14:cNvContentPartPr/>
              <p14:nvPr/>
            </p14:nvContentPartPr>
            <p14:xfrm>
              <a:off x="2809800" y="260640"/>
              <a:ext cx="9234720" cy="5679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00080" y="247320"/>
                <a:ext cx="9258480" cy="57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" name="Ink 3"/>
              <p14:cNvContentPartPr/>
              <p14:nvPr/>
            </p14:nvContentPartPr>
            <p14:xfrm>
              <a:off x="9559080" y="3510720"/>
              <a:ext cx="2498400" cy="1931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44680" y="3497760"/>
                <a:ext cx="2527560" cy="19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9861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A61E31-5C95-5949-8CE0-3DA74D1EA69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76981" y="1272077"/>
            <a:ext cx="8562419" cy="120928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To help develop an efficient learning algorithm, let us </a:t>
            </a:r>
            <a:r>
              <a:rPr lang="en-GB" b="1" i="1" dirty="0">
                <a:solidFill>
                  <a:srgbClr val="92D050"/>
                </a:solidFill>
              </a:rPr>
              <a:t>vectorize</a:t>
            </a:r>
            <a:r>
              <a:rPr lang="en-GB" dirty="0"/>
              <a:t> (represent in vectors &amp; matrices) the input and the variables involved</a:t>
            </a:r>
          </a:p>
          <a:p>
            <a:pPr marL="342900" lvl="1"/>
            <a:endParaRPr lang="en-GB" dirty="0"/>
          </a:p>
          <a:p>
            <a:pPr marL="342900" lvl="1"/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grpSp>
        <p:nvGrpSpPr>
          <p:cNvPr id="4" name="Group 3"/>
          <p:cNvGrpSpPr/>
          <p:nvPr/>
        </p:nvGrpSpPr>
        <p:grpSpPr>
          <a:xfrm>
            <a:off x="2133600" y="2743201"/>
            <a:ext cx="5258806" cy="3101217"/>
            <a:chOff x="583692" y="2853259"/>
            <a:chExt cx="5258806" cy="310121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6" y="4947221"/>
              <a:ext cx="9396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2648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2748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6" y="4257351"/>
              <a:ext cx="9396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2648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2748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3" y="3572608"/>
              <a:ext cx="9396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264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274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3965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4264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274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077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6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48015" y="3968876"/>
              <a:ext cx="833251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86402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63962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1815" y="3206651"/>
              <a:ext cx="556201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97847" y="3896608"/>
              <a:ext cx="550169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4360" y="4292876"/>
              <a:ext cx="553656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4360" y="4292876"/>
              <a:ext cx="553656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678752" y="4141313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752" y="4141313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381267" y="4292876"/>
              <a:ext cx="297485" cy="100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4627" y="4636273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2F1E7A2-6440-D742-855E-849A829B1083}"/>
                    </a:ext>
                  </a:extLst>
                </p:cNvPr>
                <p:cNvSpPr/>
                <p:nvPr/>
              </p:nvSpPr>
              <p:spPr>
                <a:xfrm>
                  <a:off x="4646914" y="3214905"/>
                  <a:ext cx="1195584" cy="9069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x-none" sz="20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x-non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x-non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x-non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x-none" sz="2000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2F1E7A2-6440-D742-855E-849A829B10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914" y="3214905"/>
                  <a:ext cx="1195584" cy="906980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938398" y="3860451"/>
              <a:ext cx="335054" cy="105037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F8F62B8-BF2E-F44E-8424-4C6E283F21B5}"/>
                </a:ext>
              </a:extLst>
            </p:cNvPr>
            <p:cNvCxnSpPr/>
            <p:nvPr/>
          </p:nvCxnSpPr>
          <p:spPr>
            <a:xfrm>
              <a:off x="1107078" y="2853259"/>
              <a:ext cx="3673928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1DE3486-9B4E-A14B-BE16-85997E1AECE3}"/>
                </a:ext>
              </a:extLst>
            </p:cNvPr>
            <p:cNvCxnSpPr>
              <a:cxnSpLocks/>
            </p:cNvCxnSpPr>
            <p:nvPr/>
          </p:nvCxnSpPr>
          <p:spPr>
            <a:xfrm>
              <a:off x="4781006" y="2853259"/>
              <a:ext cx="0" cy="604636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urved Connector 105">
              <a:extLst>
                <a:ext uri="{FF2B5EF4-FFF2-40B4-BE49-F238E27FC236}">
                  <a16:creationId xmlns:a16="http://schemas.microsoft.com/office/drawing/2014/main" id="{A3D533CD-ACDA-434A-92F1-C074FB764731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rot="10800000" flipH="1">
              <a:off x="894452" y="2853262"/>
              <a:ext cx="212626" cy="1517779"/>
            </a:xfrm>
            <a:prstGeom prst="curvedConnector4">
              <a:avLst>
                <a:gd name="adj1" fmla="val -107513"/>
                <a:gd name="adj2" fmla="val 55323"/>
              </a:avLst>
            </a:prstGeom>
            <a:ln w="19050">
              <a:solidFill>
                <a:srgbClr val="FF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E926343-2384-7241-A77E-FA9737B27C01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/>
              <p14:cNvContentPartPr/>
              <p14:nvPr/>
            </p14:nvContentPartPr>
            <p14:xfrm>
              <a:off x="6981480" y="2864880"/>
              <a:ext cx="128160" cy="246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69960" y="2852640"/>
                <a:ext cx="151200" cy="26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099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33600" y="2057401"/>
            <a:ext cx="5700014" cy="3071825"/>
            <a:chOff x="609600" y="2057400"/>
            <a:chExt cx="5700014" cy="3071825"/>
          </a:xfrm>
        </p:grpSpPr>
        <p:grpSp>
          <p:nvGrpSpPr>
            <p:cNvPr id="3" name="Group 2"/>
            <p:cNvGrpSpPr/>
            <p:nvPr/>
          </p:nvGrpSpPr>
          <p:grpSpPr>
            <a:xfrm>
              <a:off x="609600" y="2057400"/>
              <a:ext cx="4445508" cy="3071825"/>
              <a:chOff x="583692" y="2882651"/>
              <a:chExt cx="4445508" cy="307182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338C300-1827-F249-808A-086903765A31}"/>
                  </a:ext>
                </a:extLst>
              </p:cNvPr>
              <p:cNvGrpSpPr/>
              <p:nvPr/>
            </p:nvGrpSpPr>
            <p:grpSpPr>
              <a:xfrm>
                <a:off x="888990" y="3406887"/>
                <a:ext cx="463472" cy="1527022"/>
                <a:chOff x="1185319" y="3399515"/>
                <a:chExt cx="617962" cy="20360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DD7786DB-1740-CA49-9268-69FA3B9B0F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2602" y="3934561"/>
                      <a:ext cx="58605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x-none" sz="1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DD7786DB-1740-CA49-9268-69FA3B9B0F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2601" y="3934562"/>
                      <a:ext cx="512704" cy="40011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ADF07590-2799-704F-908C-67E79AEDE0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2602" y="4469609"/>
                      <a:ext cx="58605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x-none" sz="1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ADF07590-2799-704F-908C-67E79AEDE0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2601" y="4469609"/>
                      <a:ext cx="512704" cy="40011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ACDB724B-8814-2840-8BE2-9E6D1592F3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85319" y="5004656"/>
                      <a:ext cx="58605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x-none" sz="1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ACDB724B-8814-2840-8BE2-9E6D1592F3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85319" y="5004656"/>
                      <a:ext cx="512704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464B0E4D-E2DB-3848-BE02-BB57F03BF6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7223" y="3399515"/>
                      <a:ext cx="586058" cy="4308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x-none" sz="1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sz="15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x-none" sz="1500" b="1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464B0E4D-E2DB-3848-BE02-BB57F03BF6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17223" y="3399515"/>
                      <a:ext cx="512704" cy="4001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0E2AF6F-1D40-C544-A725-93EC0588A6C5}"/>
                  </a:ext>
                </a:extLst>
              </p:cNvPr>
              <p:cNvGrpSpPr/>
              <p:nvPr/>
            </p:nvGrpSpPr>
            <p:grpSpPr>
              <a:xfrm>
                <a:off x="2054707" y="4947221"/>
                <a:ext cx="896065" cy="648000"/>
                <a:chOff x="2703324" y="4392954"/>
                <a:chExt cx="972000" cy="9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63EBEC81-3E52-144A-9CCE-E6F92E4F19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22150" y="4672151"/>
                      <a:ext cx="359316" cy="40876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63EBEC81-3E52-144A-9CCE-E6F92E4F19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2149" y="4672151"/>
                      <a:ext cx="477824" cy="4044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8824" t="-3333" r="-11765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E764C600-3D59-C843-A594-AFE8D19DE583}"/>
                    </a:ext>
                  </a:extLst>
                </p:cNvPr>
                <p:cNvSpPr/>
                <p:nvPr/>
              </p:nvSpPr>
              <p:spPr>
                <a:xfrm>
                  <a:off x="2703324" y="4392954"/>
                  <a:ext cx="972000" cy="9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 sz="140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C7017829-33A6-6B42-87E0-8FAFA7140E9C}"/>
                    </a:ext>
                  </a:extLst>
                </p:cNvPr>
                <p:cNvCxnSpPr>
                  <a:cxnSpLocks/>
                  <a:stCxn id="81" idx="0"/>
                  <a:endCxn id="81" idx="4"/>
                </p:cNvCxnSpPr>
                <p:nvPr/>
              </p:nvCxnSpPr>
              <p:spPr>
                <a:xfrm>
                  <a:off x="3189324" y="4392954"/>
                  <a:ext cx="0" cy="97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471C70E4-A57F-2C40-9C5E-04F31FA366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027" y="4636554"/>
                      <a:ext cx="338448" cy="408765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471C70E4-A57F-2C40-9C5E-04F31FA366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8027" y="4636554"/>
                      <a:ext cx="450773" cy="40446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6061" t="-3448" r="-9091" b="-172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9FCF622-EEE5-1847-9338-D3E21A69F5C6}"/>
                  </a:ext>
                </a:extLst>
              </p:cNvPr>
              <p:cNvGrpSpPr/>
              <p:nvPr/>
            </p:nvGrpSpPr>
            <p:grpSpPr>
              <a:xfrm>
                <a:off x="2054707" y="4257351"/>
                <a:ext cx="896065" cy="648000"/>
                <a:chOff x="2703324" y="4392954"/>
                <a:chExt cx="972000" cy="9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0898F6F5-9A8D-0D46-908F-8EE297D85B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22150" y="4672151"/>
                      <a:ext cx="359316" cy="41078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0898F6F5-9A8D-0D46-908F-8EE297D85B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2149" y="4672151"/>
                      <a:ext cx="477824" cy="40446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8824" t="-3448" r="-11765" b="-137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08BF4D7E-A2C2-EB4E-972E-7A3E54F568A7}"/>
                    </a:ext>
                  </a:extLst>
                </p:cNvPr>
                <p:cNvSpPr/>
                <p:nvPr/>
              </p:nvSpPr>
              <p:spPr>
                <a:xfrm>
                  <a:off x="2703324" y="4392954"/>
                  <a:ext cx="972000" cy="9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 sz="140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3F9C5B32-F49B-7549-9A69-E6CE7231CF57}"/>
                    </a:ext>
                  </a:extLst>
                </p:cNvPr>
                <p:cNvCxnSpPr>
                  <a:cxnSpLocks/>
                  <a:stCxn id="86" idx="0"/>
                  <a:endCxn id="86" idx="4"/>
                </p:cNvCxnSpPr>
                <p:nvPr/>
              </p:nvCxnSpPr>
              <p:spPr>
                <a:xfrm>
                  <a:off x="3189324" y="4392954"/>
                  <a:ext cx="0" cy="97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31765E4E-8EC3-9D41-9914-D135AC7593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027" y="4636554"/>
                      <a:ext cx="338448" cy="41078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31765E4E-8EC3-9D41-9914-D135AC7593F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8027" y="4636554"/>
                      <a:ext cx="450773" cy="40446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6061" t="-3333" r="-9091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B1A2D9BD-A412-AD4C-BCDF-6E654FD4DB59}"/>
                  </a:ext>
                </a:extLst>
              </p:cNvPr>
              <p:cNvGrpSpPr/>
              <p:nvPr/>
            </p:nvGrpSpPr>
            <p:grpSpPr>
              <a:xfrm>
                <a:off x="2058194" y="3572608"/>
                <a:ext cx="896065" cy="648000"/>
                <a:chOff x="2703324" y="4392954"/>
                <a:chExt cx="972000" cy="9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F3D7E09-E2A5-1645-B3A8-49A5877D1F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22150" y="4672151"/>
                      <a:ext cx="359316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F3D7E09-E2A5-1645-B3A8-49A5877D1F9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2149" y="4672151"/>
                      <a:ext cx="477824" cy="40446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5714" t="-3333" r="-8571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8778854E-E921-D54D-8EAB-795A18A2F380}"/>
                    </a:ext>
                  </a:extLst>
                </p:cNvPr>
                <p:cNvSpPr/>
                <p:nvPr/>
              </p:nvSpPr>
              <p:spPr>
                <a:xfrm>
                  <a:off x="2703324" y="4392954"/>
                  <a:ext cx="972000" cy="9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 sz="140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95EA2090-C6E4-DE46-B147-8BC5CFBF4417}"/>
                    </a:ext>
                  </a:extLst>
                </p:cNvPr>
                <p:cNvCxnSpPr>
                  <a:cxnSpLocks/>
                  <a:stCxn id="91" idx="0"/>
                  <a:endCxn id="91" idx="4"/>
                </p:cNvCxnSpPr>
                <p:nvPr/>
              </p:nvCxnSpPr>
              <p:spPr>
                <a:xfrm>
                  <a:off x="3189324" y="4392954"/>
                  <a:ext cx="0" cy="97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0794088F-F7E0-8347-A9BE-4553435A87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027" y="4636554"/>
                      <a:ext cx="338448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0794088F-F7E0-8347-A9BE-4553435A87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8027" y="4636554"/>
                      <a:ext cx="450773" cy="40446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6061" t="-3333" r="-9091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B8F507BD-5BD6-1E40-8A93-C04179CAE9CB}"/>
                  </a:ext>
                </a:extLst>
              </p:cNvPr>
              <p:cNvGrpSpPr/>
              <p:nvPr/>
            </p:nvGrpSpPr>
            <p:grpSpPr>
              <a:xfrm>
                <a:off x="2052159" y="2882651"/>
                <a:ext cx="896065" cy="648000"/>
                <a:chOff x="2703324" y="4392954"/>
                <a:chExt cx="972000" cy="9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TextBox 98">
                      <a:extLst>
                        <a:ext uri="{FF2B5EF4-FFF2-40B4-BE49-F238E27FC236}">
                          <a16:creationId xmlns:a16="http://schemas.microsoft.com/office/drawing/2014/main" id="{3CF0CC5C-5A9A-A747-9F0B-2BBF12D90D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22148" y="4672151"/>
                      <a:ext cx="359315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9" name="TextBox 98">
                      <a:extLst>
                        <a:ext uri="{FF2B5EF4-FFF2-40B4-BE49-F238E27FC236}">
                          <a16:creationId xmlns:a16="http://schemas.microsoft.com/office/drawing/2014/main" id="{3CF0CC5C-5A9A-A747-9F0B-2BBF12D90D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2149" y="4672151"/>
                      <a:ext cx="424733" cy="35080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6667" t="-8000" r="-20000" b="-3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163FF241-B3B4-F74D-96A0-D2AA5A407A61}"/>
                    </a:ext>
                  </a:extLst>
                </p:cNvPr>
                <p:cNvSpPr/>
                <p:nvPr/>
              </p:nvSpPr>
              <p:spPr>
                <a:xfrm>
                  <a:off x="2703324" y="4392954"/>
                  <a:ext cx="972000" cy="9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 sz="140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DF90F163-8888-874A-9DD2-1734B6E347E1}"/>
                    </a:ext>
                  </a:extLst>
                </p:cNvPr>
                <p:cNvCxnSpPr>
                  <a:cxnSpLocks/>
                  <a:stCxn id="96" idx="0"/>
                  <a:endCxn id="96" idx="4"/>
                </p:cNvCxnSpPr>
                <p:nvPr/>
              </p:nvCxnSpPr>
              <p:spPr>
                <a:xfrm>
                  <a:off x="3189324" y="4392954"/>
                  <a:ext cx="0" cy="97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TextBox 97">
                      <a:extLst>
                        <a:ext uri="{FF2B5EF4-FFF2-40B4-BE49-F238E27FC236}">
                          <a16:creationId xmlns:a16="http://schemas.microsoft.com/office/drawing/2014/main" id="{2AE1124E-3ECC-474C-BAF0-7E79FE7286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027" y="4636554"/>
                      <a:ext cx="338448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TextBox 97">
                      <a:extLst>
                        <a:ext uri="{FF2B5EF4-FFF2-40B4-BE49-F238E27FC236}">
                          <a16:creationId xmlns:a16="http://schemas.microsoft.com/office/drawing/2014/main" id="{2AE1124E-3ECC-474C-BAF0-7E79FE7286D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8027" y="4636554"/>
                      <a:ext cx="400687" cy="35080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3333" t="-3846" r="-16667" b="-30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370EF19-8814-4945-A475-8675C9800CF7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 flipV="1">
                <a:off x="1333997" y="3206651"/>
                <a:ext cx="718162" cy="76310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E93A00E-552B-2141-BA3C-5F052715D0AB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 flipV="1">
                <a:off x="1333996" y="3335243"/>
                <a:ext cx="746889" cy="103579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2E11AED-0821-4E4E-B3B1-6AD5CEF2DE25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 flipV="1">
                <a:off x="1328534" y="3377114"/>
                <a:ext cx="842133" cy="13952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D78574E9-4499-B245-A264-967283573595}"/>
                  </a:ext>
                </a:extLst>
              </p:cNvPr>
              <p:cNvGrpSpPr/>
              <p:nvPr/>
            </p:nvGrpSpPr>
            <p:grpSpPr>
              <a:xfrm>
                <a:off x="3624215" y="3968876"/>
                <a:ext cx="835492" cy="648000"/>
                <a:chOff x="2703324" y="4392954"/>
                <a:chExt cx="972000" cy="97200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4EF99F7F-CA42-C041-94AA-F527069A76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22150" y="4672151"/>
                      <a:ext cx="385366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4EF99F7F-CA42-C041-94AA-F527069A76A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2149" y="4672151"/>
                      <a:ext cx="477824" cy="39465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5714" t="-3571" r="-8571"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661259D-DD49-8949-9049-E798D3C0B14D}"/>
                    </a:ext>
                  </a:extLst>
                </p:cNvPr>
                <p:cNvSpPr/>
                <p:nvPr/>
              </p:nvSpPr>
              <p:spPr>
                <a:xfrm>
                  <a:off x="2703324" y="4392954"/>
                  <a:ext cx="972000" cy="9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x-none" sz="140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0C84452D-8187-F84A-98B5-D5BFC92619CE}"/>
                    </a:ext>
                  </a:extLst>
                </p:cNvPr>
                <p:cNvCxnSpPr>
                  <a:cxnSpLocks/>
                  <a:stCxn id="57" idx="0"/>
                  <a:endCxn id="57" idx="4"/>
                </p:cNvCxnSpPr>
                <p:nvPr/>
              </p:nvCxnSpPr>
              <p:spPr>
                <a:xfrm>
                  <a:off x="3189324" y="4392954"/>
                  <a:ext cx="0" cy="97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928628EE-67D4-5C4A-A261-472D92296E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8027" y="4636554"/>
                      <a:ext cx="362986" cy="40924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1400" b="1" i="1" dirty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p>
                            </m:sSubSup>
                          </m:oMath>
                        </m:oMathPara>
                      </a14:m>
                      <a:endParaRPr lang="x-none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928628EE-67D4-5C4A-A261-472D92296E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8027" y="4636554"/>
                      <a:ext cx="450773" cy="39465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6061" t="-3448" r="-9091" b="-172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QA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43A559A-60B7-524B-B75D-BFCDF9AB1843}"/>
                  </a:ext>
                </a:extLst>
              </p:cNvPr>
              <p:cNvCxnSpPr>
                <a:cxnSpLocks/>
                <a:stCxn id="96" idx="6"/>
                <a:endCxn id="57" idx="2"/>
              </p:cNvCxnSpPr>
              <p:nvPr/>
            </p:nvCxnSpPr>
            <p:spPr>
              <a:xfrm>
                <a:off x="2948225" y="3206651"/>
                <a:ext cx="675991" cy="108622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4859804C-D94F-DB4B-B786-9C97D46F4BC2}"/>
                  </a:ext>
                </a:extLst>
              </p:cNvPr>
              <p:cNvCxnSpPr>
                <a:cxnSpLocks/>
                <a:stCxn id="91" idx="6"/>
                <a:endCxn id="57" idx="2"/>
              </p:cNvCxnSpPr>
              <p:nvPr/>
            </p:nvCxnSpPr>
            <p:spPr>
              <a:xfrm>
                <a:off x="2954258" y="3896608"/>
                <a:ext cx="669958" cy="39626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C6EDFAF7-34C5-2D47-8CAC-DD9502659F7E}"/>
                  </a:ext>
                </a:extLst>
              </p:cNvPr>
              <p:cNvCxnSpPr>
                <a:cxnSpLocks/>
                <a:stCxn id="86" idx="6"/>
                <a:endCxn id="57" idx="2"/>
              </p:cNvCxnSpPr>
              <p:nvPr/>
            </p:nvCxnSpPr>
            <p:spPr>
              <a:xfrm flipV="1">
                <a:off x="2950771" y="4292876"/>
                <a:ext cx="673445" cy="28847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28C411B-67C9-3F45-9957-157875E0B3A9}"/>
                  </a:ext>
                </a:extLst>
              </p:cNvPr>
              <p:cNvCxnSpPr>
                <a:cxnSpLocks/>
                <a:stCxn id="81" idx="6"/>
                <a:endCxn id="57" idx="2"/>
              </p:cNvCxnSpPr>
              <p:nvPr/>
            </p:nvCxnSpPr>
            <p:spPr>
              <a:xfrm flipV="1">
                <a:off x="2950771" y="4292876"/>
                <a:ext cx="673445" cy="9783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9B771EC2-C73C-804B-8424-1841F8E16D3B}"/>
                      </a:ext>
                    </a:extLst>
                  </p:cNvPr>
                  <p:cNvSpPr/>
                  <p:nvPr/>
                </p:nvSpPr>
                <p:spPr>
                  <a:xfrm>
                    <a:off x="4676218" y="4142835"/>
                    <a:ext cx="352982" cy="3231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500" b="1" i="1" dirty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x-none" sz="1500" dirty="0"/>
                  </a:p>
                </p:txBody>
              </p:sp>
            </mc:Choice>
            <mc:Fallback xmlns=""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xmlns:a14="http://schemas.microsoft.com/office/drawing/2010/main" xmlns="" id="{9B771EC2-C73C-804B-8424-1841F8E16D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8" y="4142835"/>
                    <a:ext cx="352982" cy="323165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 r="-5172" b="-566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6938DF5-C2E6-2C44-9410-5E31E8A50C9B}"/>
                  </a:ext>
                </a:extLst>
              </p:cNvPr>
              <p:cNvCxnSpPr>
                <a:cxnSpLocks/>
                <a:endCxn id="71" idx="1"/>
              </p:cNvCxnSpPr>
              <p:nvPr/>
            </p:nvCxnSpPr>
            <p:spPr>
              <a:xfrm>
                <a:off x="4500816" y="4292876"/>
                <a:ext cx="175402" cy="1154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33ECF78-6542-A24C-9EF1-3FC5F9B15075}"/>
                  </a:ext>
                </a:extLst>
              </p:cNvPr>
              <p:cNvSpPr txBox="1"/>
              <p:nvPr/>
            </p:nvSpPr>
            <p:spPr>
              <a:xfrm>
                <a:off x="3594441" y="4638351"/>
                <a:ext cx="75289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1500" b="1" dirty="0">
                    <a:solidFill>
                      <a:srgbClr val="FF0000"/>
                    </a:solidFill>
                  </a:rPr>
                  <a:t>Layer 2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67A75D5-BD9A-0D43-A7F6-B5DBD044D57D}"/>
                  </a:ext>
                </a:extLst>
              </p:cNvPr>
              <p:cNvSpPr txBox="1"/>
              <p:nvPr/>
            </p:nvSpPr>
            <p:spPr>
              <a:xfrm>
                <a:off x="2024932" y="5631311"/>
                <a:ext cx="75289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1500" b="1" dirty="0">
                    <a:solidFill>
                      <a:srgbClr val="FF0000"/>
                    </a:solidFill>
                  </a:rPr>
                  <a:t>Layer 1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197BC5B-F131-674E-8B24-6CE938A2BF1C}"/>
                  </a:ext>
                </a:extLst>
              </p:cNvPr>
              <p:cNvSpPr txBox="1"/>
              <p:nvPr/>
            </p:nvSpPr>
            <p:spPr>
              <a:xfrm>
                <a:off x="583692" y="5230859"/>
                <a:ext cx="108792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1500" b="1" dirty="0">
                    <a:solidFill>
                      <a:srgbClr val="FF0000"/>
                    </a:solidFill>
                  </a:rPr>
                  <a:t>Input Layer</a:t>
                </a:r>
              </a:p>
              <a:p>
                <a:r>
                  <a:rPr lang="x-none" sz="1500" b="1" dirty="0">
                    <a:solidFill>
                      <a:srgbClr val="FF0000"/>
                    </a:solidFill>
                  </a:rPr>
                  <a:t>(or Layer 0)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A0BFA56F-C7A2-5947-A94E-45B571CA9B6D}"/>
                  </a:ext>
                </a:extLst>
              </p:cNvPr>
              <p:cNvSpPr/>
              <p:nvPr/>
            </p:nvSpPr>
            <p:spPr>
              <a:xfrm>
                <a:off x="1291439" y="3206651"/>
                <a:ext cx="777188" cy="2064570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cxnSp>
            <p:nvCxnSpPr>
              <p:cNvPr id="29" name="Curved Connector 28">
                <a:extLst>
                  <a:ext uri="{FF2B5EF4-FFF2-40B4-BE49-F238E27FC236}">
                    <a16:creationId xmlns:a16="http://schemas.microsoft.com/office/drawing/2014/main" id="{B893BDC7-769A-C842-88C3-120BFED10D31}"/>
                  </a:ext>
                </a:extLst>
              </p:cNvPr>
              <p:cNvCxnSpPr>
                <a:cxnSpLocks/>
                <a:stCxn id="27" idx="0"/>
              </p:cNvCxnSpPr>
              <p:nvPr/>
            </p:nvCxnSpPr>
            <p:spPr>
              <a:xfrm rot="16200000" flipH="1">
                <a:off x="2939704" y="1946979"/>
                <a:ext cx="372623" cy="2891966"/>
              </a:xfrm>
              <a:prstGeom prst="curvedConnector4">
                <a:avLst>
                  <a:gd name="adj1" fmla="val -98597"/>
                  <a:gd name="adj2" fmla="val 56718"/>
                </a:avLst>
              </a:prstGeom>
              <a:ln w="1905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45DF38A-F0D7-1F49-A415-F412FCBB9295}"/>
                      </a:ext>
                    </a:extLst>
                  </p:cNvPr>
                  <p:cNvSpPr/>
                  <p:nvPr/>
                </p:nvSpPr>
                <p:spPr>
                  <a:xfrm>
                    <a:off x="1395994" y="3173581"/>
                    <a:ext cx="554126" cy="36215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x-none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  <m:sup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xmlns="" xmlns:a14="http://schemas.microsoft.com/office/drawing/2010/main" id="{645DF38A-F0D7-1F49-A415-F412FCBB92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5994" y="3173581"/>
                    <a:ext cx="554126" cy="362150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id="{86B8553D-60C4-324D-9064-775329ABBCEB}"/>
                      </a:ext>
                    </a:extLst>
                  </p:cNvPr>
                  <p:cNvSpPr/>
                  <p:nvPr/>
                </p:nvSpPr>
                <p:spPr>
                  <a:xfrm>
                    <a:off x="1252833" y="3754871"/>
                    <a:ext cx="554126" cy="36240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x-none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  <m:sup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Rectangle 68">
                    <a:extLst>
                      <a:ext uri="{FF2B5EF4-FFF2-40B4-BE49-F238E27FC236}">
                        <a16:creationId xmlns:a16="http://schemas.microsoft.com/office/drawing/2014/main" xmlns="" xmlns:a14="http://schemas.microsoft.com/office/drawing/2010/main" id="{86B8553D-60C4-324D-9064-775329ABBC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2833" y="3754871"/>
                    <a:ext cx="554126" cy="362407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 b="-169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5062D98F-7B40-8840-BACB-D063675C9520}"/>
                      </a:ext>
                    </a:extLst>
                  </p:cNvPr>
                  <p:cNvSpPr/>
                  <p:nvPr/>
                </p:nvSpPr>
                <p:spPr>
                  <a:xfrm>
                    <a:off x="1382670" y="4402686"/>
                    <a:ext cx="554126" cy="3634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x-none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xmlns="" xmlns:a14="http://schemas.microsoft.com/office/drawing/2010/main" id="{5062D98F-7B40-8840-BACB-D063675C95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670" y="4402686"/>
                    <a:ext cx="554126" cy="363497"/>
                  </a:xfrm>
                  <a:prstGeom prst="rect">
                    <a:avLst/>
                  </a:prstGeom>
                  <a:blipFill rotWithShape="0">
                    <a:blip r:embed="rId19"/>
                    <a:stretch>
                      <a:fillRect b="-1695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634988" y="2155477"/>
                  <a:ext cx="1674626" cy="12149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b="1" i="1" baseline="-25000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x-non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4988" y="2155477"/>
                  <a:ext cx="1674626" cy="1214948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" name="Ink 6"/>
              <p14:cNvContentPartPr/>
              <p14:nvPr/>
            </p14:nvContentPartPr>
            <p14:xfrm>
              <a:off x="3903120" y="1803240"/>
              <a:ext cx="3287520" cy="12416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91960" y="1792080"/>
                <a:ext cx="3304440" cy="12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0605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850645" y="2598097"/>
            <a:ext cx="8048146" cy="3736382"/>
            <a:chOff x="583692" y="2882651"/>
            <a:chExt cx="8048146" cy="373638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7" y="4947221"/>
              <a:ext cx="9511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8505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8846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7" y="4257351"/>
              <a:ext cx="9511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8505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8846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4" y="3572608"/>
              <a:ext cx="9511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850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8846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511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3850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8846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370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7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439592" y="3968876"/>
              <a:ext cx="951154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850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8846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3003315" y="3206651"/>
              <a:ext cx="436276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3009347" y="3896608"/>
              <a:ext cx="430244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3005860" y="4292876"/>
              <a:ext cx="433731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3005860" y="4292876"/>
              <a:ext cx="433731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6762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390745" y="4292876"/>
              <a:ext cx="285473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098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1291439" y="3206651"/>
              <a:ext cx="777188" cy="206457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893BDC7-769A-C842-88C3-120BFED10D31}"/>
                </a:ext>
              </a:extLst>
            </p:cNvPr>
            <p:cNvCxnSpPr>
              <a:cxnSpLocks/>
            </p:cNvCxnSpPr>
            <p:nvPr/>
          </p:nvCxnSpPr>
          <p:spPr>
            <a:xfrm>
              <a:off x="1617719" y="3205771"/>
              <a:ext cx="3668528" cy="649940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152897E-85B0-2F4D-83C3-DC2ED7184171}"/>
                    </a:ext>
                  </a:extLst>
                </p:cNvPr>
                <p:cNvSpPr/>
                <p:nvPr/>
              </p:nvSpPr>
              <p:spPr>
                <a:xfrm>
                  <a:off x="6134552" y="4350123"/>
                  <a:ext cx="2497286" cy="16065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x-non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152897E-85B0-2F4D-83C3-DC2ED71841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552" y="4350123"/>
                  <a:ext cx="2497286" cy="1606530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EFA4C2E-4BE7-4545-8E75-20BA9C82D780}"/>
                    </a:ext>
                  </a:extLst>
                </p:cNvPr>
                <p:cNvSpPr txBox="1"/>
                <p:nvPr/>
              </p:nvSpPr>
              <p:spPr>
                <a:xfrm>
                  <a:off x="3241118" y="6237903"/>
                  <a:ext cx="2630785" cy="3811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x-none" b="1" dirty="0"/>
                    <a:t>Dimension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x-none" b="1" dirty="0"/>
                    <a:t>=</a:t>
                  </a:r>
                  <a:r>
                    <a:rPr lang="x-none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x-none" b="1" dirty="0"/>
                    <a:t>(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4</a:t>
                  </a:r>
                  <a:r>
                    <a:rPr lang="x-none" b="1" dirty="0"/>
                    <a:t>,</a:t>
                  </a:r>
                  <a:r>
                    <a:rPr lang="x-none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b="1" dirty="0">
                      <a:solidFill>
                        <a:srgbClr val="FF0000"/>
                      </a:solidFill>
                    </a:rPr>
                    <a:t>3</a:t>
                  </a:r>
                  <a:r>
                    <a:rPr lang="x-none" b="1" dirty="0"/>
                    <a:t>)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EFA4C2E-4BE7-4545-8E75-20BA9C82D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1118" y="6237903"/>
                  <a:ext cx="2909707" cy="381130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 l="-1887" t="-6452" r="-839" b="-2580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C99E808-22E3-C549-BB74-9D66CD7FF4B3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941933" y="1497482"/>
            <a:ext cx="2956859" cy="2312219"/>
            <a:chOff x="5417932" y="1497481"/>
            <a:chExt cx="2956859" cy="231221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458952" y="1497481"/>
              <a:ext cx="1915839" cy="231221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5417932" y="2176152"/>
                  <a:ext cx="1130887" cy="4774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sz="2400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7932" y="2176152"/>
                  <a:ext cx="1130887" cy="477438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4445036" y="987732"/>
                <a:ext cx="1674626" cy="1214948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1" i="1" baseline="-25000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36" y="987732"/>
                <a:ext cx="1674626" cy="1214948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/>
              <p14:cNvContentPartPr/>
              <p14:nvPr/>
            </p14:nvContentPartPr>
            <p14:xfrm>
              <a:off x="489600" y="74520"/>
              <a:ext cx="9725760" cy="6426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7720" y="63000"/>
                <a:ext cx="9752760" cy="64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" name="Ink 7"/>
              <p14:cNvContentPartPr/>
              <p14:nvPr/>
            </p14:nvContentPartPr>
            <p14:xfrm>
              <a:off x="9415080" y="753120"/>
              <a:ext cx="2429640" cy="25167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01040" y="739080"/>
                <a:ext cx="2458800" cy="25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21701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514600" y="1752601"/>
            <a:ext cx="6036572" cy="3495969"/>
            <a:chOff x="583692" y="2458507"/>
            <a:chExt cx="6036572" cy="3495969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360938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119368" y="4947221"/>
              <a:ext cx="954691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7251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7665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119368" y="4257351"/>
              <a:ext cx="954691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7251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7665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122855" y="3572608"/>
              <a:ext cx="954691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7251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766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116822" y="2882651"/>
              <a:ext cx="954692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37250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766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66906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656653" y="3968876"/>
              <a:ext cx="954691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37251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17665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3071514" y="3206651"/>
              <a:ext cx="585139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3077546" y="3896608"/>
              <a:ext cx="579107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3074059" y="4292876"/>
              <a:ext cx="582594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3074059" y="4292876"/>
              <a:ext cx="582594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611344" y="4292876"/>
              <a:ext cx="217274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5622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1291439" y="3045051"/>
              <a:ext cx="777188" cy="222617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893BDC7-769A-C842-88C3-120BFED10D31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rot="16200000" flipH="1">
              <a:off x="3368486" y="1356598"/>
              <a:ext cx="69960" cy="3446866"/>
            </a:xfrm>
            <a:prstGeom prst="curvedConnector4">
              <a:avLst>
                <a:gd name="adj1" fmla="val -326758"/>
                <a:gd name="adj2" fmla="val 55637"/>
              </a:avLst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152897E-85B0-2F4D-83C3-DC2ED7184171}"/>
                    </a:ext>
                  </a:extLst>
                </p:cNvPr>
                <p:cNvSpPr/>
                <p:nvPr/>
              </p:nvSpPr>
              <p:spPr>
                <a:xfrm>
                  <a:off x="5181600" y="2458507"/>
                  <a:ext cx="1438664" cy="16014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GB" b="1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x-non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0152897E-85B0-2F4D-83C3-DC2ED71841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2458507"/>
                  <a:ext cx="1438664" cy="1601464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604DEE56-240B-C148-B124-9C529C31D94C}"/>
                    </a:ext>
                  </a:extLst>
                </p:cNvPr>
                <p:cNvSpPr/>
                <p:nvPr/>
              </p:nvSpPr>
              <p:spPr>
                <a:xfrm>
                  <a:off x="1643046" y="3038673"/>
                  <a:ext cx="607089" cy="439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604DEE56-240B-C148-B124-9C529C31D9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728" y="2908563"/>
                  <a:ext cx="595868" cy="439351"/>
                </a:xfrm>
                <a:prstGeom prst="rect">
                  <a:avLst/>
                </a:prstGeom>
                <a:blipFill>
                  <a:blip r:embed="rId18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78154EA2-1F5F-A740-8DDD-776687E8A9F9}"/>
                    </a:ext>
                  </a:extLst>
                </p:cNvPr>
                <p:cNvSpPr/>
                <p:nvPr/>
              </p:nvSpPr>
              <p:spPr>
                <a:xfrm>
                  <a:off x="1619612" y="3427825"/>
                  <a:ext cx="607089" cy="4396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78154EA2-1F5F-A740-8DDD-776687E8A9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9482" y="3427432"/>
                  <a:ext cx="595869" cy="45185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078CC801-5D0F-1C43-B625-ADD4C88A6B34}"/>
                    </a:ext>
                  </a:extLst>
                </p:cNvPr>
                <p:cNvSpPr/>
                <p:nvPr/>
              </p:nvSpPr>
              <p:spPr>
                <a:xfrm>
                  <a:off x="1621727" y="3857497"/>
                  <a:ext cx="607089" cy="4410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078CC801-5D0F-1C43-B625-ADD4C88A6B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2302" y="4000328"/>
                  <a:ext cx="595869" cy="45185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95B8C709-5B1B-6846-A305-314B84654D0C}"/>
                    </a:ext>
                  </a:extLst>
                </p:cNvPr>
                <p:cNvSpPr/>
                <p:nvPr/>
              </p:nvSpPr>
              <p:spPr>
                <a:xfrm>
                  <a:off x="1619612" y="4349018"/>
                  <a:ext cx="607089" cy="4390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95B8C709-5B1B-6846-A305-314B84654D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9482" y="4655690"/>
                  <a:ext cx="595869" cy="45185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D52643C-A637-2E41-8325-3EADCA75478C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/>
              <p14:cNvContentPartPr/>
              <p14:nvPr/>
            </p14:nvContentPartPr>
            <p14:xfrm>
              <a:off x="6748920" y="789480"/>
              <a:ext cx="1896120" cy="2421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36680" y="777600"/>
                <a:ext cx="1921320" cy="244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986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62201" y="1447800"/>
            <a:ext cx="5888141" cy="4243898"/>
            <a:chOff x="583692" y="1710578"/>
            <a:chExt cx="5888141" cy="4243898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5" y="494722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5" y="425735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2" y="3572608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38146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4319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038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7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0" y="3968876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0307" y="3206651"/>
              <a:ext cx="525484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96338" y="3896608"/>
              <a:ext cx="519453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2851" y="4292876"/>
              <a:ext cx="522940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2851" y="4292876"/>
              <a:ext cx="522940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370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453936" y="4292876"/>
              <a:ext cx="374682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60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B2F1E7A2-6440-D742-855E-849A829B1083}"/>
                    </a:ext>
                  </a:extLst>
                </p:cNvPr>
                <p:cNvSpPr/>
                <p:nvPr/>
              </p:nvSpPr>
              <p:spPr>
                <a:xfrm>
                  <a:off x="5062858" y="1710578"/>
                  <a:ext cx="1408975" cy="16014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p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dirty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x-none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[1]</m:t>
                                    </m:r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  <a:endParaRPr lang="x-none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2F1E7A2-6440-D742-855E-849A829B10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858" y="1710578"/>
                  <a:ext cx="1408975" cy="1601464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2125341" y="2894709"/>
              <a:ext cx="335054" cy="2708525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893BDC7-769A-C842-88C3-120BFED10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8822" y="2192781"/>
              <a:ext cx="2727411" cy="637058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3F53F22-4CF6-D34D-965F-7857249B0E76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/>
              <p14:cNvContentPartPr/>
              <p14:nvPr/>
            </p14:nvContentPartPr>
            <p14:xfrm>
              <a:off x="8143200" y="2049120"/>
              <a:ext cx="223560" cy="499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31320" y="2036520"/>
                <a:ext cx="24480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0339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62200" y="1853804"/>
            <a:ext cx="4597908" cy="3761695"/>
            <a:chOff x="583692" y="2192781"/>
            <a:chExt cx="4597908" cy="3761695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5" y="494722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5" y="425735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2" y="3572608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38146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4319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038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7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0" y="3968876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0307" y="3206651"/>
              <a:ext cx="525484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96338" y="3896608"/>
              <a:ext cx="519453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2851" y="4292876"/>
              <a:ext cx="522940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2851" y="4292876"/>
              <a:ext cx="522940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453936" y="4292876"/>
              <a:ext cx="374682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60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2626827" y="2888468"/>
              <a:ext cx="335054" cy="2708525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893BDC7-769A-C842-88C3-120BFED10D31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rot="5400000" flipH="1" flipV="1">
              <a:off x="3580763" y="1406373"/>
              <a:ext cx="695687" cy="2268504"/>
            </a:xfrm>
            <a:prstGeom prst="curvedConnector2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3F53F22-4CF6-D34D-965F-7857249B0E76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A0D4609-A718-164A-8EEA-3D56239DCF44}"/>
                  </a:ext>
                </a:extLst>
              </p:cNvPr>
              <p:cNvSpPr/>
              <p:nvPr/>
            </p:nvSpPr>
            <p:spPr>
              <a:xfrm>
                <a:off x="6864460" y="1451526"/>
                <a:ext cx="1443408" cy="1601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0D4609-A718-164A-8EEA-3D56239DC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460" y="1451526"/>
                <a:ext cx="1443408" cy="1601464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/>
              <p14:cNvContentPartPr/>
              <p14:nvPr/>
            </p14:nvContentPartPr>
            <p14:xfrm>
              <a:off x="8276400" y="1598760"/>
              <a:ext cx="222480" cy="1340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63440" y="1588680"/>
                <a:ext cx="246960" cy="13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53582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24000" y="1219201"/>
            <a:ext cx="4597908" cy="3071825"/>
            <a:chOff x="583692" y="2882651"/>
            <a:chExt cx="4597908" cy="3071825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5" y="494722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5" y="425735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2" y="3572608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38146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4319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038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7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0" y="3968876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0307" y="3206651"/>
              <a:ext cx="525484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96338" y="3896608"/>
              <a:ext cx="519453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2851" y="4292876"/>
              <a:ext cx="522940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2851" y="4292876"/>
              <a:ext cx="522940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5172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453936" y="4292876"/>
              <a:ext cx="374682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60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3F53F22-4CF6-D34D-965F-7857249B0E76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6832768" y="933328"/>
                <a:ext cx="2085635" cy="38113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767" y="933328"/>
                <a:ext cx="2085635" cy="38113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6781800" y="1314458"/>
                <a:ext cx="3648948" cy="16160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  <m:sup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GB" b="1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314458"/>
                <a:ext cx="3648948" cy="16160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6121908" y="3055526"/>
                <a:ext cx="4419158" cy="1606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x-non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908" y="3055526"/>
                <a:ext cx="4419158" cy="160653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6283490" y="4766804"/>
                <a:ext cx="4257576" cy="1606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x-non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490" y="4766804"/>
                <a:ext cx="4257576" cy="160653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Picture 6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61359" y="4898383"/>
            <a:ext cx="3590925" cy="161925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894678" y="4457834"/>
            <a:ext cx="1909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 matrix form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/>
              <p14:cNvContentPartPr/>
              <p14:nvPr/>
            </p14:nvContentPartPr>
            <p14:xfrm>
              <a:off x="1575360" y="432720"/>
              <a:ext cx="9982440" cy="5841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63840" y="420120"/>
                <a:ext cx="10008000" cy="58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" name="Ink 4"/>
              <p14:cNvContentPartPr/>
              <p14:nvPr/>
            </p14:nvContentPartPr>
            <p14:xfrm>
              <a:off x="1807920" y="4638240"/>
              <a:ext cx="8399520" cy="1696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97480" y="4628880"/>
                <a:ext cx="8413200" cy="17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8777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70092" y="947256"/>
            <a:ext cx="4597908" cy="3071825"/>
            <a:chOff x="583692" y="2882651"/>
            <a:chExt cx="4597908" cy="3071825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D6BB7AA-98A3-F04C-A1F8-FFD9075FB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0D2C0F1-9E69-EB44-9283-39DCACA0909C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>
              <a:off x="1296276" y="3556927"/>
              <a:ext cx="758430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0" y="3406887"/>
              <a:ext cx="463472" cy="1527022"/>
              <a:chOff x="1185319" y="3399515"/>
              <a:chExt cx="617962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86059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586058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86058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5" y="494722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5" y="4257351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2" y="3572608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938146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4319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2DA7E0E-2AA6-DF4B-880B-E76AFBC594FB}"/>
                </a:ext>
              </a:extLst>
            </p:cNvPr>
            <p:cNvCxnSpPr>
              <a:cxnSpLocks/>
              <a:stCxn id="50" idx="3"/>
              <a:endCxn id="81" idx="2"/>
            </p:cNvCxnSpPr>
            <p:nvPr/>
          </p:nvCxnSpPr>
          <p:spPr>
            <a:xfrm>
              <a:off x="1352462" y="3568470"/>
              <a:ext cx="702244" cy="17027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33997" y="3206651"/>
              <a:ext cx="718162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830F5B5-8C3F-044C-9040-502FB101BB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33997" y="3871424"/>
              <a:ext cx="748038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33997" y="3969755"/>
              <a:ext cx="720709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33997" y="3969755"/>
              <a:ext cx="720709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206650"/>
              <a:ext cx="718163" cy="1164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33996" y="3851942"/>
              <a:ext cx="718163" cy="519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33996" y="4371041"/>
              <a:ext cx="720710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33996" y="4371041"/>
              <a:ext cx="720710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33996" y="4371040"/>
              <a:ext cx="718163" cy="90018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28534" y="3206651"/>
              <a:ext cx="723627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28534" y="3896608"/>
              <a:ext cx="729659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28534" y="4581351"/>
              <a:ext cx="726172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0" y="3968876"/>
              <a:ext cx="93814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4319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23267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0307" y="3206651"/>
              <a:ext cx="525484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96338" y="3896608"/>
              <a:ext cx="519453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2851" y="4292876"/>
              <a:ext cx="522940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2851" y="4292876"/>
              <a:ext cx="522940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86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5172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453936" y="4292876"/>
              <a:ext cx="374682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6016" y="463835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75289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3F53F22-4CF6-D34D-965F-7857249B0E76}"/>
                </a:ext>
              </a:extLst>
            </p:cNvPr>
            <p:cNvSpPr txBox="1"/>
            <p:nvPr/>
          </p:nvSpPr>
          <p:spPr>
            <a:xfrm>
              <a:off x="583692" y="5230859"/>
              <a:ext cx="108792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1781450" y="3417570"/>
                <a:ext cx="2085635" cy="38113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49" y="3417570"/>
                <a:ext cx="2085635" cy="38113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3064874" y="4271511"/>
                <a:ext cx="4257576" cy="1606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x-non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x-none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874" y="4271511"/>
                <a:ext cx="4257576" cy="160653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C3AE292-4209-BB47-B351-E31C9108D2C8}"/>
                  </a:ext>
                </a:extLst>
              </p:cNvPr>
              <p:cNvSpPr/>
              <p:nvPr/>
            </p:nvSpPr>
            <p:spPr>
              <a:xfrm>
                <a:off x="1980552" y="2444258"/>
                <a:ext cx="1524648" cy="38113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dirty="0"/>
                  <a:t>)</a:t>
                </a: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C3AE292-4209-BB47-B351-E31C9108D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52" y="2444258"/>
                <a:ext cx="1524648" cy="381130"/>
              </a:xfrm>
              <a:prstGeom prst="rect">
                <a:avLst/>
              </a:prstGeom>
              <a:blipFill rotWithShape="0">
                <a:blip r:embed="rId19"/>
                <a:stretch>
                  <a:fillRect t="-4688" r="-1984" b="-2343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C3F15B9-5535-AB4C-9D4A-DAA565012583}"/>
              </a:ext>
            </a:extLst>
          </p:cNvPr>
          <p:cNvSpPr/>
          <p:nvPr/>
        </p:nvSpPr>
        <p:spPr>
          <a:xfrm>
            <a:off x="3993877" y="4288588"/>
            <a:ext cx="3132000" cy="3780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cxnSp>
        <p:nvCxnSpPr>
          <p:cNvPr id="74" name="Curved Connector 73">
            <a:extLst>
              <a:ext uri="{FF2B5EF4-FFF2-40B4-BE49-F238E27FC236}">
                <a16:creationId xmlns:a16="http://schemas.microsoft.com/office/drawing/2014/main" id="{4C7453D8-A40A-734B-9D0A-EFE4E7FD9948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7125878" y="4477588"/>
            <a:ext cx="390921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5E8A154-59ED-0E4C-97B3-C17C8F88CDB5}"/>
                  </a:ext>
                </a:extLst>
              </p:cNvPr>
              <p:cNvSpPr/>
              <p:nvPr/>
            </p:nvSpPr>
            <p:spPr>
              <a:xfrm>
                <a:off x="7938415" y="4190415"/>
                <a:ext cx="1975092" cy="443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−→</m:t>
                              </m:r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5E8A154-59ED-0E4C-97B3-C17C8F88C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415" y="4190414"/>
                <a:ext cx="1975092" cy="443135"/>
              </a:xfrm>
              <a:prstGeom prst="rect">
                <a:avLst/>
              </a:prstGeom>
              <a:blipFill rotWithShape="0">
                <a:blip r:embed="rId20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5E8A154-59ED-0E4C-97B3-C17C8F88CDB5}"/>
                  </a:ext>
                </a:extLst>
              </p:cNvPr>
              <p:cNvSpPr/>
              <p:nvPr/>
            </p:nvSpPr>
            <p:spPr>
              <a:xfrm>
                <a:off x="7418793" y="4223454"/>
                <a:ext cx="568675" cy="4431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GB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5E8A154-59ED-0E4C-97B3-C17C8F88C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792" y="4223453"/>
                <a:ext cx="568675" cy="443135"/>
              </a:xfrm>
              <a:prstGeom prst="rect">
                <a:avLst/>
              </a:prstGeom>
              <a:blipFill rotWithShape="0">
                <a:blip r:embed="rId21"/>
                <a:stretch>
                  <a:fillRect l="-3226" r="-31183" b="-68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" name="Ink 2"/>
              <p14:cNvContentPartPr/>
              <p14:nvPr/>
            </p14:nvContentPartPr>
            <p14:xfrm>
              <a:off x="6680520" y="95760"/>
              <a:ext cx="4331880" cy="5703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66840" y="82800"/>
                <a:ext cx="4359600" cy="572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42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210300" y="1818590"/>
            <a:ext cx="8152901" cy="4049394"/>
            <a:chOff x="888991" y="2882651"/>
            <a:chExt cx="8456221" cy="40493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91" y="3406887"/>
              <a:ext cx="469849" cy="1527022"/>
              <a:chOff x="1185319" y="3399515"/>
              <a:chExt cx="626464" cy="2036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1"/>
                    <a:ext cx="594560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09"/>
                    <a:ext cx="594560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7"/>
                    <a:ext cx="594560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223" y="3399515"/>
                    <a:ext cx="594560" cy="430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64B0E4D-E2DB-3848-BE02-BB57F03BF6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223" y="3399515"/>
                    <a:ext cx="512704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5" y="4947221"/>
              <a:ext cx="89432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73408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51723" cy="4087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5" y="4257351"/>
              <a:ext cx="89432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73408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51723" cy="4107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2" y="3572608"/>
              <a:ext cx="89432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7340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51723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0" y="2882651"/>
              <a:ext cx="894326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1"/>
                    <a:ext cx="373408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51723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340373" y="3206652"/>
              <a:ext cx="711786" cy="7631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340374" y="3871424"/>
              <a:ext cx="740547" cy="983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340373" y="3969755"/>
              <a:ext cx="714333" cy="6115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340373" y="3969755"/>
              <a:ext cx="714333" cy="13014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40373" y="3206650"/>
              <a:ext cx="711786" cy="116439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340373" y="3851942"/>
              <a:ext cx="711786" cy="5190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340373" y="4371041"/>
              <a:ext cx="714333" cy="21031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340373" y="4371041"/>
              <a:ext cx="714333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340373" y="4371041"/>
              <a:ext cx="711786" cy="9001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334911" y="3206651"/>
              <a:ext cx="717250" cy="15656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334911" y="3896608"/>
              <a:ext cx="723282" cy="87571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334911" y="4581351"/>
              <a:ext cx="719795" cy="1909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0" y="3968876"/>
              <a:ext cx="894325" cy="648000"/>
              <a:chOff x="2703324" y="4392954"/>
              <a:chExt cx="972000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1"/>
                    <a:ext cx="373409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solidFill>
                        <a:srgbClr val="00B050"/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xmlns="" xmlns:a14="http://schemas.microsoft.com/office/drawing/2010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50" y="4672151"/>
                    <a:ext cx="360014" cy="409248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 l="-9259" t="-2222" r="-9259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351723" cy="4092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solidFill>
                        <a:schemeClr val="accent6">
                          <a:lumMod val="50000"/>
                        </a:schemeClr>
                      </a:solidFill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xmlns="" xmlns:a14="http://schemas.microsoft.com/office/drawing/2010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339107" cy="409248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 l="-7843" t="-2222" r="-11765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46487" y="3206651"/>
              <a:ext cx="569304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2952518" y="3896608"/>
              <a:ext cx="563273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49031" y="4292876"/>
              <a:ext cx="566760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49031" y="4292876"/>
              <a:ext cx="566760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676218" y="4142835"/>
                  <a:ext cx="352982" cy="3231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r="-3448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stCxn id="57" idx="6"/>
              <a:endCxn id="71" idx="1"/>
            </p:cNvCxnSpPr>
            <p:nvPr/>
          </p:nvCxnSpPr>
          <p:spPr>
            <a:xfrm>
              <a:off x="4410116" y="4292876"/>
              <a:ext cx="266102" cy="115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0BFA56F-C7A2-5947-A94E-45B571CA9B6D}"/>
                </a:ext>
              </a:extLst>
            </p:cNvPr>
            <p:cNvSpPr/>
            <p:nvPr/>
          </p:nvSpPr>
          <p:spPr>
            <a:xfrm>
              <a:off x="2992981" y="3156723"/>
              <a:ext cx="518039" cy="2064570"/>
            </a:xfrm>
            <a:prstGeom prst="roundRect">
              <a:avLst/>
            </a:prstGeom>
            <a:noFill/>
            <a:ln w="57150"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893BDC7-769A-C842-88C3-120BFED10D31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>
              <a:off x="3466424" y="3420136"/>
              <a:ext cx="2673664" cy="2490304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152897E-85B0-2F4D-83C3-DC2ED7184171}"/>
                    </a:ext>
                  </a:extLst>
                </p:cNvPr>
                <p:cNvSpPr/>
                <p:nvPr/>
              </p:nvSpPr>
              <p:spPr>
                <a:xfrm>
                  <a:off x="6140088" y="5658031"/>
                  <a:ext cx="3154030" cy="5048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GB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GB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GB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x-none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x-none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[2]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x-none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[2]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x-none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[2]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x-none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en-GB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[2]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x-none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0152897E-85B0-2F4D-83C3-DC2ED71841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088" y="5658031"/>
                  <a:ext cx="3052118" cy="504818"/>
                </a:xfrm>
                <a:prstGeom prst="rect">
                  <a:avLst/>
                </a:prstGeom>
                <a:blipFill rotWithShape="0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EFA4C2E-4BE7-4545-8E75-20BA9C82D780}"/>
                    </a:ext>
                  </a:extLst>
                </p:cNvPr>
                <p:cNvSpPr txBox="1"/>
                <p:nvPr/>
              </p:nvSpPr>
              <p:spPr>
                <a:xfrm>
                  <a:off x="6274259" y="6550915"/>
                  <a:ext cx="3070953" cy="3811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x-none" b="1" dirty="0"/>
                    <a:t>Dimension of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a14:m>
                  <a:r>
                    <a:rPr lang="x-none" b="1" dirty="0"/>
                    <a:t>=</a:t>
                  </a:r>
                  <a:r>
                    <a:rPr lang="x-none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x-none" b="1" dirty="0"/>
                    <a:t>(</a:t>
                  </a:r>
                  <a:r>
                    <a:rPr lang="en-US" b="1" dirty="0">
                      <a:solidFill>
                        <a:srgbClr val="FF0000"/>
                      </a:solidFill>
                    </a:rPr>
                    <a:t>1</a:t>
                  </a:r>
                  <a:r>
                    <a:rPr lang="x-none" b="1" dirty="0"/>
                    <a:t>,</a:t>
                  </a:r>
                  <a:r>
                    <a:rPr lang="x-none" b="1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b="1" dirty="0">
                      <a:solidFill>
                        <a:srgbClr val="00B0F0"/>
                      </a:solidFill>
                    </a:rPr>
                    <a:t>4</a:t>
                  </a:r>
                  <a:r>
                    <a:rPr lang="x-none" b="1" dirty="0"/>
                    <a:t>)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EFA4C2E-4BE7-4545-8E75-20BA9C82D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4259" y="6550915"/>
                  <a:ext cx="3070953" cy="381130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 l="-1646" t="-4762" b="-2381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BB1CD4E-1BEF-5A43-965A-D489452911DA}"/>
                    </a:ext>
                  </a:extLst>
                </p:cNvPr>
                <p:cNvSpPr/>
                <p:nvPr/>
              </p:nvSpPr>
              <p:spPr>
                <a:xfrm>
                  <a:off x="2951074" y="3271947"/>
                  <a:ext cx="564766" cy="3621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  <m:sup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x-none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BB1CD4E-1BEF-5A43-965A-D489452911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1074" y="3271947"/>
                  <a:ext cx="554126" cy="362150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51960CDB-A049-B44B-BBF2-8709A5F462FB}"/>
                    </a:ext>
                  </a:extLst>
                </p:cNvPr>
                <p:cNvSpPr/>
                <p:nvPr/>
              </p:nvSpPr>
              <p:spPr>
                <a:xfrm>
                  <a:off x="2904568" y="3704653"/>
                  <a:ext cx="606333" cy="362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  <m:sup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x-none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51960CDB-A049-B44B-BBF2-8709A5F462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4568" y="3704653"/>
                  <a:ext cx="594202" cy="362407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12E4897-7AF7-F24A-9D11-A1AA0CAB2C2E}"/>
                    </a:ext>
                  </a:extLst>
                </p:cNvPr>
                <p:cNvSpPr/>
                <p:nvPr/>
              </p:nvSpPr>
              <p:spPr>
                <a:xfrm>
                  <a:off x="2903038" y="4085140"/>
                  <a:ext cx="606333" cy="3634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x-none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612E4897-7AF7-F24A-9D11-A1AA0CAB2C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038" y="4085140"/>
                  <a:ext cx="594201" cy="363497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EFB6B47-59C9-8E4F-ADCC-0D3E3A42BF57}"/>
                    </a:ext>
                  </a:extLst>
                </p:cNvPr>
                <p:cNvSpPr/>
                <p:nvPr/>
              </p:nvSpPr>
              <p:spPr>
                <a:xfrm>
                  <a:off x="2894386" y="4411592"/>
                  <a:ext cx="606333" cy="3621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x-none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GB" sz="1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[2]</m:t>
                            </m:r>
                          </m:sup>
                        </m:sSubSup>
                      </m:oMath>
                    </m:oMathPara>
                  </a14:m>
                  <a:endParaRPr lang="x-none" sz="1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8EFB6B47-59C9-8E4F-ADCC-0D3E3A42BF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386" y="4411592"/>
                  <a:ext cx="594202" cy="362150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036A256-8BB7-B14A-B34E-047367515B6B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8"/>
              <a:ext cx="755883" cy="297658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F359478-2F16-324D-94E3-0B5763021DDC}"/>
                </a:ext>
              </a:extLst>
            </p:cNvPr>
            <p:cNvCxnSpPr>
              <a:cxnSpLocks/>
            </p:cNvCxnSpPr>
            <p:nvPr/>
          </p:nvCxnSpPr>
          <p:spPr>
            <a:xfrm>
              <a:off x="1296276" y="3556927"/>
              <a:ext cx="758431" cy="102442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3AF8EB7-D456-F842-BA06-F6CE8ABE6532}"/>
                </a:ext>
              </a:extLst>
            </p:cNvPr>
            <p:cNvCxnSpPr>
              <a:cxnSpLocks/>
            </p:cNvCxnSpPr>
            <p:nvPr/>
          </p:nvCxnSpPr>
          <p:spPr>
            <a:xfrm>
              <a:off x="1297445" y="3556928"/>
              <a:ext cx="757262" cy="171429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75404A0-B87F-F749-BC86-122B7FB5F3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7446" y="3206651"/>
              <a:ext cx="754714" cy="3502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152897E-85B0-2F4D-83C3-DC2ED7184171}"/>
                  </a:ext>
                </a:extLst>
              </p:cNvPr>
              <p:cNvSpPr/>
              <p:nvPr/>
            </p:nvSpPr>
            <p:spPr>
              <a:xfrm>
                <a:off x="2432351" y="4953027"/>
                <a:ext cx="1414362" cy="504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52897E-85B0-2F4D-83C3-DC2ED7184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51" y="4953027"/>
                <a:ext cx="1414362" cy="504818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02EF79B-ACDE-C04D-B280-D8B5BD3F1B92}"/>
                  </a:ext>
                </a:extLst>
              </p:cNvPr>
              <p:cNvSpPr/>
              <p:nvPr/>
            </p:nvSpPr>
            <p:spPr>
              <a:xfrm>
                <a:off x="4622576" y="5172601"/>
                <a:ext cx="1462452" cy="5048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2EF79B-ACDE-C04D-B280-D8B5BD3F1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576" y="5172601"/>
                <a:ext cx="1462452" cy="504818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Curved Connector 102">
            <a:extLst>
              <a:ext uri="{FF2B5EF4-FFF2-40B4-BE49-F238E27FC236}">
                <a16:creationId xmlns:a16="http://schemas.microsoft.com/office/drawing/2014/main" id="{B893BDC7-769A-C842-88C3-120BFED10D31}"/>
              </a:ext>
            </a:extLst>
          </p:cNvPr>
          <p:cNvCxnSpPr>
            <a:cxnSpLocks/>
          </p:cNvCxnSpPr>
          <p:nvPr/>
        </p:nvCxnSpPr>
        <p:spPr>
          <a:xfrm>
            <a:off x="4583793" y="1703997"/>
            <a:ext cx="2615048" cy="45217"/>
          </a:xfrm>
          <a:prstGeom prst="curvedConnector3">
            <a:avLst>
              <a:gd name="adj1" fmla="val 50000"/>
            </a:avLst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152897E-85B0-2F4D-83C3-DC2ED7184171}"/>
                  </a:ext>
                </a:extLst>
              </p:cNvPr>
              <p:cNvSpPr/>
              <p:nvPr/>
            </p:nvSpPr>
            <p:spPr>
              <a:xfrm>
                <a:off x="7145706" y="1482445"/>
                <a:ext cx="1456040" cy="5048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52897E-85B0-2F4D-83C3-DC2ED7184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706" y="1482445"/>
                <a:ext cx="1456040" cy="504818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BE7FCF4-A2FF-234A-9651-9E9B88669BE8}"/>
              </a:ext>
            </a:extLst>
          </p:cNvPr>
          <p:cNvCxnSpPr>
            <a:cxnSpLocks/>
          </p:cNvCxnSpPr>
          <p:nvPr/>
        </p:nvCxnSpPr>
        <p:spPr>
          <a:xfrm>
            <a:off x="4448761" y="1471778"/>
            <a:ext cx="783310" cy="1410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B893BDC7-769A-C842-88C3-120BFED10D31}"/>
              </a:ext>
            </a:extLst>
          </p:cNvPr>
          <p:cNvCxnSpPr>
            <a:cxnSpLocks/>
            <a:stCxn id="57" idx="5"/>
          </p:cNvCxnSpPr>
          <p:nvPr/>
        </p:nvCxnSpPr>
        <p:spPr>
          <a:xfrm rot="5400000">
            <a:off x="4414572" y="4208012"/>
            <a:ext cx="1814373" cy="314184"/>
          </a:xfrm>
          <a:prstGeom prst="curvedConnector3">
            <a:avLst>
              <a:gd name="adj1" fmla="val 50000"/>
            </a:avLst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B893BDC7-769A-C842-88C3-120BFED10D31}"/>
              </a:ext>
            </a:extLst>
          </p:cNvPr>
          <p:cNvCxnSpPr>
            <a:cxnSpLocks/>
            <a:stCxn id="57" idx="4"/>
          </p:cNvCxnSpPr>
          <p:nvPr/>
        </p:nvCxnSpPr>
        <p:spPr>
          <a:xfrm rot="5400000">
            <a:off x="3246958" y="3046163"/>
            <a:ext cx="1420388" cy="2433695"/>
          </a:xfrm>
          <a:prstGeom prst="curvedConnector2">
            <a:avLst/>
          </a:prstGeom>
          <a:ln w="19050">
            <a:solidFill>
              <a:schemeClr val="accent6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7513931" y="2104860"/>
                <a:ext cx="1674626" cy="1601785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1" i="1" baseline="-25000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931" y="2104859"/>
                <a:ext cx="1674626" cy="1601785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0152897E-85B0-2F4D-83C3-DC2ED7184171}"/>
                  </a:ext>
                </a:extLst>
              </p:cNvPr>
              <p:cNvSpPr/>
              <p:nvPr/>
            </p:nvSpPr>
            <p:spPr>
              <a:xfrm>
                <a:off x="7595568" y="3958650"/>
                <a:ext cx="2629245" cy="4152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GB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……</m:t>
                          </m:r>
                          <m:sSup>
                            <m:sSup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i="1" baseline="-250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……</m:t>
                          </m:r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152897E-85B0-2F4D-83C3-DC2ED7184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567" y="3958650"/>
                <a:ext cx="2629245" cy="41524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Ink 3"/>
              <p14:cNvContentPartPr/>
              <p14:nvPr/>
            </p14:nvContentPartPr>
            <p14:xfrm>
              <a:off x="2595240" y="1797480"/>
              <a:ext cx="9394920" cy="4298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83000" y="1783440"/>
                <a:ext cx="9420480" cy="43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63098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5486401" y="1943348"/>
                <a:ext cx="2085635" cy="3811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943348"/>
                <a:ext cx="2085635" cy="3811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5760193" y="2552276"/>
                <a:ext cx="3940246" cy="1601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[1]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193" y="2552276"/>
                <a:ext cx="3940246" cy="16014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5969A6F-11DC-3A4D-853E-041DB379BF9B}"/>
                  </a:ext>
                </a:extLst>
              </p:cNvPr>
              <p:cNvSpPr/>
              <p:nvPr/>
            </p:nvSpPr>
            <p:spPr>
              <a:xfrm>
                <a:off x="5761521" y="2502992"/>
                <a:ext cx="1912511" cy="3811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5969A6F-11DC-3A4D-853E-041DB379BF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520" y="2502992"/>
                <a:ext cx="1912511" cy="38113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0B78827-A59E-6640-86F8-C0DC13FC3BE9}"/>
                  </a:ext>
                </a:extLst>
              </p:cNvPr>
              <p:cNvSpPr/>
              <p:nvPr/>
            </p:nvSpPr>
            <p:spPr>
              <a:xfrm>
                <a:off x="5826871" y="4069426"/>
                <a:ext cx="4733283" cy="4360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bSup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bSup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bSup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x-none" sz="1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sup>
                          </m:sSubSup>
                        </m:e>
                      </m:d>
                      <m:r>
                        <a:rPr lang="en-GB" sz="15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sz="15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5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15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15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[2]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sz="1500" dirty="0"/>
              </a:p>
            </p:txBody>
          </p:sp>
        </mc:Choice>
        <mc:Fallback xmlns=""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0B78827-A59E-6640-86F8-C0DC13FC3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870" y="4069425"/>
                <a:ext cx="4733283" cy="43608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1336929"/>
            <a:ext cx="3543300" cy="2495550"/>
          </a:xfrm>
          <a:prstGeom prst="rect">
            <a:avLst/>
          </a:prstGeom>
          <a:ln>
            <a:solidFill>
              <a:srgbClr val="00206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8382000" y="1483870"/>
                <a:ext cx="1670272" cy="385375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dirty="0"/>
                  <a:t>)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483869"/>
                <a:ext cx="1670272" cy="385375"/>
              </a:xfrm>
              <a:prstGeom prst="rect">
                <a:avLst/>
              </a:prstGeom>
              <a:blipFill rotWithShape="0">
                <a:blip r:embed="rId7"/>
                <a:stretch>
                  <a:fillRect t="-3030" b="-1969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0411D0F-3428-EF40-AF79-1DF31416A8FA}"/>
              </a:ext>
            </a:extLst>
          </p:cNvPr>
          <p:cNvSpPr/>
          <p:nvPr/>
        </p:nvSpPr>
        <p:spPr>
          <a:xfrm>
            <a:off x="6118795" y="4123296"/>
            <a:ext cx="4307035" cy="38221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829D7F8-9C2D-3E49-B21C-67B2D3CB987B}"/>
                  </a:ext>
                </a:extLst>
              </p:cNvPr>
              <p:cNvSpPr/>
              <p:nvPr/>
            </p:nvSpPr>
            <p:spPr>
              <a:xfrm>
                <a:off x="8565615" y="5032090"/>
                <a:ext cx="1761590" cy="4480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  <m:r>
                            <a:rPr lang="en-GB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GB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829D7F8-9C2D-3E49-B21C-67B2D3CB9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615" y="5032090"/>
                <a:ext cx="1761590" cy="448070"/>
              </a:xfrm>
              <a:prstGeom prst="rect">
                <a:avLst/>
              </a:prstGeom>
              <a:blipFill rotWithShape="0">
                <a:blip r:embed="rId8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A40F00F-BAA0-4142-A4C1-086668C91AD2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9741523" y="4314402"/>
            <a:ext cx="684306" cy="757463"/>
          </a:xfrm>
          <a:prstGeom prst="curvedConnector4">
            <a:avLst>
              <a:gd name="adj1" fmla="val -8940"/>
              <a:gd name="adj2" fmla="val 62615"/>
            </a:avLst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829D7F8-9C2D-3E49-B21C-67B2D3CB987B}"/>
                  </a:ext>
                </a:extLst>
              </p:cNvPr>
              <p:cNvSpPr/>
              <p:nvPr/>
            </p:nvSpPr>
            <p:spPr>
              <a:xfrm>
                <a:off x="6529217" y="4970676"/>
                <a:ext cx="1608004" cy="443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GB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bSup>
                      <m:r>
                        <a:rPr lang="en-GB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829D7F8-9C2D-3E49-B21C-67B2D3CB9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217" y="4970675"/>
                <a:ext cx="1608004" cy="443135"/>
              </a:xfrm>
              <a:prstGeom prst="rect">
                <a:avLst/>
              </a:prstGeom>
              <a:blipFill rotWithShape="0">
                <a:blip r:embed="rId9"/>
                <a:stretch>
                  <a:fillRect b="-8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/>
              <p14:cNvContentPartPr/>
              <p14:nvPr/>
            </p14:nvContentPartPr>
            <p14:xfrm>
              <a:off x="5581440" y="1662120"/>
              <a:ext cx="4108320" cy="2445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67760" y="1649520"/>
                <a:ext cx="4136040" cy="246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9088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6835725" y="2543429"/>
                <a:ext cx="271561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724" y="2543429"/>
                <a:ext cx="2715615" cy="4774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6835091" y="3511003"/>
                <a:ext cx="3032946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091" y="3511003"/>
                <a:ext cx="3032946" cy="4774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6889461" y="3952961"/>
                <a:ext cx="1968103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460" y="3952961"/>
                <a:ext cx="1968103" cy="477438"/>
              </a:xfrm>
              <a:prstGeom prst="rect">
                <a:avLst/>
              </a:prstGeom>
              <a:blipFill rotWithShape="0">
                <a:blip r:embed="rId4"/>
                <a:stretch>
                  <a:fillRect t="-6329" r="-402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6844449" y="3067571"/>
                <a:ext cx="1968103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448" y="3067571"/>
                <a:ext cx="1968103" cy="477438"/>
              </a:xfrm>
              <a:prstGeom prst="rect">
                <a:avLst/>
              </a:prstGeom>
              <a:blipFill rotWithShape="0">
                <a:blip r:embed="rId5"/>
                <a:stretch>
                  <a:fillRect t="-6329" r="-371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752600" y="1358576"/>
            <a:ext cx="3404040" cy="2249151"/>
            <a:chOff x="583692" y="2882651"/>
            <a:chExt cx="4551650" cy="320986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338C300-1827-F249-808A-086903765A31}"/>
                </a:ext>
              </a:extLst>
            </p:cNvPr>
            <p:cNvGrpSpPr/>
            <p:nvPr/>
          </p:nvGrpSpPr>
          <p:grpSpPr>
            <a:xfrm>
              <a:off x="888988" y="3808170"/>
              <a:ext cx="580331" cy="1263772"/>
              <a:chOff x="1185319" y="3934562"/>
              <a:chExt cx="773774" cy="1685031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3934562"/>
                    <a:ext cx="766491" cy="614937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D7786DB-1740-CA49-9268-69FA3B9B0F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3934562"/>
                    <a:ext cx="512704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602" y="4469610"/>
                    <a:ext cx="766489" cy="614937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ADF07590-2799-704F-908C-67E79AE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601" y="4469609"/>
                    <a:ext cx="512704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185319" y="5004656"/>
                    <a:ext cx="766489" cy="614937"/>
                  </a:xfrm>
                  <a:prstGeom prst="rect">
                    <a:avLst/>
                  </a:prstGeom>
                  <a:grp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x-none" sz="15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5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x-none" sz="1500" b="1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ACDB724B-8814-2840-8BE2-9E6D1592F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5319" y="5004656"/>
                    <a:ext cx="51270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0E2AF6F-1D40-C544-A725-93EC0588A6C5}"/>
                </a:ext>
              </a:extLst>
            </p:cNvPr>
            <p:cNvGrpSpPr/>
            <p:nvPr/>
          </p:nvGrpSpPr>
          <p:grpSpPr>
            <a:xfrm>
              <a:off x="2054707" y="4947221"/>
              <a:ext cx="946079" cy="648000"/>
              <a:chOff x="2703324" y="4392954"/>
              <a:chExt cx="975534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0"/>
                    <a:ext cx="456708" cy="5833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3EBEC81-3E52-144A-9CCE-E6F92E4F1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824" t="-3333" r="-1176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E764C600-3D59-C843-A594-AFE8D19DE583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7017829-33A6-6B42-87E0-8FAFA7140E9C}"/>
                  </a:ext>
                </a:extLst>
              </p:cNvPr>
              <p:cNvCxnSpPr>
                <a:cxnSpLocks/>
                <a:stCxn id="81" idx="0"/>
                <a:endCxn id="8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430184" cy="5833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471C70E4-A57F-2C40-9C5E-04F31FA366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9FCF622-EEE5-1847-9338-D3E21A69F5C6}"/>
                </a:ext>
              </a:extLst>
            </p:cNvPr>
            <p:cNvGrpSpPr/>
            <p:nvPr/>
          </p:nvGrpSpPr>
          <p:grpSpPr>
            <a:xfrm>
              <a:off x="2054707" y="4257351"/>
              <a:ext cx="946079" cy="648000"/>
              <a:chOff x="2703324" y="4392954"/>
              <a:chExt cx="975534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0"/>
                    <a:ext cx="456708" cy="58625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0898F6F5-9A8D-0D46-908F-8EE297D85B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824" t="-3448" r="-11765" b="-1379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8BF4D7E-A2C2-EB4E-972E-7A3E54F568A7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F9C5B32-F49B-7549-9A69-E6CE7231CF57}"/>
                  </a:ext>
                </a:extLst>
              </p:cNvPr>
              <p:cNvCxnSpPr>
                <a:cxnSpLocks/>
                <a:stCxn id="86" idx="0"/>
                <a:endCxn id="8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430184" cy="58625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1765E4E-8EC3-9D41-9914-D135AC7593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1A2D9BD-A412-AD4C-BCDF-6E654FD4DB59}"/>
                </a:ext>
              </a:extLst>
            </p:cNvPr>
            <p:cNvGrpSpPr/>
            <p:nvPr/>
          </p:nvGrpSpPr>
          <p:grpSpPr>
            <a:xfrm>
              <a:off x="2058194" y="3572608"/>
              <a:ext cx="946079" cy="648000"/>
              <a:chOff x="2703324" y="4392954"/>
              <a:chExt cx="975534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0"/>
                    <a:ext cx="456708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F3D7E09-E2A5-1645-B3A8-49A5877D1F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40446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714" t="-3333" r="-8571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8778854E-E921-D54D-8EAB-795A18A2F380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EA2090-C6E4-DE46-B147-8BC5CFBF4417}"/>
                  </a:ext>
                </a:extLst>
              </p:cNvPr>
              <p:cNvCxnSpPr>
                <a:cxnSpLocks/>
                <a:stCxn id="91" idx="0"/>
                <a:endCxn id="91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430184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794088F-F7E0-8347-A9BE-4553435A87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40446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061" t="-3333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8F507BD-5BD6-1E40-8A93-C04179CAE9CB}"/>
                </a:ext>
              </a:extLst>
            </p:cNvPr>
            <p:cNvGrpSpPr/>
            <p:nvPr/>
          </p:nvGrpSpPr>
          <p:grpSpPr>
            <a:xfrm>
              <a:off x="2052162" y="2882651"/>
              <a:ext cx="946078" cy="648000"/>
              <a:chOff x="2703324" y="4392954"/>
              <a:chExt cx="975532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48" y="4672150"/>
                    <a:ext cx="456708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3CF0CC5C-5A9A-A747-9F0B-2BBF12D90D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24733" cy="35080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6667" t="-8000" r="-20000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63FF241-B3B4-F74D-96A0-D2AA5A407A61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F90F163-8888-874A-9DD2-1734B6E347E1}"/>
                  </a:ext>
                </a:extLst>
              </p:cNvPr>
              <p:cNvCxnSpPr>
                <a:cxnSpLocks/>
                <a:stCxn id="96" idx="0"/>
                <a:endCxn id="96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430184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8" name="TextBox 97">
                    <a:extLst>
                      <a:ext uri="{FF2B5EF4-FFF2-40B4-BE49-F238E27FC236}">
                        <a16:creationId xmlns:a16="http://schemas.microsoft.com/office/drawing/2014/main" id="{2AE1124E-3ECC-474C-BAF0-7E79FE7286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00687" cy="35080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3333" t="-3846" r="-16667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70EF19-8814-4945-A475-8675C9800CF7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 flipV="1">
              <a:off x="1469320" y="3206653"/>
              <a:ext cx="582840" cy="8321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E93A00E-552B-2141-BA3C-5F052715D0AB}"/>
                </a:ext>
              </a:extLst>
            </p:cNvPr>
            <p:cNvCxnSpPr>
              <a:cxnSpLocks/>
              <a:stCxn id="40" idx="3"/>
              <a:endCxn id="93" idx="1"/>
            </p:cNvCxnSpPr>
            <p:nvPr/>
          </p:nvCxnSpPr>
          <p:spPr>
            <a:xfrm flipV="1">
              <a:off x="1469320" y="3929694"/>
              <a:ext cx="612831" cy="1090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2E11AED-0821-4E4E-B3B1-6AD5CEF2DE25}"/>
                </a:ext>
              </a:extLst>
            </p:cNvPr>
            <p:cNvCxnSpPr>
              <a:cxnSpLocks/>
              <a:stCxn id="40" idx="3"/>
              <a:endCxn id="86" idx="2"/>
            </p:cNvCxnSpPr>
            <p:nvPr/>
          </p:nvCxnSpPr>
          <p:spPr>
            <a:xfrm>
              <a:off x="1469320" y="4038773"/>
              <a:ext cx="585387" cy="5425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577135-A4DF-1C44-9136-B3ABFB94817B}"/>
                </a:ext>
              </a:extLst>
            </p:cNvPr>
            <p:cNvCxnSpPr>
              <a:cxnSpLocks/>
              <a:stCxn id="40" idx="3"/>
              <a:endCxn id="81" idx="2"/>
            </p:cNvCxnSpPr>
            <p:nvPr/>
          </p:nvCxnSpPr>
          <p:spPr>
            <a:xfrm>
              <a:off x="1469320" y="4038773"/>
              <a:ext cx="585387" cy="123244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7C1014-56A8-E242-8F8B-1A9E378E8C3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469318" y="3206650"/>
              <a:ext cx="582841" cy="12334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C11F0B0-C98F-3C49-BA81-8C94D97C78C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469318" y="3851942"/>
              <a:ext cx="582841" cy="5881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11D82F37-3BEB-DE42-B418-A00C00B5FC19}"/>
                </a:ext>
              </a:extLst>
            </p:cNvPr>
            <p:cNvCxnSpPr>
              <a:cxnSpLocks/>
              <a:stCxn id="41" idx="3"/>
              <a:endCxn id="86" idx="2"/>
            </p:cNvCxnSpPr>
            <p:nvPr/>
          </p:nvCxnSpPr>
          <p:spPr>
            <a:xfrm>
              <a:off x="1469318" y="4440059"/>
              <a:ext cx="585388" cy="14129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B72D28-3DFC-E34A-9F33-FB6FDFE13944}"/>
                </a:ext>
              </a:extLst>
            </p:cNvPr>
            <p:cNvCxnSpPr>
              <a:cxnSpLocks/>
              <a:stCxn id="41" idx="3"/>
              <a:endCxn id="81" idx="2"/>
            </p:cNvCxnSpPr>
            <p:nvPr/>
          </p:nvCxnSpPr>
          <p:spPr>
            <a:xfrm>
              <a:off x="1469318" y="4440059"/>
              <a:ext cx="585388" cy="8311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98D2F42-D997-B44F-97AC-1B744DD18A6B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1469318" y="4440059"/>
              <a:ext cx="582841" cy="8311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D9EEC90-426F-454C-8EF6-606BE78638EE}"/>
                </a:ext>
              </a:extLst>
            </p:cNvPr>
            <p:cNvCxnSpPr>
              <a:cxnSpLocks/>
              <a:stCxn id="42" idx="3"/>
              <a:endCxn id="96" idx="2"/>
            </p:cNvCxnSpPr>
            <p:nvPr/>
          </p:nvCxnSpPr>
          <p:spPr>
            <a:xfrm flipV="1">
              <a:off x="1463856" y="3206651"/>
              <a:ext cx="588304" cy="163468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C137628-7D23-5B41-A53B-8E5D7E21C3E1}"/>
                </a:ext>
              </a:extLst>
            </p:cNvPr>
            <p:cNvCxnSpPr>
              <a:cxnSpLocks/>
              <a:stCxn id="42" idx="3"/>
              <a:endCxn id="91" idx="2"/>
            </p:cNvCxnSpPr>
            <p:nvPr/>
          </p:nvCxnSpPr>
          <p:spPr>
            <a:xfrm flipV="1">
              <a:off x="1463856" y="3896608"/>
              <a:ext cx="594336" cy="9447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919EB02-2140-AC4F-AD5B-BEF9A90DB028}"/>
                </a:ext>
              </a:extLst>
            </p:cNvPr>
            <p:cNvCxnSpPr>
              <a:cxnSpLocks/>
              <a:stCxn id="42" idx="3"/>
              <a:endCxn id="86" idx="2"/>
            </p:cNvCxnSpPr>
            <p:nvPr/>
          </p:nvCxnSpPr>
          <p:spPr>
            <a:xfrm flipV="1">
              <a:off x="1463856" y="4581351"/>
              <a:ext cx="590850" cy="2599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4B5B51F-7201-634F-A1D6-73AE5020377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>
              <a:off x="1296276" y="4760784"/>
              <a:ext cx="758430" cy="51043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8574E9-4499-B245-A264-967283573595}"/>
                </a:ext>
              </a:extLst>
            </p:cNvPr>
            <p:cNvGrpSpPr/>
            <p:nvPr/>
          </p:nvGrpSpPr>
          <p:grpSpPr>
            <a:xfrm>
              <a:off x="3515792" y="3968876"/>
              <a:ext cx="946079" cy="648000"/>
              <a:chOff x="2703324" y="4392954"/>
              <a:chExt cx="975534" cy="972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2150" y="4672150"/>
                    <a:ext cx="456708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EF99F7F-CA42-C041-94AA-F527069A76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2149" y="4672151"/>
                    <a:ext cx="477824" cy="39465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714" t="-3571" r="-8571" b="-17857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661259D-DD49-8949-9049-E798D3C0B14D}"/>
                  </a:ext>
                </a:extLst>
              </p:cNvPr>
              <p:cNvSpPr/>
              <p:nvPr/>
            </p:nvSpPr>
            <p:spPr>
              <a:xfrm>
                <a:off x="2703324" y="4392954"/>
                <a:ext cx="972000" cy="9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 sz="140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84452D-8187-F84A-98B5-D5BFC92619CE}"/>
                  </a:ext>
                </a:extLst>
              </p:cNvPr>
              <p:cNvCxnSpPr>
                <a:cxnSpLocks/>
                <a:stCxn id="57" idx="0"/>
                <a:endCxn id="57" idx="4"/>
              </p:cNvCxnSpPr>
              <p:nvPr/>
            </p:nvCxnSpPr>
            <p:spPr>
              <a:xfrm>
                <a:off x="3189324" y="4392954"/>
                <a:ext cx="0" cy="97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28027" y="4636554"/>
                    <a:ext cx="430184" cy="5840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1400" b="1" i="1" dirty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x-none" sz="1400" b="1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928628EE-67D4-5C4A-A261-472D92296E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28027" y="4636554"/>
                    <a:ext cx="450773" cy="39465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6061" t="-3448" r="-9091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Q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43A559A-60B7-524B-B75D-BFCDF9AB1843}"/>
                </a:ext>
              </a:extLst>
            </p:cNvPr>
            <p:cNvCxnSpPr>
              <a:cxnSpLocks/>
              <a:stCxn id="96" idx="6"/>
              <a:endCxn id="57" idx="2"/>
            </p:cNvCxnSpPr>
            <p:nvPr/>
          </p:nvCxnSpPr>
          <p:spPr>
            <a:xfrm>
              <a:off x="2994813" y="3206651"/>
              <a:ext cx="520978" cy="10862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859804C-D94F-DB4B-B786-9C97D46F4BC2}"/>
                </a:ext>
              </a:extLst>
            </p:cNvPr>
            <p:cNvCxnSpPr>
              <a:cxnSpLocks/>
              <a:stCxn id="91" idx="6"/>
              <a:endCxn id="57" idx="2"/>
            </p:cNvCxnSpPr>
            <p:nvPr/>
          </p:nvCxnSpPr>
          <p:spPr>
            <a:xfrm>
              <a:off x="3000844" y="3896608"/>
              <a:ext cx="514947" cy="3962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6EDFAF7-34C5-2D47-8CAC-DD9502659F7E}"/>
                </a:ext>
              </a:extLst>
            </p:cNvPr>
            <p:cNvCxnSpPr>
              <a:cxnSpLocks/>
              <a:stCxn id="86" idx="6"/>
              <a:endCxn id="57" idx="2"/>
            </p:cNvCxnSpPr>
            <p:nvPr/>
          </p:nvCxnSpPr>
          <p:spPr>
            <a:xfrm flipV="1">
              <a:off x="2997357" y="4292876"/>
              <a:ext cx="518434" cy="288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28C411B-67C9-3F45-9957-157875E0B3A9}"/>
                </a:ext>
              </a:extLst>
            </p:cNvPr>
            <p:cNvCxnSpPr>
              <a:cxnSpLocks/>
              <a:stCxn id="81" idx="6"/>
              <a:endCxn id="57" idx="2"/>
            </p:cNvCxnSpPr>
            <p:nvPr/>
          </p:nvCxnSpPr>
          <p:spPr>
            <a:xfrm flipV="1">
              <a:off x="2997357" y="4292876"/>
              <a:ext cx="518434" cy="9783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9B771EC2-C73C-804B-8424-1841F8E16D3B}"/>
                    </a:ext>
                  </a:extLst>
                </p:cNvPr>
                <p:cNvSpPr/>
                <p:nvPr/>
              </p:nvSpPr>
              <p:spPr>
                <a:xfrm>
                  <a:off x="4676219" y="4142835"/>
                  <a:ext cx="459123" cy="4612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9B771EC2-C73C-804B-8424-1841F8E16D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8" y="4142835"/>
                  <a:ext cx="352982" cy="323165"/>
                </a:xfrm>
                <a:prstGeom prst="rect">
                  <a:avLst/>
                </a:prstGeom>
                <a:blipFill rotWithShape="0">
                  <a:blip r:embed="rId19"/>
                  <a:stretch>
                    <a:fillRect r="-5172" b="-566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938DF5-C2E6-2C44-9410-5E31E8A50C9B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4500815" y="4292876"/>
              <a:ext cx="175404" cy="8056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33ECF78-6542-A24C-9EF1-3FC5F9B15075}"/>
                </a:ext>
              </a:extLst>
            </p:cNvPr>
            <p:cNvSpPr txBox="1"/>
            <p:nvPr/>
          </p:nvSpPr>
          <p:spPr>
            <a:xfrm>
              <a:off x="3486015" y="4638351"/>
              <a:ext cx="1006724" cy="461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67A75D5-BD9A-0D43-A7F6-B5DBD044D57D}"/>
                </a:ext>
              </a:extLst>
            </p:cNvPr>
            <p:cNvSpPr txBox="1"/>
            <p:nvPr/>
          </p:nvSpPr>
          <p:spPr>
            <a:xfrm>
              <a:off x="2024932" y="5631311"/>
              <a:ext cx="1006724" cy="461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Layer 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4BE52EA-7259-604C-AA13-C192F5CBEFEB}"/>
                </a:ext>
              </a:extLst>
            </p:cNvPr>
            <p:cNvSpPr txBox="1"/>
            <p:nvPr/>
          </p:nvSpPr>
          <p:spPr>
            <a:xfrm>
              <a:off x="583692" y="5230859"/>
              <a:ext cx="1454702" cy="790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500" b="1" dirty="0">
                  <a:solidFill>
                    <a:srgbClr val="FF0000"/>
                  </a:solidFill>
                </a:rPr>
                <a:t>Input Layer</a:t>
              </a:r>
            </a:p>
            <a:p>
              <a:r>
                <a:rPr lang="x-none" sz="1500" b="1" dirty="0">
                  <a:solidFill>
                    <a:srgbClr val="FF0000"/>
                  </a:solidFill>
                </a:rPr>
                <a:t>(or Layer 0)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F4AC21F-E5D3-B347-8A93-132DED2D4D70}"/>
                    </a:ext>
                  </a:extLst>
                </p:cNvPr>
                <p:cNvSpPr/>
                <p:nvPr/>
              </p:nvSpPr>
              <p:spPr>
                <a:xfrm>
                  <a:off x="660084" y="3367607"/>
                  <a:ext cx="1204262" cy="4752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15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sz="1500" b="1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GB" sz="15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</m:oMath>
                    </m:oMathPara>
                  </a14:m>
                  <a:endParaRPr lang="x-none" sz="15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F4AC21F-E5D3-B347-8A93-132DED2D4D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111" y="3347144"/>
                  <a:ext cx="1137684" cy="41331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Q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DD548E0-C22A-A34C-A998-E0DEEA1A6898}"/>
                </a:ext>
              </a:extLst>
            </p:cNvPr>
            <p:cNvSpPr/>
            <p:nvPr/>
          </p:nvSpPr>
          <p:spPr>
            <a:xfrm>
              <a:off x="867106" y="3869828"/>
              <a:ext cx="405838" cy="104099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ln w="57150">
                  <a:solidFill>
                    <a:schemeClr val="tx1"/>
                  </a:solidFill>
                </a:ln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A920226-1B53-C441-9224-E6CAB95B3B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715" y="3655623"/>
              <a:ext cx="0" cy="201535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691C3D6-9F1F-BC4A-B8CB-A65FB0DB6F76}"/>
              </a:ext>
            </a:extLst>
          </p:cNvPr>
          <p:cNvSpPr/>
          <p:nvPr/>
        </p:nvSpPr>
        <p:spPr>
          <a:xfrm>
            <a:off x="1752600" y="4917469"/>
            <a:ext cx="3812716" cy="814553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dirty="0">
                <a:solidFill>
                  <a:schemeClr val="tx1"/>
                </a:solidFill>
              </a:rPr>
              <a:t>But, this assumes only 1 training example!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E691C3D6-9F1F-BC4A-B8CB-A65FB0DB6F76}"/>
              </a:ext>
            </a:extLst>
          </p:cNvPr>
          <p:cNvSpPr/>
          <p:nvPr/>
        </p:nvSpPr>
        <p:spPr>
          <a:xfrm>
            <a:off x="6132746" y="1369386"/>
            <a:ext cx="3812716" cy="814553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Forward propagation equations</a:t>
            </a:r>
            <a:endParaRPr lang="x-non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7078475" y="5280026"/>
                <a:ext cx="3108543" cy="48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474" y="5280025"/>
                <a:ext cx="3108543" cy="487185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7087199" y="5804167"/>
                <a:ext cx="1865511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198" y="5804167"/>
                <a:ext cx="1865511" cy="477438"/>
              </a:xfrm>
              <a:prstGeom prst="rect">
                <a:avLst/>
              </a:prstGeom>
              <a:blipFill rotWithShape="0">
                <a:blip r:embed="rId22"/>
                <a:stretch>
                  <a:fillRect t="-6410" r="-3922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078474" y="4522761"/>
            <a:ext cx="1821332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US" sz="2400" b="1" i="1" baseline="30000" dirty="0"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layer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" name="Ink 4"/>
              <p14:cNvContentPartPr/>
              <p14:nvPr/>
            </p14:nvContentPartPr>
            <p14:xfrm>
              <a:off x="2139120" y="643680"/>
              <a:ext cx="9874800" cy="57837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28680" y="633240"/>
                <a:ext cx="9898920" cy="57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" name="Ink 9"/>
              <p14:cNvContentPartPr/>
              <p14:nvPr/>
            </p14:nvContentPartPr>
            <p14:xfrm>
              <a:off x="2134800" y="3580200"/>
              <a:ext cx="8439840" cy="2727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23640" y="3567240"/>
                <a:ext cx="8464680" cy="27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" name="Ink 10"/>
              <p14:cNvContentPartPr/>
              <p14:nvPr/>
            </p14:nvContentPartPr>
            <p14:xfrm>
              <a:off x="10798920" y="5539320"/>
              <a:ext cx="336960" cy="2854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85240" y="5527440"/>
                <a:ext cx="362520" cy="31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578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5332175" y="2273933"/>
                <a:ext cx="3714222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 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175" y="2273933"/>
                <a:ext cx="3714222" cy="47743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5331331" y="3564033"/>
                <a:ext cx="3650358" cy="48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31" y="3564032"/>
                <a:ext cx="3650358" cy="4871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5403823" y="4086780"/>
                <a:ext cx="2497094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9823" y="4086780"/>
                <a:ext cx="2497094" cy="477438"/>
              </a:xfrm>
              <a:prstGeom prst="rect">
                <a:avLst/>
              </a:prstGeom>
              <a:blipFill rotWithShape="0">
                <a:blip r:embed="rId4"/>
                <a:stretch>
                  <a:fillRect t="-6329" r="-341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5343807" y="2972790"/>
                <a:ext cx="2497094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807" y="2972790"/>
                <a:ext cx="2497094" cy="477438"/>
              </a:xfrm>
              <a:prstGeom prst="rect">
                <a:avLst/>
              </a:prstGeom>
              <a:blipFill rotWithShape="0">
                <a:blip r:embed="rId5"/>
                <a:stretch>
                  <a:fillRect t="-6410" r="-3423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DA8C91C-768D-DE41-9B90-7D5FD4EF8B86}"/>
                  </a:ext>
                </a:extLst>
              </p:cNvPr>
              <p:cNvSpPr txBox="1"/>
              <p:nvPr/>
            </p:nvSpPr>
            <p:spPr>
              <a:xfrm>
                <a:off x="4933951" y="1750680"/>
                <a:ext cx="23609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x-none" sz="2400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DA8C91C-768D-DE41-9B90-7D5FD4EF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950" y="1750679"/>
                <a:ext cx="2360967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41CA975-F880-8C4B-8705-85C7FF86FE92}"/>
                  </a:ext>
                </a:extLst>
              </p:cNvPr>
              <p:cNvSpPr txBox="1"/>
              <p:nvPr/>
            </p:nvSpPr>
            <p:spPr>
              <a:xfrm>
                <a:off x="6218520" y="954138"/>
                <a:ext cx="250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dirty="0">
                    <a:solidFill>
                      <a:srgbClr val="00B050"/>
                    </a:soli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x-none" sz="2000" dirty="0">
                    <a:solidFill>
                      <a:srgbClr val="00B050"/>
                    </a:solidFill>
                  </a:rPr>
                  <a:t> examples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1CA975-F880-8C4B-8705-85C7FF86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19" y="954138"/>
                <a:ext cx="2769861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2203" t="-7692" r="-198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BB01D50-A218-5F42-8590-78128D8DE236}"/>
              </a:ext>
            </a:extLst>
          </p:cNvPr>
          <p:cNvSpPr/>
          <p:nvPr/>
        </p:nvSpPr>
        <p:spPr>
          <a:xfrm>
            <a:off x="7445521" y="4100800"/>
            <a:ext cx="288000" cy="435938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1FF80AE-A58D-0F42-A8FE-0341867B7788}"/>
                  </a:ext>
                </a:extLst>
              </p:cNvPr>
              <p:cNvSpPr txBox="1"/>
              <p:nvPr/>
            </p:nvSpPr>
            <p:spPr>
              <a:xfrm>
                <a:off x="7137553" y="4689845"/>
                <a:ext cx="315682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b="1" dirty="0">
                    <a:solidFill>
                      <a:srgbClr val="00B050"/>
                    </a:solidFill>
                  </a:rPr>
                  <a:t>Refers to the </a:t>
                </a:r>
                <a14:m>
                  <m:oMath xmlns:m="http://schemas.openxmlformats.org/officeDocument/2006/math">
                    <m:r>
                      <a:rPr lang="x-none" sz="20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x-none" sz="2000" b="1" i="1" baseline="300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𝒕𝒉</m:t>
                    </m:r>
                  </m:oMath>
                </a14:m>
                <a:r>
                  <a:rPr lang="x-none" sz="2000" b="1" dirty="0">
                    <a:solidFill>
                      <a:srgbClr val="00B050"/>
                    </a:solidFill>
                  </a:rPr>
                  <a:t> example in </a:t>
                </a:r>
                <a:br>
                  <a:rPr lang="x-none" sz="2000" b="1" dirty="0">
                    <a:solidFill>
                      <a:srgbClr val="00B050"/>
                    </a:solidFill>
                  </a:rPr>
                </a:br>
                <a:r>
                  <a:rPr lang="x-none" sz="2000" b="1" dirty="0">
                    <a:solidFill>
                      <a:srgbClr val="00B050"/>
                    </a:solidFill>
                  </a:rPr>
                  <a:t>the training dataset</a:t>
                </a: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FF80AE-A58D-0F42-A8FE-0341867B7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553" y="4689845"/>
                <a:ext cx="3560590" cy="707886"/>
              </a:xfrm>
              <a:prstGeom prst="rect">
                <a:avLst/>
              </a:prstGeom>
              <a:blipFill rotWithShape="0">
                <a:blip r:embed="rId8"/>
                <a:stretch>
                  <a:fillRect l="-1884" t="-3448" r="-856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1485167"/>
            <a:ext cx="3409950" cy="2447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5153760" y="1587960"/>
              <a:ext cx="2179800" cy="1045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42960" y="1573560"/>
                <a:ext cx="2205000" cy="10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/>
              <p14:cNvContentPartPr/>
              <p14:nvPr/>
            </p14:nvContentPartPr>
            <p14:xfrm>
              <a:off x="6738840" y="2693160"/>
              <a:ext cx="650520" cy="56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29120" y="2683440"/>
                <a:ext cx="674280" cy="7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836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 animBg="1"/>
      <p:bldP spid="10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1CA975-F880-8C4B-8705-85C7FF86FE92}"/>
              </a:ext>
            </a:extLst>
          </p:cNvPr>
          <p:cNvSpPr txBox="1"/>
          <p:nvPr/>
        </p:nvSpPr>
        <p:spPr>
          <a:xfrm>
            <a:off x="6218520" y="954138"/>
            <a:ext cx="2492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solidFill>
                  <a:srgbClr val="00B050"/>
                </a:solidFill>
              </a:rPr>
              <a:t>Assuming </a:t>
            </a:r>
            <a:r>
              <a:rPr lang="en-US" sz="2000" dirty="0">
                <a:solidFill>
                  <a:srgbClr val="00B050"/>
                </a:solidFill>
              </a:rPr>
              <a:t>m</a:t>
            </a:r>
            <a:r>
              <a:rPr lang="x-none" sz="2000" dirty="0">
                <a:solidFill>
                  <a:srgbClr val="00B050"/>
                </a:solidFill>
              </a:rPr>
              <a:t>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5167"/>
            <a:ext cx="3409950" cy="244792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28A486-DBF5-8F44-B9A1-002C877BB06A}"/>
              </a:ext>
            </a:extLst>
          </p:cNvPr>
          <p:cNvSpPr/>
          <p:nvPr/>
        </p:nvSpPr>
        <p:spPr>
          <a:xfrm>
            <a:off x="4933950" y="1930376"/>
            <a:ext cx="5713920" cy="4005431"/>
          </a:xfrm>
          <a:prstGeom prst="roundRect">
            <a:avLst/>
          </a:prstGeom>
          <a:solidFill>
            <a:srgbClr val="00B0F0">
              <a:alpha val="9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2800" dirty="0">
                <a:solidFill>
                  <a:schemeClr val="tx1"/>
                </a:solidFill>
              </a:rPr>
              <a:t>But, loops in general slow down programs; hence, it is better to further </a:t>
            </a:r>
            <a:r>
              <a:rPr lang="x-none" sz="2800" b="1" i="1" dirty="0">
                <a:solidFill>
                  <a:schemeClr val="tx1"/>
                </a:solidFill>
              </a:rPr>
              <a:t>vectorize</a:t>
            </a:r>
            <a:r>
              <a:rPr lang="x-none" sz="2800" dirty="0">
                <a:solidFill>
                  <a:schemeClr val="tx1"/>
                </a:solidFill>
              </a:rPr>
              <a:t> the implementation in order to </a:t>
            </a:r>
            <a:br>
              <a:rPr lang="x-none" sz="2800" dirty="0">
                <a:solidFill>
                  <a:schemeClr val="tx1"/>
                </a:solidFill>
              </a:rPr>
            </a:br>
            <a:r>
              <a:rPr lang="x-none" sz="2800" dirty="0">
                <a:solidFill>
                  <a:schemeClr val="tx1"/>
                </a:solidFill>
              </a:rPr>
              <a:t>avoid any loop, whenever possible</a:t>
            </a:r>
          </a:p>
        </p:txBody>
      </p:sp>
    </p:spTree>
    <p:extLst>
      <p:ext uri="{BB962C8B-B14F-4D97-AF65-F5344CB8AC3E}">
        <p14:creationId xmlns:p14="http://schemas.microsoft.com/office/powerpoint/2010/main" val="282401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41CA975-F880-8C4B-8705-85C7FF86FE92}"/>
                  </a:ext>
                </a:extLst>
              </p:cNvPr>
              <p:cNvSpPr txBox="1"/>
              <p:nvPr/>
            </p:nvSpPr>
            <p:spPr>
              <a:xfrm>
                <a:off x="6218520" y="954138"/>
                <a:ext cx="250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dirty="0">
                    <a:solidFill>
                      <a:srgbClr val="00B050"/>
                    </a:soli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x-none" sz="2000" dirty="0">
                    <a:solidFill>
                      <a:srgbClr val="00B050"/>
                    </a:solidFill>
                  </a:rPr>
                  <a:t> examples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1CA975-F880-8C4B-8705-85C7FF86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19" y="954138"/>
                <a:ext cx="2769861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2203" t="-7692" r="-198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480" y="1154193"/>
            <a:ext cx="3834512" cy="2752708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6781800" y="2690170"/>
                <a:ext cx="3614130" cy="15068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</m: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690169"/>
                <a:ext cx="3614130" cy="150682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4B2459E-06CD-0749-A324-F3778A048EE4}"/>
              </a:ext>
            </a:extLst>
          </p:cNvPr>
          <p:cNvSpPr/>
          <p:nvPr/>
        </p:nvSpPr>
        <p:spPr>
          <a:xfrm>
            <a:off x="7518733" y="2664042"/>
            <a:ext cx="550109" cy="156843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B214D-49E6-474F-838B-22AF004FB5A9}"/>
              </a:ext>
            </a:extLst>
          </p:cNvPr>
          <p:cNvSpPr txBox="1"/>
          <p:nvPr/>
        </p:nvSpPr>
        <p:spPr>
          <a:xfrm>
            <a:off x="3116054" y="4111363"/>
            <a:ext cx="3423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000" dirty="0">
                <a:solidFill>
                  <a:srgbClr val="FF0000"/>
                </a:solidFill>
              </a:rPr>
              <a:t>This vector represents the </a:t>
            </a:r>
            <a:r>
              <a:rPr lang="x-none" sz="2000" i="1" dirty="0">
                <a:solidFill>
                  <a:srgbClr val="FF0000"/>
                </a:solidFill>
              </a:rPr>
              <a:t>first</a:t>
            </a:r>
            <a:r>
              <a:rPr lang="x-none" sz="2000" dirty="0">
                <a:solidFill>
                  <a:srgbClr val="FF0000"/>
                </a:solidFill>
              </a:rPr>
              <a:t> </a:t>
            </a:r>
            <a:br>
              <a:rPr lang="x-none" sz="2000" dirty="0">
                <a:solidFill>
                  <a:srgbClr val="FF0000"/>
                </a:solidFill>
              </a:rPr>
            </a:br>
            <a:r>
              <a:rPr lang="x-none" sz="2000" dirty="0">
                <a:solidFill>
                  <a:srgbClr val="FF0000"/>
                </a:solidFill>
              </a:rPr>
              <a:t>example in the training dataset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45AA3E4A-96AB-5F4F-9408-61241A09C7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81801" y="3731201"/>
            <a:ext cx="821650" cy="645803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6418895" y="1367762"/>
                <a:ext cx="3629262" cy="1173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95" y="1367761"/>
                <a:ext cx="3629262" cy="117384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F1E7A2-6440-D742-855E-849A829B1083}"/>
                  </a:ext>
                </a:extLst>
              </p:cNvPr>
              <p:cNvSpPr/>
              <p:nvPr/>
            </p:nvSpPr>
            <p:spPr>
              <a:xfrm>
                <a:off x="4788548" y="995936"/>
                <a:ext cx="1034579" cy="906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dirty="0"/>
                  <a:t>x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x-non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x-none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x-non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x-non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x-non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x-none" sz="2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B2F1E7A2-6440-D742-855E-849A829B1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547" y="995936"/>
                <a:ext cx="1034579" cy="906980"/>
              </a:xfrm>
              <a:prstGeom prst="rect">
                <a:avLst/>
              </a:prstGeom>
              <a:blipFill rotWithShape="0">
                <a:blip r:embed="rId6"/>
                <a:stretch>
                  <a:fillRect l="-65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4191000" y="4867254"/>
                <a:ext cx="5511252" cy="1511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[0]</m:t>
                          </m:r>
                        </m:sup>
                      </m:sSup>
                      <m:r>
                        <m:rPr>
                          <m:nor/>
                        </m:rPr>
                        <a:rPr lang="en-GB" sz="2400" dirty="0"/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</m: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sSubSup>
                                  <m:sSubSup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  <m:sup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GB" sz="2400" b="1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x-none" sz="2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b>
                                      <m:sup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](</m:t>
                                        </m:r>
                                        <m:r>
                                          <a:rPr lang="en-US" sz="2400" b="1" i="1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  <m:r>
                                          <a:rPr lang="en-GB" sz="2400" b="1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bSup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867253"/>
                <a:ext cx="5511252" cy="151105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0DD67A-FEE7-E44C-ACFB-EB62D1D2A018}"/>
                  </a:ext>
                </a:extLst>
              </p:cNvPr>
              <p:cNvSpPr txBox="1"/>
              <p:nvPr/>
            </p:nvSpPr>
            <p:spPr>
              <a:xfrm>
                <a:off x="1688609" y="4811318"/>
                <a:ext cx="2780204" cy="729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x-none" sz="2000" u="sng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we denote </a:t>
                </a:r>
                <a14:m>
                  <m:oMath xmlns:m="http://schemas.openxmlformats.org/officeDocument/2006/math">
                    <m:r>
                      <a:rPr lang="en-GB" sz="2000" b="1" i="1" u="sng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x-none" sz="2000" u="sng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000" b="1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1" i="1" u="sng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GB" sz="2000" b="1" i="1" u="sng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1" i="1" u="sng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sup>
                    </m:sSup>
                  </m:oMath>
                </a14:m>
                <a:endParaRPr lang="en-US" sz="2000" b="1" u="sng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000" b="1" dirty="0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No. of features=</a:t>
                </a:r>
                <a:r>
                  <a:rPr lang="en-US" sz="2000" b="1" dirty="0" err="1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en-US" sz="2000" b="1" baseline="-25000" dirty="0" err="1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000" b="1" baseline="-25000" dirty="0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b="1" dirty="0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3</a:t>
                </a:r>
                <a:r>
                  <a:rPr lang="x-none" sz="2000" b="1" dirty="0">
                    <a:solidFill>
                      <a:srgbClr val="00B0F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F0DD67A-FEE7-E44C-ACFB-EB62D1D2A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" y="4811317"/>
                <a:ext cx="2780204" cy="729239"/>
              </a:xfrm>
              <a:prstGeom prst="rect">
                <a:avLst/>
              </a:prstGeom>
              <a:blipFill rotWithShape="0">
                <a:blip r:embed="rId8"/>
                <a:stretch>
                  <a:fillRect l="-2193" t="-1667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391697" y="5954358"/>
            <a:ext cx="2651688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[0]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24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m)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96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5" grpId="0" animBg="1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41CA975-F880-8C4B-8705-85C7FF86FE92}"/>
                  </a:ext>
                </a:extLst>
              </p:cNvPr>
              <p:cNvSpPr txBox="1"/>
              <p:nvPr/>
            </p:nvSpPr>
            <p:spPr>
              <a:xfrm>
                <a:off x="6218520" y="954138"/>
                <a:ext cx="250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dirty="0">
                    <a:solidFill>
                      <a:srgbClr val="00B050"/>
                    </a:soli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x-none" sz="2000" dirty="0">
                    <a:solidFill>
                      <a:srgbClr val="00B050"/>
                    </a:solidFill>
                  </a:rPr>
                  <a:t> examples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1CA975-F880-8C4B-8705-85C7FF86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19" y="954138"/>
                <a:ext cx="2769861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2203" t="-7692" r="-198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5867466" y="4468569"/>
                <a:ext cx="4708532" cy="2012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66" y="4468568"/>
                <a:ext cx="4708532" cy="20120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1752600" y="4468568"/>
                <a:ext cx="2602892" cy="413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468568"/>
                <a:ext cx="2602892" cy="41331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1551045" y="4946006"/>
                <a:ext cx="3910429" cy="4133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0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𝒎𝒂𝒕𝒎𝒖𝒍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1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0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0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0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" y="4946006"/>
                <a:ext cx="3910429" cy="413318"/>
              </a:xfrm>
              <a:prstGeom prst="rect">
                <a:avLst/>
              </a:prstGeom>
              <a:blipFill rotWithShape="0">
                <a:blip r:embed="rId6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923326" y="3621798"/>
            <a:ext cx="2153154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b="1" baseline="300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shape =(</a:t>
            </a:r>
            <a:r>
              <a:rPr lang="en-US" b="1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b="1" baseline="-25000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lang="en-US" b="1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,m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endParaRPr lang="en-IN" b="1" baseline="30000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5833054" y="1724204"/>
                <a:ext cx="4616713" cy="1173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i="1" baseline="30000">
                          <a:latin typeface="Cambria Math" panose="02040503050406030204" pitchFamily="18" charset="0"/>
                        </a:rPr>
                        <m:t>[1]=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53" y="1724203"/>
                <a:ext cx="4616713" cy="117384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055962" y="3129311"/>
            <a:ext cx="4094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No. of hidden units at layer 1 =</a:t>
            </a:r>
            <a:r>
              <a:rPr lang="en-US" b="1" dirty="0" err="1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b="1" baseline="-25000" dirty="0" err="1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lang="en-US" b="1" baseline="-25000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 4</a:t>
            </a:r>
            <a:r>
              <a:rPr lang="x-none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0915" y="1193472"/>
            <a:ext cx="3319372" cy="2382901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5979960" y="1272240"/>
              <a:ext cx="4669560" cy="1754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9520" y="1261080"/>
                <a:ext cx="4693320" cy="177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/>
              <p14:cNvContentPartPr/>
              <p14:nvPr/>
            </p14:nvContentPartPr>
            <p14:xfrm>
              <a:off x="1522800" y="3488760"/>
              <a:ext cx="9146520" cy="2365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12000" y="3477600"/>
                <a:ext cx="9170640" cy="238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77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41CA975-F880-8C4B-8705-85C7FF86FE92}"/>
                  </a:ext>
                </a:extLst>
              </p:cNvPr>
              <p:cNvSpPr txBox="1"/>
              <p:nvPr/>
            </p:nvSpPr>
            <p:spPr>
              <a:xfrm>
                <a:off x="6218520" y="954138"/>
                <a:ext cx="250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dirty="0">
                    <a:solidFill>
                      <a:srgbClr val="00B050"/>
                    </a:soli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x-none" sz="2000" dirty="0">
                    <a:solidFill>
                      <a:srgbClr val="00B050"/>
                    </a:solidFill>
                  </a:rPr>
                  <a:t> examples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1CA975-F880-8C4B-8705-85C7FF86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19" y="954138"/>
                <a:ext cx="2769861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2203" t="-7692" r="-198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5559993" y="3733801"/>
                <a:ext cx="4749505" cy="2012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[1]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[1](1)</m:t>
                                  </m:r>
                                </m:sup>
                              </m:sSubSup>
                            </m:e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[1](2)</m:t>
                                  </m:r>
                                </m:sup>
                              </m:sSubSup>
                            </m:e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/>
                          </m:eqAr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eqArr>
                            <m:eqArr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x-non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[1](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92" y="3733800"/>
                <a:ext cx="4749505" cy="20120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2084440" y="4501125"/>
                <a:ext cx="200657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39" y="4501125"/>
                <a:ext cx="2006575" cy="477438"/>
              </a:xfrm>
              <a:prstGeom prst="rect">
                <a:avLst/>
              </a:prstGeom>
              <a:blipFill rotWithShape="0">
                <a:blip r:embed="rId5"/>
                <a:stretch>
                  <a:fillRect t="-6329" r="-425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848601" y="3048000"/>
            <a:ext cx="211628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b="1" baseline="300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shape =(</a:t>
            </a:r>
            <a:r>
              <a:rPr lang="en-US" b="1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b="1" baseline="-25000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</a:t>
            </a:r>
            <a:r>
              <a:rPr lang="en-US" b="1" dirty="0" err="1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,m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endParaRPr lang="en-IN" b="1" baseline="30000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5833053" y="1670717"/>
                <a:ext cx="4668522" cy="1173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1" baseline="3000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baseline="3000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baseline="30000"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  <m:r>
                            <a:rPr lang="en-GB" sz="2400" b="1" i="1"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x-none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/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x-none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](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400" b="1" i="1" baseline="3000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53" y="1670716"/>
                <a:ext cx="4668522" cy="117384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5480" y="1154193"/>
            <a:ext cx="3834512" cy="2752708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3092760" y="1505880"/>
              <a:ext cx="7538400" cy="3578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81600" y="1497600"/>
                <a:ext cx="7557120" cy="359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4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z="2800" b="1" dirty="0"/>
              <a:t>Vectorizing I</a:t>
            </a:r>
            <a:r>
              <a:rPr lang="en-US" sz="2800" b="1" dirty="0"/>
              <a:t>n</a:t>
            </a:r>
            <a:r>
              <a:rPr lang="x-none" sz="2800" b="1" dirty="0"/>
              <a:t>put and All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41CA975-F880-8C4B-8705-85C7FF86FE92}"/>
                  </a:ext>
                </a:extLst>
              </p:cNvPr>
              <p:cNvSpPr txBox="1"/>
              <p:nvPr/>
            </p:nvSpPr>
            <p:spPr>
              <a:xfrm>
                <a:off x="6218520" y="954138"/>
                <a:ext cx="25064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000" dirty="0">
                    <a:solidFill>
                      <a:srgbClr val="00B050"/>
                    </a:solidFill>
                  </a:rPr>
                  <a:t>Assuming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x-none" sz="2000" dirty="0">
                    <a:solidFill>
                      <a:srgbClr val="00B050"/>
                    </a:solidFill>
                  </a:rPr>
                  <a:t> examples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41CA975-F880-8C4B-8705-85C7FF86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19" y="954138"/>
                <a:ext cx="2769861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2203" t="-7692" r="-1982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6131720" y="2255536"/>
                <a:ext cx="4381264" cy="550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[2](1)</m:t>
                              </m:r>
                            </m:sup>
                          </m:sSub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</m:t>
                          </m:r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[2](2)</m:t>
                              </m:r>
                            </m:sup>
                          </m:sSub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…   </m:t>
                          </m:r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720" y="2255536"/>
                <a:ext cx="4381264" cy="55002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110C5-A5E3-F04B-AC9C-DB0FCFAAB53F}"/>
                  </a:ext>
                </a:extLst>
              </p:cNvPr>
              <p:cNvSpPr txBox="1"/>
              <p:nvPr/>
            </p:nvSpPr>
            <p:spPr>
              <a:xfrm>
                <a:off x="6144011" y="4828473"/>
                <a:ext cx="4429161" cy="550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[2]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x-non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[2](1)</m:t>
                              </m:r>
                            </m:sup>
                          </m:sSub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  </m:t>
                          </m:r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[2](2)</m:t>
                              </m:r>
                            </m:sup>
                          </m:sSub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…   </m:t>
                          </m:r>
                          <m:sSubSup>
                            <m:sSubSupPr>
                              <m:ctrlPr>
                                <a:rPr lang="x-non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[2](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EE110C5-A5E3-F04B-AC9C-DB0FCFAAB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10" y="4828473"/>
                <a:ext cx="4429161" cy="55002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6894916" y="3000482"/>
                <a:ext cx="308103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915" y="3000482"/>
                <a:ext cx="3081035" cy="47743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6858001" y="5573419"/>
                <a:ext cx="200657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5573419"/>
                <a:ext cx="2006575" cy="477438"/>
              </a:xfrm>
              <a:prstGeom prst="rect">
                <a:avLst/>
              </a:prstGeom>
              <a:blipFill rotWithShape="0">
                <a:blip r:embed="rId8"/>
                <a:stretch>
                  <a:fillRect t="-6329" r="-425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481906" y="1660192"/>
            <a:ext cx="2002471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b="1" baseline="300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shape =(1,m) </a:t>
            </a:r>
            <a:endParaRPr lang="en-IN" b="1" baseline="30000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1684" y="4211566"/>
            <a:ext cx="2021707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b="1" baseline="300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shape =(1,m) </a:t>
            </a:r>
            <a:endParaRPr lang="en-IN" b="1" baseline="30000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5480" y="1154193"/>
            <a:ext cx="3834512" cy="2752708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4657680" y="1661760"/>
              <a:ext cx="6085800" cy="4445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46520" y="1651320"/>
                <a:ext cx="6110280" cy="44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95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1" y="0"/>
            <a:ext cx="5410200" cy="12192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propagation equations</a:t>
            </a:r>
            <a:endParaRPr lang="x-none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78" y="-27039"/>
            <a:ext cx="2691785" cy="1932370"/>
          </a:xfrm>
          <a:prstGeom prst="rect">
            <a:avLst/>
          </a:prstGeom>
          <a:ln>
            <a:solidFill>
              <a:srgbClr val="C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2057917" y="2961654"/>
                <a:ext cx="357155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6" y="2961654"/>
                <a:ext cx="3571555" cy="4774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2057073" y="4251753"/>
                <a:ext cx="357155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2" y="4251753"/>
                <a:ext cx="3571555" cy="47743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2129564" y="4782732"/>
                <a:ext cx="2497094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64" y="4782732"/>
                <a:ext cx="2497094" cy="477438"/>
              </a:xfrm>
              <a:prstGeom prst="rect">
                <a:avLst/>
              </a:prstGeom>
              <a:blipFill rotWithShape="0">
                <a:blip r:embed="rId5"/>
                <a:stretch>
                  <a:fillRect t="-6410" r="-3415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2069548" y="3660511"/>
                <a:ext cx="2497094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](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sz="2400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48" y="3660511"/>
                <a:ext cx="2497094" cy="477438"/>
              </a:xfrm>
              <a:prstGeom prst="rect">
                <a:avLst/>
              </a:prstGeom>
              <a:blipFill rotWithShape="0">
                <a:blip r:embed="rId6"/>
                <a:stretch>
                  <a:fillRect t="-6329" r="-341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A8C91C-768D-DE41-9B90-7D5FD4EF8B86}"/>
                  </a:ext>
                </a:extLst>
              </p:cNvPr>
              <p:cNvSpPr txBox="1"/>
              <p:nvPr/>
            </p:nvSpPr>
            <p:spPr>
              <a:xfrm>
                <a:off x="1659692" y="2438401"/>
                <a:ext cx="22583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2400" b="1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x-none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A8C91C-768D-DE41-9B90-7D5FD4EF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91" y="2438400"/>
                <a:ext cx="2258375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270" b="-197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0C4E51-BA6E-964B-87F2-96FAD9D33905}"/>
              </a:ext>
            </a:extLst>
          </p:cNvPr>
          <p:cNvSpPr txBox="1"/>
          <p:nvPr/>
        </p:nvSpPr>
        <p:spPr>
          <a:xfrm>
            <a:off x="2528776" y="5564682"/>
            <a:ext cx="2778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i="1" dirty="0">
                <a:solidFill>
                  <a:srgbClr val="FF0000"/>
                </a:solidFill>
              </a:rPr>
              <a:t>Before</a:t>
            </a:r>
            <a:r>
              <a:rPr lang="x-none" sz="2400" b="1" dirty="0">
                <a:solidFill>
                  <a:srgbClr val="FF0000"/>
                </a:solidFill>
              </a:rPr>
              <a:t> Vectorization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3BD66E52-FCBD-4E41-A0F4-329F3407D61E}"/>
              </a:ext>
            </a:extLst>
          </p:cNvPr>
          <p:cNvSpPr/>
          <p:nvPr/>
        </p:nvSpPr>
        <p:spPr>
          <a:xfrm rot="5400000">
            <a:off x="3815275" y="3317275"/>
            <a:ext cx="191243" cy="419363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9578744-A0D5-4042-827B-904A570AA872}"/>
                  </a:ext>
                </a:extLst>
              </p:cNvPr>
              <p:cNvSpPr/>
              <p:nvPr/>
            </p:nvSpPr>
            <p:spPr>
              <a:xfrm>
                <a:off x="6556909" y="2781073"/>
                <a:ext cx="308103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9578744-A0D5-4042-827B-904A570AA8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08" y="2781073"/>
                <a:ext cx="3081035" cy="47743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11C73-8AAD-DD4D-ABDB-AD887EB809AF}"/>
                  </a:ext>
                </a:extLst>
              </p:cNvPr>
              <p:cNvSpPr/>
              <p:nvPr/>
            </p:nvSpPr>
            <p:spPr>
              <a:xfrm>
                <a:off x="6556909" y="4201709"/>
                <a:ext cx="308103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sSup>
                        <m:sSupPr>
                          <m:ctrlPr>
                            <a:rPr lang="en-GB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400" b="1" i="1" dirty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  <m:r>
                        <a:rPr lang="en-GB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400" b="1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x-none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A211C73-8AAD-DD4D-ABDB-AD887EB809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08" y="4201709"/>
                <a:ext cx="3081035" cy="47743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C8C92B-80B2-BF42-84F9-A9BB2CC1082F}"/>
                  </a:ext>
                </a:extLst>
              </p:cNvPr>
              <p:cNvSpPr/>
              <p:nvPr/>
            </p:nvSpPr>
            <p:spPr>
              <a:xfrm>
                <a:off x="6629401" y="4790988"/>
                <a:ext cx="200657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C8C92B-80B2-BF42-84F9-A9BB2CC108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790988"/>
                <a:ext cx="2006575" cy="477438"/>
              </a:xfrm>
              <a:prstGeom prst="rect">
                <a:avLst/>
              </a:prstGeom>
              <a:blipFill rotWithShape="0">
                <a:blip r:embed="rId10"/>
                <a:stretch>
                  <a:fillRect t="-6410" r="-4255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856D9A-2BC4-D243-900E-559588C4F053}"/>
                  </a:ext>
                </a:extLst>
              </p:cNvPr>
              <p:cNvSpPr/>
              <p:nvPr/>
            </p:nvSpPr>
            <p:spPr>
              <a:xfrm>
                <a:off x="6569385" y="3610467"/>
                <a:ext cx="2006575" cy="477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a:rPr lang="en-GB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r>
                      <a:rPr lang="en-GB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sz="24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x-none" sz="2400" dirty="0"/>
                  <a:t>)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2856D9A-2BC4-D243-900E-559588C4F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384" y="3610467"/>
                <a:ext cx="2006575" cy="477438"/>
              </a:xfrm>
              <a:prstGeom prst="rect">
                <a:avLst/>
              </a:prstGeom>
              <a:blipFill rotWithShape="0">
                <a:blip r:embed="rId11"/>
                <a:stretch>
                  <a:fillRect t="-6329" r="-4255" b="-27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70C4E51-BA6E-964B-87F2-96FAD9D33905}"/>
              </a:ext>
            </a:extLst>
          </p:cNvPr>
          <p:cNvSpPr txBox="1"/>
          <p:nvPr/>
        </p:nvSpPr>
        <p:spPr>
          <a:xfrm>
            <a:off x="7028611" y="5572938"/>
            <a:ext cx="2586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i="1" dirty="0">
                <a:solidFill>
                  <a:srgbClr val="FF0000"/>
                </a:solidFill>
              </a:rPr>
              <a:t>After</a:t>
            </a:r>
            <a:r>
              <a:rPr lang="x-none" sz="2400" b="1" dirty="0">
                <a:solidFill>
                  <a:srgbClr val="FF0000"/>
                </a:solidFill>
              </a:rPr>
              <a:t> Vectorization</a:t>
            </a:r>
          </a:p>
        </p:txBody>
      </p:sp>
      <p:sp>
        <p:nvSpPr>
          <p:cNvPr id="21" name="Right Bracket 20">
            <a:extLst>
              <a:ext uri="{FF2B5EF4-FFF2-40B4-BE49-F238E27FC236}">
                <a16:creationId xmlns:a16="http://schemas.microsoft.com/office/drawing/2014/main" id="{3BD66E52-FCBD-4E41-A0F4-329F3407D61E}"/>
              </a:ext>
            </a:extLst>
          </p:cNvPr>
          <p:cNvSpPr/>
          <p:nvPr/>
        </p:nvSpPr>
        <p:spPr>
          <a:xfrm rot="5400000">
            <a:off x="8315111" y="3325531"/>
            <a:ext cx="191243" cy="419363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BA0C7-107E-BE4F-8817-4FD180B1B440}"/>
              </a:ext>
            </a:extLst>
          </p:cNvPr>
          <p:cNvSpPr txBox="1"/>
          <p:nvPr/>
        </p:nvSpPr>
        <p:spPr>
          <a:xfrm>
            <a:off x="6629401" y="2207568"/>
            <a:ext cx="2334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400" b="1" i="1" dirty="0">
                <a:solidFill>
                  <a:srgbClr val="0070C0"/>
                </a:solidFill>
              </a:rPr>
              <a:t>No Explicit Loop!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/>
              <p14:cNvContentPartPr/>
              <p14:nvPr/>
            </p14:nvContentPartPr>
            <p14:xfrm>
              <a:off x="904680" y="5952240"/>
              <a:ext cx="10975320" cy="7988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5320" y="5940000"/>
                <a:ext cx="10991520" cy="82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/>
              <p14:cNvContentPartPr/>
              <p14:nvPr/>
            </p14:nvContentPartPr>
            <p14:xfrm>
              <a:off x="416160" y="244080"/>
              <a:ext cx="10986120" cy="44845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840" y="232560"/>
                <a:ext cx="11015280" cy="450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36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400"/>
            <a:ext cx="8801784" cy="4572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FA05B7-D7A1-9746-862D-1D90433A66B1}"/>
              </a:ext>
            </a:extLst>
          </p:cNvPr>
          <p:cNvSpPr txBox="1">
            <a:spLocks/>
          </p:cNvSpPr>
          <p:nvPr/>
        </p:nvSpPr>
        <p:spPr>
          <a:xfrm>
            <a:off x="1598044" y="533401"/>
            <a:ext cx="8727741" cy="897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sz="2800" b="1" dirty="0"/>
              <a:t>Matrix dimensions</a:t>
            </a:r>
            <a:endParaRPr lang="x-none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6734160" y="1336680"/>
              <a:ext cx="5433840" cy="5006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3000" y="1323360"/>
                <a:ext cx="5456160" cy="503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46672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52601" y="0"/>
            <a:ext cx="8160907" cy="782758"/>
          </a:xfrm>
        </p:spPr>
        <p:txBody>
          <a:bodyPr/>
          <a:lstStyle/>
          <a:p>
            <a:r>
              <a:rPr lang="en-US" sz="2800" b="1" dirty="0"/>
              <a:t>Dimensions for 1 training example:</a:t>
            </a:r>
            <a:endParaRPr lang="en-IN" sz="28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937358"/>
            <a:ext cx="8389507" cy="34055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20646" y="2882999"/>
            <a:ext cx="168668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[0]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shape =(2,) </a:t>
            </a:r>
            <a:endParaRPr lang="en-IN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6673" y="5044703"/>
            <a:ext cx="2375971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=(5,2)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=(5,)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=(5,)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=(5,) 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0682" y="5044703"/>
            <a:ext cx="2375971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=(4,5)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=(4,)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=(4,)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=(4,) 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10514" y="3252331"/>
            <a:ext cx="2757486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=(3,4)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=(3,)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=(3,)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 Unicode MS" panose="020B0604020202020204" pitchFamily="34" charset="-128"/>
              </a:rPr>
              <a:t>̂ =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shape =(3,)  </a:t>
            </a:r>
            <a:endParaRPr lang="en-IN" sz="2400" baseline="30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84581" y="5044703"/>
            <a:ext cx="13880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𝒏</a:t>
            </a:r>
            <a:r>
              <a:rPr lang="en-IN" sz="2400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𝒉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[l]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lang="en-IN" sz="24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400" spc="-15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𝒏</a:t>
            </a:r>
            <a:r>
              <a:rPr lang="en-IN" sz="2400" spc="-23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𝒙</a:t>
            </a:r>
            <a:r>
              <a:rPr lang="en-IN" sz="24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𝒏</a:t>
            </a:r>
            <a:r>
              <a:rPr lang="en-IN" sz="2400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𝒉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[l]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lang="en-IN" sz="24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4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𝒏</a:t>
            </a:r>
            <a:r>
              <a:rPr lang="en-IN" sz="2400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𝒉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[l]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lang="en-IN" sz="24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4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(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𝒏</a:t>
            </a:r>
            <a:r>
              <a:rPr lang="en-IN" sz="2400" baseline="-17094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𝒉</a:t>
            </a:r>
            <a:r>
              <a:rPr lang="en-IN" sz="2400" baseline="30000" dirty="0">
                <a:latin typeface="Cambria" panose="02040503050406030204" pitchFamily="18" charset="0"/>
                <a:ea typeface="Cambria" panose="02040503050406030204" pitchFamily="18" charset="0"/>
                <a:cs typeface="Cambria Math"/>
              </a:rPr>
              <a:t>[l]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,</a:t>
            </a:r>
            <a:r>
              <a:rPr lang="en-IN" sz="2400" spc="-8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IN" sz="2400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)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33600" y="172080"/>
              <a:ext cx="10976400" cy="6473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160" y="161280"/>
                <a:ext cx="10999800" cy="64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/>
              <p14:cNvContentPartPr/>
              <p14:nvPr/>
            </p14:nvContentPartPr>
            <p14:xfrm>
              <a:off x="3744720" y="4228920"/>
              <a:ext cx="2239920" cy="15976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7520" y="4218120"/>
                <a:ext cx="2261160" cy="16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/>
              <p14:cNvContentPartPr/>
              <p14:nvPr/>
            </p14:nvContentPartPr>
            <p14:xfrm>
              <a:off x="4366440" y="1864440"/>
              <a:ext cx="7413120" cy="28494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54920" y="1854360"/>
                <a:ext cx="7436880" cy="287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2551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 txBox="1">
            <a:spLocks noGrp="1"/>
          </p:cNvSpPr>
          <p:nvPr>
            <p:ph type="title"/>
          </p:nvPr>
        </p:nvSpPr>
        <p:spPr>
          <a:xfrm>
            <a:off x="204399" y="231525"/>
            <a:ext cx="7341147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cap="small" dirty="0">
                <a:solidFill>
                  <a:schemeClr val="tx1"/>
                </a:solidFill>
              </a:rPr>
              <a:t>otal</a:t>
            </a:r>
            <a:r>
              <a:rPr lang="en-US" dirty="0">
                <a:solidFill>
                  <a:schemeClr val="tx1"/>
                </a:solidFill>
              </a:rPr>
              <a:t> P</a:t>
            </a:r>
            <a:r>
              <a:rPr lang="en-US" cap="small" dirty="0">
                <a:solidFill>
                  <a:schemeClr val="tx1"/>
                </a:solidFill>
              </a:rPr>
              <a:t>arameters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cap="small" dirty="0">
                <a:solidFill>
                  <a:schemeClr val="tx1"/>
                </a:solidFill>
              </a:rPr>
              <a:t>in</a:t>
            </a:r>
            <a:r>
              <a:rPr lang="en-US" dirty="0">
                <a:solidFill>
                  <a:schemeClr val="tx1"/>
                </a:solidFill>
              </a:rPr>
              <a:t> N</a:t>
            </a:r>
            <a:r>
              <a:rPr lang="en-US" cap="small" dirty="0">
                <a:solidFill>
                  <a:schemeClr val="tx1"/>
                </a:solidFill>
              </a:rPr>
              <a:t>etwork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522" name="Google Shape;522;p21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523" name="Google Shape;523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526" name="Google Shape;526;p21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27" name="Google Shape;527;p21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9882020" y="6631480"/>
            <a:ext cx="61869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>
                <a:latin typeface="Calibri"/>
                <a:ea typeface="Calibri"/>
                <a:cs typeface="Calibri"/>
                <a:sym typeface="Calibri"/>
              </a:rPr>
              <a:t>21 / 67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013" y="1167414"/>
            <a:ext cx="10027927" cy="51464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4960800" y="1049040"/>
              <a:ext cx="4665600" cy="4911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7480" y="1039680"/>
                <a:ext cx="4690440" cy="493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227252"/>
      </p:ext>
    </p:extLst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US" cap="small" dirty="0">
                <a:solidFill>
                  <a:schemeClr val="tx1"/>
                </a:solidFill>
              </a:rPr>
              <a:t>orward</a:t>
            </a:r>
            <a:r>
              <a:rPr lang="en-US" dirty="0">
                <a:solidFill>
                  <a:schemeClr val="tx1"/>
                </a:solidFill>
              </a:rPr>
              <a:t> P</a:t>
            </a:r>
            <a:r>
              <a:rPr lang="en-US" cap="small" dirty="0">
                <a:solidFill>
                  <a:schemeClr val="tx1"/>
                </a:solidFill>
              </a:rPr>
              <a:t>ass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cap="small" dirty="0">
                <a:solidFill>
                  <a:schemeClr val="tx1"/>
                </a:solidFill>
              </a:rPr>
              <a:t>lgorithm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38" name="Google Shape;638;p29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65</a:t>
            </a:fld>
            <a:r>
              <a:rPr lang="en-US"/>
              <a:t> / 67</a:t>
            </a:r>
            <a:endParaRPr/>
          </a:p>
        </p:txBody>
      </p:sp>
      <p:pic>
        <p:nvPicPr>
          <p:cNvPr id="641" name="Google Shape;64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434" y="997743"/>
            <a:ext cx="11207644" cy="55581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4835659"/>
      </p:ext>
    </p:extLst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9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chemeClr val="tx1"/>
                </a:solidFill>
              </a:rPr>
              <a:t>L</a:t>
            </a:r>
            <a:r>
              <a:rPr lang="en-US" cap="small">
                <a:solidFill>
                  <a:schemeClr val="tx1"/>
                </a:solidFill>
              </a:rPr>
              <a:t>ayer</a:t>
            </a:r>
            <a:r>
              <a:rPr lang="en-US">
                <a:solidFill>
                  <a:schemeClr val="tx1"/>
                </a:solidFill>
              </a:rPr>
              <a:t>-</a:t>
            </a:r>
            <a:r>
              <a:rPr lang="en-US" cap="small">
                <a:solidFill>
                  <a:schemeClr val="tx1"/>
                </a:solidFill>
              </a:rPr>
              <a:t>wise</a:t>
            </a:r>
            <a:r>
              <a:rPr lang="en-US">
                <a:solidFill>
                  <a:schemeClr val="tx1"/>
                </a:solidFill>
              </a:rPr>
              <a:t> C</a:t>
            </a:r>
            <a:r>
              <a:rPr lang="en-US" cap="small">
                <a:solidFill>
                  <a:schemeClr val="tx1"/>
                </a:solidFill>
              </a:rPr>
              <a:t>omputation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496" name="Google Shape;496;p19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497" name="Google Shape;497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500" name="Google Shape;500;p19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66</a:t>
            </a:fld>
            <a:r>
              <a:rPr lang="en-US"/>
              <a:t> / 67</a:t>
            </a:r>
            <a:endParaRPr/>
          </a:p>
        </p:txBody>
      </p:sp>
      <p:pic>
        <p:nvPicPr>
          <p:cNvPr id="503" name="Google Shape;5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572" y="1146467"/>
            <a:ext cx="10067318" cy="514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968" y="190443"/>
            <a:ext cx="2875079" cy="19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54575"/>
      </p:ext>
    </p:extLst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F</a:t>
            </a:r>
            <a:r>
              <a:rPr lang="en-US" cap="small" dirty="0">
                <a:solidFill>
                  <a:schemeClr val="tx1"/>
                </a:solidFill>
              </a:rPr>
              <a:t>orward</a:t>
            </a:r>
            <a:r>
              <a:rPr lang="en-US" dirty="0">
                <a:solidFill>
                  <a:schemeClr val="tx1"/>
                </a:solidFill>
              </a:rPr>
              <a:t> P</a:t>
            </a:r>
            <a:r>
              <a:rPr lang="en-US" cap="small" dirty="0">
                <a:solidFill>
                  <a:schemeClr val="tx1"/>
                </a:solidFill>
              </a:rPr>
              <a:t>ass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cap="small" dirty="0" err="1">
                <a:solidFill>
                  <a:schemeClr val="tx1"/>
                </a:solidFill>
              </a:rPr>
              <a:t>ectorized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cap="small" dirty="0">
                <a:solidFill>
                  <a:schemeClr val="tx1"/>
                </a:solidFill>
              </a:rPr>
              <a:t>for</a:t>
            </a:r>
            <a:r>
              <a:rPr lang="en-US" dirty="0">
                <a:solidFill>
                  <a:schemeClr val="tx1"/>
                </a:solidFill>
              </a:rPr>
              <a:t> M</a:t>
            </a:r>
            <a:r>
              <a:rPr lang="en-US" cap="small" dirty="0">
                <a:solidFill>
                  <a:schemeClr val="tx1"/>
                </a:solidFill>
              </a:rPr>
              <a:t>ini</a:t>
            </a:r>
            <a:r>
              <a:rPr lang="en-US" dirty="0">
                <a:solidFill>
                  <a:schemeClr val="tx1"/>
                </a:solidFill>
              </a:rPr>
              <a:t>-B</a:t>
            </a:r>
            <a:r>
              <a:rPr lang="en-US" cap="small" dirty="0">
                <a:solidFill>
                  <a:schemeClr val="tx1"/>
                </a:solidFill>
              </a:rPr>
              <a:t>atch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647" name="Google Shape;647;p30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648" name="Google Shape;648;p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651" name="Google Shape;651;p30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67</a:t>
            </a:fld>
            <a:r>
              <a:rPr lang="en-US"/>
              <a:t> / 67</a:t>
            </a:r>
            <a:endParaRPr/>
          </a:p>
        </p:txBody>
      </p:sp>
      <p:pic>
        <p:nvPicPr>
          <p:cNvPr id="654" name="Google Shape;6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8" y="1155479"/>
            <a:ext cx="10307254" cy="51464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19106" y="758089"/>
            <a:ext cx="4927867" cy="6001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column vector of 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a dimension of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/>
              <p14:cNvContentPartPr/>
              <p14:nvPr/>
            </p14:nvContentPartPr>
            <p14:xfrm>
              <a:off x="2160" y="1020600"/>
              <a:ext cx="10744920" cy="5304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8280" y="1010880"/>
                <a:ext cx="10770480" cy="532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5392800" y="2104200"/>
              <a:ext cx="6585120" cy="1114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79480" y="2092680"/>
                <a:ext cx="661176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/>
              <p14:cNvContentPartPr/>
              <p14:nvPr/>
            </p14:nvContentPartPr>
            <p14:xfrm>
              <a:off x="2428560" y="2651760"/>
              <a:ext cx="4952520" cy="13150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19560" y="2642040"/>
                <a:ext cx="4972680" cy="13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Ink 5"/>
              <p14:cNvContentPartPr/>
              <p14:nvPr/>
            </p14:nvContentPartPr>
            <p14:xfrm>
              <a:off x="3260520" y="2955960"/>
              <a:ext cx="266040" cy="2894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49720" y="2945880"/>
                <a:ext cx="289080" cy="30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4808959"/>
      </p:ext>
    </p:extLst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02480" y="205920"/>
              <a:ext cx="10322640" cy="662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880" y="195840"/>
                <a:ext cx="10350360" cy="66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82000" y="1102320"/>
              <a:ext cx="11269800" cy="4667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1200" y="1089360"/>
                <a:ext cx="11295360" cy="46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918000" y="3864600"/>
              <a:ext cx="10833840" cy="24660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7920" y="3853800"/>
                <a:ext cx="10851120" cy="248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73112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-56903" y="1426584"/>
            <a:ext cx="114808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 </a:t>
            </a:r>
            <a:r>
              <a:rPr lang="en-US" sz="2000" dirty="0" err="1"/>
              <a:t>e.g</a:t>
            </a:r>
            <a:r>
              <a:rPr lang="en-US" sz="2000" dirty="0"/>
              <a:t> mini-batch of 3 samples (B=3) through a layer that has 2 neurons ( </a:t>
            </a:r>
            <a:r>
              <a:rPr lang="en-US" sz="2000" dirty="0" err="1"/>
              <a:t>n</a:t>
            </a:r>
            <a:r>
              <a:rPr lang="en-US" sz="2000" baseline="-25000" dirty="0" err="1"/>
              <a:t>l</a:t>
            </a:r>
            <a:r>
              <a:rPr lang="en-US" sz="2000" dirty="0"/>
              <a:t>=2 )</a:t>
            </a:r>
          </a:p>
          <a:p>
            <a:r>
              <a:rPr lang="en-US" sz="2000" dirty="0"/>
              <a:t>Suppose result of matrix multiplication {H(l-1) . W} for 3 samples is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b(l):  bias vector for 2 neurons, typically a 2 X 1 vector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 = batch size =  3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 column vector of ones of size B X 1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broadcasting for bias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943" y="1777213"/>
            <a:ext cx="1581150" cy="86677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319" y="2827521"/>
            <a:ext cx="4070297" cy="73188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666" y="3861393"/>
            <a:ext cx="1193663" cy="1154739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5" y="4550154"/>
            <a:ext cx="4787678" cy="103190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239" y="5492624"/>
            <a:ext cx="4258458" cy="93641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372" y="5833906"/>
            <a:ext cx="2505075" cy="409575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7688015" y="1857320"/>
            <a:ext cx="581386" cy="3284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6182457" y="3107885"/>
            <a:ext cx="581386" cy="3284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>
            <a:off x="6435795" y="4201727"/>
            <a:ext cx="581386" cy="3284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ight Arrow 14"/>
          <p:cNvSpPr/>
          <p:nvPr/>
        </p:nvSpPr>
        <p:spPr>
          <a:xfrm>
            <a:off x="6473150" y="5894161"/>
            <a:ext cx="581386" cy="3284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/>
              <p14:cNvContentPartPr/>
              <p14:nvPr/>
            </p14:nvContentPartPr>
            <p14:xfrm>
              <a:off x="684360" y="583560"/>
              <a:ext cx="11474280" cy="5825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2840" y="572760"/>
                <a:ext cx="11500560" cy="58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74417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71240" y="448920"/>
              <a:ext cx="10585800" cy="5216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8640" y="435960"/>
                <a:ext cx="10611720" cy="52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2266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355600" marR="579755" indent="-342900">
              <a:lnSpc>
                <a:spcPct val="111100"/>
              </a:lnSpc>
              <a:spcBef>
                <a:spcPts val="100"/>
              </a:spcBef>
              <a:buClr>
                <a:srgbClr val="595959"/>
              </a:buClr>
              <a:buFont typeface="Arial MT"/>
              <a:buChar char="●"/>
              <a:tabLst>
                <a:tab pos="355600" algn="l"/>
              </a:tabLst>
            </a:pPr>
            <a:r>
              <a:rPr lang="en-US" dirty="0">
                <a:cs typeface="Corbel"/>
              </a:rPr>
              <a:t>Given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some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[initial]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values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for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the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cs typeface="Corbel"/>
              </a:rPr>
              <a:t>parameters,</a:t>
            </a:r>
            <a:r>
              <a:rPr lang="en-US" spc="-30" dirty="0">
                <a:cs typeface="Corbel"/>
              </a:rPr>
              <a:t> </a:t>
            </a:r>
            <a:r>
              <a:rPr lang="en-US" spc="-25" dirty="0">
                <a:cs typeface="Corbel"/>
              </a:rPr>
              <a:t>we </a:t>
            </a:r>
            <a:r>
              <a:rPr lang="en-US" dirty="0">
                <a:cs typeface="Corbel"/>
              </a:rPr>
              <a:t>can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compute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the</a:t>
            </a:r>
            <a:r>
              <a:rPr lang="en-US" spc="-2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forward</a:t>
            </a:r>
            <a:r>
              <a:rPr lang="en-US" spc="-3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pass</a:t>
            </a:r>
            <a:r>
              <a:rPr lang="en-US" dirty="0">
                <a:cs typeface="Corbel"/>
              </a:rPr>
              <a:t>,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layer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by</a:t>
            </a:r>
            <a:r>
              <a:rPr lang="en-US" spc="-30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layer.</a:t>
            </a:r>
            <a:endParaRPr lang="en-US" dirty="0">
              <a:cs typeface="Corbel"/>
            </a:endParaRPr>
          </a:p>
          <a:p>
            <a:pPr>
              <a:spcBef>
                <a:spcPts val="320"/>
              </a:spcBef>
              <a:buClr>
                <a:srgbClr val="595959"/>
              </a:buClr>
              <a:buFont typeface="Arial MT"/>
              <a:buChar char="●"/>
            </a:pPr>
            <a:endParaRPr lang="en-US" dirty="0">
              <a:cs typeface="Corbel"/>
            </a:endParaRPr>
          </a:p>
          <a:p>
            <a:pPr marL="355600" marR="114300" indent="-342900">
              <a:lnSpc>
                <a:spcPct val="115599"/>
              </a:lnSpc>
              <a:buClr>
                <a:srgbClr val="595959"/>
              </a:buClr>
              <a:buFont typeface="Arial MT"/>
              <a:buChar char="●"/>
              <a:tabLst>
                <a:tab pos="355600" algn="l"/>
              </a:tabLst>
            </a:pPr>
            <a:r>
              <a:rPr lang="en-US" dirty="0">
                <a:cs typeface="Corbel"/>
              </a:rPr>
              <a:t>Forward</a:t>
            </a:r>
            <a:r>
              <a:rPr lang="en-US" spc="-40" dirty="0">
                <a:cs typeface="Corbel"/>
              </a:rPr>
              <a:t> </a:t>
            </a:r>
            <a:r>
              <a:rPr lang="en-US" dirty="0">
                <a:cs typeface="Corbel"/>
              </a:rPr>
              <a:t>pass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cs typeface="Corbel"/>
              </a:rPr>
              <a:t>is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cs typeface="Corbel"/>
              </a:rPr>
              <a:t>basically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ambria Math"/>
              </a:rPr>
              <a:t>𝐿</a:t>
            </a:r>
            <a:r>
              <a:rPr lang="en-US" spc="-20" dirty="0">
                <a:solidFill>
                  <a:srgbClr val="C00000"/>
                </a:solidFill>
                <a:cs typeface="Cambria Math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matrix</a:t>
            </a:r>
            <a:r>
              <a:rPr lang="en-US" spc="-1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spc="-10" dirty="0">
                <a:solidFill>
                  <a:srgbClr val="C00000"/>
                </a:solidFill>
                <a:cs typeface="Corbel"/>
              </a:rPr>
              <a:t>multiplications</a:t>
            </a:r>
            <a:r>
              <a:rPr lang="en-US" spc="-10" dirty="0">
                <a:cs typeface="Corbel"/>
              </a:rPr>
              <a:t>,</a:t>
            </a:r>
            <a:r>
              <a:rPr lang="en-US" spc="-20" dirty="0">
                <a:cs typeface="Corbel"/>
              </a:rPr>
              <a:t> each </a:t>
            </a:r>
            <a:r>
              <a:rPr lang="en-US" dirty="0">
                <a:cs typeface="Corbel"/>
              </a:rPr>
              <a:t>followed</a:t>
            </a:r>
            <a:r>
              <a:rPr lang="en-US" spc="-35" dirty="0">
                <a:cs typeface="Corbel"/>
              </a:rPr>
              <a:t> </a:t>
            </a:r>
            <a:r>
              <a:rPr lang="en-US" dirty="0">
                <a:cs typeface="Corbel"/>
              </a:rPr>
              <a:t>by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an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activation</a:t>
            </a:r>
            <a:r>
              <a:rPr lang="en-US" spc="-25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function.</a:t>
            </a:r>
            <a:endParaRPr lang="en-US" dirty="0">
              <a:cs typeface="Corbel"/>
            </a:endParaRPr>
          </a:p>
          <a:p>
            <a:pPr>
              <a:spcBef>
                <a:spcPts val="635"/>
              </a:spcBef>
              <a:buClr>
                <a:srgbClr val="595959"/>
              </a:buClr>
              <a:buFont typeface="Arial MT"/>
              <a:buChar char="●"/>
            </a:pPr>
            <a:endParaRPr lang="en-US" dirty="0">
              <a:cs typeface="Corbel"/>
            </a:endParaRPr>
          </a:p>
          <a:p>
            <a:pPr marL="354965" indent="-342265">
              <a:buClr>
                <a:srgbClr val="595959"/>
              </a:buClr>
              <a:buFont typeface="Arial MT"/>
              <a:buChar char="●"/>
              <a:tabLst>
                <a:tab pos="354965" algn="l"/>
              </a:tabLst>
            </a:pPr>
            <a:r>
              <a:rPr lang="en-US" dirty="0">
                <a:cs typeface="Corbel"/>
              </a:rPr>
              <a:t>Matrix</a:t>
            </a:r>
            <a:r>
              <a:rPr lang="en-US" spc="-20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multiplication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can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be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done</a:t>
            </a:r>
            <a:r>
              <a:rPr lang="en-US" spc="-15" dirty="0">
                <a:cs typeface="Corbel"/>
              </a:rPr>
              <a:t> </a:t>
            </a:r>
            <a:r>
              <a:rPr lang="en-US" dirty="0">
                <a:cs typeface="Corbel"/>
              </a:rPr>
              <a:t>efficiently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with</a:t>
            </a:r>
            <a:r>
              <a:rPr lang="en-US" spc="-20" dirty="0">
                <a:cs typeface="Corbel"/>
              </a:rPr>
              <a:t> </a:t>
            </a:r>
            <a:r>
              <a:rPr lang="en-US" spc="-10" dirty="0">
                <a:cs typeface="Corbel"/>
              </a:rPr>
              <a:t>GPUs.</a:t>
            </a:r>
            <a:endParaRPr lang="en-US" dirty="0">
              <a:cs typeface="Corbel"/>
            </a:endParaRPr>
          </a:p>
          <a:p>
            <a:pPr marL="812165" lvl="1" indent="-316865">
              <a:spcBef>
                <a:spcPts val="229"/>
              </a:spcBef>
              <a:buClr>
                <a:srgbClr val="595959"/>
              </a:buClr>
              <a:buChar char="○"/>
              <a:tabLst>
                <a:tab pos="812165" algn="l"/>
              </a:tabLst>
            </a:pPr>
            <a:r>
              <a:rPr lang="en-US" spc="-10" dirty="0">
                <a:cs typeface="Corbel"/>
              </a:rPr>
              <a:t>Therefore,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forward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pass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is</a:t>
            </a:r>
            <a:r>
              <a:rPr lang="en-US" spc="-30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somewhat</a:t>
            </a:r>
            <a:r>
              <a:rPr lang="en-US" spc="-2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spc="-20" dirty="0">
                <a:solidFill>
                  <a:srgbClr val="C00000"/>
                </a:solidFill>
                <a:cs typeface="Corbel"/>
              </a:rPr>
              <a:t>fast</a:t>
            </a:r>
            <a:r>
              <a:rPr lang="en-US" spc="-20" dirty="0">
                <a:cs typeface="Corbel"/>
              </a:rPr>
              <a:t>.</a:t>
            </a:r>
            <a:endParaRPr lang="en-US" dirty="0">
              <a:cs typeface="Corbel"/>
            </a:endParaRPr>
          </a:p>
          <a:p>
            <a:pPr lvl="1">
              <a:spcBef>
                <a:spcPts val="530"/>
              </a:spcBef>
              <a:buClr>
                <a:srgbClr val="595959"/>
              </a:buClr>
              <a:buFont typeface="Corbel"/>
              <a:buChar char="○"/>
            </a:pPr>
            <a:endParaRPr lang="en-US" dirty="0">
              <a:cs typeface="Corbel"/>
            </a:endParaRPr>
          </a:p>
          <a:p>
            <a:pPr marL="354965" indent="-342265">
              <a:spcBef>
                <a:spcPts val="5"/>
              </a:spcBef>
              <a:buClr>
                <a:srgbClr val="595959"/>
              </a:buClr>
              <a:buFont typeface="Arial MT"/>
              <a:buChar char="●"/>
              <a:tabLst>
                <a:tab pos="354965" algn="l"/>
              </a:tabLst>
            </a:pPr>
            <a:r>
              <a:rPr lang="en-US" dirty="0">
                <a:cs typeface="Corbel"/>
              </a:rPr>
              <a:t>Complexity</a:t>
            </a:r>
            <a:r>
              <a:rPr lang="en-US" spc="-25" dirty="0">
                <a:cs typeface="Corbel"/>
              </a:rPr>
              <a:t> </a:t>
            </a:r>
            <a:r>
              <a:rPr lang="en-US" dirty="0">
                <a:cs typeface="Corbel"/>
              </a:rPr>
              <a:t>of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cs typeface="Corbel"/>
              </a:rPr>
              <a:t>forward</a:t>
            </a:r>
            <a:r>
              <a:rPr lang="en-US" spc="-30" dirty="0">
                <a:cs typeface="Corbel"/>
              </a:rPr>
              <a:t> </a:t>
            </a:r>
            <a:r>
              <a:rPr lang="en-US" dirty="0">
                <a:cs typeface="Corbel"/>
              </a:rPr>
              <a:t>pass,</a:t>
            </a:r>
            <a:r>
              <a:rPr lang="en-US" spc="-20" dirty="0"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linear</a:t>
            </a:r>
            <a:r>
              <a:rPr lang="en-US" spc="-2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of</a:t>
            </a:r>
            <a:r>
              <a:rPr lang="en-US" spc="-2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orbel"/>
              </a:rPr>
              <a:t>depth</a:t>
            </a:r>
            <a:r>
              <a:rPr lang="en-US" spc="-15" dirty="0">
                <a:solidFill>
                  <a:srgbClr val="C00000"/>
                </a:solidFill>
                <a:cs typeface="Corbel"/>
              </a:rPr>
              <a:t> </a:t>
            </a:r>
            <a:r>
              <a:rPr lang="en-US" dirty="0">
                <a:solidFill>
                  <a:srgbClr val="C00000"/>
                </a:solidFill>
                <a:cs typeface="Cambria Math"/>
              </a:rPr>
              <a:t>𝑂(𝐿)</a:t>
            </a:r>
            <a:r>
              <a:rPr lang="en-US" spc="350" dirty="0">
                <a:solidFill>
                  <a:srgbClr val="C00000"/>
                </a:solidFill>
                <a:cs typeface="Cambria Math"/>
              </a:rPr>
              <a:t> </a:t>
            </a:r>
            <a:r>
              <a:rPr lang="en-US" spc="-50" dirty="0">
                <a:cs typeface="Corbel"/>
              </a:rPr>
              <a:t>.</a:t>
            </a:r>
            <a:endParaRPr lang="en-US" dirty="0">
              <a:cs typeface="Corbel"/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Forward Step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330440" y="3201480"/>
              <a:ext cx="682200" cy="129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1080" y="3190320"/>
                <a:ext cx="702000" cy="1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0551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"/>
          <p:cNvSpPr txBox="1">
            <a:spLocks noGrp="1"/>
          </p:cNvSpPr>
          <p:nvPr>
            <p:ph type="title"/>
          </p:nvPr>
        </p:nvSpPr>
        <p:spPr>
          <a:xfrm>
            <a:off x="204400" y="231524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660" name="Google Shape;660;p31"/>
          <p:cNvGrpSpPr/>
          <p:nvPr/>
        </p:nvGrpSpPr>
        <p:grpSpPr>
          <a:xfrm>
            <a:off x="2983" y="6640492"/>
            <a:ext cx="12174329" cy="194601"/>
            <a:chOff x="0" y="3141936"/>
            <a:chExt cx="5760261" cy="92075"/>
          </a:xfrm>
        </p:grpSpPr>
        <p:sp>
          <p:nvSpPr>
            <p:cNvPr id="661" name="Google Shape;661;p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664" name="Google Shape;664;p31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65" name="Google Shape;665;p31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72</a:t>
            </a:fld>
            <a:r>
              <a:rPr lang="en-US"/>
              <a:t> / 67</a:t>
            </a:r>
            <a:endParaRPr/>
          </a:p>
        </p:txBody>
      </p:sp>
      <p:pic>
        <p:nvPicPr>
          <p:cNvPr id="667" name="Google Shape;6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080" y="1012421"/>
            <a:ext cx="11076357" cy="55079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455280" y="1553760"/>
              <a:ext cx="6162120" cy="4378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5560" y="1543320"/>
                <a:ext cx="6181920" cy="439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9650681"/>
      </p:ext>
    </p:extLst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4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cap="small" dirty="0">
                <a:solidFill>
                  <a:schemeClr val="tx1"/>
                </a:solidFill>
              </a:rPr>
              <a:t>ini</a:t>
            </a:r>
            <a:r>
              <a:rPr lang="en-US" dirty="0">
                <a:solidFill>
                  <a:schemeClr val="tx1"/>
                </a:solidFill>
              </a:rPr>
              <a:t>-B</a:t>
            </a:r>
            <a:r>
              <a:rPr lang="en-US" cap="small" dirty="0">
                <a:solidFill>
                  <a:schemeClr val="tx1"/>
                </a:solidFill>
              </a:rPr>
              <a:t>atch</a:t>
            </a:r>
            <a:r>
              <a:rPr lang="en-US" dirty="0">
                <a:solidFill>
                  <a:schemeClr val="tx1"/>
                </a:solidFill>
              </a:rPr>
              <a:t> S</a:t>
            </a:r>
            <a:r>
              <a:rPr lang="en-US" cap="small" dirty="0">
                <a:solidFill>
                  <a:schemeClr val="tx1"/>
                </a:solidFill>
              </a:rPr>
              <a:t>tochastic</a:t>
            </a:r>
            <a:r>
              <a:rPr lang="en-US" dirty="0">
                <a:solidFill>
                  <a:schemeClr val="tx1"/>
                </a:solidFill>
              </a:rPr>
              <a:t> G</a:t>
            </a:r>
            <a:r>
              <a:rPr lang="en-US" cap="small" dirty="0">
                <a:solidFill>
                  <a:schemeClr val="tx1"/>
                </a:solidFill>
              </a:rPr>
              <a:t>radient</a:t>
            </a:r>
            <a:r>
              <a:rPr lang="en-US" dirty="0">
                <a:solidFill>
                  <a:schemeClr val="tx1"/>
                </a:solidFill>
              </a:rPr>
              <a:t> D</a:t>
            </a:r>
            <a:r>
              <a:rPr lang="en-US" cap="small" dirty="0">
                <a:solidFill>
                  <a:schemeClr val="tx1"/>
                </a:solidFill>
              </a:rPr>
              <a:t>escent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1" name="Google Shape;561;p24"/>
          <p:cNvSpPr txBox="1"/>
          <p:nvPr/>
        </p:nvSpPr>
        <p:spPr>
          <a:xfrm>
            <a:off x="683306" y="1117063"/>
            <a:ext cx="8362497" cy="110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436" rIns="0" bIns="0" anchor="t" anchorCtr="0">
            <a:spAutoFit/>
          </a:bodyPr>
          <a:lstStyle/>
          <a:p>
            <a:pPr marL="26841" marR="10737">
              <a:lnSpc>
                <a:spcPct val="147700"/>
              </a:lnSpc>
            </a:pP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Core idea: </a:t>
            </a:r>
            <a:r>
              <a:rPr lang="en-US" sz="2219">
                <a:latin typeface="Arial"/>
                <a:ea typeface="Arial"/>
                <a:cs typeface="Arial"/>
                <a:sym typeface="Arial"/>
              </a:rPr>
              <a:t>Update parameters using gradients from mini-batches 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Update rule for layer </a:t>
            </a:r>
            <a:r>
              <a:rPr lang="en-US" sz="2536" i="1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219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21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4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4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73</a:t>
            </a:fld>
            <a:r>
              <a:rPr lang="en-US"/>
              <a:t> / 67</a:t>
            </a:r>
            <a:endParaRPr/>
          </a:p>
        </p:txBody>
      </p:sp>
      <p:pic>
        <p:nvPicPr>
          <p:cNvPr id="565" name="Google Shape;5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850" y="2173392"/>
            <a:ext cx="10256287" cy="39578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3793680" y="1598760"/>
              <a:ext cx="4461840" cy="1612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83960" y="1588320"/>
                <a:ext cx="4482000" cy="16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6716880" y="2154960"/>
              <a:ext cx="1003320" cy="891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05720" y="2142000"/>
                <a:ext cx="1027800" cy="91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3722126"/>
      </p:ext>
    </p:extLst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5"/>
          <p:cNvSpPr txBox="1">
            <a:spLocks noGrp="1"/>
          </p:cNvSpPr>
          <p:nvPr>
            <p:ph type="title"/>
          </p:nvPr>
        </p:nvSpPr>
        <p:spPr>
          <a:xfrm>
            <a:off x="204400" y="231525"/>
            <a:ext cx="11207663" cy="5854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32178" rIns="0" bIns="0" rtlCol="0" anchor="t" anchorCtr="0">
            <a:spAutoFit/>
          </a:bodyPr>
          <a:lstStyle/>
          <a:p>
            <a:pPr marL="26841" rtl="0"/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cap="small" dirty="0">
                <a:solidFill>
                  <a:schemeClr val="tx1"/>
                </a:solidFill>
              </a:rPr>
              <a:t>raining</a:t>
            </a:r>
            <a:r>
              <a:rPr lang="en-US" dirty="0">
                <a:solidFill>
                  <a:schemeClr val="tx1"/>
                </a:solidFill>
              </a:rPr>
              <a:t> A</a:t>
            </a:r>
            <a:r>
              <a:rPr lang="en-US" cap="small" dirty="0">
                <a:solidFill>
                  <a:schemeClr val="tx1"/>
                </a:solidFill>
              </a:rPr>
              <a:t>lgorithm</a:t>
            </a:r>
            <a:r>
              <a:rPr lang="en-US" dirty="0">
                <a:solidFill>
                  <a:schemeClr val="tx1"/>
                </a:solidFill>
              </a:rPr>
              <a:t>: M</a:t>
            </a:r>
            <a:r>
              <a:rPr lang="en-US" cap="small" dirty="0">
                <a:solidFill>
                  <a:schemeClr val="tx1"/>
                </a:solidFill>
              </a:rPr>
              <a:t>ini</a:t>
            </a:r>
            <a:r>
              <a:rPr lang="en-US" dirty="0">
                <a:solidFill>
                  <a:schemeClr val="tx1"/>
                </a:solidFill>
              </a:rPr>
              <a:t>-B</a:t>
            </a:r>
            <a:r>
              <a:rPr lang="en-US" cap="small" dirty="0">
                <a:solidFill>
                  <a:schemeClr val="tx1"/>
                </a:solidFill>
              </a:rPr>
              <a:t>atch</a:t>
            </a:r>
            <a:r>
              <a:rPr lang="en-US" dirty="0">
                <a:solidFill>
                  <a:schemeClr val="tx1"/>
                </a:solidFill>
              </a:rPr>
              <a:t> SGD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571" name="Google Shape;571;p25"/>
          <p:cNvGrpSpPr/>
          <p:nvPr/>
        </p:nvGrpSpPr>
        <p:grpSpPr>
          <a:xfrm>
            <a:off x="2983" y="6615030"/>
            <a:ext cx="12174329" cy="220062"/>
            <a:chOff x="0" y="3129889"/>
            <a:chExt cx="5760261" cy="104122"/>
          </a:xfrm>
        </p:grpSpPr>
        <p:sp>
          <p:nvSpPr>
            <p:cNvPr id="572" name="Google Shape;572;p25"/>
            <p:cNvSpPr/>
            <p:nvPr/>
          </p:nvSpPr>
          <p:spPr>
            <a:xfrm>
              <a:off x="359994" y="3129889"/>
              <a:ext cx="5039995" cy="0"/>
            </a:xfrm>
            <a:custGeom>
              <a:avLst/>
              <a:gdLst/>
              <a:ahLst/>
              <a:cxnLst/>
              <a:rect l="l" t="t" r="r" b="b"/>
              <a:pathLst>
                <a:path w="5039995" h="120000" extrusionOk="0">
                  <a:moveTo>
                    <a:pt x="0" y="0"/>
                  </a:moveTo>
                  <a:lnTo>
                    <a:pt x="503999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573" name="Google Shape;573;p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3804"/>
            </a:p>
          </p:txBody>
        </p:sp>
      </p:grpSp>
      <p:sp>
        <p:nvSpPr>
          <p:cNvPr id="576" name="Google Shape;576;p25"/>
          <p:cNvSpPr txBox="1">
            <a:spLocks noGrp="1"/>
          </p:cNvSpPr>
          <p:nvPr>
            <p:ph type="ftr" idx="11"/>
          </p:nvPr>
        </p:nvSpPr>
        <p:spPr>
          <a:xfrm>
            <a:off x="1212164" y="6631480"/>
            <a:ext cx="1554122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77" name="Google Shape;577;p25"/>
          <p:cNvSpPr txBox="1"/>
          <p:nvPr/>
        </p:nvSpPr>
        <p:spPr>
          <a:xfrm>
            <a:off x="5508535" y="6631480"/>
            <a:ext cx="1258866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41">
              <a:lnSpc>
                <a:spcPct val="111666"/>
              </a:lnSpc>
            </a:pP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1268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L</a:t>
            </a:r>
            <a:r>
              <a:rPr lang="en-US" sz="1268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earning</a:t>
            </a:r>
            <a:endParaRPr sz="126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>
            <a:spLocks noGrp="1"/>
          </p:cNvSpPr>
          <p:nvPr>
            <p:ph type="sldNum" idx="12"/>
          </p:nvPr>
        </p:nvSpPr>
        <p:spPr>
          <a:xfrm>
            <a:off x="9828336" y="6631479"/>
            <a:ext cx="672534" cy="21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524"/>
            <a:fld id="{00000000-1234-1234-1234-123412341234}" type="slidenum">
              <a:rPr lang="en-US"/>
              <a:pPr marL="80524"/>
              <a:t>74</a:t>
            </a:fld>
            <a:r>
              <a:rPr lang="en-US"/>
              <a:t> / 67</a:t>
            </a:r>
            <a:endParaRPr/>
          </a:p>
        </p:txBody>
      </p:sp>
      <p:pic>
        <p:nvPicPr>
          <p:cNvPr id="579" name="Google Shape;5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266" y="1066341"/>
            <a:ext cx="10564344" cy="533960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438120" y="1444320"/>
              <a:ext cx="11501640" cy="244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680" y="1435680"/>
                <a:ext cx="11522160" cy="24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8814600" y="3376800"/>
              <a:ext cx="3218760" cy="2845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00560" y="3366000"/>
                <a:ext cx="3244320" cy="28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1851797"/>
      </p:ext>
    </p:extLst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1400" y="170280"/>
              <a:ext cx="11987640" cy="5895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040" y="161280"/>
                <a:ext cx="12011400" cy="591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16566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376" y="1512782"/>
            <a:ext cx="9573243" cy="2732030"/>
          </a:xfrm>
        </p:spPr>
        <p:txBody>
          <a:bodyPr/>
          <a:lstStyle/>
          <a:p>
            <a:r>
              <a:rPr lang="en-US" dirty="0"/>
              <a:t>Let’s say you have </a:t>
            </a:r>
            <a:r>
              <a:rPr lang="en-US" b="1" dirty="0"/>
              <a:t>10,000 images</a:t>
            </a:r>
            <a:r>
              <a:rPr lang="en-US" dirty="0"/>
              <a:t> to train on.</a:t>
            </a:r>
          </a:p>
          <a:p>
            <a:r>
              <a:rPr lang="en-US" dirty="0"/>
              <a:t>With mini‑batch size = </a:t>
            </a:r>
            <a:r>
              <a:rPr lang="en-US" b="1" dirty="0"/>
              <a:t>64</a:t>
            </a:r>
            <a:r>
              <a:rPr lang="en-US" dirty="0"/>
              <a:t>, your training steps per epoch:</a:t>
            </a:r>
          </a:p>
          <a:p>
            <a:r>
              <a:rPr lang="en-US" dirty="0"/>
              <a:t>10,000 ÷ 64 ≈ </a:t>
            </a:r>
            <a:r>
              <a:rPr lang="en-US" b="1" dirty="0"/>
              <a:t>157 steps</a:t>
            </a:r>
            <a:endParaRPr lang="en-US" dirty="0"/>
          </a:p>
          <a:p>
            <a:r>
              <a:rPr lang="en-US" dirty="0"/>
              <a:t>Each step:</a:t>
            </a:r>
          </a:p>
          <a:p>
            <a:r>
              <a:rPr lang="en-US" dirty="0"/>
              <a:t>Look at 64 images</a:t>
            </a:r>
          </a:p>
          <a:p>
            <a:r>
              <a:rPr lang="en-US" dirty="0"/>
              <a:t>Compute gradients</a:t>
            </a:r>
          </a:p>
          <a:p>
            <a:r>
              <a:rPr lang="en-US" dirty="0"/>
              <a:t>Update weights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6293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28" ma:contentTypeDescription="Create a new document." ma:contentTypeScope="" ma:versionID="11a916d1e94bd1bb6d914844844e1cdd">
  <xsd:schema xmlns:xsd="http://www.w3.org/2001/XMLSchema" xmlns:xs="http://www.w3.org/2001/XMLSchema" xmlns:p="http://schemas.microsoft.com/office/2006/metadata/properties" xmlns:ns2="e1b5d412-63f5-4184-9493-34a8c46e02de" targetNamespace="http://schemas.microsoft.com/office/2006/metadata/properties" ma:root="true" ma:fieldsID="1e0578eda6e1d26074e234792d95a015" ns2:_="">
    <xsd:import namespace="e1b5d412-63f5-4184-9493-34a8c46e02d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71CF786A-8DD8-412F-B198-97ABC7B579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d412-63f5-4184-9493-34a8c46e02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34B986-FEAC-496F-835F-1768237F35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A8E50A-3907-45AB-8BE8-4E34E38B5674}">
  <ds:schemaRefs>
    <ds:schemaRef ds:uri="http://schemas.microsoft.com/office/2006/metadata/properties"/>
    <ds:schemaRef ds:uri="http://schemas.microsoft.com/office/infopath/2007/PartnerControls"/>
    <ds:schemaRef ds:uri="e1b5d412-63f5-4184-9493-34a8c46e02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Microsoft Office PowerPoint</Application>
  <PresentationFormat>Widescreen</PresentationFormat>
  <Paragraphs>729</Paragraphs>
  <Slides>76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93" baseType="lpstr">
      <vt:lpstr>Arial</vt:lpstr>
      <vt:lpstr>Arial MT</vt:lpstr>
      <vt:lpstr>Bookman Old Style</vt:lpstr>
      <vt:lpstr>Calibri</vt:lpstr>
      <vt:lpstr>Cambria</vt:lpstr>
      <vt:lpstr>Cambria Math</vt:lpstr>
      <vt:lpstr>Comic Sans MS</vt:lpstr>
      <vt:lpstr>Corbel</vt:lpstr>
      <vt:lpstr>Google Sans Text</vt:lpstr>
      <vt:lpstr>Lucida Sans</vt:lpstr>
      <vt:lpstr>Lucida Sans Unicode</vt:lpstr>
      <vt:lpstr>Symbol</vt:lpstr>
      <vt:lpstr>Tahoma</vt:lpstr>
      <vt:lpstr>Times New Roman</vt:lpstr>
      <vt:lpstr>Wingdings</vt:lpstr>
      <vt:lpstr>1_Office Theme</vt:lpstr>
      <vt:lpstr>2_Office Theme</vt:lpstr>
      <vt:lpstr> Deep Neural Network</vt:lpstr>
      <vt:lpstr>Deep Neural Network</vt:lpstr>
      <vt:lpstr>PowerPoint Presentation</vt:lpstr>
      <vt:lpstr>XOR using MLP </vt:lpstr>
      <vt:lpstr>Power of MLP</vt:lpstr>
      <vt:lpstr>A Perceptron decision boundary</vt:lpstr>
      <vt:lpstr>Composing complicated “decision” boundaries</vt:lpstr>
      <vt:lpstr>Composing complicated “decision” boundaries </vt:lpstr>
      <vt:lpstr>Composing complicated “decision” boundaries </vt:lpstr>
      <vt:lpstr>Composing complicated “decision” boundaries </vt:lpstr>
      <vt:lpstr>Composing complicated “decision” boundaries </vt:lpstr>
      <vt:lpstr>Composing complicated “decision” boundaries </vt:lpstr>
      <vt:lpstr>Composing complicated “decision” boundaries </vt:lpstr>
      <vt:lpstr>More complex decision boundaries</vt:lpstr>
      <vt:lpstr>More complex decision boundaries</vt:lpstr>
      <vt:lpstr>What is Non-Linearity?</vt:lpstr>
      <vt:lpstr>Deep Feed-Forward Neural Network (DFNN)</vt:lpstr>
      <vt:lpstr>DFNN Architecture</vt:lpstr>
      <vt:lpstr>What is Multi-class Classification?</vt:lpstr>
      <vt:lpstr>PowerPoint Presentation</vt:lpstr>
      <vt:lpstr>Examples of Multi-class Classification</vt:lpstr>
      <vt:lpstr>Multi-class Classification:  Visual Example</vt:lpstr>
      <vt:lpstr>Data Representation</vt:lpstr>
      <vt:lpstr>One-Hot Encoding</vt:lpstr>
      <vt:lpstr>PowerPoint Presentation</vt:lpstr>
      <vt:lpstr>Multi-class Model Architecture</vt:lpstr>
      <vt:lpstr>The Softmax Function</vt:lpstr>
      <vt:lpstr>Properties of Softmax</vt:lpstr>
      <vt:lpstr>Softmax Example: Numerical Computation</vt:lpstr>
      <vt:lpstr>Categorical Cross-Entropy Loss</vt:lpstr>
      <vt:lpstr>PowerPoint Presentation</vt:lpstr>
      <vt:lpstr>Why Categorical Cross-Entropy?</vt:lpstr>
      <vt:lpstr>PowerPoint Presentation</vt:lpstr>
      <vt:lpstr>PowerPoint Presentation</vt:lpstr>
      <vt:lpstr>PowerPoint Presentation</vt:lpstr>
      <vt:lpstr>The Flow of Computations in Neural Networks </vt:lpstr>
      <vt:lpstr>PowerPoint Presentation</vt:lpstr>
      <vt:lpstr>Computation Graph – Binary Classification</vt:lpstr>
      <vt:lpstr>DFNN Architecture</vt:lpstr>
      <vt:lpstr>Formalizing Neural Network Construction</vt:lpstr>
      <vt:lpstr>PowerPoint Presentation</vt:lpstr>
      <vt:lpstr>2-layer NN</vt:lpstr>
      <vt:lpstr>Example (without vectorization)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Vectorizing Input and All Variables</vt:lpstr>
      <vt:lpstr>Forward propagation equations</vt:lpstr>
      <vt:lpstr>PowerPoint Presentation</vt:lpstr>
      <vt:lpstr>Dimensions for 1 training example:</vt:lpstr>
      <vt:lpstr>Total Parameters in Network</vt:lpstr>
      <vt:lpstr>Forward Pass Algorithm</vt:lpstr>
      <vt:lpstr>Layer-wise Computation</vt:lpstr>
      <vt:lpstr>Forward Pass: Vectorized for Mini-Batch</vt:lpstr>
      <vt:lpstr>PowerPoint Presentation</vt:lpstr>
      <vt:lpstr>Example for broadcasting for bias </vt:lpstr>
      <vt:lpstr>PowerPoint Presentation</vt:lpstr>
      <vt:lpstr>Forward Step</vt:lpstr>
      <vt:lpstr>Loss Computation</vt:lpstr>
      <vt:lpstr>Mini-Batch Stochastic Gradient Descent</vt:lpstr>
      <vt:lpstr>Training Algorithm: Mini-Batch SGD</vt:lpstr>
      <vt:lpstr>PowerPoint Presentation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2026-01-30T14:39:38Z</dcterms:created>
  <dcterms:modified xsi:type="dcterms:W3CDTF">2026-02-22T16:08:06Z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