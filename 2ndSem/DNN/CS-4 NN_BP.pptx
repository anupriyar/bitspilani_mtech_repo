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4"/>
    <p:sldMasterId id="2147483720" r:id="rId5"/>
  </p:sldMasterIdLst>
  <p:notesMasterIdLst>
    <p:notesMasterId r:id="rId37"/>
  </p:notesMasterIdLst>
  <p:sldIdLst>
    <p:sldId id="408" r:id="rId6"/>
    <p:sldId id="409" r:id="rId7"/>
    <p:sldId id="410" r:id="rId8"/>
    <p:sldId id="689" r:id="rId9"/>
    <p:sldId id="609" r:id="rId10"/>
    <p:sldId id="610" r:id="rId11"/>
    <p:sldId id="611" r:id="rId12"/>
    <p:sldId id="632" r:id="rId13"/>
    <p:sldId id="615" r:id="rId14"/>
    <p:sldId id="617" r:id="rId15"/>
    <p:sldId id="620" r:id="rId16"/>
    <p:sldId id="622" r:id="rId17"/>
    <p:sldId id="624" r:id="rId18"/>
    <p:sldId id="626" r:id="rId19"/>
    <p:sldId id="627" r:id="rId20"/>
    <p:sldId id="674" r:id="rId21"/>
    <p:sldId id="706" r:id="rId22"/>
    <p:sldId id="755" r:id="rId23"/>
    <p:sldId id="756" r:id="rId24"/>
    <p:sldId id="757" r:id="rId25"/>
    <p:sldId id="758" r:id="rId26"/>
    <p:sldId id="703" r:id="rId27"/>
    <p:sldId id="759" r:id="rId28"/>
    <p:sldId id="760" r:id="rId29"/>
    <p:sldId id="761" r:id="rId30"/>
    <p:sldId id="714" r:id="rId31"/>
    <p:sldId id="709" r:id="rId32"/>
    <p:sldId id="710" r:id="rId33"/>
    <p:sldId id="711" r:id="rId34"/>
    <p:sldId id="712" r:id="rId35"/>
    <p:sldId id="283" r:id="rId3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05" autoAdjust="0"/>
  </p:normalViewPr>
  <p:slideViewPr>
    <p:cSldViewPr>
      <p:cViewPr varScale="1">
        <p:scale>
          <a:sx n="71" d="100"/>
          <a:sy n="71" d="100"/>
        </p:scale>
        <p:origin x="178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04:39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13899 5456 755 0,'0'0'242'16,"0"0"-16"-16,0 0-16 16,0 0-41-16,0 0 56 15,0 0-67-15,-18-12-44 16,18 12-36-16,0 0-14 16,0 0-16-16,13 0-21 15,13 1 15-15,11 7 21 16,9 3-6-16,6 0-14 15,7 1-12-15,2 1 5 16,4 0-4-16,1-1-11 16,-2-2-3-16,2 0-3 0,-5-1 6 15,3-1-9-15,-3-2-2 16,0 0-1-16,2-1 0 16,1 0-1-16,2-3-2 15,-1 1-5-15,1-1 10 16,-2 0-5-16,-3-2-5 15,0 2 12-15,-1-2-12 16,0 0 0-16,1 0-1 16,2 0 1-16,1 0 1 15,0 0-1-15,2 1-1 16,2 3 1-16,-1-1 0 16,-1 1 1-16,0 2 4 0,-2 1-6 15,-5-1 1-15,-2 0 0 16,-2 2 1-16,-4-2-1 15,1 1 0-15,2-1 0 16,0-2 0-16,7-1 0 16,1 1 0-16,2-1 0 15,0-1 0-15,2 1-1 16,1-1 0-16,-3 3-4 16,0 0 4-16,-1-2 1 15,-2 1 0-15,-4 1-1 16,1-3 2-16,-6 1-1 15,4 0 1-15,-4-3-1 16,1 2 1-16,-3-2 4 16,-1 1-6-16,-4-1 1 15,1 2-1-15,-1-1 1 0,1-1 0 16,0 1 1-16,2 3-1 16,1-1 0-16,-1-1 0 15,2 1-1-15,0 0 1 16,0 0 5-16,1 0-5 15,-3 0-1-15,3 2 1 16,-1 1 6-16,-2-3-5 16,1 4 13-16,-2-2-6 15,1 0 0-15,-1 2-8 16,-1-2 11-16,0 0-3 0,1 2 1 16,2-2-1-1,0 0 0-15,2 0 8 0,1 0-8 16,-1 1 0-1,1 0-3-15,2-1 0 0,-5 3-6 16,2-4 8-16,-2 4-8 16,-3-1 1-16,0-1 5 15,-2 0-5-15,2 2 0 16,-1 0 6-16,1 1-6 16,0-3 5-16,0 3 0 15,0-1-5-15,1 0 6 16,-4 0-5-16,3 0 5 15,-1-1-5-15,4 1 4 16,0 0-5-16,3 0 0 16,3 0 6-16,-2-1-6 0,5 1 1 15,0 1-1-15,2 0 1 16,1 0 3-16,0 0-4 16,-4-1-1-16,0 0 1 15,-2-2-1-15,-1 0 2 16,-1-1-1-16,-2-2 0 15,1 0 5-15,0 0-4 16,2 0-2-16,-3 0 9 16,0-3-1-16,1 4-2 15,-3-1 1-15,2-2 2 16,2 2-3-16,2-1 9 16,0-1 9-16,1 2-4 15,2-1-7-15,0 1 10 0,2 0 2 16,1 0-10-1,-1-2-4-15,-4 1-10 0,-5 1 7 16,-6-3 1-16,-4 0-8 16,-3 0 11-16,-7 0-10 15,-5 0 4-15,-2 0-6 16,-5-3 1-16,0-1 6 16,-2 1-1-16,-2-2-5 15,-2 3 0-15,-4-1 5 16,0 2-5-16,-4-1 1 15,-1 2-1-15,-4 0 1 16,0 0 0-16,-2 0-2 16,-36 0-24-16,-97-1-85 15,6-7-450-15,-31-6-1326 0</inkml:trace>
  <inkml:trace contextRef="#ctx0" brushRef="#br0" timeOffset="2289.79">19815 3900 1211 0,'0'0'346'0,"0"0"-207"15,0 0 68-15,0 0 9 16,0 0 8-16,0 0-75 16,-39-30-69-16,24 65-56 15,-5 13 11-15,-4 9 12 16,4-2-18-16,3 6-8 16,-1-5-7-16,3-4-7 15,1-4-7-15,-2-7 0 16,2-8-1-16,2-10-44 15,-3-7-31-15,4-6 9 16,1-10 24-16,-2-2 22 0,1-22 20 16,4-6-5-16,4-6 6 15,3-2 8-15,0 5 6 16,0 7 9-16,3 10 8 16,1 8 3-16,3 8-12 15,2 0-11-15,5 5 7 16,3 13 16-16,7 2-4 15,-1 7-12-15,3-1-3 16,-1 2-14-16,-2-6 0 16,4-4 5-16,-2-4-5 15,-1-7-1-15,-1-5-1 0,-3-2-10 16,-1-6-5-16,-1-14-7 16,0-8-2-16,-3-1 19 15,-6-5 6-15,-1 1 0 16,-4 8 0-16,-3 8 9 15,-1 10 7-15,0 7 8 16,-5 11-12-16,-11 16-5 16,-4 12 8-16,-1 7 9 15,0 7-8-15,3-1-5 16,3-1-11-16,5-3 0 16,2 7-27-16,2-14-192 15,0-13-579-15</inkml:trace>
  <inkml:trace contextRef="#ctx0" brushRef="#br0" timeOffset="3032.35">19396 2941 773 0,'0'0'675'0,"0"0"-427"16,0 0 41-16,-14-86-15 15,6 84-104-15,-3 5-110 16,-3 29-41-16,-7 17-9 15,-2 9 11-15,-3 7 39 16,-1 3-16-16,3-5 10 16,1-6-5-16,3-4-28 15,4-10-13-15,-1-6 2 16,5-9-9-16,3-12 0 16,6-8 0-16,3-8 6 0,0-14 17 15,7-16-13-15,12-9-11 16,6 2 2-16,1 1 7 15,3 11-2-15,0 10-6 16,-4 8 1-16,0 7-2 16,-1 0-5-16,0 16-3 15,-2 4 1-15,1 3-1 16,-5 1-1-16,7 6-58 16,-7-6-179-16,-3-7-373 0</inkml:trace>
  <inkml:trace contextRef="#ctx0" brushRef="#br0" timeOffset="3178.22">19546 3179 1493 0,'0'0'280'16,"0"0"-44"-16,0 0-138 16,0 0-63-16,0 0-35 15,0 0-115-15,0 0-391 0</inkml:trace>
  <inkml:trace contextRef="#ctx0" brushRef="#br0" timeOffset="3695.11">19667 2925 1209 0,'0'0'483'16,"0"0"-217"-16,0 0-31 0,0 0-133 15,0 0 38 1,-33 81 10-16,32-34-44 0,1 3-23 15,0-1 4-15,0-3-35 16,0-7-31-16,3-5-11 16,0-11-8-16,-2-5 6 15,-1-13-7-15,0-5-1 16,0-11 0-16,0-21-36 16,0-26-23-16,0-33 18 15,4-36 2-15,9-7 2 16,6 22 28-16,-3 33 9 15,-4 41 0-15,-2 17-38 16,3 5 8-16,4 0 9 16,4 5 9-16,1 8-8 0,4 3 6 15,-5 11 13-15,-5 17 1 16,-8 9-2-16,-8 8 2 16,0 6 15-16,-18 3 7 15,-14-2 16-15,-3-6 0 16,-4-4-2-16,-1-11-13 15,5-4-9-15,9-10-5 16,6-5 0-16,8-5 5 16,8-4 5-16,4-1-1 15,0-1-17-15,6 2 1 16,14 0 20-16,6 0-6 0,7 1-2 16,1-3-13-1,3-1 1-15,1 0-2 0,8 0-10 16,-10 0-165-1,-11-1-408-15</inkml:trace>
  <inkml:trace contextRef="#ctx0" brushRef="#br0" timeOffset="3871.12">20182 3005 2230 0,'0'0'534'0,"0"0"-354"15,0 0-85-15,0 0-34 16,0 0-36-16,0 0-25 16,0 0-37-16,-56 33-343 0,13-15-694 15</inkml:trace>
  <inkml:trace contextRef="#ctx0" brushRef="#br0" timeOffset="5224.53">14133 3832 1265 0,'0'0'331'16,"0"0"11"-16,0 0-138 16,0 0-92-16,0 0-63 15,0 0 1-15,-25 92 20 16,19-45-21-16,0-4-25 0,-2-6-7 16,2-9-15-1,2-8 5-15,1-9-6 0,-2-4 8 16,0-7-3-16,0-4 16 15,-4-18-3-15,5-12-4 16,2-11 3-16,2-9-3 16,5-1-6-16,10 5 0 15,5 11-2-15,3 16 7 16,2 16-2-16,2 7-11 16,3 16 9-16,-2 19 9 15,0 5-8-15,-8 6-4 16,0 0-6-16,-5-3-1 15,-4-5 0-15,-3-4-27 16,-7-2-151-16,-1-9-334 16,0-10-446-16</inkml:trace>
  <inkml:trace contextRef="#ctx0" brushRef="#br0" timeOffset="5593.18">14321 3892 1227 0,'0'0'204'16,"0"0"-106"-16,0 0-7 15,0 0 23-15,0 0-12 0,35 78-24 16,-15-70-21 0,1-7 0-16,-3-1-14 15,0-7 7-15,-2-12 10 0,-1-9-8 16,-6-1-23-1,-4-4-5-15,-5 0 10 0,0 0 31 16,-9 3-7-16,-8 8-6 16,-2 7-9-16,-2 7 3 15,0 8-6-15,0 3-17 16,0 19-8-16,3 10-3 16,2 6 1-16,5 8 0 15,7-3-5-15,4 1-7 16,3-6 0-16,18-6 0 15,11-5-1-15,37-10-52 16,-9-7-251-16,-5-10-387 0</inkml:trace>
  <inkml:trace contextRef="#ctx0" brushRef="#br0" timeOffset="6059.67">14665 3747 1245 0,'0'0'306'0,"0"0"-26"16,0 0-115-16,0 0 9 16,-22 81 11-16,22-46-71 15,0 1-10-15,0-2-35 16,2-4-36-16,5-4-11 16,1-7-12-16,2-7-4 0,-2-7-6 15,4-5 6-15,1 0-5 16,0-17-1-16,2-10-36 15,-1-4-15-15,-1-1 32 16,-3 1 18-16,-4 7 0 16,1 3 1-16,-3 9 8 15,-4 6 0-15,0 6 11 16,0 0 1-16,0 11-19 16,0 10 15-16,1 6 15 15,1-1-4-15,5-1-4 16,2-4-4-16,3-5 9 15,2-6 2-15,2-7 14 16,2-3 11-16,4-5 9 16,1-16-26-16,1-7-15 15,-2-7-11-15,-3-8-4 0,-4-4-7 16,-3-6 5-16,-6 3 0 16,-6 8-6-16,0 11-12 15,-21 20-90-15,-4 8-162 16,1 3-420-16</inkml:trace>
  <inkml:trace contextRef="#ctx0" brushRef="#br0" timeOffset="7421.16">17167 3995 1099 0,'0'0'317'0,"0"0"28"0,0 0-106 15,0 0-72-15,0 0 0 16,-94-28-67-16,66 42-19 15,-2 8-3-15,4 5-8 16,6 2-14-16,6 0-17 16,10 3-11-16,4-2-10 15,6-3-9-15,17-7 2 16,9-5-5-16,7-10 13 16,4-5-4-16,0-5-4 15,-1-18-5-15,-4-6-5 16,-9-1 1-16,-11-5-1 15,-10-5 6-15,-8-1-6 16,-5-1-1-16,-16 1-10 0,-8 6 8 16,-3 9-5-16,-6 14-10 15,4 9-32-15,3 3-27 16,7 11 3-16,11 8-54 16,13 9-122-16,15-6-107 15,8-4-310-15</inkml:trace>
  <inkml:trace contextRef="#ctx0" brushRef="#br0" timeOffset="7646.77">17377 3739 1587 0,'0'0'365'0,"0"0"10"15,0 0-210-15,0 0-73 16,0 0-43-16,0 0 7 15,-3 93 6-15,11-42-10 16,1 1-11-16,1 1-20 16,-1-4-11-16,2-4-10 15,2-3-6-15,3-3-174 16,-2-9-386-16,-4-13-589 0</inkml:trace>
  <inkml:trace contextRef="#ctx0" brushRef="#br0" timeOffset="8088.05">17617 3905 1594 0,'0'0'306'15,"0"0"16"-15,0 0-128 16,0 0-74-16,-92 34-1 16,70-6-20-16,2 6-14 15,8 0-33-15,6-1-25 16,6-3-14-16,0-7-1 15,12-3-6-15,9-8-6 16,4-9-1-16,4-3-1 16,-3-10 1-16,0-12-5 15,-5-10-13-15,-6-10-2 16,-6-21 8-16,-9-25 7 16,0-20 6-16,-6 7 1 15,-5 23 8-15,4 29-3 0,1 23-6 16,-2 3-9-1,1 5-4-15,1 3-1 0,1 9 2 16,1 6 6-16,4 1 5 16,0 23-17-16,0 10 8 15,0 13 10-15,3 21 28 16,11 17 10-16,5 13 24 16,-1-10-12-16,-5-20 4 15,-4-24-17-15,-2-17-19 16,1 1-18-16,3 3-5 15,8 8-186-15,1-11-411 16,-4-13-1490-16</inkml:trace>
  <inkml:trace contextRef="#ctx0" brushRef="#br0" timeOffset="11585.55">20559 4035 126 0,'0'0'137'0,"0"0"-52"0,0 0 10 16,0 0 29 0,0 0-3-16,0 0-59 0,0 0-8 15,-28-46 63 1,24 36-25-16,0 2-18 0,-3 0-16 15,1 1-12-15,0 4 43 16,-2-2 3-16,-2 2-5 16,-1 1-1-16,-1 1 28 15,-4 1 8-15,0 0-12 16,-2 0-28-16,-3 0-6 16,3 0-2-16,-2 0-1 15,1 0-17-15,4 0-27 16,-1 3-12-16,2 2-8 15,-2 1-3-15,2 5-5 16,-2-2 8-16,3 3 1 0,-2-1-8 16,4 2-1-1,1 0 5-15,-2 4 0 0,1 0 11 16,-1 5 22-16,-1 0-12 16,1 4 7-16,-1 1 0 15,2-1-15-15,-1 1 8 16,1 2-2-16,-2-3-5 15,2 2 2-15,-4 2 2 16,4 0 7-16,-4 1 5 16,1 0-18-16,0 3-6 15,0 1 0-15,0 0 6 16,2 2 19-16,0-3-1 16,4 1-24-16,1 0 3 15,1 2 0-15,1 1 4 0,1 0-6 16,3-1 5-16,-1 1-1 15,2-1-8-15,0 2 1 16,0-1-1-16,0 1 2 16,0 0-4-16,6-5-5 15,0-3-1-15,0-1 5 16,1-4-4-16,2 1-1 16,0-1 1-16,0-2-1 15,0-2 8-15,3-1-8 16,-2-1 0-16,1 0 1 15,1 1-1-15,0-3 7 16,1-2-8-16,-1 1 1 16,0 0 0-16,1-3 0 0,0 1 0 15,-2-3 0-15,1 3 0 16,0-2 0-16,0 0 0 16,-1-1-1-16,0 2 1 15,0-1-1-15,-3 2 0 16,3-1 0-16,-2-2 1 15,-1 3 0-15,-1 1-1 16,-1-1 1-16,3 0 0 16,-3-1 0-16,2-1 0 15,-1-2 0-15,2-2 1 16,0 2 0-16,3-2-2 0,-2 2 1 16,1 0 0-1,2 1 0-15,1 0-1 0,0-2 10 16,1 1-2-16,0 0-1 15,-1-2-6-15,-1 1 22 16,2-1-8-16,0 2 1 16,0-5 2-16,0 0 2 15,0 2-7-15,-2-3 1 16,4-1 2-16,-2 0 2 16,2-1 6-16,3-1-6 15,-1 0-3-15,7-2-1 16,-1 0-1-16,3 0-1 15,-1 0 1-15,3 0-1 16,-5 0 2-16,-1 0 4 16,2 0-2-16,-4 0 2 0,0 0-3 15,-2-3-3-15,0 0-3 16,1-2 0-16,0 1 11 16,2-2-4-16,0-4-2 15,1 4-1-15,-1-4 1 16,1 2 2-16,-1-2-2 15,0 1-5-15,-2-2-2 16,0 0-1-16,1 0 0 16,0-2-4-16,-1-2 4 15,2 1-5-15,0-1 5 16,0 0-6-16,-2-1 0 16,-2 1 0-16,-2-2 0 15,-1 3-5-15,-1-3 5 16,0 0 0-16,-2-2-6 15,1-1 6-15,-1 1 0 0,0-4 0 16,1 1 0-16,-1-3-14 16,1 0 8-16,-2 0 5 15,-1 0 0-15,2-3-14 16,-3 3-6-16,-1-1 15 16,-2-2 4-16,1 2 2 15,1-3-21-15,-3 0 3 16,0-1 17-16,-2-1 1 15,1-3 0-15,-2-2-1 16,1-3-21-16,-1-2-2 16,0 1 7-16,-3-1 1 15,1 1-2-15,-1 1 4 0,0 0 8 16,0 0 5-16,0 3-14 16,0-1 13-16,-1 2-10 15,-2 1-17-15,-4 3 12 16,0 0 4-16,0 0-19 15,0-1 2-15,-3 4 11 16,0-1 8-16,-2 3-4 16,-2-1 5-16,3 2-1 15,-5 2-8-15,2 1 1 16,-3 2 16-16,1 2-11 16,-1 0 5-16,0 4-1 15,-2-2 3-15,0 2 5 16,0 0 1-16,-3 0-1 0,0 0-8 15,-1-1-12 1,-1 1-1-16,-2 0 15 0,-3 1-2 16,-1-1-5-16,2 0 1 15,0 1 4-15,-2 3 8 16,2-4-8-16,-2 2-26 16,0 0 14-16,-1 1-4 15,1 2 12-15,-1 0 5 16,-1 1 7-16,-2 3-4 15,1 1 5-15,0 2 1 16,0 1 0-16,2 1 0 16,6 0-1-16,-1-2 0 15,1 2 0-15,4 0 0 0,-3-3-1 16,3 3 0-16,1-4 0 16,3 3 1-16,-1-2 1 15,3 2-1-15,-1-1-1 16,2 2 0-16,-2 0-19 15,2 0 11-15,1 0 8 16,0 0 0-16,-2 6 0 16,-3 2 0-16,0 6 1 15,-2 0-1-15,-2 1 1 16,0 2-1-16,-2 1 0 16,3-1-23-16,2 0 18 15,4-1 5-15,3-2 1 0,9-3-6 16,3 1-19-1,37 4-23-15,9-4-10 0,14-5-296 0</inkml:trace>
  <inkml:trace contextRef="#ctx0" brushRef="#br0" timeOffset="12089.58">21834 4878 1290 0,'0'0'314'0,"0"0"42"15,0 0-97-15,0 0-46 16,0 0-64-16,0 0-40 15,0 0-32-15,8-4-7 16,15 4 66-16,13 0-30 16,13 4-38-16,7-2-35 0,14-2-3 15,0 0-11-15,0 0-5 16,-6 0-7-16,-9 0-5 16,-12 0-1-16,-13 0-1 15,-13 0 1-15,-11 0-1 16,-6-2-8-16,0 2-31 15,-47-7-200-15,-3 1-350 16,-10-4-738-16</inkml:trace>
  <inkml:trace contextRef="#ctx0" brushRef="#br0" timeOffset="12457.12">21926 4599 1460 0,'0'0'275'15,"0"0"-110"-15,0 0 45 16,0 0 23-16,0 0-77 16,0 0-86-16,0 0-27 15,2-26-13-15,-14 40-11 16,-8 8 18-16,-6 7 26 15,-8 8-6-15,1 3-11 16,0 2-18-16,6 0 1 0,6 0-2 16,9-6-5-1,11-4-10-15,1-4-3 0,18-6-9 16,18-7 24-16,13-5 2 16,9-6-7-16,8-3-9 15,1-1-4-15,-2 0-6 16,-7-3-5-16,-2-10-122 15,-16 1-339-15,-19 1-899 0</inkml:trace>
  <inkml:trace contextRef="#ctx0" brushRef="#br0" timeOffset="12629.21">22383 5134 2362 0,'0'0'384'0,"0"0"-250"16,0 0-35-16,0 0 4 16,0 0-52-16,0 0-51 15,0 0-53-15,4 4-488 0</inkml:trace>
  <inkml:trace contextRef="#ctx0" brushRef="#br0" timeOffset="13379.23">18168 6395 309 0,'0'0'734'0,"0"0"-431"0,0 0 28 15,0 0-2-15,0 0-18 16,0 0-75-16,0 0-17 16,-3 0-44-16,3 0-76 15,0 0-50-15,13 4-18 16,13 1 13-16,11 2 1 16,23 2-9-16,8-4-14 15,4-2 2-15,1-1-6 0,-15-2-10 16,-1 2-7-1,-17-2 6-15,-16 0-6 0,-6 0 0 16,-14 0-1-16,-4 0 0 16,0 0-12-16,-50-9-139 15,0 0-345-15,-8-2-467 0</inkml:trace>
  <inkml:trace contextRef="#ctx0" brushRef="#br0" timeOffset="13891.25">18183 6165 912 0,'0'0'321'0,"0"0"-22"16,0 0-3-16,0 0-35 15,0 0-59-15,0 0-49 16,0 0-41-16,-2-11-28 16,-14 16-22-16,-14 14-15 15,-11 3 24-15,-12 7 16 16,-1 0-15-16,1 2-15 15,6-1 7-15,9-2-16 16,8-1-14-16,16-4-11 0,9 2-7 16,5-2 4-16,24-1 2 15,29 2 16-15,37-2-6 16,27-1-2-16,9-6-4 16,-19-4-13-16,-32-6-4 15,-25-3-7-15,-11-2 13 16,3 0 0-16,-4 0-14 15,-3 0 5-15,-14 0-5 16,-11 0-1-16,-7 0 0 16,-3 0 1-16,0 0-1 15,-18 0-25-15,-68 0-156 0,2 0-575 16,-14-4-1255-16</inkml:trace>
  <inkml:trace contextRef="#ctx0" brushRef="#br0" timeOffset="44684.52">11435 9053 1227 0,'0'0'258'0,"0"0"-79"16,0 0 2-16,0 0-23 15,0 0 38-15,94 51-41 0,-45-36-30 16,4-2-8 0,3-2-27-16,-1-3-5 0,-1-2-15 15,1-3-6 1,-3-3-30-16,-1 0-2 16,-1 0-7-16,3-6 2 0,-5-8-6 15,1-3 12-15,-5-5-12 16,1-3-5-16,-5 0-2 15,-5-4-2-15,-2 1 3 16,-7 1 3-16,-4-1-9 16,-6 2 9-16,-3-3 4 15,-7 2-4-15,-1-2-12 16,-2 0 5-16,-3-2 1 16,0-1 3-16,0 1-15 15,0-1 6-15,-3 1-5 16,-8-2 5-16,-5 1-5 0,-2 3-1 15,-7-1 1-15,-2 4 0 16,-7 2 0-16,-1 0 11 16,-8 0-6-16,-4-1-5 15,-6 3 0-15,-7 0 5 16,-6 3-4-16,-15 1-2 16,-13 3 3-16,7 2-2 15,11 4 1-15,10 4 4 16,12 2-5-16,-2 0 0 15,-2 0 0-15,9 0 0 16,8 3 5-16,8 0 2 16,5 0-7-16,6 0 8 0,1 0-8 15,0 0 0 1,-2 6 0-16,-2 5-1 0,0 6 1 16,-2 7-2-16,0 7 2 15,-1 3 0-15,2 5 0 16,3 3 0-16,3 2 5 15,5 4-4-15,6-1 4 16,6 4 1-16,3 2 7 16,0-3 2-16,17-2-5 15,7-3 7-15,7-2 10 16,4-8-4-16,6-2-4 16,1-7 2-16,1-5 4 15,2-3-2-15,0-5-14 16,-1-4-2-16,-2-4-7 15,0-2 6-15,-2-3-5 0,-2 0 4 16,2 0-6-16,-5 0-1 16,-6-5-4-16,-8 2 4 15,-8 1-4-15,-5 1-4 16,-4 1-26-16,-3-2-19 16,-1 1-25-16,0-2-28 15,0-7-125-15,0 5-289 16,-12-5-291-16</inkml:trace>
  <inkml:trace contextRef="#ctx0" brushRef="#br0" timeOffset="44847.57">11805 9154 1175 0,'0'0'1174'0,"0"0"-1029"16,0 0-90-16,0 0-35 15,0 0-20-15,-123-26-57 16,72 26-144-16,-4 0-480 0</inkml:trace>
  <inkml:trace contextRef="#ctx0" brushRef="#br0" timeOffset="59220.93">7433 14557 523 0,'0'0'12'0,"0"0"391"0,0 0-217 16,0 0-22-16,0 0 7 16,-6 1-4-16,7-1-33 15,17 0-12-15,6 0 5 16,15 4-1-16,11 4 25 16,15 0-33-16,3 3-25 15,4 4-21-15,-1 1-17 16,0 2-1-16,-4 2-12 15,-3 1-9-15,-1-1-11 16,-4 1 9-16,-1-2-8 16,-2-1 7-16,0-7-6 15,4-1-1-15,13-5 1 16,18-5 0-16,19 0-3 16,7 0 12-16,-10 4-7 15,-20 2-10-15,-28-2-4 0,-10 1-3 16,-5 1 0-16,12 0-8 15,22 1 0-15,22-2 5 16,18-1 1-16,2-1 4 16,-6-2-2-16,-11 2 3 15,-15 1-2-15,-15-1-1 16,-13 0 0-16,-13 0-1 16,0 1-2-16,8 0-5 15,9-1 5-15,10-1 0 16,0-1-5-16,12-1 8 15,11 0 0-15,-9 0-1 16,-10 0 1-16,-11 0-3 0,-13 2-5 16,5 2 8-16,6 1-7 15,-2 0-1-15,-3 1 7 16,-3 0-7-16,3-1 5 16,-1 0 0-16,4-2 2 15,5 1 1-15,1-1 1 16,1 1 2-16,3 1-3 15,-1-1 0-15,1 0-1 16,0 0 0-16,-1-4 0 16,2 0 5-16,-2 0 2 15,13 0 0-15,9-3 8 16,20-8 5-16,3-1-1 0,-7-3 5 16,-10 2-1-1,-22 1 1-15,-17 3-4 0,-19 0-4 16,-1 1 2-16,-1-1 1 15,5-1 4-15,-1 0-2 16,-7 0-7-16,-6 2 4 16,-2 0-10-16,-4 0-5 15,-5 1-5-15,-1 2-6 16,-1-1 1-16,-6 0 4 16,-1 2-4-16,-3 1 1 15,-6 0-1-15,2 2 0 16,-4 1 0-16,0-2-1 15,-15 2-27-15,-92 0-137 16,2 0-216-16,-32 0-945 0</inkml:trace>
  <inkml:trace contextRef="#ctx0" brushRef="#br0" timeOffset="63093.52">22858 17967 1377 0,'0'0'216'0,"0"0"-147"15,-10-81 52-15,1 47 57 0,0 2-56 16,-4 6-19-16,1 1 51 15,-1 5-56-15,-1 7-49 16,-1 1-18-16,0 6 0 16,-5-1-9-16,-4 0-7 15,-6-3-9-15,-6 1 12 16,-7-2-2-16,-8 2-5 16,-5-2-2-16,-6 2-8 15,-2-2 0-15,-2 3 0 16,1 1 0-16,-3 2 0 15,1-2-1-15,2 6 12 16,4-1-12-16,4 2 15 16,8 0-6-16,6 3 4 0,7 7-4 15,5 2-2 1,2 4-1-16,5 4-4 0,2 0-1 16,0 6 8-16,2 0 0 15,2 6-1-15,-1-2 1 16,4 3 0-16,0 0-3 15,0-1-5-15,4 2 7 16,1 5-7-16,1 1 7 16,-3 2-2-16,2 1 0 15,-2 4 2-15,-1 1 1 16,-4-2 1-16,2 3 4 16,-1 1-1-16,0-2 8 15,5 2-6-15,-2 0-3 16,2-6 0-16,2 1 3 0,5-5-3 15,2-6-6-15,2 1 12 16,0-6 3-16,0 2-2 16,5-3 11-16,5 0 1 15,1-3-7-15,2 0-3 16,-2 1-6-16,4-2-1 16,-1-1-5-16,1-1 13 15,0-5-14-15,0-1 2 16,1-2 2-16,-2-5 5 15,1 2-2-15,-2-5-3 16,0 2 0-16,2-3 3 16,3 1 0-16,2-1 4 15,5-3 8-15,3-1 3 16,5 1-5-16,4 2-8 0,5-4-11 16,3 0 7-16,6 0-12 15,4 0 1-15,5 0 5 16,2 0-6-16,2 0 7 15,1 0-7-15,-4 0 0 16,-2 0 0-16,0 0 0 16,-4 0 1-16,0-9 7 15,3-7-9-15,-4-2 2 16,1-6-1-16,-3 1 4 16,-4-1-5-16,-4-1 0 15,-6-1 6-15,-6 1 2 16,-3-2 2-16,-5 1 7 15,-2-5-16-15,-4 1 14 16,2-4-14-16,-1 0 0 0,-2-2 8 16,0-5-8-16,-2 1-1 15,2-3-4-15,-4-3 3 16,0 3-5-16,-2 1-14 16,-3-1 4-16,-2 3 4 15,-1 0-5-15,-2 4 2 16,-3 0 3-16,0-1 2 15,0 1-2-15,0 0 1 16,0 2-2-16,0-2-8 16,-3 2 1-16,-2 2-6 15,2 2 3-15,-2 5 7 16,0 4-1-16,-1 2 5 16,-3 2 0-16,1 3 5 0,-3 2-2 15,-2-1-6 1,-5 0 3-16,-3 1-5 0,-4 3-1 15,-7 1 0-15,-5 3-1 16,-3 2-1-16,-6 3 11 16,-1 0 9-16,4 0 0 15,7 0 0-15,11 0 0 16,8 0 1-16,9 0-1 16,3 0 1-16,5 0-1 15,0 0 0-15,0 0 0 16,0 0-24-16,-1 3-8 15,-4 9-24-15,-8 22-13 0,-1-3-211 16,1-2-722-16</inkml:trace>
  <inkml:trace contextRef="#ctx0" brushRef="#br0" timeOffset="64183.39">13287 16997 1128 0,'0'0'780'0,"0"0"-585"0,-35-77 21 15,27 60 78 1,3 14-99-16,-2 3-106 0,-3 41-62 15,-4 30 11 1,-2 29 25-16,2-2-19 0,3-17-14 16,6-25-16-1,3-20-7-15,1 6-6 0,-2 5-1 16,1 1-1-16,-1-6-93 16,-1-8-125-16,-5-9-43 15,-16-6-61-15,2-9-208 16,-7-9-152-16</inkml:trace>
  <inkml:trace contextRef="#ctx0" brushRef="#br0" timeOffset="64421.98">12794 17394 1098 0,'0'0'339'0,"0"0"-70"0,0 0 19 16,0 0-69-16,0 0-123 16,0 0 35-16,0 0 32 15,61 61-21-15,-32-23-30 16,3 3-18-16,1-2-27 15,1 0-30-15,0-3-10 16,5-7-15-16,-3-5-10 16,4-9 7-16,-2-7-2 15,0-6-7-15,-5-2-7 16,-2 0-80-16,-3-6-97 16,-3-3-72-16,2-3-59 15,-8 7-210-15,-8-4-264 0</inkml:trace>
  <inkml:trace contextRef="#ctx0" brushRef="#br0" timeOffset="64708.7">13441 17540 1485 0,'0'0'283'16,"0"0"-190"-1,-130 127-8-15,39-25 15 0,-1 12-65 16,10 1-17-16,11-15-18 15,30-36-276-15,-1-14-1293 0</inkml:trace>
  <inkml:trace contextRef="#ctx0" brushRef="#br0" timeOffset="68088.47">14418 15605 1315 0,'0'0'319'0,"0"0"-214"16,0 0-65-16,0 0 106 0,0 0 54 15,0 0-26-15,103 55-22 16,-17-42-21-16,32-3 3 16,10-3-28-16,-5-4-30 15,-28-1-29-15,-32 1-26 16,-20-1-8-16,-13 2-12 16,-3-1-1-16,-5 2-15 15,-4-1-79-15,-12-1-94 16,-6 2-14-16,0 0-68 15,-42-2-104-15,2 1-190 16,-8-2-243-16</inkml:trace>
  <inkml:trace contextRef="#ctx0" brushRef="#br0" timeOffset="68291.63">14617 15791 133 0,'0'0'1166'0,"0"0"-965"15,0 0-27-15,0 0 35 16,0 0 48-16,0 0-55 15,0 0-30-15,104 22-17 16,-18-19-36-16,21-3-36 16,-6 0-34-16,-21 0-24 15,-27-3-16-15,-18 3-7 16,-1-2-2-16,-2 2-34 16,-9 0-157-16,-11 0-164 15,-12 0-376-15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05:55.0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961 5567 1620 0,'0'0'301'16,"0"0"-184"-16,0 0 13 15,0 0-18-15,0 0-20 16,0 0 10-16,36 42 45 16,-2-14 1-16,6 1-37 15,-1 1-8-15,0-5-6 16,-5-10 5-16,3-8-17 16,-2-7-4-16,5-13 10 0,15-38-13 15,15-39 32-15,15-38-43 16,3-16-16-16,-6 2-4 15,-12 23-13-15,-19 36-7 16,-12 19-13-16,-11 22-1 16,-6 11-2-16,0-1-10 15,-1-1 11-15,1 3-3 16,-9 7-9-16,-5 10 1 16,-1 3 2-16,-7 3-3 15,0 7-12-15,0 0-74 16,-2 14-101-16,-36 43-56 15,4 0-278-15,-13 5-501 0</inkml:trace>
  <inkml:trace contextRef="#ctx0" brushRef="#br0" timeOffset="5640.65">15730 1874 977 0,'0'0'353'0,"0"0"-32"16,0 0 11-16,0 0-96 15,0 0-45-15,0 0-63 16,-4-73-15-16,10 71-59 15,0 2-33-15,5 4-12 16,2 14 1-16,5 13-2 16,1 11-2-16,-1 8 9 0,-3 9 13 15,-3 3 23 1,-5 2 8-16,-4-4-9 0,-3-3-8 16,0-7-3-16,-8-7-16 15,-8-5-3-15,-6-6-5 16,-3-4-5-16,-5-9-1 15,-3-8-1-15,-1-6-7 16,1-5 7-16,1-16-2 16,6-14 0-16,8-14-5 15,8-6 5-15,8-1-4 16,2 4-4-16,12 7-13 16,9 8 9-16,7 5-10 15,4 10-17-15,1 5 10 16,8 4-8-16,-1 4 12 15,6 2-11-15,23 2-203 16,-11 0-365-16,-7 0-552 0</inkml:trace>
  <inkml:trace contextRef="#ctx0" brushRef="#br0" timeOffset="5963.26">16205 1871 1446 0,'0'0'586'0,"0"0"-240"16,0 0-82-16,0 0-115 15,0 0-87-15,0 0-31 16,0 0-19-16,118-23-6 16,-57 15-5-16,2-1-1 15,-1 1-1-15,-7 3-7 16,-9-2-30-16,-13 5-225 16,-16-1-265-16,-9 2-161 15,-8-1-480-15</inkml:trace>
  <inkml:trace contextRef="#ctx0" brushRef="#br0" timeOffset="6211.32">16469 1808 694 0,'0'0'530'0,"0"0"-203"16,0 0-19-16,0 0-88 15,0 0 40-15,-79 104-9 16,73-63-113-16,6 6-75 16,0 4-12-16,11-1 22 15,2 1-6-15,0-4-14 16,-1-2-13-16,-4-8-24 15,-5-2-2-15,-3-7-13 16,0-5 5-16,-9-3-5 16,-9-3 5-16,-5-4-5 15,-9-4 0-15,-3-5-1 16,-1-4-13-16,1 0-75 16,-3-14-126-16,10 0-244 0,3 1-280 0</inkml:trace>
  <inkml:trace contextRef="#ctx0" brushRef="#br0" timeOffset="6510.05">15158 2697 1866 0,'0'0'312'0,"0"0"-59"16,0 0-113-16,0 0 57 15,156 4 3-15,35-13-54 16,43-12-56-16,19-6-52 16,-18 2-5-16,-48 7-14 15,-22 2 4-15,-44 4-7 16,-39 6-16-16,-33 0-2 16,-24 4 2-16,-6-1-8 15,-8 2 8-15,-6 1-1 16,-8 0-28-16,-46 6-41 15,-74 18-98-15,7-2-299 16,-14 0-416-16</inkml:trace>
  <inkml:trace contextRef="#ctx0" brushRef="#br0" timeOffset="6856.9">15567 2859 1302 0,'0'0'614'15,"0"0"-287"-15,0 0-83 16,0 0-55-16,0 0-44 16,0 0-51-16,101-6-39 15,-76 33-17-15,-1 7-13 16,-6 5-6-16,-8 3-5 16,-6 2-1-16,-4 1 2 15,-7-4-3-15,-15-1-4 16,-2-6-1-16,-4-9 1 15,1-8-2-15,2-10-5 0,2-7 0 16,5-6 10 0,0-17-10-16,8-8-1 0,4-2 0 15,6-1-12-15,0 2-4 16,19 5-2-16,7 4-11 16,5 4-27-16,5 4-72 15,18 7-136-15,-8 3-258 16,-4 0-471-16</inkml:trace>
  <inkml:trace contextRef="#ctx0" brushRef="#br0" timeOffset="7375.06">16067 2900 1377 0,'0'0'859'15,"0"0"-396"-15,0 0-272 16,0 0-83-16,0 0-61 16,0 0-15-16,0 0 27 15,22 88-17-15,-5-53-12 16,3-1-8-16,-3 0-11 16,5-2-4-16,-5-7-6 15,-2-4 0-15,-2-8-1 16,-2-10 0-16,-2-3-18 0,3-9 10 15,0-15-10 1,2-5-12-16,-1-4 9 0,-3 2 21 16,-2 3 0-16,-3 9 11 15,-1 2 7-15,-3 9 25 16,-1 5 10-16,0 3-32 16,2 0-6-16,-1 8-14 15,5 9 4-15,2 4-4 16,5-1 11-16,1 0 0 15,5-3 3-15,0-6 6 16,7-5 1-16,1-6 13 16,2 0-7-16,3-14-14 15,2-9-7-15,-4-10-1 16,-2-9 3-16,-7-8-9 16,-6-4-15-16,-8 4-24 0,-7 6-3 15,0 12 8-15,-13 10-2 16,-30 8-52-16,1 6-433 15,2-3-644-15</inkml:trace>
  <inkml:trace contextRef="#ctx0" brushRef="#br0" timeOffset="7833.89">16798 3073 225 0,'0'0'1537'0,"0"0"-965"0,0 0-299 16,0 0-131-16,0 0-86 15,0 0 10 1,0 76 43-16,0-42-28 0,5 0-38 16,-2-2-25-16,0-1-10 15,-1-2-7-15,-2-4-1 16,0-7-30-16,0-9-249 16,0-6-312-16,-7-3-283 0</inkml:trace>
  <inkml:trace contextRef="#ctx0" brushRef="#br0" timeOffset="8110.07">16860 2912 998 0,'0'0'798'0,"0"0"-450"16,0 0-119-16,0 0-110 15,0 0-56-15,0 0-39 16,0 0 14-16,-15 13 8 15,19-4-3-15,3-2 2 16,3-3-21-16,0-4-7 16,3 0-16-16,0 0 25 15,0-11-5-15,-2-6-12 16,-1-6-2-16,-3-7-5 16,-6-2-2-16,-1-2-61 15,0 5-78-15,-22-2-170 16,2 9-260-16,-2 0-902 0</inkml:trace>
  <inkml:trace contextRef="#ctx0" brushRef="#br0" timeOffset="8788.02">17355 1531 1272 0,'-94'-76'190'16,"-18"-13"78"-16,5 14-55 15,-11 7-135-15,-11 12-46 16,-17 12-32-16,-18 14-42 0,-17 18 10 16,-12 12-8-16,-7 15 18 15,0 26-13-15,10 19 35 16,12 20 10-16,15 17 22 15,17 18 27-15,19 13 5 16,17 11 14-16,19 14 40 16,16 16-2-16,18 21 11 15,19 20 61-15,24 6-35 16,14 2 28-16,27-6-82 16,27-17 21-16,21-14-20 15,32-17-24-15,27-14-17 16,32-26-29-16,26-25 1 0,21-34 8 15,14-35 8-15,13-28-17 16,9-13 3-16,2-31 12 16,-7-22-3-16,-14-23-8 15,-18-22-28-15,-24-19 9 16,-32-8-7-16,-35-7 5 16,-32-2-13-16,-28-6-9 15,-21-12-55-15,-22-10 28 16,-18-14-21-16,-21-9-6 15,-31 7 0-15,-22 10-21 16,-14 25-35-16,-6 21-17 16,-7 23 10-16,-3 16-22 15,-4 19 38-15,1 18-10 16,0 19 68-16,20 17-25 16,20 11 29-16,20 10 8 0,9 0 3 15,-2 16 12-15,-6 9-15 16,-2 9-11-16,0 14 34 15,3 5 15-15,4 5 1 16,6-1 0-16,20 3-8 16,12-15-151-16,3-22-1652 0</inkml:trace>
  <inkml:trace contextRef="#ctx0" brushRef="#br0" timeOffset="8982.35">17573 1676 1822 0,'0'0'171'15,"0"0"-98"-15,0 0 10 0,0 0-29 16,-81-63-5-16,78 60-9 16,3 3-22-16,-2 0-18 15,-11 25-16-15,1 8-74 16,-10-2-15-16</inkml:trace>
  <inkml:trace contextRef="#ctx0" brushRef="#br0" timeOffset="11075.95">18830 2673 833 0,'0'0'402'15,"0"0"-215"-15,0 0 31 16,0 0 10-16,0 0-108 15,0 0-43-15,-15 15 3 0,54-12-5 16,16 0-7-16,10-3-38 16,9 0-13-16,-2 0-8 15,-3 0-9-15,-8-6-1 16,2-15-82-16,-16 2-312 16,-18-2-478-16</inkml:trace>
  <inkml:trace contextRef="#ctx0" brushRef="#br0" timeOffset="11375.52">18990 2402 933 0,'0'0'319'0,"0"0"-51"16,0 0-152-16,0 0-54 0,0 0-39 15,-86-50-16-15,68 58-7 16,-10 16 0-16,-6 15 9 15,-7 7 107-15,8 10 1 16,4 0 27-16,12 1-37 16,14-1-21-16,3-3-25 15,22-2 29-15,21-7 7 16,25 2 15-16,29-8-30 16,24-6-55-16,-6-9 13 15,-24-10 27-15,-30-6-40 16,-26-3-27-16,2 9-22 15,-9-1-244-15,-16 0-736 0</inkml:trace>
  <inkml:trace contextRef="#ctx0" brushRef="#br0" timeOffset="12295.1">1295 9851 1430 0,'0'0'623'0,"0"0"-455"0,0 0-11 16,0 0 63-16,0 0-59 16,0 0-55-16,0 0-59 15,27 71-30-15,-3-18 131 16,6 8-22-16,4-7-53 16,2 5-28-16,-2-12-9 15,2-7-6-15,-6-11-2 16,0-9-7-16,-4-14 8 15,4-6 16-15,13-38 34 16,24-49-4-16,29-42 11 16,17-18-47-16,5 3-33 0,-1 24 0 15,-18 26-5 1,-8 6 5-16,-19 16 1 0,-12 16-6 16,-18 16 10-16,-4 8-4 15,1-4 1-15,1 2-7 16,0 4 1-16,-13 7-2 15,-12 11 0-15,-6 5-46 16,-7 6-34-16,-2 1-82 16,-30 12-88-16,-7 4-408 15,-17 6-1134-15</inkml:trace>
  <inkml:trace contextRef="#ctx0" brushRef="#br0" timeOffset="16542.21">3555 12537 1273 0,'0'0'566'0,"0"0"-226"16,0 0-5-16,0 0-57 16,0 0-52-16,0 0-70 15,4-1-47-15,17-2-28 16,13 0-15-16,23-1-33 16,30-1 0-16,27 0 6 15,-5 0-14-15,-22 2-14 16,-29 1-2-16,-22 2-9 15,-4 0-16-15,-2 0-67 16,-7 0-50-16,-7 0-80 16,-16 0-166-16,0 0-130 15,-16 0-32-15</inkml:trace>
  <inkml:trace contextRef="#ctx0" brushRef="#br0" timeOffset="16759.46">3564 12586 1560 0,'0'0'476'16,"0"0"-258"-16,0 0-13 15,0 0-27-15,0 0-35 16,0 0-26-16,94 0-5 16,-14-2-31-16,32-14-33 15,6-1-27-15,-12 2-6 16,-30 5-15-16,-24 7-17 15,30 3-119-15,-10 0-240 0,1 3-538 16</inkml:trace>
  <inkml:trace contextRef="#ctx0" brushRef="#br0" timeOffset="18966.51">10137 12554 327 0,'0'0'739'0,"0"0"-403"16,0 0-68-16,0 0-72 16,0 0-54-16,0 0-31 15,63-7 9-15,22 19 53 16,47 2-20-16,26 3-43 16,9-2-29-16,-6 0-25 15,-21-1-17-15,-5 3-18 16,-11-2-6-16,-15-1 12 0,-26-2-11 15,-23-6-10 1,-19-2 8-16,-8 1-14 0,2-3-6 16,-2 1 6-1,-4-3 0-15,-9 0 0 0,-8 0-11 16,-9 0-59-16,-3 0-69 16,-21 6-56-16,-7 2-189 15,-7-3-328-15</inkml:trace>
  <inkml:trace contextRef="#ctx0" brushRef="#br0" timeOffset="19359.3">10551 12765 1211 0,'0'0'236'0,"0"0"-95"16,0 0 143-16,0 0 5 16,0 0-67-16,0 0-32 15,0 0-48-15,18-16-12 16,20 16-57-16,23 0-24 16,36 0-7-16,31 4-10 15,20 3-7-15,4-1 12 16,-7-1-13-16,-18-4-7 15,-8-1 5-15,-28 0-5 0,-22 0-4 16,-20 0-12-16,-12 0 11 16,2 0-12-16,1 0 0 15,-4-4 1-15,-12-1 9 16,-9 1-10-16,-8 0 0 16,-7 4 0-16,0 0 0 15,-48 0-9-15,-8 11-113 16,-18 0-597-16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06: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3953 10910 1313 0,'0'0'516'15,"0"0"-311"-15,0 0 0 16,0 0-32-16,0 0-56 16,0 0-60-16,78-47-36 0,-47 37-11 15,2 4-10 1,-5 2-26-16,-3 3-93 0,-6 1-115 16,-8 1-294-16,-8 6-87 15</inkml:trace>
  <inkml:trace contextRef="#ctx0" brushRef="#br0" timeOffset="163.96">3810 10972 1326 0,'0'0'383'16,"0"0"-117"-16,0 0 13 16,0 0-77-16,0 0-98 15,0 0-52-15,95-44-37 16,1 9-15-16,39-5-79 15,-15 4-145-15,-19 5-495 0</inkml:trace>
  <inkml:trace contextRef="#ctx0" brushRef="#br0" timeOffset="2640.62">3849 11443 314 0,'0'0'774'0,"0"0"-595"0,0 0-14 15,0 0-15-15,0 0 2 16,0 0-53-16,0 0 17 16,66 0 27-16,-13 7-25 15,18 1-23-15,23 3-9 16,23 3-17-16,11 0 4 16,6-4-10-16,2 0-22 15,-3-6 4-15,8 1 21 16,4-1-17-16,3 0-16 15,3 2-12-15,-5-3 0 16,1 0-5-16,-5 1-6 16,-3 0 1-16,-5 2-5 15,-4-1 1-15,-3 1 2 0,-4-2 8 16,-1 0-2-16,-2-1-3 16,-5-1 12-16,-2 0-9 15,-2-2-2-15,0 0-1 16,2 0 1-16,1 0-2 15,1 0 4-15,3-1-2 16,0 0-4-16,-1 1-3 16,-2 0 8-16,-4 0-1 15,-4 0-6-15,1 2-6 16,-4 1 4-16,-1 0 4 16,2-2 2-16,-1-1-4 15,0 0 2-15,5 0 2 16,3-4 2-16,-3 0-1 0,1-2 8 15,-6 0-14-15,-4 2 1 16,-3 0 7-16,-3-1-8 16,-1 3 0-16,1-2-5 15,3-2 5-15,-2-2-4 16,2 1 4-16,-5-3 0 16,-15 4 10-16,-15-4-1 15,-12 3 1-15,-4-1 2 16,8-1-1-16,8-3-1 15,22-4 5-15,16 0-4 16,15 2 1-16,-10 0 0 16,-19 8 3-16,-27-1-3 15,-14 3 9-15,4 0 4 0,6-1-2 16,2-1 2 0,-8 2-10-16,-7-2-3 0,-6 1-7 15,-6 2-5-15,-4 0-5 16,-3 0 8-16,-5 2 5 15,-2-2-7-15,-2 2-5 16,2-2-1-16,-4 3 1 16,0-3-1-16,-6 3 0 15,-2 0 0-15,-2 0 0 16,-2 0 0-16,-3 0-1 16,-36-2-9-16,-58 1-62 15,-84-18-160-15,8 1-495 16,-16-10-1231-16</inkml:trace>
  <inkml:trace contextRef="#ctx0" brushRef="#br0" timeOffset="5176.8">5922 11732 1327 0,'0'0'322'16,"0"0"-28"-16,0 0-47 15,0 0-150-15,0 0-37 0,0 0 42 16,-49 102-2-16,41-49-32 16,-2 0-23-16,2 0-11 15,2-5-18-15,0-6-15 16,2-5 10-16,-4-7-10 16,4-9 1-16,1-8-2 15,3-10-10-15,0-3 0 16,0-5 4-16,3-15-9 15,11-5-1-15,3 0 15 16,4-2 0-16,1 8 1 16,-2 4-3-16,2 8 2 15,-4 2 1-15,0 5-1 16,0 0-5-16,-3 7 6 16,1 5 0-16,-2 1 0 0,5-1-1 15,-1-2 1-15,1-3 0 16,2-6 1-16,-3-1 13 15,3-3-8-15,-3-12-2 16,0-4-3-16,-2-1-1 16,-2 1 0-16,-3 1 9 15,-3 7 4-15,-2 5 11 16,-1 6-1-16,1 0-17 16,1 8-5-16,-1 9 24 15,0 5-5-15,-2 0-11 16,-2 1-9-16,-2-3 0 15,0-2-37-15,0-3-114 16,-8-4-167-16,-1-9-436 0</inkml:trace>
  <inkml:trace contextRef="#ctx0" brushRef="#br0" timeOffset="5335.46">6131 11771 1250 0,'0'0'271'15,"0"0"-86"-15,0 0-126 16,0 0-37-16,0 0-8 16,40 76-9-16,-6-23-5 15,-4-6-212-15,0-5-492 0</inkml:trace>
  <inkml:trace contextRef="#ctx0" brushRef="#br0" timeOffset="5742.83">6495 11952 1187 0,'0'0'264'0,"0"0"40"0,0 0-26 15,0 0-95-15,-81-19-47 16,60 22-64-16,-1 13 19 16,4 5-9-16,0 3-20 15,6 4-14-15,6 1-32 16,6 0-5-16,0 0-1 15,6-1-10-15,12-8 2 0,3-5-2 16,1-13-41 0,2-2 4-16,-1-17-7 0,0-14-17 15,-2-13 24-15,-4-16 21 16,-3-1 14-16,-4-3 2 16,-3-2 0-16,-5 17 0 15,5 4 12-15,-6 15 32 16,-1 13 44-16,0 17-30 15,0 0-34-15,0 19-23 16,-3 15 1-16,-2 8 11 16,3 9-4-16,2 4-7 15,0 1-1-15,6-5-1 16,6-1-84-16,10-3-142 16,-2-11-358-16,-1-16-392 0</inkml:trace>
  <inkml:trace contextRef="#ctx0" brushRef="#br0" timeOffset="6632.49">6705 11975 1107 0,'0'0'358'0,"0"0"-20"15,0 0-68-15,0 0-89 16,-89-11-52-16,69 27-45 16,-2 5-12-16,4 4-22 15,7 4-11-15,7 1-20 16,4 0-2-16,0 1-11 15,15-6-6-15,7-7 0 16,2-9-14-16,4-9-35 0,-1-1-20 16,0-23-5-16,-6-8 7 15,-2-12 46-15,-7-8 21 16,-3-18 0-16,-4-18 2 16,-4 6 4-16,-1 11 1 15,0 13 11-15,0 26 31 16,0 3 15-16,0 9-3 15,-1 14 12-15,-2 6-40 16,-2 17-32-16,1 21 6 16,1 14 9-16,3 10 2 15,0 5-9-15,0 2-3 16,10-3-5-16,7-7 0 16,5-6-1-16,0-13-12 0,-1-12-86 15,-1-16-30-15,-3-12-7 16,-4-2 59-16,0-22 30 15,-1-10 18-15,-2-4 14 16,-5-1 14-16,2 3 7 16,-4 4 28-16,-3 8 22 15,0 7 9-15,0 9 11 16,0 6-5-16,0 2-26 16,0 7-33-16,0 12-5 15,0 9-7-15,0 2 9 16,3 4-10-16,14 0 0 15,5-3 0-15,7-5 0 16,3-8-78-16,1-9-42 16,-5-9-61-16,-2-1-24 15,-7-18 45-15,-7-8 98 0,-6 1 62 16,-3-1 60-16,-3 3 59 16,0 6 38-16,0 7-20 15,0 4-30-15,0 5-40 16,0 2-35-16,0 2-31 15,5 13-1-15,2 5 15 16,-3 4 2-16,-1 1 1 16,-1 1-4-16,-2-4-8 15,0-4-6-15,0-6 6 16,-6-6-4-16,0-6 5 16,2-10 47-16,2-16-8 15,2-6-9-15,2-3 13 16,14 3-6-16,3 3-3 0,1 9-7 15,2 7 3 1,2 7-8-16,1 6-2 0,-1 0-11 16,1 13-2-16,-1 4-5 15,-5 5-3-15,-5 0-5 16,-5 2 0-16,-3 0-1 16,-3-1-21-16,3 7-130 15,0-5-175-15,-1-10-507 0</inkml:trace>
  <inkml:trace contextRef="#ctx0" brushRef="#br0" timeOffset="6869.39">7789 11780 1746 0,'0'0'282'0,"0"0"55"16,0 0-138-16,0 0-70 15,0 0-73-15,0 0 56 16,0 0-24-16,46 89-30 16,-26-50-22-16,2 3-21 15,-1 1-9-15,-3 1-6 16,0-1-6-16,9 9-118 16,-7-11-204-16,2-13-446 0</inkml:trace>
  <inkml:trace contextRef="#ctx0" brushRef="#br0" timeOffset="7196.97">8235 11919 971 0,'0'0'660'0,"0"0"-418"15,0 0 82-15,0 0-127 16,0 0-41-16,0 0-82 16,0 0-51-16,-61-23-1 15,37 48-2-15,-4 4 8 16,3 0-3-16,5-1-17 15,4-1 2-15,7-6-10 16,6-5 0-16,3-9 0 16,0-7 7-16,12 0 11 15,9-7-2-15,7-8-3 16,3 0-13-16,0 0-1 0,0 7 1 16,1 2 0-16,-2 6 0 15,0 0-1-15,-5 7 1 16,-5 6-2-16,-4 1 1 15,-5 2-7-15,-5-2-13 16,-3-2-81-16,-3 0-92 16,0-5-170-16,-3-7-371 0</inkml:trace>
  <inkml:trace contextRef="#ctx0" brushRef="#br0" timeOffset="7580.11">8377 11894 1392 0,'0'0'263'0,"0"0"-65"0,0 0-142 16,0 0 1-16,0 0-4 16,0 0-9-16,0 0-25 15,48 45-9-15,-38-41-4 16,-1-3 1-16,-3-1 1 16,0-1 9-16,-1-12-9 15,1-4 4-15,1 0-2 16,-1 1 36-16,-3 5 28 15,-2 5 43-15,-1 4-2 16,2 2-45-16,-1 8-49 16,4 16 0-16,1 8 25 15,6 10-1-15,-2 6 3 16,2 5-8-16,-3 1-7 16,-3-1-2-16,-4-4-6 0,-2-6-13 15,-5-5-1-15,-10-8-10 16,-6-11-1-16,-6-7 1 15,-4-12 0-15,1 0-1 16,3-25-24-16,7-11-96 16,20-34-149-16,0 7-390 15,20 3-474-15</inkml:trace>
  <inkml:trace contextRef="#ctx0" brushRef="#br0" timeOffset="8092.41">8783 11877 537 0,'0'0'763'0,"0"0"-661"16,0 0-25-1,0 0 33-15,0 0-28 0,0 0-33 16,0 0-22-16,0 46-10 16,2-43-15-16,12-3 23 15,5 0-8-15,7-7 3 16,4-11-20-16,1-6-8 15,-1-3-9-15,-5 0 15 16,-7 1 2-16,-8 4 6 16,-10 7 51-16,0 6 90 15,-14 9-15-15,-12 0-51 16,-2 13-1-16,-3 14-2 16,2 8-17-16,8 6-19 0,7 5-11 15,7-2-15 1,7-3-1-16,0-5-14 0,14-9 10 15,4-10-11-15,3-12 0 16,1-5 1-16,7-8-1 16,4-19-34-16,5-4 12 15,1-7 3-15,1-2 13 16,-3 4 5-16,-4 8 1 16,-5 6 0-16,-8 13 8 15,-5 9 11-15,-4 5 6 16,3 18 15-16,-2 11 51 15,-1 7-25-15,0 2-30 0,-2 2-13 16,-6-2-12-16,-3-4-5 16,0-5-6-16,3-1-130 15,7-10-236-15,15-9-776 0</inkml:trace>
  <inkml:trace contextRef="#ctx0" brushRef="#br0" timeOffset="9937.43">13010 11453 664 0,'0'0'498'0,"0"0"-402"16,0 0-37-16,0 0-9 16,0 0 48-16,0 0 32 15,116-25 5-15,-50 25-19 16,23 0-11-16,21 0 8 0,11 0 5 15,1 0-28 1,2 0-13-16,-3 0-17 0,8 0-6 16,5-3-4-16,5 0-11 15,-2 3-20-15,2 0-2 16,-5 0-5-16,-2 0 4 16,0 0 3-16,-5 0 10 15,-2 0-10-15,-4 0 3 16,0 0 5-16,1 0-7 15,-2-3-4-15,0-1 5 16,-5 0-11-16,-3 0 4 16,-5 0-4-16,2 1 1 15,-4 0-2-15,-3 0 4 16,1 1-4-16,1-2-1 16,4 1-7-16,1-2 7 0,-2 3-7 15,-4 0 8-15,-6-1-3 16,-6 2 4-16,-16-2-4 15,-12 2-5-15,-15 0 11 16,-2-2 2-16,8 0-5 16,23-4-2-16,20-3 4 15,17-2-5-15,4-1 1 16,-10 1-6-16,-23 3 1 16,-24 4 4-16,-14 1-6 15,-3 2 0-15,8 0 1 16,9-1 0-16,5 1 5 15,-2-1-4-15,-1 1 5 0,-4-1-5 16,2-1 5-16,1-2 5 16,-3-1-6-16,-2 4 2 15,-6-3-1-15,-4 3-1 16,-4-2 0-16,-4 2 3 16,-1-2-2-16,1 1 1 15,1 1 1-15,3-1 0 16,3 2-3-16,2 0 6 15,6 1-5-15,1 1 2 16,5 0 2-16,0-2-10 16,-1 2 8-16,-4-1-3 15,0 0-5-15,1-2 6 16,0-2 2-16,1 1-1 0,2 0 10 16,0 0 1-16,0 1 13 15,-1 1-10-15,-4-1-4 16,0 3-10-16,-3-2-8 15,-5 1 11-15,2-2 8 16,-5 1-13-16,0-1-5 16,-4 0 5-16,-3-1-4 15,0 0-1-15,1 1 10 16,-3 2-10-16,-1-1 7 16,0 2-8-16,-2 0 0 15,2 0 1-15,0 0 0 16,4 0-1-16,3 0 1 15,-1 0 0-15,0 3 8 0,-3 2-9 16,-5-2 6-16,-5 0-6 16,-5 0 0-16,-4-3 2 15,-7 0 4-15,-2 0-5 16,-3 0 5-16,2 0-6 16,-4 0 1-16,0 0 0 15,-2 0 0-15,1 0 0 16,-2 0 0-16,0 0-1 15,0 0-1-15,-16 0-25 16,-77-9-90-16,2-6-336 16,-21-6-471-16</inkml:trace>
  <inkml:trace contextRef="#ctx0" brushRef="#br0" timeOffset="10650.51">16557 11800 532 0,'0'0'1073'0,"0"0"-748"15,0 0-20-15,0 0-106 16,-110-17-55-16,63 34-6 16,-3 11 3-16,3 7-22 15,9 7-38-15,15 3-33 16,13-2-20-16,10-2-13 16,14-7-6-16,18-9 2 15,7-8-4-15,6-13 2 16,1-4 0-16,-3-16-3 15,-3-14-5-15,-10-6-1 16,-9-7 0-16,-9-6 0 0,-9-2-1 16,-3-2-9-1,-9 5-7-15,-14 7 2 0,-5 10-3 16,-8 11-6-16,-4 12-21 16,3 8-23-16,6 0-49 15,11 14-47-15,20 16-77 16,7-5-134-16,15-2-286 0</inkml:trace>
  <inkml:trace contextRef="#ctx0" brushRef="#br0" timeOffset="10833.02">16685 11606 1540 0,'0'0'348'0,"0"0"35"15,0 0-120-15,0 0-77 0,0 0-110 16,0 0-52-16,0 0 15 15,-6 75-7-15,6-26-21 16,0 1-4-16,8 1-7 16,5 18-94-16,-3-13-218 15,1-14-653-15</inkml:trace>
  <inkml:trace contextRef="#ctx0" brushRef="#br0" timeOffset="11046.14">16876 11836 1763 0,'0'0'478'16,"0"0"-88"-16,0 0-183 16,0 0-92-16,0 0-10 15,0 0 10-15,-6 90-28 16,5-41-28-16,-2 4-10 0,1 1-27 16,-1 1-7-16,-5-2-9 15,-2 0-6-15,-2-3-12 16,-4-4-118-16,-1-14-119 15,3-12-322-15,5-18-205 0</inkml:trace>
  <inkml:trace contextRef="#ctx0" brushRef="#br0" timeOffset="11250.51">16870 11863 1013 0,'0'0'651'15,"0"0"-372"-15,0 0-63 16,90-51-93-16,-47 49-26 15,-1 2-34-15,-2 2-4 0,-8 12 3 16,-7 3 1-16,-11 3-29 16,-12 3 2-16,-2 4-2 15,-15 0-4-15,-11 5-22 16,-6-3-8-16,-2 1-21 16,-8 0-110-16,7-8-196 15,13-11-592-15</inkml:trace>
  <inkml:trace contextRef="#ctx0" brushRef="#br0" timeOffset="11494.35">17501 11648 1661 0,'0'0'583'0,"0"0"-242"0,0 0-83 16,0 0-129-16,0 0-43 15,0 0 4-15,0 74-4 16,6-25-8-16,0 3-40 16,3 2-20-16,0-3-10 15,3-3-8-15,4-2-1 16,1-6-110-16,13-10-152 16,-7-12-444-16,1-14-980 0</inkml:trace>
  <inkml:trace contextRef="#ctx0" brushRef="#br0" timeOffset="11813.91">17880 11812 1378 0,'0'0'492'0,"0"0"-155"15,0 0-96-15,0 0-121 16,0 0-41-16,-82 10-9 16,50 15 12-16,0 7-20 15,0 0-18-15,7-1-20 16,7-4-13-16,11-6-5 15,7-8-5-15,4-9 14 16,18-4 9-16,8-2-9 16,2-10-7-16,0-2-8 15,-2 2 6-15,-6 2 2 16,-3 6-8-16,-3 3 9 16,-3 1 9-16,1 0-8 0,-2 8 10 15,1 8-13-15,-5 1-5 16,0 1 4-16,-4 0-6 15,-4-1-6-15,-2-1-94 16,0-6-170-16,0-4-254 16,0-6-439-16</inkml:trace>
  <inkml:trace contextRef="#ctx0" brushRef="#br0" timeOffset="12212.65">18036 11829 1305 0,'0'0'302'15,"0"0"-51"-15,0 0-161 16,0 0 16-16,0 0 15 16,0 0-43-16,0 0-42 0,97 85-18 15,-73-73-17-15,-3-5 10 16,-3-7 5-16,-3 0-7 16,-4-10 1-16,-1-8 20 15,-3-4 17-15,-2-1 32 16,-1 3 12-16,-2 5 37 15,-2 7 14-15,0 5-18 16,0 3-65-16,0 4-30 16,0 16-22-16,0 9 19 15,0 9 4-15,4 7-8 16,4 3-5-16,-1 2-7 0,0-1 1 16,-4-3 4-16,-3-2-14 15,0-7 6-15,-1-6-7 16,-15-6 1-16,-5-8 3 15,-9-4-4-15,-6-11-1 16,-4-2-8-16,-1-9-24 16,7-15-40-16,18-31-132 15,10 4-311-15,6 4-449 0</inkml:trace>
  <inkml:trace contextRef="#ctx0" brushRef="#br0" timeOffset="12830.09">18463 11926 924 0,'0'0'367'15,"0"0"-255"-15,0 0-45 16,0 0-22-16,0 0 7 16,0 0-21-16,0 0-1 15,24 36-11-15,-3-36 4 16,0-7 15-16,2-9 2 15,2-5 2-15,0-4 9 16,-4-1 25-16,-6 0 30 16,-7 7 48-16,-8 2 13 15,0 6-39-15,-16 9-17 16,-11 2-18-16,-4 9-17 16,0 12 1-16,2 7-10 15,10 5-22-15,10 0-9 0,9-5-10 16,7-2-2-16,22-6-15 15,12-9 8-15,10-7-3 16,3-4-5-16,-2-5-8 16,-3-16-1-16,-10-8-1 15,-8-5-29-15,-8-1 9 16,-10 3 20-16,-8 4-1 16,-5 7-4-16,0 6 6 15,0 5-1-15,-5 6 1 16,2 1 0-16,2 3 0 15,1 0 1-15,0 3 0 16,0 16 0-16,0 8 32 0,0 6 4 16,0 8 8-16,0 5 20 15,-5 3 8-15,-1-1 24 16,5-4-29-16,1-5-7 16,12-8-1-16,19-6-4 15,14-9-1-15,25-9-8 16,-3-7-22-16,5 0-13 15,-2-7-10-15,-19-9-2 16,-4-2-19-16,-17-2-68 16,-38-19-123-16,-23 5-344 15,-26-3-1449-15</inkml:trace>
  <inkml:trace contextRef="#ctx0" brushRef="#br0" timeOffset="14168.37">3892 10885 707 0,'0'0'758'16,"0"0"-424"-16,0 0 9 15,0 0-76-15,0 0-27 16,0 0-67-16,7-5-57 0,20 3-15 16,12 1-31-16,7-3-18 15,5 2-5-15,3-2-25 16,-1 0-3-16,-6-1-19 16,-4 0-1-16,-12 2 0 15,-11 0-35-15,-9 2-60 16,-9 1-121-16,-13 0-123 15,-14 0-265-15,-5 0-575 0</inkml:trace>
  <inkml:trace contextRef="#ctx0" brushRef="#br0" timeOffset="14376.14">3805 10992 1285 0,'0'0'513'0,"0"0"-198"0,0 0-34 15,0 0-40-15,0 0-43 16,0 0-72-16,0 0-25 16,66-7-26-16,-23-3-31 15,8-1-20-15,-2 0-12 16,-1 0-9-16,-5 2-3 16,0 2-90-16,-10 3-253 15,-9-1-531-15</inkml:trace>
  <inkml:trace contextRef="#ctx0" brushRef="#br0" timeOffset="18024.11">5285 8844 1482 0,'0'0'217'0,"0"0"-22"16,-58-95 56-16,38 68-72 15,3 12-26-15,3 15-98 0,-4 9-43 16,-3 40-6-16,-4 30 8 16,0 27 19-16,2 9 45 15,8-6 38-15,5-19-40 16,4-21-22-16,1-14-35 16,4-15-19-16,-2-7-12 15,-1 0-124-15,3-12-115 16,1-1-304-16,-1-20-381 0</inkml:trace>
  <inkml:trace contextRef="#ctx0" brushRef="#br0" timeOffset="18392.61">5301 8917 1101 0,'0'0'367'0,"0"0"-48"15,0 0-107-15,0 0-62 16,0 0-22-16,0 0-20 15,-45 94-7-15,19-49-31 16,-6 1-22-16,-2 1-16 16,-3-6-11-16,9-7-10 15,5-9-4-15,7-8-1 16,6-10 0-16,8-7 7 16,2-5 14-16,0-14-16 15,15-5-2-15,9 0-9 16,4 4 9-16,3 3-8 15,2 7 0-15,-2 4 0 16,-1 5 0-16,-3 1 0 0,0 0-1 16,-3 5-1-16,-3 7 0 15,1 1-1-15,-1 3-4 16,-3 1 5-16,3 0-38 16,2-3-72-16,1-1-69 15,10-7-103-15,-5-3-87 16,-5-3-253-16</inkml:trace>
  <inkml:trace contextRef="#ctx0" brushRef="#br0" timeOffset="19054.28">5318 8981 101 0,'0'0'302'0,"0"0"-63"16,0 0-5-16,0 0-33 16,0 0-23-16,0 0 28 15,0 0 9-15,-9-22-16 16,9 19-15-16,0 3-39 16,0 0-49-16,12 5-41 15,6 12 5-15,4 9-8 16,5 6-25-16,3 2-14 15,-2 2-13-15,15 7 0 0,-8-7-179 16,-5-11-428-16</inkml:trace>
  <inkml:trace contextRef="#ctx0" brushRef="#br0" timeOffset="19728.73">5521 8967 871 0,'0'0'306'0,"0"0"-22"15,0 0 10-15,0 0-40 16,0 0-68-16,0 0-107 0,0 0-10 16,-12 26 19-1,15 2-26-15,14 4-13 0,5-5-13 16,6-1-11-16,5-6-6 16,5-9-5-1,0-8-7-15,-4-3-7 0,-3-11 6 16,-4-9-6-16,-6-9-6 15,-9-5 5-15,-3-1 1 16,-8 0 6-16,-1 3 0 16,0 7 6-16,0 12 37 15,-4 13 36-15,-2 7-44 16,-2 33-23-16,0 32 23 16,3 27 9-16,2 12-11 0,3 0-11 15,0-22-7-15,-4-28-5 16,-2-15-10-16,-6-10 2 15,-6 1-7-15,-9-1 6 16,-3-5-5-16,-7-12 5 16,-3-13-7-16,1-6-37 15,0-17-74-15,12-49-101 16,8 7-130-16,16-7-459 0</inkml:trace>
  <inkml:trace contextRef="#ctx0" brushRef="#br0" timeOffset="20307.54">5910 9080 1056 0,'0'0'251'0,"0"0"-29"0,0 0-126 16,0 0-35-16,0 0-7 15,0 0 25-15,0 0-32 16,74 22-25-16,-57-18-11 15,2-4 7-15,-1 0-1 16,2-12-5-16,-1-7-2 16,-4-7 2-16,-3-4 0 15,-5-3 13-15,-5 0 48 16,-2 5 46-16,0 6-6 16,-8 8-4-16,-7 8 6 15,-4 6-57-15,-2 8-34 16,-1 15-1-16,-2 7 4 0,10 4-12 15,7 3-3-15,7 1-12 16,0-6 1-16,18-3 11 16,12-6-11-16,6-8 10 15,4-7-11-15,-3-8-9 16,-3 0-22-16,-4-16-13 16,-8-4 28-16,-5-2 16 15,-5 2 2-15,-6-2-2 16,0 4 0-16,-3 4 6 15,-2 3 0-15,1 5 8 16,-2 5 2-16,3 1-10 16,4 1-5-16,-1 14-1 15,2 8 27-15,-4 6 0 16,1 3 19-16,-2 3 11 0,-2-1-20 16,2 0-9-16,1-4-16 15,0-5-6-15,9-7-4 16,2-8 4-16,0-6-6 15,9-4-55-15,9-14-101 16,-7-6-160-16,-2-3-509 0</inkml:trace>
  <inkml:trace contextRef="#ctx0" brushRef="#br0" timeOffset="20816.03">6856 8835 1277 0,'0'0'567'0,"0"0"-178"16,0 0-48-16,0 0-56 15,0 0-185-15,0 0-63 16,0 0-19-16,-5 12-1 16,5 30 20-16,0 6 17 15,0 7-15-15,0-2-3 16,6-1 24-16,3-1-15 0,-2-3-23 15,1-1-7 1,0-2-14-16,0 6-1 0,-2-10-133 16,-3-19-551-16</inkml:trace>
  <inkml:trace contextRef="#ctx0" brushRef="#br0" timeOffset="21898.57">15990 8411 1177 0,'0'-79'255'0,"-12"9"39"16,-1 39 65-16,4 23-110 15,-4 8-154-15,-9 22-61 16,-20 50-25-16,-19 41 3 16,-12 19 39-16,2 1 38 0,8-20 6 15,19-32 8 1,12-21-44-16,11-17-31 0,3-10-11 15,5-2-17-15,-2-5-1 16,7-7-34-16,8-19 19 16,0-5 16-16,13-29 6 15,12-9-6-15,8-6 0 16,7 4 0-16,2 9-1 16,-4 13 2-16,-3 12-1 15,-4 11 0-15,-6 5 0 16,-2 19 1-16,-1 7 12 15,-2 3-7-15,3 1-4 0,4 0-1 16,5-9-1 0,5-6-5-16,7-9-87 0,4-11-41 15,4-1-13-15,-5-23 4 16,-4-12 29-16,-9-10 57 16,-7-6 42-16,-6-5 14 15,-7 5 31-15,-7 9 71 16,-7 8-12-16,0 12-2 15,0 12-3-15,-15 10-5 16,-6 1-13-16,-6 17-27 16,-4 11-2-16,0 7-7 15,2 4-2-15,6 0-1 16,7-2-16-16,9-5-2 16,5-7-2-16,2-8-7 15,2-11 0-15,15-6 7 0,3-6 11 16,3-16-13-16,1-7-6 15,-2-3-2-15,-1 3-4 16,-6 3 6-16,-3 11 0 16,-6 8 0-16,-3 7-1 15,-3 1-20-15,1 19 10 16,-1 5 11-16,2 5 0 16,-1 0 0-16,1-3-20 15,1 0-110-15,6-7-62 16,-1-7-179-16,2-7-354 0</inkml:trace>
  <inkml:trace contextRef="#ctx0" brushRef="#br0" timeOffset="22273.6">16403 8724 1174 0,'0'0'373'0,"0"0"-174"0,0 0-152 15,0 0 22-15,0 0-40 16,0 0 6-16,0 0 33 15,88 25-25-15,-58-25-18 16,-2 0-1-16,-8-8-2 16,-4-9 21-16,-8-5 2 15,-6-4 35-15,-2-1 3 16,0 1-4-16,0 6 8 16,0 9 28-16,-1 9-24 0,-2 2-58 15,0 25-8-15,-1 24 42 16,2 28 9-16,2 28-7 15,0 10 15-15,0 0-6 16,-5-14-18 0,-9-14-33-16,-1-18-17 0,-3-19-2 15,2-15-7-15,-1-14 0 16,-4-4 1-16,-4-12-2 16,-2-5-18-16,0-18-59 15,3-35-95-15,16-40-133 16,7 11-252-16,1-2-444 0</inkml:trace>
  <inkml:trace contextRef="#ctx0" brushRef="#br0" timeOffset="22814.59">16742 8748 1059 0,'0'0'253'15,"0"0"-170"-15,0 0-34 16,0 0 21-16,0 0-3 15,0 0-29-15,0 0-16 16,47 46-6-16,-35-46 7 16,2-9 35-16,2-11-39 15,2-7-5-15,-3-6-6 16,-3-3-6-16,-2 4 34 16,-5 5 67-16,-4 7 17 15,-1 12 55-15,0 8-34 16,-14 2-84-16,-3 20-3 0,-5 9 28 15,4 6-15-15,3 4-24 16,9 0-12-16,6-3-12 16,6-4-5-16,19-5-5 15,8-12 10-15,6-11-7 16,4-6 2-16,-2-6-14 16,-3-13 0-16,-6-8-5 15,-9-4-14-15,-6-1 1 16,-8 0-5-16,-6 1 22 15,-2 5-13-15,1 6 13 16,-2 4 1-16,0 6-1 16,1 6 1-16,2 4 0 15,2 0-21-15,2 17 21 0,-1 11 24 16,-1 8 12 0,-1 7 12-16,-1 6 10 0,0 0 18 15,3 0 2 1,0-7-28-16,3-5-24 0,0-7-25 15,4-10-1-15,1-6-8 16,24-14-119-16,-2 0-164 16,2-4-404-16</inkml:trace>
  <inkml:trace contextRef="#ctx0" brushRef="#br0" timeOffset="23257.94">17944 8647 1776 0,'0'0'236'0,"0"0"78"0,0 0-135 15,0 0-1-15,61-73-62 16,-25 56-37-16,6 8-21 16,-4 4-23-16,-3 5-19 15,-8 0 8-15,-9 2 5 16,-8 10-16-16,-10 7-12 15,0 8 13-15,-20 6 4 16,-11 7 6-16,-10 0 12 16,-3 2-3-16,2-3 1 15,4-5-5-15,10-7-8 16,9-7 9-16,9-5-11 0,10-8-2 16,2-4 2-16,39-3 26 15,36-8 10-15,34-15-14 16,12-6-13-16,0-3-13 15,-12 6-9-15,-32 4 2 16,-12 5-2-16,-22 4-5 16,-12 4-1-16,-7 1-1 15,-3 2-6-15,-8-1-2 16,-14 5-3-16,-7 2-2 16,-55 0-20-16,-97 18-17 15,6 4-133-15,-26-2-638 0</inkml:trace>
  <inkml:trace contextRef="#ctx0" brushRef="#br0" timeOffset="36388.35">9075 10836 445 0,'0'0'8'0,"0"0"699"15,0 0-364-15,0 0-2 0,0 0-28 16,0 0-57-16,-24-20-6 16,24 18-26-16,0 2-68 15,0-1-43-15,8 0-38 16,15-1-22-16,13-1 5 15,9-1-6-15,7 1-17 16,6-1-14-16,2-2-6 16,-3-1-5-16,-6 2-8 15,-10 0 4-15,-13 1-6 16,-11 2 0-16,-10 2-50 16,-7 0-41-16,-4 0-77 0,-41 0-195 15,1 6-279 1,-1 0-357-16</inkml:trace>
  <inkml:trace contextRef="#ctx0" brushRef="#br0" timeOffset="36624.52">9005 10938 1684 0,'0'0'559'15,"0"0"-284"-15,0 0-17 16,0 0-52-16,0 0-41 15,0 0-20-15,96 0-51 16,-57 0-43-16,5-2-7 16,-2-6-14-16,1 0-9 15,-6-1-12-15,-4 3-9 0,-9-2 0 16,-7 5-19-16,-12 3-112 16,-5 0-168-16,0 0-599 0</inkml:trace>
  <inkml:trace contextRef="#ctx0" brushRef="#br0" timeOffset="38725.13">10425 10855 947 0,'0'0'346'0,"0"0"-66"16,0 0-38-16,0 0-29 16,0 0-37-16,0 0-46 15,0 0 2-15,112 9 3 0,-28-4 1 16,32 3 31-1,8-3-52-15,-2 1-36 0,-12-1-11 16,-13 1-17 0,-1-3-6-16,-17 0-6 0,-15 0-1 15,-21-2-15-15,-4-1-5 16,1 0-6-16,0 0-5 16,2 0-5-16,-9 0-1 15,-6 0 7-15,-9-1-7 16,-3-2-1-16,-5 0 6 15,-4 0-5-15,-3 1 1 16,-2 2-1-16,-1 0 0 0,0 0 1 16,0 0-2-1,-7 0 0-15,-60 14-100 16,0 6-441-16,-21 2-640 0</inkml:trace>
  <inkml:trace contextRef="#ctx0" brushRef="#br0" timeOffset="40508.5">13120 10469 765 0,'0'0'287'0,"0"0"-17"16,0 0 11-16,0 0-16 0,0 0-34 15,0 0-55 1,0 0-40-16,-12-16-7 0,12 15-22 15,0 1-7-15,3 0-3 16,12 0 0-16,6 0-32 16,6 0-26-16,9 0-10 15,2 1-9-15,6-1 1 16,3 0 13-16,4 0 2 16,-3 0-15-16,1-1-9 15,-3-4 3-15,-5 0 2 16,-7 0-16-16,-6 1 8 15,-8 3-8-15,-5-1 5 16,-5 2-4-16,-4-2-1 0,0 1-1 16,-3 1 0-1,-2-2 1-15,1 2 0 0,-2 0 0 16,0-2-1-16,0 2-1 16,-5 0-9-16,-39 0-104 15,2 0-465-15,-9 0-1364 0</inkml:trace>
  <inkml:trace contextRef="#ctx0" brushRef="#br0" timeOffset="42582.52">14291 10304 766 0,'0'0'252'0,"0"0"-12"16,0 0-76-16,0 0-10 15,0 0-3-15,0 0-24 16,71-7 1-16,-36 7-39 16,11 2-6-16,20 6-17 15,32-1-5-15,38 3-20 16,24-1-19-16,10 0 30 16,-5-1-22-16,-13-1-12 0,6 0 22 15,-2-2-20-15,-3 0-5 16,-1-1 11-16,-9 2-10 15,-11-1-1-15,-10 0 4 16,-16-1-10-16,-21-2 19 16,-22-2-5-16,-17 0-14 15,-7 0 1-15,1 0 15 16,0-2-11-16,-2-3-8 16,-10 1 0-16,-7-1-6 15,-9 1 1-15,-5 1 8 16,-2 2-8-16,-2-1 1 15,-3 2 4-15,0-2-6 16,0 2 1-16,0-3-1 16,-11 3-17-16,-29 0-32 0,1 3-121 15,-4 2-700-15</inkml:trace>
  <inkml:trace contextRef="#ctx0" brushRef="#br0" timeOffset="44153.11">18347 10805 553 0,'0'0'350'15,"0"0"-100"-15,0 0 21 16,0 0 4-16,0 0-69 15,0 0 3-15,-6-9-29 16,19 6-34-16,8-1-11 16,10-2-37-16,8 1-46 15,6-2-25-15,3 0-6 0,4 3-9 16,-2 1-5 0,-3 0-5-16,-7 0-1 15,-8 3-1-15,-15 0-6 0,-17 0-138 16,-9 1-350-16,-15 4-441 0</inkml:trace>
  <inkml:trace contextRef="#ctx0" brushRef="#br0" timeOffset="44363.98">18332 10860 1687 0,'0'0'271'15,"0"0"-54"-15,0 0-53 16,0 0-6-16,0 0-16 0,104-7-66 16,-58 3-35-16,8-1-23 15,6 0-17-15,17-2-1 16,31-9-117-16,-16 3-392 16,-5-5-1070-16</inkml:trace>
  <inkml:trace contextRef="#ctx0" brushRef="#br0" timeOffset="45031.94">19898 10977 965 0,'0'0'629'16,"0"0"-413"-16,0 0 38 16,0 0-28-16,0 0-36 15,0 0-67-15,0 0-31 16,94-2 13-16,-2 2-8 0,44 0-21 16,28 0 0-16,12-3-32 15,-5-4-17-15,-15 4-8 16,-16 1 1-16,-19-3 7 15,-30 3-12-15,-28 1-3 16,-26-1 7-16,-15 0-5 16,-2 1-8-16,-7 0-5 15,0-1 8-15,-8 2-1 16,-4 0-7-16,-1 0 6 16,0 0-7-16,0 0 1 15,0 0-1-15,0 0-12 16,-29 0-38-16,-1 8-215 15,-10-2-461-15</inkml:trace>
  <inkml:trace contextRef="#ctx0" brushRef="#br0" timeOffset="47612.82">23171 9381 1054 0,'0'0'484'0,"0"0"-182"15,0 0-31-15,0 0-117 16,0 0-89-16,0 0-40 16,0 0-6-16,4-20-10 15,-3 20-7-15,1 6-1 0,1 7 5 16,0 6-5-16,2 4 16 16,2 2 9-16,2 2 6 15,4 0-2-15,5-5-2 16,4-1 2-16,5-8-11 15,3-5-1-15,-1-5-6 16,1-3 3-16,-3 0-15 16,-1-7 0-16,-5-10 1 15,-2-4-1-15,-4-6 0 16,-3-5-11-16,0-4-9 16,-6 2-7-16,-1 5 5 15,-4 8 4-15,-1 7 8 16,0 8 9-16,0 6-5 0,0 0 5 15,-1 9-33-15,-8 14 21 16,-1 9 13-16,-1 5 16 16,2 2 17-16,3 0 10 15,3-2-7-15,3-1 2 16,0-5 15-16,0 1-9 16,0-6-11-16,1-2 1 15,4-7-16-15,-1-5-7 16,-2-4 1-16,-2-3-5 15,0-4-1-15,0 0 2 16,0-1 2-16,-18 0 33 16,-8 0-19-16,-14 0-16 0,-21 0-3 15,-27-1-5-15,3 0-9 16,-21 1-106-16,30 0-264 16,27 4-738-16</inkml:trace>
  <inkml:trace contextRef="#ctx0" brushRef="#br0" timeOffset="48694.46">23224 8952 825 0,'0'0'623'0,"0"0"-270"15,0 0-112-15,0 0-110 16,-57 76-66-16,40-51 2 16,0 4-20-16,2-4-16 15,3-1 3-15,4-6 12 16,2-3-13-16,4-8-15 15,2-6-9-15,0-1 3 16,0 0 13-16,8-12 8 0,8-5-30 16,6-9-3-16,6-4-9 15,7-1-18-15,4-3-12 16,0 6-10-16,-5 6-23 16,-4 7 40-16,-3 11 12 15,-7 4 12-15,-2 8 8 16,0 14-2-16,0 9 2 15,2 6 17-15,-1 5 30 16,0 5-4-16,-2 28-9 16,-4-9-34-16,-6-8-481 0</inkml:trace>
  <inkml:trace contextRef="#ctx0" brushRef="#br0" timeOffset="57923.97">12715 17272 325 0,'0'0'49'0,"0"0"-49"16,0 0 0-16,0 0 361 15,0 0-76-15,0 0-77 16,-2-11-41-16,2 11-3 16,0 0 2-16,0 0-43 15,6 0-19-15,7 0-9 16,4 8 25-16,7 0-19 0,6 2-12 16,5 2-15-16,11-1-6 15,7 0 11-15,6-1-8 16,7 0-8-16,6-3 0 15,2 0-7-15,-1-2-21 16,-2-2-4-16,-3 0 0 16,-7 1-2-16,-9 0-13 15,-2-1-2-15,-8 3-4 16,-4-2-1-16,-1 0 2 16,1-1 1-16,2-3 1 15,8 0 6-15,4 0-5 16,7 0 4-16,16 0-18 15,-3-3 1-15,5-4 14 0,1 6-3 16,-11-3-4-16,6 2-7 16,-3-1 5-16,0 3-5 15,-3 0 1-15,-1 0 8 16,-3-4-4-16,-1 3-5 16,-1-1 0-16,-1 2 7 15,1-1 1-15,2 1-3 16,-2 0 0-16,0 0-5 15,1 0 12-15,-3 0-13 16,2 0 0-16,-1 0 0 0,0 0 1 16,1 1 5-1,0 1-5-15,2-2-1 0,5 1 2 16,1-1-2 0,2 0 2-16,14 0-1 0,14 4 5 15,14-4-6-15,5 5 1 16,-22-1 0-16,-22 0 0 15,-25 3 1-15,-3-7-1 16,11 3 0-16,7 3-1 16,11-5 0-16,10 1 0 15,13-2 0-15,17 0 1 16,1 0-1-16,-6 0 0 16,-9 0 2-16,-12 0-1 15,-1 2 5-15,-1 3-5 16,-3-5 6-16,-2 3-7 15,-9-2 0-15,-14-1-1 16,14 0 0-16,10 0-1 0,12 0 2 16,12 0-1-16,-10 0 1 15,-12 0 0-15,0 0 0 16,-1 0 1-16,-4 0-1 16,3 2 1-16,3-2 0 15,-1 1 5-15,5 2-6 16,-1-3 1-16,2 0-2 15,-1 4 1-15,5 2 0 16,-4-3 0-16,0 1 0 16,0 0 1-16,-2-1-1 15,5-1 1-15,2 1 5 16,1-3-4-16,1 2 4 16,1-2-5-16,-5 0 9 0,-5 0-8 15,-1 0-1 1,-15 0-1-16,-15 0 1 0,-15 0 7 15,-3 0-7-15,9 0 0 16,3-2 11-16,8-3-11 16,-1 0 5-16,-1-1-6 15,2 0 0-15,-2 1 1 16,2 0 0-16,1 1 0 16,-3 1 0-16,-3 1-1 15,-2-1-1-15,-2 1 0 16,-3 2 1-16,1 0 0 15,-2 0-1-15,2 0 1 0,3 0-1 16,1 0-10 0,3 0 11-16,4 0 0 0,0 0 0 15,-3 0 1-15,2 0-1 16,-7 0 1-16,3 2 0 16,-4 1-1-16,3-3 0 15,-1 2-2-15,4-2 1 16,2 0 1-16,4 0-2 15,3 1-14-15,-2-1-1 16,-4 0 11-16,-1 0 5 16,-4 0 1-16,-5 0-1 15,-3 0-10-15,0-6 4 16,0 1-1-16,-1-1 8 0,3 0 1 16,-2-2-1-1,1-1 0-15,-1 1 0 0,-1 2-10 16,-2-2-5-16,-4 1 4 15,-1 2 5-15,-4-2 6 16,-1 2-1-16,-3 1 1 16,0-1 0-16,1-1 0 15,2 0 2-15,2 1-2 16,1-3 0-16,1 2 0 16,2 1 1-16,-1-1-1 15,-3 1 0-15,-1 1 0 16,-3-1 0-16,-7 3 0 15,-1-1 0-15,-7-1 0 16,-1 1 0-16,-2 0 1 16,-3-1 0-16,-4 1 10 0,0 0-2 15,-2 0 1-15,-2 2 1 16,-3-1-11-16,2 2 2 16,-2 0-1-16,0 0 6 15,0 0-6-15,0 0-1 16,-3 0-1-16,-34 0-19 15,-86-1-83-15,5 1 10 16,-26-13-388-16</inkml:trace>
  <inkml:trace contextRef="#ctx0" brushRef="#br0" timeOffset="153359.79">15707 17383 1300 0,'0'0'397'16,"0"0"-144"-16,0 0-81 15,0 0 3-15,-26 83 8 16,19-34-27-16,-1 4-23 15,1 0-41-15,-1 3-40 16,4 2-23-16,-2-3-16 0,1-4-7 16,0-4-6-1,2-10-22-15,0-10-142 0,1-17-125 16,2-10-332-16,-2-2-409 16</inkml:trace>
  <inkml:trace contextRef="#ctx0" brushRef="#br0" timeOffset="153626.92">15689 17353 667 0,'0'0'985'0,"0"0"-781"16,0 0-19-16,0 0-17 16,-102 34-40-16,79-18-54 15,3-3-32-15,5-4-20 0,6-1-11 16,6-7-2-16,3-1 28 15,0-1 94 1,8-13-51-16,8-2-50 0,7 2-12 16,3 8-9-16,5 6-8 15,2 1 0-15,0 21 5 16,0 9-6-16,-6 7-11 16,-2 23-106-16,-7-10-218 15,-9-4-697-15</inkml:trace>
  <inkml:trace contextRef="#ctx0" brushRef="#br0" timeOffset="153788.95">16072 17661 474 0,'0'0'1647'0,"0"0"-1360"0,0 0-110 15,0 0-122-15,0 0-55 16,0 0-127-16,0 0-349 15,-19 4-848-15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07:44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558 833 1549 0,'0'0'386'16,"0"0"-87"-16,0 0-53 15,0 0-50-15,0 0-72 16,0 0-75-16,30 3-28 16,4 17-3-16,10 10 3 0,3 10 15 15,-2 4 4 1,-3 8 16-16,-11-1-22 0,-10 0-3 15,-11 2-4-15,-10-4 9 16,0 1 0-16,-14-1-13 16,-12-4 1-16,-2-4-6 15,-5-7-3-15,0-9-8 16,5-11 1-16,1-13-1 16,6-4 5-16,3-26 19 15,7-13-11-15,9-10-11 16,2 1-8-16,9 3 10 15,16 7-10-15,2 10-1 16,6 8-6-16,-5 9-2 16,2 6-2-16,-3 8-44 0,15 1-94 15,-8 13-329-15,-1-1-488 0</inkml:trace>
  <inkml:trace contextRef="#ctx0" brushRef="#br0" timeOffset="622.98">1229 715 1280 0,'0'0'377'0,"0"0"21"0,0 0-112 15,0 0-23 1,0 0-26-16,0 0-99 0,0 0-92 16,-28-17-28-16,25 63 3 15,-5 12 24-15,-2 5 3 16,1 3-8-16,-3-1-16 15,2-5-9-15,2-4-4 16,2-8-2-16,0-9-9 16,2-9 1-16,0-13 0 15,4-11 0-15,0-6 0 16,0 0 11-16,0-17-3 16,4 0-9-16,6 0-6 15,1 5 6-15,7 8-8 16,0 4 1-16,4 0 6 15,3 7 0-15,1 7 0 0,-1 1 1 16,-1 4-1-16,1 1-5 16,-2-1-84-16,1 5-172 15,-1-4-406-15,-11-4-503 0</inkml:trace>
  <inkml:trace contextRef="#ctx0" brushRef="#br0" timeOffset="938.59">561 1729 1491 0,'0'0'596'16,"0"0"-486"-16,0 0 20 15,0 0 66-15,0 0 55 16,0 0-9-16,182 27-16 15,8-78-18-15,29-16-54 16,12-7-55-16,-27 10-21 16,-50 15-24-16,-21 6-18 15,-39 11-7-15,-26 8-11 16,-26 9-6-16,-18 5-6 16,-9 5-6-16,-3 0-1 0,-8 4-6 15,-8 1-73 1,-81 40-115-16,-2 4-184 0,-16 0-988 0</inkml:trace>
  <inkml:trace contextRef="#ctx0" brushRef="#br0" timeOffset="2453.63">782 1989 103 0,'0'0'1267'0,"0"0"-902"0,0 0-30 16,0 0-80-16,0 0-50 15,0 0-48-15,-11-23-64 16,25 23-49-16,13 0-7 16,7 14-4-16,8 8-5 15,3 7 5-15,-1 7 11 16,-5 6 2-16,-3 0-16 16,-11 3-8-16,-7-2 4 0,-9 1 1 15,-9 0-11 1,0-4 5-16,-6-1-19 0,-17-4 10 15,0-7-6-15,-2-7-6 16,2-10 6-16,2-11 2 16,2 0 4-16,5-26 10 15,3-10-5-15,6-6-8 16,5 0-9-16,2 4 0 16,14 6-1-16,6 6-12 15,1 5 13-15,2 7-6 16,0 3-42-16,1 3-81 15,14 1-172-15,-7 2-343 16,-2-3-689-16</inkml:trace>
  <inkml:trace contextRef="#ctx0" brushRef="#br0" timeOffset="3126.28">1485 1956 613 0,'0'0'1185'16,"0"0"-842"-16,0 0-1 15,0 0-141-15,0 0-82 16,0 0-62-16,-36 75 4 16,30-30 22-16,3 0-3 15,1 3-33-15,2-7-17 16,0-5-12-16,6-6-12 15,3-8-5-15,3-7-1 16,-6-7 0-16,3-8 0 16,-3 0-9-16,4-14-16 0,-1-13-22 15,2-7-20-15,4-5 4 16,-5 1 26-16,-1 4 20 16,-3 5 8-16,-2 10 9 15,-2 6 6-15,-2 7 8 16,0 6 16-16,0 0-18 15,3 10 0-15,3 11-11 16,3 6 19-16,1 2 16 16,4 0 4-16,2-3-4 15,5-4-11-15,-3-7-5 16,4-5 1-16,-1-7-8 16,0-3-1-16,0-5 2 15,0-15-2-15,-5-10-5 16,-1-6-5-16,-9-7-2 15,-6-3-1-15,0 0-29 16,-4 9-12-16,-8 6-30 16,0 12-34-16,-1 9-84 0,-1 9-99 15,4 1-216-15,0 0-304 0</inkml:trace>
  <inkml:trace contextRef="#ctx0" brushRef="#br0" timeOffset="3527.41">1890 1591 1542 0,'0'0'384'16,"0"0"-71"-16,0 0-113 15,0 0-16-15,0 0-77 16,0 0-38-16,0 0-12 16,-54 33-11-16,42-18-10 15,1 2-9-15,3-4-6 16,1 1-3-16,7 2-8 16,0-1-1-16,0 5 0 0,0 4-1 15,4 3 3 1,4 4 4-16,-1 3 11 15,3 0-4-15,-1 2 14 0,-1 0-9 16,4-5-10-16,-2-4-11 16,1-4-5-16,2-4 0 15,-2-7 1-15,-2-3-2 16,2-8-29-16,9-3-124 16,-3-14-309-16,0-5-423 0</inkml:trace>
  <inkml:trace contextRef="#ctx0" brushRef="#br0" timeOffset="3710.18">2045 1730 1562 0,'0'0'351'0,"0"0"-151"0,0 0-131 16,0 0 18-16,0 0-28 15,0 0-26-15,17 76-20 16,-4-61-5-16,-1-5-8 15,6-3-19-15,-3-5-205 16,-2-2-486-16</inkml:trace>
  <inkml:trace contextRef="#ctx0" brushRef="#br0" timeOffset="4054.62">2057 1509 1295 0,'0'0'643'15,"0"0"-327"-15,0 0-119 16,0 0 3-16,0 0-56 0,0 0 3 16,0 0-14-16,70-3-42 15,-46 11-46-15,-3 1-10 16,-2 5 2-16,-2 2 12 16,4 4-4-16,-2 5-10 15,-1 0 2-15,0 4 10 16,-3 1-5-16,1 2-8 15,-4 0-4-15,-3-1-9 16,0-2-10-16,-6-2-4 16,-1-2-6-16,2 1 5 15,-4-4-5-15,3-1 0 16,-3-1 1-16,0-4-1 16,0-3-1-16,0-4-17 0,0-1-65 15,-34-1-91 1,-2-4-386-16,-6-3-965 0</inkml:trace>
  <inkml:trace contextRef="#ctx0" brushRef="#br0" timeOffset="5988.16">2718 1135 933 0,'0'0'751'15,"0"0"-489"-15,0 0-48 16,0 0-114-16,0 0-64 15,0 0-21-15,-28 84-6 0,5-29-2 16,-6 8-7 0,-15 14-73-16,11-26-316 15,2-10-1047-15</inkml:trace>
  <inkml:trace contextRef="#ctx0" brushRef="#br0" timeOffset="6742.69">3197 539 874 0,'0'0'318'15,"0"0"-28"-15,0 0 37 16,0 0-76-16,0 0-49 16,-38-88-31-16,38 74-8 15,0 5-50-15,0 5-45 16,6 4-36-16,8 3-17 16,13 15-1-16,4 10 7 0,3 6-2 15,2 7 0 1,-2 3-4-16,-12 2-4 15,-2-3-10-15,-12 0 7 0,-8-3-7 16,0-2 9-16,-20-2-9 16,-2-7 7-16,-5-4-8 15,0-11 6-15,2-6-5 16,0-8 0-16,3-1 0 16,2-22 5-16,6-9-6 15,7-7-1-15,7-2 0 16,0 5-5-16,10 9-2 15,7 5 2-15,5 10-4 16,3 5-34-16,4 7-97 0,-1 0-93 16,11 0-88-1,-6 7-338-15,-8-1-689 0</inkml:trace>
  <inkml:trace contextRef="#ctx0" brushRef="#br0" timeOffset="7109.68">3590 362 1365 0,'0'0'390'0,"0"0"10"16,0 0-95-16,0 0-46 15,0 0-86-15,0 0-65 16,0 0-49-16,-10-17-29 0,10 24-18 15,0 10-3-15,0 6 5 16,10 8 14 0,-2 2 7-16,4 4 2 0,0 1-14 15,-3-2-5-15,1-1 0 16,2-2 0-16,-1-6-6 16,2-4-6-16,-1-6 4 15,4-4-7-15,2-7 4 16,6-3-6-16,7-3 8 15,8-6-3-15,4-11-6 16,2-4-11-16,-5-2-90 16,-2 4-170-16,-14 7-432 0,-15 2-869 0</inkml:trace>
  <inkml:trace contextRef="#ctx0" brushRef="#br0" timeOffset="7485.67">3154 1098 462 0,'0'0'894'0,"0"0"-636"16,0 0-48-16,0 0 0 16,0 0-21-16,0 0 33 15,96-13 86-15,17-16-82 16,53-17-71-16,19-5-51 16,-1 3-38-16,-28 12-2 15,-38 10-19-15,-30 8-12 16,-30 8-12-16,-23 3-14 15,-19 4-6-15,-4 0 0 16,-9 3-1-16,-3 0-52 16,-47 19-125-16,-10 6-367 0,-18 3-486 15</inkml:trace>
  <inkml:trace contextRef="#ctx0" brushRef="#br0" timeOffset="8289.18">3154 1350 1275 0,'0'0'353'16,"0"0"14"-16,0 0-92 16,0 0-29-16,0 0-71 15,0 0-76-15,0 0-40 16,35-6-10-16,-2 36-6 15,4 10 34-15,4 10 9 16,0 9-26-16,-3 2-30 0,-7 1 5 16,-7 1-5-16,-11-4-14 15,-11-3-4-15,-2-3-3 16,-15-8-1-16,-9-8-7 16,-4-6 8-16,-2-9-3 15,0-11 0-15,1-11 1 16,1-3-1-16,3-20 2 15,1-11-8-15,11-4 1 16,7-3 0-16,6 1 0 16,0 4-1-16,18 1-1 15,4 5-7-15,4 4-14 16,3 6-9-16,-2 6-47 0,3 7-81 16,9 4-220-16,-8 3-355 15,-6 0-793-15</inkml:trace>
  <inkml:trace contextRef="#ctx0" brushRef="#br0" timeOffset="8957.95">3662 1448 1094 0,'0'0'662'0,"0"0"-298"16,0 0-52-16,0 0-58 15,0 0-94-15,0 0-89 16,0 0-47-16,-15 12-13 16,29 22 5-16,0 6 7 15,0 2-5-15,5-3-8 16,-2-3-4-16,2-7-5 16,-4-7 0-16,0-5-1 15,-9-9-27-15,-1-8-30 0,-1 0 14 16,1-20-44-16,-1-10-51 15,-1-5 36-15,0-3 68 16,-2 1 28-16,-1 5 6 16,0 6 32-16,0 6 43 15,0 9 19-15,0 9 12 16,0 2-51-16,0 2-37 16,2 18-12-16,5 8-5 15,4 2 17-15,7 4 4 16,2-1 5-16,2-7-7 15,3-4-4-15,0-10-1 16,0-7-2-16,1-5-1 16,-3-6 3-16,0-16-3 0,-2-11 0 15,-6-5-4-15,-5-20-2 16,-7 0-5-16,-3-1-1 16,0 1-13-16,-9 21-16 15,-7 6-14-15,4 12-21 16,-4 14-86-16,-1 5-99 15,1 3-83-15,4 10-278 16,0-4-450-16</inkml:trace>
  <inkml:trace contextRef="#ctx0" brushRef="#br0" timeOffset="9347.25">4065 923 1343 0,'0'0'338'0,"0"0"-62"16,0 0-65-16,0 0-95 15,0 0-51-15,0 0-30 16,0 0 23-16,-42 36 4 16,35-19-8-16,5 0-2 15,2-1-7-15,0-2-17 16,0 0-9-16,0-2-10 15,2 3-1-15,8 2-2 16,-1 3-5-16,1 3 8 0,-1 7-8 16,-1 4 1-1,-2 4 11-15,3 2 23 0,-3-3-5 16,0-1-2-16,1-4-4 16,2-6-1-16,2-6-6 15,1-6-6-15,1-6-6 16,2-6-5-16,6-2 7 15,1-7-8-15,8-8-17 16,8-21-168-16,-3 3-176 16,-10 0-534-16</inkml:trace>
  <inkml:trace contextRef="#ctx0" brushRef="#br0" timeOffset="9700.47">4296 1054 1295 0,'0'0'500'16,"0"0"-253"-16,0 0-101 15,0 0-20-15,0 0-36 16,0 0-19-16,0 0-7 16,69 24-9-16,-61 0 0 15,-5 5-9-15,-3 0-2 16,0 3-13-16,-10-1-12 15,-3-2-7-15,-3-4-10 16,8-9-1-16,0-11 8 16,5-5 5-16,2-2 1 0,1-13-14 15,0-2 7-15,0 3-8 16,4 3 0-16,8 2-1 16,3 5-5-16,3 1 5 15,3 1-10-15,3 2 2 16,-3 0-116-16,7-5-104 15,-7 0-322-15,-4-1-478 0</inkml:trace>
  <inkml:trace contextRef="#ctx0" brushRef="#br0" timeOffset="10059.13">4395 831 1674 0,'0'0'301'0,"0"0"-50"0,0 0-149 16,0 0-4-16,0 0-29 16,0 0 66-16,0 0-7 15,83 0-34-15,-55 4-31 16,1 0 7-16,-4 3 9 16,-2 3-13-16,-1 3-18 15,-3 2-10-15,-1 4-5 16,-2 6-5-16,-2 3 1 15,-1 4 12-15,-4-2 12 16,-1 3-5-16,-1-2-5 16,-4-1-2-16,0-4-14 0,-1 0-12 15,-1-5-6 1,-1-1-9-16,0-2 1 0,0-2 1 16,-3-3-1-16,-16-2-1 15,-14 2-1-15,-55 9-75 16,2-3-258-16,-10 1-1022 15</inkml:trace>
  <inkml:trace contextRef="#ctx0" brushRef="#br0" timeOffset="12900.71">1271 2798 84 0,'0'0'1444'0,"0"0"-1122"16,0 0-33-16,0 0-80 15,0 0-51-15,0 0-47 16,0 0-61-16,45-39-19 15,-12 71-1-15,1 10 18 16,-1 9 3-16,-6 3-12 16,-10 0-11-16,-11 1-4 0,-6-4-3 15,-1-1-9-15,-20-3-3 16,-7-8 0-16,1-7-9 16,2-10 2-16,-1-11 4 15,4-11-5-15,-2-5 10 16,5-23-10-16,4-14-1 15,2-7-9-15,11-3 2 16,2 2-11-16,15 10-14 16,8 8 4-16,4 12-27 15,-1 9-20-15,5 8-37 16,2 3-53-16,9 6-63 0,-8 8-252 16,-4-4-250-16</inkml:trace>
  <inkml:trace contextRef="#ctx0" brushRef="#br0" timeOffset="13231.75">1650 2746 717 0,'0'0'1044'0,"0"0"-744"16,0 0-33-16,0 0-57 15,0 0-48-15,0 0-74 16,0 0-40-16,6 13 4 0,3 12-3 16,3 6 4-16,-3 6 1 15,-5 2 5-15,1 1-9 16,-2-3-8-16,1-1-9 16,-1-6-8-16,3-5-7 15,2-5-9-15,2-6-8 16,5-6 0-16,7-6-1 15,5-2 3-15,6 0-3 16,3-12-63-16,13-3-154 16,-7 1-420-16,-14 2-670 0</inkml:trace>
  <inkml:trace contextRef="#ctx0" brushRef="#br0" timeOffset="13560.45">680 3592 1515 0,'0'0'587'16,"0"0"-482"-16,0 0-21 15,0 0 50-15,139-33 139 16,33-26-77-16,49-11-41 15,35-15-48-15,1 6-40 16,-20 12-10-16,-18 9 16 0,-21 6-37 16,-32 10-12-1,-47 10-4-15,-38 9-13 0,-35 8 1 16,-22 6-2-16,-2 1-5 16,-10 3 5-16,-12 3-6 15,-18 2-45-15,-86 32-144 16,1 3-494-16,-16 1-499 0</inkml:trace>
  <inkml:trace contextRef="#ctx0" brushRef="#br0" timeOffset="14972.72">1362 3759 806 0,'0'0'693'0,"0"0"-516"0,0 0 113 16,0 0-38-16,-21-72-58 15,21 64-23-15,5 5-72 16,11 3-50-16,5 3-21 16,7 17 24-16,4 8 5 15,1 13-2-15,1 11-5 16,-6 3 7-16,-6 5-17 15,-11 0-16-15,-6-3-8 16,-5-4-5-16,-8-7-11 0,-14-5 12 16,-1-7-6-1,-1-10-6-15,-1-10 9 0,6-10-8 16,-1-4 0-16,4-13 11 16,3-12-12-16,6-1 1 15,7-1-1-15,0 3-12 16,9 5-35-16,12 2-48 15,5 5-53-15,5 2-115 16,23-4-54-16,-8 3-291 16,-7 0-378-16</inkml:trace>
  <inkml:trace contextRef="#ctx0" brushRef="#br0" timeOffset="15496.34">1901 3564 1579 0,'0'0'384'0,"0"0"-121"16,0 0 42-16,0 0-81 15,0 0-103-15,0 0-69 16,0 0-40-16,0 35 4 15,19 8 22-15,-1 6 4 0,4 6-13 16,-4-1-6-16,0-4-13 16,-2-1-4-16,-5-9-4 15,2-7-1-15,-5-10 5 16,-4-12 0-16,-2-11-5 16,-2-3 5-16,0-24-6 15,1-11 6-15,4-4-5 16,1-1 1-16,4 7-1 15,2 7-1-15,1 9 1 16,1 9 4-16,2 6-5 16,5 3-1-16,3 2 0 15,1 6 0-15,1 9 0 16,-7 7 1-16,-2 2 0 0,-7 2 0 16,-5 1 1-1,-5-1 1-15,-2-2-1 0,-16-3 1 16,-9-1 4-16,-9-6-5 15,-7-5 7-15,-3-6-8 16,-2-3-22-16,5-8-47 16,4-9-72-16,8-14-148 15,14 5-75-15,8-4-409 0</inkml:trace>
  <inkml:trace contextRef="#ctx0" brushRef="#br0" timeOffset="15859.97">2263 3268 1435 0,'0'0'265'0,"0"0"54"15,0 0-127-15,0 0-51 16,0 0-30-16,0 0-13 15,0 0-6-15,-9-2-14 16,7 2-17-16,-2 0-19 16,-5 14-12-16,-1 2-4 15,2 9-5-15,-2 4-6 16,5 2-6-16,2 5 11 16,3 0 5-16,0-4 1 15,3 0-10-15,12-4-4 16,2-6-6-16,2-2-4 0,4-5-2 15,-1-3 1-15,5-8-2 16,-2-1-69-16,6-6-167 16,-7-9-247-16,-9-5-501 0</inkml:trace>
  <inkml:trace contextRef="#ctx0" brushRef="#br0" timeOffset="16048.82">2389 3367 1681 0,'0'0'269'0,"0"0"-65"16,0 0-137-16,0 0 30 15,0 0-13-15,0 0-2 0,59 89-23 16,-41-64-28-16,-4-4-17 16,0-3-14-16,-3-1-24 15,-4-9-205-15,-4-7-499 16</inkml:trace>
  <inkml:trace contextRef="#ctx0" brushRef="#br0" timeOffset="16346.76">2424 3210 1706 0,'0'0'332'15,"0"0"-117"-15,0 0-125 16,0 0 24-16,0 0 37 15,0 0 14-15,115 2-53 0,-78 5-37 16,2 4-2-16,-5 1-15 16,-4 4-22-16,-3 1-1 15,-9 4-2-15,-1 2-6 16,-7 2-8-16,-1 1 4 16,-8 0-8-16,-1 1-2 15,0-1-5-15,0-2-7 16,-10-4 5-16,0 0-6 15,-7-2 0-15,0-3-24 16,-24 2-130-16,5-5-399 16,0-9-746-16</inkml:trace>
  <inkml:trace contextRef="#ctx0" brushRef="#br0" timeOffset="16798.27">3749 3089 1290 0,'0'0'195'0,"0"0"-105"15,0 0 44-15,0 0 7 16,0 0-50-16,55 90-38 0,-54-67-28 16,-1-1-10-1,-9 0-15-15,-10-5-163 0,-3-14-226 0</inkml:trace>
  <inkml:trace contextRef="#ctx0" brushRef="#br0" timeOffset="17780.72">4266 2143 1330 0,'0'0'375'0,"0"0"-4"0,0 0-130 16,0 0-69-16,0 0-65 15,0 0-64-15,0 0-28 16,27 21 12-16,-2 6 13 16,7 9-8-16,-1 3-3 15,-4 3 16-15,-3 2-18 16,-3 0-12-16,-12-2-9 16,-9-1 6-16,0-5-4 15,-11-3-7-15,-11-5 7 16,-1-11 0-16,-5-7-7 15,3-8 5-15,-2-2-6 0,3-18 0 16,7-10 0-16,6-5-24 16,9-3-27-16,2 2-25 15,13 4-16-15,9 6-13 16,6 2-25-16,24-2-69 16,-10 4-297-16,-4 1-335 0</inkml:trace>
  <inkml:trace contextRef="#ctx0" brushRef="#br0" timeOffset="18090.74">4535 1914 1677 0,'0'0'373'0,"0"0"-96"0,0 0-143 16,0 0 0-16,0 0-55 15,0 0 16-15,0 0-13 16,49 64-25-16,-31-28-2 16,-2 4-1-16,-2 7 9 15,-2 1 4-15,1-1-11 16,-2-5-11-16,5-6-17 16,-2-5-17-16,6-8-2 15,1-7-8-15,2-9-1 16,6-7 2-16,4 0-2 15,3-13-37-15,7-14-149 16,-10 4-419-16,-9 3-732 0</inkml:trace>
  <inkml:trace contextRef="#ctx0" brushRef="#br0" timeOffset="18350.16">3974 2984 1964 0,'0'0'328'16,"0"0"-224"-16,0 0-39 15,148-40 192-15,23-24-30 16,34-16-92-16,14-4-66 16,-21 2-26-16,-37 10-10 15,-12 0-19-15,-19 5 4 16,-33 17-6-16,-31 16-11 15,-32 16-1-15,-18 11-55 0,-12 4-109 16,-30 8-164-16,-14 10-305 16,-20 5-986-16</inkml:trace>
  <inkml:trace contextRef="#ctx0" brushRef="#br0" timeOffset="18711.5">4381 3042 1252 0,'0'0'862'0,"0"0"-711"16,0 0 50-16,0 0-61 0,0 0 3 16,0 0-53-16,0 0-17 15,34 10 12-15,-20 8-22 16,1 1-30-16,-5-1-6 15,0-1-6-15,-1-2-20 16,-4 0 13-16,3-4-8 16,-4-1-5-16,-1-3 0 15,0-4 1-15,-2 0-1 16,-1-3 5-16,0 0-5 16,0-3-1-16,0-7-14 15,0-3-29-15,0-1-38 16,0 3-30-16,0 1-111 0,0 1 5 15,0 4-111-15,-1 1-251 16,-5 1-306-16</inkml:trace>
  <inkml:trace contextRef="#ctx0" brushRef="#br0" timeOffset="19507.77">4362 3246 947 0,'0'0'552'0,"0"0"-223"16,0 0-55-16,0 0-78 0,0 0-36 16,0 0-47-16,0 0-35 15,64-27-26-15,-26 46 2 16,3 9 28-16,1 7-17 15,-2 8-17-15,-6 5 0 16,-11 2 4-16,-9-1-20 16,-12-3-11-16,-2-2 0 15,-12-4-11-15,-15-6-8 16,-1-5 10-16,-2-11-6 16,0-10 0-16,3-8-6 15,2-10 9-15,6-19-9 16,5-7 0-16,7-3 2 15,7 3-2-15,0 5-15 0,15 5-8 16,10 8-14 0,6 3-17-16,4 1-19 0,6 3-78 15,17-3-106-15,-11 3-115 16,-7 1-370-16</inkml:trace>
  <inkml:trace contextRef="#ctx0" brushRef="#br0" timeOffset="19941.76">4796 3091 1390 0,'0'0'552'16,"0"0"-328"-16,0 0-88 0,0 0-93 16,0 0 6-1,0 0 46-15,23 109-18 0,0-68-30 16,-2 0-19-16,-3-2-6 15,-2-8-8-15,-4-3-2 16,-3-9-5-16,0-8 1 16,-6-9-7-16,3-2 4 15,0-16 13-15,4-13-6 16,-2 0 4-16,1-4 41 16,0 5 7-16,1 10-12 15,-2 7-16-15,1 7-22 16,2 4-1-16,3 0-13 15,5 2 8-15,3 10-8 16,-3 2 7-16,3 3-6 0,-7 1 1 16,-3 2-1-16,-6 0 1 15,-6 3-2-15,0-2 1 16,-11 0-1-16,-8-3-11 16,-6-2-18-16,-2-6-22 15,-3-3-47-15,0-6-74 16,-6-6-39-16,5-9-178 15,7-9-458-15</inkml:trace>
  <inkml:trace contextRef="#ctx0" brushRef="#br0" timeOffset="20309.93">4978 2803 1525 0,'0'0'258'0,"0"0"-83"16,0 0 63-16,0 0-88 15,0 0-5-15,0 0-18 16,0 0-43-16,-5-37-31 16,5 37-18-16,0 0-14 15,0 3-6-15,3 12-6 16,6 7 21-16,2 10 0 15,-1 7 1-15,0 5 8 16,-4 0-1-16,-1 4 1 16,-2-4-4-16,0-3-14 15,2-4-9-15,3-7-4 0,1-7-7 16,3-6 0-16,8-8 1 16,3-7-1-16,7-2-1 15,3-9-24-15,19-27-156 16,-10 2-356-16,-9-5-637 0</inkml:trace>
  <inkml:trace contextRef="#ctx0" brushRef="#br0" timeOffset="20631.32">5241 2838 1540 0,'0'0'297'0,"0"0"-152"15,0 0-91-15,0 0 30 16,0 0 31-16,0 0-39 16,0 0-23-16,50 81-16 15,-50-66-9-15,0-1-11 16,0-3 11-16,-5-3-6 16,-3-2-13-16,3-4 6 15,2-2 20-15,3 0 53 16,0 0-44-16,0-3-28 15,5-1-15-15,9 1-1 16,3 3 0-16,8 0 0 16,-1 0 0-16,3 0 0 0,-2 0-81 15,-1-3-118 1,-6-8-390-16,-4 1-583 0</inkml:trace>
  <inkml:trace contextRef="#ctx0" brushRef="#br0" timeOffset="20978">5324 2629 1622 0,'0'0'299'0,"0"0"51"16,0 0-196-16,0 0 4 16,0 0-73-16,0 0-9 15,0 0-8-15,97-15-24 16,-69 18 14-16,3 7 0 15,-2 6 2-15,-6 4-15 0,-3 2-14 16,-4 3-1-16,-2 3 8 16,-2 3 5-16,-4 2-2 15,-1 0-5-15,-4 0-1 16,1-4-3-16,-4-2-11 16,0-3-2-16,0-2-18 15,0 0 5-15,0 0 3 16,-9-1-8-16,-4 0 0 15,-9-3 4-15,1-1-5 16,-8-2-40-16,-19-5-99 16,4-5-332-16,-1-5-651 0</inkml:trace>
  <inkml:trace contextRef="#ctx0" brushRef="#br0" timeOffset="45413.9">3034 9356 192 0,'0'0'131'0,"0"0"-131"16,0 0-24-16,0 0 24 16,0 0 169-16,0 0 20 15,0 5 3-15,-2-5-22 16,1 0-11-16,0 0-44 15,-1 0 21-15,1-1-18 16,-2-3 8-16,1 1 1 16,1 3 23-16,-1-2 3 15,2 1-21-15,0 0-9 0,0 1 15 16,0 0-8-16,0-2-13 16,0 2-14-16,0-1-9 15,0-1-19-15,2-1-11 16,11-2-25-16,7 2-3 15,3-1 0-15,3-1-3 16,3 3 1-16,0-1 2 16,-1 1-6-16,-1-1 1 15,3 0-5-15,-3-1-2 16,3 2 1-16,-2-3 2 16,-1 1-3-16,-2 1-13 15,-1 0 2-15,-4 3 1 16,-1-2-5-16,-4 2 1 15,3 0-1-15,-4 0-3 16,0 0 2-16,2-2 4 0,-1 2 6 16,-1-1 7-16,4-1 5 15,-3 1-9-15,-2 0 6 16,-2-1 5-16,-1 1-11 16,-3-1-2-16,-2 1-5 15,-2 1-4-15,-3 0 4 16,3 0-13-16,-3 0 6 15,1-1-5-15,-1 1-1 16,0 0 7-16,0 0-8 16,0 0 1-16,0-1 0 15,0 1 5-15,0 0-5 0,0-2-1 16,0 0-2-16,-10 2-38 16,-31 0-122-16,1 9-132 15,-5-1-532-15</inkml:trace>
  <inkml:trace contextRef="#ctx0" brushRef="#br0" timeOffset="46450.93">8198 9363 402 0,'0'0'24'0,"0"0"298"0,0 0 26 15,0 0-96-15,0 0-38 16,0 0 9-16,-36-22-21 16,33 20-20-16,2-1-12 15,1 0 14-15,0 1-26 16,0 1-20-16,0 1-21 16,0-1-33-16,1-1-23 15,14 2-6-15,10-1 26 16,8 1 15-16,6 0-23 15,2 0-10-15,9 0 2 16,-3 0-32-16,-1 0-9 16,-6 0-3-16,-3 0-11 15,-6 0-2-15,-7 0-7 0,-3 0 5 16,-6 0-5-16,-6 0 2 16,-7 0-3-16,2 0 0 15,-4 0-1-15,0 0 0 16,0 4-26-16,-51 19-65 15,2-1-135-15,-17 3-495 0</inkml:trace>
  <inkml:trace contextRef="#ctx0" brushRef="#br0" timeOffset="48244.04">12328 9006 401 0,'0'0'30'0,"0"0"520"15,0 0-297-15,0 0 36 16,0 0-63-16,0 0 23 15,0 0-20-15,0-3-38 16,0 2 2-16,0 1-44 16,0 0-28-16,5 0-19 15,4 0-10-15,7 0 1 16,2 0-21-16,9 0 11 16,4 1-6-16,8-1-8 15,4 0-1-15,2 0-10 16,1 0-13-16,-3 0-22 15,-5-3-8-15,-3 0-3 16,-7 1-3-16,-5 0-3 16,-2-1-5-16,-2 2 8 0,-4-2-8 15,0 0 8-15,-3 1-3 16,-1-1 0-16,-3 1-4 16,-3 0-1-16,-2 1 5 15,0 1-5-15,-1-1 0 16,-1 1 0-16,-1 0-1 15,0-2 1-15,0 2-1 16,0-1 0-16,0-1-1 16,0 1-42-16,-9 1-106 15,-6 0-150-15,-3 0-521 0</inkml:trace>
  <inkml:trace contextRef="#ctx0" brushRef="#br0" timeOffset="49310.44">17504 9341 1000 0,'0'0'356'0,"0"0"-74"0,0 0-41 15,0 0-2-15,0 0-43 16,0 0-28-16,-1 0-12 16,1 0-20-16,0 0-13 15,9 0-12-15,8 0-3 16,9 0 3-16,5 0-5 16,2 0-49-16,3 0-21 15,0 0-9-15,-1 0-8 16,2 0 1-16,-2 0-5 15,-3 0-3-15,0 0 0 16,-2 0-6-16,-3-2-5 0,-6-3 6 16,1 2-6-1,-6 1 1-15,-4-3 5 0,-3 3-6 16,-2-1-1-16,-4 1 0 16,-1 1-1-16,-2 1-15 15,-3 0-14-15,-55 10-101 16,1 10-243-16,-13 1-549 0</inkml:trace>
  <inkml:trace contextRef="#ctx0" brushRef="#br0" timeOffset="51111.79">21537 9257 421 0,'0'0'565'16,"0"0"-294"-16,0 0-4 15,0 0 13-15,0 0 8 16,0 0-37-16,0 0-19 15,0 0-37-15,0 0-17 16,0 0-41-16,7 1-8 16,10 5-8-16,7-1-5 0,3 2-22 15,8-1-14 1,1 0-35-16,-1-4-14 0,-1 1-14 16,-1-3-7-16,-5 0 2 15,-5 0-10-15,-5 0 5 16,-6 0-1-16,-4 0-6 15,-6 0-1-15,-2 0 1 16,0 0-29-16,-17 6-92 16,-57 14-106-16,4 0-348 15,-15-1-660-15</inkml:trace>
  <inkml:trace contextRef="#ctx0" brushRef="#br0" timeOffset="52609.71">22163 11723 560 0,'0'0'121'0,"0"0"-121"16,0 0 0-16,0 0-195 0</inkml:trace>
  <inkml:trace contextRef="#ctx0" brushRef="#br0" timeOffset="53778.78">22314 9307 59 0,'0'0'531'0,"0"0"-296"15,0 0 19-15,0 0-48 16,0 0-2-16,0 0 13 15,0 0 11-15,-15-7 7 16,15 6-28-16,0-1 10 16,0 2-4-16,0-1-45 15,0 1-23-15,0-2-30 16,0 1-28-16,10 1-20 16,12 0-7-16,8 0-15 15,9 0-10-15,5 0-13 0,3-3-7 16,-1 3-4-1,-5-2-11-15,0-3 1 0,-6 0-1 16,-5-2-1-16,-9 0-15 16,-3-2-25-16,-9 3-25 15,-3 1-37-15,-6 2-42 16,-3 2-83-16,-36 1-152 16,2 4-213-16,-3 6-108 0</inkml:trace>
  <inkml:trace contextRef="#ctx0" brushRef="#br0" timeOffset="54160.04">22295 9392 827 0,'0'0'360'15,"0"0"-17"-15,0 0-39 16,0 0-43-16,0 0-22 16,0 0-56-16,0 0 10 15,-5 0-15-15,5 0-28 16,9 0 1-16,14 2 13 16,7 1-24-16,8-1-40 15,7-2-20-15,0 0-19 16,1 0-13-16,-7 0-21 15,-5 0-9-15,-7-5-7 0,-6 3-4 16,-9-1-6 0,-3 2 0-16,-6-1-1 0,-1 2 0 15,-2 0-30-15,0 0-43 16,-2 0-55-16,-15 2-76 16,-38 16-100-16,4 1-405 15,-3-4-887-15</inkml:trace>
  <inkml:trace contextRef="#ctx0" brushRef="#br0" timeOffset="59979.93">19562 11705 48 0,'0'0'232'16,"0"0"-186"-16,0 0-44 15,0 0 260-15,0 0-71 16,0 0-19-16,0 0-15 15,-1 0-11-15,1 0-25 16,0 0 15-16,0 0 7 16,0 0 3-16,0 0 5 0,0 0 10 15,0 0-17 1,0 0-27-16,0 0 11 0,0 0-13 16,0 0-13-16,0-1-14 15,0 1-19-15,0-2-9 16,6 1-2-16,6 1-17 15,6-2-13-15,2 2 9 16,3 0 1-16,4 0-13 16,3-1 5-16,4 1 9 15,2 0-3-15,-1-2-7 0,3 2-10 16,-4 0 5 0,0 0-15-16,-2 0 6 0,1 0-8 15,-3 0 2 1,1 0 2-16,-3 0 11 0,-1 0-11 15,0 0 2-15,-4 0-1 16,1 0 0-16,-1 0-3 16,0 0-8-16,3 0 0 15,-2-3-1-15,0 0 1 16,-3 2 0-16,-2 0 7 16,-4 1-1-16,-3 0 1 15,-3 0-1-15,-1 0-1 16,-1 0-5-16,-3 0 5 15,-2 0-5-15,2 0-1 16,-1 0 1-16,-3 0 0 16,0 0 0-16,0 0 0 15,0 0 1-15,0 0-1 0,0 0 5 16,0 0-4-16,0 0 4 16,0 0-6-16,0 0 0 15,0 0 0-15,0 0-1 16,0 0 0-16,0 0 0 15,0 0-8-15,-3 0-14 16,-13 0-86-16,-35 8-123 16,2 1-365-16,-10 0-727 0</inkml:trace>
  <inkml:trace contextRef="#ctx0" brushRef="#br0" timeOffset="62541.72">22091 11751 522 0,'0'0'263'0,"0"0"-2"15,0 0-19-15,0 0-10 16,0 0-14-16,0 0-13 0,0 0-2 16,-8-12-19-1,8 10-25-15,0 2 5 0,0 0-12 16,0 0-30-16,0 0-27 16,9 0 3-16,9 2-2 15,6 5 0-15,4 1-30 16,5 1-3-16,3-1-24 15,0-2 0-15,4-3-9 16,-2 0-6-16,-3-1-5 16,-4-2-4-16,-4 0-9 15,-9 0 0-15,-6 0-5 16,-8 0-1-16,-4 0 0 16,-4 0-29-16,-63 12-106 15,0 8-116-15,-14-1-376 0</inkml:trace>
  <inkml:trace contextRef="#ctx0" brushRef="#br0" timeOffset="66094.02">5446 12279 117 0,'0'0'1041'0,"0"0"-783"16,0 0-35-16,0 0-64 15,-95-6-39-15,75 15-26 16,-2 5 8-16,4 5-9 16,2 5-25-16,5 3-9 15,8 4-16-15,3 5 3 16,0 6 8-16,12 1 1 16,6 1-17-16,2-1-14 0,3 3-7 15,-2-4-1-15,-3-2-6 16,-5-1 17-16,-8-2 7 15,-5-2-14-15,0-3-4 16,-20-3 11-16,-10 2-18 16,-8-4 6-16,-4-6-6 15,-4-2-8-15,1-8 1 16,8-11-1-16,4 0 8 16,9-8-1-16,11-9 5 15,7-3 2-15,6 2 6 0,0 3-7 16,16 4-13-1,1 8 12-15,5 3-12 16,2 0-1-16,-3 17 0 16,1 8 13-16,-4 11 10 0,-6 18 11 15,-9 22 20-15,-3 23 0 16,-12 5 3-16,-15-4-5 16,2-8-1-16,-3-16-1 15,12-12-25-15,2-13 5 16,3-10-8-16,5-5 5 15,-1 4-1-15,-1 3 4 16,0 2-9-16,3-8 0 16,-1-6-9-16,3-5-5 15,0-5-1-15,3-4 0 16,0-6-4-16,0-4 7 0,0-4-9 16,0-1-5-16,0-2 5 15,3 0 0-15,4 0-8 16,2-5-42-16,2-4-38 15,0-2-56-15,3-7-133 16,-2 3-301-16,-3-2-318 0</inkml:trace>
  <inkml:trace contextRef="#ctx0" brushRef="#br0" timeOffset="66276.12">4988 14040 133 0,'0'0'2304'16,"0"0"-2035"0,0 0-136-16,0 0 18 0,0 0-10 15,0 0-86-15,0 0-55 16,-52 5-42-16,50 0-228 16,-12-2-663-16</inkml:trace>
  <inkml:trace contextRef="#ctx0" brushRef="#br0" timeOffset="75522.87">10505 12332 872 0,'0'0'272'15,"0"0"-69"-15,0 0 3 16,0 0-40-16,0 0-2 16,0 0-22-16,0-29-1 15,0 28-30-15,-5-1-11 16,-1 2-8-16,-5 0-11 16,-2 0-19-16,-7 0-5 15,-5 5 1-15,0 7-7 16,-2 1 14-16,4 4-5 15,7 2-26-15,2 1-11 16,7 8-5-16,1 1 3 0,3 5 9 16,2 3-4-1,-1 0-3-15,-1 5 7 0,3 5-11 16,0 3 19-16,-2 3-11 16,2-2-2-16,0 2 2 15,0-6-12-15,0 1 3 16,0 0 0-16,0 2-4 15,0-1-5-15,2 4 4 16,-2 1-3-16,0-1-1 16,0 0-1-16,0 0-1 15,3-4 1-15,0-1-8 16,2-3-2-16,1-1 2 0,-2-2-1 16,2 1 0-16,-3 1 1 15,-2-1 0-15,1 3 1 16,-2 0-1-16,0-1 6 15,-3 0-5-15,-7-4 0 16,-1-2 7-16,2-5-7 16,0-4 0-16,5-2 11 15,2-4-2-15,2-2 4 16,0-1 4-16,2-6 4 16,8 1 7-16,2-4-4 15,4-1 2-15,2 1-6 16,5-3 3-16,0-3 0 15,2 0-6-15,0-5-1 0,6-1-5 16,2 0-5 0,6-8-1-16,4-6 3 0,8-4-9 15,4-2-10-15,7 0-47 16,40-5-93-16,-14 4-148 16,-5-1-531-16</inkml:trace>
  <inkml:trace contextRef="#ctx0" brushRef="#br0" timeOffset="76890.32">24063 12251 1322 0,'0'0'331'0,"0"0"-97"16,0 0-38-16,0 0-28 15,0 0-82-15,0 0-51 16,14-47-17-16,6 39-10 16,7 2-7-16,6 1 6 15,2 0-6-15,7 4 0 16,-1-1 1-16,4 2-1 15,-6 0 0-15,-3 0 4 16,-9 0-5-16,-9 5 0 0,-6 2 0 16,-5 1 1-16,-1 6 0 15,-2 5 18-15,-1 12 15 16,-3 8 17-16,0 11 16 16,0 8 1-16,-3 16 7 15,-11 18 16-15,-6 17-2 16,-1-1-8-16,1-8-2 15,1-11-20-15,6-15 4 16,3 2-8-16,0-2-10 16,2 2-2-16,-1-12-2 15,3-9 7-15,-6 8-12 16,3-8-14-16,2-1 26 0,-7 21-3 16,2 2-22-16,1-1-16 15,-1-1 26-15,1-15 6 16,2-13-3-16,0 2-9 15,-1 4-3-15,-1-7-6 16,2-4-10-16,3-6-7 16,0-5 7-16,2-9 0 15,0-5-8-15,2-7 0 16,2-5 4-16,0-3-4 16,-1-2 0-16,1 0 0 15,-3 0 13-15,-3 0-13 16,-8 0 6-16,-13 0-5 15,-14 0 7-15,-10-5-7 0,-11-4-1 16,-16-2 10 0,-18-3-8-16,-23-2-2 0,-8 3 0 15,-6 9-71-15,4 4-97 16,34 0-160-16,9 4-752 0</inkml:trace>
  <inkml:trace contextRef="#ctx0" brushRef="#br0" timeOffset="85826.47">14093 13508 1005 0,'0'0'721'0,"0"0"-338"16,0 0-20-16,0 0-85 16,0 0-48-16,0 0-76 15,1 1-59-15,27-1-23 0,10 0-29 16,7 0-10 0,8 0-20-16,-1 0-7 0,-4 0-6 15,-3 0 0-15,-11 0-36 16,-5-1-73-16,-16 1-132 15,-5 0-314-15,-8 0-236 0</inkml:trace>
  <inkml:trace contextRef="#ctx0" brushRef="#br0" timeOffset="86023.55">14024 13679 385 0,'0'0'1483'15,"0"0"-973"-15,0 0-210 0,0 0-84 16,0 0-39-16,87-20-77 16,-35 7-46-16,7 1-28 15,0-1-16-15,-6 4-10 16,1 1-28-16,-12 4-182 16,-12 0-517-16</inkml:trace>
  <inkml:trace contextRef="#ctx0" brushRef="#br0" timeOffset="87133.94">14037 12014 689 0,'0'0'731'0,"0"0"-402"16,0 0 33-16,0 0-61 15,0 0-28-15,0 0-62 16,0 0-70-16,-55-61-65 15,55 61-41-15,0 14-20 16,9 6 1-16,12 4 1 16,8 0-7-16,5-1-2 15,3-3-8-15,2-8 1 16,-5-6 0-16,-6-6-1 16,-5 0-5-16,-7-14-12 0,-7-9 4 15,-4-1 7-15,-5-1 0 16,0 2 6-16,0 6 0 15,0 6 6-15,-2 5 9 16,-1 6 6-16,0 0-7 16,1 13-13-16,1 11 13 15,1 11 4-15,0 4 9 16,0 2-14-16,9 6 7 16,5-2 5-16,-2 1-19 15,-1-3-5-15,-3-3 0 16,-4-2 0-16,-4-5-1 15,0-2 0-15,-9-6 0 16,-11-3 0-16,-8-10 0 16,-2-7-17-16,-5-5-32 15,0-5-50-15,-6-44-104 0,10 2-320 16,10-5-412-16</inkml:trace>
  <inkml:trace contextRef="#ctx0" brushRef="#br0" timeOffset="87553.25">14291 11454 717 0,'0'0'892'0,"0"0"-537"0,0 0-67 15,0 0-67-15,-89 29-13 16,66-3-65-16,-2 5-34 16,2 4 4-16,3 0-43 15,5-3-27-15,1-6-19 16,5-5-7-16,5-6-11 16,2-9-5-16,2-6 6 15,0-5 4-15,15-18 8 16,11-9-13-16,5-6 0 15,5-1-4-15,2 6-1 0,-2 12 5 16,-4 8 2 0,-4 8-8-16,-3 5 0 0,-5 8 1 15,-1 13-1-15,-4 6 1 16,-2 6 7-16,-3 5-2 16,-5 2-6-16,4 4 0 15,15 15-23-15,0-9-236 16,6-11-845-16</inkml:trace>
  <inkml:trace contextRef="#ctx0" brushRef="#br0" timeOffset="88507.65">22699 13612 322 0,'0'0'387'15,"0"0"-84"-15,0 0 7 16,0 0-24-16,0 0 0 15,0 0-53-15,-25-20-41 16,25 20 4-16,0-2-13 16,0 2-40-16,12 0-17 15,13-2-4-15,13 1-21 16,30-3-28-16,29-3-19 16,28-3-20-16,7-2-13 15,-22 4 0-15,-33 1-13 16,-32 2-2-16,-11 2-6 15,-4-3 1-15,-3-1 0 16,-1 1-1-16,-13 2-44 0,-7-1-35 16,-6 5-62-16,0 0-103 15,-37 0-272-15,4 5-134 16,-9 2-430-16</inkml:trace>
  <inkml:trace contextRef="#ctx0" brushRef="#br0" timeOffset="88746.97">22708 13694 654 0,'0'0'960'0,"0"0"-608"15,0 0-34 1,0 0 12-16,0 0-44 16,81 7-63-16,11-2-60 0,32 0-39 15,9-3-46-15,-11-2-30 16,-34 0-13-16,-36 0-20 15,-17 0-6-15,-13-2-8 16,-7-2-1-16,-2-2-51 16,-8-6-90-16,-25-26-136 15,-15 1-431-15,-13-9-850 0</inkml:trace>
  <inkml:trace contextRef="#ctx0" brushRef="#br0" timeOffset="89527.01">23141 12042 983 0,'0'0'259'0,"0"0"-24"16,0 0 25-16,0 0-17 15,-43-80-33-15,40 68-28 16,1 6 28-16,2 4-42 15,0 2-69-15,0 2-68 0,2 14-16 16,11 8 10 0,6 4 13-16,10 5-10 0,4-2-10 15,7-2-6-15,0-5-6 16,-3-7 4-16,-4-9-10 16,-6-8 0-16,-8 0 10 15,-7-11-9-15,-6-11 6 16,-3-3-7-16,-3-3-1 15,0 2 1-15,0 3 6 16,-5 9 0-16,3 5 23 16,-1 7 17-16,-2 2-25 15,2 11-12-15,2 13-3 16,1 11 6-16,0 6 12 16,0 6 9-16,9 5 8 0,7 1-17 15,1 0 11-15,2-2-20 16,0-1 0-16,-4-6-9 15,-5-2-5-15,-4-10-1 16,-6-5 2-16,-1-9-2 16,-20-8 0-16,-6-8-1 15,-7-2-34-15,-3-12-35 16,-3-15-66-16,-7-31-148 16,11 3-306-16,10-3-482 0</inkml:trace>
  <inkml:trace contextRef="#ctx0" brushRef="#br0" timeOffset="89940.55">23475 11628 834 0,'0'0'571'16,"0"0"-277"-16,0 0 48 15,0 0-112-15,0 0-69 16,0 0-107-16,0 0-34 16,-81 23-3-16,61 11 30 15,1-1 8-15,2-4-11 16,6-5-6-16,4-8 1 16,2-6 1-16,1-3-5 0,4-7-4 15,0 0 17 1,7-7 21-16,8-10-39 0,6-6-21 15,3-2-8-15,1-2-1 16,1 7-4-16,-3 7-16 16,1 8 19-16,-2 5-8 15,1 4 8-15,1 15-9 16,-3 7 10-16,-3 2 0 16,-3 2 1-16,-6 1 5 15,-3 0-4-15,-3 2-2 16,-3 4-8-16,0-6-533 15,-5-11-1647-15</inkml:trace>
  <inkml:trace contextRef="#ctx0" brushRef="#br0" timeOffset="90094.8">24007 12018 664 0,'0'0'526'0,"0"0"-468"16,0 0-58-16,0 0-662 0</inkml:trace>
  <inkml:trace contextRef="#ctx0" brushRef="#br0" timeOffset="107811.21">15438 14955 1350 0,'0'0'529'15,"0"0"-246"-15,0 0 18 16,0 0-62-16,0 0-86 16,0 0-67-16,16-10-18 0,-1 38 33 15,5 8-2 1,-2 4 6-16,1 1 6 0,-1-2 0 15,-1-3-32-15,2-4-14 16,-3-6 1-16,2-8-9 16,-3-8-9-16,7-9-14 15,11-1 1-15,28-23-2 16,44-29-14-16,40-34-7 16,21-21-6-16,0-8-6 15,-15 4-19-15,-29 21-9 16,-13 17-32-16,-24 19 28 15,-21 15-1-15,-20 12 12 0,-10 7 8 16,3 1 2 0,-3 1-5-16,-4 1-2 0,-7 7 1 15,-9 5 7-15,-6 2-8 16,-3 2 12-16,-5 1-12 16,0 0 0-16,0 12-15 15,-38 24-29-15,-72 34 23 16,4-7-254-16,-21 0-862 0</inkml:trace>
  <inkml:trace contextRef="#ctx0" brushRef="#br0" timeOffset="113358.46">6067 14076 1352 0,'0'0'397'0,"0"0"-39"16,0 0-43-1,0 0 17-15,0 0-75 0,0 0-32 16,4 10-17-16,19-9-70 15,12-1-71-15,10 0-23 16,8 0-19-16,9 0-10 16,2-8 27-16,3-1-12 15,-1-2-12-15,-4 2-9 16,-2-1-7-16,-6 2-2 16,-10-1 1-16,-8 2-1 15,-9 0 1-15,-12 2-1 16,-4 5 0-16,-10-3-1 15,-1 3-14-15,-9 0-38 0,-13 0-86 16,-14 8-106 0,-33 13-139-16,8-1-333 0,3-3-273 0</inkml:trace>
  <inkml:trace contextRef="#ctx0" brushRef="#br0" timeOffset="113757.62">6050 14330 340 0,'0'0'888'16,"0"0"-555"-16,0 0-37 16,0 0-13-16,0 0-50 15,0 0 18-15,0 0-12 0,-6 0-27 16,6-2-33-16,3-2-28 15,17 1-4-15,5 0-33 16,11-1-66-16,7 1-8 16,6-3-10-16,8 0-7 15,7-3-14-15,3-4-2 16,1-1-1-16,1-1 26 16,-1-4-11-16,-3 2-8 15,-1 2-11-15,-8 0-2 16,-4-1 0-16,-12 6 0 15,-10 1 1-15,-9 2 0 16,-12 4-1-16,-4 3-1 16,-5 0 0-16,0 0-17 0,-35 5-40 15,-70 24-101 1,4 0-367-16,-23-3-953 0</inkml:trace>
  <inkml:trace contextRef="#ctx0" brushRef="#br0" timeOffset="118457.18">18066 7607 41 0,'0'0'57'0,"0"0"-57"0,0 0 77 15,0 0-38-15,0 0 50 16,0 0-83-16,0 0 3 16,-1-12 185-16,1 6 21 15,0-4-33-15,0 1 12 16,0-3 20-16,-5 0 24 16,3-1-7-16,-2 2-4 15,1 0-19-15,0 1-24 16,0 4 20-16,-1 1-43 15,2 4-26-15,1 1-43 16,-2 3-49-16,-3 20-22 0,0 15 12 16,-1 8 21-1,-1 7-5-15,-2 1-10 0,2 0-18 16,2-7-9-16,0-4-3 16,2-6-9-16,-2-5 1 15,3-9-1-15,-2-7 0 16,2-5-22-16,-1-8-43 15,-1-3-25-15,-3-2-56 16,0-16-72-16,-2-9-15 16,-2-3 85-16,4-4 71 15,2 2 43-15,2 2 34 16,1 8 2-16,1 5 57 16,2 9 40-16,-1 5 44 0,1 3-35 15,0 3-33 1,0 14 7-16,1 7 43 0,10 4-18 15,1 4-24-15,6-3-18 16,2 0-31-16,2-3-13 16,3-3-10-16,2-5-1 15,-4-5-10-15,1-5 0 16,-1-7 0-16,2-1-16 16,-1-4-27-16,1-14-37 15,-1-6-36-15,-4-2-11 16,-4-5-12-16,-3 2 25 15,-4 4 56-15,-3 3 36 16,-3 8 16-16,-3 3 6 0,0 5 32 16,0 6 40-1,0 0-22-15,-7 7-20 16,-14 15-10-16,-4 8 14 0,-4 3 11 16,-2 2-23-16,4 0-5 15,4-5-16-15,4-3-1 16,6-4 0-16,5-2-44 15,-1-6-166-15,5-5-292 16,-2-7-540-16</inkml:trace>
  <inkml:trace contextRef="#ctx0" brushRef="#br0" timeOffset="118641.26">18260 7931 1726 0,'0'0'511'16,"0"0"-229"-16,0 0-127 16,0 0-78-16,0 0-41 15,0 0-24-15,0 0-12 16,-65 51-207-16,36-41-597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11:41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4779 420 438 0,'0'0'167'0,"0"0"336"0,0 0-335 15,0 0-53-15,0 0-14 16,51-72-3-16,-30 66-24 16,7 4-10-16,4 2-7 15,5 4-6-15,3 14 5 16,2 11 1-16,-1 7-4 16,-3 7 17-16,-7 7 2 15,-7 10-16-15,-9 12 9 16,-10 20-14-16,-5 10-14 15,-2-6 1-15,-7-21 1 0,3-26-16 16,6-16-9 0,0-5-4-16,0-1-2 0,3-4-2 15,7-12 4-15,7-8 0 16,1-3 8-16,7 0-3 16,5-14-3-16,3-6-11 15,-2 0 5-15,-1 0-5 16,-6 4-1-16,-9 0 0 15,-2 9-1-15,-8 2 0 16,-1 5 0-16,-2 0-10 16,1 11-6-16,1 15 17 15,6 27 5-15,7 28 65 16,11 36 23-16,7 17 7 16,5-2-9-16,2-8-11 15,-2-20-16-15,6-11-21 0,3-4-16 16,2-5-4-16,3-4 14 15,-2-4-13-15,-7-12 0 16,-11-9 9-16,3 7-3 16,-10-8-15-16,-1-1-3 15,5 20-10-15,-6 5 8 16,2 22-2-16,-2-2 0 16,-11-20-2-16,-4-28 2 15,-5-13-7-15,-4 2 14 16,1 3 0-16,-1 0 4 15,-1-12-1-15,0-8-3 16,0-10-6-16,0-6-8 16,0-4 8-16,0-2 3 0,-4 0 6 15,-8 0-10-15,-3-5 2 16,-4-1-9-16,-4 3 5 16,-4 3 3-16,-1 0-1 15,-5 0-1-15,2 14-6 16,-2 1 5-16,-3 5 0 15,2 2-4-15,3 4 6 16,-2 1-7-16,0-1 4 16,5 0-4-16,1-3 0 15,6-7 0-15,3-3 0 16,7-6 0-16,4-2-1 16,5-5-24-16,2 0-74 0,2 0-126 15,5-4-470-15</inkml:trace>
  <inkml:trace contextRef="#ctx0" brushRef="#br0" timeOffset="8314.23">22126 11540 992 0,'0'0'180'16,"0"0"-77"-16,0 0 6 15,0 0-48-15,0 0-39 16,0 0-12-16,0-6-10 0,-1 6-26 16,-11 0-262-16</inkml:trace>
  <inkml:trace contextRef="#ctx0" brushRef="#br0" timeOffset="10221.93">21530 9327 646 0,'0'0'302'0,"0"0"-121"15,0 0-40-15,0 0-14 16,0 0-43-16,0 0-42 16,0 0-26-16,7-8-11 15,-7 8-5-15,0 0-20 16,3 0-98-16,1 0-203 0</inkml:trace>
  <inkml:trace contextRef="#ctx0" brushRef="#br0" timeOffset="12049.65">22403 9381 3 0,'0'0'268'0,"0"0"-128"0,0 0-4 16,0 0-9-16,0 0-10 15,0 0-6-15,0 0 12 16,0-4-3-16,0 4-7 15,0 0-16-15,0 0 6 16,0 0-25-16,0 0-24 16,2 0-9-16,-2 0-11 15,3 0-12-15,0 0-5 16,4 0-1-16,3 0 0 16,6 0-1-16,-2 0-6 15,0 0 7-15,0 0 0 0,-1 0 0 16,-1 0 7-16,0 0-2 15,2 0-1-15,-3 0 8 16,3 0-4-16,-2 0-4 16,3 0 1-16,0 0-4 15,-1 0-5-15,0-4 9 16,2 0 0-16,-2-1 1 16,2-3 3-16,-2 2 2 15,-1-1 1-15,1 0 3 16,-1-2-6-16,0 1-9 15,1-1-3-15,2-1-4 16,-2 0-1-16,3 1-7 16,-1-3 9-16,0 1-1 15,-3-3 0-15,2 2 9 0,-3-2 9 16,3-3-2-16,-3 4 0 16,0-3-6-16,3-1-5 15,-3 0 0-15,3 0-3 16,0-2-5-16,-1-1 1 15,2 1 2-15,0-2-3 16,-3-2 6-16,2 1 6 16,-3-2 2-16,1-2 1 15,-5 1 3-15,1-2 3 16,-4 1-2-16,-2 1-1 16,-3 0-9-16,0 0-2 15,0 3-2-15,-2 1-11 16,-5 2 18-16,-1-1-2 0,-4 3 5 15,3 0 0-15,-1 0 0 16,-2 2-9-16,3 1-5 16,0 2-5-16,-1 1-1 15,2 3-1-15,-4-1 1 16,0 2-1-16,-3-1 0 16,-3 3 0-16,0-2 0 15,-4 2-2-15,-2-1 1 16,-3-1 1-16,-2 0 0 15,-3 3 1-15,1-4-1 16,1 4 1-16,2-2 0 16,2 4-1-16,-1 0 1 0,-1 2 0 15,0 0-1-15,-2 0 0 16,-2 0 0-16,-2 0-1 16,0 4 1-16,-3 4 0 15,2-3 0-15,3 2 0 16,-1 0 0-16,1 2 2 15,3-1-1-15,3 1 0 16,2 1-1-16,3-1 1 16,4 4 0-16,0 2 0 15,1 2 0-15,1 0 0 16,-2 7-1-16,4-1 8 16,-2 2 5-16,6 2-1 15,-2 0-4-15,6 2-2 16,0-1 0-16,2 1-5 0,2 1 5 15,1-1-5-15,0 1 5 16,0 0 3-16,0-1 0 16,3-1 9-16,1 1-3 15,-1-1 4-15,0-1-1 16,0-2-7-16,2-2 8 16,-2-2-8-16,1-1-2 15,1-1 0-15,1-7 0 16,-1 4-8-16,3-5 22 15,-5-1 2-15,4-3-6 16,-4-1-8-16,2-1-5 16,-2 1 3-16,0-1-2 15,1-4 2-15,-1 2-7 16,-1-1-1-16,-2-1 0 0,3 1 0 16,-3-2 0-1,1 0 0-15,-1 3-1 0,3-3 0 16,0 0 0-16,3 0-43 15,3-6-117-15,0-8-128 16,-1 0-276-16,-5 1-501 0</inkml:trace>
  <inkml:trace contextRef="#ctx0" brushRef="#br0" timeOffset="12256.84">22135 9316 146 0,'0'0'1260'16,"0"0"-949"-16,0 0-114 0,0 0-38 15,0 0-36-15,0 0-67 16,0 0-36-16,-1 0-20 16,-1 0 0-16,-2 0-82 15,2 0-101-15,0 0-304 0</inkml:trace>
  <inkml:trace contextRef="#ctx0" brushRef="#br0" timeOffset="14641.92">23326 9324 590 0,'0'0'267'16,"0"0"-45"-16,0 0 30 16,0 0 5-16,0 0-3 15,0 0-22-15,0 0-53 16,-4-51-45-16,4 49-36 0,0 2-20 16,0 0-21-1,0 14-26-15,-1 8 30 0,0 10 36 16,-3 6-25-16,3 3-38 15,-3-2-10-15,1-2-16 16,0-5 3-16,1-5-10 16,2-2 4-16,0-8-4 15,0-2-1-15,0-6-6 16,0-2-44-16,0-2-97 16,0-5-25-16,0 0-14 15,0 0-68-15,6-14-229 16,1-2-49-16,-3 2-55 0</inkml:trace>
  <inkml:trace contextRef="#ctx0" brushRef="#br0" timeOffset="14824.26">23311 9537 205 0,'0'0'355'0,"0"0"16"0,0 0-72 15,0 0-54-15,0 0-61 16,0 0-11-16,0 0-13 16,-26 13-12-16,22 2-43 15,4 3-37-15,0-1-19 16,0 0-16-16,7 0-5 15,5-3-13-15,6-2-8 16,0-4-6-16,4-2-1 16,10-6-155-16,-7 0-215 15,-3-1-422-15</inkml:trace>
  <inkml:trace contextRef="#ctx0" brushRef="#br0" timeOffset="14992.94">23457 9578 1088 0,'0'0'250'0,"0"0"-67"15,0 0 16-15,0 0-73 16,-91 85-53-16,73-61-42 16,-1 4-31-16,6-5-37 15,2-6-446-15</inkml:trace>
  <inkml:trace contextRef="#ctx0" brushRef="#br0" timeOffset="23974.65">19683 11760 664 0,'0'0'202'0,"0"0"-56"16,0 0-26-16,0 0-7 15,0 0 7-15,0 0 1 16,0-34-4-16,4 27 4 0,4 0-17 15,5 0-3 1,1 0-13-16,2 2 12 0,3 1-22 16,6 4-13-16,0 0-7 15,5 0-11-15,4 7 5 16,3 1-5-16,4 2-21 16,3-2-10-16,2-1 2 15,4-1 6-15,2-2 2 16,3-3-12-16,2-1-13 15,0 0 7-15,1 0 2 16,-1 0 12-16,-2 0-7 16,-6 2-1-16,-3-1-13 15,-3 0 0-15,-1 2 10 0,-3-2-10 16,1 2 7-16,1 0-7 16,0 0 12-16,4 0-5 15,-3 1-7-15,1 0-1 16,-3-1 2-16,1 0-1 15,0 0 10-15,1 0-5 16,0 0 1-16,3-1 2 16,0 1-3-16,1 0 2 15,-1 0-7-15,-2 0 5 16,-2-3-5-16,-2 4 7 16,1-3-7-16,-4-1 5 15,0 0 1-15,-2 0-7 16,-2 0 9-16,-1 0-8 0,-1 0 0 15,0 0 0 1,0 0-1-16,-2 0 6 16,-1 0-5-16,-4 0 1 0,0 0-2 15,-4 0 17-15,4 0-2 16,-1 0-5-16,-2 0 1 16,0 0-1-16,1 0-2 15,-1 0-7-15,0 0 0 16,1 0 7-16,0 0-1 15,0 0-1-15,0 0 1 16,-5 0-1-16,-1 0 5 16,-3 0-2-16,0 0-2 15,-1 0 2-15,-2 0-3 16,1 0 0-16,-3 0 0 0,3 0 2 16,0 0 1-16,0 0 0 15,1 0 0-15,0 0-2 16,0 0-1-16,-2 0 0 15,3 0 2-15,-3 0-7 16,-1-1 8-16,-1 1-8 16,0-1 0-16,-2 1 0 15,-2 0-1-15,-2-3 9 16,1 3-9-16,-1 0 0 16,-1 0 1-16,0 0 4 15,0 0-4-15,0 0-1 16,0 0 0-16,0 0 0 15,0 0 0-15,0 0 1 0,0 0 0 16,0 0-1 0,0 0-1-16,0 0-7 0,0 0-14 15,-13 0-35-15,-29 8-109 16,5 4-190-16,-1-3-470 0</inkml:trace>
  <inkml:trace contextRef="#ctx0" brushRef="#br0" timeOffset="40427.69">6906 11783 783 0,'0'0'231'16,"0"0"-53"-16,0 0 11 15,0 0-6-15,0 0-30 16,-83-37-9-16,58 31 4 16,-1 2-13-16,1 0-17 15,1 2-10-15,2 1-10 16,2 1 39-16,-2 0-33 0,-1 0-28 15,1 1-5-15,-2 11-21 16,-6 3-11-16,2 6-3 16,-5 5 2-16,-1 4-1 15,4 3-9-15,4 1-1 16,1 0-4-16,4-2-7 16,2-1-2-16,6-1-4 15,-1-2 1-15,1 1 4 16,1-2 3-16,0 1-2 15,4-1 1-15,-1-1-7 16,3 2-2-16,-1 1-2 16,1-1-5-16,2 2 7 15,-4-1-7-15,-1 3 5 0,0 4-5 16,-3 0 0-16,-1-2 0 16,4 0 5-16,0-5-4 15,0-3-2-15,6-3 0 16,3-1 0-16,0-1 9 15,0 0-7-15,9 2 4 16,3 0 0-16,3 1 8 16,4 1-2-16,5 1 0 15,3-2 5-15,7-1 4 16,4-1 4-16,-1-4 4 16,6-3 1-16,-3-8-11 15,-2-2-4-15,0-5-3 16,-5 0-1-16,-3 0 5 15,-2-2-1-15,-6-4 2 0,6-3-1 16,-6-2-2 0,2 0-1-16,-2-2 1 0,1-3 1 15,-1-2 3-15,3-5 3 16,2-2-5-16,0-5 2 16,0-4 5-16,-3-3 2 15,4-5-4-15,-4 0-6 16,0 1-9-16,-5 0-4 15,1 2-2-15,-4-1 2 16,-1 3-2-16,0 0 0 16,-6 1-11-16,-3 0-2 15,-3 0 1-15,-3 1 4 16,0 1 1-16,0 2-4 0,0 2 2 16,-9 3 0-16,0 0-7 15,-3 3-14-15,0 0 6 16,-3 3 3-16,2 1 0 15,-4 0 1-15,2-1-1 16,-2 3 3-16,1 2 2 16,-1-1-14-16,0 0 7 15,1 5 1-15,2 2-1 16,1 3-1-16,4 0 3 16,0 4-1-16,-1 1 2 15,1-1 4-15,-2 3-8 16,-2 0-4-16,-3 0-1 15,-1 7-2-15,2 7 5 0,-3 8-85 16,6-2-492 0,2-8-484-16</inkml:trace>
  <inkml:trace contextRef="#ctx0" brushRef="#br0" timeOffset="40603.46">6944 11729 1585 0,'0'0'280'0,"0"0"-104"15,0 0-75-15,0 0-79 0,0 0-22 16,0 0-98 0,0 0-463-16</inkml:trace>
  <inkml:trace contextRef="#ctx0" brushRef="#br0" timeOffset="43143.48">23173 14200 22 0,'0'0'49'15,"0"0"-35"-15,0 0-13 0,0 0-1 16,0 0-52-16</inkml:trace>
  <inkml:trace contextRef="#ctx0" brushRef="#br0" timeOffset="45216.23">23169 14209 58 0,'0'0'29'15,"0"0"-12"-15,0 0-5 16,0 0-4-16,0 0-7 16,0 0 1-16,0 0 5 15,-28-2-7-15,20 0 0 16,1 1-25-16</inkml:trace>
  <inkml:trace contextRef="#ctx0" brushRef="#br0" timeOffset="49667.11">10938 16537 902 0,'0'0'315'15,"0"0"-46"-15,0 0 64 16,0 0 12-16,0 0-28 15,0 0-21-15,-27 0-70 16,27 0-60-16,0 0-58 16,0 0-60-16,15 0-26 15,19 5-9-15,13 0 2 16,26 0 2-16,23-1-2 0,17 1-6 16,-9-2 0-16,-28-2-9 15,-27 0 8-15,-22-1-8 16,-3 0-41-16,-8 0-140 15,-16 0-161-15,0 4-123 16,-22-4-294-16</inkml:trace>
  <inkml:trace contextRef="#ctx0" brushRef="#br0" timeOffset="49877.27">10839 16808 1850 0,'0'0'363'15,"0"0"-62"-15,0 0-91 0,83 0 38 16,5 0-57 0,31-9-45-16,11-2-58 0,-2-3-33 15,-18 2-28-15,-26-1-13 16,-21 5-4-16,-20 0-10 16,-16 5-22-16,-27-4-119 15,0 3-340-15,-20-3-593 0</inkml:trace>
  <inkml:trace contextRef="#ctx0" brushRef="#br0" timeOffset="55059.21">15474 14420 196 0,'0'0'130'0,"0"0"19"0,0 0-45 16,-24 77 18-16,-2-45-28 15,-3 2 143-15,-6 4-65 16,3-2-31-16,2 3-15 16,4 2 3-16,4 0-31 15,4 1-25-15,6-1-12 16,6 0-12-16,6-2-14 16,0-2-13-16,21-5-3 15,9-4-1-15,9-9-7 16,1-5-3-16,-1-8-7 15,-6-6-1-15,-8 0 0 16,-10 0 0-16,-8 0 2 16,-7 0 5-16,0 0-7 0,-2 13 0 15,-12 12 62 1,-4 12 51-16,-3 8-1 0,1 22 11 16,3 19-31-16,5 17-4 15,5-7-18-15,7-17-24 16,0-22-4-16,0-15-16 15,0 9-3-15,4 7-5 16,0 6-6-16,-1-2-1 16,-3-4-1-16,0-5-1 15,-7-8 12-15,-9-10 1 16,-2-6 7-16,-2-10 1 16,-4-5 1-16,-1-5-2 0,-5-8 0 15,-1-1-12-15,-5 0-8 16,0-4-8-16,1-9-1 15,2-4-23-15,3-4-91 16,2-27-153 0,8 4-314-16,4 2-936 0</inkml:trace>
  <inkml:trace contextRef="#ctx0" brushRef="#br0" timeOffset="-184430.69">5327 11901 838 0,'0'0'328'15,"0"0"-181"-15,0 0-19 16,0 0 1-16,0 0 17 0,-102-17-1 16,74 17 0-1,-5 0-40-15,-7 13-25 0,-2 6 22 16,-7 8-12-16,-2 6-25 16,3 5-11-16,4 2-15 15,10 2 1-15,8 2-19 16,11 1 5-16,6 0 3 15,6 1-17-15,3-2 3 16,0 2-15-16,14-3 0 16,-1 3 1-16,5-1 0 15,1 0 1-15,1 0 6 16,-2-1-2-16,-3 1-6 0,-5-3 0 16,-7-3 0-16,-3 0 0 15,-3-4 1-15,-13-3 12 16,-8-2 2-16,-2-6-7 15,-2-5-2-15,1-4 0 16,2-5-5-16,3-5 5 16,6-2-4-16,5-3-1 15,5 0 8-15,3 0-1 16,3 0-8-16,0 0-6 16,0 3 4-16,3 5-7 15,10 4 3-15,7 10 6 16,3 11 0-16,1 9 1 15,1 12 11-15,-3 17-6 0,-3 17-5 16,-7 18 6 0,-5 5 26-16,-7-4 18 0,0-7-11 15,-13-13 12-15,-2-6 1 16,0-1 3-16,3-17-14 16,0-12-3-16,4-12-1 15,4-3 13-15,-2 10-23 16,0 0 10-16,3 6-23 15,-1-5 23-15,4-8-14 16,0-5-9-16,0-9-14 16,0-7 16-16,0-4-17 15,0-6 12-15,7-1-12 16,2-4 14-16,0-3-14 16,3 0 8-16,0 0-1 15,6-8 1-15,-2-4-7 0,2-4 0 16,2-1 0-16,-3 1-1 15,3-2-18-15,-5 1-38 16,-4 0-57-16,-6-3-124 16,-5 1-130-16,0 4-537 0</inkml:trace>
  <inkml:trace contextRef="#ctx0" brushRef="#br0" timeOffset="-184218.04">4715 14500 2451 0,'0'0'300'0,"0"0"-215"16,0 0-61-16,0 0 68 16,0 0-33-16,0 0-38 15,0 0-21-15,-6-5-18 16,26-26-153-16,-4 3-164 15,-4-5-558-15</inkml:trace>
  <inkml:trace contextRef="#ctx0" brushRef="#br0" timeOffset="-179990.47">8748 16798 201 0,'0'0'1231'0,"0"0"-1005"16,0 0-44-16,0 0-12 15,0 0-16-15,0 0-59 16,0 0 7-16,-24 1-59 15,29 5-25-15,17 2-2 16,16 1 63-16,24 1-14 16,31-1-11-16,25-5-17 15,10-2 2-15,-3-2 0 16,-7 0-10-16,-11-6-8 16,1-7-7-16,-1 1 1 15,4 1 1-15,5-3-2 16,12 2-2-16,11-2 11 15,10 1 13-15,6 1 2 0,3 1-14 16,2-2 3-16,-4 7 1 16,0 2-10-16,-4-3 1 15,-5 5-4-15,-5-2-3 16,-2-2 5-16,-1-2 2 16,-3-1-2-16,1 1 2 15,-1 0 2-15,-3-1-4 16,-1 2-7-16,-3 0 2 15,-5 0-1-15,1 0-4 16,-1-2-5-16,-2 1 5 16,-1 1 1-16,1 0-7 15,-1 0 12-15,-3 2 4 0,-2 2-16 16,-3 2 17-16,-7-1-2 16,-2 2 8-1,-2 0-8-15,-5 0-2 0,0 0 8 16,-3 2 1-16,-7 2 5 15,1 5-11-15,-5-1 8 16,0-1-2-16,-2 1-7 16,3-4 14-16,-3 1-12 15,-11-3-3-15,-10 1 6 16,-12-2-6-16,-9-1-15 16,4 0 0-16,2 0 1 15,-3 0 1-15,-8 0-2 16,-6 0 10-16,-5 0-9 15,0-4 0-15,-2-1 7 16,-6 0-8-16,-4 2 0 0,-1 0 6 16,-5 2-6-16,-4 1 0 15,1 0 1-15,-2 0-7 16,0 0 5-16,0 0-5 16,-14 0-21-16,-40-2-110 15,2 2-210-15,-4-5-503 0</inkml:trace>
  <inkml:trace contextRef="#ctx0" brushRef="#br0" timeOffset="-179827.62">15024 16730 2264 0,'0'0'505'0,"0"0"-416"16,0 0 28-16,0 0-80 15,-133-4-37-15,72 7-205 16,-17 1-1004-16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09:53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17796 6526 1069 0,'0'0'568'0,"0"0"-258"16,0 0-24-16,0 0-23 15,0 0-15-15,0 0-51 16,0 0-56-16,8 0-41 15,14 0-16-15,6 0-12 16,7 0-30-16,2 2-20 16,2-1-10-16,-1 1-11 0,-3-2 0 15,-4 0-2-15,-8 0-14 16,-5 0-58-16,-8-3-51 16,-3 0-110-16,-7 0-152 15,-3 1-315-15,-10 2-392 0</inkml:trace>
  <inkml:trace contextRef="#ctx0" brushRef="#br0" timeOffset="261.55">17802 6584 751 0,'0'0'806'15,"0"0"-405"-15,0 0-78 0,0 0-33 16,0 0-23-16,0 0-63 15,0 0-2-15,-4 37-36 16,19-26-30-16,6-2-29 16,5-1-26-16,6-1-15 15,1-5-20-15,2 0-25 16,0-2-9-16,-2 0 2 16,-7 0-14-16,-3-3 0 15,-8-1-27-15,-15 3-105 16,0 1-143-16,-18 0-620 0</inkml:trace>
  <inkml:trace contextRef="#ctx0" brushRef="#br0" timeOffset="6945.43">19831 6556 988 0,'0'0'532'0,"0"0"-220"0,0 0-10 15,0 0-85-15,0 0 1 16,-5 0-34-16,5-2-22 15,0 1-23-15,0 1-31 16,8-2 12-16,11 2 4 16,8-2-2-16,9-2-29 15,3-2-38-15,1-1-5 16,0 1-22-16,0 0-20 16,-6 1-7-16,0-1 0 15,-8 2 0-15,-3 2-1 0,-8-1 0 16,-5 1 0-16,-1 0-45 15,-7 2-43-15,-2 0-49 16,0 0-56-16,-2 0-96 16,-29 17-302-16,1-1-56 15,0 1-181-15</inkml:trace>
  <inkml:trace contextRef="#ctx0" brushRef="#br0" timeOffset="7213.22">19868 6640 1162 0,'0'0'480'0,"0"0"-195"15,0 0-34-15,0 0-2 0,0 0 23 16,0 0-50-16,0 0-38 16,10 0-16-16,10 0-20 15,4 0-25-15,2 0-34 16,3-2-29-16,3 0-17 15,2 0-19-15,0-3-7 16,-3 0-6-16,-4 0-11 16,-7 1 0-16,-4 0-1 15,-8 2-35-15,-8 2-84 16,-7 9-138-16,-19 4-545 0</inkml:trace>
  <inkml:trace contextRef="#ctx0" brushRef="#br0" timeOffset="9502.45">16276 9204 396 0,'0'0'670'0,"0"0"-308"0,0 0-190 16,0 0-19-16,0 0-13 15,0 0-25-15,0 0-17 16,50-1-32-16,-28 1-7 16,4 0 12-16,8 5 6 15,8 0 27-15,7 0-10 16,6-2-23-16,6 0-13 15,5-2-10-15,1 1-5 16,2 1-13-16,-1-1-4 0,-7 3-16 16,-4 1 1-16,-8 0-4 15,-4-3 6-15,-3 3-12 16,2-3 13-16,4 0-2 16,7-3 3-16,6 2 7 15,18-2-2-15,-7 2-13 16,4-1 1-16,2 3 4 15,-13-2-12-15,6 1 6 16,-6 1-5-16,-4-1 0 16,-5 0 5-16,-1-1-6 15,1 1 0-15,1-3 11 16,3 0-4-16,-1 0-7 16,2 0 2-16,2 0 5 15,0 0 6-15,-2 0-5 0,2 0-7 16,-2 0 7-16,-2 0-7 15,1 0 7-15,-2 0 1 16,2 0-2-16,-2 0 1 16,-1 0-8-16,1 0 12 15,-3 0-2-15,0 0-8 16,1 0 8-16,0 0 5 16,-2 0-4-16,-3 0-10 15,-2 0 15-15,-3 0-10 16,-3 0 11-16,1 0-10 15,0 3 13-15,0-2-5 16,3 2 1-16,1 0-1 16,0 1 2-16,1 0-10 0,-3 1 4 15,0 1 11-15,1-2-6 16,-3 1 8-16,0 0-6 16,-1 0 2-16,-2 0-1 15,3-1 5-15,2-1-7 16,-1 2 2-16,1 0 1 15,1-1 1-15,-4-2-3 16,-3 2 6-16,0 0-11 16,-4-1 8-16,-3-2-4 15,-2 0 10-15,0-1 3 16,-1 0-12-16,0 0 0 0,4 0 1 16,-1 0-10-1,-1 0 6-15,-3 0-7 0,0 0-7 16,-7 0 6-16,-4 0-7 15,-5 0 10-15,-2 0-10 16,-5 0 0-16,0 0 1 16,-5 0-1-16,4 0 9 15,-5 0-7-15,0 0-2 16,0 0 0-16,0 0 0 16,0 0-1-16,-15 0-9 15,-70 0-98-15,4 1-224 16,-22 1-716-16</inkml:trace>
  <inkml:trace contextRef="#ctx0" brushRef="#br0" timeOffset="11029.37">21079 8733 301 0,'0'0'0'0,"0"0"0"0,0 0 203 16,0 0 72-16,0 0-262 15,0 0-13-15,0 0-324 0</inkml:trace>
  <inkml:trace contextRef="#ctx0" brushRef="#br0" timeOffset="11935">18653 9036 355 0,'0'0'565'16,"0"0"-255"-16,0 0-37 0,0 0-42 16,0 0-26-16,0 0-15 15,0 0-39-15,7 3 12 16,11 1 45-16,3 2-41 15,7 1-10-15,8 0-19 16,3-1-41-16,3 0-20 16,4-1-13-16,-2-3-18 15,-1 1-8-15,-5-3-7 16,-2 0-7-16,-6 0-10 16,-7 0-7-16,-4 0-6 15,-5 0 1-15,-6 0-1 16,-4-3-1-16,-2 3-27 0,-2 0-37 15,-2-3-57-15,-13 2-119 16,-9-1-226-16,-19 2 89 16,3 0-247-16,4 0-260 0</inkml:trace>
  <inkml:trace contextRef="#ctx0" brushRef="#br0" timeOffset="12168.35">18672 9138 477 0,'0'0'710'16,"0"0"-419"-16,0 0 28 16,0 0-51-16,0 0-49 0,0 0 46 15,0 0-16-15,11 31-52 16,20-31-41-16,8 0-27 16,5 0-31-16,3 0-38 15,5-5-28-15,-3-2-21 16,-6 1-10-16,-4 0-2 15,-9 1-15-15,-12 5-94 16,-6 0-161-16,-12 4-542 0</inkml:trace>
  <inkml:trace contextRef="#ctx0" brushRef="#br0" timeOffset="14407.87">16464 9107 451 0,'0'0'199'0,"0"0"497"0,0 0-384 16,0 0-22-16,0 0-55 15,0 0-24-15,0 0 18 16,0 3-56-16,14 1-6 15,5 0-25-15,8 2-22 16,4-1-16-16,5 0-27 16,3-1-20-16,6-2-25 15,-2-2-16-15,3 0-8 16,-4 0-7-16,1 0 1 16,-7-8-2-16,-8 4-42 15,-7-5-32-15,-8 4-51 16,-6 2-43-16,-7 2-136 0,-18 1-241 15,-10 0-218 1,-5 3-415-16</inkml:trace>
  <inkml:trace contextRef="#ctx0" brushRef="#br0" timeOffset="14654.03">16400 9290 1205 0,'0'0'558'0,"0"0"-249"16,0 0-64-16,0 0 14 16,0 0-10-16,0 0-54 15,102 0-62-15,-69 0-25 0,4 0-35 16,-4 0-16-16,4-5-38 16,-3-1-2-16,-4 0-17 15,3-1 0-15,-6 1-12 16,-1 1-76-16,-6 5-85 15,-8 0-326-15,-10 0-350 0</inkml:trace>
  <inkml:trace contextRef="#ctx0" brushRef="#br0" timeOffset="22565.61">21254 8286 18 0,'0'0'64'0,"0"0"-64"16,0 0 0 0,0 0 116-16,0 0 381 0,0 0-332 15,0 7-44 1,0-7-15-16,0 0-21 0,-2 0-10 15,1-2-7-15,-2 1-5 16,0-3-20-16,0 3 4 16,0-2 1-16,-3 0 4 15,3 0 9-15,-3 1 3 16,3 2-10-16,-3-4-4 16,2 3-2-16,-1-1-14 15,1 1-2-15,-4 1 0 16,-1-1-5-16,0-1 14 15,-1 2-2-15,0 0-5 16,-1 0-5-16,-1 0 1 16,2 0-1-16,-2 0-7 15,1 0 8-15,-2 0-6 0,1 2-5 16,-1 0-3-16,0 3 2 16,0-1-6-16,-1 2 1 15,1 1 2-15,-4 0 5 16,4 0-8-16,-4 3 6 15,4-2-3-15,-4 3-3 16,3-1-6-16,-2 3 10 16,1 1 3-16,-5 2 1 15,1 1-2-15,1 1 7 16,-3 1 6-16,1 0 2 16,0 2 1-16,1 0-4 0,0 0-2 15,5 3-1-15,-2-1-3 16,2 2-6-16,2 2 4 15,-2-1 3-15,4 2 1 16,-2 0-4-16,3 2 2 16,-3 1-4-16,1 0-1 15,-3 3 36-15,1 2-7 16,1-2-16-16,1-2-6 16,4-1 1-16,1-3-1 15,4-3-7-15,2-3-10 16,0 0 5-16,0-2-4 15,3-1-4-15,8-2 8 16,-1 0 5-16,2-4 2 16,1-2 0-16,1-1-7 0,2-3 10 15,2 0 15-15,3-1-13 16,3 0-5-16,0-1 0 16,-1 0-7-16,5-2 1 15,-1 0 9-15,1 0-11 16,0-2 4-16,-1 1 11 15,0 0-13-15,-1-2 8 16,1 0-8-16,-1 0 3 16,-1 0 4-16,2 0-5 15,1-2 8-15,0-7-11 16,1 1 5-16,-2 0-11 16,0-4 8-16,-5 0-5 15,2-3-10-15,1 0 13 0,-1-2-7 16,-1-1 3-16,-1-1-10 15,-4-1-1-15,2-1 1 16,-1-4 0-16,-3 0 0 16,-1-3 0-16,0-3-5 15,-2-1-3-15,2 0-2 16,-1-1 2-16,-1 1-5 16,-3-1 2-16,0 3-4 15,-4-1 5-15,1 2 9 16,-4 0-5-16,0 0 0 15,-3 1 5-15,0 1-11 16,0 2-6-16,0 2-2 0,0 3 4 16,-5 4 2-16,1 2 8 15,-6 0-6-15,5 3 3 16,-3 0 0-16,1 2 2 16,-3-2-8-16,4 0 6 15,-5 1 8-15,1-2-9 16,-1 2-11-16,-1-3 10 15,-1 2 5-15,-2-4 5 16,-1 1-25-16,0 0 16 16,0 2-11-16,2 0 12 15,2 2 9-15,1 3-1 16,2 0-14-16,0 3 6 16,5 0 7-16,-2 2-8 0,6 2 9 15,-2 0-8 1,2 0 0-16,0 0-4 0,0 0 1 15,0 0-2-15,-3 0-1 16,-1 0-6-16,-7 4-12 16,-8 21 14-16,0-3-209 15,-3-3-710-15</inkml:trace>
  <inkml:trace contextRef="#ctx0" brushRef="#br0" timeOffset="24317.34">16284 9203 361 0,'0'0'10'0,"0"0"387"16,0 0-144-16,0 0-52 15,0 0-62-15,0 0-33 16,-2 0-16-16,4 0 24 15,7 5 17-15,4 2-12 16,1 1-7-16,5-1-20 16,1-2-10-16,5 0-11 15,3-2-24-15,8-2-10 16,6-1-5-16,3 0 6 16,7 0-5-16,-4 0-12 15,5 0-1-15,-5 0 1 0,1 0 5 16,-3 0 11-16,-2-4 4 15,-2-4 4-15,-2-1-6 16,-1-4 13-16,2-3 2 16,1-2-14-16,0-3-6 15,2-3-11-15,1-1-4 16,0-2 1-16,-5-1 5 16,-2-2 4-16,-4-2 1 15,-5-1 7-15,-4-1-9 16,-2-2-4-16,-2-2 11 0,-1-2-8 15,-1 0-12-15,-1-1-14 16,-5 4 14-16,-2 1-1 16,-2 4-5-16,-5 2-8 15,-1 0 0-15,-3 1 0 16,0-1-1-16,0 0-6 16,0-2-15-16,0-4 7 15,-4-3 4-15,-2-2 2 16,-5-2 7-16,2-1-8 15,-4 0-23-15,2 1-8 16,-2 6-16-16,0 1 42 16,-2 4 5-16,-4 6-9 15,2 1-24-15,-6 4 27 0,-2 4 7 16,-3 3 1-16,-5 2-5 16,-3 1-11-16,-3 6 11 15,-4 1 2-15,0 0 9 16,-6 4 0-16,-5 0-1 15,-1 0 1-15,-7 4 0 16,1 4 1-16,0 1 0 16,3 3 1-16,3 1 0 15,1 3 0-15,4 1 1 16,2 5 12-16,-1 1 0 16,4 0-5-16,-1 4-2 15,5-4-1-15,2 4 3 16,1-2 5-16,2 1-7 0,3 2 4 15,0 0 2 1,2 3 2-16,1 3 3 0,0 1 6 16,0 3-9-16,2 0 1 15,1 4 7-15,4-1 17 16,3 2 2-16,5 2 3 16,5 2-9-16,7 0-15 15,3 1 0-15,0 0 6 16,10 2 10-16,8-1-5 15,2-3-5-15,3-2-6 16,2-2-5-16,2-5-4 16,0-4 0-16,0-5-6 15,1-4 9-15,2-8-4 16,2-3 4-16,3-5 10 16,3-4-14-16,-4 1-2 15,-4-5 0-15,-5 3-9 16,-7-1 0-16,-9 0 0 0,-4-2 0 15,-4 0-1-15,1 1-20 16,-2 1-50-16,0 0-47 16,0 8-96-16,-8 0-385 15,-5-6-346-15</inkml:trace>
  <inkml:trace contextRef="#ctx0" brushRef="#br0" timeOffset="24485.01">16461 9358 1109 0,'0'0'689'16,"0"0"-608"-16,0 0-81 0,0 0-38 16,0 0-143-16,-83-2-447 0</inkml:trace>
  <inkml:trace contextRef="#ctx0" brushRef="#br0" timeOffset="28669.7">12875 12005 273 0,'0'0'13'0,"0"0"-24"16,0 0 11-16,0 0-25 0</inkml:trace>
  <inkml:trace contextRef="#ctx0" brushRef="#br0" timeOffset="33700.25">21073 7906 234 0,'0'0'128'0,"0"0"-128"16,0 0 0-16,0 0 515 15,0 0-294-15,0 0-15 16,0 0-5-16,-19-11-20 16,16 6-31-16,1 0-25 15,-1-1-48-15,2 2-28 16,-1-1-15-16,2 0-9 15,-1 1-5-15,1 3-2 16,0-1-2-16,-2 2-5 16,2 0-1-16,-1 0-4 15,-2 7-5-15,-1 13 0 16,2 9 9-16,-4 4 15 16,2 2-3-16,-3 1 2 15,3-4-3-15,-3-4-11 0,2-2-8 16,-1-4-1-16,0-5 8 15,0-6-7-15,1-4-2 16,0-5 0-16,-2-2 0 16,-1 0-5-16,-2-14-38 15,1-6 15-15,1-2 6 16,2-3 21-16,0 4 1 16,6 2 6-16,0 3 2 15,0 5 5-15,0 7 2 16,0 2-2-16,0 2-4 0,0 0-7 15,0 4-1 1,0 9 10-16,6 4 8 0,2 4 3 16,2 0-5-16,3-2-10 15,1 1 17-15,2-4-3 16,-2-3-1-16,2-3-3 16,1-5 6-16,3-3 6 15,3-2-13-15,-1 0-4 16,2-12-11-16,-5-5 4 15,-3-2-5-15,-3-2 0 16,-6 1-11-16,-2 0-12 16,-4 5-3-16,-1 4 26 15,0 2-16-15,0 3 15 0,0 6-8 16,0 0 9-16,0 0-9 16,-1 0 3-16,-11 11 6 15,-8 8-1-15,-3 6 1 16,-3 2 0-16,1 2 14 15,-1-2-4-15,2 1-1 16,2-4 0-16,4-3-8 16,2-5-1-16,1-3-11 15,2-4-130-15,2-8-445 0</inkml:trace>
  <inkml:trace contextRef="#ctx0" brushRef="#br0" timeOffset="33867.17">21121 8219 861 0,'0'0'521'0,"0"0"-440"0,0 0-81 15,0 0-145-15</inkml:trace>
  <inkml:trace contextRef="#ctx0" brushRef="#br0" timeOffset="35645.13">18753 7883 202 0,'0'0'747'15,"0"0"-507"-15,0 0 17 16,0 0 8-16,-20-76-37 15,17 68 23-15,2 2-50 16,-1 5-116-16,2 1-53 0,-1 0-6 16,-2 0-22-16,1 12-2 15,-1 13-2-15,-1 9 12 16,-2 5 38-16,-1 4 4 16,-1-2-21-16,3-4 1 15,-1-3-16-15,0-3-12 16,-1-4-6-16,3-7 0 15,-1-6-1-15,2-6 0 16,-1-5-31-16,0-3-29 16,-3 0 11-16,-5-9-20 0,0-9 19 15,-3-3 13 1,5-1 38-16,2 0 0 0,5 4 19 16,3 5 26-16,0 7 17 15,0 1 29-15,0 5-39 16,0 0-38-16,0 3-13 15,8 11 11-15,5 4 18 16,5 3 0-16,1 4-3 16,1-3-12-16,1 0 6 15,-1-5-2-15,-3-3-9 16,-1-5-10-16,-4-3 7 16,-2-4-6-16,0-2 0 15,-2 0 0-15,1-9 4 16,4-7-5-16,-3-4 0 15,-1-2-5-15,0 1 5 0,-5 5 0 16,-2 3 0-16,-2 6 10 16,0 5 0-16,0 2-10 15,0 0-14-15,-2 5 2 16,-11 14 12-16,-3 6 0 16,-5 4 1-16,0-1-1 15,0 4 0-15,0-3-10 16,-9 10-60-16,7-8-176 15,1-8-422-15</inkml:trace>
  <inkml:trace contextRef="#ctx0" brushRef="#br0" timeOffset="35818.04">18756 8291 1800 0,'0'0'353'15,"0"0"-32"-15,0 0-169 16,0 0-92-16,0 0-60 16,0 0-23-16,0 0-321 15,-50 0-1820-15</inkml:trace>
  <inkml:trace contextRef="#ctx0" brushRef="#br0" timeOffset="36778.49">15674 13812 1352 0,'0'0'546'16,"0"0"-341"-16,0 0 59 15,0 0 14-15,0 0-9 16,0 0-69-16,92-2-60 15,16-5-16-15,18 2-21 16,6 3-19-16,-10-3-9 16,-20 5-9-16,-21-2-27 15,-18 1-13-15,-24-2-19 16,-6 0-6-16,0 0-1 0,-3-4-1 16,0 0-21-16,-8 1-52 15,-14-1-20-15,-8 2-55 16,0 1-45-16,-41 1-158 15,-3 0-311-15,-9-1-381 0</inkml:trace>
  <inkml:trace contextRef="#ctx0" brushRef="#br0" timeOffset="37025.81">15717 13908 1437 0,'0'0'384'0,"0"0"-113"16,0 0-6-16,0 0 91 15,0 0-49-15,158 25-96 16,-37-25-50-16,18-4-24 16,-1-11-26-16,-11-2-18 15,-22 3-20-15,-20 3-28 16,-23 5-27-16,-20-1-10 16,-11 0-8-16,-2 4 0 15,-4-2-5-15,-8 0-43 16,-15 5-69-16,-31 0-66 15,-16 0-106-15,-16-3-593 0</inkml:trace>
  <inkml:trace contextRef="#ctx0" brushRef="#br0" timeOffset="38805.87">18763 7836 97 0,'0'0'157'0,"0"0"-157"0</inkml:trace>
  <inkml:trace contextRef="#ctx0" brushRef="#br0" timeOffset="39428.72">18763 7836 895 0,'0'0'236'0,"0"0"-70"16,-20-12 27-16,20 12 29 15,0-3-28-15,0 3-21 16,0 0-36-16,-1 0-13 15,1 0-23-15,0 0-21 16,-3 0-20-16,0 8-24 16,-3 10-28-16,-1 7 16 15,2 8 11-15,-1 2 2 16,0 3-9-16,-1-1-10 16,1-2-7-16,4-1-9 15,-2-4-1-15,-1-5 0 16,1-6-1-16,-1-3 0 0,0-4 0 15,-3-7-13-15,0-5-9 16,-4 0-14-16,-5-3-39 16,-1-9 16-16,-2-6 19 15,-2 0 11-15,3 2 15 16,1-1 13-16,1 5 1 16,7 2 4-16,2 3 20 15,4 3 29-15,3 1 17 16,1 3-28-16,0 0-20 15,0 0-16-15,10 7 3 16,5 8 6-16,6 6 17 16,2 1 3-16,3 2-5 15,-1-2-7-15,1-1-7 0,1-6-4 16,-4-4 0 0,1-7-11-16,-1-4 0 0,-1 0 11 15,-1-9-12-15,-3-12 0 16,0-5 0-16,-5-3-9 15,-1-4-3-15,-6 2 11 16,-3 3 1-16,-3 7 6 16,0 8-4-16,0 4 31 15,0 8 16-15,0 1-7 16,0 0-22-16,-3 19-19 16,-5 8 0-16,-3 12 21 15,-1 4 27-15,0 4-11 0,-2-2-16 16,4-3-11-16,-2-5-10 15,5-3-1-15,2-7 0 16,-3-6-70-16,2-6-252 16,-5-11-652-16</inkml:trace>
  <inkml:trace contextRef="#ctx0" brushRef="#br0" timeOffset="40786.49">16567 7677 1185 0,'0'0'391'0,"0"0"-89"15,0 0-53-15,0 0-18 16,0 0 0-16,0 0-33 15,0 0-105-15,-12-23-39 16,11 23-26-16,1 0-5 16,-2 0-11-16,-1 14-12 15,2 8 1-15,-3 10 11 16,1 7 6-16,0 0-6 16,0 1-2-16,1-3 2 0,-1-3-5 15,0-5-7-15,-2-4 0 16,-3-4 0-16,2-7-1 15,-5-2 1-15,-1-6-1 16,-1-6-11-16,-4 0-36 16,-3-9-9-16,-1-9-13 15,6-6 40-15,-2 0 22 16,5 0 7-16,4 2 2 16,3 7 8-16,2 3 15 15,3 7 27-15,0 3-12 16,0 2-18-16,0 0-12 15,0 1-9-15,15 12 9 16,4 5 1-16,5 2 29 0,3 4-24 16,1-2-14-16,-1-1 8 15,0 0-1-15,-4-4-8 16,-3-5-1-16,-2-4 1 16,-5-3 0-16,1-5 0 15,-4 0 0-15,1-10 0 16,1-10-12-16,-3-4-9 15,-2-3 11-15,-2 0-2 16,-4 4 12-16,-1 4 4 16,0 6-3-16,0 5-1 15,0 4 19-15,0 4-1 16,0 0-11-16,0 8-7 16,-6 11-1-16,-3 9 1 15,-5 5 6-15,3 3 9 0,-3-1 0 16,-1-1-14-16,-1 0-1 15,-22 15-1-15,2-8-118 16,-5-4-567-16</inkml:trace>
  <inkml:trace contextRef="#ctx0" brushRef="#br0" timeOffset="43522.8">18392 9859 139 0,'0'0'1027'16,"0"0"-806"-16,0 0 35 16,0 0-3-16,37 85-52 15,-18-47-58-15,5 3-38 16,4 3-34-16,2-1-10 15,3-2-3-15,3-2-12 0,0-2-10 16,-2-3-13 0,0-4-5-16,-8-5-6 0,-5-3-1 15,-5-5-4-15,-8-5-6 16,-1-5-1-16,-6-1 0 16,-1-3-18-16,0-3-47 15,0 0-54-15,-15 0-77 16,-19 0-115-16,2 0-208 15,0-7-5-15</inkml:trace>
  <inkml:trace contextRef="#ctx0" brushRef="#br0" timeOffset="43733.26">18515 10302 808 0,'0'0'410'0,"0"0"-21"16,0 0-79-16,0 0-83 15,0 0-67-15,0 0-45 0,0 0-6 16,37 2-63-16,-18 5-21 15,3 6 5-15,0-2-5 16,1 1 2-16,2-2-3 16,-1 0-15-16,1-5 3 15,-3-1-12-15,0-4-1 16,0 0-66-16,8-26-110 16,-5 2-156-16,-4-1-466 0</inkml:trace>
  <inkml:trace contextRef="#ctx0" brushRef="#br0" timeOffset="43927.44">18841 10147 925 0,'0'0'667'16,"0"0"-481"-16,0 0-77 0,0 0 18 16,0 0 10-16,-27 74-34 15,19-44-44-15,1 0-17 16,-2 0-20-16,2-2-7 15,2-3-15-15,1-3-1 16,4-5-21-16,0-7-204 16,4-9-483-16</inkml:trace>
  <inkml:trace contextRef="#ctx0" brushRef="#br0" timeOffset="44109.5">19128 10235 1646 0,'0'0'359'0,"0"0"-98"15,0 0-150-15,0 0-71 16,0 0-27-16,0 0-13 16,0 0-52-16,-68 42-343 0</inkml:trace>
  <inkml:trace contextRef="#ctx0" brushRef="#br0" timeOffset="54745.72">11990 11239 421 0,'0'0'20'16,"0"0"263"-16,0 0-133 15,0 0-49-15,0 0-4 16,0 0-6-16,-38-4-7 16,32 4-30-16,0 4-18 15,-1 10-3-15,-2 8-1 16,2 4-3-16,-1 10 19 16,2 6 19-16,-1 9 9 0,2 16 1 15,4-4-19-15,1 7 11 16,0 10-16-16,0 4-8 15,0 23-10-15,0 4-8 16,0-8-5-16,-3-9 1 16,-2-14-1-16,2-3-7 15,-3 4 2-15,-1 0-11 16,2-1 3-16,-1 2 4 16,3-14-2-16,0-13 5 15,0-13-3-15,2-6 5 16,1 9-11-16,-2 3 12 15,2 9-4-15,0-2-6 0,0 1 0 16,0 0-2-16,0 4-1 16,0 1-4-16,2 1 11 15,-2 2-12-15,0-2 5 16,0-3-5-16,0-2 9 16,0-3 0-16,0-6-1 15,-2-1-3-15,2 0 2 16,0-1-1-16,0 1 6 15,0-2-2-15,0 0-5 16,0 0-5-16,0 2 5 16,2 3-4-16,-2 5 5 15,0-2-1-15,0-1-5 16,0-5 1-16,0-8 7 16,0-3-9-16,0-8 11 15,0-3-10-15,0-5 0 0,2 0 4 16,2 2-4-16,-3-3-1 15,2 4 0-15,-1-3 0 16,-1 0 0-16,2-3 2 16,-1-5-1-16,1 0-1 15,4-4 2-15,1-3-2 16,1-1 6-16,7-4-5 16,5 0 16-16,6 0 1 15,6 0-5-15,10-7 8 16,2-2-5-16,5 1-4 15,3-1-3-15,4 2-2 0,1 1-6 16,1-2-1 0,1 4 6-16,-3 0 0 0,2 1-6 15,-1 0 1-15,2 0 0 16,0-1 0-16,2-3 5 16,4-1-6-16,16-6-6 15,16-1 6-15,16-4 1 16,-10 0-1-16,-20 7 1 15,-25 2 0-15,-17 5-1 16,9-2 1-16,4 0-1 16,11-1 0-16,-4-2 0 15,1 1 1-15,0-3 0 16,1 2 5-16,3 0-6 16,-2 1 0-16,1 4 0 15,-2-1 0-15,0 3-1 0,1 0 0 16,-3 0 0-16,2 2 1 15,3-2 0-15,-1 0-1 16,0 1 1-16,4-1 0 16,4 1 0-16,-1 0 1 15,2 2-1-15,1 0 1 16,1 0-1-16,0 0 0 16,15 0 7-16,14 0-7 15,15 0 0-15,4 0-1 16,-6 0 1-16,-11 0 0 15,-14 0 0-15,-3 2 0 16,-1 1 1-16,-3 0 0 16,0 0 1-16,-2 0 7 15,3 2 21-15,-16 1-5 0,-11 0 5 16,-12-1-11-16,-3 0 23 16,11 1-11-16,22-1-14 15,21 5 6-15,11 3 6 16,6 1-1-16,-11 1-11 15,-9-1-8-15,-9-1 22 16,0-1-9-16,4-3-13 16,1 1 2-16,1-2-1 15,1 0-4-15,2 1-5 16,-3 2 0-16,-1-2 5 16,-2 2-5-16,-2 0-1 15,-14-3 2-15,-14-1-1 16,-11-3 10-16,-3 1-11 0,22-2 2 15,0 2 4-15,8-1-5 16,0 1 0-16,-13 0 8 16,8 1-9-16,-2-1 0 15,-1 2 1-15,1-2 11 16,1-1 1-16,-4 1-1 16,-1 0-11-16,-5-2 5 15,-4-2-3-15,-4 1 9 16,-3-2-2-16,-4 0-1 15,-4 0-3-15,-2 0 2 16,-6 0-1-16,1 0 8 16,-6-5 3-16,0 1-4 15,-7-3-1-15,-1 3 4 0,-5-1 5 16,-2-1 7-16,-2 2-4 16,-2 0-5-16,1 0-5 15,0-1-8-15,-1 1 1 16,5 0-7-16,-2 0 0 15,1 2 0-15,-1-1 1 16,-1-1-1-16,-2 2 5 16,2-1-5-16,-1 0-1 15,-1 1 1-15,-1-1 1 16,0-2-1-16,0 3 0 16,1-3 5-16,-1 1-5 15,0-1 0-15,3-1 1 0,0-3-2 16,1 1 1-16,-1-3 0 15,2-1 0 1,2-3 7-16,2-2-7 0,1-6 8 16,2-5-3-16,3-6-5 15,-3-7 0-15,5-5 1 16,5-17-2-16,6-16 1 16,0 1-1-16,-4 8 1 15,5-3 1-15,-1-6-1 16,9-23 5-16,3-14-5 15,-4 9 8-15,-12 14-3 16,-6 12 0-16,-5 0 1 16,-2 0 2-16,-4-2-8 0,0-1-1 15,1-3 0 1,-2 1 0-16,2-1 1 0,0-1 0 16,-1 6 3-16,-2 12-3 15,-2 12-2-15,-3 14-13 16,0 1-9-16,2-8-2 15,2-8 11-15,0-9 7 16,-2 0-20-16,-1 1-24 16,1 0 2-16,-3 2 7 15,1 1 1-15,0 3-5 16,0-1 9-16,-3-1-4 16,0 3-35-16,-1 2 9 15,-4 4 8-15,-1 5-6 16,0 6 22-16,0 6-19 15,-4 5 43-15,-4 6-2 0,0 2 9 16,1 4-7-16,-2 0-9 16,1 2 26-16,-1 1-14 15,1 0-6-15,2 5 5 16,-2 1 4-16,1 0 11 16,-5-2-18-16,-2-2-9 15,-2 0-2-15,0-1 5 16,-4 0 15-16,2 2 4 15,-4 0-23-15,-2 0-7 16,-4 1 3-16,-5 1 8 16,-6 2 18-16,-4-2 8 15,-6 5-6-15,-7-4-3 16,-5 2 8-16,-16-2 0 16,-16-1 1-16,-17-3 0 15,-8 1 0-15,3 0 1 0,7 0-1 16,11 3-1-16,-2 0 1 15,-1-1 1-15,-3 1-1 16,2 0 1-16,-2 0 0 16,-3 0 0-16,0 0-1 15,-3 0 0-15,-1 0 2 16,2 1 3-16,0 0-5 16,3-1 0-16,0 2-1 15,3-2 1-15,-4 2 0 16,1-1 1-16,-1 2-1 0,-1 0 1 15,0 1-1 1,-2-1 1-16,2 2 0 0,-3-2 0 16,2 0-1-16,0 4-2 15,2-2 1-15,0 0 0 16,-2 0-6-16,0 2 7 16,-5 1 2-16,-1 0-2 15,0-1 1-15,-3 2-1 16,0 0 0-16,1 1 0 15,3 1 0-15,3 0 0 16,4 0 0-16,3 0-1 16,3 3-9-16,8 3 9 15,15-1 0-15,15-1 0 0,13 0-5 16,4 0 6 0,-7 1 0-16,-7-1 0 0,-3 2 0 15,-1-1-6-15,2 3-12 16,-4-2-2-16,-12 2 11 15,-15 2-13-15,-21-1 20 16,-1 1 2-16,4-2-1 16,10-2 1-16,23-3-1 15,15-1-8-15,12-2 1 16,0 2-6-16,-20 1 8 16,-22 0-14-16,-20 3 14 15,-5 4-4-15,10 0 10 16,25 0 0-16,19-4-8 15,-10 3 7-15,14-2-1 16,-2 0 1-16,-8 3-8 16,14-1-11-16,-6 0 6 0,-7 3 13 15,7 0 1-15,1 0-11 16,4 1 9-16,-2-1-18 16,4 0-2-16,3 1 1 15,2 0 8-15,3 0 6 16,4-1 6-16,2 1 1 15,1 0 0-15,0-2 1 16,5-2 6-16,4-1-7 16,2-2-1-16,7-3 1 15,0 2 0-15,6-3 1 16,2-1-1-16,7 1 0 16,-1-2 1-16,0 0-1 0,4 1 1 15,-1-1 0 1,-1 1-1-16,-3 1 0 0,0 1 0 15,-1-1 1-15,-4 3-1 16,-1-1 0-16,-2 2 0 16,-2 2 1-16,-5-1-1 15,4 2 1-15,-2-3 0 16,3 1 0-16,3-3 0 16,2 2 0-16,3-3 0 15,3 0 0-15,1-1 0 16,5-2 0-16,-1 0 0 15,2 0 0-15,0 0 2 0,0 0-2 16,0 0 11 0,0 0 1-16,0 0 0 0,0 0 0 15,0 0 0-15,0 0-4 16,0 0 2-16,0 0-3 16,0 0 1-16,0 0-8 15,0 0 5-15,0 0-4 16,0 0-1-16,0 0 0 15,0 0-1-15,0 0 0 16,0 0-1-16,0 0 1 16,0 0-6-16,0 0 5 15,0 0 1-15,0 0 0 16,0 0 0-16,0 0-2 16,0 0-4-16,0 0-14 15,0 0 20-15,0 0 0 0,0 0 1 16,-4 0 0-16,0 0-1 15,-2 7-1-15,-5 0 0 16,-2 4-5-16,-2 3 6 16,-4 1 0-16,0 4 0 15,0 1 2-15,0-2 5 16,2 2-5-16,1-3 5 16,4 3 2-16,6 1-9 15,3-3-1-15,3-9-290 0</inkml:trace>
  <inkml:trace contextRef="#ctx0" brushRef="#br0" timeOffset="54921.45">12034 11359 1575 0,'0'0'82'16,"0"0"-82"-16,0 0-655 0</inkml:trace>
  <inkml:trace contextRef="#ctx0" brushRef="#br0" timeOffset="57884.68">22061 8676 1137 0,'0'0'658'0,"0"0"-411"15,0 0-15-15,0 0-4 16,0 0 4-16,0 0-123 16,28 2-42-16,4-2-26 15,9 0-25-15,7 0 5 16,6 0-4-16,0 0-4 16,-2 0-11-16,-6 0-2 15,-14-2 0-15,-12-11-78 16,-11-1-260-16,-9 1-676 0</inkml:trace>
  <inkml:trace contextRef="#ctx0" brushRef="#br0" timeOffset="58229.32">22046 8449 1403 0,'0'0'476'16,"0"0"-201"-16,0 0-66 16,0 0-7-16,0 0-120 15,0 0-46-15,0 0-24 16,-24 21 4-16,8 6 16 16,2 2 6-16,-2 2-2 0,4 1 6 15,4-3 4-15,7-3-8 16,1-4-10-16,0 0-5 15,6-3 2-15,9-4 1 16,9-2 5-16,4-4-4 16,3-2-9-16,-1-4-17 15,2-3 7-15,-6 0-8 16,0 0-30-16,-3-4-197 16,-7-5-331-16,-6 1-1058 0</inkml:trace>
  <inkml:trace contextRef="#ctx0" brushRef="#br0" timeOffset="58398.42">22435 8972 2192 0,'0'0'493'0,"0"0"-291"15,0 0-92-15,0 0-41 16,0 0-69-16,0 0 0 15,0 0-499-15</inkml:trace>
  <inkml:trace contextRef="#ctx0" brushRef="#br0" timeOffset="61175.03">20320 13561 983 0,'190'314'0'47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13:31.0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20981 9164 139 0,'0'0'0'0</inkml:trace>
  <inkml:trace contextRef="#ctx0" brushRef="#br0" timeOffset="674.75">20981 9164 732 0,'0'0'247'0,"0"0"-62"16,-7 5-36-16,7-5-8 15,0 0 0-15,0 2-22 16,0-2-24-16,0 0-20 16,0 1-23-16,0-1-6 15,0 0-11-15,0 2-9 16,0-2-7-16,0 2-4 0,0 1-9 16,0 0 1-16,0 0 6 15,0 0-5-15,0-2 1 16,0 0-2-16,0-1 2 15,0 0-3-15,0 1-6 16,0-1 10-16,0 0-10 16,0 0 0-16,0 0 10 15,0 0-10-15,0 0 1 16,0 0 6-16,0 0-6 16,0 0 0-16,0 0-1 15,0 0 9-15,0 0-9 16,0 0 1-16,0 0 6 0,0 0-7 15,0 0 0 1,0 0 6-16,0 0-6 0,0 0 0 16,0 0 6-16,0 0-6 15,0 0 0-15,0 0 0 16,0 0 6-16,0 0-6 16,0 0 0-16,0 0 1 15,0 0-2-15,0 0 2 16,0 0 6-16,0 0-7 15,0 0 0-15,0 0 0 16,0 0 6-16,0 0-6 16,0 0 2-16,0 0 5 15,0 0-1-15,0 0 9 16,0 0-6-16,0 0-9 0,0 0 7 16,0 0-7-16,0 0 1 15,0 0-1-15,0 0 2 16,0 0-1-16,0 0 5 15,0 0-4-15,0 0 9 16,0 0-9-16,0 0-1 16,0 0 0-16,0 0 1 15,0 0-2-15,0 0 0 16,0 0 0-16,0 0 0 16,0 0 5-16,0 0-5 15,0 0-2-15,-20 10-33 0,-2 0-318 16,-8 2-612-16</inkml:trace>
  <inkml:trace contextRef="#ctx0" brushRef="#br0" timeOffset="2427.03">15860 12458 162 0,'0'0'166'0,"0"0"142"16,0 0 68-16,0 0-163 16,0 0-16-16,0 0 0 15,0 0 35-15,-4 14-22 16,4-14-29-16,0 0-9 15,0 0-19-15,0 0-7 16,0 0-30-16,0 0-25 16,0 0-26-16,0 0-22 15,0 0-9-15,0 0-22 16,3 0 8-16,9 0-13 0,9 0 29 16,4 0 2-1,3 0 4-15,3-7-3 0,4 0-3 16,2-4-9-16,2 2 7 15,3-1-6-15,-3 1-13 16,-1 1 11-16,0-1-11 16,-4 2 6-16,-4 1 12 15,-4 2-20-15,-3-1 1 16,-1 1 4-16,-1 0-9 16,-1 0 0-16,1-1 3 15,1-2 1-15,0 2 2 16,1 0 3-16,-1-2-4 15,0 4 1-15,-4 0-3 16,0 0 3-16,-1 0 3 16,-1 1 1-16,-2-1-2 0,0 0 2 15,0 0-2-15,-1 0-1 16,-2 0-1-16,0 1-1 16,-3-1-4-16,-2 0 1 15,-3 1 2-15,-2 2-5 16,1 0-2-16,-2 0 0 15,0 0-5-15,0 0 6 16,0 0-6-16,0 0 0 16,0 0 0-16,0 0 0 15,0 0 0-15,0 0 0 16,0 0 0-16,0 0-1 16,0 0 0-16,0 0-18 15,0 0-32-15,-23 0-128 0,-4 5-203 16,-6 0-1073-16</inkml:trace>
  <inkml:trace contextRef="#ctx0" brushRef="#br0" timeOffset="4809.19">15970 13827 1239 0,'0'0'392'0,"0"0"-113"15,0 0-73-15,0 0-18 16,0 0-3-16,0 0-60 15,0 0-18-15,50-15-23 16,-19 11-15-16,9-2-16 16,1 2-2-16,2 2-16 15,-1-3-17-15,-5 2-9 16,-7 0-3-16,-2 0-4 0,-7 0-2 16,-10 3 0-16,-2 0-64 15,-9 0-151-15,-3 0-120 16,-13 0-379-16,-4 3-462 0</inkml:trace>
  <inkml:trace contextRef="#ctx0" brushRef="#br0" timeOffset="4997.17">15935 14009 1069 0,'0'0'659'16,"0"0"-478"-16,0 0-8 0,0 0-58 15,0 0 33-15,0 0-65 16,97-11-51-16,-60 4-18 16,2 0-14-16,26-16-120 15,-6 3-358-15,-7-9-511 0</inkml:trace>
  <inkml:trace contextRef="#ctx0" brushRef="#br0" timeOffset="6660.51">18711 9223 924 0,'0'0'283'0,"0"0"-44"0,0 0-44 16,0 0-21-16,0 0-4 16,0 0-37-16,0 0-28 15,1 0-28-15,10 0 0 16,5 0 9-16,5 0 6 16,7 0-15-16,4-2-20 15,2 1-5-15,2 1-4 16,4 0-14-16,7 0-7 15,6 0-4-15,7 0 0 16,2 0-3-16,5 4-5 16,0 4 1-16,-1-2-4 0,-3 3 2 15,-5-1-1 1,-2 0 10-16,-3 0-2 0,-4-1 8 16,-1 0-9-16,-2-2 1 15,0 1-6-15,0 0-6 16,4-1-2-16,2-2 8 15,-1 3-1-15,1 0 5 16,-2-1-10-16,-3-1-3 16,-3 1 2-16,-2-2 4 15,-1 1-12-15,-1-1 2 16,-3 0 5-16,-1-2-5 16,-2 0 5-16,2-1-6 15,0 2 5-15,-1-2-5 0,3 0 0 16,-1 0 5-16,2 0-5 15,-2 0 11-15,1 0-12 16,-4 0 0-16,-1 0 2 16,0 0 5-16,-2 0-1 15,0 0-5-15,1 0 9 16,-1 0-9-16,3 0-1 16,0 0 0-16,-1 0 10 15,0 0-9-15,-2 0 9 16,1 0-3-16,-3-2 2 15,-2 1-8-15,-3 0 0 16,-4-2 12-16,-1 1-12 16,-7 1-1-16,0-1 0 0,-6 2 0 15,-3-2 0-15,1 2 0 16,-4 0 1-16,2 0-1 16,-2 0 1-16,0 0 0 15,0 0 0-15,0 0 0 16,0 0 0-16,0 0 1 15,0 0 4-15,0 0-5 16,0 0 0-16,0 0 1 16,0 0-1-16,0 0 0 15,0 0 0-15,0 0 0 16,0 0 0-16,0 0-1 16,0 0-1-16,-6 0-12 15,-14 0-23-15,-10 0-504 0</inkml:trace>
  <inkml:trace contextRef="#ctx0" brushRef="#br0" timeOffset="7503.08">18964 9302 431 0,'0'0'242'0,"0"0"-41"15,0 0-75-15,0 0-57 0,0 0-15 16,0 0-35-16,0 0-11 16,-37-6-8-16,22 6-8 15,-14 0-63-15,4 0-140 16,-2 3-98-16</inkml:trace>
  <inkml:trace contextRef="#ctx0" brushRef="#br0" timeOffset="8191.74">16655 9144 535 0,'0'0'281'16,"0"0"-80"-16,0 0-26 15,0 0-10-15,0 0 30 16,0 0 38-16,0 0 5 16,0 0-28-16,0 0-36 15,0 0 6-15,0 0-25 0,0 0-82 16,0 0-43-16,0 0-9 15,0 0 3-15,0 0-15 16,0 0-2-16,0 0 4 16,0 0-4-16,0 0 4 15,0 0 2-15,0 0-11 16,0 0 4-16,0 0-5 16,0 0 0-16,0 0 5 15,0 0-6-15,0 0-1 16,3 0-20-16,17 4-79 15,0 0-234-15,-2 1-751 0</inkml:trace>
  <inkml:trace contextRef="#ctx0" brushRef="#br0" timeOffset="10526.92">19029 12383 185 0,'0'0'133'0,"0"0"-61"0,0 0-19 16,0 0 3-16,0 0-11 16,0 0 6-16,0 0 9 15,0 0 17-15,0 0 6 16,0 0 8-16,0 0 13 15,0 0-10-15,0 0-18 16,0 0 2-16,0 0 0 16,0 0-1-16,0 0 1 0,0 0 2 15,0 0 25-15,0 0-7 16,0 0 7-16,0 0 8 16,0 0-22-16,0 0-4 15,0 0-22-15,0 0-30 16,0 0-10-16,0 0-2 15,0 0-16-15,0 0-1 16,0 0-5-16,0 0 1 16,0 0 9-16,0 0-11 15,0 0 0-15,0 0 4 16,0 0-4-16,0 0-17 16,0 0-97-16,0 0-149 15,0 0-267-15</inkml:trace>
  <inkml:trace contextRef="#ctx0" brushRef="#br0" timeOffset="11721.42">18782 13604 186 0,'0'0'93'0,"0"0"-63"15,0 0-17-15,0 0 14 16,0 0 1-16,0 0 34 16,0 0 16-16,0-6-5 15,0 6-9-15,0-1-11 16,0 1-8-16,0 0-9 16,0 0-4-16,0 0 20 15,0 0 0-15,0 0 14 16,0 0 1-16,0 0 14 15,0 0-9-15,0 0-13 16,0 0-6-16,0 0 3 0,0 0-1 16,0 0 9-16,0 0 3 15,0 0 13-15,0 0 22 16,0 0-21-16,0 0 5 16,0 0-16-16,0 0-22 15,0 0-20-15,0 0-10 16,0 0-9-16,0 0-8 15,0 0 7-15,0 0-7 16,0 0 0-16,0 0 1 16,0 0-1-16,0 0 1 15,0 0 0-15,0 0-2 16,0 0 1-16,0 0 0 0,0 0 0 16,0 0-1-16,0 0 0 15,0 0 1-15,0 0-1 16,0 0 1-16,0 0 4 15,0 0-5-15,0 0 0 16,0 0 0-16,0 0 1 16,0 0-2-16,0 0 2 15,0 0-1-15,0 0 0 16,0 0 0-16,0 0-2 16,0 0 2-16,0 0-1 15,0 0-5-15,0 0-4 16,0 0-17-16,0 0-22 15,0 0-31-15,0 0-19 0,0 0-25 16,0 0-18-16,0-1-73 16,1 0-178-16</inkml:trace>
  <inkml:trace contextRef="#ctx0" brushRef="#br0" timeOffset="18815.7">1245 14004 1652 0,'0'0'264'0,"0"0"-27"16,0 0 36-16,0 0-87 15,0 0-67-15,0 0-65 16,44-33-38-16,-11 63 22 16,6 25 27-16,-2 23 7 15,-16 22-3-15,-15 6-8 0,-6-18-2 16,-17-21-13 0,-8-23-2-16,-3-8-16 0,-8 4-11 15,-3-3-10-15,-4-2-5 16,4-14 7-16,6-12-8 15,6-9 9-15,3-26 8 16,9-17-12-16,8-10 0 16,7-6-6-16,0 2-8 15,15 6-23-15,7 12-5 16,1 11 6-16,0 11 8 16,3 10-4-16,2 7 1 15,2 0 17-15,0 10 7 16,0 7-32-16,6 10-266 0,-5-4-231 15,-7-6-421-15</inkml:trace>
  <inkml:trace contextRef="#ctx0" brushRef="#br0" timeOffset="19145.54">1835 13846 1908 0,'0'0'347'0,"0"0"-64"16,0 0-103-16,0 0-105 0,0 0-54 15,0 0 12-15,0 0 35 16,42 51-14-16,-39-15 5 16,-3 6-1-16,0 1-30 15,0 3-1-15,0 2 3 16,-3 2-1-16,1 0 7 15,2-4 9-15,0-4-26 16,2-4-8-16,11-4-4 16,7-8 2-16,5-4 0 15,5-8-8-15,6-7-1 16,5-7 0-16,12-7-115 16,-9-11-241-16,-11-5-487 0</inkml:trace>
  <inkml:trace contextRef="#ctx0" brushRef="#br0" timeOffset="19484.2">800 15020 2020 0,'0'0'331'0,"0"0"-236"16,0 0 24-16,0 0-4 16,0 0 17-16,124 9 39 0,70-44 2 15,52-14-87 1,34-9-28-16,8 0-12 16,-15 9-14-16,0 10-19 15,-14 5-2-15,-38 6 1 0,-47 7-12 16,-63 8-5-16,-51 4 5 15,-35 5-1-15,-25 4-5 16,0 0-17-16,-36 0-14 16,-83 25-101-16,3 0-365 15,-22 1-574-15</inkml:trace>
  <inkml:trace contextRef="#ctx0" brushRef="#br0" timeOffset="20014.69">1207 15109 1487 0,'0'0'499'16,"0"0"-254"-16,0 0 35 0,0 0-62 15,0 0-61-15,0 0-63 16,0 0-42-16,94 11 8 15,-57 19-5-15,-3 10 4 16,-4 7-5-16,-7 7-9 16,-5 0-5-16,-12 3 2 15,-6-1 1-15,-11 1-8 16,-14-3-5-16,-8-10-14 16,5-7-7-16,1-13-1 15,6-14-7-15,6-10 9 16,4-13 2-16,3-21-10 15,6-12-2-15,2-6-6 16,7-3-21-16,16 8-9 0,4 5 3 16,3 9-4-16,1 9-5 15,3 8-24-15,2 6-147 16,28-2-112-16,-10 6-282 16,-5-2-660-16</inkml:trace>
  <inkml:trace contextRef="#ctx0" brushRef="#br0" timeOffset="20690.87">2088 15213 1086 0,'0'0'351'15,"0"0"32"-15,0 0-37 16,0 0-62-16,0 0-34 16,0 0-34-16,0 0-41 15,-65-21-76-15,40 23-45 16,-2 16-4-16,1 6-3 15,1 8-24-15,3 5-11 16,11 2 1-16,5 0 0 16,6-2-13-16,0-6 0 15,15-4-1-15,4-8-11 16,1-7 10-16,1-8 2 16,-2-4-1-16,-1-4-1 15,-2-15-7-15,-2-10 2 0,-5-7 6 16,3-2-5-16,-6-2 5 15,0 5 1-15,0 8 1 16,-2 8 1-16,-1 11-1 16,-3 7 1-16,3 1 2 15,6 6-4-15,5 16-5 16,3 8 5-16,4 5 8 16,-1 1-7-16,-1-2-1 15,2-3 0-15,-6-4-1 16,-2-4-37-16,-2-15-177 15,-5-5-355-15,-3-3-357 0</inkml:trace>
  <inkml:trace contextRef="#ctx0" brushRef="#br0" timeOffset="21007.19">2287 14812 1388 0,'0'0'585'16,"0"0"-398"-16,0 0-34 15,0 0-8-15,0 0-7 16,0 0-2-16,-36 82 16 16,29-57-32-16,2-3-43 15,5-2-33-15,0-4-29 16,0 1 0-16,0-2-3 16,9 3 4-16,0-1 2 15,0 2-3-15,5 1 6 0,-1 3-1 16,-1 0-7-1,1 1-5-15,-2-2 1 0,5 2 4 16,-4-2-2-16,4 0-10 16,-4-6-1-16,3-1-6 15,-1-9-70-15,6-6-268 16,-4-11-245-16,0-11-976 0</inkml:trace>
  <inkml:trace contextRef="#ctx0" brushRef="#br0" timeOffset="21322.53">2518 14923 1543 0,'0'0'327'0,"0"0"-32"0,0 0-156 16,0 0-21 0,0 0 20-16,0 0 17 0,0 0 39 15,7 92-68-15,-15-65-56 16,-4-3-34-16,-2-4-16 15,5-8-13-15,2-4-5 16,4-7 10-16,3-1 9 16,0 0-9-16,0-9-11 15,0 4 1-15,0 0-1 16,8 3 0-16,6 2 0 16,4 0 0-16,3 0-1 15,4 0-2-15,2 2-11 16,-2 1-61-16,1-3-152 0,-2 0-85 15,-8-5-346-15,-5-5-437 0</inkml:trace>
  <inkml:trace contextRef="#ctx0" brushRef="#br0" timeOffset="21653.23">2633 14870 1075 0,'0'0'405'0,"0"0"105"15,0 0-220-15,0 0-65 16,0 0-64-16,0 0-47 15,0 0-2-15,16-27-11 16,-4 27-13-16,3 0-43 16,2 0-21-16,3 10 3 15,3 3 1-15,-2 5 2 0,1 2 2 16,-3 2-7-16,-2 2-4 16,-1 3 3-16,-4-1-2 15,1 0-1-15,-2 2-1 16,-2-5-2-16,-4 1-5 15,-5-2 4-15,0-2-2 16,0 0-8-16,-11-2 4 16,-8-2-2-16,-5-3-2 15,-6-2-6-15,0-3-1 16,0-7-36-16,3-1-56 16,7-17-129-16,9-7-298 15,8-6-539-15</inkml:trace>
  <inkml:trace contextRef="#ctx0" brushRef="#br0" timeOffset="21897.38">3484 14455 1862 0,'0'0'369'0,"0"0"-73"16,0 0-110-16,0 0-90 16,0 0-44-16,0 0-35 0,0 0-4 15,65-9-13 1,-41 4-11-16,1 1-61 0,-3 3-170 16,-8-2-415-16</inkml:trace>
  <inkml:trace contextRef="#ctx0" brushRef="#br0" timeOffset="22052.51">3499 14651 1585 0,'0'0'299'0,"0"0"-88"16,0 0-74-16,0 0 16 15,0 0-98-15,0 0-55 16,0 0-100-16,72-18-413 0</inkml:trace>
  <inkml:trace contextRef="#ctx0" brushRef="#br0" timeOffset="22796.39">2448 14854 867 0,'0'0'346'0,"0"0"-34"0,0 0-53 15,0 0-16-15,0 0-84 16,0 0-47-16,0 0-26 16,21 0-22-16,-10 0-28 15,3 0-2-15,2 13-13 16,1 4-17-16,-5 3-4 16,-1 2-13-16,-1 2-11 15,-10 5-116-15,0-7-216 16,-3-6-437-16</inkml:trace>
  <inkml:trace contextRef="#ctx0" brushRef="#br0" timeOffset="28564.58">2120 15951 1258 0,'0'0'343'0,"0"0"-85"16,0 0-7-16,0 0-59 16,0 0-54-16,0 0-17 15,-6 0-6-15,12 0 6 16,12-2 16-16,10-11-8 0,5-4-36 15,10-5-26-15,4-1-19 16,3-3-19-16,-1-1-14 16,0 0-2-16,-1 2-6 15,-3 1-1-15,-5 1-5 16,-7 3 0-16,-6 5-1 16,-9 4 0-16,-6 4-26 15,-8 3-37-15,-1 2-48 16,-3 2-88-16,-6 0-71 15,-9 8-199-15,-4 5-220 0</inkml:trace>
  <inkml:trace contextRef="#ctx0" brushRef="#br0" timeOffset="28848.34">2254 16017 1305 0,'0'0'336'0,"0"0"-167"16,0 0 64-16,0 0-20 15,0 0-41-15,0 0 42 16,0 0-8-16,69 8-44 16,-35-16-41-16,9-7-42 15,-1-4-29-15,3-5-26 0,-2 1-11 16,-4 0-7-1,-5 1-5-15,-7 1-1 0,-2 3-32 16,-17 11-109-16,-5 5-225 16,-3 2-497-16</inkml:trace>
  <inkml:trace contextRef="#ctx0" brushRef="#br0" timeOffset="32668.32">2323 14016 149 0,'0'0'1228'15,"0"0"-737"-15,0 0-320 16,0 0 8-16,0 0-56 15,0 0-34-15,0 0-34 16,22-1 6-16,6-10 15 16,5-1-18-16,3-3-6 15,4 0-20-15,-1 0-13 16,-5 2-18-16,-9 3-1 16,-3 2-16-16,-11 3-97 0,-15-1-130 15,-12 3-434-15,-13 1-856 0</inkml:trace>
  <inkml:trace contextRef="#ctx0" brushRef="#br0" timeOffset="33002.76">2299 13885 1250 0,'0'0'276'0,"0"0"-122"0,0 0 54 16,0 0-40 0,0 0-41-16,0 0-12 0,0 0-17 15,10-9-33-15,-14 30-7 16,-4 7 70-16,-7 2-6 16,-4 4-37-16,-2-2-30 15,2-2-13-15,1-2-6 16,6-3-13-16,3-4-10 15,6-3-5-15,3-2-7 16,0-2 5-16,18-4-5 16,12-5-1-16,13-3-2 15,14-2 1-15,38-24-98 16,-10-3-202-16,-6-3-553 0</inkml:trace>
  <inkml:trace contextRef="#ctx0" brushRef="#br0" timeOffset="35562.7">1450 16726 52 0,'0'0'1419'16,"0"0"-1148"-16,0 0-52 16,-31-72 78-16,28 55-48 15,3 4-61-15,0 4-85 16,6 6-48-16,13 3-29 15,8 3-10-15,9 19-7 16,6 11 7-16,1 10 20 16,-4 10 9-16,-8 8-1 0,-7 3-9 15,-12 1-9-15,-9-1-2 16,-3-2 1-16,-6-2-7 16,-11-7 3-16,-5-13-1 15,1-7-5-15,3-16-6 16,-1-11 0-16,-2-6 7 15,0-13 17-15,-6-17-18 16,6-19-3-16,5-4-12 16,3 1 0-16,13 6-14 15,0 7-7-15,4 11 5 16,9 8 8-16,2 6-5 0,3 8-4 16,2 4-7-1,2 2-12-15,3 2-6 0,-1 13-49 16,12 6-239-16,-5-8-250 15,-8-1-338-15</inkml:trace>
  <inkml:trace contextRef="#ctx0" brushRef="#br0" timeOffset="36338.1">2372 16537 416 0,'0'0'712'0,"0"0"-431"0,0 0-33 16,0 0 37-16,0 0-42 15,0 0-79-15,0 0 14 16,-10 3 5-16,2-3-55 15,-3 0-74-15,-6 12-41 16,-4 9-5-16,-2 7-7 16,0 3 8-16,6 0-3 15,7 2 0-15,7-10 2 0,3 1-7 16,0-9 5-16,7-5-6 16,8-6-2-16,0-4 2 15,4 0 10-15,-2-6 1 16,-1-9-11-16,-2-6 8 15,-4-3-7-15,-4-2 6 16,0 2-5-16,-3 0 5 16,2 7 1-16,-4 6-7 15,-1 7 5-15,0 4-5 16,0 0-1-16,5 7-14 16,3 15 14-16,3 3 6 15,2 4-5-15,4 0 5 16,0-1-6-16,-3-5 0 0,2-1-6 15,-4-4-5-15,3-6-120 16,-6-7-205-16,-3-5-440 0</inkml:trace>
  <inkml:trace contextRef="#ctx0" brushRef="#br0" timeOffset="36696.76">2542 16064 1528 0,'0'0'249'15,"0"0"-44"-15,0 0 5 16,0 0-131-16,0 0-51 16,0 0-13-16,0 0-1 0,-86 38-2 15,78-28 5-15,5-1-3 16,3 4 0-16,0 3-2 15,0 4 14-15,0 4-1 16,5 4 8-16,8 4-8 16,-1 4 1-16,0 1 12 15,4 2 19-15,-1-3 31 16,3-2-6-16,1-5-22 16,-1-7-20-16,0-5-12 15,0-6-4-15,3-8-10 16,0-3-14-16,1-4-5 15,18-38-202-15,-7 1-394 0,-3-3-740 0</inkml:trace>
  <inkml:trace contextRef="#ctx0" brushRef="#br0" timeOffset="37005.22">2848 16101 1425 0,'0'0'319'16,"0"0"-48"-16,0 0-94 15,0 0-106-15,0 0 11 16,0 0 7-16,-12 78-17 16,-3-46-17-16,-3 4 8 15,-4 0-18-15,-1-6-5 16,6-6-24-16,3-8-7 16,5-11-7-16,9-5 69 15,0 0 55-15,0-17-89 0,6 3-19 16,11-1-10-16,2 6-8 15,2 6-1-15,7 3 0 16,3 0 1-16,4 0 0 16,-1 0-1-16,4 0-24 15,-5 0-181-15,6-7-95 16,-9-7-457-16,-6-4-575 0</inkml:trace>
  <inkml:trace contextRef="#ctx0" brushRef="#br0" timeOffset="37299.29">2992 15908 1637 0,'0'0'305'15,"0"0"51"-15,0 0-216 16,0 0-87-16,0 0-29 16,0 0-11-16,0 0-11 15,54-41 5-15,-30 46 18 16,0 14 4-16,1 7 2 15,-1 9 3-15,0 8 18 16,-6 3 14-16,3 4-3 16,-7-1-8-16,-3-2-7 15,1-2-15-15,-3-4-9 16,-3-1-6-16,-2-3-3 0,-1-1-5 16,-3-6-8-1,0-3-1-15,-10-3-1 0,-12-5-123 16,2-11-546-16</inkml:trace>
  <inkml:trace contextRef="#ctx0" brushRef="#br0" timeOffset="37650.83">1516 17403 1681 0,'0'0'220'0,"0"0"-1"16,0 0-13-16,0 0-93 15,0 0-9-15,0 0 105 16,98-6-17-16,49-51-87 16,49-25-44-16,35-10-26 15,20-4-16-15,3 7-4 16,-1 6-3-16,-14 9 2 15,-32 12 5-15,-44 16-19 16,-51 12 1-16,-48 14 0 16,-31 9-1-16,-20 6-6 15,-7 3 5-15,-6 2-8 16,0 0-9-16,-42 12-67 16,-65 31 28-16,2 1-219 15,-11-1-420-15</inkml:trace>
  <inkml:trace contextRef="#ctx0" brushRef="#br0" timeOffset="38124.44">1885 17628 1859 0,'0'0'376'16,"0"0"-202"-16,0 0-25 0,0 0-49 15,0 0 34-15,0 0 5 16,113 70-48-16,-75-31-28 15,-5 10-6-15,-3 6-18 16,-12 6-8-16,-6 2-7 16,-9 0-7-16,-3-5 1 15,-9-7-9-15,-6-11-2 16,-3-11-5-16,0-19 7 16,-1-10 0-16,-2-31 12 15,7-14-10-15,1-11-5 0,6 3-6 16,7 6 6-16,0 13-5 15,3 9 0 1,10 9-1-16,1 9 0 0,9 4-22 16,4 3-39-1,6 0-43-15,31 16-149 0,-7-3-82 16,-7-3-425-16</inkml:trace>
  <inkml:trace contextRef="#ctx0" brushRef="#br0" timeOffset="38628.52">2472 17651 1943 0,'0'0'538'16,"0"0"-455"-16,0 0 44 15,0 0-30-15,0 0-58 16,0 0-14-16,0 0-5 15,83-20-1-15,-63 15-3 16,-1 2 7-16,-5-1 1 16,-3 2-3-16,-3 0-11 15,-2 2-2-15,-6 0-1 16,0 0 0-16,0 0-7 16,0 0 0-16,0 9 1 15,0 8 11-15,0 9-4 16,-3 8 5-16,-6 6-3 15,-3 10-1-15,-1 5-7 0,-3 1 14 16,6 0 8-16,4-8 6 16,3-7 3-16,3-12-7 15,0-10-7-15,11-7 10 16,10-9 10-16,7-3 14 16,12-9 19-16,8-14-12 15,4-7-16-15,2-3-20 16,-2 2-11-16,-10 3-12 15,-10 7 7-15,-6 2-8 16,-11 5 1-16,-6 6-1 16,-6 1-33-16,-3 2-38 15,0-2-50-15,-22-2-131 16,-1-1-289-16,1 3-409 0</inkml:trace>
  <inkml:trace contextRef="#ctx0" brushRef="#br0" timeOffset="39122.99">2839 17103 1729 0,'0'0'252'16,"0"0"94"-16,0 0-109 15,0 0-80-15,0 0-71 16,0 0-33-16,0 0-22 15,-49 0-10-15,35 13 6 16,2 4-3-16,2 2-8 16,2-2-1-16,5 2-4 15,1 1-2-15,2 1 1 16,0 2-1-16,8-1 6 16,7 3 6-16,0-1 1 0,6 2 1 15,-3 2 7-15,5-1-2 16,0-1-2-16,-3-1-13 15,2-1-4-15,-3-3-7 16,-1-2 4-16,-3-4-6 16,0-5-2-16,-2-5-46 15,3-9-155-15,3-12-256 16,-9-10-406-16</inkml:trace>
  <inkml:trace contextRef="#ctx0" brushRef="#br0" timeOffset="39438.82">3038 17176 1644 0,'0'0'393'0,"0"0"-227"15,0 0-45-15,0 0-41 16,0 0 8-16,0 0-37 16,0 0 17-16,16 12 5 15,-16 12 2-15,0-1 2 16,-11 0-29-16,-1-1-20 15,2-5-13-15,1-7-9 16,-1-4 3-16,8-3 41 16,2-3 21-16,0 0-15 15,0 0-25-15,0 0-19 16,0 0-12-16,2 5-7 16,17 1 7-16,0 0 1 15,7 2-1-15,-1-4 0 16,3-2-56-16,7-4-134 0,-10-12-98 15,-3-3-426-15</inkml:trace>
  <inkml:trace contextRef="#ctx0" brushRef="#br0" timeOffset="39798.81">3110 16992 1739 0,'0'0'261'16,"0"0"38"-16,0 0-155 15,0 0-18-15,0 0-73 0,0 0-5 16,0 0 65 0,52-19-8-16,-35 16 4 0,-3 0-15 15,-1 3-46-15,-4 0-19 16,-2 0-13-16,-1 0-4 16,5 11-3-16,-2 8 5 15,4 0 2-15,-1 5-2 16,3 5-2-16,-2-2-2 15,2 5 13-15,-3-4 4 16,3 0 2-16,-3 0-5 16,0-6-4-16,0-2-10 15,-3-5 1-15,-2-1-10 16,-2 0 7-16,-1-6-8 16,-4 1 1-16,0 1-1 15,-12-1-3-15,-41 10-53 0,3-2-313 16,-8-3-952-16</inkml:trace>
  <inkml:trace contextRef="#ctx0" brushRef="#br0" timeOffset="46562.09">3667 17106 1415 0,'0'0'558'16,"0"0"-402"-16,0 0 23 16,0 0 5-16,0 0-38 15,0 0-39-15,108-8-28 16,-78-13-32-16,0-3-24 16,-5 0-8-16,-5 2-15 15,-1 5-1-15,-8 4-107 16,-11 3-60-16,0 4-131 15,-5 6-299-15</inkml:trace>
  <inkml:trace contextRef="#ctx0" brushRef="#br0" timeOffset="46933.51">3607 16984 950 0,'0'0'343'0,"0"0"-106"0,0 0 40 16,0 0-42-16,0 0-73 15,0 0-36-15,0 0-6 16,43 22 35-16,-43 8-17 15,0 8-33-15,0 6-35 16,-3 3-7-16,-1 0-11 16,-1-1-4-16,5-7-12 15,0-6-11-15,0-5-8 16,9-7-10-16,8-6-6 16,6-12-1-16,9-3 0 15,7-8-22-15,7-15-46 16,21-19-132-16,-12 5-144 15,-7 1-648-15</inkml:trace>
  <inkml:trace contextRef="#ctx0" brushRef="#br0" timeOffset="48542.69">3592 16000 1264 0,'0'0'389'16,"0"0"-169"-16,0 0-35 15,0 0-47-15,0 0-50 16,0 0 8-16,0 0-7 16,92-5-7-16,-57-17-18 15,1-2-14-15,-2-5-29 16,-1 6-5-16,-10 1-8 0,-3 5-8 16,-11 3-34-16,-9 3-112 15,0 2-234-15,-14 5-547 0</inkml:trace>
  <inkml:trace contextRef="#ctx0" brushRef="#br0" timeOffset="48865.12">3541 15813 1320 0,'0'0'333'0,"0"0"-126"16,0 0 20-16,0 0-54 15,0 0-98-15,0 0-12 16,-43 101 17-16,36-59 13 16,7 2-8-16,0-3 9 15,7-1-22-15,8-6-20 16,4-4-13-16,1-7-11 15,7-4-14-15,-2-8-4 16,9-7 1-16,6-4-11 16,5-4-17-16,24-32-94 15,-11 0-209-15,-13-3-1048 0</inkml:trace>
  <inkml:trace contextRef="#ctx0" brushRef="#br0" timeOffset="73590.49">18737 2476 606 0,'0'0'621'15,"0"0"-357"-15,0 0 1 16,0 0 2-16,0 0-90 15,-7-80-2-15,7 70-45 16,4 4-22-16,4 2-44 16,6 4-29-16,4 4-12 15,10 16 30-15,0 10 0 16,0 11-8-16,-3 8-2 16,-5 9 0-16,-8 2 8 15,-8 3-12-15,-4-4-5 16,-4-4-7-16,-15-4-6 15,-8-9-4-15,-6-5-8 0,-3-9-2 16,-1-6 4 0,0-5-4-16,2-12 1 0,6-5-1 15,5-4 4 1,4-21-1-16,7-8-8 0,8-10 6 16,5-1-8-16,0 1-2 15,6 9-4-15,11 12 5 16,0 10-8-16,2 10-5 15,1 2-64-15,0 9-106 16,17 26-102-16,-7-4-366 16,0-2-756-16</inkml:trace>
  <inkml:trace contextRef="#ctx0" brushRef="#br0" timeOffset="74070.22">18274 3132 1069 0,'0'0'306'0,"0"0"50"16,0 0-53-16,0 0-69 15,0 0-75-15,0 0-52 16,0 0-46-16,104-7 67 15,44 9 20-15,38-2-17 16,24-2-41-16,-2-13-12 16,-25 1-24-16,-13 2-27 15,-16 1-2-15,-36 1 4 0,-35 4-10 16,-34 2-9-16,-20 1-9 16,-10 3-1-16,-5-2 1 15,-8 2-1-15,-9 0-14 16,-46 2-114-16,-68 22-189 15,7 0-207-15,-13-1-350 0</inkml:trace>
  <inkml:trace contextRef="#ctx0" brushRef="#br0" timeOffset="74482.13">18571 3259 1572 0,'0'0'350'15,"0"0"43"-15,0 0-184 16,0 0-79-16,0 0-26 16,80-33-13-16,-53 55 0 15,-1 12-19-15,0 5-17 16,-5 7-4-16,-6 4-13 15,-9 1-17-15,-6 1-5 16,-3-4-10-16,-16-1-4 16,-8-5 4-16,-3-6 1 15,2-7-5-15,1-10-1 16,2-13 8-16,5-6-1 16,2-6 1-16,6-19-8 15,6-9 5-15,6 1-6 16,0 2 0-16,12 5-6 0,10 5-4 15,4 6-8-15,2 5-9 16,3 4-39-16,2 5-67 16,21 1-82-16,-11 0-129 15,-5 0-375-15</inkml:trace>
  <inkml:trace contextRef="#ctx0" brushRef="#br0" timeOffset="74978.13">19127 3394 1356 0,'0'0'333'0,"0"0"176"0,0 0-276 15,0 0-70-15,0 0-32 16,0 0-31-16,0 0-22 16,48-22-24-16,-14 20-12 15,2-1-12-15,4 0-4 16,-6 3-9-16,-7 0-8 0,-3 0-3 16,-11 0-5-1,-7 11 0-15,-6 2 6 0,0 7 7 16,-19 5 25-16,-11 5 1 15,-9 3 4-15,-1 2-7 16,-2 4 7-16,5-3-7 16,6-1-4-16,10-5 6 15,9-5-18-15,7-4-3 16,5-4 0-16,5-5-5 16,14-2-1-16,8-4 2 15,9-2 4-15,4-4 1 16,5 0-7-16,-4 0-6 15,-4-6-5-15,-9-2-1 16,-6-3-19-16,-9-3-56 16,-2-11-69-16,-5 3-198 0,-4-3-405 0</inkml:trace>
  <inkml:trace contextRef="#ctx0" brushRef="#br0" timeOffset="75423.16">19617 3205 1147 0,'0'0'264'16,"0"0"119"-16,0 0-160 15,0 0-15-15,0 0-49 0,0 0-30 16,0 0-1-16,0 0-24 16,0-30 5-16,-3 30-9 15,-1 0-35-15,1 0-19 16,-3 0-16-16,0 3-21 16,-2 4-3-16,3 7 4 15,-3 0-2-15,4 3-2 16,1 2 3-16,0 6-8 15,1 3 13-15,2 4 5 16,0 1 4-16,0 3-13 0,0-2 14 16,0-3-10-1,3-3-10-15,5-4-4 0,2-4 0 16,1-5-1-16,1-6 1 16,2-5-15-16,2-4-64 15,9-11-120-15,-3-9-180 16,-1-8-605-16</inkml:trace>
  <inkml:trace contextRef="#ctx0" brushRef="#br0" timeOffset="75760.5">19765 3256 1551 0,'0'0'327'16,"0"0"35"-16,0 0-231 0,0 0-24 15,0 0 2-15,0 0 34 16,0 0-10-16,31 68-33 16,-31-47-27-16,0 1-19 15,-9-1-26-15,-4-3-5 16,-2-2-22-16,3-5 9 16,3-7-9-16,2-4 14 15,3 0-4-15,4 0-11 16,0-4-2-16,0 1 1 15,0 3-10-15,3 0 4 16,10 0 7-16,0 0-1 16,4 1-1-16,1 5 1 15,3-1-56-15,-1-1-73 16,10-4-84-16,-5 0-131 16,-5 0-420-16</inkml:trace>
  <inkml:trace contextRef="#ctx0" brushRef="#br0" timeOffset="76127.77">19887 3176 1491 0,'0'0'325'16,"0"0"200"-16,0 0-384 16,0 0-40-16,0 0-17 15,0 0-11-15,0 0 30 16,33 2-9-16,-16 8 0 15,1 2-21-15,-2 5-1 16,0 3-9-16,-2 2 0 0,-1 7-11 16,-2 2 10-16,-2 2-4 15,0 4 7-15,-5-1-26 16,-2 1 3-16,-2-1-3 16,0-3-8-16,0-1-5 15,0-3-10-15,0-7-2 16,-3-2-13-16,-2-6 5 15,2-5-4-15,-1-3-1 16,-2-3 0-16,-2-2 0 16,-8 0-1-16,-7-1-34 15,-10 0-64-15,-27 0-62 16,7 0-137-16,3-8-568 0</inkml:trace>
  <inkml:trace contextRef="#ctx0" brushRef="#br0" timeOffset="79370.13">19591 2469 1277 0,'0'0'550'0,"0"0"-248"0,0 0-46 15,0 0-86-15,0 0-44 16,0 0-27-16,0 0-52 16,1-5-34-16,14 10 35 15,8 5 18-15,0 1-9 16,3 5 1-16,-4 0-12 15,-2 1-8-15,-4 3-20 16,-6 0 1-16,-2 2 1 16,-4-3 1-16,-4-1-11 15,0-1 11-15,0-2-12 16,0-5 0-16,-6-1 2 16,-4-4 10-16,-6-2-6 15,-1-3 5-15,-6 0-2 0,-2-3-9 16,2-7-3-16,0-4 2 15,1-1-8-15,1 3 2 16,5-2 4-16,2 2 0 16,2 1 4-16,4 2-8 15,1-1-2-15,3-1 0 16,2 3 12-16,2-1-11 16,0-1 9-16,0 0-4 15,3-1-5-15,10 0-1 16,7-1 5-16,4 0-5 15,6 0 0-15,3 0 8 16,1 1-8-16,6 3 13 16,-1-1 8-16,-3 1-9 0,-2 1 0 15,-1 2 3-15,-2 0-7 16,-3 0 10-16,-1 3-5 16,-1-1-1-16,-8 0-12 15,-2 0 0-15,-7 2 1 16,-4 1 0-16,-3 0-1 15,0 0 1-15,-2 0-1 16,0 0 1-16,0 0-1 16,0 0-6-16,0 0-11 15,0 0-80-15,-6 0-177 0,-3-2-722 16</inkml:trace>
  <inkml:trace contextRef="#ctx0" brushRef="#br0" timeOffset="80700.9">20368 2157 1270 0,'0'0'299'16,"0"0"95"-16,0 0-66 15,0 0-126-15,0 0-28 0,-91 10-80 16,52 28 0 0,-7 23 9-16,3 1-6 0,10 6-19 15,9 3-25-15,15-13-28 16,5 5-11-16,4-5-4 16,12-5-4-16,13-9-4 15,6-8-2-15,5-15-13 16,7-12-61-16,0-9-146 15,14-32-105-15,-11-7-359 16,-10-3-982-16</inkml:trace>
  <inkml:trace contextRef="#ctx0" brushRef="#br0" timeOffset="81105.01">20406 2345 1573 0,'0'0'509'0,"0"0"-205"15,0 0-118-15,0 0-61 16,0 0-56-16,0 0-35 16,0 0-13-16,54-1 52 15,-12 1-21-15,1-1-32 16,-3-1-1-16,-7 0-10 16,-10 2-9-16,-8 0 1 15,-10 0-1-15,-5 0 2 16,0 2 16-16,0 10 1 15,-4 7 20-15,-12 8 15 16,-4 2-6-16,-2 5-2 0,-2 0-17 16,5-2-7-16,1-1-2 15,7-3 1-15,4-5 1 16,7-4-9-16,0-2 4 16,3-5-17-16,12-3 8 15,8-5 4-15,6-4 0 16,4 0 3-16,1-11-8 15,-1-5-6-15,-2-2-1 16,-4-2-28-16,-5 2-36 16,-5-6-123-16,-5 7-144 15,-9 0-450-15</inkml:trace>
  <inkml:trace contextRef="#ctx0" brushRef="#br0" timeOffset="81661.79">20887 1884 1008 0,'0'0'698'15,"0"0"-432"-15,0 0 42 16,0 0-90-16,0 0-32 16,0 0-70-16,-81-39-56 15,53 55-11-15,0 4-15 16,2 7 1-16,8-2-14 16,3 1-6-16,9-2 1 15,6 0-2-15,0 3-7 0,4 2 18 16,8 3 8-16,8-1 0 15,3 2-4-15,-1-3-4 16,-1 0-8-16,0-2-4 16,-2-2-5-16,-4-5-7 15,0-2 0-15,-5-4 0 16,-2-4-1-16,-2-4-27 16,1-5-154-16,-1-9-135 15,-1-12-308-15,-2-7-972 0</inkml:trace>
  <inkml:trace contextRef="#ctx0" brushRef="#br0" timeOffset="81990.62">20991 1903 1011 0,'0'0'757'16,"0"0"-503"-16,0 0-115 15,0 0-33-15,0 0 45 16,0 0-11-16,0 0-28 15,15 85-12-15,-15-56-17 16,-12-3-29-16,-1-2-32 16,-2-4-16-16,4-6 5 15,5-6-4-15,1-8 1 16,3 0 16-16,2 0 6 16,0-10-18-16,0 0-11 15,2 5 0-15,9 2 0 16,6 3-1-16,5 0 0 15,5 8 0-15,4 2 1 0,0 3 0 16,1 1-1-16,-5-5 0 16,-6-1-75-16,-1-6-132 15,-4-2-259-15,-9 0-390 0</inkml:trace>
  <inkml:trace contextRef="#ctx0" brushRef="#br0" timeOffset="82336.24">21153 1819 1650 0,'0'0'346'0,"0"0"-40"0,0 0-148 16,0 0-21-16,0 0-82 16,0 0-28-1,0 0 51-15,50-1-4 0,-29 6 4 16,0 2-2-16,-3 1 2 15,1 1-21-15,-4 2-9 16,-3 3-6-16,1 2 0 16,-4 4 1-16,2 0-17 15,-5 5 11-15,0 2-15 16,0 0-2-16,-2 3 1 16,-1 1-9-16,0-1-2 15,1-2-8-15,-4-2 2 16,0 1-3-16,0-5-2 0,-8-4-13 15,-4-5-56-15,-7-11-96 16,0-2-202-16,2-7-409 0</inkml:trace>
  <inkml:trace contextRef="#ctx0" brushRef="#br0" timeOffset="82843.88">21471 1755 1642 0,'0'0'522'16,"0"0"-231"-16,0 0-148 16,0 0-48-16,0 0-53 15,0 0 66-15,111 61 19 16,-50-17-38-16,8 6 28 15,-2 10-22-15,0 16-18 16,-7 16-18-16,-16 12-23 0,-23 2 0 16,-19-20-2-16,-2-22-17 15,-18-20 1-15,-8-5-3 16,-7 4-6-16,-9 6-3 16,-6-1-6-16,-1-5 0 15,5-9 0-15,4-13 0 16,9-15-12-16,7-6-32 15,4-17-35-15,7-19-89 16,1-26-170-16,8 9-237 16,-1 5-731-16</inkml:trace>
  <inkml:trace contextRef="#ctx0" brushRef="#br0" timeOffset="83022.18">21971 2598 2060 0,'0'0'750'16,"0"0"-633"-16,0 0 40 15,0 0-99-15,0 0-1 16,0 0-57-16,0 0-24 16,-65-3-299-16,65-4-732 0</inkml:trace>
  <inkml:trace contextRef="#ctx0" brushRef="#br0" timeOffset="87615.28">19825 1884 643 0,'0'0'251'0,"0"0"-57"0,0 0-50 16,0 0 27-16,0 0-68 15,0 0-31-15,-43-7-4 16,29 7-15-16,-2 0 18 16,-2 0 14-16,-2 0-9 15,-2 1-8-15,-3 5-18 16,-2 4-2-16,0-1-12 15,-3 4 0-15,0 1-7 16,0 2-1-16,1 2 5 16,-1 2-5-16,0 1-10 0,-1 3-3 15,-1 1-4 1,2 1-3-16,1 3-2 0,0-3-5 16,4 5 0-16,2-3 7 15,6 0-8-15,0-1 0 16,5 0 1-16,2 2 7 15,6-2-8-15,-1 4 0 16,4-2 0-16,1 5 1 16,0-1 0-16,0 3 0 15,0 0-1-15,0 0-5 16,0-1 5-16,0-3 4 16,6 1-3-16,3-4 4 0,1-1-5 15,1-2 1 1,5-2 6-16,-2-2-7 0,4 0 0 15,1-2 9-15,1-2-8 16,3-1 1-16,-1-2-1 16,5-3 5-16,3-4-4 15,0-2-2-15,0-1 1 16,-2 0 5-16,-1-4-5 16,0 2 5-16,-1-2-6 15,1-1 1-15,0 0-1 16,1 0 1-16,2 0 4 15,-3 0-5-15,-1 0 0 16,0 0 1-16,0 0 0 0,-3 0 0 16,3 0 0-1,2 0-1-15,2 0 1 0,1 0 1 16,4 0-1-16,0 0 1 16,1-3-1-16,2 1 0 15,-4-1-1-15,0 1 0 16,-7 2 1-16,0 0 0 15,-2 0-1-15,-2 0 1 16,-4 0-1-16,2 0 0 16,-2 0-4-16,1 2 4 15,2-1 2-15,2 2-1 16,0 0 0-16,4 0 0 16,-1 0 0-16,1 0-1 15,2-1 1-15,0 3-1 16,1-3 0-16,0 0 0 0,-1 1 0 15,2-1 0-15,-1 1 1 16,-1-1-1-16,3 0 1 16,-2 0 0-16,5 0 1 15,0-1-1-15,1 1-1 16,2-2 2-16,1 1 0 16,0-1-1-16,2 0-1 15,-3 2 1-15,0 0 0 16,-3-1 0-16,-1 1-1 15,-5 0 1-15,-3-1 0 16,0 1 0-16,-2-1-1 16,-1-1 6-16,3 0 0 15,1 0 2-15,2 0-1 16,1 0 2-16,2-6-8 0,1 3 0 16,2-4 0-16,0 1 18 15,0 0-7-15,2-2 0 16,0 0-3-16,-2-1 1 15,0-2 4-15,-1 2-5 16,-4-1 1-16,-1 0-1 16,-4-3 27-16,2 1-17 15,-5 1-4-15,2-2-6 16,-4 1 3-16,-3-2 0 16,1-3 12-16,-2-2 27 15,5-6-2-15,2-6-16 16,-1-3-12-16,0-2-7 15,-1-3 0-15,1 3-5 0,-1-3 6 16,-2 3-8-16,0-3 1 16,-1 3-2-16,0-3 0 15,-4 3 6-15,0-2 6 16,-1-1 1-16,-3 2-4 16,-2-4-14-16,1 2 5 15,-2-2 5-15,-5 2-11 16,0-2 2-16,-3 0 11 15,0 0 6-15,0 1-8 16,-6 4 17-16,-8 0 20 16,-2 3-28-16,-3 1 1 15,-3 1-12-15,-3 1-9 16,-2 2 0-16,-3 0 1 0,-1 3 5 16,-3 0-5-16,-5 4-1 15,0-1-7-15,-1 2-4 16,-3-1 11-16,-1 1 0 15,1 1 0-15,-3 0 0 16,1 4-16-16,1 0 10 16,-1 1-2-16,-3 1-2 15,-2 4 10-15,-6 1-1 16,-2 2-13-16,-18 3 4 16,-17-1-2-16,-18 4 11 15,-10 0-12-15,6 0 7 16,8 0-12-16,29 6 10 15,12-2 2-15,17 2 0 0,3-1 5 16,-9 1-18-16,-6 5-5 16,-8-1 17-16,6 3 7 15,4 1 7-15,2 2-6 16,6 1 4-16,2 3-4 16,0 1-1-16,2 0-2 15,3-1 1-15,0 0 0 16,4-1-1-16,1-2 2 15,2-2 0-15,1-1 0 16,3 1 0-16,1-1 0 16,0 0 1-16,4 0 4 15,0 3-5-15,1-1 0 0,3 1 1 16,0 0 0-16,3 2-1 16,0 1 1-16,1-1-1 15,0 0 0-15,1 1-3 16,4-3 3-16,-2-1 1 15,1-1 5-15,4-1-5 16,0-3-1-16,0-2-1 16,5-2-153-16,-2-5-71 15,3-2-147-15,0 0-631 0</inkml:trace>
  <inkml:trace contextRef="#ctx0" brushRef="#br0" timeOffset="99729.72">21731 13234 390 0,'0'0'568'0,"0"0"-479"0,0 0 57 16,0 0 113-16,-88-16-3 15,85 13-33-15,3 1-34 16,0 2-5-16,4 0-33 16,19 0-57-16,23 0 34 15,30 4-24-15,35 6-12 16,17 6-15-16,11 2-33 15,3 4-4-15,-3 0-6 16,8-1-2-16,-3 0 11 16,-2-5-10-16,-6-4-13 15,-6-7 17-15,-8-4-10 16,-9-1-13-16,-10 0 8 16,-9-2-7-16,-18-5-4 15,-18 1-5-15,-14 0 7 16,-4 1-4-16,5 0-2 0,3-1-5 15,5 0 7-15,-4 0-8 16,-4-1 7-16,-2 1-8 16,-4 1 1-16,-4 2 6 15,-7-1-6-15,-5 1-1 16,-7 1 1-16,-6 0 0 16,-6 2 0-16,-2 0 0 15,-1 0 0-15,-1 0-1 16,0 0 0-16,0 0 0 15,0 0-1-15,0 0 1 16,0 0-12-16,-10-3-11 16,-27-9-24-16,1 0-428 15,0-4-637-15</inkml:trace>
  <inkml:trace contextRef="#ctx0" brushRef="#br0" timeOffset="99887.04">24180 13336 2078 0,'0'0'507'0,"0"0"-415"16,0 0 202-16,0 0-99 15,0 0-114-15,0 0-81 16,0 0-5-16,-43-2-296 16,16-4-865-16</inkml:trace>
  <inkml:trace contextRef="#ctx0" brushRef="#br0" timeOffset="105098.38">3880 11869 755 0,'0'0'271'0,"0"0"-112"15,0 0-8-15,0 0 0 0,0 0 9 16,0 0-18 0,-18-9-27-16,18 7-6 0,0 2 5 15,0 0 6-15,0 0-11 16,0 0-29-16,0 0-25 15,0 0-22-15,0 0 5 16,6 0-12-16,11 8 57 16,9 3 5-16,7 3 3 15,9 1 5-15,4 0-38 16,8-1 21-16,2-2-31 16,4-3-3-16,3-1-16 15,-1-2-5-15,3-1 0 16,-3-4-11-16,1-1 10 0,-2 0-4 15,-3 0-4 1,0 0-2-16,-4 0 1 0,-2 0-4 16,-1-3-1-16,0 0 0 15,1 0-1-15,-1 2 5 16,1-1-13-16,1-2 0 16,2 3 6-16,4-3 6 15,-1 1-12-15,6 1 11 16,-3-4-11-16,-1 4 0 15,-5 0 0-15,-1-1-1 16,-4 2 0-16,-2 0 1 16,-2-1 0-16,-1 2 1 15,1-3-1-15,-2 1 0 0,3-1 0 16,0-3 1-16,0 3 0 16,1-4 0-16,-2 2 0 15,-1 1 1-15,-2 0-1 16,-2-1 0-16,-1 3 0 15,-4-3 5-15,3 2-5 16,-5 2-1-16,3 0 1 16,2-1 0-16,-2 2 0 15,2 0 9-15,4 0-9 16,-1 0-2-16,4 0-1 16,-4 0 2-16,0 0 0 15,-1 0 0-15,-3 0 0 16,-5 0 0-16,-3 0 1 0,-1 0-1 15,-5 0 0-15,-3 0 0 16,0 0 0-16,3 0 2 16,-2 0 7-16,2 0 7 15,2-2 4-15,2-1-19 16,0 0 7-16,-1 1 1 16,-2 1-8-16,-3-2 0 15,-3 1 5-15,-3 1 0 16,-4-1 0-16,-3-1-5 15,0 3 0-15,-3-2 8 16,0 0-7-16,0 0 7 16,1-1 3-16,-1-2-2 15,5 0 7-15,-1-3-4 16,3-2 1-16,-2-3-5 0,5-2 3 16,-2-4 6-16,0-4-11 15,2-2 8-15,-2-5-15 16,0-4 0-16,-1-2 1 15,-2-2-1-15,-1-1 0 16,2-3 0-16,-3 3-6 16,2-1 4-16,-1 3-5 15,-1 1-14-15,0 3 9 16,-3 3-3-16,4 1 4 16,-4-1 4-16,0 6 1 15,-3-3 5-15,0-1-11 16,-1 0-3-16,-2 1-10 15,0-1 5-15,0 2 4 0,0 1-2 16,0 0 7 0,0 0 5-16,0 1 1 0,0 3 5 15,-5 0 1-15,2 0-1 16,-1 4-1-16,-1 0 0 16,-1 1-7-16,-1 2 1 15,-1 0 1-15,1 1 0 16,-5-1 0-16,0 3-5 15,0-2-2-15,-3 3 7 16,-1-1 5-16,-4 1-5 16,-3 0 0-16,-4 1 4 15,-3 0-7-15,-6 1-1 16,-7-2-8-16,-22 1 1 0,-24-1 0 16,-27 2 15-16,-7 0-4 15,7 3-4-15,16 2-4 16,15 0 8-16,3 1 6 15,9-1 0-15,15-1-6 16,10 2 5-16,5-4 0 16,-6 2 0-16,-5-3 1 15,-10-1 0-15,1-2 0 16,-2 1 0-16,-1-2 0 16,-1 0-12-16,-2 2 3 15,4-4 0-15,1 3 9 16,4 1 1-16,2-1 0 15,2 2-1-15,-2-1-13 16,-1 0 5-16,-1 2-11 0,0 1 18 16,-4 2-1-16,1 2-4 15,-5 0 6-15,2 2-1 16,-2 0-10-16,0 0 10 16,3 4 1-16,-1 3-1 15,5-1 1-15,3 0 1 16,4 1 0-16,-1-1-1 15,6-2 6-15,4 3-6 16,-1-2 0-16,1 1 4 16,-1 0-3-16,1 1-1 15,-4 0 0-15,4 1-1 16,-1 1 1-16,7-1 0 16,0-1 0-16,1 2 0 0,3-2 0 15,1 1 0 1,0 1-1-16,-2 1 1 0,0 1 0 15,-1-2 0-15,1 3 0 16,2-2 1-16,2-1-1 16,4-1 0-16,7-1 0 15,5-2 0-15,1 0 0 16,6-1 0-16,0 0 1 16,-1 0-1-16,2 0 1 15,-1-1 5-15,-1 0-6 16,0 1-2-16,0 1 2 15,-3 0 0-15,5 0 1 16,1-1 0-16,-1 1 5 16,2 0-6-16,-1 2 0 15,1 1 1-15,0 4-1 0,0 2-1 16,1 4 1-16,0 3 0 16,1 5 2-16,3 2 11 15,1 4 4-15,0 4-4 16,0 2 7-16,0 2 2 15,0 2 5-15,3 2-3 16,4-4 7-16,-1 2-5 16,-1-5-8-16,1 1-18 15,-2-4 2-15,1 0 5 16,-1-1 2-16,-2-1 6 0,1 0 2 16,-2-1-8-16,1 0-2 15,-1 1 11-15,1-3 3 16,-1-1 0-16,2 1-9 15,0-2-1-15,0 0 4 16,2-4 3-16,-2 0-9 16,4-2-8-16,-1-3 0 15,-1-1 8-15,-1-1-8 16,1-2 8-16,0-1-7 16,0-3 5-16,-1-1 5 15,1-2-12-15,-2-1 7 16,3-1-7-16,3 0 0 15,0 0 0-15,1-1 1 16,1 1 5-16,7-1 0 16,-1-1 6-16,2-1-6 0,3-2 1 15,2 0-7-15,-2 0 8 16,1 0-8-16,-1 0 0 16,-3 0 0-16,-2 0 1 15,-6 0-1-15,-3 0-1 16,-5 0 0-16,-3 0 1 15,0 0-8-15,0 0 7 16,0 0-86-16,0 0-65 16,-9 0-189-16,-7 0-571 0</inkml:trace>
  <inkml:trace contextRef="#ctx0" brushRef="#br0" timeOffset="105272.89">3943 11916 2107 0,'0'0'701'0,"0"0"-548"16,0 0 1-16,0 0-21 15,0 0-34-15,0 0-71 16,0 0-28-16,0-3-93 16,0-5-239-16,0-4-418 0</inkml:trace>
  <inkml:trace contextRef="#ctx0" brushRef="#br0" timeOffset="106242.81">1195 9711 952 0,'0'0'586'15,"0"0"-272"-15,0 0 37 16,0 0-55-16,0 0-31 16,0 0-27-16,-5 0-72 15,5 0-81-15,8 0-46 16,14 0-3-16,8 0-5 0,6 0 7 16,9 0-14-1,7 0-2-15,-3 0-10 0,2 0 3 16,-3 0-3-16,-8-4-3 15,-7-2-7-15,-8 1-4 16,-9 2-4-16,-10 1-6 16,-6 2-114-16,-6 0-161 15,-16 0-364-15,-2 0-653 0</inkml:trace>
  <inkml:trace contextRef="#ctx0" brushRef="#br0" timeOffset="106473.41">1195 9806 1943 0,'0'0'492'0,"0"0"-181"15,0 0-44-15,0 0-89 16,0 0-71-16,0 0-52 16,0 0-6-16,89 15-11 15,-48-15 4-15,8 0-8 16,-1-4-11-16,1-7-22 15,-4 1 8-15,-2-1-9 16,-6 0 0-16,11-1-2 16,-11 0-101-16,-4 5-511 0</inkml:trace>
  <inkml:trace contextRef="#ctx0" brushRef="#br0" timeOffset="107764.38">2924 9917 838 0,'0'0'297'0,"0"0"-130"16,0 0-80-16,0 0 0 16,0 0-12-16,0 0-2 15,0 0 37-15,0 0 4 16,0 0 16-16,0 0-14 16,0 0-10-16,0 0-28 15,4 0-8-15,8 0 38 16,6 0-25-16,4 2 2 0,5 1-19 15,2 0 2 1,6 2 7-16,4-4 4 0,6 0-18 16,6 1-4-16,6-2 42 15,5 0-50-15,4 0-19 16,4 0 5-16,1 0-10 16,-2-4-11-16,3-2-1 15,-4-1 4-15,-4 0-2 16,-3 0 7-16,-1-1-1 15,3 2 4-15,-2-2-1 16,0 1 2-16,-1-3-4 16,-1 4-7-16,-2-1-4 0,-3 0-2 15,1 2 0-15,-3 1 7 16,-2 1 2-16,-3-2-3 16,-3 2-7-16,-3 0-8 15,-5 0 2-15,0 0 4 16,-3 1 1-16,-2-1 5 15,-1-1 3-15,0 4-1 16,-5-3-4-16,2 0 2 16,-3 2-1-16,-4-2 2 15,-3 0 1-15,2 1-8 16,-5 0 3-16,-1 2 0 16,-4-3 1-16,-1 3-1 15,-1 0-3-15,-1 0 2 16,-2 0-7-16,-1 0 5 0,0 0-4 15,-1 0 4-15,-1-1 0 16,1 1-5-16,-2 0 5 16,0 0-5-16,0 0 0 15,0 0-1-15,0 0 0 16,-45 1-26-16,-1 9-100 16,-17 4-605-16</inkml:trace>
  <inkml:trace contextRef="#ctx0" brushRef="#br0" timeOffset="124420.96">1476 12458 411 0,'0'0'902'16,"0"0"-535"-16,0 0-6 15,0 0-31-15,0 0-22 16,0 0-57-16,-17 0-76 15,17 0-45-15,4-3-41 0,13-1-33 16,16-1-3 0,11-5 5-16,5-3-26 0,7-1-10 15,-4 0-21-15,-5-1-1 16,-10 3 0-16,-5 2-25 16,-12 5-52-16,-7 2-83 15,-13 3-157-15,0 4-271 16,-16 6-218-16</inkml:trace>
  <inkml:trace contextRef="#ctx0" brushRef="#br0" timeOffset="124648.79">1435 12677 1192 0,'0'0'1066'15,"0"0"-741"-15,0 0-18 0,0 0-86 16,0 0-56-16,0 0-60 15,0 0-9-15,106-20-41 16,-57 3-13-16,2-3-30 16,-5-2 17-16,-1 0-14 15,-9 2-14-15,-8 4-1 16,-8 8-30-16,-9 8-138 16,-5 0-489-16,-4 0-1668 0</inkml:trace>
  <inkml:trace contextRef="#ctx0" brushRef="#br0" timeOffset="126893.14">4718 10074 955 0,'0'0'253'0,"0"0"-46"16,0 0 38-16,0 0-124 15,0 0-45-15,0 0-23 16,-3-20-12-16,3 20-5 16,0 0-8-16,0 0-6 15,0 3-12-15,0 14-3 16,0 4 20-16,0 4 14 0,0 1 28 15,0 1-23 1,2-4 13-16,-1 3-17 0,0-2-11 16,-1-2-13-16,0-3-11 15,0-4-4-15,-2-3-3 16,-6-5-104-16,1-4-57 16,-4-3-54-16,1 0-76 15,-5-8-65-15,4-7 15 16,0-4 156-16,0 2 185 15,-1-4 139-15,2 4 88 16,-3 3 48-16,4 3-43 16,1 4 14-16,4 5-128 15,-1 2-52-15,5 0-20 16,0 0-21-16,0 13-8 16,0 3 10-16,8 5 14 0,8 1 4 15,2-2 20 1,6-4 0-16,4-1-25 0,-1-3-18 15,1-4 0-15,-3-2-7 16,-2-5-6-16,-5-1-7 16,-2 0-2-16,2-7-50 15,-2-7-104-15,-2-1-74 16,-2-2-136-16,-6 1-133 16,0 3 147-16,-6 3 155 15,0 0 195-15,0 5 16 16,0 1 218-16,0 3 71 15,0 1-31-15,-2 0-58 16,-2 1-59-16,1 13 0 0,-6 5 6 16,-3 8-52-1,-3 5-25-15,-1 2-34 16,-4 4-33-16,-5 13-19 0,4-9-83 16,-1-5-310-16</inkml:trace>
  <inkml:trace contextRef="#ctx0" brushRef="#br0" timeOffset="143785.09">6408 10053 515 0,'0'0'938'0,"0"0"-628"0,0 0-36 16,0 0 27-1,0 0-55-15,0 0-115 0,0-30-78 16,0 30-22-16,-6 17-18 15,-3 8 17-15,-4 11 28 16,-4 5 13-16,1 2-22 16,-2 3 0-16,0-6-20 15,5 0-14-15,-2-7-8 16,4-3-7-16,2-7-12 16,1-7-150-16,-6-12-129 15,2-4-249-15,-1 0-501 0</inkml:trace>
  <inkml:trace contextRef="#ctx0" brushRef="#br0" timeOffset="144044.17">6183 10199 1020 0,'0'0'1025'0,"0"0"-738"0,0 0-103 15,0 0-50-15,0 0-28 16,0 0-48-16,0 0 7 15,12 91 2-15,1-62-3 16,2 0-9-16,2-1-13 16,0-4-6-16,-3-2-10 15,-1-4-14-15,2-2-3 16,-4-3-2-16,0-2-6 16,0-2-1-16,0-5-12 0,6-4-151 15,-3-1-151-15,-3-10-455 0</inkml:trace>
  <inkml:trace contextRef="#ctx0" brushRef="#br0" timeOffset="144251.92">6472 10342 1582 0,'0'0'389'15,"0"0"-119"-15,0 0-89 16,0 0 31-16,0 0-54 15,-68 80-20-15,49-52-26 16,2 0-48-16,-1-2-38 0,2-2-14 16,3-1-12-16,0-2-1 15,-11 4-109-15,3-5-342 16,-2-3-811-16</inkml:trace>
  <inkml:trace contextRef="#ctx0" brushRef="#br0" timeOffset="147223.91">2472 10107 967 0,'0'0'206'0,"0"0"-56"0,0 0 9 16,-92-6-22 0,58 6 4-16,-3 0-3 0,-6 0-44 15,-5 0-18-15,-7 0 25 16,-6 6 4-16,-2 2-20 16,-1 2-37-16,-1 0-28 15,-1 1-8-15,6 2 1 16,2 1-4-16,4 1-8 15,2 3 5-15,6 2 0 16,3 3-6-16,4 3 0 16,0 3 0-16,2 6 1 15,1 4 0-15,2 8 5 0,1 4-5 16,1 7 8 0,1 0 4-16,3 1 2 15,4 0-1-15,1-1 5 0,3 0-6 16,8 1 8-16,1 2 12 15,4 1-2-15,3 3 4 16,2 5-4-16,2 10-7 16,0 16 1-16,13 18 5 15,4 0-9-15,5-11-5 16,2-11-1-16,-2-27-3 16,-4-12 0-16,0-10 22 15,-1-4 4-15,5 8-14 16,9 3 0-16,8 7 24 15,5-6-14-15,10-7 0 16,6-5 11-16,9-5 8 16,1-5-7-16,6-9-1 0,-4-6-11 15,1-4-2-15,1-8-5 16,13-2 3-16,-13 0-8 16,5-4-2-16,-4-9-4 15,-15-1-1-15,4-3 2 16,-7-2-5-16,-4-1 0 15,-6-2-2-15,0-1 1 16,-4-2 2-16,-2-5 2 16,2-4 0-16,0-4 2 15,-1-3-8-15,0-4-2 16,-4-2 2-16,-2 0-9 16,-6-3 0-16,1-3 0 0,-5-1-9 15,-4-8 0 1,1-13-1-16,-7 8 4 0,-1-4-3 15,-5 0 0 1,-5 11-6-16,-2-9-14 0,-3-2-1 16,0-1 2-16,-12 1 10 15,-2 2-20-15,-5 3-7 16,-4 3 5-16,-5 4 6 16,-5 5 2-16,-5 0-5 15,-4 2-16-15,-6 2 10 16,2 5-7-16,-2 1-26 15,3 7 18-15,1 4 19 16,2 5 19-16,3 2 14 16,1 2-59-16,0 2 21 15,2 1 15-15,0 1-15 0,2 1 12 16,3 5 2-16,1 1 1 16,3 5 15-16,5 4 3 15,0 1-4-15,2 3-1 16,-2 0-18-16,4 0-3 15,0 7 13-15,2 4-13 16,2 3-20-16,9 2-23 16,4-5-45-16,1-6-1711 0</inkml:trace>
  <inkml:trace contextRef="#ctx0" brushRef="#br0" timeOffset="147380.7">2299 10324 1903 0,'0'0'214'16,"0"0"-164"-16,0 0-15 16,-96 0 21-16,89 0-26 15,7 0-30-15,22 0-12 16,11-6-22-16,-5-4-1435 0</inkml:trace>
  <inkml:trace contextRef="#ctx0" brushRef="#br0" timeOffset="185356.47">1376 1003 497 0,'0'0'0'0,"0"0"189"16,0 0 374-16,0 0-320 16,0 0-48-16,0 0 33 0,-4-58-16 15,-13 50-20 1,-4-1-38-16,-9 4-19 0,-6 5-17 16,-7 0-41-16,-7 10-9 15,-3 12-7-15,1 9-1 16,1 8-11-16,6 4-1 15,7 6-6-15,8 6 1 16,12 4-10-16,6 6 5 16,12 3-16-16,0 2 2 15,13-4-6-15,11-7 0 16,6-5 0-16,4-9-3 16,5-8 10-16,6-8-1 15,4-7-7-15,0-10 7 0,1-7-5 16,0-5 2-1,1-5-1-15,-3-15 4 0,-2-9 0 16,-4-9-2 0,-2-9-4-16,-6-8-1 0,-1-17-11 15,-12-19 0-15,-12-12 1 16,-9-1 1-16,-9 21-8 16,-11 23 0-16,0 21-9 15,-6 8 2-15,-6-2 1 16,-4 3 5-16,-9 1 0 15,0 12 0-15,-1 7-38 16,7 10-27-16,8 5-57 16,25 40-129-16,6-3-329 15,6 0-337-15</inkml:trace>
  <inkml:trace contextRef="#ctx0" brushRef="#br0" timeOffset="186020.85">1723 1196 439 0,'0'0'231'0,"0"0"287"16,0 0-289-16,0 0-9 16,0 0 5-16,0 0-37 0,0 0-33 15,-7 6-45 1,13-4-30-16,14 2 40 0,15 2 53 15,29 3-11-15,45 1 4 16,36 1-36-16,14 2-37 16,-5-4-16-16,-26-3-21 15,-26 1-9-15,-10-5 1 16,-7 0-12-16,-14-2-3 16,-14 0 4-16,-11 0 1 15,-10 0-13-15,1-2-5 16,-1-3-4-16,-1 0-5 15,-5 0 2-15,-8-1 4 16,-4 1-8-16,-8 2-8 16,-3 1 1-16,-4 1 5 15,-3 1-7-15,0 0-27 0,0 0-73 16,-26 3-116-16,-1 5-403 16,-3-2-773-16</inkml:trace>
  <inkml:trace contextRef="#ctx0" brushRef="#br0" timeOffset="187413.18">3525 1027 280 0,'0'0'37'0,"0"0"474"16,0 0-270 0,0 0-57-16,0 0 0 0,0 0 18 15,-18-79-16-15,9 64-37 16,-6 1 11-16,-4 1-5 16,4 1-32-16,-6 4-15 15,0 2 7-15,-4 6-12 16,-5 0-23-16,-3 7-5 15,-1 17-11-15,-3 12-7 16,4 12 7-16,0 18 4 16,13 19-7-16,10 18 1 15,9-8-4-15,1-20 0 0,8-22-4 16,6-14 6 0,8 2-24-16,6 5-1 0,8 0 5 15,8-8 14-15,6-8-27 16,4-9 6-16,0-8-3 15,4-11 17-15,-3-2-13 16,-1-10-10-16,-2-15 14 16,0-9-4-16,-1-10-1 15,1-10-12-15,-7-4-19 16,-2-7 16-16,-10-4-6 16,-6 0-5-16,-11 1 4 15,-8-4-10-15,-8 6-1 16,0-2-2-16,-21 8 1 0,-6 5 1 15,-9 8-1 1,-4 8-1-16,-3 9-7 0,-8 10 2 16,0 8-10-16,-7 10-14 15,-2 2-4-15,-1 13 4 16,1 12 4-16,2 8-24 16,10 4-68-16,26 21-98 15,14-10-310-15,8-12-552 0</inkml:trace>
  <inkml:trace contextRef="#ctx0" brushRef="#br0" timeOffset="188027.24">4001 1279 827 0,'0'0'916'0,"0"0"-541"15,0 0-29-15,0 0-60 16,0 0-74-16,0 0-81 16,0 0-38-16,185 0 20 15,5 0 23-15,31-7-30 16,8-5-26-16,-19-4-23 16,-36 3-5-16,-21 3-2 15,-39 2-8-15,-37 3-5 0,-33 1-23 16,-13 1 1-16,-2-2 1 15,-1 1 7-15,-4-3 2 16,-9-1-1-16,-3 3-12 16,-3 0-3-16,-6 1-1 15,-3-1-1-15,0 1-7 16,0-2-14-16,-9-1-68 16,-15 0-94-16,3 4-137 15,2-4-489-15</inkml:trace>
  <inkml:trace contextRef="#ctx0" brushRef="#br0" timeOffset="188637.11">5959 860 29 0,'0'0'1249'16,"0"0"-904"-16,0 0-60 16,0 0-55-16,-94-16-44 15,66 16-21-15,-4 1 2 0,-2 14-5 16,0 2-27-16,-2 9-17 15,0 6-1-15,0 11-17 16,4 7 3-16,6 6-11 16,14 3-22-16,12 3-10 15,2 2-6-15,26-3-4 16,14-2 4-16,12-4-5 16,8-10-5-16,4-11-4 15,6-7-8-15,-4-13-5 16,-1-9-5-16,-6-5 4 15,-4-5-4-15,-6-12 1 16,3-12-7-16,-7-8 8 0,-3-10-24 16,2-20 0-1,-6-21 0-15,-6 1 0 0,-10 10 0 16,-15 11 0-16,-9 18 0 16,0-2 0-16,-3-4 0 15,-10 10 0-15,-7 8 0 16,0 4-8-16,-2 8-8 15,-3 5-4-15,-5 4-1 16,-6 6-1-16,-10 6-2 16,-22 3 3-16,-26 2-2 15,-26 19 8-15,-11 5-6 16,6 8-22-16,36-7-178 16,20-11-540-16</inkml:trace>
  <inkml:trace contextRef="#ctx0" brushRef="#br0" timeOffset="189796.06">512 705 770 0,'0'0'988'0,"0"0"-650"0,0 0-42 16,0 0-93-16,0 0-102 16,0 0-63-16,-23 33-19 15,23-2-2-15,0 2-4 16,0 3-6-16,3-5-6 16,5-4-1-16,1-6-77 15,0-10-188-15,-2-5-484 16,-4-6-777-16</inkml:trace>
  <inkml:trace contextRef="#ctx0" brushRef="#br0" timeOffset="190094.44">412 436 751 0,'0'0'575'16,"0"0"-341"-16,0 0 14 15,0 0-94-15,0 0-89 16,0 0-37-16,0 0-3 15,-52 34-3-15,52-12-2 16,16-4 3-16,2-4 4 16,0-7-1-16,2-7 5 15,-4 0 24-15,-6-9 3 16,-4-11-2-16,-6-4-3 16,0-4-5-16,-6 0 3 0,-13 1-19 15,-2 6-17-15,1 4-6 16,0 7-1-16,5 7-8 15,4 3-19-15,8 8-114 16,5 28-79-16,14-2-153 16,2-3-522-16</inkml:trace>
  <inkml:trace contextRef="#ctx0" brushRef="#br0" timeOffset="190290.64">646 427 1324 0,'0'0'680'16,"0"0"-438"-16,0 0-145 15,0 0-46-15,0 0 21 0,21 83-14 16,-6-47-21-16,3 0-17 16,-2 3-12-16,8 11-8 15,-6-8-174-15,0-11-511 0</inkml:trace>
  <inkml:trace contextRef="#ctx0" brushRef="#br0" timeOffset="190493.19">819 499 312 0,'0'0'1478'0,"0"0"-1079"16,0 0-173-16,0 0-132 15,0 0 10-15,0 0 32 16,-22 110-47-16,29-70-28 15,5 0-29-15,3 1-17 16,-1-3-8-16,-1-4-7 16,-1-2-13-16,-3-3-260 15,-2-9-361-15,-4-9-502 0</inkml:trace>
  <inkml:trace contextRef="#ctx0" brushRef="#br0" timeOffset="190717.29">785 464 1348 0,'0'0'365'0,"0"0"-75"0,0 0-127 15,0 0-20-15,0 0-23 16,88-20-19-16,-55 20-23 16,-3 9-14-16,-7 8-29 15,-5 1-5-15,-11 3-7 16,-7 1-3-16,-1 6-2 15,-24 0-1-15,-11 0 2 16,-22 9-19-16,12-6-213 16,4-10-602-16</inkml:trace>
  <inkml:trace contextRef="#ctx0" brushRef="#br0" timeOffset="191589.95">2873 335 763 0,'0'0'754'16,"0"0"-466"-16,0 0 55 0,0 0-108 15,0 0-79-15,0 0-83 16,-39 0-45-16,39 37 10 16,2 7 20-16,10 5-6 15,4 3-21-15,-1-6-1 16,1-3-18-16,-2-7-12 16,1-9 0-16,-5-5-7 15,-4-9-89-15,0-9-44 16,-3-4 73-16,-3-9 43 15,0-14-14-15,0-11 20 16,0-6 11-16,0 0 7 16,0 1 12-16,0 9-1 15,0 10 12-15,0 8 0 0,3 7 5 16,0 5-27-16,4 0 8 16,3 14-1-16,4 3 2 15,2 2-1-15,9 1-1 16,0-2-7-16,2-3 0 15,0-4 12-15,-1-5-4 16,-1-5 6-16,-3-1 3 16,-3 0-3-16,-4 0-5 15,-5-3 12-15,-2 1 13 16,-6 2 15-16,-2 0-12 16,0 0-23-16,4 1-15 15,-1 6 0-15,0 3 6 16,0-2-5-16,-1 0-2 15,-2-2-23-15,0-2-122 16,-2-4-58-16,-11 0-277 0,-2-10-491 16</inkml:trace>
  <inkml:trace contextRef="#ctx0" brushRef="#br0" timeOffset="191733.21">3091 231 801 0,'0'0'399'0,"0"0"-138"15,0 0-183-15,0 0-47 16,0 0-9-16,46 82-22 16,-1-33-31-16,-4-8-198 15,-5-5-667-15</inkml:trace>
  <inkml:trace contextRef="#ctx0" brushRef="#br0" timeOffset="192091.08">3377 424 188 0,'0'0'922'0,"0"0"-613"16,0 0 14-16,0 0-120 16,0 0-64-16,0 0-77 15,-91 12-16-15,78 15-8 16,5 5 1-16,5 1-5 16,3 4-2-16,0-7-8 15,6-2-6-15,11-9-5 16,1-9 2-16,1-7-5 15,2-3 5-15,-2-15 12 16,2-15-15-16,-6-4-2 16,-5-11-8-16,-5-6-1 0,-5-9 8 15,0-5-9-15,0 2 6 16,-6 6 4-16,-1 15 11 16,2 15 12-16,2 16-17 15,2 11-16-15,1 7 0 16,0 21-6-16,1 10 6 15,14 11 0-15,0 7-1 16,10 23-168-16,-2-13-376 16,-4-13-1036-16</inkml:trace>
  <inkml:trace contextRef="#ctx0" brushRef="#br0" timeOffset="192969.87">3653 412 1352 0,'0'0'318'0,"0"0"44"16,0 0-146-16,0 0-101 16,0 0-72-16,0 0-21 15,0 0 12-15,-69 51 2 16,64-22-11-16,5 1 1 16,0-1-12-16,0-6-6 15,13-3-7-15,2-8 10 16,6-5-11-16,-2-7-14 15,2 0-72-15,0-17 1 0,-5-9-2 16,-6-8 44 0,-3-9 25-16,-7-6 18 0,0-10 0 15,-7-3 21-15,-5 2 20 16,-2 3 48-16,3 11-16 16,0 13-9-16,3 12 13 15,2 9 3-15,0 11-3 16,2 1-39-16,2 15-38 15,1 17 0-15,1 7 0 16,0 9 5-16,7 2-4 16,14-1-1-16,6-3 0 15,9-6 0-15,5-8 0 16,4-8-65-16,0-11-96 16,-6-10-33-16,-9-3-65 0,-11-14-26 15,-13-12 167-15,-6-2 96 16,-6-2 22-16,-10 2 95 15,-3 5 60-15,6 7 30 16,4 5-39-16,5 6-51 16,0 5-43-16,4 0-34 15,0 7-18-15,0 9 0 16,10 3 1-16,3 5-1 16,8-4 0-16,4 1-7 15,4-4-125-15,2-4-91 16,-1-9-52-16,-6-4 2 15,-6 0 97-15,-6-8 139 16,-7-6 37-16,-3 0 197 16,-2 1 35-16,0 3 9 15,0 6-28-15,0 1-73 0,0 3-69 16,0 0-46-16,0 10-13 16,0 5 1-16,6 4 23 15,-1-1 16-15,1 2-10 16,-2-4-8-16,-2-2-16 15,-2-6-3-15,2-3-6 16,-2-3-1-16,0-2 30 16,0-8 101-16,0-16-78 15,0-9-27-15,0-9 8 16,7 1 22-16,4 3-25 16,3 8-1-16,1 12-10 0,4 10-14 15,6 8-14 1,4 6 1-16,11 17 5 0,0 5-5 15,-1 7-1-15,-3-1 0 16,1 14-11-16,-9-8-206 16,-11-14-686-16</inkml:trace>
  <inkml:trace contextRef="#ctx0" brushRef="#br0" timeOffset="193557.31">5841 394 221 0,'0'0'958'0,"0"0"-635"16,0 0 1-16,0 0-53 15,0 0-41-15,0 0-74 16,0 0-82-16,-58-29-47 16,42 45-6-16,5 4-12 15,1 6 1-15,5 0-1 16,5 2 1-16,0-2 5 15,5-5-6-15,8-3 0 16,5-7-8-16,-2-5 9 16,1-6 12-16,-4 0 5 15,1-11 2-15,-4-10-12 16,-5-4-17-16,-5-4-26 0,0-3-31 16,-9 0-44-16,-12 4 16 15,-3 4-87-15,-1 15-112 16,8 6-65-16,4 3-140 0</inkml:trace>
  <inkml:trace contextRef="#ctx0" brushRef="#br0" timeOffset="193760.53">5924 226 446 0,'0'0'1109'0,"0"0"-726"15,0 0-94-15,0 0-169 0,0 0-68 16,0 0-31 0,0 0 8-16,13 80 0 0,-4-41-22 15,1 4-5-15,7 13-2 16,-3-10-171-16,0-9-596 0</inkml:trace>
  <inkml:trace contextRef="#ctx0" brushRef="#br0" timeOffset="193991.27">6129 357 914 0,'0'0'974'0,"0"0"-620"0,0 0-175 16,0 0-105-16,0 0 57 16,0 0 20-16,-12 91-25 15,19-52-37-15,4 0-12 16,-5 0-21-16,3-1-31 15,-3-1-14-15,-1-3-5 16,-1-4-6-16,-4-4-35 16,0-12-124-16,0-14-169 15,0 0-137-15,0-17-349 0</inkml:trace>
  <inkml:trace contextRef="#ctx0" brushRef="#br0" timeOffset="194165.22">6135 292 1288 0,'0'0'323'0,"0"0"-46"16,0 0-107-16,0 0-18 0,0 0-40 16,92-43-25-16,-64 45-8 15,-3 12-24-15,-7 7-21 16,-12 6-20-16,-6 5-14 16,-14 4 1-16,-60 27-1 15,2-14-108-15,-13-2-625 0</inkml:trace>
  <inkml:trace contextRef="#ctx0" brushRef="#br0" timeOffset="197807.4">5886 2677 413 0,'0'0'1140'15,"0"0"-782"-15,0 0-27 16,0 0-66-16,0 0-33 15,0 0-45-15,-4-10-87 16,24 6-52-16,10 1-21 16,11-3 0-16,3 0-8 0,3 1-11 15,-4 0-1-15,-9 2-7 16,-4 2 6-16,-12 1-6 16,-6 0 0-16,-9 0-1 15,-3 4-12-15,-5 9 13 16,-17 9 12-16,-14 9 0 15,-5 8-11-15,-9 4 7 16,4 4-2-16,6-5 3 16,10-6 4-16,12-6 2 15,12-8 0-15,6-5 0 16,6-5-3-16,18-4 2 16,9-5-1-16,8-3 8 15,1 0-21-15,0-11-5 0,12-14-89 16,-14 3-198-16,-9-4-519 15</inkml:trace>
  <inkml:trace contextRef="#ctx0" brushRef="#br0" timeOffset="198242.03">6353 2227 1232 0,'0'0'348'0,"0"0"-18"15,0 0-94-15,0 0-23 16,0 0-50-16,0 0-44 16,0 0-38-16,-30-8-27 15,30 8-22-15,0 8-8 16,-2 12 23-16,-2 6 11 16,-2 6-7-16,0 7 11 15,0 3 0-15,0 0-14 16,3 1-11-16,2-4-14 0,1-4-14 15,0-4 3-15,10-8-7 16,8-8-5-16,0-6-12 16,6-6-49-16,12-3-138 15,-6-14-317-15,-5-5-504 0</inkml:trace>
  <inkml:trace contextRef="#ctx0" brushRef="#br0" timeOffset="198527.57">6475 2353 628 0,'0'0'1137'0,"0"0"-773"15,0 0-194-15,0 0-100 0,0 0 35 16,0 0 31-16,0 0-20 16,0 80-28-16,0-57-33 15,-13 0-21-15,-1-4-19 16,1-4-4-16,3-5-10 15,5-5 7-15,2-3 7 16,3-2 7-16,0 0-5 16,6 0-16-16,10 0 6 15,7 0 0-15,5 0-5 16,4 0-2-16,2 0-8 16,9-5-181-16,-9-8-143 15,-5-3-440-15</inkml:trace>
  <inkml:trace contextRef="#ctx0" brushRef="#br0" timeOffset="198865.81">6620 2235 1597 0,'0'0'475'16,"0"0"-140"-16,0 0-141 15,0 0 11-15,0 0-75 16,0 0-28-16,0 0-6 15,51-27-23-15,-38 27-7 16,-4 9 3-16,3 4-9 16,0 1-3-16,-2 6 3 15,-1 4 6-15,2-1-14 16,-4 4-4-16,-1 1 3 0,-1 2-13 16,-2 0-7-16,1 2-2 15,-1-1-4-15,-2-2-8 16,2 0-4-16,-3-3-5 15,0-2-7-15,0-2 5 16,-2-1-6-16,-13-1 0 16,-14 0-29-16,-45 6-80 15,2-8-154-15,-7-9-462 0</inkml:trace>
  <inkml:trace contextRef="#ctx0" brushRef="#br0" timeOffset="199697.24">3218 2330 84 0,'0'0'1605'16,"0"0"-1074"-16,0 0-330 15,0 0-24-15,0 0-47 16,0 0-59-16,15 0-47 16,15 1 14-16,5 2-9 15,3 2-6-15,3 0-11 16,-5-1-6-16,-6 0-5 16,-9 2 7-16,-8-1 1 0,-8-1-8 15,-5 6 5-15,-6 5 6 16,-17 4 18-16,-8 8 20 15,-3 6-2-15,1 2 0 16,3-2-10-16,8 1-10 16,7-4 11-16,7-4 2 15,8-4 3-15,0-8-5 16,11-2 0-16,14-1-1 16,6-7-10-16,7-4-10 15,0 0-9-15,0-3-9 16,-3-11-24-16,-8-6-84 15,-4-25-118-15,-10 6-399 16,-4-5-883-16</inkml:trace>
  <inkml:trace contextRef="#ctx0" brushRef="#br0" timeOffset="200059.97">3587 1920 1540 0,'0'0'390'0,"0"0"-54"15,0 0-125-15,0 0-61 16,0 0-58-16,0 0-39 16,0 0-4-16,-93 34-16 0,69-20-11 15,4-1 3 1,7-1 11-16,4 0-4 0,8 0-8 15,1 5 12-15,0 2 14 16,10 6-3-16,6 3 16 16,4 1-20-1,0 2 2-15,-3-1-13 0,1-2-25 16,-5-5 5-16,-2-1-12 16,1-3-1-16,-5-5 0 15,-2-2-42-15,-1-4-106 16,-4-8-190-16,0 0-267 15,0-5-633-15</inkml:trace>
  <inkml:trace contextRef="#ctx0" brushRef="#br0" timeOffset="200247.21">3700 1993 1706 0,'0'0'485'16,"0"0"-358"-16,0 0 15 15,0 0 16-15,0 0-4 16,19 75-63-16,-10-51-44 16,-3-3-20-16,1-2-27 15,-4-3-18-15,0-7-156 16,-3-3-133-16</inkml:trace>
  <inkml:trace contextRef="#ctx0" brushRef="#br0" timeOffset="200583.79">3725 1857 1430 0,'0'0'488'15,"0"0"-161"-15,0 0-142 16,0 0-20-16,0 0 14 16,0 0-35-16,83-5-30 15,-59 5-9-15,-3 0-27 16,-2 0-12-16,-2 0-7 15,-5 0-12-15,-3 5-20 16,1 2 7-16,-4 7-8 16,2 2-13-16,-2 3 11 15,-2 2 11-15,0 4-14 16,-1 3 7-16,-1-1-1 0,-1 1-7 16,1-2-4-16,-2 0-4 15,0-2-6-15,0-2 0 16,0 0-5-16,0-2-1 15,-18 5-30-15,-46 15-108 16,0-4-192-16,-15-5-862 0</inkml:trace>
  <inkml:trace contextRef="#ctx0" brushRef="#br0" timeOffset="-210015.21">13548 18223 1743 0,'0'0'585'0,"0"0"-343"0,0 0-5 16,0 0-35-16,0 0-77 16,5-7-54-16,23 7-20 15,9 0-11-15,5 0-14 16,6 0-6-16,-1 0-3 16,-2-9-4-16,-4-2 1 15,-3-5-7-15,-5-4 1 16,-3 1-8-16,-8-1-6 15,-4 3-48-15,-3 4-33 16,-7 5-69-16,-5 3-131 16,-3 5-80-16,-3 0-265 0,-9 0-693 0</inkml:trace>
  <inkml:trace contextRef="#ctx0" brushRef="#br0" timeOffset="-209756.3">13574 18487 1461 0,'0'0'701'0,"0"0"-442"16,0 0-26 0,0 0 15-16,0 0-60 0,0 0-65 15,0 0-15-15,95-47-32 16,-52 27-23-16,6 1-16 15,1-4-19-15,3-1-9 16,6 2-8-16,-1 1-1 16,0 4-32-16,5 8-99 15,-14 5-140-15,-18 4-508 0</inkml:trace>
  <inkml:trace contextRef="#ctx0" brushRef="#br0" timeOffset="-187434.38">18841 16845 636 0,'0'0'960'16,"0"0"-758"-1,0 0-14-15,0 0 72 0,0 0-47 16,0 0-79-16,22-42-50 16,11 28-23-16,7-1-18 15,8 3-10-15,-2-1-21 16,-1 7 3-16,-11 1-15 16,-8 5 1-16,-10 0 0 15,-9 10-1-15,-7 14 1 16,-13 23 7-16,-29 28 14 15,-19 28 18-15,-2-5 7 16,8-15-13-16,21-26-11 0,16-23-1 16,4-1 9-1,4 1-1-15,6-4-16 0,4-7-4 16,13-9 2-16,11-11-1 16,14-3 1-16,12-7-5 15,10-18-1-15,9-9-6 16,38-37-59-16,-14 9-230 15,-9-3-475-15</inkml:trace>
  <inkml:trace contextRef="#ctx0" brushRef="#br0" timeOffset="-187254.34">19802 16782 1731 0,'0'0'393'0,"0"0"-142"0,0 0-34 15,0 0-132-15,0 0-47 16,93-13-26-16,-60 10-12 16,-5 2-86-16,0 1-81 15,-9 0-172-15,-9 0-344 0</inkml:trace>
  <inkml:trace contextRef="#ctx0" brushRef="#br0" timeOffset="-187096.15">19713 17062 1523 0,'0'0'321'0,"0"0"-48"15,0 0-102-15,0 0-24 0,152-48-81 16,-14 4-43 0,27 1-23-16,-31 7-178 0,-27 11-354 0</inkml:trace>
  <inkml:trace contextRef="#ctx0" brushRef="#br0" timeOffset="-186607.87">20708 16603 1008 0,'0'0'905'15,"0"0"-664"-15,0 0 65 16,0 0-162-16,0 0-63 15,0 0 41-15,-7 82-15 0,5-43-29 16,1-1-17-16,-1 1-37 16,2-7-10-16,0-4-7 15,0-6-6-15,2-8 7 16,8-9-8-16,3-5-1 16,5-8 1-16,3-15-22 15,3-7-32-15,0 0 12 16,-3 1 20-16,-6 7 14 15,-5 6 8-15,-2 5 0 16,-4 11 0-16,-3 0 6 16,2 7-5-16,1 15 10 15,2 2 26-15,2 5-13 16,3 0 9-16,2-4-14 0,4-3 1 16,3-8 7-1,3-7 13-15,1-7 23 0,4 0-25 16,-1-18-13-16,0-12-17 15,-4-9-2-15,-4-7 6 16,-6-9-12-16,-6-3-5 16,-7 2-25-16,0 7-25 15,-9 12-35-15,-7 13-60 16,-9 15-172-16,5 5-159 16,2 4-228-16</inkml:trace>
  <inkml:trace contextRef="#ctx0" brushRef="#br0" timeOffset="-186359.11">21439 16012 1800 0,'0'0'343'0,"0"0"164"15,0 0-323-15,0 0-90 16,0 0 5-16,15 79-10 15,-1-34-12-15,2 1-28 16,-5 2-22-16,-2-1-13 16,-3 0-4-16,-3-2-10 15,-3-5-6-15,0-6-71 16,-7-8-167-16,-8-9-264 0,-3-12-227 16</inkml:trace>
  <inkml:trace contextRef="#ctx0" brushRef="#br0" timeOffset="-186194.21">21157 16196 1390 0,'0'0'493'0,"0"0"-307"16,104-60-14-16,-8 25-96 15,35 2-41-15,9 10-35 16,-33 14-13-16,-33 9-347 0</inkml:trace>
  <inkml:trace contextRef="#ctx0" brushRef="#br0" timeOffset="-185739.14">21760 16556 1416 0,'0'0'389'0,"0"0"-147"16,0 0-21-16,0 0-64 15,94-61-61-15,-68 57-18 16,-5 2-7-16,-9 2-17 16,-3 0-17-16,-6 0-15 0,-3 0-13 15,0 0-3 1,0 0-5-16,0 4 6 0,0 3-7 15,-2-1-55-15,-1-1-54 16,-1-5-4-16,4 0 61 16,0 0 33-16,0-8 19 15,0-1 15-15,0 1 88 16,0 2 35-16,-3 6 6 16,-4 0-44-16,-1 13-57 15,-7 14-7-15,-2 14 16 16,-1 8 4-16,-1 4 1 15,2 3-21-15,0 2-27 16,2-2-2-16,-2-1-1 16,1-2-6-16,0-7-2 15,0-5-8-15,4-10-91 0,-3-20-95 16,4-8-281-16,1-4-253 16</inkml:trace>
  <inkml:trace contextRef="#ctx0" brushRef="#br0" timeOffset="-185556.22">21633 16612 1585 0,'0'0'497'15,"0"0"-322"-15,0 0 95 16,0 0-19-16,124 81-89 0,-63-43-38 16,6 0-44-1,0-1-49-15,-9-2-20 0,-10-5-11 16,7-3-5-1,-15-6-138-15,-7-13-470 0</inkml:trace>
  <inkml:trace contextRef="#ctx0" brushRef="#br0" timeOffset="-185361.7">22340 16419 1174 0,'0'0'1058'16,"0"0"-920"-16,0 0 65 15,0 0 19-15,18 96-36 16,8-49-89-16,0 3-31 16,-4-1-42-16,-4-3-7 0,-6-5-17 15,-6-4-12-15,-6-11-119 16,-2-5-328-16,-11-17-382 0</inkml:trace>
  <inkml:trace contextRef="#ctx0" brushRef="#br0" timeOffset="-185203.7">22265 16648 1908 0,'0'0'328'0,"0"0"-122"16,0 0-85-16,166-36-57 16,-44 17-29-16,-4 4-35 15,-3-1-61-15,-39 8-238 16,-31-1-548-16</inkml:trace>
  <inkml:trace contextRef="#ctx0" brushRef="#br0" timeOffset="-184795.09">22910 16290 1832 0,'0'0'259'0,"0"0"6"15,0 0-111-15,0 0-1 16,0 0-23-16,6 112-33 15,14-66-25-15,4 1-8 16,-2 0-22-16,-4-5-24 16,-3-2-11-16,-6-8-7 15,-3-8 0-15,-1-12-11 16,-1-12 11-16,5-7 3 0,2-22-3 16,3-6 0-1,2-2 9-15,0 7-8 0,-1 6-1 16,-2 9 18-16,1 11-6 15,-2 4-6-15,2 0-5 16,3 9 7-16,1 8 4 16,-2 3-7-16,-4 4-5 15,-7-1 0-15,-2 2 0 16,-3 0 2-16,-5 0-1 16,-14-2 7-16,-5-2-8 15,-6-4 0-15,-3-5-1 16,-2-7 0-16,0-5-48 0,-20-4-111 15,9-9-365 1,3-3-558-16</inkml:trace>
  <inkml:trace contextRef="#ctx0" brushRef="#br0" timeOffset="-184647.73">23678 16733 2220 0,'0'0'549'15,"0"0"-403"-15,0 0-44 16,-82-21-102-16,-3 25-32 16,7 10-538-16,-11 3-1464 0</inkml:trace>
  <inkml:trace contextRef="#ctx0" brushRef="#br0" timeOffset="-182435.67">20891 17195 468 0,'0'0'596'0,"0"0"-374"0,0 0 35 16,0 0-17-16,0 0-17 15,0 0-25-15,0 0-32 16,-68-4 21-16,68 3-1 16,0-2-20-16,0 0-33 15,0-1-22-15,4-2-27 16,10-3-17-16,7-4-12 15,8 3-22-15,6-4-10 16,4 2-10-16,1 2-4 16,3-2-8-16,-1 0 7 15,-2 2-7-15,-7 0 0 16,-9 2 5-16,-6 2-5 16,-6 3-1-16,-7 0-14 15,-3 3-38-15,-2 0-38 0,0 0-66 16,-11 20-117-16,-5 2-228 15,-6-2-197-15</inkml:trace>
  <inkml:trace contextRef="#ctx0" brushRef="#br0" timeOffset="-182057.89">20829 17349 939 0,'0'0'327'0,"0"0"-33"16,0 0 55-16,0 0-32 16,0 0-47-16,0 0-14 15,0 0-23-15,18-2-56 16,7-9-39-16,5-1-26 15,4-2-57-15,4-2-34 16,0-1 3-16,1 1-3 16,-2-1-10-16,-2 4-10 15,-7 0 5-15,-7 5-5 16,-8 2 5-16,-6 3-6 0,-3 1 0 16,-4 2 0-16,0 0-1 15,0 0-16-15,0 5-20 16,-11 18-53-16,-2-1-154 15,-6-3-541-15</inkml:trace>
  <inkml:trace contextRef="#ctx0" brushRef="#br0" timeOffset="-180973.56">23024 17006 431 0,'0'0'910'15,"0"0"-577"-15,0 0 16 16,0 0-46-16,0 0-24 0,0 0-82 16,0 0-36-16,42-67-34 15,-12 55-29-15,4-2-29 16,6 3-18-16,-1 0-17 15,0 1-12-15,-4 1-10 16,-7 3-10-16,-6 2 4 16,-7 3-5-16,-8-2-1 15,-4 3-32-15,-3 0-65 16,0 0-124-16,-23 6-287 16,-6 2-74-16,0 1-468 0</inkml:trace>
  <inkml:trace contextRef="#ctx0" brushRef="#br0" timeOffset="-180735.18">22929 17123 796 0,'0'0'1124'0,"0"0"-762"0,0 0 25 16,0 0-99-16,0 0-80 15,0 0-71-15,106-24-36 16,-62 16-26-16,1-2-25 15,2 1-10-15,-3-3-16 16,-1 0-12-16,-7 3-4 0,-8 1-7 16,-9 0-1-1,-5 5-14-15,-9 2-51 16,-8 1-86-16,-16 7-219 0,-10 3-466 16</inkml:trace>
  <inkml:trace contextRef="#ctx0" brushRef="#br0" timeOffset="-173370.99">21321 16537 334 0,'0'0'75'15,"0"0"224"-15,0 0-75 16,0 0-85-16,0 0 1 16,-52-76-17-16,34 63-24 15,-3 1-8-15,-1-2 29 16,-3 1-15-16,2 1-3 16,-4 0-14-16,0-1-13 15,-1 2-10-15,1 0-1 16,-2 2 2-16,-2 1-14 15,-2 2-12-15,-3 3-8 0,-2 3-9 16,-1 0-4-16,2 0 6 16,-2 3 6-16,1 7-1 15,3 8 6-15,-1 2 4 16,3 7-15-16,2 4-1 16,1 5 6-16,6 3 7 15,5 4 7-15,4 6-8 16,7 5 22-16,8 5 13 15,0 5-12-15,10 3 19 16,15 13-11-16,9 10-4 16,1-10-1-16,-1-9-14 15,3-14-6-15,-3-14-8 16,8 0-4-16,12 2 1 16,2-11-14-16,5-8 8 0,2-11-4 15,0-10-9-15,-2-5 5 16,-3-14 11-16,-4-16-5 15,-6-11-11-15,-5-20-2 16,-11-28-8-16,-15-28 4 16,-12-6 0-16,-5 6-5 15,-20 16 7-15,-4 29-8 16,1 16 6-16,3 14-3 16,2 6-3-16,-3 0-10 15,-1 3-26-15,0 1 9 16,-1 10 1-16,1 8-1 15,4 7-4-15,-2 7-1 0,3 0-10 16,4 12-5-16,8 7 0 16,5 3 2-16,14 4-170 15,79-2-148-15,-2-6-320 16,12-9-413-16</inkml:trace>
  <inkml:trace contextRef="#ctx0" brushRef="#br0" timeOffset="-172419.01">23109 16131 555 0,'0'0'277'0,"0"0"-54"15,0 0 21-15,0 0-74 16,0 0 34-16,0 0-54 16,0 0-3-16,-89-69-30 15,57 69 11-15,-3 4 1 16,-8 17-11-16,-1 7 0 15,-5 7 1-15,-1 6-31 16,0 8 0-16,2 1 6 16,10 5-28-16,6 2 0 15,13 0-3-15,13 1-8 16,6-4-7-16,9 1-3 16,21-5 9-16,10-2-15 15,9-3 9-15,6-3 0 0,5-1-9 16,-2-7-5-16,-3-5-4 15,-7-3-4-15,-3-6-4 16,-6-8 5-16,-5-5-6 16,0-7 9-16,3-2-7 15,2-15 5-15,2-8-1 16,2-2-6-16,-3-1-9 16,-5-1-1-16,-4 4 1 15,-6 0-6-15,-4-3-5 16,-3-1 1-16,0-3 5 0,-5-6-1 15,1-6-6 1,-7-4 0-16,-2-3-14 0,-4-1-11 16,-1-3 1-16,0 2-2 15,-10 0 2-15,-6 4-13 16,2 4-4-16,-5 2 7 16,-1 6 4-16,-1 1 4 15,0 5 7-15,3 2-7 16,-3 6-5-16,2 2 5 15,0 2-7-15,-1 5-1 16,0 3 7-16,-2 1 6 16,2 3 1-16,-4 1 8 15,2 2 3-15,-1 3 0 16,-1 1 9-16,2 0-2 16,2 0-5-16,2 0 1 15,2 1-4-15,3 7-2 16,-4 5-5-16,5 4-4 0,0 4 0 15,2 13-25-15,5-5-409 16,3-10-543-16</inkml:trace>
  <inkml:trace contextRef="#ctx0" brushRef="#br0" timeOffset="-172221.62">23184 16079 1445 0,'0'0'559'16,"0"0"-446"-16,0 0 167 0,0 0-62 16,0 0-111-1,0 0-71-15,0 0-29 0,-43-6-7 16,43 14-70-16,0 3-146 16,0-1-291-16,0-5-305 0</inkml:trace>
  <inkml:trace contextRef="#ctx0" brushRef="#br0" timeOffset="-166755.21">19325 16439 311 0,'0'0'1'15,"0"0"166"-15,0 0-3 16,0 0-30-16,0 0 40 16,0 0-41-16,0 0-22 15,-24-69 17-15,12 60-25 16,-4 3-5-16,-2-2 11 15,-3 5-14-15,-2 0 0 0,0 3-7 16,-3 0-12-16,-2 0 0 16,1 4-7-16,-1 7-15 15,-2 5 2-15,0 0-11 16,-1 5 10-16,-2 3-15 16,-7 4 0-16,-2 4-3 15,-4 3-7-15,-2 3 70 16,5 3-38-16,6-2-30 15,11 0-7-15,6-1-19 16,7-1 6-16,3 1 0 0,7 1 6 16,2 3 8-1,1 6-2-15,0 2 3 16,4 6 8-16,8 1-9 0,1 2 0 16,5-1-7-16,0-4-1 15,5-5-1-15,0-6 7 16,6-2 7-16,1-2 6 15,2-6 5-15,4-1 2 16,0-4-4-16,2-3 1 16,3-3 7-16,1-3-5 15,5-4 5-15,3-3-5 16,5-5-4-16,2-4-1 16,-1-3-7-16,-2 0-8 15,-5-10 1-15,-1-5 1 16,-6-7-4-16,-3-2-7 0,-1-3 5 15,-7-6-4 1,-1-1-6-16,-7-7 3 0,-1-3-1 16,-5-5-2-16,-4-4-8 15,-5-6 8-15,-3 0-7 16,-5-4 3-16,0 3-5 16,-5 1-7-16,-8 1-11 15,-4 3-6-15,-4 4-8 16,-3 1-2-16,-4 3-4 15,1 6 8-15,-4 0-6 16,-2 5-10-16,-2 2 13 16,-1 4 22-16,4 4-2 15,-1 0 5-15,4 6-1 0,3 6-19 16,3 2 1 0,1 1-7-16,2 5 17 0,-4 1-11 15,1 3 4-15,-2 1 6 16,-1 1 3-16,2 0 7 15,-1 0 7-15,1 3-7 16,2 5-4-16,4 6-1 16,-2 2-14-16,6 14 0 15,5-1-33-15,6-8-601 0</inkml:trace>
  <inkml:trace contextRef="#ctx0" brushRef="#br0" timeOffset="-149883.94">13411 17094 354 0,'0'0'17'16,"0"0"311"-16,0 0-57 15,0 0-33-15,-15-24-37 16,10 19 23-16,1 2 8 15,1 1-9-15,1 1-31 0,1-1-29 16,1 1-10-16,0 1-9 16,9 0-6-16,30-2-7 15,40-4-4-15,52-9-28 16,24-7-18-16,10-5-23 16,-13 1-8-16,-30 5-14 15,-25 4-30-15,-30 5 4 16,-21 2-4-16,-17 4-5 15,-6 2 0-15,-3-1 0 16,-10 5-1-16,-10 0-8 16,0 0-34-16,-55 34-64 0,1 0-136 15,-10 5-469-15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5:53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14678 16998 74 0,'0'0'210'0,"-129"-106"-210"15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18: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19643 5811 211 0,'0'0'598'0,"0"0"-510"0,0 0 849 15,0 0-625-15,0 0-63 16,0 0-61-16,-16-10-76 15,16 20-61-15,0 9 49 16,7 7 31-16,6 1-34 16,1 0-31-16,4-5 15 15,0-7-1-15,2-4-3 16,9-11 4-16,5-2 24 16,11-23 3-16,10-15-27 0,8-12-34 15,16-21-20 1,10-22-17-16,-8 6-10 0,-13 10-5 15,-11 15-35-15,-17 25 14 16,1 2 4-16,-3 1 4 16,-14 14 0-16,-9 11 3 15,-10 8 1-15,-5 3 2 16,0 0-22-16,0 9-26 16,4 22-42-16,6-4-261 15,6-5-854-15</inkml:trace>
  <inkml:trace contextRef="#ctx0" brushRef="#br0" timeOffset="660.99">22905 5366 398 0,'0'0'819'15,"0"0"-435"-15,0 0 11 16,0 0-109-16,0 0-33 15,0 0-91-15,0 0-68 16,-15 34 33-16,15-5 27 16,0 6-25-16,9 1-28 0,2-2-7 15,-2-1-1-15,7-5-26 16,0-6-10-16,1-5-3 16,3-8 11-16,9-9-1 15,8-2 11-15,12-22-25 16,24-19-29-16,22-27-12 15,28-20-8-15,5-6 0 16,-8 11-1-16,-27 22-14 16,-35 27-10-16,-15 11 2 15,-15 6-2-15,2 2 6 16,-6 0 1-16,-2 4 4 16,-9 6 2-16,-8 5-4 15,-5 2-6-15,0 0-6 16,-10 6-15-16,-60 42-37 15,-1 0-158-15,-15 0-737 0</inkml:trace>
  <inkml:trace contextRef="#ctx0" brushRef="#br0" timeOffset="4212.06">14557 5641 1094 0,'0'0'496'0,"0"0"-198"16,0 0-3-16,0 0-51 15,0 0-39-15,0 0-66 16,-13-15-52-16,13 21-46 0,0 16-3 16,7 7 95-16,2 9-15 15,1 1-38-15,2 2-15 16,0-4 1-16,2-6-25 16,0-5 2-16,2-7 2 15,3-9-1-15,1-7 11 16,9-3 20-16,7-19 21 15,7-15-3-15,5-12-25 16,11-19-16-16,-5 1-23 16,1-3-16-16,-1-1-13 15,-6 13-1-15,7-4-16 16,-3 8-1-16,-6 10 5 16,-5 7-5-16,-8 7-9 0,-5 7 18 15,-6 4 8 1,-6 7 1-16,-7 2-9 0,-1 3 7 15,-5 1-7-15,-3 3-6 16,0 0-4-16,0 0-11 16,0 5-41-16,-41 31-139 15,0-1-166-15,-13 0-989 0</inkml:trace>
  <inkml:trace contextRef="#ctx0" brushRef="#br0" timeOffset="9920.08">12900 7085 218 0,'0'0'651'0,"0"0"-284"16,0 0-35-16,0 0-18 15,0 0-50-15,0 0-42 16,-14-20-17-16,14 19-35 15,0 1-34-15,0-2-32 16,0 1-25-16,9-3-13 16,13 4-19-16,7-3-11 15,5 0-12-15,5 0-8 16,4 0-7-16,2-2-7 16,2 0 4-16,-2 1-6 15,0-6-2-15,-7 3-56 16,-4-1-79-16,-9 1-93 0,-11 4-112 15,-7 2-230-15,-7 0-163 0</inkml:trace>
  <inkml:trace contextRef="#ctx0" brushRef="#br0" timeOffset="10142.22">12944 7188 780 0,'0'0'788'16,"0"0"-417"-16,0 0-87 16,0 0-59-16,0 0 1 15,0 0-59-15,0 0-31 0,77-11-55 16,-27-3-44-16,4 4-19 16,-1-3-18-16,-2 5-10 15,1 8-126-15,-13 0-360 16,-15 0-562-16</inkml:trace>
  <inkml:trace contextRef="#ctx0" brushRef="#br0" timeOffset="12263.17">21603 9632 114 0,'0'0'224'0,"0"0"-178"0,0 0-45 16,0 0 545-1,0 0-311-15,0 0 8 0,0 0 7 16,-6 3-13-16,4-3-28 15,1 0-45-15,-1 0-22 16,2 0-11-16,0 0-6 16,0 0-12-16,8 2-23 15,16 2 60-15,10 1-13 16,8 0-36-16,3-3-31 16,2-2-9-16,-1 0 2 15,-5 0-7-15,-1 0-7 16,-6 0-13-16,-2-4-3 15,-4-2-9-15,-5 2-1 16,-3 0-10-16,-2 0-5 16,-7 0-7-16,-4 3 5 0,-3-1-4 15,-2 2-2-15,1 0 0 16,-3 0-6-16,0 0-51 16,0 0-68-16,-7 0-102 15,-7 0-471-15,-4-2-781 0</inkml:trace>
  <inkml:trace contextRef="#ctx0" brushRef="#br0" timeOffset="13771.23">21440 9565 199 0,'0'0'1002'0,"0"0"-706"15,0 0 6-15,0 0-42 16,0 0-77-16,0 0-54 16,0 0-56-16,-19-1-30 0,17 18 46 15,-1 6 5-15,1 4-2 16,2 3-28-16,0 2-20 15,0 1-13-15,0-2-18 16,0-2 2-16,0-2-13 16,-1-2 5-16,-3-4-6 15,-2-2-1-15,-4-3 2 16,-2 0-1-16,-6-4 5 16,-2-2-5-16,-5-3 1 15,-9-2 5-15,-19-5-6 16,-28 0 0-16,-30 0 0 15,-14-3 0-15,0-2 0 0,12 0-1 16,31 2 1-16,19 0 0 16,25 2 0-16,10-1 0 15,2-1 0-15,3-1 5 16,0 0-4-16,10 1 5 16,5 0-1-16,1 0-5 15,1-4 5-15,0 2 2 16,0-2-7-16,-4-1 5 15,1-3 0-15,0-2 3 16,-2 0 6-16,1-1 9 16,-1 1 6-16,-2 1-3 0,1-1-9 15,0 1-5 1,0 0 4-16,2 2-2 0,2-2 7 16,1 3-1-16,2-1 0 15,2-1 0-15,0-3 3 16,0-2-3-16,2-1-7 15,-1-5-6-15,2 0-2 16,0 0-4-16,0-4-1 16,0 2 5-16,3 2-6 15,3 3 6-15,0-1-5 16,-1 6 1-16,-1 3-1 16,-4 6 5-16,0 2-4 15,0 2 5-15,0 1-6 16,0 0 7-16,0 0-8 15,-7 12 0-15,-10 10 0 0,-5 3 0 16,-3 4 1 0,5-1 1-16,-1-3-1 0,4-4 7 15,4-4-7-15,3-5-1 16,3-4 0-16,4-3 1 16,3-5 0-16,0 0 6 15,0-5 11-15,0-14 14 16,4-6-19-16,9-4-5 15,3-5-8-15,1 4 2 16,1 2-1-16,2 9 5 16,0 5-6-16,3 8 0 15,-3 6 0-15,3 1-2 16,1 18-4-16,-3 3 5 0,0 7 0 16,-4 0 1-16,-1 5-54 15,3 12-127-15,-6-8-432 16,-4-4-1199-16</inkml:trace>
  <inkml:trace contextRef="#ctx0" brushRef="#br0" timeOffset="16000.19">19486 9621 591 0,'0'0'150'0,"0"0"416"15,0 0-331-15,0 0-2 16,0 0-47-16,0 0-29 0,-7-2-57 16,4 2-51-16,1 15-23 15,-1 7 34-15,-1 7 15 16,1 5-9-16,0 7-16 15,0-2-2-15,3 0-13 16,0-1-9-16,0-3-14 16,0-4-6-16,0-5-5 15,0-4 0-15,3-6 11 16,-3-3-11-16,1-6-1 16,-1-2 0-16,0-3 0 0,0-2 1 15,0 1 6 1,-7-1-7-16,-6 0 1 0,-8 0 0 15,-4 0-1 1,-7 0 2-16,-2 0-1 0,-8-1-1 16,-4-4-1-16,-5 1 1 15,-9 1 1-15,-23 2-1 16,-32 1 0-16,-21 0-8 16,-8 0-1-16,17 0 9 15,18 0 0-15,18-1 0 16,16-2-1-16,15-2 1 15,18 3 0-15,7-3 0 16,1 1 1-16,1-2 0 16,3 2 0-16,9 0 11 15,9 1-5-15,5 1-1 0,4 1 0 16,-1-2 5-16,1 1 7 16,-2-1 4-16,0 0-3 15,1 1 2-15,-1-1 0 16,1 1 0-16,-2 1-3 15,2 0-6-15,0-1 3 16,0 0-5-16,0-1 4 16,-3 1-1-16,0-1 8 15,1-3 9-15,-1-2 11 16,-1-4-4-16,0-5-9 16,-1-7-7-16,2-6-10 15,4-8-5-15,2-3 0 16,1-3-5-16,0 3-1 15,1 5 1-15,8 4 3 16,1 8-2-16,-2 3-1 0,0 6 5 16,-3 2-5-16,-1 2 0 15,0 2 0-15,-2 1 0 16,2 2 1-16,-3 0-2 16,1-1 1-16,-2 3 1 15,0 1-1-15,0 3 0 16,0 0 1-16,0 0-1 15,-9 0 0-15,-10 11-1 16,-7 8 0-16,-5 3 1 16,1 2-1-16,2 1 0 0,6-3 0 15,4-3 0 1,3-4 1-16,9-5-1 16,1-4 1-16,4-3-1 0,1-3 0 15,0 0 1-15,3-12 25 16,13-9-1-16,5-7-17 15,6-1-7-15,3-2 6 16,0 2-6-16,1 9-1 16,-3 8 0-16,1 10-1 15,-4 2 0-15,-2 19-8 16,3 9 8-16,-3 6 0 16,-4 36-48-16,-6-11-183 15,-8-3-647-15</inkml:trace>
  <inkml:trace contextRef="#ctx0" brushRef="#br0" timeOffset="23542.18">14346 7003 309 0,'0'0'32'15,"0"0"-32"-15,0 0 554 16,0 0-330-16,0 0-74 16,0 0-34-16,-6 0 5 15,6 0 16-15,-1 0 35 16,1 0-18-16,-2 0-17 0,2 0-11 15,0 0-12 1,-1 0 0-16,1 0 2 0,0 0-21 16,0 0-11-16,0 0-16 15,3 0-12-15,13 0 29 16,10 0 24-16,5 0-22 16,3 0-14-16,6 0-8 15,1 0 0-15,-2-1-12 16,-1-4-14-16,-2 3-12 15,-5-1 0-15,-2 0-11 16,-3 1-1-16,-4-1-1 16,-2 1-5-16,-2 1 3 15,-4-2-2-15,-6 0-1 16,1 0-1-16,-4 1-7 16,-2-1 8-16,-3 3-8 0,0 0 5 15,0 0-6-15,0 0 0 16,0 0-63-16,-9 0-110 15,-9 11-332-15,1-2-858 0</inkml:trace>
  <inkml:trace contextRef="#ctx0" brushRef="#br0" timeOffset="24916.52">16681 7053 201 0,'0'0'127'15,"0"0"-116"-15,0 0-11 0,0 0-13 16,0 0 12-16,0 0 1 15,0 0 7-15,0 0 3 16,0 0 2-16,0 0-11 16,0 0-1-16,0 0 2 15,0 1-1-15,0-1-1 16,0 3 1-16,0-1 0 16,0-2 15-16,0 0 73 15,0 0-4-15,0 0 5 16,0 0-15-16,0 0 17 15,0 0-15-15,0 0-9 16,0 0-12-16,0 0 3 16,0 0-14-16,0 0 4 0,0 0 9 15,-2 0 13 1,2 0 9-16,0 0 0 0,0 0-12 16,0 0-17-16,0 0-15 15,0 0-4-15,0 0 2 16,0 0-1-16,0 0 2 15,0 0 6-15,0 0 3 16,0 0 7-16,0 0 1 16,0 0-5-16,0 0 4 15,0 0-4-15,0 0-3 16,0 0 3-16,0 0-7 16,0 0-3-16,0 0-6 15,0 0 1-15,0 0 7 16,0 0 2-16,0 0 10 0,0 0 10 15,0 0 22-15,0 0 15 16,8 0-5-16,0 0-23 16,3 0-15-16,-2 0-9 15,6 0 1-15,0 0-7 16,4 0-7-16,1 0-11 16,2 0-2-16,2 0 1 15,-4 0-2-15,0 0-1 16,1 0 5-16,-6 0 1 15,1 0 1-15,-4 0-1 16,0 0 0-16,-3 0-6 16,-1 0-1-16,-2 0-4 15,1 0-3-15,-3 0-2 0,-2 0-2 16,-1 0 0-16,1 0-5 16,-2 0 6-16,0 0-5 15,0 0-1-15,0 0-1 16,0 0-19-16,-12 0-81 15,-9 0-206-15,-6 3-547 0</inkml:trace>
  <inkml:trace contextRef="#ctx0" brushRef="#br0" timeOffset="27417.3">12298 4833 383 0,'0'0'411'0,"0"0"-117"0,0 0-102 16,0 0-19-16,0 0-21 16,0 0 4-16,0 0-4 15,-11-6-24-15,11 6-18 16,0 0-7-16,0 0-18 16,0 0-14-16,0 0-24 15,0 16-18-15,3 6 46 16,8 12 22-16,1 7-9 15,4 5-16-15,0 5-12 16,0-1-8-16,0-2-6 16,-1-4-8-16,-1-5 2 0,-1 0-9 15,-3-5-4-15,0-5-7 16,-3-3-8-16,0-3-5 16,-2-6-1-16,-4-6-5 15,1-4-1-15,-2-2-9 16,0-5-86-16,0 0-127 15,-2 0-311-15,-5 0-626 0</inkml:trace>
  <inkml:trace contextRef="#ctx0" brushRef="#br0" timeOffset="28122.12">12025 5190 205 0,'0'0'554'0,"0"0"-335"16,0 0-61-16,0 0-8 16,0 0 0-16,0 0-43 15,0 0 2-15,-5 14 48 16,15 6 15-16,0 3-18 16,1 7-30-16,1 1-7 15,0 3 12-15,-1-1-17 16,0-2-39-16,-2-1-19 15,0-2-7-15,-2-3-12 16,-1-3-22-16,-1-1 2 16,-1-3-6-16,-2-7-3 0,-2-2-4 15,1-5 4 1,-1-2-6-16,0-2-1 0,0 0-102 16,0 0-199-16,0-2-689 0</inkml:trace>
  <inkml:trace contextRef="#ctx0" brushRef="#br0" timeOffset="29720.56">15388 7013 390 0,'0'0'587'0,"0"0"-353"15,0 0-1-15,0 0-7 16,0 0 9-16,0 0-27 15,-13-7-34-15,13 7-22 16,0 0 4-16,11 0-16 16,10 2 19-16,10 3 4 15,7 2-47-15,6-3-35 16,1 0-11-16,3-4-18 16,-2 0-16-16,-3 0-16 15,-6 0-7-15,-4-4-4 16,-7 0-3-16,-6-1-4 15,-8 3-1-15,-6 0 1 0,-4 0-2 16,-2 1-6-16,0-1-48 16,-18 2-72-16,-11 0-130 15,-21 5-221-15,5 9 8 16,2 1-184-16</inkml:trace>
  <inkml:trace contextRef="#ctx0" brushRef="#br0" timeOffset="29980.32">15363 7124 1167 0,'0'0'360'0,"0"0"-72"0,0 0-84 16,0 0-7-1,0 0-34-15,80 3-19 0,-39-1-30 16,1-2-33-16,-1 0-26 15,-2 0-16-15,-6 0-17 16,-3 0-11-16,-8 0-5 16,-2-3-6-16,-8 0-18 15,-3 3-132-15,-9 0-120 16,0 0-300-16,-11 0-544 0</inkml:trace>
  <inkml:trace contextRef="#ctx0" brushRef="#br0" timeOffset="44115.22">17239 9509 87 0,'0'0'118'0,"0"0"-26"16,0 0-17-16,0 0-75 16,0 0 29-16,0-6-13 15,0 6 42-15,0 0-12 16,0 0 19-16,0 0 29 16,0-2 24-16,0 2 6 15,0-2-14-15,0 1-4 16,0-1-15-16,0 2-7 15,0-1-10-15,0 1-9 16,0 0-10-16,0 0-14 0,0 0-7 16,0 0-10-16,0-1 7 15,0 1-12-15,0 0 6 16,0 0-4-16,0 0-3 16,0 0-6-16,0 0-11 15,0 0 10-15,0 0 4 16,0 0 1-16,0 0 4 15,0 0 5-15,0 0-1 16,0 0-5-16,0 0-3 16,0 0-2-16,0 0-5 15,0 0-1-15,0 0-1 16,0 0-6-16,0 2 7 0,0 8 8 16,0-2 10-16,0 0-1 15,0 1-6-15,0 0 0 16,-2 0-3-16,2-1 2 15,0 2-7-15,0-1-2 16,0-1 0-16,0-2-7 16,0 4 8-16,0-5-9 15,0 0 5-15,-1 2 0 16,1-3-5-16,0-1 8 16,-2 0-8-16,2-1 7 15,0 1-7-15,-1-1 5 16,-1 0-4-16,1 1 4 15,-2-1-5-15,-1 1-1 0,-2 2 3 16,1-3 3-16,-3 3-5 16,-1-1 0-16,-1 1 7 15,-4-2-2-15,1 2-6 16,-5-1 0-16,1 1 1 16,-2-2 0-16,-3 1 1 15,-3 0-1-15,-8-3 6 16,-6 1-6-16,-12-2 0 15,-17 0 0-15,-2 0 1 16,-2 0-1-16,-1 0 0 16,13 0 10-16,-3 0-10 15,7-2 0-15,4 2 0 16,2 0 0-16,-2 0-1 0,-1 0 0 16,-6 0-1-16,4 0 1 15,-2 2 0-15,1-1 1 16,1-1-1-16,-1 2 1 15,4-2 0-15,4 0-1 16,4 0 0-16,5 0 1 16,5 0 1-16,2 0-1 15,4 0 0-15,-1 0 0 16,1-2 0-16,0-1 0 16,0 2 0-16,-1-1 0 0,4 1-1 15,-1 0 2 1,4 1-2-16,1-2 1 0,6 0 1 15,2 2 4-15,4-3 8 16,3 3-2-16,1-2 5 16,-1 1 2-16,4-1 6 15,-3 1 0-15,1-1 5 16,-1-1 1-16,-1 0 3 16,2 0-3-16,-2 1 5 15,1-1 1-15,4 2 0 16,-1-1 2-16,2 1-2 15,0-1 0-15,0-1-1 16,0 0-6-16,0-4-8 16,0 1-2-16,0-5-4 15,0 1-2-15,3-2-7 0,3 0-1 16,3-2-5 0,0-1 7-16,0-2-7 0,0 1 1 15,0 0-1-15,-3 0 5 16,0 4-5-16,-3 0 0 15,1 1 0-15,-4 3 5 16,2-1-4-16,-2 1 8 16,0 0-1-16,0 3-2 15,0 1 2-15,0 3 3 16,0 1-4-16,0 0-7 16,-5 0 5-16,-5 1-5 15,-4 8 0-15,-5 6 0 16,0-1-1-16,1 3 1 15,5-2-1-15,-1-1 2 16,5-2-2-16,0-4 2 0,3-2-1 16,5-3-1-16,-1-2 0 15,2-1 1-15,0 0 0 16,0-1 5-16,0-13 5 16,9-5-10-16,4-5 0 15,4 1 5-15,1-1-6 16,3 7 0-16,-2 0 6 15,5 6-6-15,-2 3-1 16,-1 5 1-16,2 3-2 16,-5 0 1-16,0 9 1 0,-4 9-6 15,-6 3-32 1,1 4-62-16,-5 19-77 16,-4-5-64-16,0-6-255 0</inkml:trace>
  <inkml:trace contextRef="#ctx0" brushRef="#br0" timeOffset="44304.47">15766 9573 1530 0,'0'0'219'15,"0"0"-145"-15,0 0-49 0,0 0-25 16,0 0-274-16</inkml:trace>
  <inkml:trace contextRef="#ctx0" brushRef="#br0" timeOffset="79689.55">5853 12162 1340 0,'0'0'312'15,"0"0"-12"-15,0 0-43 0,0 0 1 16,0 0-38-16,0 0-57 16,-34-61-71-16,38 65-45 15,14 17 26-15,3 5 30 16,2 7-2-16,2 0-24 16,-3 0-12-16,-1-5-14 15,-6-5 1-15,0-8-4 16,-4-6 5-16,2-9 11 15,8-11 35-15,13-40 17 16,26-45-19-16,28-47-23 16,12-27-40-16,4-3-34 15,-10 25 0-15,-22 47 0 16,-17 32 0-16,-15 24 0 0,-7 15 0 16,1 1 0-16,-4 4 0 15,-7 5 0-15,-9 12-3 16,-9 7-14-16,-5 1-2 15,0 11-29-15,-12 32-48 16,-52 48-104-16,7-3-158 16,-19-4-778-16</inkml:trace>
  <inkml:trace contextRef="#ctx0" brushRef="#br0" timeOffset="86837.86">21611 8739 449 0,'0'0'70'0,"0"0"231"15,0 0-22-15,0 0-117 16,0 0-44-16,10 2 47 16,-10-2-25-16,0-1-17 15,0-3-14-15,0-2-4 16,0 0 3-16,0-3-31 15,0-3-18-15,0 2-9 0,0-4-1 16,-3 1-2 0,-3 1-12-16,0-2 5 0,-6-2 9 15,-6-1-17-15,-7-4-18 16,-5 0-1-16,-4-1 4 16,-2-1-4-16,-1 2 3 15,4 1-2-15,0 0 7 16,3 0 8-16,2 1 3 15,1-1 5-15,1 2 0 16,0 1 7-16,-4 1-20 16,-5-1-11-16,-3 3-4 15,-8-1 0-15,1 5-3 16,-7-3 0-16,-2 3-5 0,1 0 0 16,1 0 7-16,0 3-7 15,3 0 5-15,-2 3-6 16,4 3 6-16,0 1-6 15,1 0 1-15,2 0 0 16,0 0 0-16,2 7 1 16,2 1-1-16,-2 0 0 15,5 1 0-15,1 2 0 16,5-3 0-16,1 1 0 16,0 3-1-16,1-1 1 15,-2 2 1-15,0 1-2 16,0 1 0-16,-1 2 0 15,1-1 1-15,1-2 5 0,3 0-6 16,2-1 6-16,1-2 2 16,5 1-2-16,-2 0 1 15,0 1 7-15,2-1 4 16,-1 2 1-16,0 2 2 16,3 0 0-16,-1 1 4 15,5-2-4-15,-1 1-4 16,4-1 2-16,1 1-1 15,0-1 9-15,3-1-4 16,2 1-5-16,0-1-3 16,1-1-2-16,0 3 10 15,0-3-2-15,2-1 5 16,-2-3-8-16,3-2-4 16,0-2-4-16,0-4 4 15,0-1 1-15,0 0 10 0,0 0 5 16,0 0 3-16,0 0 2 15,0 0-7-15,0 0-10 16,0 0-6-16,0 0-12 16,0 0 0-16,-7 0-82 15,-2 0-110-15,-6 1-530 0</inkml:trace>
  <inkml:trace contextRef="#ctx0" brushRef="#br0" timeOffset="88234.92">10067 13202 477 0,'0'0'624'0,"0"0"-337"15,0 0-23-15,0 0-42 16,0 0-17-16,0 0 8 15,-24-35-62-15,24 32-25 0,0 1-15 16,0 2-1-16,0 0-32 16,0 0-17-16,0 0-21 15,0 0-14-15,3 2 4 16,10 8 35-16,1 3 0 16,1 1-2-16,-3 0-15 15,1-2 0-15,-4-3-14 16,-1-2 0-16,-4-4 4 15,1-3-5-15,2 0 4 16,0-20 37-16,6-13 14 16,7-27-22-16,1-1-22 15,0-9-10-15,3 1-1 16,-3 11-1-16,2-3-13 16,-1 6-2-16,-2 5-2 15,0 7 0-15,-2 3-2 0,1 7-5 16,-4 6-7-16,-2 4 0 15,-2 6 5-15,-5 6-5 16,-2 4-1-16,-2 5 1 16,-2 2-1-16,0 0-9 15,0 9-48-15,-9 30-108 16,-34 61-99-16,-2-2-293 16,-9 4-710-16</inkml:trace>
  <inkml:trace contextRef="#ctx0" brushRef="#br0" timeOffset="91448.09">19330 8782 772 0,'0'0'219'0,"0"0"-34"16,0 0-30-16,0 0-34 15,0 0-9-15,0 0 11 16,0 0-6-16,0 0-14 15,0 0-11-15,0 0-6 16,0 0 1-16,0 0 0 16,0 0-2-16,0 0-13 15,0 0 0-15,0 0-10 16,0-7-23-16,0 2 11 0,0-2-5 16,0-2-6-16,0 1-5 15,0 0 3-15,1-3 13 16,1 2-8-16,-1-2-2 15,0 2 0-15,1-1-7 16,-2 0 2-16,0 0-1 16,0-1-10-16,0 1-5 15,0-1-1-15,0 1 5 16,0-1 2-16,0 2-4 16,-2-3-6-16,-2 3 5 15,-1-1-1-15,0 0-5 16,0 2 1-16,-1-2-2 15,-1 1-2-15,-1-1-1 0,2 0-4 16,0 0 4-16,-2 2-8 16,-2-2 4-16,1 2 1 15,-2-2 1-15,-3 0-2 16,-3 1-5-16,-3-5 8 16,-1 0 6-16,-3 0-7 15,-1-2-1-15,1 2 1 16,-1-3-2-16,-2 2-5 15,1-1 7-15,1 3-8 16,2 0 2-16,1 2-1 16,1 1 7-16,2 1-8 15,3 1 2-15,-1 1-1 16,4 2 0-16,-2-2 0 0,-2 2-1 16,-2 0 1-16,0 3-1 15,-5-1 0-15,-2 0 0 16,-2 0 1-16,0 2-2 15,-3-1 1-15,-2 0 0 16,-5-1 0-16,1 1 0 16,-3-1-1-16,1 1 1 15,3-1 1-15,0 0 0 16,5 1-1-16,3 0 1 16,2-1 0-16,3 1-1 15,-1 0 0-15,0 1 0 16,0-1 0-16,-4 1 1 15,1-1-1-15,-2 2 1 0,0-1-1 16,-1-1 1-16,-3 2-1 16,2-1 1-16,-1 1 0 15,1 0 0-15,1 0-1 16,2 0 0-16,1 0 1 16,2 0 0-16,1 0-1 15,3 4 0-15,1 2-1 16,1 0 2-16,3-1-2 15,1 1 1-15,0 1 0 16,2-2 0-16,-1 2 0 16,-2 3 0-16,1-3 0 15,-2 3 0-15,1 0 0 16,0 0-1-16,0 1 1 16,-2 1-1-16,4 2 1 0,-4-2-1 15,3 1 1-15,0-2 0 16,1 2 0-16,1-1-1 15,2 2 1-15,1-1 0 16,-1-3 0-16,4 2 0 16,-2 0 0-16,1-2 1 15,-1 3-1-15,-1-2 1 16,1 2 0-16,-1 0-1 16,2-1 2-16,1 1-1 15,0 0 5-15,1-2-5 16,3 2 6-16,-2 1 1 15,2-1 4-15,0 0-3 16,0-1 4-16,0-1 2 16,0 1 0-16,1-2 3 15,2 0-6-15,-2-1-3 0,2 0 0 16,-1-1 0-16,1 0-3 16,0 1 2-16,-2-1 1 15,2 0 1-15,-1-1 1 16,-1-2-4-16,2 0 4 15,-1-2-5-15,1-2-5 16,0 1 10-16,0-2-10 16,0 0 10-16,0 0-2 15,0 0-8-15,0 0 8 16,0 0-3-16,0 0-5 16,0 0 5-16,0 0-4 0,0 0-1 15,0 0 6 1,0 0-6-16,0 0 0 0,0 0 0 15,0 0-1-15,-3 0 0 16,-4 1-61-16,-22 3-116 16,-3 2-343-16,-4-6-785 0</inkml:trace>
  <inkml:trace contextRef="#ctx0" brushRef="#br0" timeOffset="93160.24">12434 12931 1468 0,'0'0'376'0,"0"0"-75"15,0 0-74-15,0 0-5 16,0 0-39-16,0 0-59 15,21 3 15-15,-7 14-3 0,6 4-22 16,-3 2-17-16,1 2-10 16,-2-2-21-16,-1-4-7 15,0 0 1-15,-2-5-9 16,-1-3 1-16,1-2-2 16,3-8-8-16,3-1 9 15,5-6 4-15,7-15 7 16,8-14-14-16,8-10-22 15,4-6-26-15,6-6 0 16,2-3 0-16,1 2 0 16,-3 4 0-16,-6 9 0 15,-10 8 0-15,-9 10 0 16,-10 8 0-16,-8 6 0 0,-7 6 0 16,-3 5 0-16,-4 2 0 15,0 0 0-15,-10 8-54 16,-54 44-140-16,0-1-133 15,-16 7-521-15</inkml:trace>
  <inkml:trace contextRef="#ctx0" brushRef="#br0" timeOffset="96334.77">17337 8768 500 0,'0'0'189'16,"0"0"-30"-16,0 0 4 15,0 0-18-15,0 0-28 0,0 0-20 16,0 0 2-16,0 0-1 15,0 0-3-15,0 0-6 16,0 0-1-16,0 0-6 16,0 0 7-16,0 0 9 15,0 0-6-15,0 0-8 16,0 0-13-16,0 0 8 16,0 0-17-16,0 0 20 15,0 0-8-15,0-3-4 16,0-2 0-16,0-1-32 15,-2 0-13-15,0-2 5 16,2 0 12-16,-2 0-11 16,1-1 2-16,1-1-1 15,-2 1 3-15,2-1-2 0,-1 0 0 16,1 0-6-16,-2 1 2 16,2-2-10-16,-1 1 8 15,-1-2-7-15,1 0-8 16,-2 1 4-16,1-1 1 15,-1 0 2-15,1 3-4 16,-2-2 4-16,0 2-7 16,-1-1 2-16,-1 0-2 15,-4-2-5-15,-5-3-6 16,-5 0 5-16,-7-3-6 0,-2-2 1 16,-7 0 0-1,-3-1-1-15,-1-1 8 0,-6-2-7 16,-1-1 0-16,-3 3 0 15,2-1 8-15,-3 1 0 16,4 2-9-16,0 0 2 16,1 2-1-16,4 1 0 15,3 2 1-15,-1 4-1 16,5-1 0-16,0 0 5 16,4 4-5-16,1 1-1 15,2 2 0-15,4 2 0 16,-1 0 0-16,0 3-1 15,-1 0 0-15,-4 0 1 0,-5 0-1 16,0 0 0 0,-2 0 1-16,1 0-1 0,1 4 1 15,1 0 0-15,0 2-1 16,1 0 1-16,-2-1 0 16,2 1 0-16,-2-1 0 15,-2 2 0-15,-1 0 1 16,-2 1-1-16,-2 1 0 15,2-3 1-15,3 2-1 16,0 1 1-16,7-1 0 16,4 2-1-16,2-3-1 15,4 3 1-15,-1-3-1 16,4 5 0-16,0 0 1 16,-3 0 0-16,1 5 0 15,-2 0 0-15,1 1-1 0,1 2 1 16,1 0 2-16,2-1-1 15,-1-1 0-15,5-1-1 16,0 0 6-16,0 1-4 16,5-3-1-16,-1 0 5 15,1-1 0-15,3 1-6 16,-1-1 2-16,4 2 7 16,-2-4 0-16,1-1-3 15,1 0-5-15,1-2 8 16,-2-1 1-16,2 0-1 15,-1-3 0-15,1 1-1 16,0-2-1-16,0 1 1 16,-2-1-1-16,2 0-1 15,0-1-4-15,0 0 5 16,0-3 1-16,0 0-1 0,0 0-5 16,0 0 5-16,0 0-1 15,0 0 3-15,0 0-7 16,0 0 5-16,0 0 2 15,0 0-7-15,0 0-1 16,0 0 0-16,0 0-1 16,-3 2-19-16,-21 12-97 15,2 2-234-15,-12-1-757 0</inkml:trace>
  <inkml:trace contextRef="#ctx0" brushRef="#br0" timeOffset="98072.66">16127 13168 942 0,'0'0'346'15,"0"0"-46"-15,0 0-15 16,0 0 13-16,0 0-88 16,0 0-63-16,0 0-12 15,-3-11-17-15,3 16-42 0,8 7 47 16,3 3-5-16,6 4-28 16,-2-1-17-16,3-3-11 15,-1-2-10-15,-1-3 2 16,2-6 0-16,3-4-2 15,4 0 13-15,6-19-2 16,4-11-11-16,4-8-19 16,3-8-9-16,3-5-18 15,3 0-6-15,3-2 0 16,-2 4-1-16,0 2-11 16,-3 4-2-16,-2 3 4 15,-7 4-10-15,-1 6 7 16,-9 7-1-16,-7 7-4 0,-9 7 3 15,-6 6-3-15,-5 3 0 16,-10 16-25-16,-57 44-79 16,0-1-171-16,-13 2-634 0</inkml:trace>
  <inkml:trace contextRef="#ctx0" brushRef="#br0" timeOffset="111541.65">10344 11558 1221 0,'0'0'223'0,"0"0"-152"15,0 0-42-15,0 0 0 16,0 0-26-16,0 0-3 15,75-15-221-15,-29 2-531 0</inkml:trace>
  <inkml:trace contextRef="#ctx0" brushRef="#br0" timeOffset="119970.12">11397 9515 318 0,'0'0'7'0,"0"0"400"16,0 0-111-16,0 0-32 16,0 0 20-16,0 0-33 0,-28-76-39 15,24 72-11-15,2 4-49 16,0 0-54-16,2 12-56 15,0 13-10-15,0 9 55 16,0 2 2-16,7 3-37 16,0-3-26-16,1-2-13 15,-1-5-5-15,-2-2-7 16,-3-5-1-16,-2-4-1 16,0-3-47-16,-4-5-17 15,-11-6-11-15,-3-4 3 16,-4 0 7-16,-4-10 7 0,1-6 11 15,0-3 17 1,7 0 25-16,2 3 6 0,6 2 15 16,6 8 22-16,2 3 18 15,2 3-23-15,0 0-12 16,9 1 2-16,12 10 26 16,6 3 10-16,3-2-21 15,4 3-13-15,2-5-9 16,0 0-8-16,0-1-5 15,-5-4 5-15,-1 0-7 16,-7-5-24-16,-3 0-24 16,-5 0-17-16,-5-8-5 15,-2-6 10-15,-5 0 11 16,-3 0 25-16,0 0 17 16,0 2 7-16,0 0 1 0,-6 5 0 15,0 5 12 1,-1 2 2-16,-1 0-14 0,-1 11 7 15,-3 7 3-15,3 4 1 16,-1 4-6-16,0 1-6 16,0 0 1-16,3-2-1 15,-1 6-57-15,3-5-275 16,-1-10-453-16</inkml:trace>
  <inkml:trace contextRef="#ctx0" brushRef="#br0" timeOffset="120121">11595 9745 1326 0,'0'0'234'16,"0"0"-123"-16,0 0-73 16,0 0-38-16,0 0-243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1:28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5940 16927 1024 0,'0'0'750'16,"0"0"-416"-16,0 0-47 15,0 0-49-15,0 0-53 16,0 0-72-16,16-14-62 16,18 3-7-16,8-2 0 15,6-1-24-15,-4 0-10 16,1 2-8-16,-10 0-2 16,-7 2 0-16,-8 5-24 15,-7 3-152-15,-9 1-121 16,-1 1-273-16,-3 0-463 0</inkml:trace>
  <inkml:trace contextRef="#ctx0" brushRef="#br0" timeOffset="210.86">5953 17109 1689 0,'0'0'387'15,"0"0"-112"-15,0 0-138 16,0 0-11-16,0 0-17 15,0 0 42-15,88-6-39 16,-39-10-45-16,5-6-42 16,3-4-13-16,1-4-2 0,0 1-10 15,-1-4-8-15,15-14-168 16,-15 8-307 0,-14 1-773-16</inkml:trace>
  <inkml:trace contextRef="#ctx0" brushRef="#br0" timeOffset="11108.34">11278 16523 477 0,'0'0'549'0,"0"0"-188"16,0 0 20-16,0 0-54 15,0 0-29-15,0 0-6 16,-1 2-72-16,-1-2-83 16,2 0-22-16,0 0-46 15,0 0-24-15,9 0-17 16,13 0 6-16,10 0 22 15,5-1-20-15,8-6-17 16,-2-2-8-16,2-5-10 16,-5 0 0-16,-3-1-1 15,-4 0 0-15,-6 1-17 0,-3 3-62 16,-6-2-62 0,-3 3-118-16,-6-1-118 0,-5 5-334 15,-4 1-967-15</inkml:trace>
  <inkml:trace contextRef="#ctx0" brushRef="#br0" timeOffset="11371.06">11335 16702 1124 0,'0'0'560'0,"0"0"-338"15,0 0-42-15,0 0 49 16,0 0-60-16,0 0 17 0,0 0-2 16,65 4-56-16,-33-8-43 15,4-8-26-15,1-2-28 16,1-3-14-16,-2 1-16 16,-4-3-1-16,-4 2-17 15,-7 1-184-15,-8 6-182 16,-7 3-594-16</inkml:trace>
  <inkml:trace contextRef="#ctx0" brushRef="#br0" timeOffset="17188.53">1565 886 1224 0,'0'0'265'0,"0"0"-41"16,0 0-2-16,0 0-40 15,0 0-6-15,-91-47-43 16,61 46-11-16,-1 1 11 16,-6 1-11-16,5 20-71 15,-2 13-29-15,-1 24-4 16,13 3-8-16,4 10 35 16,15 15 6-16,3-18 4 15,11 7-7-15,16-3-13 16,8-21-5-16,12 2-2 15,3-16-2-15,7-11 4 0,-2-14-3 16,-1-12-3 0,1-12-5-16,-4-22-7 0,-2-24 4 15,-3-26-15-15,-10-21 0 16,-14-11 0-16,-17 6-1 16,-5 24-7-16,-9 27-33 15,-9 22-8-15,-1 9-3 16,-11 4 1-16,-3 4-1 15,-7 6-3-15,-5 10-7 16,6 4-15-16,8 8 0 16,14 13-5-16,17 16-8 15,14-6-411-15,13-2-544 0</inkml:trace>
  <inkml:trace contextRef="#ctx0" brushRef="#br0" timeOffset="17531.1">1915 970 1793 0,'0'0'390'0,"0"0"-165"16,0 0-68-16,0 0 68 15,141 36-108-15,-19-27-33 16,23-7-30-16,4-2-17 16,-12-7 18-16,-19-8-20 15,-9-4-17-15,-20 3-8 0,-20 3-9 16,-20 0 8-16,-12 2-8 16,-2 1-1-16,-4-2-1 15,-4 5 1-15,-15-1-9 16,-4 3 7-16,-8 1-8 15,0 2-10-15,0-3-34 16,0 1-267-16,0 1-523 0</inkml:trace>
  <inkml:trace contextRef="#ctx0" brushRef="#br0" timeOffset="17986.12">3574 573 1662 0,'0'0'276'0,"0"0"67"15,0 0-95-15,0 0-101 16,-98-21-89-16,69 39-28 16,-2 14-11-16,0 14 17 15,4 8 20-15,5 7-4 16,11 4 3-16,8 1 5 15,3-2-18-15,21-2 6 16,10-6 1-16,8-8 5 16,6-9-16-16,4-13-8 15,-1-10-6-15,-2-12-16 0,0-4 19 16,-4-10-7-16,0-14 2 16,-4-7-7-16,-6-6-6 15,-8-2-3-15,-8-3-6 16,-10-3 0-16,-6-5-6 15,-12-1-6-15,-19-7 0 16,-15 0-18-16,-7 2-36 16,-5 8 0-16,4 11 0 15,5 12 8-15,9 11 4 16,9 10 5-16,8 4-11 16,13 1-22-16,14 30-26 15,20-1 20-15,7-1-462 0</inkml:trace>
  <inkml:trace contextRef="#ctx0" brushRef="#br0" timeOffset="18357.64">3796 873 1557 0,'0'0'393'16,"0"0"-105"-16,0 0-120 0,0 0-23 15,0 0 72 1,148 30-120-16,-20-27-15 0,19-3 4 16,5-12-24-1,-6-12-29-15,-12 2-6 0,-3-2-7 16,-5 0-8-16,-12 1-5 15,-26 6-5-15,-22 4 4 16,-22 5-5-16,-14 3 5 16,-2-2-6-16,-6 2 0 15,-4 2 0-15,-12 1-1 16,-6 0-5-16,0 0-7 16,-8-1-22-16,-8 3-25 15,5 0-143-15,7 0-578 0</inkml:trace>
  <inkml:trace contextRef="#ctx0" brushRef="#br0" timeOffset="18845.96">5612 484 1134 0,'0'0'314'0,"0"0"-18"15,0 0-50-15,0 0-14 16,-63-81-57-16,39 76-25 16,-3 5-45-16,-1 11-67 15,-4 17-18-15,-3 12 3 16,8 10-8-16,1 10 49 0,9 2 3 16,12 6-16-1,5-4 10-15,11-1 8 0,16-6-21 16,7-7-15-16,6-8 1 15,2-9 13-15,0-10-11 16,1-10-11-16,0-10-1 16,0-3-3-16,1-13 0 15,-1-13-5-15,-1-12-2 16,-2-8-7-16,0-16-7 16,-4-20-6-16,-12 6 6 15,-12 6-30-15,-12 9-4 16,-2 16-11-16,-20 0-11 15,-8 0 19-15,-7 12 14 0,-3 8 5 16,-4 8-24-16,2 10-25 16,-3 5 0-16,4 2 14 15,4 6 1-15,2 10-9 16,5 5 4-16,2 12 1 16,7-3 8-16,2-5-464 0</inkml:trace>
  <inkml:trace contextRef="#ctx0" brushRef="#br0" timeOffset="19003.48">5628 467 1859 0,'0'0'308'15,"0"0"-129"-15,0 0-179 0,0 0-82 16,0 0-924-16</inkml:trace>
  <inkml:trace contextRef="#ctx0" brushRef="#br0" timeOffset="21367.2">6217 766 876 0,'0'0'283'0,"0"0"-41"0,0 0 17 16,0 0-15-16,0 0-57 15,0 0-23-15,-22-42-10 16,16 42-4-16,-3 0-53 16,-2 0-60-16,0 11-15 15,-3 6 7-15,5 5 12 16,0 1 9-16,7-1-19 15,2 2 8-15,0-4-12 16,11 1-5-16,7 1 1 16,3 3 1-16,3 0 3 15,0 3-4-15,-2-2 0 16,-1-1-2-16,-6 1 13 0,0-3-4 16,-8-2-6-1,-5-3 9-15,-2-1-6 0,0-2-4 16,-9-3-2-16,-9-4-3 15,1-6-9-15,-2-2 1 16,-2-6 0-16,6-14-8 16,2-10-2-16,7-1-10 15,6-3-13-15,0 6-5 16,0 3-11-16,13 6-18 0,-1 2-74 16,0 3-90-1,11-4-22-15,-4 3-273 0,-4-2-631 16</inkml:trace>
  <inkml:trace contextRef="#ctx0" brushRef="#br0" timeOffset="21786.08">6353 333 1433 0,'0'0'489'0,"0"0"-291"16,0 0-71-16,0 0-2 15,0 0-3-15,-96 29-15 16,74-16-32-16,1-2-20 0,8-1-9 16,1-1-19-1,6-5-9-15,6 0-10 0,0-1-8 16,0 3-7-16,0-1 7 15,3 5 12-15,9 1-5 16,-2 2 13-16,4 4 8 16,-1 4 5-16,2 3 1 15,0 4 1-15,0 2-1 16,0 4 2-16,-3 0 1 16,1-2-7-16,-1 0-10 15,-1-6-8-15,-1-4-11 16,-1-3 0-16,-3-5-1 0,6-6 0 15,-3-5-20-15,13-11-153 16,-2-11-168-16,-1-7-498 0</inkml:trace>
  <inkml:trace contextRef="#ctx0" brushRef="#br0" timeOffset="22138.26">6484 413 1101 0,'0'0'708'16,"0"0"-463"-16,0 0-100 15,0 0 3-15,0 0-71 16,0 0 58-16,0 0 2 0,5 43-25 16,-4-22-43-16,-1 1-31 15,0 1-11-15,-7-1-15 16,-2-1-1-16,-3-6-11 15,5-4 1-15,5-6 7 16,2-3-1-16,0-2 1 16,0 0 0-16,0 0-8 15,0 0-2-15,4 0 1 16,10 0-5-16,2 4 5 16,5 0 1-16,4 0 0 15,-2-1 0-15,2-1-9 16,-4-2-76-16,3 0-122 15,-9-2-138-15,-5-8-442 0</inkml:trace>
  <inkml:trace contextRef="#ctx0" brushRef="#br0" timeOffset="22521.25">6572 253 1220 0,'0'0'563'0,"0"0"-264"15,0 0-116-15,0 0-38 16,0 0-65-16,0 0 58 16,0 0-11-16,0 0-66 15,63-4-32-15,-47 4-11 16,-1 0 3-16,0 0-1 16,-3 0 0-16,1 0-1 15,-2 2-8-15,1 7 1 16,-3 3 7-16,0 5 13 0,3 5 2 15,-3 5-6-15,0 4-5 16,1-2-7-16,-2 1 7 16,0-2 1-16,-2 1 1 15,-1-5-4-15,-2-2 0 16,1-1-4-16,-2-5-2 16,-2 0-5-16,0-4-1 15,0 1-1-15,-9-1-7 16,-12-1-1-16,-9-3-1 15,-27-6-127-15,8-2-352 0,0 0-535 16</inkml:trace>
  <inkml:trace contextRef="#ctx0" brushRef="#br0" timeOffset="22695.12">6768 537 1896 0,'0'0'335'0,"0"0"-209"15,0 0-104-15,0 0-22 16,0 0-571-16</inkml:trace>
  <inkml:trace contextRef="#ctx0" brushRef="#br0" timeOffset="33354.81">15717 10281 489 0,'0'0'156'0,"0"0"148"16,0 0-56-16,0 0 11 15,0 0 38-15,0 0-44 16,-30-27-20-16,30 24-47 16,0 1-65-16,0 1-78 15,0 1-18-15,0 0-18 16,4 3-6-16,15 11 1 15,7 11 10-15,6 6 34 16,1 3-6-16,-2 4-14 16,2-1-4-16,-6-3-10 15,-2-5-12-15,-8-3 0 0,-4-6-19 16,-9-8-140-16,-4-2-81 16,-12-10-95-16,-12 0-312 15,-2-2-621-15</inkml:trace>
  <inkml:trace contextRef="#ctx0" brushRef="#br0" timeOffset="33544.22">15653 10461 1053 0,'0'0'365'0,"0"0"-49"16,0 0-97-16,0 0-31 16,0 0-52-16,86-31-16 15,-51 31-33-15,1 0-41 16,-2 7-18-16,0 3-10 0,-3-2-10 15,-1-2-8-15,-7-3-6 16,5-3-108-16,-9-3-231 16,-8-9-595-16</inkml:trace>
  <inkml:trace contextRef="#ctx0" brushRef="#br0" timeOffset="33769.67">15913 10181 1262 0,'0'0'364'0,"0"0"-91"15,0 0-158-15,0 0 15 16,0 0 19-16,-8 84-30 16,7-45-63-16,-2 1-26 0,0 2-11 15,1-5-18-15,1-3 0 16,1-4-1-16,0-5-71 15,0-9-272-15,0-9-491 0</inkml:trace>
  <inkml:trace contextRef="#ctx0" brushRef="#br0" timeOffset="33925.75">15935 10383 1352 0,'0'0'273'0,"0"0"-40"0,0 0-142 16,0 0-35-16,0 0-38 16,-11 77-18-16,22-59-295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2:51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17435 2697 910 0,'0'0'366'0,"0"0"144"16,0 0-271-16,0 0-44 15,0 0-61-15,0 0-37 16,-1 8-33-16,13 5-34 16,7 11 7-16,8 11 59 15,3 7 15-15,0 9-15 16,-3 0-18-16,-3-2-27 16,-8 1-13-16,-4-6 0 15,-8-1-11-15,-4-1 4 16,-4-3 10-16,-14-1-5 15,-9-5-10-15,-3-6-25 16,0-6 8-16,0-9-3 16,3-10-6-16,2-2 9 0,5-24-7 15,3-10-2-15,9-10 0 16,7-4-6-16,1 7 4 16,4 5-8-16,10 12-8 15,4 10 9-15,1 8-2 16,2 6 1-16,3 0-56 15,9 23-194-15,-6 0-284 16,-4-2-657-16</inkml:trace>
  <inkml:trace contextRef="#ctx0" brushRef="#br0" timeOffset="509.43">16960 3526 643 0,'0'0'796'0,"0"0"-495"15,0 0-52-15,0 0-78 16,0 0 16-16,0 0-84 15,187-34 15-15,-9 9 43 16,38-3 27-16,25-3-40 16,-4 0-37-16,-29 4-38 15,-13-2-35-15,-21 2-7 16,-30 1-6-16,-37 6-5 16,-35 3 4-16,-31 7-15 15,-19 3-9-15,-7 3 1 16,-5-1 0-16,-5 5 0 15,-5 0-1-15,-37 0-72 16,-74 24-189-16,3 1-406 0,-15 1-734 0</inkml:trace>
  <inkml:trace contextRef="#ctx0" brushRef="#br0" timeOffset="1141.92">17313 3730 1128 0,'0'0'409'0,"0"0"-22"0,0 0-54 16,0 0-82-16,0 0-68 16,0 0-29-16,0 0-66 15,-2-42-45-15,21 47-8 16,7 15 29-16,6 9 3 16,4 8-19-16,-5 6-9 15,-3 7-12-15,-7 3-9 16,-10 3 3-16,-9-3-6 15,-2-2 2-15,-18-4-7 16,-7-8-4-16,-5-5-5 16,1-10 6-16,2-11-7 15,3-11 1-15,6-2 7 16,2-20-1-16,4-12-7 0,10-4 0 16,2-2-8-16,2 8 7 15,13 4-7-15,4 9-4 16,5 4-10-16,1 6-20 15,0 3-28-15,2 4-98 16,15 0-134-16,-8 0-203 16,-2 0-407-16</inkml:trace>
  <inkml:trace contextRef="#ctx0" brushRef="#br0" timeOffset="1635.24">17808 3730 864 0,'0'0'993'0,"0"0"-692"16,0 0-149-16,0 0-61 16,0 0 30-16,0 0 43 15,6 94-27-15,6-55-61 16,-1 1-35-16,1-1-14 15,1-2-11-15,-2-4-1 16,0-7-15-16,-2-5-1 16,-4-9-1-16,-3-5 1 15,0-7 1-15,-2-2 18 16,0-15-6-16,0-7-6 16,0 1 6-16,2 2 0 15,1 2 1-15,4 8 25 0,-1 3-17 16,4 8-5-16,8 0-15 15,2 0 0-15,2 5 7 16,4 9-7-16,-4 6 7 16,-4 4-7-16,-3 5 8 15,-6 1 12-15,-8 2-9 16,-1 2 0-16,-13 0 12 16,-16-2 6-16,-4-1-11 15,-5-5-8-15,-1-6 2 16,3-8-8-16,3-9-5 0,3-3 0 15,5-6-57 1,0-20-147-16,7 3-376 0,0-3-700 0</inkml:trace>
  <inkml:trace contextRef="#ctx0" brushRef="#br0" timeOffset="2184.23">18114 3526 1179 0,'0'0'372'15,"0"0"7"-15,0 0-99 16,0 0-55-16,0 0-81 16,0 0-36-16,0 0-50 0,-36 3-2 15,29 14 27-15,4 7-9 16,0 4-21-16,3 2 9 16,0 4-6-16,0 0-4 15,6 4-10-15,3-1 3 16,1 2-21-16,4-3-4 15,-1 0-7-15,3-4 0 16,-2-4-12-16,2-3 0 16,-4-8 4-16,0-2-5 15,-4-6-10-15,-2-5-47 16,4-7-133-16,0-13-163 16,-2-6-241-16</inkml:trace>
  <inkml:trace contextRef="#ctx0" brushRef="#br0" timeOffset="2499.38">18289 3514 1608 0,'0'0'475'0,"0"0"-254"16,0 0-76-16,0 0-78 15,0 0 15-15,0 0 58 16,0 0-26-16,12 81-38 15,-12-51-28-15,-2-3-26 16,-7 0-10-16,0-6-6 16,-1-5-5-16,5-8-1 15,4-7 8-15,1-1 4 16,0 0-12-16,0-9-2 0,6 0 2 16,7 3-8-16,4 1 8 15,4 2-1-15,4 2 0 16,3-1-23-16,-1-3-135 15,9-9-59-15,-11 2-252 16,-2-2-445-16</inkml:trace>
  <inkml:trace contextRef="#ctx0" brushRef="#br0" timeOffset="2839.02">18402 3463 1288 0,'0'0'514'15,"0"0"-204"-15,0 0-54 0,0 0-99 16,0 0-87-16,0 0 28 16,0 0 32-16,61-21-4 15,-44 21-50-15,0 8-7 16,-2 6 12-16,2 6 0 16,-2 3-14-16,1 7-7 15,1 0-8-15,2 1 17 16,-2 2-33-16,0-4-10 15,-1 1-8-15,-3-3-5 16,-4-2-5-16,-3-1-8 16,-2-2 2-16,-4-2 5 15,0 0-7-15,0-2-1 0,-12-1-10 16,-6-5-5-16,-9 2-50 16,-9-3-44-16,-35-11-105 15,7 0-406-15,4-8-1149 0</inkml:trace>
  <inkml:trace contextRef="#ctx0" brushRef="#br0" timeOffset="4983.99">18799 2598 1242 0,'0'0'563'16,"0"0"-274"-16,0 0 17 15,0 0-18-15,0 0-75 16,0 0-102-16,0 0-48 16,-25-33-38-16,25 53-8 15,7 9-4-15,2 8 23 16,4-1-21-16,-1-2-7 0,0-5-8 16,-2-7 0-1,0-8-1-15,-3-4-5 0,-3-7-6 16,-2-3-9-1,1 0 7-15,0-17 8 0,1-5-10 16,2-5 2-16,-1 0 13 16,0 3 0-16,0 5 1 15,-2 7 0-15,0 5 6 16,2 7-6-16,2 0-1 16,8 11 1-16,3 11 0 15,4 6 9-15,4-1 2 16,-1-2-10-16,-1-5 8 15,-3-8-8-15,-2-7 0 16,-4-5 7-16,3-5-7 16,-3-15 13-16,-2-11-13 0,-2-5 1 15,-4-9-1-15,-6-5 4 16,-1-1-5-16,0 5-10 16,-7 8-17-16,-3 11-24 15,-1 12-46-15,-2 8-124 16,-1 7-19-16,1 7-39 15,4 2-358-15</inkml:trace>
  <inkml:trace contextRef="#ctx0" brushRef="#br0" timeOffset="5390.51">19354 2169 1542 0,'0'0'331'15,"0"0"-66"-15,0 0-83 16,0 0-53-16,0 0-43 16,0 0 53-16,-89 27-10 15,74-21-35-15,4 0-26 16,3-1-14-16,3-3-19 15,4 1-14-15,1 3-10 16,0 2-10-16,0 4 4 16,0 4 18-16,1 5-10 0,8 6 4 15,5 4 10 1,-2 3-6-16,2 2-8 0,2-2 4 16,-2 1-5-16,3-4-11 15,-2-5 0-15,-1-2 0 16,-1-7-1-16,-1-6-1 15,0-6-6-15,0-5-85 16,6-16-99-16,-2-12-94 16,-4-6-470-16</inkml:trace>
  <inkml:trace contextRef="#ctx0" brushRef="#br0" timeOffset="5713.64">19454 2179 1423 0,'0'0'370'0,"0"0"-73"16,0 0-149-16,0 0-57 15,0 0-11-15,0 0 39 16,0 0-12-16,31 75 4 16,-30-48-17-16,-1 2-35 15,0-3-26-15,0-2-16 16,0-7-16-16,0-5 4 15,0-5-4-15,0-6-1 16,0-1 16-16,0 0-8 16,0 0-8-16,8-3 0 15,1 1-9-15,3-1-3 16,4 3 11-16,1-2-14 0,2-2-73 16,3-3-59-16,6-14-86 15,-6 0-349 1,-5-2-514-16</inkml:trace>
  <inkml:trace contextRef="#ctx0" brushRef="#br0" timeOffset="6065.49">19564 2034 1386 0,'0'0'524'15,"0"0"-191"-15,0 0-103 16,0 0-64-16,0 0-99 0,0 0-32 15,0 0 5 1,18-11 30-16,-5 11-12 0,1 2 1 16,2 7 19-16,2 0-19 15,-2 5-30-15,2 2 2 16,-1 3-1-16,-1 1 0 16,-1 3-4-16,0 4-2 15,-3-1-2-15,-2-1-4 16,1 1-12-16,-5-1 13 15,0-1 1-15,-2-4-1 16,-2-1 5-16,-2-3-12 16,0-3-10-16,-5 1-2 15,-10-1-5-15,-6-4-8 16,-5-1-43-16,-13-5-102 0,4-2-380 16,5-1-796-16</inkml:trace>
  <inkml:trace contextRef="#ctx0" brushRef="#br0" timeOffset="7072.55">20298 2406 1151 0,'0'0'498'0,"0"0"-140"16,0 0-48-16,0 0-57 16,0 0-32-16,0 0-49 0,0 0-66 15,-52-33-66-15,34 49-4 16,-3 6 0-16,6 6-10 15,1 5-7-15,7 1-5 16,7-1-14-16,0-3 0 16,3-6-8-16,12-3 7 15,1-11-8-15,5-4 3 16,-1-6-3-16,2-4-32 16,0-16 16-16,-4-5-1 15,-3-4 19-15,-3 3 7 16,-3 1 1-16,-5 5 5 15,-2 10-5-15,-2 3 13 16,0 7-4-16,3 0-4 16,0 0-6-16,3 12 0 15,4 5 1-15,-2 2-1 0,2-1 0 16,-1-3-11-16,-2-5-224 16,0-6-290-16,-6-4-419 0</inkml:trace>
  <inkml:trace contextRef="#ctx0" brushRef="#br0" timeOffset="7387.5">20396 1925 1582 0,'0'0'343'0,"0"0"-124"15,0 0-52-15,0 0 0 16,-77 85-66-16,60-56 2 0,7-5-31 15,4-6-14 1,4-5-19-16,2-8-23 0,0 0-1 16,0-3-15-16,12 1 24 15,2 4 27-15,5 3-14 16,0 2-19-16,1 5-3 16,-1 2-4-16,-1 3 9 15,-3 0-8-15,0 1-3 16,-5-3-9-16,-2 2 0 15,-2-5-14-15,0-1-68 16,-6-10-154-16,0-2-312 16,0-4-454-16</inkml:trace>
  <inkml:trace contextRef="#ctx0" brushRef="#br0" timeOffset="7569.68">20469 2029 1437 0,'0'0'244'16,"0"0"84"-16,0 0-121 16,33 77-77-16,-18-45-75 15,-1-1-33-15,-1-4-20 16,-3-2-2-16,-5-12-163 16,-4-6-389-16,-1-7-667 0</inkml:trace>
  <inkml:trace contextRef="#ctx0" brushRef="#br0" timeOffset="7890.24">20530 1878 1222 0,'0'0'737'0,"0"0"-418"0,0 0-73 16,0 0-54-16,0 0-84 15,0 0-40-15,0 0 10 16,93-18-25-16,-68 18-21 15,-4 0-12-15,0 1-10 16,-3 12-4-16,-2 2 12 16,2 5-1-16,-3 2 16 15,0 6-3-15,-1 1-8 16,-3 2-4-16,-3 1-4 0,-2-3-4 16,-5-3-4-16,-1-1-5 15,0-4 0-15,0-3-1 16,-3-4-15-16,-4-2 15 15,-5-6-1-15,0-1-47 16,-3-5-117-16,3 0-196 16,6-8-635-16</inkml:trace>
  <inkml:trace contextRef="#ctx0" brushRef="#br0" timeOffset="8177.69">21130 2145 1756 0,'0'0'564'16,"0"0"-262"-16,0 0-76 15,0 0-69-15,0 0-101 16,0 0 34-16,18 76-13 15,-3-42-25-15,3 4-5 16,0 0-18-16,-4-2-26 16,0 0-3-16,-4-8-10 15,-4-4-80-15,-6-12-143 0,-4-6-269 16,-11-6-375-16</inkml:trace>
  <inkml:trace contextRef="#ctx0" brushRef="#br0" timeOffset="8357.83">21005 2310 1870 0,'0'0'394'16,"0"0"-142"-16,0 0-127 16,0 0-46-16,113-22-49 15,-59 14-18-15,4-1-12 16,11-7-101-16,-16 3-272 15,-14-2-848-15</inkml:trace>
  <inkml:trace contextRef="#ctx0" brushRef="#br0" timeOffset="8791.54">21518 2007 1852 0,'0'0'346'0,"0"0"-33"15,0 0-206-15,0 0-43 16,0 0-36-16,0 0 69 16,0 0-40-16,74 102-21 15,-54-69-3-15,1-1-17 16,-4 1-16-16,-3-3-1 16,-1-7-1-16,-7-5-20 0,-1-11 4 15,-2-7 18-15,-2 0 19 16,1-12-5-16,1-7-5 15,0-1 25-15,3 1 22 16,0 5-1-16,3 2-25 16,0 4-15-16,4 4-9 15,1 3-5-15,5 1 9 16,0 0-9-16,4 11-1 16,-5 6-2-16,0 4 1 15,-7 5-4-15,-6-1 4 16,-5 1-5-16,0-1 6 15,-15-3-13-15,-8-4 3 16,-5-3 10-16,-5-8 0 16,-3-4-49-16,2-3-61 0,-9-12-111 15,9-10-89-15,7-5-518 0</inkml:trace>
  <inkml:trace contextRef="#ctx0" brushRef="#br0" timeOffset="9181.01">21838 1733 1121 0,'0'0'625'0,"0"0"-276"0,0 0-29 16,0 0-77-1,0 0-48-15,0 0-69 0,0 0-69 16,-19-20-31-1,15 20-9-15,4 0-16 0,-3 3 14 16,1 3-13-16,1 5 14 16,1-1-16-16,0 2 1 15,0 4 4-15,4 1-4 16,7 4 10-16,0 3-3 16,2 4 20-16,0 5-2 15,-3 1-1-15,-1 4-1 16,2-1 0-16,-4-1-6 15,1-3 0-15,1-6-3 16,-1-5-14-16,1-8-1 16,1-3 6-16,1-6-6 0,4-5 0 15,6-5-23-15,15-32-82 16,-5 2-194-16,-5-5-462 0</inkml:trace>
  <inkml:trace contextRef="#ctx0" brushRef="#br0" timeOffset="9655.26">21992 1734 1679 0,'0'0'348'16,"0"0"-26"-16,0 0-170 15,0 0-56-15,0 0-31 0,0 0 28 16,0 0-10-1,81 2 7-15,-69 15-27 0,-5 5-8 16,-3 4-21-16,-4 0-14 16,0 5-19-16,-5-1-1 15,-10-1 0-15,0-4 0 16,3-6-6-16,3-9 12 16,3-8-3-16,3-2 13 15,2 0-5-15,1-10-11 16,0-2 12-16,0 3-3 15,0 1-1-15,3 2-1 16,8 5-7-16,1 1 0 0,0 0 7 16,5 0-7-1,-4 0 1-15,3 4 0 0,-4 4 8 16,2 0-2-16,-5 1-5 16,0-1 4-16,0-2-6 15,-2 0 1-15,-1-1 0 16,0-3-1-16,1-1 1 15,1-1-2-15,3 0 1 16,2-4 0-16,-1-9-73 16,1-12-149-16,-1 3-156 15,-7 0-413-15</inkml:trace>
  <inkml:trace contextRef="#ctx0" brushRef="#br0" timeOffset="10315.56">22137 1459 1309 0,'0'0'525'15,"0"0"-211"-15,0 0-118 16,0 0-73-16,0 0-29 16,0 0-11-16,0 0-2 15,78-57-13-15,-58 53-35 16,3 4-1-16,-5 0-13 16,-1 0 14-16,-1 7-9 15,0 7-2-15,0 8-1 16,1 4 15-16,2 7 16 0,-3 5-16 15,2 5 8-15,-3-1-10 16,0 1 5-16,-3-2-15 16,-3-2-1-16,1-2 2 15,-2-4-2-15,-2-5-4 16,0-3 9-16,0-2-14 16,-3-5 5-16,1-1-7 15,-2-7-11-15,1-3 7 16,-2-1-8-16,-1-3 0 15,0-2 7-15,0 1-6 16,0-2-1-16,0 0-1 16,0 3 0-16,-10-3-5 15,-8 4-5-15,-3-3-5 16,-3-1-80-16,-14 0-106 0,5 0-286 16,6 0-374-16</inkml:trace>
  <inkml:trace contextRef="#ctx0" brushRef="#br0" timeOffset="10475.88">22610 2006 2266 0,'0'0'491'0,"0"0"-184"16,0 0-173-16,0 0-25 15,0 0-82-15,0 0-27 16,0 0-157-16,-15 3-485 0</inkml:trace>
  <inkml:trace contextRef="#ctx0" brushRef="#br0" timeOffset="12867.7">19570 3004 660 0,'0'0'555'15,"0"0"-429"-15,0 0 50 16,0 0 75-16,0 0-46 15,0 0-25-15,0 0-16 16,-22 5-22-16,22-5-35 16,7 0 5-16,8 0-34 15,10-4-4-15,16-4 25 0,24-4 4 16,29-5-28 0,27-3-39-16,7-3-12 0,-4 0-8 15,-12 2-1-15,-18-1-15 16,-5 5 14-16,-3-3-14 15,-12 3 0-15,-16 1 1 16,-12 4 1-16,-3-2 4 16,8-2 6-16,8-1-11 15,10-3 5-15,0 1 9 16,0-2-14-16,0 2 10 16,-1-2 5-16,2 0-4 15,-3 0-4-15,-1 1-8 16,-2-1 0-16,0 1 0 15,-1 1 0-15,-2 0 1 16,0 2-1-16,-3 0 1 0,-2 0 0 16,-1 2 5-16,-3-4-4 15,0 2-1-15,-3 0 5 16,2 0-5-16,-5 0 0 16,0 2 1-16,-2-1 5 15,-1 2-6-15,-6 1 0 16,-2 3 8-16,-9 1-8 15,-3 1 5-15,-8 1-4 16,-2 4-1-16,-4-1 5 16,-4 1-5-16,-2 1 0 15,-3 0 1-15,3 2 4 16,-3 0-6-16,0 0 0 0,1 0 0 16,-1 0 0-16,0 0 0 15,0 0 0-15,0 0 0 16,0 0-6-16,-27 14-19 15,-7 6-225-15,-17 4-574 0</inkml:trace>
  <inkml:trace contextRef="#ctx0" brushRef="#br0" timeOffset="16509.57">18199 3522 116 0,'0'0'307'0,"0"0"-144"0,0 0-40 16,0 0-2-16,0 0 32 15,0 0-3-15,-3-5 10 16,3 5-12-16,0 0 22 15,0 0-1-15,0 0-51 16,0 0-19-16,0-3-41 16,0 3-14-16,2-1-17 15,1-2-16-15,6 0-2 0,1 1 6 16,0-1 1-16,1 1 14 16,-1 0-14-16,-1 0-6 15,-3 2-4-15,2 0 6 16,-1 0-11-16,1 0-1 15,1 7 8-15,-2 0-8 16,3 3 2-16,-3-3-1 16,1 3 7-16,0-1-8 15,-2 2 0-15,0 2 0 16,-4-1 0-16,0 1-5 16,-2 1 5-16,0-5 6 15,0 4-6-15,0-3-1 16,0-2-1-16,-6 2 2 0,-3 1 6 15,-1 0-6 1,-10 4-156-16,1-1-228 0,0-6-588 0</inkml:trace>
  <inkml:trace contextRef="#ctx0" brushRef="#br0" timeOffset="20195.6">18930 2922 1219 0,'0'0'274'0,"0"0"-111"16,0 0-58-16,0 0-20 16,0 0-28-16,0 0 10 15,0 0 41-15,82 2-3 16,-55-1-30-16,1-1-8 16,2 1-5-16,0-1-26 15,-2 0-4-15,6 0-5 16,3 0 1-16,2 0 5 15,5 0-12-15,-1 0-2 0,1 0-13 16,0 0 0-16,-4 0 6 16,2-1-3-16,-2-2 0 15,-1-2-8-15,0-1 0 16,1 0 11-16,-1-4-6 16,-2-1-5-16,2 1 0 15,-3 0 5-15,-2 2-5 16,-3 1 5-16,-1 0-5 15,0 1 7-15,0 0-8 16,1-1 14-16,1 0 2 16,2 0 15-16,0-3-11 15,-2 2-10-15,4-2 11 16,-4 0-20-16,1 1 14 0,-3-1 3 16,0 1 1-16,0-1-13 15,-1 0 0-15,1-1 3 16,2 0 2-16,2-1-1 15,-2-2 5-15,1-1-5 16,0 1 4-16,0-1 1 16,-2-2 0-16,-1 1-3 15,-2-3 9-15,-2 2-9 16,-6 0 7-16,3-1 8 16,-2-1 9-16,1-3-20 15,-2 0 8-15,-1-3-3 16,-1 2-10-16,0-1 7 0,-2-1 0 15,-2 1-2-15,-1-2 2 16,2-1-1-16,-3 0-7 16,0-1 4-16,-1 0-1 15,-2 2-7-15,-1-3-5 16,0 0 7-16,-2 1 1 16,-2 1-2-16,1 2 1 15,-4 1-1-15,2 0-6 16,-3 2 5-16,0 3-6 15,0-1 2-15,0 2-1 16,-7-2 1-16,-3 1 5 16,0-3-1-16,-4 2-6 15,0 1 0-15,-4-1 1 0,-3-1 5 16,2-1-6-16,-5 2 0 16,0-1-12-16,-3 1 11 15,-1 1 0-15,-2 0-15 16,2 2 7-16,-2 1 8 15,-4 3-16-15,2 3 11 16,-3 1 3-16,-3 1 3 16,-4 4-12-16,-2 0 4 15,-1 4 0-15,-1 0 8 16,-1 0 1-16,1 0-1 16,0 0 0-16,0 6 0 15,1 1-1-15,3 0-5 16,2 1-10-16,1 1 7 15,-1 2 9-15,0 0-6 16,1 1 6-16,-4 2-1 0,-2 1 0 16,-3 0 2-16,-4 4-1 15,0 0 0-15,-2 1 1 16,0-1 5-16,-1 1-6 16,3 0 0-16,-3-1 0 15,1 1 1-15,0 0 9 16,6 0-9-16,2-3 1 15,6 0-1-15,3 2-1 16,0-2 1-16,2 2 1 16,1 0-1-16,1 1 0 15,0 2 0-15,2-3 0 16,0 2 5-16,1-1-5 0,1-1-1 16,3 1-5-16,2-1 4 15,3-2 1-15,1-2-1 16,1 2 1-16,3 0 0 15,-4 2 0-15,3 0 0 16,0-1 1-16,0 1 6 16,3-1-7-16,1 1 0 15,0-1 0-15,4 0-7 16,1 2 6-16,2 0 1 16,3 5-11-16,1 0 6 15,1 3 5-15,1 0 0 16,0-1 1-16,0 2 1 15,6-2 4-15,2-2-5 16,0 1 8-16,1-2-3 16,1 0-5-16,-1-2 7 0,2 0 1 15,0-1-3-15,1-1 4 16,1-3-1-16,0-3 3 16,-1 1-3-16,7-1 0 15,-2 2 0-15,2-5-3 16,0 0 0-16,2-3 9 15,0 1-15-15,1-3 10 16,1 2-10-16,1-2 1 16,0-1 0-16,1 1 9 15,2-2-10-15,-2-2 1 16,-1 1-1-16,0 0 1 16,0-3-1-16,0 0 1 15,-1 0 1-15,0 0 4 0,4-3 0 16,3 0 4-16,-1-3 2 15,-1 0 0-15,1 1-6 16,-4 3-5-16,-2-1 9 16,-5 1-10-16,-2 0 0 15,-1 2 0-15,0-3 0 16,-3 1 2-16,1 0 4 16,-2-1-6-16,-2 0 1 15,-4 2 10-15,3-1-10 16,-2 1-2-16,-1 1 7 15,-2 0-12-15,-2 0 6 16,-1 0 0-16,2 0 0 16,-2 0 0-16,0 0 1 0,0 0-1 15,0 0 0 1,0 0-1-16,0 0-40 0,0-4-76 16,0 1-172-16,-8-3-380 0</inkml:trace>
  <inkml:trace contextRef="#ctx0" brushRef="#br0" timeOffset="25233.72">21531 3506 947 0,'0'0'269'0,"0"0"-15"15,0 0 22-15,0 0-8 16,0 0-68-16,0 0-21 15,0 0-13-15,-17-17-21 0,4 17-42 16,-4 13-25-16,-3 5-2 16,-2 8-1-16,2 8-11 15,5 4-6-15,7 1-19 16,6 0-7-16,2 0-11 16,10-7-9-16,10-3-6 15,5-8 0-15,5-8-5 16,0-9 0-16,0-4 5 15,-2-7-5-15,-3-15 8 16,-5-7-8-16,-4-6 7 16,-5-5-7-16,-10-4 4 0,-1 1-5 15,-4 2 0-15,-13 7-19 16,-5 7-8-16,-4 13 4 16,-2 9-43-16,-2 5-79 15,2 12-72-15,8 8 49 16,16 11-126-16,4-5-299 15,6-6-346-15</inkml:trace>
  <inkml:trace contextRef="#ctx0" brushRef="#br0" timeOffset="25580.45">22058 3529 1309 0,'0'0'670'16,"0"0"-388"-16,0 0-1 15,0 0 33-15,0 0-91 16,0 0-99-16,0 0-37 15,18-4-24-15,4-8-5 16,6-1-22-16,8-4-18 16,-2-2-9-16,-3 2-7 15,-2 1 3-15,-6 1-5 16,-5 2-21-16,-3 2-55 0,-7 0-71 16,-8-3-161-16,0 2-196 15,-2 2-290-15</inkml:trace>
  <inkml:trace contextRef="#ctx0" brushRef="#br0" timeOffset="25806.13">22150 3294 1920 0,'0'0'490'15,"0"0"-195"-15,0 0-67 16,0 0-65-16,0 0-92 15,0 0 43-15,-3 105-35 16,3-62-18-16,5 3-14 0,1-4-23 16,1-1-14-16,-1-3-10 15,2-4-1-15,0-3-117 16,2-12-395-16,-3-12-751 0</inkml:trace>
  <inkml:trace contextRef="#ctx0" brushRef="#br0" timeOffset="27037.92">22747 3030 1084 0,'0'0'285'0,"0"0"53"0,0 0-43 15,0 0-81-15,0 0-75 16,0 0 10-16,0 0-38 16,-5-15 6-16,4 14-3 15,1 1-29-15,0 0-6 16,-2 0-25-16,2 0-26 16,0 0 4-16,0 0-20 15,-1 0-2-15,1 0-2 16,0 0-8-16,0 0 11 15,0 0-10-15,0 0 0 16,0 0-1-16,0 0 5 16,-3 0-5-16,3 0-1 0,0 0 1 15,0 0 0-15,0 0 9 16,0 0-9-16,0 0 0 16,0 0 0-16,0 0 1 15,0 0 0-15,0 0 0 16,0 0 1-16,0 0-1 15,0 0-1-15,0 0 1 16,0 0-1-16,0 0 1 16,0 0 5-16,0 0-6 15,0 0-2-15,0 0 2 16,0 0 6-16,0 0-5 16,0 0-1-16,0 0 1 15,0 0-1-15,0 0 0 16,0 0 1-16,0 0 9 15,0 0-10-15,0 0-1 0,0 0 1 16,0 0 0-16,0 0-1 16,6 0 1-16,7 12 0 15,7 7 1-15,1 5-1 16,1 3 7-16,0 2-7 16,-1 2 2-16,-3 1 16 15,-2-1-5-15,-5-2-2 16,-2 3 4-16,-4-5-5 15,-5 1 5-15,0-1-14 16,0-2 14-16,-5-4-6 16,-7-4-7-16,-4-6 5 0,-2-5-6 15,-3-2-1 1,-4-4 1-16,2-7-2 0,2-13 1 16,2-7-10-16,8-3-11 15,5-1 11-15,5 2 2 16,1 2 7-16,3 7-6 15,10 3 6-15,4 3 0 16,1 4-11-16,-1 5-34 16,0 1-86-16,5 4-139 15,-5 4-105-15,-5 3-427 0</inkml:trace>
  <inkml:trace contextRef="#ctx0" brushRef="#br0" timeOffset="27598.7">23123 2850 1520 0,'0'0'372'15,"0"0"-19"-15,0 0-51 16,0 0-56-16,0 0-133 16,0 0-62-16,0 0-33 15,-12 13-6-15,16 16-3 0,8 5 5 16,5 0 1-16,-1 0-11 16,2-2-4-16,0-2 0 15,-5-2-1-15,-2-3 1 16,-1-7-50-16,-5-7-77 15,-4-8 50-15,-1-3 77 16,0-11 8-16,0-13-7 16,2-5 1-16,1-1 4 15,1 1 3-15,2 8 13 16,3 7 14-16,-2 4 12 16,6 5-18-16,1 4-20 15,3 1 1-15,3 0 5 16,1 10-2-16,-2 5-2 0,-5 6 0 15,-3 1-2 1,-7 3 7-16,-4 2 5 0,0-4 6 16,-9-1 13-16,-11 0-5 15,-5-5-24-15,-3-5 4 16,-2-3-16-16,2-5 0 16,1-2-3-16,5-2-87 15,3 0-67-15,5 0-82 16,6-10-122-16,5 0-645 0</inkml:trace>
  <inkml:trace contextRef="#ctx0" brushRef="#br0" timeOffset="28207.68">23506 2435 1126 0,'0'0'255'16,"0"0"73"-16,0 0-63 16,0 0-74-16,0 0-57 15,0 0-60-15,0 0-11 16,-79 12 53-16,53-1 16 15,3 0-4-15,0 1-28 16,6-4-41-16,3-1-19 16,8-2-8-16,-1-1-15 15,7 0-10-15,0 2-7 16,0 6-7-16,0 5 7 0,4 3 13 16,5 4 13-16,3 5-2 15,3 2 1-15,-1 5 8 16,2 3 0-16,-3 2 2 15,2 3-8-15,0-3 6 16,0-1-5-16,-2-4-13 16,2-6 0-16,-3-5-9 15,-1-7-5-15,-1-3-1 16,-4-5-2-16,0-8-53 16,2-2-93-16,12-20-138 15,1-10-218-15,-4-7-806 0</inkml:trace>
  <inkml:trace contextRef="#ctx0" brushRef="#br0" timeOffset="28532.73">23606 2513 1520 0,'0'0'299'15,"0"0"6"-15,0 0-136 16,0 0-60-16,0 0-37 15,0 0 35-15,0 0-4 16,21 77 25-16,-21-38-14 16,0 0-57-16,-13 2-32 15,-1-3-13-15,-1-5-10 16,5-10-2-16,2-7 1 16,4-8-1-16,4-8 15 0,0 0 1 15,0 0-16-15,9-5-2 16,1-1-10-16,7 3 11 15,-1 0-4-15,5 3 4 16,1 0-5-16,0 0-64 16,11-2-111-16,-6-4-86 15,-7-2-389-15</inkml:trace>
  <inkml:trace contextRef="#ctx0" brushRef="#br0" timeOffset="28906.7">23669 2375 1587 0,'0'0'347'15,"0"0"-72"-15,0 0-51 16,0 0-62-16,0 0-76 16,0 0-4-16,0 0 20 15,102-41-11-15,-74 41-27 16,-4 0-24-16,-1 0-8 15,-5 10-10-15,-1 6 1 16,-4 4 5-16,0 9-1 16,-2 4 5-16,-1 6-2 15,-2 7 7-15,-1 3 1 16,-1 1-4-16,3 1-10 16,-1-1-9-16,-1-3 4 0,1-6 5 15,-1-6-3-15,-1-8-4 16,-3-6-4-16,-2-7-5 15,-1-4-8-15,0-4 0 16,0 0 0-16,-14 2-11 16,-36 13-74-16,3-1-176 15,-6 0-488-15</inkml:trace>
  <inkml:trace contextRef="#ctx0" brushRef="#br0" timeOffset="29311.72">22817 3596 1043 0,'0'0'646'0,"0"0"-469"16,0 0 47-16,0 0 3 16,0 0-83-16,0 0-28 15,0 0 76-15,127 5 34 16,-3-38-50-16,26-9-53 16,11-6-42-16,-10 3-20 0,-21 8-7 15,-16 3-18-15,-28 10-9 16,-22 3-3-16,-24 5-24 15,-10 1 0-15,0 0 1 16,-2-2 0-16,-3 0 1 16,-10 4-1-16,-9 5-1 15,-6 6 0-15,-4 2-46 16,-59 20-137-16,2 9-295 16,-9-1-238-16</inkml:trace>
  <inkml:trace contextRef="#ctx0" brushRef="#br0" timeOffset="30327.73">22994 3835 1235 0,'0'0'276'0,"0"0"72"0,0 0-32 16,0 0-103-16,0 0-72 16,0 0 0-16,0 0 8 15,-4-30-31-15,4 30-34 16,3 0-29-16,11 0-23 15,6 9 4-15,7 11 7 16,4 6-10-16,2 9-13 16,-1 4 2-16,-6 2 2 15,-3 2-22-15,-11 1 14 0,-8-4-16 16,-4-1 6-16,-9-3 6 16,-11-6-12-16,-3-8 10 15,-2-9-10-15,-2-12 0 16,5-1 1-16,-1-19-1 15,7-10-20-15,2-3 0 16,8 3 10-16,5 2-4 16,1 7 13-16,3 3-14 15,13 2-10-15,5 5-40 16,5-1-46-16,5 2-111 16,18-2-69-16,-9 1-329 15,-4 1-578-15</inkml:trace>
  <inkml:trace contextRef="#ctx0" brushRef="#br0" timeOffset="30827.47">23472 3727 499 0,'0'0'1482'0,"0"0"-1238"15,0 0 54-15,0 0-58 16,0 0-94-16,0 0-97 16,0 0-22-16,-13-9-15 15,17 28 0-15,9 8 15 16,3 7-5-16,4 5-11 0,1-1-5 16,-4 3-6-16,0-7 9 15,-5-5-9-15,0-8-6 16,-6-8 6-16,-3-9-14 15,2-4 14-15,-1-11 9 16,2-11 1-16,4-6-9 16,-2 3 12-16,6 0-12 15,-3 8 15-15,3 8-2 16,0 4 2-16,6 5-2 16,4 0-5-16,4 3 9 15,1 8 6-15,-1 5-12 16,-3 2-11-16,-7 0 1 15,-5 0 5-15,-5 1-6 16,-8-1 0-16,0-2 0 16,-15 0 0-16,-10-2-1 0,-11-2-5 15,-7-2-31-15,-4-6-24 16,0-4-55-16,4 0-83 16,1-11 0-16,13-4-78 15,10-6-327-15</inkml:trace>
  <inkml:trace contextRef="#ctx0" brushRef="#br0" timeOffset="31225.7">23779 3467 1290 0,'0'0'323'0,"0"0"2"16,0 0-28-16,0 0-67 16,0 0-52-16,0 0-14 15,0 0-43-15,-5-3-49 16,5 3-17-16,0 0-17 16,0 7-11-16,0 9 3 15,0 4 15-15,2 7-8 16,5 3-8-16,3 4-2 15,1 3 1-15,-2 5 0 16,0-1-7-16,-2 0 2 0,1-3-4 16,-2-5-10-16,0-5-1 15,2-6-8-15,2-7 2 16,2-7-2-16,3-5 0 16,3-3-1-16,3-6-45 15,2-14-75-15,5-23-224 16,-8 3-342-16,-5-1-1021 15</inkml:trace>
  <inkml:trace contextRef="#ctx0" brushRef="#br0" timeOffset="31527.94">23943 3526 1733 0,'0'0'238'0,"0"0"-72"16,0 0-84-16,0 0 23 15,0 0-16-15,0 0 18 16,0 0-11-16,60 70-12 16,-60-48-7-16,0 3-33 15,0-5-20-15,-3-3-12 16,-3-6-4-16,1-6-7 16,2-2 7-16,3-3-8 15,0 0-21-15,0-6 1 16,3 1 8-16,6-1 11 15,8 3-5-15,-1-2 6 16,6 1 0-16,2-2-11 16,8-6-74-16,-6 1-132 15,-7-2-389-15</inkml:trace>
  <inkml:trace contextRef="#ctx0" brushRef="#br0" timeOffset="31873.51">24018 3408 1719 0,'0'0'317'0,"0"0"-93"15,0 0-67-15,0 0-2 16,0 0-64-16,0 0 40 16,83-53-6-16,-60 53-3 15,4 0-31-15,-3 3-25 16,2 11-12-16,-3 9-9 15,1 5-10-15,-2 8 1 0,-1 1 24 16,-7 4-15-16,1 0-22 16,-6-3 1-16,-3-2-8 15,-2-4-7-15,-3-3-7 16,-1-7 4-16,0-5-6 16,0-6-1-16,0-3 0 15,-8-2-6-15,-9-4-34 16,-4-2-23-16,-8-5-86 15,-15-34-164-15,8 0-203 16,6-5-502-16</inkml:trace>
  <inkml:trace contextRef="#ctx0" brushRef="#br0" timeOffset="32135.97">24411 3004 1776 0,'0'0'377'0,"0"0"-96"16,0 0-82-16,0 0-63 15,0 0-82-15,0 0-35 0,0 0-4 16,14-1-15-16,-5-2 0 15,1 0-35-15,7 0-108 16,-4 1-207-16,-2-1-524 0</inkml:trace>
  <inkml:trace contextRef="#ctx0" brushRef="#br0" timeOffset="32292.13">24382 3142 1698 0,'0'0'316'0,"0"0"-16"16,0 0-110-16,0 0-67 16,0 0-81-16,0 0-27 15,129-51-15-15,-80 27-151 16,-7-1-425-16</inkml:trace>
  <inkml:trace contextRef="#ctx0" brushRef="#br0" timeOffset="32557.63">24777 2571 1923 0,'0'0'369'0,"0"0"1"16,0 0-19-16,0 0-168 15,0 0-125-15,0 0-37 16,0 0-13-16,7 36 2 0,23 20 20 16,21 23 18-16,14 21-6 15,6 8-17-15,-10-6-25 16,-22-31-103-16,-22-25-677 0</inkml:trace>
  <inkml:trace contextRef="#ctx0" brushRef="#br0" timeOffset="43894.84">7543 10843 15 0,'0'0'548'15,"0"0"-106"-15,0 0-194 0,0 0-34 16,0 0 9-1,0 0 0-15,-100-9-51 0,72 7-48 16,-7 0-25-16,-6 2-15 16,-6 0-42-16,-6 0-8 15,-8 12-7-15,0 1-13 16,-4 5-5-16,3 3-1 16,2 5 4-16,6 1-2 15,5 4 5-15,4 3 7 16,5 3-2-16,0 4 2 15,3 3-6-15,1 1-2 16,0 2 11-16,-1 3 2 16,1 2 0-16,2 1 10 0,-2 2-3 15,0 6 16-15,2 0-1 16,1 3-10-16,3-1-12 16,5-1 10-16,2-1-16 15,7 0 4-15,6 3 4 16,2 3 1-16,8 11 1 15,0-9-4-15,9 2 14 16,10-1-14-16,1-8 7 16,7 9-16-16,3-1 6 15,4-2 6-15,4-4-11 16,1-3-1-16,5-2 9 16,3-8-6-16,5-3-4 15,0-2 10-15,10-4 1 0,-1-4 2 16,0-4-6-1,-1-5-9-15,0-5-4 0,-3-4 4 16,-1-2 0-16,-2-1-5 16,-4-1 1-16,-3-4-4 15,-3 1 4-15,0-2 5 16,-4-5 2-16,3 0 2 16,-3-4-5-16,-2 1 0 15,-1-1 4-15,2-2 4 16,-2 0 2-16,0 0 1 15,0-9 1-15,4-1 1 16,-5-6-1-16,-2-1-18 16,0-3 0-16,-1 1 0 15,-1-1-1-15,-3-2 1 0,1 0-3 16,-1 2 1-16,0-2 4 16,-2 2-5-1,0-3 0-15,0-1-5 0,-3-2 7 16,2-6-8-16,-2-6 6 15,2-6-5-15,1-4-1 16,-1-5 2-16,1 0-1 16,-2 0 1-16,-3 1-1 15,0-2 0-15,-3 1 0 16,-2-2-1-16,-1-1-4 16,-4 2-8-16,-2-3-29 15,-2 2 10-15,-5 0 4 16,-3 1 4-16,0-4-1 15,0 2-3-15,-11-4-3 16,-3 0-3-16,-6-4-13 0,-2-2 4 16,-5-2 27-16,-6 1 3 15,1 2-20-15,-3 4-8 16,-2 3-7-16,-2 5 1 16,3 0 19-16,-1 4 19 15,-3 1-1-15,2 2-51 16,-1 2 21-16,-2 3 7 15,1 5 9-15,5 4 4 16,-1 6-7-16,3 3 4 16,-1 5 5-16,6 5-1 15,-2 2-3-15,0 1 3 0,3 4 9 16,-1-1-3 0,4 0 3-16,0 4 3 0,5 0 6 15,-2 0-1-15,5 3 1 16,-2 0 0-16,-2 0 0 15,1 0-9-15,-4 0-24 16,3 0-3-16,-4 0 8 16,6 2 7-16,-1 2 12 15,-1-1 1-15,4 0-2 16,1 1 2-16,4-1-2 16,2-2-5-16,2 1-3 15,1-2-9-15,2 1-9 16,1-1-3-16,0 1-5 15,1 1 9-15,-4 1-3 16,2 2-7-16,-8 12-15 0,3-1-7 16,-3-5-463-16</inkml:trace>
  <inkml:trace contextRef="#ctx0" brushRef="#br0" timeOffset="50291.39">20944 10981 734 0,'0'0'215'16,"0"0"-94"-16,0 0 43 15,0 0 68-15,0 0-90 16,0 0 39-16,-47-73-65 0,37 59 28 16,-7 3-30-1,1 0 28-15,-2 0-36 0,-4 1-24 16,-5 2 47-16,-3-1-39 16,-4 4-22-16,-4-2-2 15,0 4-8-15,-4 3-14 16,2 0-20-16,-1 0 6 15,1 0-14-15,1 7-2 16,3 0 3-16,1 2-6 16,-1 0 2-16,2 3-12 15,-1 0 13-15,-2 2-7 16,-2 2-7-16,-2-1 12 16,0 3-6-16,-1-1-4 0,1 0 5 15,0 0-5 1,2-1 5-16,1 1 2 0,2-2-3 15,3 2 0-15,2 0-5 16,0 2 0-16,1-2 5 16,0 5-5-16,2 0 5 15,1 0-6-15,3 1 2 16,1 0-2-16,0 4 1 16,0-1 7-16,0 6-2 15,0 3 4-15,-1 5-1 16,-1 3 2-16,4 6-2 15,0 3 4-15,0 4 2 16,4 0 6-16,1-2-7 16,6 0-13-16,1-3 11 15,4 2 0-15,4 3-1 0,1 0 0 16,0 3-2-16,6 13-1 16,7-7-2-16,4 4 1 15,2 3 7-15,-4-13-13 16,5 9-1-16,-3-2 0 15,0-1-1-15,1 1 1 16,-2-4 0-16,2-1 1 16,-3-5 0-16,1-5-1 15,-2-3 6-15,2-1-5 16,-2-3 0-16,0-4 0 16,0 1 5-16,2-5-5 15,-1-2 9-15,5 0-9 0,-1-3 11 16,1-2-2-1,3-2-1-15,6-5-1 0,3-1 1 16,7-1 1-16,6-1-1 16,4-4 11-16,2 2-1 15,3-5-7-15,-1-3-4 16,0-4-8-16,2-2 0 16,0-1 7-16,0 1-5 15,0-1 7-15,-4-2 1 16,0 0-2-16,-5 0 2 15,-1 0 4-15,-2-2-4 16,-1-2 4-16,-2-2-1 16,0-4 5-16,2-2 0 15,0-2-4-15,1-2-1 16,-1 1-1-16,-2-1 2 0,0 0-2 16,-2-1 1-16,-3 0-2 15,1-3 2-15,0-3-2 16,1-4-1-16,-1-2 4 15,0-5-5-15,4-4-2 16,-4-4 4-16,3-2-10 16,-3-2 8-16,-2-1-9 15,-1 0 8-15,-5-1-7 16,-1-1 16-16,-3 1-1 16,-6-3 5-16,1-1-1 15,-1-3-2-15,-3-2-2 0,0-2-1 16,1 0-6-1,-4-2-1-15,2 0 2 0,-6 2-9 16,-3 1-1 0,-5 0 0-16,0 3-1 0,0-1 1 15,-7-1-1-15,-6 3-16 16,0-4 7-16,0 1 1 16,-4 1-5-16,-1-1-2 15,-2 3-7-15,-5 3 7 16,-1 2 4-16,-5 4-3 15,-2 3-3-15,-3 3 3 16,-1 0-2-16,-5 3 1 0,2 2-4 16,-2 2 14-1,0 3-9-15,3 3-12 0,2 1 17 16,4 3-1-16,3 2 4 16,2 2-11-16,4 3 0 15,0 1 0-15,3 3 3 16,0 1 3-16,-2 2 4 15,-1 0 7-15,0-1-10 16,-3 2 10-16,-1 1 0 16,1 0-9-16,0 2-4 15,-1 1-4-15,1 0 2 16,0 2-4-16,-1 0 1 16,-1 1 10-16,-2 0 1 15,1 0-5-15,1 0-1 16,0 0 1-16,6 0 2 15,3 2 4-15,3 0-4 0,5 1-7 16,4-1-6-16,3 4-3 16,1 1-31-16,-1 12-38 15,2 0-483-15,-1-2-828 0</inkml:trace>
  <inkml:trace contextRef="#ctx0" brushRef="#br0" timeOffset="52926.7">20823 13748 525 0,'0'0'238'0,"0"0"-34"15,0 0 10-15,0 0-23 16,0 0-2-16,0 0-78 15,0 0 19-15,-23-72-4 16,16 66-21-16,-2 1-14 16,-3 2-5-16,-3 3-7 15,-1 0-6-15,-7 0-20 16,-2 13 4-16,-2 6-23 0,0 8 2 16,3 2-7-1,2 6 9-15,6-1-21 0,5-2 1 16,5-3-4-16,6-4 2 15,0-6-10-15,6-2 3 16,12-3 18-16,3-2 15 16,7 1 4-16,2 1-7 15,3 1-5-15,0 1 5 16,-2 2-11-16,-1 1-14 16,-6 0-1-16,-2 3 2 15,-7 1 11-15,-2 2 11 16,-5 3 14-16,-6 0-9 0,-2 0-5 15,0 3 10 1,-14-1-10-16,-7-2-11 16,-1-5-4-16,-4-1-8 0,4-8-4 15,-2-8 3-15,3-6-4 16,5-3-9-16,1-19 0 16,7-7 1-16,4-5 1 15,4-1-1-15,6 1 0 16,8 6 1-16,3 4-1 15,1 7-1-15,-3 4 1 16,0 5-1-16,-3 5-1 16,-1 1-10-16,-1 2-42 15,0 0-55-15,4 0-132 16,-2 0-112-16,-3 0-432 0</inkml:trace>
  <inkml:trace contextRef="#ctx0" brushRef="#br0" timeOffset="53444.4">21121 13316 1265 0,'0'0'253'0,"0"0"47"16,0 0 3-16,0 0-68 15,0 0-95-15,0 0 22 16,0 0-6-16,-33-36-72 16,21 36-39-16,-2-2-17 15,0 2-11-15,-2 0-5 16,5 0 0-16,2 0 0 15,2 0-3-15,2 0-2 16,2 0 2-16,3 5-8 16,0 6 0-16,0 4 5 15,0 9 5-15,0 5 5 16,8 6 19-16,2 1 7 16,-1 6-5-16,-1-2-10 0,2 4 0 15,-1 0 9 1,0-1 7-16,1 1-14 0,-1-4-7 15,0-4-13-15,3-3 2 16,-4-7-4-16,-1-7-1 16,1-8-5-16,-4-3 1 15,2-7-2-15,3-1 0 16,2-6-48-16,11-30-117 16,-3 0-383-16,-4 0-462 0</inkml:trace>
  <inkml:trace contextRef="#ctx0" brushRef="#br0" timeOffset="53834.53">21300 13366 1333 0,'0'0'489'16,"0"0"-282"-16,0 0 57 15,0 0-63-15,0 0-88 16,0 0-64-16,0 0-3 16,28 15 23-16,-25 12 10 15,-3 3 3-15,0 4-21 16,-3-1-19-16,-7-4-20 16,-3 1-11-16,2-10-6 15,1-4-4-15,4-9 0 0,4-5 6 16,2-2 10-16,0-2-1 15,0-7-7-15,10-1-8 16,0 5 1-16,2 1-1 16,1 4-1-16,1 0 0 15,2 0 0-15,0 1 0 16,1 4-1-16,-4 3-17 16,0-3-112-16,-1-5-127 15,-1 0-249-15,-5 0-449 0</inkml:trace>
  <inkml:trace contextRef="#ctx0" brushRef="#br0" timeOffset="54284.68">21384 13229 1560 0,'0'0'527'15,"0"0"-373"-15,0 0 60 16,0 0-44-16,0 0-64 15,0 0-30-15,0 0 31 16,65-44-33-16,-49 38-32 16,-3 3-11-16,-4-2-12 15,-1 2 1-15,-3 2-7 16,-2 1-1-16,0 0-4 16,0 0-7-16,2 5 8 0,8 12 8 15,-3 6 5 1,4 5 4-16,-1 7-1 15,1 4-1-15,-1 2 3 0,-1 3 17 16,0-1 5-16,1 3-12 16,-4-6-8-16,1 0-8 15,-2-5 3-15,0-4-3 16,-4-6-6-16,1-5-2 16,-1-6-2-16,-4-3-5 15,0-6 0-15,0-1 1 16,0-1-6-16,0-1 7 15,-6 1-2-15,-9 2-6 16,-7-1 1-16,-5 1-1 16,-3 1-39-16,-19 3-53 15,6 0-276-15,3-3-683 0</inkml:trace>
  <inkml:trace contextRef="#ctx0" brushRef="#br0" timeOffset="129518.04">24982 2380 641 0,'0'0'203'0,"0"0"-9"16,0 0 19-16,0 0-48 15,0 0-50-15,0 0 8 16,-78-69 41-16,60 63-35 15,0 1-43-15,0 3-14 16,1 2-9-16,1 0-5 16,0 0-26-16,-1 10-15 15,-2 4-6-15,-1 3 6 0,-2 4 9 16,0 5-14-16,0 2-3 16,2 3 21-16,1 3 2 15,4 1 10-15,0 5-8 16,2 1 0-16,6 4-4 15,-1 3 10-15,2 4 29 16,4 4-16-16,1 3 4 16,1-3-17-16,0-2-16 15,0 1 3-15,0-5 4 16,6-2 16-16,7-1-13 16,0-7 2-16,5-1-3 15,3-3 12-15,2-6 9 16,0-2 1-16,1-6-8 0,-3-4-10 15,1-4-4-15,2-3-3 16,0-2 4-16,0-2-2 16,2-3 1-16,-1-4-5 15,2 0-7-15,-1 0 9 16,4-6-16-16,2-8-1 16,1-5-11-16,2-3 7 15,0-2-9-15,-5-2 2 16,0 0-1-16,-1-1 1 15,-3 2-1-15,-3 0 1 16,0-2 5-16,-4-1-6 16,0-1-1-16,-2-2-6 0,-2-3-9 15,-3 0-18 1,-3-4 19-16,-2-2 7 0,-4-3-19 16,-3-6-10-16,0-1-3 15,-1 1 2-15,-11 2 22 16,-3 4-2-16,-1 5-3 15,-4 2-18-15,-1 2-11 16,0 5 1-16,-1 0 10 16,-1 4-4-16,0 0-3 15,-1 2-1-15,0 1 0 16,0 0-2-16,0 4-6 16,2 1-6-16,2 2 16 15,3 7 12-15,1-1 4 0,2 3-5 16,1 2 3-16,-1 2-4 15,-4 2-6-15,-10 5-6 16,-39 33-40-16,6 0-15 16,-12-1-1046-16</inkml:trace>
  <inkml:trace contextRef="#ctx0" brushRef="#br0" timeOffset="187696.09">5649 13290 867 0,'0'0'874'16,"0"0"-659"-16,0 0-61 15,0 0 13-15,0 0 6 16,0 0-9-16,0-17-42 16,0 17-56-16,1 0-29 15,5 7-16-15,6 10 9 16,5 7 21-16,0 4 15 16,3 2-14-16,-1-4-10 15,-4-3-8-15,0-8 5 16,-3-3-1-16,0-8 2 15,4-4 1-15,10 0-1 0,20-33 11 16,27-30-9-16,21-27-17 16,8-11-13-16,-19 13-12 15,-20 27 0-15,-24 22-1 16,-8 9-8-16,6 1 3 16,-1-5-3-16,-1 4 3 15,-6 3 6-15,-9 2 0 16,1 3 1-16,-4 4 0 15,-5 2-1-15,-3 6-1 16,-3 3-10-16,-3 3-4 16,-3 4 0-16,0 0-4 15,0 0-14-15,0 0-10 16,0 0-11-16,0 1-17 0,-27 46-43 16,-3 0-59-16,-11 6-143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19:17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17656 9883 189 0,'0'0'120'0,"0"0"-120"16,0 0 0-16,0 0 299 15,0 0-18-15,2-8-135 16,-2 5-39-16,0 0 9 16,0 0 13-16,0 1-13 15,0 2-14-15,0-3 10 16,0 3-8-16,0 0-5 0,0 0-15 16,0 0-29-1,-2 0-22-15,-1 5 5 0,2 7 28 16,-2 0-7-16,1 5-11 15,2 0-16-15,-1 3-1 16,1 1-7-16,0-1 3 16,0-2-9-16,0-2-2 15,0-4-9-15,0-3-6 16,0-2 1-16,0-1 4 16,0-5-5-16,0 1 8 15,-2-2-7-15,2 0-1 16,-1 1 8-16,-7-1-8 0,1 3 6 15,-8 1-5-15,-6 0 0 16,-4 0-1-16,-7 0 1 16,0-1-1-16,-6 0 0 15,-3-3 0-15,-6 0 0 16,-5 0 0-16,-8 0 1 16,-4 0-1-16,-6-1 0 15,-4-3 0-15,0 2 0 16,-1-1 0-16,-2 0 1 15,1 2-2-15,2 0 2 16,-2-2-1-16,1-1 1 16,0 1-1-16,-1 2-1 15,1-4 2-15,3 2-2 0,1-2 0 16,7 2 1 0,8 0-1-16,7-1 0 0,8-1 0 15,10 1 1-15,7 1 0 16,7 1 0-16,4 0-1 15,4 1 0-15,0 1 1 16,-1 0-1-16,1 0 1 16,-3 0 0-16,-1 0-1 15,0 0 0-15,2 0 1 16,-1 0 0-16,3-2-1 16,0 2 1-16,3 0 0 15,1-3 11-15,1 3 19 16,-1-5 0-16,2 2 2 15,-1-1 3-15,1-1-2 16,0-3-7-16,2-1-9 0,1-3-9 16,0-2 0-16,0-1-8 15,0-2 6-15,0-2-6 16,0 0 0-16,0 2 6 16,1-3-6-16,-1 3 0 15,0-2 0-15,0 2-1 16,0 3 6-16,0 3-5 15,0 2-1-15,0 5 2 16,0 1 17-16,0 2-1 16,0 1-4-16,0 0-13 15,-6 4 1-15,-3 9-1 16,-3 6 0-16,-1 0 0 16,0 1-1-16,2-2 2 0,0-4-1 15,4-2 0-15,-2-5 0 16,4-1-1-16,1-6 2 15,3 0 7 1,-1 0-2-16,2-17 8 0,0-3-14 16,2-3 10-16,10-1-5 15,2 3-5-15,2 5 7 16,3 3-7-16,0 6-1 16,1 2 0-16,2 5 1 15,0 0-1-15,-2 0 0 16,-1 14-12-16,0 6-45 15,-1 7-82-15,8 21-118 0,-5-4-380 16,-3-5-737-16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3:53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14369 7475 563 0,'0'0'1054'15,"0"0"-671"-15,0 0-75 16,0 0-86-16,0 0 12 16,0 0-38-16,-7 9-71 15,7-9-51-15,4 3-26 16,11 0-6-16,10 2-15 16,6-1 0-16,5-3-12 0,3-1-15 15,-2 0 6-15,-4 0-6 16,-3-8-42-16,-8 2-103 15,-8-5-178-15,-8 5-286 16,-6 1-512-16</inkml:trace>
  <inkml:trace contextRef="#ctx0" brushRef="#br0" timeOffset="198.73">14320 7624 1209 0,'0'0'858'15,"0"0"-551"-15,0 0-92 16,0 0-3-16,0 0-33 16,0 0-73-16,0 0-28 15,34 3-30-15,-3-3-21 0,8 0-15 16,0-3-12-16,4-1-69 16,-9 0-236-16,-10 3-630 0</inkml:trace>
  <inkml:trace contextRef="#ctx0" brushRef="#br0" timeOffset="6831.38">17763 14045 182 0,'0'0'234'0,"0"0"-133"0,0 0-3 16,0 0 79-16,0 0-25 15,0-6-41-15,-3 4 9 16,-10 2-43-16,-6 0-55 16,-9 0-22-16,-10 0-1 15,-7 2-84-15,-8 4 30 16,-7 2-17-16,-16 3-47 16,-21 6-37-16,-22 3 54 15,17-1 32-15,11-5-39 0</inkml:trace>
  <inkml:trace contextRef="#ctx0" brushRef="#br0" timeOffset="15512.2">16139 9230 104 0,'0'0'375'0,"0"0"-375"16,112-92-45-16</inkml:trace>
  <inkml:trace contextRef="#ctx0" brushRef="#br0" timeOffset="17050.95">16157 8839 405 0,'0'0'122'0,"0"0"20"16,0 0 5-16,0 0 9 15,0 0-25-15,0 0-29 16,0 0-1-16,-22-20-15 16,13 17-8-16,-2 1 19 0,-2-3 2 15,-6 3-30 1,-1-1 52-16,-4 0-61 0,-7 1-23 15,-4-3 1-15,-6 5-4 16,-2 0-7-16,-5 0 19 16,-2 0-9-16,0 0-2 15,-4 0 2-15,2 0-1 16,-2 0-13-16,1 0 7 16,1 3-4-16,2 4-12 15,3 0 1-15,2 4-14 16,0 0 1-16,2 2-1 15,-2 2 14-15,2 1-14 0,-2 2-1 16,0 2 0 0,-1 2 0-16,1 0 2 0,2 2-1 15,1-1 7 1,5 2-7-16,1 0-1 16,2 4 0-16,-3 0 11 0,5 5 2 15,1 0-3-15,1 4-2 16,5 0-1-16,5 3-6 15,2 1 11-15,6 5-2 16,5 3-4-16,3 1 11 16,4 0 15-16,0-1-2 15,5 0 6-15,7 0-8 16,5-2 0-16,-1-1 13 16,3 0 17-16,3-1-6 15,5 3-3-15,1-3-16 0,5-2 15 16,4-1-21-16,0-4 15 15,5-3-14-15,1-3-7 16,2-3 7-16,2-2-13 16,0-5 0-16,-1-4 8 15,-1-5 2-15,-2-2 4 16,0-5-16-16,-1-3 1 16,-2-1-4-16,1-1 2 15,-1-2 0-15,3 0-1 16,-1 0-10-16,-3-3 5 15,4-5-4-15,-5 1 4 16,2 0-5-16,0-3 5 16,-1 0-5-16,0-4 14 0,0-1-7 15,2-2-2 1,1-1 0-16,0-2-5 0,-2 0 5 16,0 1-5-16,-3 0 0 15,-6 2 9-15,-3 0-10 16,-4 0 0-16,1-1 1 15,-3 0-1-15,-2-4 4 16,0-2-4-16,3-1 0 16,-3-4-1-16,2 1 1 15,-3 1-1-15,0-2 0 16,-2-1-8-16,-1 1 1 16,-2-4-2-16,-2-1 4 15,0-3 0-15,-2-4-8 16,0-2-8-16,-4-1-7 15,-1-2 17-15,-4 0 2 0,-1 0 4 16,0 1-3-16,0 3-2 16,-1 2 11-16,-7 2-1 15,-1 3-32-15,-1 1 13 16,1 2-4-16,-3 3 2 16,1 2-5-16,2 2 12 15,-2 2-22-15,2 2-1 16,-2 0 17-16,-1 2 15 15,0 0-10-15,-1-1-3 16,0 2 4-16,-1 0 3 16,-2 2 6-16,0 1-8 15,-1 1-1-15,-1-1-9 0,1 1 1 16,0 2 2-16,0-1 4 16,1 2-1-16,-3 1-22 15,2 0 25-15,-2 3 6 16,-1 1-12-16,-2 2 7 15,-2 2 13-15,-3-1 1 16,-1 3-1-16,-3 0-26 16,-5 3 17-16,-5 9-11 15,-6 9-7-15,-33 21-23 16,9-4-22-16,-1-1-1024 0</inkml:trace>
  <inkml:trace contextRef="#ctx0" brushRef="#br0" timeOffset="19028.96">11072 12560 859 0,'0'0'132'16,"0"0"-80"-16,0 0 56 15,0 0-12-15,0 0-40 16,0 0-25-16,-1-24-15 16,1 24-3-16,-2 0-7 15,1 0-6-15,-1 0-22 16,-1 0-23-16,2 0-5 15,-2 0-43-15,0 0 28 16,0 0 24-16,-1 1 20 16,1 4-4-16,0-2-144 15,0-1-110-15</inkml:trace>
  <inkml:trace contextRef="#ctx0" brushRef="#br0" timeOffset="19359.8">13603 12417 793 0,'0'0'0'0</inkml:trace>
  <inkml:trace contextRef="#ctx0" brushRef="#br0" timeOffset="19645.9">11269 12557 952 0,'0'0'98'0,"0"0"-98"0,0 0-2 15,0 0 2 1,0 0 0-16,114-20 0 0,-76 20-96 16,1 0-165-16</inkml:trace>
  <inkml:trace contextRef="#ctx0" brushRef="#br0" timeOffset="19856.6">13368 12482 1077 0,'0'0'226'15,"0"0"-226"-15,0 0-348 16,0 0 171-16,0 0-500 0</inkml:trace>
  <inkml:trace contextRef="#ctx0" brushRef="#br0" timeOffset="23186.15">8194 18103 1094 0,'0'0'360'16,"0"0"-122"-16,0 0 30 16,0 0-23-16,0 0-84 15,0 0-46-15,0 0-20 16,-23-3 2-16,23 1 4 16,0-5 2-16,6-3 0 15,11-4-9-15,8-2-31 16,6-4-9-16,5-1-34 15,4 1 1-15,-1 0-21 0,-1 5 1 16,0-2 0-16,-7 4 0 16,-8 3-1-16,-1 3-10 15,-7 4-94-15,-8 3-126 16,-7 0-62-16,0 10-218 16,0 3-96-16</inkml:trace>
  <inkml:trace contextRef="#ctx0" brushRef="#br0" timeOffset="23442.61">8219 18298 905 0,'0'0'407'16,"0"0"-201"-16,0 0 5 15,0 0 9-15,0 0 34 16,0 0-75-16,0 0-8 15,27 13 36-15,0-23-46 16,8-6-41-16,7-9-40 16,3-5-29-16,2-1-30 15,1-3-12-15,3 1-9 16,-3 1-5-16,16-7-153 16,-15 3-300-16,-11 11-647 0</inkml:trace>
  <inkml:trace contextRef="#ctx0" brushRef="#br0" timeOffset="24327.24">10491 17466 1239 0,'0'0'502'0,"0"0"-305"16,0 0 9-16,0 0-2 15,0 0-22-15,0 0-48 16,-13 0-32-16,13 0-49 15,8 0-15-15,13-11 21 16,7-2 13-16,5-4-36 0,4 0-19 16,-1 3-10-16,0-3-6 15,-3 6-1-15,-5 5-55 16,-4 1-106-16,-8 5-76 16,-13 0-133-16,-3 8-345 15,0 3-728-15</inkml:trace>
  <inkml:trace contextRef="#ctx0" brushRef="#br0" timeOffset="24510.92">10542 17590 1753 0,'0'0'374'0,"0"0"-245"16,0 0-69-16,0 0 107 15,0 0-54-15,0 0-59 16,120-61-29-16,-72 42-19 15,-1 2-6-15,1 5-67 16,-11 3-221-16,-18 6-697 0</inkml:trace>
  <inkml:trace contextRef="#ctx0" brushRef="#br0" timeOffset="29876.46">16991 11311 836 0,'0'0'210'0,"0"0"-41"15,0 0 3-15,0 0 4 16,0 0-20-16,0 0-41 16,0 0-19-16,-50-18-11 0,30 14-6 15,-7 4 19 1,-1 0-16-16,-4 0-13 0,-1 0-21 15,-2 0-1-15,0 7-5 16,-2 1-5-16,1 2-12 16,-1 0 2-16,1 1 7 15,-1 4-13-15,-2-1-6 16,0 3-5-16,-1 3 2 16,0 1-3-16,1 1-1 15,2-1 1-15,-1 1-1 16,4 1 3-16,-2-2 4 15,5 2-3-15,1-2-5 16,2 0 1-16,4 1-8 0,-3 3 6 16,-1 1 1-1,-1 3-5-15,1 2 13 0,0 1-1 16,2 1-12-16,3 2 7 16,1 2-9-16,2 2 11 15,6 0 4-15,-2 4 6 16,6 1 0-16,0 1-2 15,3 1-4-15,3 3 12 16,1 1-9-16,1-2 7 16,2 3-1-16,0 0-12 15,0 1 2-15,8 0-1 16,-1-2 5-16,2 1-18 16,-3-4 1-16,0 3 0 0,1-2 5 15,0 0-4 1,1-1-1-16,-2-5 8 0,-1-2-8 15,1 1 10-15,1 3-10 16,-3-3-1-16,1 3 8 16,0 0-7-16,-1 1-1 15,-1-1 7-15,0 1 8 16,0-3-6-16,0-2-1 16,-2-1-7-16,1 0 9 15,-1 2-9-15,0 0 7 16,-1 0-1-16,0 1-7 15,0 1 0-15,0 0 2 0,-4 1 5 16,-1-2 1 0,0-3-2-16,2-2-5 0,-1-5 10 15,2-3-6 1,2-3-4-16,-1-1 6 0,1-1-7 16,0-2 0-16,0 2 1 15,0 1 0-15,0 3 5 16,1 1 6-16,1-3-6 15,1-1 0-15,1-3-6 16,2-3 11-16,4-4-10 16,1-1-1-16,5-4 7 15,1-2-7-15,5-1 0 16,2-2 11-16,4-3-10 16,2-2 5-16,6 0-5 15,4 0 0-15,5 0 0 0,3-2 1 16,2-6-1-1,5 1 0-15,-1 0 1 0,2-1-2 16,0-1 0-16,-2-1-7 16,-1 1 7-16,-2-2-1 15,3-4 0-15,-3-1 0 16,4-1 1-16,-3-4-1 16,1 1 1-16,0 3 7 15,-4-2-6-15,0 4-1 16,-3 1 0-16,-2 1 1 15,-4-1-1-15,1 2-1 16,-1 1 1-16,-3 0-1 16,-1 0 0-16,-1-1 0 0,-3 1 1 15,-2 1 0 1,-1-1 0-16,-1 1 0 0,-2-1 0 16,2 0 0-16,1 0 0 15,-1 0 0-15,1 2 0 16,-1-3 0-16,-1 2-5 15,-2 0 5-15,-2 1 0 16,-1-2-1-16,-3 2 1 16,-1-3-1-16,2 0 1 15,-1-2 1-15,1-1-1 16,-1-2 6-16,1 0-6 16,-3-2-1-16,1 0 1 0,-3-1-1 15,-2 1 1 1,-2 0 0-16,-2-1 1 0,-1 0 7 15,-1-3-8-15,-4-5 0 16,1-5 0-16,-1-5 7 16,0-5-6-16,1-6-1 15,2 0-5-15,-3-2 4 16,2 1 1-16,-4 3 0 16,1 5 1-16,-2 1 13 15,0 1-7-15,0-1 9 16,-9 1-7-16,-3-5 6 15,0-4 2-15,-4-6-1 16,2-3-2-16,-3-2-1 16,1-1-7-16,-1 3 9 15,0 3-3-15,-1 2-6 16,2 0-5-16,-2 3-1 16,2-3 0-16,-1 0-11 0,-2-1-2 15,1-2-11-15,-2-2 3 16,3 1 3-16,-1-1-11 15,1 0 6-15,1 2-13 16,0 0 16-16,0 0-8 16,0-1-19-16,0 1-5 15,-4 3 20-15,0 4 17 16,-2 6 0-16,0 2 0 16,0 5-10-16,-2 4-21 15,3 0-10-15,-2 3 22 16,2 2 4-16,4 4 14 0,-2 1 8 15,1 7 7 1,0 1-17-16,-3 1 0 0,-1-1 9 16,-4 2-6-16,-4-2-19 15,-3 1 24-15,-4 1-4 16,-3-1-4-16,-4 0-2 16,-2 3-25-16,-3 0 5 15,1 2 26-15,-2 1 14 16,2 1-2-16,2-1-4 15,4 3 6-15,3 0-2 16,7 2-5-16,2 1 5 16,1 1-12-16,5 0-4 15,-1 0-3-15,1 0 2 16,-3 4 7-16,1 2-3 16,2-2 1-16,3 2 13 0,3-2-11 15,6-1-15-15,4-2 4 16,4 1-20-16,4 3-14 15,7 2-61-15,10 2-58 16,2-4-152-16</inkml:trace>
  <inkml:trace contextRef="#ctx0" brushRef="#br0" timeOffset="30040.6">16660 11174 1741 0,'0'0'153'0,"0"0"-109"0,-97 2-44 15,58-1-3-15,-4-1-1420 0</inkml:trace>
  <inkml:trace contextRef="#ctx0" brushRef="#br0" timeOffset="35572.2">19432 14011 1013 0,'0'0'328'0,"0"0"-81"16,0 0 101-16,0 0-10 15,0 0-154-15,0 0-50 16,-4-10 1-16,25 10-20 0,13-1 12 16,28-2 14-1,29-3-24-15,32-3-26 0,16-2-33 16,-3-2-23-16,-7-2 2 16,-18-2-7-16,-7-1-10 15,-8-4-20-15,-20 2 13 16,-16 4-5-16,-17 3-7 15,-12 1 7-15,0 2-8 16,1-3 2-16,-4 0 8 16,-10 4-8-16,-6 5-3 15,-8 2 1-15,-2 2-12 16,-2 0-27-16,0 5-114 0,-39 26-198 16,2-2-209-16,-14 0-407 0</inkml:trace>
  <inkml:trace contextRef="#ctx0" brushRef="#br0" timeOffset="35833.61">19647 14355 2082 0,'0'0'349'16,"0"0"-233"-16,0 0 6 15,99-15 173-15,2-9-106 0,31-6-87 16,5-1-17-16,-12 5-27 16,-35 4-31-16,-32 10-10 15,-16 1-11-15,-8 3-5 16,-2-2-1-16,-2 0-8 16,-3-4-61-16,-20-11-109 15,-5 1-301-15,-2-2-643 0</inkml:trace>
  <inkml:trace contextRef="#ctx0" brushRef="#br0" timeOffset="36893.68">20185 10764 914 0,'0'0'306'15,"0"0"-52"-15,0 0 24 0,0 0-44 16,0 0-61-16,0 0-19 16,0 0-16-16,-26-46-9 15,16 43 8-15,-4 3-43 16,-4 0-49-16,-1 3 16 15,-2 9 10-15,-1 4-41 16,2 0-9-16,4 5-2 16,4 1-10-16,5 2-8 15,7 0-1-15,0 3 2 16,3 2 13-16,13 0 7 16,4-2 10-16,2 2 1 15,1-1-3-15,1-1 3 16,-3 0 1-16,-1 0-7 0,-1-3 2 15,-5 2-3 1,-6-2-2-16,-6-1-4 0,-2-1-1 16,-2-1-2-16,-14-2-2 15,-5-2-5-15,2-7-2 16,-4-6-2-16,3-4 0 16,1-7 1-16,5-14-7 15,2-6 0-15,7-2-5 16,5 2-12-16,0 1-7 15,3 5-10-15,11 3-29 16,2-1-69-16,12-8-131 16,-5 3-101-16,-2 0-530 0</inkml:trace>
  <inkml:trace contextRef="#ctx0" brushRef="#br0" timeOffset="37404.06">20454 10397 1099 0,'0'0'530'0,"0"0"-248"16,0 0-2-16,0 0-54 15,0 0-38-15,0 0-38 16,0 0-93-16,-94 6-5 16,76 2-18-16,2-1-8 15,2-2-4-15,6 0 2 16,2 0-10-16,4-1-9 15,1 3-5-15,1 4 0 16,0 3 5-16,0 6 10 16,3 2 2-16,3 6 8 0,0 1-1 15,1 5 4-15,-1 2 7 16,-3 0 1-16,2 0-6 16,-2 1-6-16,1-4 1 15,2 0 1-15,0-4-4 16,0-3-8-16,1-5 0 15,2-2-14-15,-3-7 0 16,2-4-1-16,-1-5-52 16,14-6-122-16,-4-15-154 15,2-6-610-15</inkml:trace>
  <inkml:trace contextRef="#ctx0" brushRef="#br0" timeOffset="37733.61">20569 10568 1386 0,'0'0'383'0,"0"0"-43"15,0 0-144-15,0 0-71 16,0 0-39-16,0 0 57 16,0 0 40-16,8 81-54 15,-8-56-46-15,0 2-24 16,-12-4-25-16,0-1-26 15,-3-4-7-15,4-4 1 16,3-7-1-16,3-3-1 16,5-4 12-16,0 0-12 15,0 0-11-15,0 0-1 16,2 0 3-16,11 0 9 16,2 0-14-16,6 0 13 0,4 0-20 15,0 0-37-15,1 0-104 16,4 0-62-16,-6-1-268 15,-7-9-473-15</inkml:trace>
  <inkml:trace contextRef="#ctx0" brushRef="#br0" timeOffset="38144.79">20711 10299 1555 0,'0'0'366'0,"0"0"-72"15,0 0-121 1,0 0-45-16,0 0-34 0,0 0-38 16,0 0-17-1,65-5-15-15,-44 5-5 0,-1 0 1 16,-5 0 0-16,-2 0-9 16,-4 0 2-16,1 11 1 15,0 6 10-15,-3 8 20 16,2 6 12-16,-3 9 8 15,-2 6 2-15,-2 5-5 16,-2 2 2-16,0 2-12 16,3-4-15-16,1-2 10 15,2-4-16-15,1-1-3 16,3-3 0-16,-1-2-1 16,1-3-7-16,-3-9-11 0,0-4-7 15,-3-6 0-15,-2-6 5 16,-2-5-6-16,0-3 0 15,-13-1 1-15,-10-2 5 16,-10 0-6-16,-8-22-160 16,7 2-501-16,9-5-1353 0</inkml:trace>
  <inkml:trace contextRef="#ctx0" brushRef="#br0" timeOffset="38829.42">21635 10914 897 0,'0'0'1144'0,"0"0"-678"15,0 0-126-15,0 0-41 16,0 0-196-16,0 0-58 0,0 0-18 16,-13 24 3-16,-2-7-5 15,-1 6 10-15,-2 2-4 16,0 2 4-16,0 3-5 15,2-2-2-15,2-1-8 16,1-2-8-16,1-2 0 16,1-4-3-16,4-3-9 15,-3-3 0-15,5-2-1 16,-1-3-9-16,2-2-5 16,-1-4-68-16,-8-5-152 15,4-13-426-15,-3-3-951 0</inkml:trace>
  <inkml:trace contextRef="#ctx0" brushRef="#br0" timeOffset="39095.3">21406 10909 1802 0,'0'0'499'0,"0"0"-232"16,0 0 85-16,0 0-146 15,95 60-107-15,-62-31-31 16,0 0-16-16,0-2-4 16,-3 0-3-16,-5-3-6 0,-1-3-9 15,-8-3-9-15,-1-2-6 16,-6-4-14-16,-1-2 5 16,-5-5-6-16,0 0 0 15,-2-5-21-15,0 0-165 16,-1 0-515-16</inkml:trace>
  <inkml:trace contextRef="#ctx0" brushRef="#br0" timeOffset="41240.05">23653 12097 553 0,'0'0'227'0,"0"0"-31"16,0 0 52-16,0 0-25 16,0 0 5-16,0 0 8 15,4-21-22-15,-4 18-56 16,-4-2-28-16,-7-1-22 15,-6-1 4-15,-3 0 3 16,-6 1-6-16,-3 1-3 0,-4 0-42 16,-3 1-22-16,0 1-17 15,-2 3-7-15,2-3-6 16,0 3-1-16,0 0 2 16,-3 0-2-16,-1 0 1 15,-2 0-3-15,-1 0-9 16,-2 0 2-16,-1 3-1 15,-4 4 1-15,1 2 7 16,0-2-2-16,-2 4-1 16,-1 1 0-16,3-1 0 15,-2 1 6-15,1 3-6 16,2-1 0-16,1 1-4 16,6-1-2-16,0 2 0 0,3-2 0 15,2 1 1-15,2 1 1 16,-1-1 5-16,0 3-6 15,1-2-1-15,2 0 1 16,2 2 6-16,1-4-5 16,3 2-1-16,2 0 5 15,0 0 0-15,1 2 0 16,3 1-6-16,-4 0 1 16,-2 3 0-16,0 0 0 15,1 1 7-15,0 0 4 16,0 1-11-16,3 1 5 15,0 2-5-15,2 1 0 16,-1 3 5-16,5 3 3 0,2 2-3 16,2 3 3-1,4-1 1-15,0 3-4 0,3-2 5 16,1 3 5-16,2 0 2 16,1 0 2-16,1 2 1 15,0 1-8-15,0 0 4 16,0 0-1-16,4 1-5 15,3-5 4-15,0 3 7 16,5-2 5-16,1 1 5 16,7 0-19-16,1-3-4 15,6-1 0-15,2 0-1 16,6-3-2-16,5-3 1 16,3-4-5-16,5-3 7 0,2-5-2 15,6-5 7-15,2-4-5 16,3-4 0-16,0-4 1 15,2 1 1-15,-2-2-10 16,0 0 15-16,0-3-15 16,1 0-1-16,-3 0 1 15,1 0 5-15,-3 0 0 16,-1 0 0-16,-2-7-6 16,-2-3 2-16,-1-1 10 15,-2-1 0-15,-4-5-2 16,1-3-2-16,-4-6 1 15,7-3 3-15,-3-4-6 16,3-2-5-16,2-4 14 0,-5 1-15 16,0 1 6-16,-5-1-6 15,-2 1-1-15,-3-4 1 16,-1 2-15-16,-4-2 3 16,1 0 1-16,-2-1 4 15,-1-1-7-15,-1 0-2 16,-2 2-1-16,0 0-10 15,-4-1 0-15,-1 1 26 16,-5-1 0-16,-2-3-9 16,1 0-11-16,-5-2-6 15,0 3 1-15,-3 4 2 16,-3 1 6-16,-2 5 3 16,-2-1 6-16,0 3 8 15,0 0 0-15,-3 1 1 0,-7 2 0 16,-3-3 0-16,-2 3-17 15,-3 1-4-15,-1 0 2 16,-1 1 7-16,-2 3-2 16,1 1 4-16,-1 3 4 15,1 5-3-15,4 3-3 16,1 3 6-16,4 2 5 16,0 2 0-16,0 0 0 15,-1 1-8-15,0 1 0 16,-4 0 0-16,-1 1 3 15,-3-1 0-15,-1 0-2 16,0 3 2-16,1-1 0 16,3 1 6-16,3 0-8 0,0-1 1 15,5 1-1 1,2-1 1-16,0-1-3 0,2 1-2 16,4 1-3-16,0-2-3 15,1 1-3-15,1-1-14 16,0-1-8-16,0-6-23 15,4 2-111-15,5-1-574 0</inkml:trace>
  <inkml:trace contextRef="#ctx0" brushRef="#br0" timeOffset="41419.39">23752 12151 1497 0,'0'0'898'0,"0"0"-770"0,0 0 36 16,0 0-69-16,0 0-95 15,0 0-133-15,0 0-236 16,-1-10-850-16</inkml:trace>
  <inkml:trace contextRef="#ctx0" brushRef="#br0" timeOffset="42967.56">22480 10751 1242 0,'0'0'338'0,"0"0"49"0,0 0-85 15,0 0-65-15,0 0-52 16,0 0-12-16,-52-40-57 16,34 37-25-16,-9 3-17 15,-1 0-10-15,-2 0-17 16,-2 6-23-16,3 6-9 15,-1 0-5-15,3 4-4 16,5 3-4-16,4 1 7 16,3 0-3-16,6 3-5 15,6 1 1-15,3-2 0 16,0 1 5-16,0-3-7 16,12-3-5-16,3-4 4 15,4-1 1-15,0-7-1 0,3-2 0 16,-3-3 1-16,0 0-1 15,-1-6-7-15,-5-8 0 16,0-5-1-16,-2-3 2 16,-3 0 6-16,-1 1 0 15,-2 3 1-15,0 7 0 16,-3 1 7-16,-1 5-7 16,1 2 0-16,-2 1 0 15,0 2 1-15,2 0 1 16,1 14-1-16,0 11 0 15,6 6 13-15,-1 5 14 16,0 1-4-16,1-1 16 16,-1 2-5-16,2-6-4 0,-2 0-1 15,0-8-17 1,2-3-12-16,-2-4-1 0,0-5 0 16,2-7-4-16,5-5-59 15,18-18-99-15,-3-10-337 16,-2-8-608-16</inkml:trace>
  <inkml:trace contextRef="#ctx0" brushRef="#br0" timeOffset="43401.65">22674 10171 1788 0,'0'0'392'16,"0"0"-114"-16,0 0-64 16,0 0-83-16,0 0-69 15,-100 5-31-15,74 5 9 16,5-1 4-16,1-2-17 15,5-2-9-15,7 0 0 16,4-1-2-16,1 2-15 0,3 7 1 16,0 3 4-1,0 10 4-15,1 4 5 0,9 5 11 16,4 3 16-16,0 4 1 16,-1 2-5-16,2 0-13 15,-2-3-1-15,-1 0-3 16,-3-4-9-16,0-2-3 15,-3-5-4-15,-1-4-5 16,-1-8-1-16,-1-5-71 16,2-13-179-16,-1-5-205 15,3-14-447-15</inkml:trace>
  <inkml:trace contextRef="#ctx0" brushRef="#br0" timeOffset="43629.48">22774 10340 1788 0,'0'0'393'0,"0"0"-124"15,0 0-87-15,0 0-40 16,0 0 38-16,0 0-81 16,21 88-48-16,-14-56-11 15,-1-2-7-15,-1-1-13 16,-2-3-14-16,0-6-6 15,0-3-57-15,-3-17-220 16,0 0-304-16,0-6-542 0</inkml:trace>
  <inkml:trace contextRef="#ctx0" brushRef="#br0" timeOffset="44056.6">22814 10115 1692 0,'0'0'502'0,"0"0"-314"0,0 0-41 16,0 0-22-16,0 0-23 15,0 0-40-15,0 0-24 16,96-17-11-16,-80 14-1 16,-7 0-3-16,-4 1-2 15,-1 2-5-15,-3 0 1 0,1 0-4 16,0 0-2-1,2 0-1-15,2 9-4 0,3 7 12 16,1 11 18 0,2 5 4-16,0 6-1 0,0 7-3 15,-3 3-7-15,0 4 1 16,-2 2 7-16,2 1-2 16,-1-4-12-16,-2-3-8 15,0-6-7-15,-1-6 5 16,-3-8 10-16,-1-9-5 15,-1-3-6-15,0-8-5 16,0-4-5-16,0-1-1 16,-7-3 11-16,-12 0 3 0,-11 0-15 15,-5 0-22 1,-15-11-123-16,9-6-392 0,9-5-548 16</inkml:trace>
  <inkml:trace contextRef="#ctx0" brushRef="#br0" timeOffset="44535.51">23357 9691 1588 0,'0'0'499'15,"0"0"-122"-15,0 0-224 16,0 0-84-16,0 0-29 16,0 0-15-16,0 0-4 15,-11-11 0-15,11 27 0 16,0 9-2-16,0 7 48 16,3 6 1-16,2 3 1 0,-2-2-20 15,0-3-6-15,0-1-7 16,-3-4-21-16,0-4 0 15,0-4-15-15,0-6 6 16,0-4-6-16,0-6-16 16,0-7-56-16,-14-15-190 15,1-9-298-15,-1-7-1127 0</inkml:trace>
  <inkml:trace contextRef="#ctx0" brushRef="#br0" timeOffset="44881.42">23153 9749 1543 0,'0'0'571'16,"0"0"-253"-16,0 0-165 15,0 0-92-15,0 0-31 16,0 0-9-16,92-38-3 15,-49 26 10-15,2 3-11 16,7-1-5-16,2 0 40 16,1-1-3-16,1 1-21 15,-4 0-17-15,-5 2-1 16,-10 1-8-16,-7 0 5 16,-10 2-6-16,-7 3 1 15,-7-1 8-15,-4 3-10 16,-2 0-1-16,0 0 0 0,0 0-15 15,-4 0-30-15,-53 14-28 16,-2 4-27-16,-12 0-491 0</inkml:trace>
  <inkml:trace contextRef="#ctx0" brushRef="#br0" timeOffset="53820.11">15565 15369 525 0,'0'0'264'0,"0"0"-38"15,0 0-6-15,0 0 6 16,0 0 33-16,0 0-35 16,-12-81-42-16,3 73-20 15,-4 2-21-15,-4 2-15 16,-7 4-29-16,-9 0-21 16,-11 18-18-16,-6 10-16 15,-5 8-3-15,2 10-4 16,5 3-3-16,10-1-11 0,13-1-8 15,10-5-2-15,12-3-11 16,3-2-9-16,11-2 8 16,14-1 0-16,5-1 1 15,3 0 0-15,1 3 6 16,-3 0-6-16,-2 5-2 16,-8 1 2-16,-8 3 0 15,-8 1 0-15,-5 4 10 16,-3-1-8-16,-18-2 13 15,-9-2-8-15,-5-3 1 16,0-5-7-16,1-4 1 16,2-10-1-16,8-7-1 0,8-8 1 15,4-4 0 1,8-2-1-16,1 0-1 0,3-2-13 16,0 0 4-16,0 3-7 15,0 6 2-15,13 8 8 16,2 10 7-16,3 12 0 15,3 23 8-15,0 26-2 16,-5 26 22-16,-9 11 11 16,-4-2-5-16,-3-9 5 15,0-19-12-15,0 1 0 16,0-7 0-16,-3-3-6 16,-4-18-7-16,1-13 1 15,3 10 4-15,2 10 1 0,-1 15-2 16,2-1-2-16,-1-23-4 15,-1-25-3-15,2-6-8 16,0 2 6-16,0 5-6 16,0 1 7-16,0-5-8 15,2-3 1-15,-1-3 0 16,2-6 0-16,-1-2 9 16,-1-5-9-16,2-4-1 15,-3-5 1-15,3-7-1 16,-3-2 1-16,3-1 0 15,1 0 5-15,2-1-5 16,3-8-1-16,3-2 1 16,0-1-1-16,-2 2 0 15,1-1-24-15,-2-2-28 16,0 3-26-16,-2-2-93 0,-4-8-166 16,-1 5-344-16,-2-1-1173 15</inkml:trace>
  <inkml:trace contextRef="#ctx0" brushRef="#br0" timeOffset="53982.75">15280 18169 2237 0,'0'0'543'15,"0"0"-532"-15,0 0-11 16,0 0-37-16,0 0-30 0,0 0-547 0</inkml:trace>
  <inkml:trace contextRef="#ctx0" brushRef="#br0" timeOffset="78238.56">749 9682 730 0,'0'0'957'0,"0"0"-615"15,0 0-51-15,0 0-21 16,0 0-64-16,0-14-84 15,0 20-54-15,13 17-32 16,7 11 31-16,1 9-16 16,0 11-8-16,-5 6 5 15,-8 2-7-15,-8-1-13 16,0-4-5-16,-24-2-6 16,-2-5-16-16,-8-8 0 15,-3-6 6-15,3-12-5 0,4-8 2 16,3-16-3-1,7-4-1-15,4-37 17 0,7-7-16 16,7-8 7-16,2-2 0 16,11 14-7-16,10 5-2 15,1 16-4-15,5 10 4 16,0 10-1-16,3 3 1 16,0 5 1-16,1 9-2 15,-3 2-4-15,-1 1-49 16,0 0-78-16,9 0-201 15,-8-5-260-15,-3-8-518 0</inkml:trace>
  <inkml:trace contextRef="#ctx0" brushRef="#br0" timeOffset="78643.6">1278 9559 2056 0,'0'0'504'16,"0"0"-186"-16,0 0-153 16,0 0-97-16,0 0-50 15,0 0-4-15,0 0-14 16,-17 81 6-16,14-39 11 16,0 2 5-16,-2 2 17 15,0 1 5-15,0-2-11 16,0-3-2-16,-1-7-10 0,0-6-9 15,2-7-2-15,1-11-8 16,3-7 4-16,0-4-5 16,0 0 7-16,0 0 19 15,0-4-7-15,4-2-20 16,4 3-1-16,4 3 1 16,9 0 0-16,2 0 6 15,7 7-5-15,2 3 1 16,2-1-2-16,2-1 0 15,0 0-6-15,-3-4-2 16,-8-1-101-16,-6-3-164 16,-8 0-417-16,-10 0-881 0</inkml:trace>
  <inkml:trace contextRef="#ctx0" brushRef="#br0" timeOffset="78960.75">539 10504 1908 0,'0'0'310'0,"0"0"-85"16,0 0 9-16,0 0 51 15,84-4-76-15,27-20-40 16,52-13-61-16,22-8-30 0,0-3-34 15,-23 6-5 1,-29 6-21-16,-33 8 1 0,-23 9-11 16,-32 4 4-16,-18 7-12 15,-6 0-10-15,-6 3-2 16,-5 2 0-16,-10 3-8 16,-10 0-41-16,-76 23-59 15,2 4-181-15,-22 4-558 0</inkml:trace>
  <inkml:trace contextRef="#ctx0" brushRef="#br0" timeOffset="79567.26">552 10737 1343 0,'0'0'601'0,"0"0"-301"0,0 0 11 16,0 0-32-16,0 0-73 15,0 0-86-15,0 0-56 16,0-47-41-16,20 67 1 15,5 10 22-15,3 9-3 16,-1 9-1-16,-6 5-13 16,-9 5-13-16,-9-1-1 15,-3 2 3-15,-12-1-9 16,-18-5-3-16,0-8-4 16,-3-12-2-16,2-11 0 15,2-15 0-15,4-7 2 0,6-17-1 16,4-19-1-16,9-6-6 15,6-4-3-15,3 2-2 16,18 8 4-16,3 10-5 16,1 9 4-16,-1 6-10 15,3 6-19-15,-7 5-50 16,5 0-61-16,6 0-205 16,-7 3-275-16,-3-1-723 0</inkml:trace>
  <inkml:trace contextRef="#ctx0" brushRef="#br0" timeOffset="80080">919 10727 2063 0,'0'0'503'0,"0"0"-289"0,0 0-113 16,0 0 88-16,0 0-52 15,-3 97-43-15,9-57-9 16,3 1-37-16,-1-4-25 16,0-4-22-16,-1-7 12 15,0-6-7-15,-1-9-6 16,1-8-6-16,1-3-20 16,1-10-8-16,4-14-1 0,-1-5-4 15,0-1-1 1,0-1 31-16,-6 8 3 0,-2 4 6 15,-2 6 2-15,0 7 3 16,-2 5-4-16,0 1 6 16,4 2-7-16,-1 14 0 15,6 6 25-15,0 3 9 16,1 1-7-16,2-1-7 16,3-5-10-16,0-4 1 15,-2-8-4-15,2-6-7 16,-1-2 1-16,2-13 17 15,-1-10-9-15,0-12-7 16,-5-3-1-16,-4-4 0 0,-4-1-1 16,-2 5 1-1,0 10-2-15,-2 9 1 0,-8 11-31 16,1 8-53-16,-6 0-63 16,3 11-136-16,0 1-183 15,5 1-397-15</inkml:trace>
  <inkml:trace contextRef="#ctx0" brushRef="#br0" timeOffset="80460.75">1344 10428 1328 0,'0'0'638'16,"0"0"-357"-16,0 0-120 0,0 0-39 15,0 0-29 1,0 0-30-16,0 0 37 0,-36 41-7 16,28-24-8-16,0-3-27 15,2-2-16-15,6-2-21 16,0-6 4-16,0 1-7 16,0 3-3-16,0-2 0 15,6 5 5-15,2 3 1 16,2 3 7-16,-1 5 2 15,1 1 0-15,-1 5 2 16,3 1-4-16,-1 2-1 16,-1 0-8-16,-1-2-7 0,0-2-12 15,3-5 7-15,-3-5-7 16,-3-8-4-16,0-4-29 16,4-5-82-16,2-14-156 15,-1-13-320-15,0-2-990 0</inkml:trace>
  <inkml:trace contextRef="#ctx0" brushRef="#br0" timeOffset="80724.73">1506 10466 1446 0,'0'0'376'16,"0"0"-106"-16,0 0-169 15,0 0 1-15,0 0 8 0,0 0-3 16,0 0-4-1,17 73-13-15,-17-47-30 0,0-2-33 16,-9-3-17-16,1-5-4 16,6-8-6-16,0-4 0 15,2-4 20-15,0 0-7 16,0 0-1-16,11 0-10 16,2 0-2-16,7-1-13 15,-1-4-61-15,12-9-61 16,-7 0-162-16,-2-1-454 0</inkml:trace>
  <inkml:trace contextRef="#ctx0" brushRef="#br0" timeOffset="81092.45">1596 10389 1433 0,'0'0'516'0,"0"0"-230"16,0 0-170-16,0 0-23 15,0 0-29-15,0 0 27 16,96-71 49-16,-74 58-6 16,-4 5 1-16,-6 2-10 15,-3 6-23-15,-3 0-25 16,3 3-10-16,-3 14 0 16,3 10-14-16,-2 7 5 15,1 5-2-15,1 7-2 16,-2 4-2-16,-2-1-2 15,-1-1-1-15,-1-3-5 0,-3-4-7 16,0-5-8 0,0-6-5-16,0-7-8 0,0-6-5 15,0-8-10-15,0-2 5 16,-2-5-5-16,-8-2 4 16,-11 2-5-16,-13 1-56 15,-42 17-94-15,4-4-121 16,-1 1-651-16</inkml:trace>
  <inkml:trace contextRef="#ctx0" brushRef="#br0" timeOffset="95284.17">1978 10009 335 0,'0'0'1012'0,"0"0"-691"15,0 0-39-15,0 0-17 16,0 0-63-16,3-15-29 16,3 8-38-16,8 1-62 15,5-3-32-15,8 1-16 16,4-5-8-16,5 4-4 15,-2 1-12-15,1 1-2 0,-7 2 1 16,-4 2-22-16,-7 3-117 16,-10 0-115-16,-3 6-308 15,-4 5-165-15</inkml:trace>
  <inkml:trace contextRef="#ctx0" brushRef="#br0" timeOffset="95463.15">1978 10202 1152 0,'0'0'790'16,"0"0"-526"-16,0 0-55 15,0 0-84-15,0 0-51 16,0 0-20-16,106-40-29 16,-45 17-15-16,5-6-10 15,19-12-113-15,-19 9-419 0,-10 1-872 0</inkml:trace>
  <inkml:trace contextRef="#ctx0" brushRef="#br0" timeOffset="96175.97">2871 9660 879 0,'0'0'302'0,"0"0"-48"16,0 0 5-16,0 0-21 15,0 0-19-15,0 0-32 16,0 0-46-16,-56-67-14 16,41 64 17-16,-7 3-27 15,-2 0-29-15,-3 10-43 0,-3 9-3 16,3 8-13-16,3 3 9 15,5 3-1-15,7 1-1 16,5-5 2-16,7 0 1 16,0-3-2-16,8-6-16 15,9 1 7-15,10-3 10 16,3-1-14-16,1-1 9 16,3 1 0-16,-1-2-2 15,-3 4-4-15,-3 1-12 16,-3 1 9-16,-5 4-10 15,-6-1 8-15,-8 2-2 16,-5 1 5-16,0 2 1 0,-6-2-8 16,-15 0-2-1,-7-2-2-15,2-5-7 0,-4-5-1 16,2-8-5-16,1-7 7 16,5-9 2-16,3-18-8 15,8-7-2-15,8-3 0 16,3-1-11-16,3 6-10 15,15 3 6-15,0 8 2 16,4 5-1-16,-1 5-5 16,-1 2 2-16,-3 6-26 15,-3 0-85-15,4-1-141 16,-6 1-368-16,-2-2-486 0</inkml:trace>
  <inkml:trace contextRef="#ctx0" brushRef="#br0" timeOffset="96656.63">3068 9062 1385 0,'0'0'630'0,"0"0"-348"15,0 0-50-15,0 0-25 16,0 0-37-16,0 0-88 16,0 0-40-16,-82 27-8 15,62-17-4-15,0 2-1 16,2-5 1-16,6-1-5 16,2-2-5-16,7-4-4 0,3 0-5 15,0 0-5-15,0 0 1 16,0 0-1-16,0 3-5 15,0 3 0-15,0 5 0 16,3 7 8-16,9 7 6 16,-3 9 5-16,0 5-1 15,1 7 8-15,-1 2-2 16,-2 2 1-16,1-1-2 0,2-3-5 16,-1-3-1-1,-1-4-6-15,5-6 2 0,-1-5-8 16,-2-6-5-16,1-8 5 15,1-5-6-15,1-7-6 16,1-2-3-16,7-8 0 16,9-29-86-16,2 4-265 15,-8-1-533-15</inkml:trace>
  <inkml:trace contextRef="#ctx0" brushRef="#br0" timeOffset="97024.38">3161 9166 1568 0,'0'0'376'0,"0"0"-50"15,0 0-184-15,0 0-35 16,0 0 14-16,0 0 44 16,0 0-29-16,55 64-28 15,-46-34-38-15,-3 3-16 16,-6 3-10-16,0-1-11 15,-15 0-12-15,-1-3-8 16,-2-7-5-16,3-9-7 16,3-9 5-16,5-7 6 15,-1 0 10-15,8-14-4 16,-3 1-9-16,3 0-9 16,0 5 0-16,6 5-1 15,10 3 1-15,2 0 1 16,6 3 0-16,3 5-1 15,0 0 0-15,1 1 0 0,-5-1-39 16,-1-3-90 0,-4-5-207-16,-8 0-312 0,-3-2-780 0</inkml:trace>
  <inkml:trace contextRef="#ctx0" brushRef="#br0" timeOffset="97450.86">3265 9008 529 0,'0'0'1459'0,"0"0"-1150"15,0 0-105-15,0 0-85 16,0 0-4-16,0 0 17 16,0 0-20-16,94-64-39 15,-70 53-31-15,-3 1-12 0,-6 4-8 16,-2 2-1-16,-4 1-6 15,-3 3 0-15,0 0-5 16,2 8-9-16,5 13 7 16,1 7 11-16,2 8 13 15,1 3-1-15,-4 4 5 16,2 4 0-16,-5 0-5 16,4 1-4-16,-3-2 0 15,-2-3-4-15,2-3 2 16,-3-7-4-16,-1-4-1 0,-3-9-1 15,-1-6-5 1,-1-5-1-16,-2-5-7 0,0-2 0 16,0 0-4-16,0-2 11 15,-2 0-12-15,-15 3-1 16,-10 6-11-16,-11 5-26 16,-23 17-26-16,10-4-180 15,5-2-458-15</inkml:trace>
  <inkml:trace contextRef="#ctx0" brushRef="#br0" timeOffset="101566.65">4026 9687 575 0,'0'0'333'0,"0"0"-80"15,0 0 40-15,0 0-2 16,0 0 3-16,0 0-34 16,0 0-23-16,-3-22-6 15,-4 22-71-15,-2 11-35 0,-5 9-36 16,-8 10 32 0,-1 9-12-16,-2 4-40 0,1 3-16 15,2-3-13-15,7-1-14 16,2-6-7-16,4-5-5 15,1-4-5-15,5-6-8 16,-1-6 5-16,1-3-6 16,3-7 0-16,0-2-10 15,-2-3-37-15,2 0-37 16,-3-3-49-16,0-27-220 16,-1 0-454-16,1-2-622 0</inkml:trace>
  <inkml:trace contextRef="#ctx0" brushRef="#br0" timeOffset="101836.62">3752 9752 1783 0,'0'0'489'16,"0"0"-255"-16,0 0-64 15,0 0-36-15,0 0-43 16,0 0 84-16,0 0-7 15,113 59-67-15,-71-35-27 16,2 0-13-16,0-2-14 16,-3 2-23-16,0-5 0 15,-7-2-14-15,-6-2-4 16,-8-4-6-16,-5-3-9 16,-8-2-9-16,-4-5-60 0,-3-2-125 15,-4-13-369-15,-10-9-1005 16</inkml:trace>
  <inkml:trace contextRef="#ctx0" brushRef="#br0" timeOffset="102767.97">4724 9403 1415 0,'0'0'405'16,"0"0"-13"-16,0 0-118 0,0 0-23 15,0 0-31-15,-88-36-72 16,63 36-49-16,3 0-20 16,-1 8-49-16,-1 11-15 15,2 6 6-15,4 3-20 16,3 4 17-16,3 1-11 15,7-1 4-15,3-5 2 16,2-5 1-16,0-1-14 16,7-6 1-16,5-5 2 15,3-3-3-15,-2-5-2 16,5-2 2-16,2-2 1 16,-1-13 6-16,2-6-1 15,-3-1-4-15,-3-2-1 0,-5 4 7 16,-2 1-7-16,-3 6 1 15,-3 7 5-15,-2 3 1 16,0 3-1-16,0 0-6 16,0 8-1-16,1 12 0 15,7 8 1-15,0 6 8 16,6 7 1-16,0-2 5 16,2-1 2-16,4-3-1 15,-1-4 2-15,5-4-18 16,-5-6 0-16,4-4 0 15,-4-7 0-15,-4-4-13 16,1-6-71-16,-7-17-121 16,-3-9-415-16,-6-9-799 0</inkml:trace>
  <inkml:trace contextRef="#ctx0" brushRef="#br0" timeOffset="103239.88">4679 8895 1746 0,'0'0'390'0,"0"0"-96"15,0 0-98-15,0 0 10 16,0 0-79-16,0 0-68 16,0 0-22-16,-101 33-7 15,83-24-9-15,3 1 4 16,6-5-4-16,5-3-1 16,2-2-5-16,2 2-3 15,0 1-5-15,0 2-6 16,3 5 5-16,6 6 8 15,4 5 5-15,0 7 4 16,2 5 1-16,-1 5 3 16,-3 1 1-16,2 3-4 15,-1-1-3-15,-1 1 1 0,0-5-8 16,0-2-5 0,1-6 0-16,-3-5-9 0,-2-7 1 15,-1-5-1-15,-1-7-12 16,2-5-82-16,8-22-138 15,-3-7-304-15,-2-7-789 0</inkml:trace>
  <inkml:trace contextRef="#ctx0" brushRef="#br0" timeOffset="103489.94">4789 8997 538 0,'0'0'1542'16,"0"0"-1220"-16,0 0-147 16,0 0-18-16,0 0-27 0,0 0-27 15,0 0 28-15,25 59-47 16,-9-33-34-16,-1 1-19 16,0-1-14-16,0-1-11 15,-3-1-1-15,-2-5-5 16,-1-2-24-16,-3-5-137 15,-1-4-291-15,-4-8-367 0</inkml:trace>
  <inkml:trace contextRef="#ctx0" brushRef="#br0" timeOffset="103952.93">4837 8768 1463 0,'0'0'322'0,"0"0"-41"16,0 0-89-16,0 0-34 15,0 0-42-15,0 0-10 16,63-78-3-16,-43 66-15 16,2 0-11-16,-4 3-18 15,0 3-2-15,-3 2-35 16,-5 4-1-16,2 0-5 15,-3 4-7-15,0 16 5 0,6 5 17 16,-5 9-8-16,1 4 8 16,-1 5-7-16,1 1 11 15,-2 2 13-15,1 0-1 16,0 0-8-16,4 0 3 16,-4-5-25-16,1 3 5 15,0-3-4-15,-3-2-6 16,1-3 3-16,-4-3-6 15,-2-9-3-15,2-4 0 16,-3-6-5-16,-2-6 0 16,0-4 0-16,0-4 5 15,-12 0-5-15,-15 0 0 16,-13 0-1-16,-11 0-39 16,-3 4-63-16,-20 2-140 15,14 2-370-15,14-6-626 0</inkml:trace>
  <inkml:trace contextRef="#ctx0" brushRef="#br0" timeOffset="104548.32">5116 8365 1219 0,'0'0'531'0,"0"0"-155"15,0 0-64-15,0 0-7 16,0 0-163-16,0 0-82 16,0 0-33-16,-9-7-12 15,9 14-6-15,0 11-3 16,0 7 12-16,8 6 28 16,1 5-9-16,4 0 10 15,-2 0-7-15,1-2-13 16,-2-2 8-16,-1-3-25 15,-3-6 2-15,-1-3-3 16,0-3-7-16,-3-6-1 0,-2-3-1 16,0-5-17-16,0-3-127 15,-3-8-143-15,-11-13-350 16,1-5-1110-16</inkml:trace>
  <inkml:trace contextRef="#ctx0" brushRef="#br0" timeOffset="104848.03">4934 8410 1340 0,'0'0'604'0,"0"0"-273"15,0 0-90-15,0 0 4 16,0 0-132-16,0 0-52 0,0 0-34 15,108-58-13-15,-63 38 8 16,4-5-10-16,0 1 0 16,2 3-1-16,-6 2 5 15,-5 2-15-15,-10 6 11 16,-5 4-11-16,-13 5-1 16,-6 0-5-16,-6 2-1 15,0 0-16-15,-24 17-77 16,-7 5-48-16,-10 1-570 0</inkml:trace>
  <inkml:trace contextRef="#ctx0" brushRef="#br0" timeOffset="107919.4">1031 11485 378 0,'0'0'995'16,"0"0"-794"-16,0 0-105 16,0 0-39-16,0 0 74 15,0 0 34-15,104-27-42 16,-57 14-33-16,8-2 19 16,19-4-21-16,21-3 7 15,25-6-7-15,10-3-10 0,1 1-4 16,-3-2-13-16,-7-1-7 15,12-5-13-15,3-5-9 16,9-1 19-16,8-6-10 16,-1 1-5-16,-1-1-6 15,1 3-7-15,-7 4-4 16,-2 2-4-16,-10 1-1 16,-11 6-5-16,-6-2-8 15,-8 3 8-15,2 1 0 16,-3-2 3-16,1 0 2 0,1-2-8 15,1 0 1-15,7-1-6 16,2 3 7-16,-1-2 1 16,-2 4-2-16,-3-2 1 15,-5 3-7-15,2-2 10 16,-4 3-2-16,-3-3-2 16,-8 0 15-16,-15 7-14 15,-19 5 0-15,-15 4-7 16,-9 5-1-16,2-2 7 15,-3-1-5-15,1 2 8 16,-10 3 1-16,-11 1 2 16,-1 4-2-16,-3-1-4 15,1-2 4-15,1 2-4 0,5-3-1 16,-2 1-5 0,-1-1 5-16,-2 4-5 0,-1-1 0 15,-6 3 5-15,-2 0-5 16,-2 1 0-16,-3 0 0 15,0 1 0-15,0 1 0 16,0 0 0-16,0 0-1 16,0 0-8-16,-11 0-19 15,-72 31-58-15,-1 0-3 16,-17 3-556-16</inkml:trace>
  <inkml:trace contextRef="#ctx0" brushRef="#br0" timeOffset="111999.92">3584 8679 530 0,'0'0'626'0,"0"0"-429"16,0 0-13-16,0 0 17 15,0 0-31-15,0 0-104 16,-96-10-27-16,64 10-17 15,-2 7-6-15,-3 3 3 16,-2 2-3-16,-6 3 11 16,0 4 5-16,-4 2-7 15,-1 1-7-15,2 4-3 0,-1-1 2 16,1 1 1-16,3-1-2 16,0 1-7-16,1 2 8 15,-3 0-9-15,1 2 7 16,1-2 10-16,2 0 1 15,4 0-15-15,2 0 1 16,7 0 0-16,2 3 0 16,1 0 3-16,1 5-6 15,3 1-3-15,2 6 4 16,-3 0 11-16,-1 4 16 16,1-1 0-16,1 0 5 15,1-2 1-15,3 1-6 16,5-4 2-16,1 1-5 0,5 1 4 15,2 0 2-15,3 1 3 16,3 3-13-16,0 0 12 16,0 2-8-16,0 0-2 15,2 1 2-15,5-2 5 16,1 0-9-16,5-3-14 16,-1-1 10-16,4-2-4 15,4 0-2-15,2 0-2 16,3-2 3-16,4-1 12 15,1-2-6-15,-2-5 1 0,5-5-1 16,0-3-3 0,3-4 4-16,-2-4-14 0,6-6-5 15,-2-5 7-15,2-5-7 16,0 0 9-16,5-7 11 16,3-12-8-16,5-4-8 15,2-3-4-15,-1-4-8 16,3 1-1-16,-3 2 0 15,-4 4 0-15,-2-1-2 16,-3 1 2-16,-2 0 0 16,0-3 1-16,1-1 0 15,2-6-1-15,-1-2 0 16,-2-5 1-16,0 0-2 16,-3-4 1-16,-3-1-14 15,-2 1 1-15,-4-1-1 0,-1-2 5 16,0 2-3-16,-5 0 0 15,2 0-1-15,-6 2-1 16,0 3 1-16,-5 0 7 16,1-1-11-16,-4-1-1 15,-1-3 11-15,-3-8-8 16,0-4-16-16,-3-3-5 16,0-1-8-16,-3 5 16 15,0 5 11-15,-3 8 17 16,0 5-1-16,0 4-12 15,0 1-25-15,-12 1-8 16,0 0-15-16,0-2 5 16,-6-2 19-16,0 0-15 15,0-1-7-15,0 1-20 0,-3 0 43 16,1 5 14-16,0 1 3 16,1 4-8-16,-2 4-4 15,4 4 8-15,0 2-1 16,0 2 1-16,1 4 0 15,-3 0-2-15,-1 1 3 16,-4 2 2-16,-3 1-2 16,-1-1-9-16,-3 6 15 15,-4 1-14-15,-4 0 15 16,-7 0-7-16,-3 0 9 16,-5 0 13-16,2 5-11 15,0 2-45-15,6 1 15 16,1 2 11-16,2 3 2 0,-1 3-19 15,-27 18-32-15,11-4-25 16,-1-2-28-16</inkml:trace>
  <inkml:trace contextRef="#ctx0" brushRef="#br0" timeOffset="139445.72">1304 11190 380 0,'0'0'378'0,"0"0"219"16,0 0-366-16,0 0 14 15,0 0 7-15,6 11-28 16,6-16-62-16,7-6-39 15,2-3-33-15,6-3-32 16,4 0-22-16,2-1-19 0,-1 3-8 16,-4-1-7-1,-5 6-2-15,-6 2-45 0,-8 5-80 16,-6 3-71-16,-6 4-153 16,-15 12-213-16,-6 2-341 0</inkml:trace>
  <inkml:trace contextRef="#ctx0" brushRef="#br0" timeOffset="139631.72">1349 11272 869 0,'0'0'815'0,"0"0"-536"0,0 0-35 16,0 0-83 0,0 0-42-16,0 0-9 0,0 0-25 15,70-20-36 1,-37 6-16-16,1-2-25 0,-4 1 6 15,0 1-14-15,-8 3-131 16,-9 5-122-16,-11 6-462 0</inkml:trace>
  <inkml:trace contextRef="#ctx0" brushRef="#br0" timeOffset="142606.87">4975 10115 1081 0,'0'0'484'0,"0"0"-191"0,0 0-8 16,0 0-24-16,0 0-33 15,0 0-42-15,0 0-48 16,-5-25-72-16,17 21-32 16,9-3-19-16,9-3-2 15,11-2 1-15,5-2-4 16,7-1-2-16,4-2-7 16,-8 0 5-16,-7 3-6 15,-12 1-21-15,-8 6-125 16,-16 0-120-16,-6 5-191 15,0 2-253-15</inkml:trace>
  <inkml:trace contextRef="#ctx0" brushRef="#br0" timeOffset="142815.87">5019 10256 1487 0,'0'0'475'0,"0"0"-231"15,0 0-49-15,0 0 1 16,0 0-13-16,80-25-29 16,-29 1-68-16,8 0-42 15,-1 0-24-15,-4 0-13 16,-6 2-7-16,-2 10-129 16,-15 7-195-16,-13 5-607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7:47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3094 10612 660 0,'0'0'392'0,"0"0"-85"15,0 0-9-15,0 0-10 16,0 0-36-16,0 0-21 16,0-1-39-16,7 19-62 15,4 13 25-15,9 12 12 16,3 11-17-16,4 6-60 15,1 3-35-15,1-3-20 16,-5-2-21-16,1-7-13 0,-6-10 4 16,-4-9-5-16,-9-11-18 15,-3-13-73-15,-3-8-55 16,-31-32-83-16,-6-11-370 16,-1-5-356-16</inkml:trace>
  <inkml:trace contextRef="#ctx0" brushRef="#br0" timeOffset="308.51">3027 10460 85 0,'0'0'1306'0,"0"0"-1012"16,0 0-129-16,0 0 83 0,-8 72-12 15,-1-39-54 1,-4-1-28-16,-2-3-17 0,0-4-43 15,0-7-30-15,0-10-13 16,5-6 9-16,-6-2-5 16,8-22-13-16,2-9-21 15,3-10-10-15,3-1-4 16,6 6-5-16,15 9-1 16,7 11 1-16,5 13-2 15,7 3 0-15,2 25-1 16,0 8-6-16,-5 11 5 15,15 19-62-15,-14-12-222 0,-3-7-580 16</inkml:trace>
  <inkml:trace contextRef="#ctx0" brushRef="#br0" timeOffset="8961.01">4954 10076 611 0,'0'0'160'15,"0"0"392"-15,0 0-347 16,0 0 16-16,0 0 15 15,0 0-25-15,-21 10-30 16,21-10-2-16,0 0-15 16,14-11-26-16,8-4-25 0,9-2-23 15,7-6-18-15,6-3-26 16,4 0-19-16,4-1-13 16,2 0-8-16,-2 2-5 15,-7 4 0-15,-7 2-1 16,-9 6-30-16,-10 5-54 15,-11 5-37-15,-8 3-75 16,0 0-51-16,-32 19-100 16,1 1-244-16,-2-1-233 0</inkml:trace>
  <inkml:trace contextRef="#ctx0" brushRef="#br0" timeOffset="9230.09">4967 10270 1232 0,'0'0'392'16,"0"0"-102"-16,0 0-24 15,0 0-44-15,0 0-6 16,0 0-3-16,0 0-40 16,102-5-52-16,-56-17-37 15,6-5-19-15,-1-1-16 16,4 0-10-16,-1 0-18 15,-4 5-14-15,-9 3-5 16,-10 6-2-16,-12 6-16 16,-11 5-50-16,-8 3-33 0,-13 12-80 15,-12 8-207 1,-6 2-422-16</inkml:trace>
  <inkml:trace contextRef="#ctx0" brushRef="#br0" timeOffset="17517.79">16180 10803 314 0,'0'0'388'0,"0"0"-226"16,0 0 31-16,0 0 13 15,0 0-25-15,0 0-65 0,-19-41-62 16,18 36-16-16,1 2 1 16,0 1 12-16,0 1-4 15,0 1-9-15,0 0-15 16,0 0-8-16,0 0-8 16,0 0-7-16,0 7 0 15,0 10 0-15,0 8 6 16,6 7 9-16,-1 4 26 15,-1 2-1-15,1 3-2 16,-3-3-11-16,-2-1-6 16,0-3-5-16,0-6-16 15,0-5 0-15,0-5 0 16,0-4-13-16,0-6-43 16,0-4-109-16,-10-4-88 0,-1 0-72 15,-2-11-321-15</inkml:trace>
  <inkml:trace contextRef="#ctx0" brushRef="#br0" timeOffset="17781.38">15993 10978 861 0,'0'0'284'0,"0"0"-91"15,0 0-17-15,0 0-50 16,0 0-63-16,0 0 20 15,0 0 31-15,42 47-23 16,-20-30-15-16,2-2-17 0,1-1-12 16,1 0-22-16,-4-2 6 15,-4-2-4-15,-2 1-12 16,-4-2-9-16,0 0-5 16,-3-2-1-16,-3-2-31 15,0-2-130-15,-1-3-176 16,-4 0-217-16</inkml:trace>
  <inkml:trace contextRef="#ctx0" brushRef="#br0" timeOffset="18089.69">16308 10955 880 0,'0'0'292'0,"0"0"-121"16,0 0-27-16,0 0 14 16,0 0-15-16,-18 88-23 15,12-58-38-15,4-2-12 16,-1-3-17-16,0-4-31 15,1-4-10-15,1-2-10 16,-1-4-2-16,0-3-1 16,-4 0-55-16,0-4-172 15,-5-3-330-15</inkml:trace>
  <inkml:trace contextRef="#ctx0" brushRef="#br0" timeOffset="21241.75">19773 14015 561 0,'0'0'221'16,"0"0"-156"-16,0 0 12 16,0 0 5-16,0 0-15 15,0 0-23-15,0 0 26 16,97-38-9-16,-60 32-12 15,4 3-10-15,3 0 2 16,3 2-12-16,2-1 0 16,4 2-3-16,2 0-12 15,3 0-2-15,7 0 7 16,14 0 0-16,20 0 4 0,22-4-13 16,9-4 5-16,0-3 15 15,1-2 2-15,-3 1-10 16,7-5 13-16,6 3-6 15,1-3 5-15,1 0-9 16,1-3 1-16,-6-1-1 16,-2-4-9-16,-5-1 2 15,2-1-1-15,-5 1 1 16,-1 1 18-16,-3 1 0 16,-6 2 8-16,-8 1 8 15,-22 7-8-15,-19 4-17 0,-21 5-5 16,-4 0-4-16,3 0-11 15,3 0 3-15,1 1-9 16,-13-1 7-16,-9 2-8 16,-11 1 0-16,-11 2 0 15,-7 0-31-15,-34 0-113 16,-7 0-175-16,-11 7-624 0</inkml:trace>
  <inkml:trace contextRef="#ctx0" brushRef="#br0" timeOffset="22000.51">20185 14231 393 0,'0'0'377'15,"0"0"-223"-15,0 0-9 16,0 0 4-16,0 0 4 16,0 0-66-16,0 0 27 15,78-5 24-15,-15-3-11 16,31-8-18-16,30-3-11 15,19-2-3-15,9-1-21 16,1 5-24-16,0 4-4 16,5 6 18-16,3-3-18 15,-1 4-17-15,-7-2-11 16,-2 2-4-16,-8-5-2 16,-9 0 4-16,-4-4 5 0,-4-3 0 15,-4-2 7-15,-3 0 11 16,1 0 1-16,-4 3 0 15,-3 1 11-15,-8 3-4 16,-6 1-15-16,-10 0-8 16,-13 4-5-16,-17-1 3 15,-12 4-4-15,-3-2-4 16,1 0 7-16,3 1 1 16,-1-1-1-16,-12 2-4 15,-9 1 4-15,-7 1 2 16,-5 1-6-16,-5-1-2 15,-4 3 0-15,-2 0-8 0,-2 0-5 16,-1 0-1 0,0 0 0-16,0 0-1 15,0 0-1-15,0 0-55 0,-7 0-84 16,-25-2-124-16,2-1-315 16,0-6-604-16</inkml:trace>
  <inkml:trace contextRef="#ctx0" brushRef="#br0" timeOffset="22197.6">24053 13696 2419 0,'0'0'324'15,"0"0"-246"-15,0 0-45 16,0 0 14-16,0 0-18 15,0 0-29-15,0 0-72 16,-102 28-253-16,45-19-697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19:22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18827 9975 192 0,'0'0'173'15,"0"0"-173"-15,0 0 0 16,0 0 293-16,0 0-49 16,4 0-144-16,-4 0-38 15,0 0 19-15,0 0-16 16,0 0-4-16,0 0-5 16,0 0-11-16,0 0-8 15,0 0 8-15,0 0-8 16,0 0-15-16,0 6 13 0,0 2 9 15,0 2-5-15,0 2 8 16,0-2-12-16,-1 3 7 16,1 0-7-16,-2 0 3 15,2-2-10-15,-1 0-6 16,1 0-6-16,-3-1 0 16,3-1-3-16,0-1 2 15,-3 1-8-15,2-3-5 16,-1-1 4-16,1 1-4 15,-1-3-1-15,-1 0 5 16,0 2-5-16,2-3 5 16,-3 0-5-16,0 1 0 15,0-1 8-15,-5 3-8 0,-2 0 0 16,-1 0 5-16,-6 2 3 16,-1 0-7-16,-2 1 8 15,-3 1-3-15,-3 0-1 16,-1-3 4-16,-3 3-3 15,-4-2 8-15,-3-1-6 16,-3-1 1-16,-2-1 14 16,-4-1 5-16,-3-1-8 15,-2 0-2-15,-3-2-3 16,0 0 6-16,1 0 2 16,2 0-2-16,3 0-3 15,5-4 2-15,3-1-5 16,6 0-2-16,0 0-4 0,5-1-3 15,-2 2-1-15,2 0 2 16,-1 1-8-16,0 0 1 16,-4-1-1-16,0 3 7 15,-7-1-7-15,-1 1 0 16,-5-2 0-16,-1 1 0 16,-2-1 2-16,-1 0-1 15,1 1-1-15,-3-1 0 16,4-1 2-16,5-1-1 15,5 0-1-15,9-1 1 16,6 0 5-16,5-1-5 16,1 0 0-16,8 1 1 0,3-1 8 15,2 4 5-15,1-1 3 16,3-1-3-16,-1 0 8 16,1 2-5-16,2-3 0 15,0 1 0-15,0-3-8 16,0 1-1-16,0 0 2 15,0-2-2-15,0-1 2 16,0 1-10-16,3-2 7 16,1-3-8-16,4 2 2 15,-2-2-1-15,0 0 0 16,0 0 0-16,2 0 1 16,-3 0-2-16,2 0 6 15,-4 1-5-15,-1 1 0 0,0 1 5 16,-2 3 3-1,0 0 12-15,0 5 21 0,0 0-4 16,0 0 0-16,0 3-16 16,0 0-7-16,-2 0-3 15,-5 0-11-15,-7 0 5 16,1 7-5-16,-4 2 0 16,1-1 0-16,2-1 0 15,5-2 0-15,1 0 0 16,5-4 0-16,3-1 0 15,0 0 5-15,0 0 12 16,0-6 37-16,1-9-10 16,7-2-23-16,3-2-21 15,6 2 17-15,1 1-10 16,-2 3-7-16,2 5-1 0,-1 4 1 16,2 4-1-16,-3 0 0 15,3 2 0-15,-4 13-9 16,-2 2 8-16,-4 7 0 15,-1 2-83-15,-1 19-144 16,0-6-109-16,-1-6-560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8:19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13271 7325 335 0,'0'0'0'16,"0"0"-7"-16,0 0-182 0</inkml:trace>
  <inkml:trace contextRef="#ctx0" brushRef="#br0" timeOffset="1214">16441 10033 312 0,'0'0'517'0,"0"0"-298"15,0 0-79-15,0 0-37 16,0 0-12-16,0 0-11 16,0 0 0-16,35 1 9 15,-23-1 4-15,-3 0-3 16,-1-1-11-16,-1-1-7 15,2-1-8-15,-2 1-15 16,0 0-15-16,6 1-9 16,2-1-5-16,3 1-8 0,3-2 7 15,4 0-1-15,0 0 0 16,1-1-8-16,-1 1-4 16,-3 0-4-16,-2 1-1 15,-3 0 0-15,-4 2 0 16,-6 0 0-16,0 0-1 15,-2 0-20-15,-4 0-61 16,0 0-52-16,-1 0-109 16,0 0-83-16,-5-3-464 0</inkml:trace>
  <inkml:trace contextRef="#ctx0" brushRef="#br0" timeOffset="1536.73">16384 10162 892 0,'0'0'408'0,"0"0"-231"16,0 0-81-16,0 0 66 15,0 0 6-15,0 0 3 16,81 2-52-16,-44-2-37 16,0 0-31-16,-3 0-12 0,-4 0-15 15,-1-3-7 1,-7 1-6-16,-3-1-5 0,-5-1-5 16,-6 3-1-16,0-1-23 15,-8-1-85-15,0-1-124 16,0-3-314-16</inkml:trace>
  <inkml:trace contextRef="#ctx0" brushRef="#br0" timeOffset="1720.17">16773 10115 1763 0,'0'0'256'0,"0"0"-180"16,0 0-51-16,0 0-25 16,0 0-22-16,0 0-310 0</inkml:trace>
  <inkml:trace contextRef="#ctx0" brushRef="#br0" timeOffset="8579.08">10417 9445 942 0,'0'0'808'0,"0"0"-507"16,0 0-180-16,0 0-42 16,0 0-30-16,0 0-21 15,-10-3-13-15,9 36 0 16,-1 12 35-16,2 6 29 16,0 2-3-16,0-1-12 15,0-5-4-15,0-5-29 0,0-6-18 16,0-5-4-16,0-9-9 15,0-8-20-15,-9-10-141 16,-4-4-144-16,-4 0-387 0</inkml:trace>
  <inkml:trace contextRef="#ctx0" brushRef="#br0" timeOffset="8779.7">10167 9740 1392 0,'0'0'589'16,"0"0"-363"-16,0 0-82 15,0 0-52-15,0 0-30 16,0 0 17-16,61 82 6 16,-24-53-5-16,2-2-8 15,-2-2-23-15,1-4-19 0,0-3-9 16,-2-4-9-16,0-3-11 16,-2-10-1-16,7-7-183 15,-7-12-149-15,-8-4-431 0</inkml:trace>
  <inkml:trace contextRef="#ctx0" brushRef="#br0" timeOffset="8948.36">10666 9716 1347 0,'0'0'536'16,"0"0"-212"-16,0 0-145 16,0 0-47-16,0 0-54 0,-86 101-8 15,67-59-14-15,2 5 5 16,1 0-11-16,-1 6-22 15,-21 30-28-15,2-13-24 16,-7-5-477-16</inkml:trace>
  <inkml:trace contextRef="#ctx0" brushRef="#br0" timeOffset="10934.02">9011 15388 1707 0,'0'0'489'0,"0"0"-321"15,0 0 12-15,0 0 44 16,0 0-74-16,0 0-48 0,31-5-33 16,1-4-9-1,6-4-8-15,3 1-11 0,1-3-14 16,-1 0-11-16,-1 1-7 16,-4 0-9-16,-4 5 0 15,-10 2 0-15,-8 4-63 16,-7 3-107-16,-7 3-172 15,-15 10-251-15,-5 2-358 0</inkml:trace>
  <inkml:trace contextRef="#ctx0" brushRef="#br0" timeOffset="11146.8">8908 15652 1987 0,'0'0'470'0,"0"0"-357"15,0 0-28-15,0 0 143 16,86-24-34-16,-32 5-87 16,2 0-50-16,0 0-36 15,-4 2-14-15,-10 2-5 16,-7 4-2-16,-10 2-49 16,-12 2-135-16,-4 2-306 15,-9 2-470-15</inkml:trace>
  <inkml:trace contextRef="#ctx0" brushRef="#br0" timeOffset="18230.64">16154 10865 825 0,'0'0'238'0,"0"0"-82"16,0 0 20-16,0 0-25 15,0 0-20-15,0 0-31 16,-67-18-32-16,50 17-5 16,0 1 22-16,-1 0-31 15,-2 0-15-15,1 0-11 16,-1 0 5-16,-5 0-17 16,-5 0-6-16,-2 0 1 15,-7 5-4-15,-4 4 2 16,-2-2-8-16,0 3 14 15,0-2-5-15,4 1-2 0,1 0-2 16,6-1 4 0,2 3 0-16,-2-3 2 0,3 4-1 15,-1-1-1-15,-1 1-3 16,-3 2-6-16,0 2 0 16,-1 0 5-16,-2 1 6 15,-1 2 2-15,-2-2-6 16,0 3 1-16,1-1 1 15,2 0-9-15,1-1 8 16,6 1 0-16,-2 1 2 16,3 1-2-16,2 0-1 0,-1 1-2 15,4 1 0 1,3 0-4-16,0 2 8 0,4 0 6 16,-1 3-2-16,3-1-1 15,0 4 15-15,0 2-2 16,3 1 0-16,-2 3-2 15,1 1 6-15,0 0 1 16,1 1-2-16,0-2-7 16,1 0-6-16,3-4 16 15,0-1-1-15,-1-1-1 16,0 1-9-16,0 1 1 16,-1-1 2-16,0 1 0 15,0-1-6-15,0 3-6 16,-1-2-3-16,1 1 1 15,-2 0-1-15,1 0-1 0,-2 2 2 16,3 0-2-16,0-2-1 16,2 0 1-16,2-1-7 15,4-1 1-15,2 0-1 16,2 1 0-16,0-2 1 16,0 0-2-16,0 0 6 15,6 0-5-15,2 2-1 16,2-2 2-16,-1 2-1 15,2-2 0-15,2 3 0 16,-1 3 0-16,2-1 7 16,2 2-8-16,-2-4 2 15,0-2-1-15,1-3 1 16,-2-4-1-16,-1-2 7 16,2-1-7-16,-1 0 7 0,3-5-7 15,1 0 9-15,2 0-1 16,3 0 0-16,4 2-7 15,1-2 7-15,1 0-3 16,4-1-5-16,-2-1 5 16,1 0-4-16,3-1 4 15,-1-2-6-15,-1-1 2 16,3-3 4-16,1 1-5 16,1-3 10-16,2 1-1 15,-1-4 4-15,1 1 5 16,-1-1-4-16,-1 0-13 15,2-1 10-15,0-2 0 16,-2 0 1-16,4 0 1 0,0 0-5 16,-1 0 1-1,2-3-2-15,-3-3 1 0,-2 2-3 16,-1-3 1-16,2 1 2 16,-3 0 6-16,1-3-4 15,-4 2 1-15,3-3-4 16,-2 0 1-16,1-2 2 15,0 0-4-15,0-2 2 16,-1-1 3-16,0-1-3 16,0-3 6-16,-2-1-3 15,0 1 5-15,-1-2 2 16,0 0-5-16,-2-1-1 16,1 1-1-16,-1 0-4 0,-3 1 2 15,0 0-1 1,-2 1 0-16,0-1 5 0,0 1-5 15,-1-3 0-15,0-2 1 16,0-1 1-16,-1-1-2 16,-1-1 3-16,-1 1-2 15,-1-3-1-15,0 3-8 16,-3-2 5-16,2 1-5 16,0 1 0-16,-4-3 6 15,-1-1-6-15,3 0-1 16,-3-2 0-16,3 0 1 15,-5-1-1-15,0 1 0 16,1-1 0-16,-3 0-12 0,-2 0 0 16,-2-3-12-1,0 1 2-15,1-3 10 0,-3 0 10 16,1-3-11-16,-2 0-1 16,-1-1-5-16,0 2 1 15,0 0 17-15,0-1-11 16,-1-2-11-16,-5-1-4 15,-1-2 12-15,2 0-13 16,-1-2 7-16,0 0 9 16,0 5-2-16,-1 3 1 15,2 4 6-15,-3 0-19 16,1 3 5-16,1-1 9 16,-3 0-1-16,0-1-4 15,0-1 2-15,-1 1-1 0,1-1 2 16,1 0-7-16,-3 4-3 15,5 2 6-15,-1 2 2 16,0 1-1-16,-3 1 2 16,4 1-1-16,-2 2 7 15,1-2-7-15,-4 1 2 16,4 1-2-16,-3 4-34 16,3 1 19-16,-3 2 10 15,3 3-1-15,-1 1 7 16,2 3 0-16,-3 1 7 15,2 0 1-15,-2 3-2 16,-3-1 3-16,-2-1 5 16,0 2 1-16,-2-3-1 0,-1 2 0 15,-1-2 0 1,-2 3-14-16,2-1-18 0,-3 0 3 16,1 1 15-16,2-1-12 15,0 0 14-15,0 3 12 16,5-2-1-16,-1 2-4 15,2 0 6-15,2 2-6 16,2-1 4-16,-1 0 1 16,5 1-1-16,-1 1-7 15,2 0 3-15,0 0 5 16,0-2-6-16,-2 2-2 16,-1-2-9-16,3 2 2 15,-2-1-1-15,-1 1 5 0,0-2-1 16,3 2-8-1,-1 0 6-15,1 0-7 0,1 0-6 16,1-2-12 0,1 2-9-16,0-3-11 0,0-9-6 15,0 3-249-15,6-2-1010 0</inkml:trace>
  <inkml:trace contextRef="#ctx0" brushRef="#br0" timeOffset="18467.04">16077 10601 1493 0,'0'0'281'0,"0"0"-166"16,0 0-39-16,0 0-2 15,0 0-40-15,0 0-19 16,0 0-14-16,-11 0-1 16,11 5-47-16,-5-1-486 0</inkml:trace>
  <inkml:trace contextRef="#ctx0" brushRef="#br0" timeOffset="19695.76">16678 11332 901 0,'0'0'266'0,"0"0"-75"16,0 0-11-16,0 0-8 16,0 0-4-16,0 0-41 15,-13-53-29-15,13 34 10 16,3-1-15-16,8-2-29 16,3 0-30-16,3-1-19 15,6 1-8-15,5 0-5 16,5 0-1-16,9-1 1 15,5 0-1-15,4 2-1 16,4-1 0-16,1 5-1 16,-1 2 1-16,1 4 1 0,0-2-1 15,2 6 1-15,3 0 0 16,0 3 0-16,5 4 0 16,-2 0 1-16,-2 0 7 15,-3 0 2-15,-5 11 3 16,-2-1-5-16,-6 3-3 15,-3 3-5-15,-4 1 15 16,1 1 10-16,-3 2-4 16,-1-1-1-16,0 1 3 15,0-1 2-15,2 0 6 16,-3-1-2-16,1 0 5 16,-6-1-5-16,2-3-1 15,-3 0-9-15,-4 0-3 0,-1-3 2 16,-1 0-1-16,-1-1-3 15,0-1 5-15,-1-2-4 16,-3 0-1-16,0-3-2 16,-5-1-1-16,-1 0 3 15,-2-2-6-15,-2-1-1 16,-2 0 4-16,0 0-3 16,-3 0-8-16,-3 0 1 15,0 0-1-15,0 0-1 16,0 0-7-16,0 0-21 0,0 0-25 15,-9-11-227 1,-3 0-362-16,-4-5-912 0</inkml:trace>
  <inkml:trace contextRef="#ctx0" brushRef="#br0" timeOffset="20161.59">18387 11005 1046 0,'0'0'685'0,"0"0"-426"16,0 0-81-16,0 0-11 15,0 0-86-15,0 0-23 16,0 0 3-16,19 60-12 16,-8-35 9-16,2 2 0 15,-1 0-10-15,0 1-2 16,3-2-5-16,-2-1-8 0,2 1-5 15,-3-3-4-15,0-1 4 16,-3-1-2-16,-1-1-13 16,-4-5-4-16,-1-1 3 15,-1 0-4-15,-2-2 2 16,0-1-1-16,0-1 0 16,-6-2 7-16,-6 1-7 15,-6-1 5-15,-2-1 1 16,-5-3-5-16,0 0-1 15,-2-2-3-15,5-1-4 16,2 0-1-16,10-1 0 0,2 0 0 16,5 0 0-1,2 0 3-15,1 0-4 0,0 0-1 16,0 0-9-16,0 1-2 16,0 1-8-16,0 0-35 15,-2 1-202-15,1 1-357 16,-2-4-755-16</inkml:trace>
  <inkml:trace contextRef="#ctx0" brushRef="#br0" timeOffset="20335.73">18339 11676 2179 0,'0'0'281'0,"0"0"-166"0,0 0-69 15,0 0 142 1,0 0-113-16,0 0-75 0,0 0-232 16,-35 13-704-16</inkml:trace>
  <inkml:trace contextRef="#ctx0" brushRef="#br0" timeOffset="30667.41">15101 15143 939 0,'0'0'201'16,"0"0"-6"-16,0 0-19 15,0 0-44-15,0 0-33 16,-89-18-31-16,63 33-41 16,-1 10-14-16,1 7-7 15,2 11 2-15,6 3 15 16,6 6 3-16,3 2 13 15,9-1 16-15,0-1 23 16,2-6-30-16,12-3 7 16,7-6-17-16,2-1-14 15,2-2-18-15,-1-2 0 0,2 1-5 16,-6 3 5 0,-2 0 2-16,-9 0-7 0,-9 2 0 15,0 0 8-15,-15 1-8 16,-13-4 5-16,-2-5-4 15,-5-6-2-15,0-10 6 16,3-11-4-16,1-3-1 16,4-8 5-16,5-9-6 15,6 3 2-15,5 2 9 16,8 3-10-16,3 8 1 16,0 1-2-16,10 6 7 15,10 18-5-15,2 10 4 0,1 7-5 16,0 13 7-16,1 18 5 15,-2 21 23-15,-5 22 7 16,-4 7-3-16,-8-3 13 16,-4-12-8-16,1-12 13 15,4-4-25-15,-2-17 28 16,4-18-33-16,-4-16-6 16,4-10 11-16,2 2-6 15,2-2-1-15,2-1-8 16,-4-8 5-16,2-7-9 15,-5-6-2-15,-2-1-11 16,-1-6 13-16,2-1-7 16,0 0 2-16,3-1 2 15,6-8-10-15,0-3 7 0,3 0-2 16,-3 2-5-16,0 0-1 16,-5 0-1-16,-3 3-73 15,0 2-99-15,-3-6-62 16,-1 1-233-16,-3 0-210 0</inkml:trace>
  <inkml:trace contextRef="#ctx0" brushRef="#br0" timeOffset="30876.06">15129 17343 1440 0,'0'0'710'0,"0"0"-618"16,0 0-76-16,0 0-9 15,0 0-7-15,0 0-157 16,0 0-360-16,-28-3-953 0</inkml:trace>
  <inkml:trace contextRef="#ctx0" brushRef="#br0" timeOffset="36027.11">18384 12674 1086 0,'0'0'734'0,"0"0"-447"16,0 0-169-16,0 0-61 0,0 0-28 15,0 0-10-15,0 0-2 16,37 0-5-16,-6 0 8 16,8 0-2-16,-1 0-3 15,-1 0-14-15,-6 0 1 16,-2 0 3-16,-9 0-5 16,-4 0-11-16,-10 0-202 15,-5 0-356-15,-1 0-316 0</inkml:trace>
  <inkml:trace contextRef="#ctx0" brushRef="#br0" timeOffset="36207.36">18390 12847 1181 0,'0'0'595'16,"0"0"-287"-16,0 0-87 15,0 0-124-15,0 0-44 16,0 0-17-16,116-12 1 15,-64 2-13-15,5-1-13 16,4 5-11-16,-14 3-80 16,-19 3-441-16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29:30.7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13462 5749 694 0,'0'0'270'0,"0"0"118"16,0 0-34-16,0 0-3 16,0 0-64-16,-6-39-145 15,3 39-71-15,3 0-32 16,-2 20-14-16,2 15-13 16,0 9 33-16,0 9 34 15,0 5 2-15,2-3-19 0,7-1 3 16,-2-4-31-16,-1-5-10 15,1-4-9-15,-2-6-7 16,-3-6-8-16,-2-4 0 16,0-7-10-16,-7-5-120 15,-9-7-103-15,-10-6-54 16,2-13-188-16,3-4-214 0</inkml:trace>
  <inkml:trace contextRef="#ctx0" brushRef="#br0" timeOffset="226.93">13286 6070 1061 0,'0'0'406'16,"0"0"-10"-16,0 0-110 16,0 0-122-16,0 0-50 0,0 0 75 15,0 0-89 1,40 101-23-16,-16-69-11 0,0-3-5 16,1-2-1-16,2-4-19 15,0-3-16-15,1-5-1 16,-1-4-14-16,0-5-4 15,-3-4-5-15,0-2-1 16,-4-5-46-16,-3-13-179 16,-1-17-123-16,-8 3-401 15,-2 2-643-15</inkml:trace>
  <inkml:trace contextRef="#ctx0" brushRef="#br0" timeOffset="416.87">13650 6065 1270 0,'0'0'488'0,"0"0"-285"16,0 0-75-16,0 0 40 16,0 0-35-16,-38 98-20 15,29-59-33-15,-1-3-31 16,0-2-29-16,5-4-11 16,0-5-9-16,1-2-6 15,3-6-110-15,-1-3-271 16,1-10-601-16</inkml:trace>
  <inkml:trace contextRef="#ctx0" brushRef="#br0" timeOffset="581.62">13744 6217 1805 0,'0'0'474'0,"0"0"-308"0,0 0-101 15,0 0-43-15,0 0-22 16,-88 72-97-16,64-47-564 0</inkml:trace>
  <inkml:trace contextRef="#ctx0" brushRef="#br0" timeOffset="2397.24">12613 6341 1030 0,'0'0'325'16,"0"0"-43"0,0 0-39-16,0 0 7 0,0 0-44 15,27-106-68-15,-18 62-13 16,6-18 0-16,0-19-9 16,4-21-55-16,-4-8-32 15,0 3-16-15,-6 5-13 16,-6 9-6-16,-3 0 6 15,0 1-1-15,-3 2-21 16,-12 1-9-16,-8-3 2 0,-6-7-2 16,-11-2 19-16,-5 1-9 15,-7 5-33 1,-2 11 5-16,-6 0 33 0,-8 5-16 16,-7 2-3-16,-9 6 9 15,-8 10-54-15,-5 8 44 16,-10 6-11-16,-2 5 14 15,-5 5-17-15,0 7-21 16,1 8 19-16,5 7 3 16,1 10 13-16,2 5 30 15,2 0-21-15,0 15-7 16,3 2 23-16,3 3 10 16,3-1 0-16,16-2-29 15,18 0 18-15,13-3 9 16,4 1 2-16,-5 5 1 0,-7 6-1 15,-13 5-14-15,4 3 15 16,-5 5 7-16,-1 3 1 16,0 5 0-16,1 2 9 15,5 3 23-15,4 4 10 16,7 3-31-16,3 3 17 16,-3 13 15-16,2 12 15 15,6 15-1-15,6 2 3 16,14-18-10-16,9-21-6 15,8-20 3-15,0 9-2 16,1 18 17-16,3 0-13 16,2 0 7-16,2-12 6 15,0-10-35-15,2 5 16 0,6 6 6 16,0-3-16-16,-2-4-5 16,-3-4-15-16,0-4-6 15,-3-5 2-15,2-6 5 16,-2-6 11-16,0-7-15 15,0-5-9-15,0-6 0 16,0-4-8-16,0-2 7 16,0-5-7-16,0 0 0 15,0 0 7-15,-9-5-8 16,-8-9-45-16,1-1-140 16,-14-9-121-16,6 6-290 15,0-1-476-15</inkml:trace>
  <inkml:trace contextRef="#ctx0" brushRef="#br0" timeOffset="2621.97">9178 5911 1317 0,'0'0'375'0,"0"0"-94"16,0 0-139-16,0 0 131 16,0 0-51-16,45 72 6 15,-17-51-113-15,2 1-58 16,5 2-11-16,1-2 5 15,-1-1-9-15,-3-1-18 16,0-4-9-16,-5-2-14 16,-2-3-1-16,-7-2-6 0,-2-6-140 15,-1-7-144-15,-1-15-284 16,-7-3-777-16</inkml:trace>
  <inkml:trace contextRef="#ctx0" brushRef="#br0" timeOffset="2843.56">9621 5891 980 0,'0'0'859'15,"0"0"-559"-15,0 0-136 16,0 0 39-16,-48 80-14 16,35-44-39-16,1 7-26 15,4 2-45-15,-3-3-36 16,2-1-20-16,1-6-17 15,2-6-5-15,0-5-1 0,5-3-50 16,-4-13-225-16,2-6-300 16,-1-2-698-16</inkml:trace>
  <inkml:trace contextRef="#ctx0" brushRef="#br0" timeOffset="2989.92">9557 6107 1729 0,'0'0'483'16,"0"0"-233"-16,0 0-127 16,0 0-38-16,0 0-51 15,0 0-34-15,0 0-29 16,0 18-334-16</inkml:trace>
  <inkml:trace contextRef="#ctx0" brushRef="#br0" timeOffset="9336.4">16491 9894 324 0,'0'0'223'16,"0"0"-48"-16,0 0-94 15,0 0-15-15,0 0-47 16,0 0 256-16,6 0-109 16,-6 0-32-16,0 0 27 15,0 0 3-15,0 0-11 16,0 0 1-16,0 0-11 15,0 0-20-15,-3 6 3 0,-12 2 23 16,-3 3-10 0,-8 4 8-16,-4 2-30 0,-3 0-33 15,-3 0-18-15,-3 1 4 16,5-2-11-16,0-1-10 16,4-1-13-16,2-2-5 15,2-3 4-15,7-1-1 16,-1-1 1-16,3-4-2 15,1 0-6-15,0-1 15 16,2-1-14-16,4 1 4 16,-2-2-5-16,6 0-2 15,2 1 5-15,2-1-9 16,1 0-20-16,-1 2 14 16,2-2-13-16,0 0-1 0,0 0 5 15,0 0-6-15,0 0 1 16,0 0-7-16,-1 0 6 15,1 0 0-15,-2 3-60 16,-9 2-108-16,2-1-131 16,-4 1-531-16</inkml:trace>
  <inkml:trace contextRef="#ctx0" brushRef="#br0" timeOffset="12318.56">14782 9838 884 0,'0'0'325'0,"0"0"-123"0,0 0 26 16,0 0-30-16,0 0-50 15,0 0-16-15,-39-13-21 16,29 9-12-16,-1 1-13 16,-1 0-10-16,2-1 5 15,-3 1-15-15,0 1-17 16,-1 0-4-16,2 2 0 16,-5 0-11-16,2 0-7 15,-4 0-3-15,2 0 11 16,-2 0-6-16,2 0-8 15,-2 2 9-15,0 0 0 16,-2 0-8-16,-3-1-5 0,-1 1 5 16,0 0-3-16,-2-2 4 15,-2 0-2-15,0 0-6 16,-1 0-2-16,0 0 7 16,6 0-4-16,-3 0-2 15,2 0-1-15,1 0-5 16,3 0 1-16,1 0 4 15,3 0-5-15,0 0-7 16,1 0 5-16,4 0 2 16,-1 0-7-16,4 2 1 15,-1-1-1-15,2-1 5 16,0 3-4-16,2-2 4 16,-1 1-6-16,-2-1 2 0,1 2-1 15,-2-1 0 1,2 0 7-16,-2 1-2 0,4-3-5 15,0 1 0-15,4-1 5 16,1 2-6-16,-1-2 1 16,2 0 0-16,0 0 0 15,0 0 0-15,0 0-1 16,0 0 2-16,0 0-1 16,0 0 1-16,0 0-2 15,0 0 1-15,0 0 1 16,0 1 0-16,0-1-2 15,0 0 0-15,0 0-7 16,0 0 14-16,0 0-7 0,0 0 1 16,0 0-1-16,0 0 1 15,0 0-1-15,0 0 0 16,0 0 1-16,0 0-1 16,0 0 0-16,0 0 0 15,0 0-2-15,0 0-5 16,0 0 14-16,-1 0-7 15,-1 2 1-15,0-1-1 16,-1 1 0-16,3-2 0 16,-2 0 0-16,2 3 0 15,0-3 0-15,0 0 0 16,0 0 1-16,-1 0-1 16,1 0 1-16,-2 2-1 15,-1 0 0-15,-1 1 0 0,-1-2 1 16,1 2-1-16,-2-2 1 15,1 1 0-15,1-2-1 16,-1 3 1-16,1-3-1 16,-1 4 0-16,1-4 1 15,-2 1-1-15,3 1 1 16,0-1 0-16,0-1-1 16,0 2 0-16,2-2 1 15,-4 1-7-15,0-1 12 16,1 1-6-16,-5 1 1 15,2-2-1-15,-1 3 1 0,2-3-1 16,-1 2 0 0,-1 0 0-16,2-1 0 0,0 1 1 15,-1-1 0-15,3 0-1 16,-1-1 1-16,1 2-1 16,-1-1 1-16,0-1-1 15,1 1 0-15,-2 0 0 16,2-1 1-16,1 2-1 15,-2-2 1-15,1 1-1 16,-1 1 1-16,1 0 0 16,-5-1-1-16,6 1 1 15,-2-2 1-15,2 1-1 16,0 0 7-16,0-1-7 16,2 0 5-16,-1 1-5 15,1-1 5-15,-2 0-4 0,2 0-1 16,1 0-1-1,-2 2 1-15,2-2 3 0,0 0-3 16,0 0-1-16,0 0 1 16,0 0 0-16,0 0 0 15,0 0 0-15,0 0 0 16,0 0 0-16,0 0 0 16,0 0 0-16,0 0 5 15,0 0-5-15,0 0-1 16,0 1-27-16,-4 5-73 15,-12 13-168-15,2 1-274 16,-3-6-355-16</inkml:trace>
  <inkml:trace contextRef="#ctx0" brushRef="#br0" timeOffset="14082.62">12501 9885 682 0,'0'0'266'0,"0"0"-87"16,0 0 14-16,0 0 40 15,0 0 2-15,0 0-56 16,-3-21-14-16,-3 16-44 16,-3 1-27-16,-7 1-11 15,-2 0 36-15,-6 1-14 16,-4 2-23-16,-4 0-4 0,-2 0-9 15,-7 0-10 1,-4 0-12-16,-4 0-5 16,-1 0 2-16,2 0 1 15,1 0-7-15,5 0-8 0,3 0-9 16,3 0 3-16,5 0 0 16,3 0-6-16,-1 0-5 15,4 0-4-15,0 0 6 16,1-3-7-16,0 3 12 15,2 0-5-15,4 0-3 16,-3 0-3-16,4 0 6 16,0 0 2-16,-2 0-5 15,2 0 0-15,-1 0 0 16,-3 0 3-16,2 0 1 16,0 3-1-16,3 1-1 0,6-3-8 15,1 1-5-15,5-1 5 16,0-1-5-16,2 0 1 15,2 0-1-15,0 0 1 16,0 0-1-16,0 0 1 16,0 0-1-16,0 0 0 15,0 0-1-15,0 0 0 16,0 0 1-16,0 0 5 16,0 0-6-16,0 0 0 15,0 0-1-15,0 0 1 16,0 0 0-16,0 1-12 15,-1 4-60-15,-3 8-84 16,-14 13-134-16,1 1-257 0,-5-3-550 16</inkml:trace>
  <inkml:trace contextRef="#ctx0" brushRef="#br0" timeOffset="18843.06">13932 7349 636 0,'0'0'257'16,"0"0"-107"-16,0 0-33 15,0 0-7-15,0 0 34 16,0 0-26-16,0 0-37 16,25-6-24-16,-9 5 13 15,2 1-6-15,6 0 3 16,2 0-9-16,0 0-4 15,3 0-9-15,3 3-5 0,4 2-11 16,5 2 11-16,10 0 19 16,5 0-16-16,4 0-20 15,2 1-6-15,1-1-4 16,3 0-4-16,-2 0-3 16,4-1 0-16,-2 1-5 15,-2 0 7-15,-4-1-7 16,-2 2 10-16,-3-3-10 15,-1 1 10-15,0-4-2 16,-1 1 5-16,1-2-3 16,-2 2-5-16,3-3 1 0,2 0-6 15,0 0 9-15,-2 3-9 16,-4-3 1-16,0 3-1 16,-1-1 7-16,-5-1-8 15,-1 0 1-15,-3-1 5 16,-4 0-5-16,3 2 0 15,-1-2 0-15,1 0 5 16,3 0-4-16,-1 0 4 16,-1 0 0-16,5-2 1 15,-3-2-6-15,3 1 11 16,-1-4-6-16,3 2 3 16,-3-2-8-16,1-1 7 15,-4 3-7-15,1 0 1 16,-6-2-1-16,-4 2 6 15,-3 0-6-15,-2 1 0 0,0-4 5 16,-1 3-5-16,-2-2 8 16,4-2 5-16,-2 1-1 15,1-3 5-15,1 0-3 16,-1-1-6-16,2-2 3 16,-2-2-3-16,-3-1 0 15,-1-1 1-15,-3 0-9 16,0-4 5-16,-2 2-6 15,-2 0 1-15,1-4 0 16,-3 4 0-16,-2 0-1 16,2 0 0-16,0 2-1 15,-3-2-4-15,-1 3 5 0,0-1 0 16,0-1-1 0,-4 1-1-16,3-1-5 0,-2-1-14 15,0 1 9-15,0 0 0 16,0-1 0-16,-2-1 12 15,3 2 0-15,0 1-1 16,-2-2 1-16,1 2 0 16,-2 1-9-16,0 0 1 15,-1 0 7-15,0 2-12 16,-2 1 7-16,0-2-6 16,0 2 6-16,-3-2 5 15,0-1-8-15,0 0 9 16,0-2-8-16,-1-1-7 0,-7 3-1 15,-2-3 7-15,-1 0-6 16,-2 1 8-16,-8-1-2 16,-1 0-3-16,-7 1-18 15,-4-1 14-15,-5 1-6 16,-3 0-14-16,-5 4 16 16,0 0-7-16,-6 1-1 15,-2 0 26-15,-4 2 1 16,-2-1-9-16,-4 2 10 15,-3 1 14-15,-5-1-14 16,-1 2-14-16,0 0-47 16,-1 2 49-16,3-1 6 15,4 2 6-15,3 0 1 0,0 1 0 16,-1 1-1 0,-4 2 1-16,-18 0-1 0,-16 1 0 15,-18-1 1-15,-4 1 0 16,12-1-1-16,11 2 0 15,26-3-24-15,15 3 23 16,15 0 1-16,4 0 1 16,-3 0 5-16,-7 0 7 15,-7 0-13-15,2 0 0 16,2 0-8-16,1 3 8 16,0 5 1-16,2-2 1 15,4 3 4-15,-1-3-5 16,3 2 5-16,3 1-5 15,1 0 0-15,0 0 0 16,5 2 5-16,1-2-5 0,3 2 6 16,2 0-6-16,1 1-1 15,0 4 2-15,1-1-1 16,1 1 7-16,0 1-7 16,-2 1 8-16,2-1 3 15,-2 0 0-15,0 1 1 16,2 1-1-16,1 0-6 15,5 0 11-15,-1 0 17 16,3 2-7-16,0-1 0 16,1 3-15-16,-1-1-4 15,4 2-2-15,-3 1 2 16,1 1 8-16,3-1 8 0,0 3-2 16,4 1-9-1,4 0-1-15,2 0 24 0,3 2 4 16,2 2-10-16,0 0-3 15,0 1 23-15,4-1-1 16,2 3-16-16,0 1-7 16,0-1 6-16,1 1 0 15,-1-1 4-15,3 0 5 16,0-2-3-16,3-3-7 16,2-1 5-16,0-5-12 15,1-2-4-15,2-6 0 16,-2 0 1-16,1-2-6 15,1-3 5-15,0-3 1 0,3-1-5 16,-4-3-1 0,3-4-9-16,-2 0-4 0,4-1 10 15,-3 0-11 1,4 0 5-16,-1 0-6 0,-2-4 1 16,-2 1 0-16,-1 0-1 15,-5-1 0-15,-2 1 0 16,-1 1 0-16,-2-1-7 15,-1 0-8-15,-3 2-12 16,-2 0 3-16,-6-2-56 16,-11-1-288-16,-5 0-681 0</inkml:trace>
  <inkml:trace contextRef="#ctx0" brushRef="#br0" timeOffset="19012.48">13985 7539 1525 0,'0'0'389'16,"0"0"-77"-16,0 0-129 15,0 0-44-15,0 0-89 16,0 0-50-16,0 0-131 16,-30 0-681-16</inkml:trace>
  <inkml:trace contextRef="#ctx0" brushRef="#br0" timeOffset="23534.95">9497 9905 28 0,'0'0'193'16,"0"0"-34"-16,0 0-58 0,0 0 28 15,0 0 19 1,0 0-46-16,-31-27 28 0,28 24-14 15,-3 0 8-15,1 0-14 16,-1 0-20-16,1 1 21 16,-1-1 7-16,-2 0 23 15,2 0-10-15,0 2 25 16,-2-1-7-16,3 2-17 16,2 0-12-16,0 0-14 15,3 0-9-15,0 0-23 16,0 0-26-16,0 0-9 15,16 0 5-15,11 4 81 16,12 4-15-16,10-1-35 16,11-3-1-16,10-4-19 15,1 0-3-15,17 0-13 0,-10-3-15 16,2-5-1-16,-2-1 4 16,-17 1-6-16,3 0-2 15,-11 1-4-15,-7 2-7 16,-13-1-7-16,-8 0 1 15,-4 1 5-15,-8 1-6 16,-4 1 5-16,-2 0-5 16,-4 2-1-16,-3-1 1 15,0 2 0-15,0 0-1 16,0 0-1-16,0 0-58 16,0 0-50-16,-10 0-93 15,-24 0-183-15,3 2-339 16,-4 5-811-16</inkml:trace>
  <inkml:trace contextRef="#ctx0" brushRef="#br0" timeOffset="26193.94">9452 9917 375 0,'0'0'206'16,"0"0"-44"-16,0 0-35 0,0 0 35 15,0 0-19-15,0 0-30 16,0 0-13-16,-1 0-13 16,1 0 22-16,0 0-11 15,0 0-11-15,-2 0-4 16,2 0-17-16,-1 0 5 16,-1 0 6-16,-3 0-8 15,-1 2-5-15,-2 1-17 16,-2-1-11-16,2 1-7 15,-2 0 4-15,1-1 1 16,-3 2 3-16,0 1-6 16,-2 1 5-16,-3-2-2 15,-6 1-1-15,-3 3-4 0,1-4 9 16,-3 1 6-16,1-1-5 16,0-1-3-16,2-2 1 15,0 0-1-15,-2-1-14 16,3 1 2-16,-3-1 0 15,0 0-3-15,-1 0-6 16,-2 0 3-16,-1 0-5 16,-2 0-4-16,0 0 2 15,-2 0 5-15,3 0 4 16,1 0-4-16,0 0-2 16,-1 0-4-16,1-1 2 0,1-3-3 15,0-1-2 1,0 1 7-16,1-1-5 0,-3-1-2 15,1-1 2-15,-2 1 2 16,0 0-1-16,-1-3-1 16,1 1 0-16,3 1 3 15,1 0 5-15,5 1-2 16,-3-1-2-16,4 1 1 16,-1-2-8-16,-1 2 1 15,1-1 1-15,2 0 4 16,2 0-2-16,3 0 4 15,0 1 1-15,2 0 1 16,2-1-5-16,2 1-1 16,1 1-1-16,1 1-3 0,0-3-5 15,2 4 7-15,-1-1-1 16,2-1 1-16,-3 0-7 16,3 1 7-16,-1-2-7 15,-1-1 11-15,1-3-10 16,-5 1 4-16,6-1 0 15,-2-1-5-15,0 3 7 16,3 0-7-16,0 3 9 16,3 0-4-16,-1-2-4 15,1 4 5-15,2-2-6 16,-1 3 5-16,1-2-4 16,-2 4-1-16,2-3 1 15,0 3-1-15,0 0 5 16,0 0-5-16,0 0-1 0,0 0 1 15,0 0 1-15,0 0-1 16,0 0 1-16,0 0-1 16,0-2 7-16,0 2 1 15,-3 0-3-15,3 0-5 16,0 0 11-16,0 0-11 16,0 0 7-16,0 0-2 15,-3 0-6-15,3 0 1 16,-6 0-1-16,-2 7-5 15,-2 8 5-15,-4 7 0 16,0-1 0-16,1 1 1 16,4-3 0-16,1-2 0 0,4-3 0 15,-1-3-1-15,1-3 0 16,4-2 1-16,0-4-1 16,0-2 1-16,0 0 0 15,0 0 5-15,0 0-4 16,0-5 7-16,0-12-8 15,4-4 1-15,3-6-2 16,1-1 0-16,1 3-9 16,1 1 7-16,-1 4-5 15,-1 4-4-15,2 3 4 16,-2 2 5-16,0 1 1 16,2 4-10-16,0-1 10 15,2 3-5-15,0 1 5 16,1 3-5-16,5 0 4 0,2 0-5 15,4 10 6-15,2 4 1 16,0 1 0-16,0 2 0 16,-3 0 1-16,-2 0-1 15,-2-2 0-15,-4-1 2 16,-2-2-1-16,-3-4 1 16,-4-2-1-16,-2-1 0 15,-1-2-1-15,-3-3 0 16,0 0-47-16,0 0-83 15,-6-8-147-15,-8-9-356 16,-2-2-697-16</inkml:trace>
  <inkml:trace contextRef="#ctx0" brushRef="#br0" timeOffset="26352.03">8325 9726 1585 0,'0'0'222'0,"0"0"-154"16,0 0-68-16,0 0-8 15,0 0-779-15</inkml:trace>
  <inkml:trace contextRef="#ctx0" brushRef="#br0" timeOffset="29204.27">14756 6590 506 0,'0'0'363'15,"0"0"-178"-15,0 0-8 16,0 0 17-16,0 0-34 0,0 0-10 16,0 0-10-16,-41-30-33 15,30 26-9-15,-6-3 7 16,0 4-12-16,-10-1-19 15,-4-1-18-15,-8 2 8 16,-7 1-6-16,-3 1 14 16,-2 1-5-16,3 0-11 15,3 0 1-15,1 0-14 16,2 8-4-16,-3 0-15 16,3 5-2-16,-1 1-8 15,-2 2 1-15,0 1 1 16,-1 2 2-16,3 1-1 0,-2-1 4 15,5 2 12-15,3 0-13 16,1 0-11-16,5 0-1 16,1 1-2-16,3 3-6 15,1-1 1-15,1 2 0 16,1 3 5-16,2 0-6 16,4 3 0-16,0 2 1 15,3 5 0-15,2 0 0 16,1 2 0-16,0 2 5 15,5 4-5-15,-1 1 1 16,5-4-1-16,2 0 9 16,1-3 1-16,0-4-4 15,7-3 8-15,9-4-3 0,4 0 3 16,5-3 0-16,4-2 2 16,5-4 7-16,3-2 4 15,6-3-13-15,5-5 0 16,4-4 3-16,4-4-1 15,0-3-6-15,2 0 0 16,0 0-5-16,-1-6 3 16,2-5 1-16,-4-1 2 15,-5-2-1-15,-6 0 1 16,-4-2-2-16,-3 1 13 16,-3-3 1-16,1-3-6 15,-2-2 0-15,0-1-3 16,-2-3 3-16,-1-2-8 15,-2-1-1-15,-1-4 3 0,-3-2-1 16,-4-1-1-16,-2-5-1 16,0 0 3-16,-6-1-4 15,0 0-2-15,-4 1-6 16,-4 2 0-16,-3 2 0 16,-1 1 0-16,0 1-14 15,0-1-1-15,-7 2-13 16,-3-2 10-16,-1 0 6 15,-1 2-6-15,-1 1 7 16,-1 3-7-16,0 3-10 16,2 4 2-16,-2 4 8 15,0 5 5-15,3 3-2 16,-4 0 0-16,0 5 1 16,-4 0 4-16,-1 4-7 0,-4 2-6 15,-2 1 5 1,-1 0 0-16,0 0-2 0,-2 9 1 15,6 3-5-15,9 5-147 16,5-5-345-16,9-5-398 0</inkml:trace>
  <inkml:trace contextRef="#ctx0" brushRef="#br0" timeOffset="30540.55">16814 6618 441 0,'0'0'766'15,"0"0"-614"-15,0 0-1 16,0 0 44-16,0 0-18 16,0 0-65-16,0 0-28 15,-89-31-4-15,68 29-3 16,-4 2-12-16,-3 0-9 16,-1 0 0-16,-2 3-2 0,1 7-2 15,-3 1-5 1,-1 4 0-16,-2 4-4 0,-4 3 10 15,1 6-5-15,0 0-6 16,3 3-3-16,5-1-6 16,4 1 7-16,4-2-3 15,5 2-11-15,4 0-7 16,5 1 1-16,2-1-2 16,4 2 2-16,2 2 9 15,1 2 5-15,0 1 1 16,0 1 5-16,2 2-5 15,7 1-11-15,2-4-5 16,1 0 4-16,4-3 1 0,2-3-9 16,3 1 2-16,3-4-9 15,6-2-2-15,0-7 1 16,4-1 7-16,2-5 7 16,1-4-5-16,2-5-5 15,-2-4 2-15,1-1 2 16,2 0-1-16,3-1 8 15,-1-10-4-15,1-2-1 16,-3-3-4-16,-1-2 7 16,1-3-2-16,-3-1 4 15,-1-3-1-15,-1-4-7 16,-1-3-4-16,-3-2-4 16,-1-3 8-16,-2-1-8 0,-4 0 0 15,-3 1-5 1,-6 0 1-16,0 3 4 0,-6 1-5 15,0-1-1-15,-4 2-8 16,-1-1-5-16,-3 2-1 16,-1-1 7-16,0 3 7 15,0 1-1-15,-3 0-1 16,-7 0-8-16,-2 0-11 16,-2 3-2-16,1 1 4 15,0 3-1-15,-1 0 2 16,1 3 5-16,-4-1-2 15,0 2-6-15,-1 3 4 16,-3-3 8-16,-1 3-4 16,-1 1-5-16,-2 3 3 15,-2 0 4-15,-2 2-1 0,-2 0 2 16,-3 5-16 0,-5 2 14-16,-9 1-19 0,-8 0-23 15,-43 0-4 1,13 4-449-16,-2-4-915 0</inkml:trace>
  <inkml:trace contextRef="#ctx0" brushRef="#br0" timeOffset="33852.6">15021 7350 722 0,'0'0'227'15,"0"0"-16"-15,0 0-11 16,0 0 10-16,0 0-27 16,0 0-9-16,-5-45-21 15,5 39 8-15,0-1-23 16,0 3-55-16,-1 2-37 0,1 2-25 16,0 0-2-1,-2 0-4-15,1 6-8 0,-3 10 1 16,1 8 1-16,0 4 19 15,-1 5-4-15,0-1 4 16,2-1-5-16,1 0 3 16,1-4-9-16,0-5-10 15,0-5-6-15,0-5-1 16,0-5 0-16,0-3-9 16,0-4-20-16,-3 0-54 15,-6 0-2-15,-1-4-20 16,-3-8-1-16,-2 0 56 15,2 0 37-15,3 0 13 0,0 2 6 16,5 3 19 0,2 4 31-16,1 2 5 0,2 1-27 15,0 0-15-15,0 0-10 16,0 7 0-16,6 5 8 16,6 2 12-16,3-1-8 15,1 0-6-15,4-2-8 16,-2-2-6-16,1-2 5 15,1-4-6-15,0-3 0 16,1 0-1-16,-4 0-14 16,-3-7-30-16,-1-3-17 15,-3 0 28-15,-4-2 15 16,-3 4 13-16,-2-1 5 0,-1 4 1 16,0 1 1-16,0 4 12 15,0 0-13-15,-6 0-11 16,-5 9 11-16,-3 3 1 15,-2 5 0-15,2 0 0 16,-1-3-1-16,3 3-5 16,-1-1-132-16,3-2-237 15,0-6-468-15</inkml:trace>
  <inkml:trace contextRef="#ctx0" brushRef="#br0" timeOffset="34018.68">15197 7613 1512 0,'0'0'358'15,"0"0"-135"-15,0 0-120 16,0 0-51-16,0 0-52 16,0 0-183-16,0 0-841 0</inkml:trace>
  <inkml:trace contextRef="#ctx0" brushRef="#br0" timeOffset="37211.35">10574 7437 940 0,'0'0'333'16,"0"0"-89"-16,0 0 19 0,0 0-40 15,0 0-73-15,0 0-43 16,0-8-49-16,0 20 9 16,0 1-2-16,0 4-16 15,0 2-16-15,0-2-14 16,0 1-3-16,0 2-10 16,0-3-4-16,5 0 4 15,-1 0-5-15,-1-3-1 16,0-1-1-16,-3-4-9 15,0 2-11-15,0-3-123 16,0-5-121-16,-6 3-114 16,-3-6-356-16</inkml:trace>
  <inkml:trace contextRef="#ctx0" brushRef="#br0" timeOffset="37411.31">10481 7565 954 0,'0'0'329'0,"0"0"-107"0,0 0-78 15,0 0-8-15,0 0 44 16,0 0-57-16,0 0-46 16,22 34-5-16,-6-23-27 15,2-1-20-15,-2-1-13 16,3-2-2-16,-3 0-10 16,-2-4-11-16,-2 0-53 15,3-3-182-15,-3 0-340 0,-3-4-441 16</inkml:trace>
  <inkml:trace contextRef="#ctx0" brushRef="#br0" timeOffset="37553.35">10676 7590 713 0,'0'0'208'16,"0"0"-1"-16,0 0-30 15,0 0-57-15,-24 75-66 16,14-49-42-16,3-2-12 15,-3-7-259-15</inkml:trace>
  <inkml:trace contextRef="#ctx0" brushRef="#br0" timeOffset="41890.3">1192 12000 172 0,'0'0'114'16,"0"0"-46"-16,0 0-34 15,0 0-22-15,0 0-6 16,0 0-6-16,-2 0-1 0,2 0-86 16,0 0-11-16</inkml:trace>
  <inkml:trace contextRef="#ctx0" brushRef="#br0" timeOffset="42481.94">1920 11774 796 0,'0'0'192'16,"0"0"-62"-16,0 0 14 15,0 0 4-15,0 0-51 16,0 0-36-16,0 0-28 0,0-6-30 16,0 6-3-1,-6 0-106-15,-3 0-259 0</inkml:trace>
  <inkml:trace contextRef="#ctx0" brushRef="#br0" timeOffset="46750.32">1680 11250 861 0,'0'0'237'0,"0"0"-51"15,0 0 36-15,0 0 16 16,0 0-45-16,0 0-22 16,0 0-56-16,-38 0-54 15,19 0 4-15,-6 0-25 16,-2 0 0-16,-4 10 2 16,-4 2 4-16,1 5 1 0,-2-1 6 15,0 6-4-15,-1-2-15 16,3 4-1-16,4-3 0 15,0 1-8-15,2 3-9 16,4-1 2-16,-3 0 2 16,0 3-4-16,0 2-1 15,-1-1 0-15,0-1-3 16,1 1-2-16,-1 0 2 16,-2-1-3-16,3 2 3 15,0-2 0-15,1 0 0 16,0 1 6-16,-1 2-3 15,0 3 0-15,2-1-4 16,1 4-2-16,1 1 1 16,1 3-4-16,5-1 3 15,4 1-3-15,3-1-6 0,-2 1 7 16,9-1 1-16,-2 1-1 16,5-1 1-16,0 0-3 15,0-3-5-15,0-1 0 16,5 0 1-16,3-3 0 15,5-1 0-15,0 1-1 16,2-1 1-16,0 2 0 16,0 0-1-16,3 1 1 15,-2 1 5-15,1-2-5 16,-1 1 0-16,5-1-1 16,-6-6 1-16,4 1 0 15,-4-4 0-15,3-4 0 0,-3-1-1 16,0-1 1-16,0-2 0 15,0-3 0-15,-3-2-1 16,1-3-1-16,-1-2 1 16,0 0 0-16,1-4 2 15,-2 2 8-15,5-2-1 16,-2 1-7-16,2-2 5 16,0-1-6-16,2 2 0 15,-1-2-1-15,5 0 6 16,-1 0-5-16,3 0-1 15,-3 1 1-15,0 1 0 16,1 0-1-16,1-2 7 16,-1 3-7-16,6-3-1 0,-1 0 1 15,1 0 0-15,2 0 1 16,0 0-1-16,1 0 0 16,-4 0 1-16,1 0-1 15,-6 0 1-15,1 0 0 16,-2 3-1-16,-3 3 1 15,0 1-1-15,0 1 0 16,-2-1 0-16,-1 2 0 16,3-3 0-16,1 2 0 15,0-3 0-15,1 3 0 16,-3 0 0-16,5 1 0 16,-4 0 0-16,2-1 0 15,-1 3 0-15,-3-2 1 0,2 0 0 16,-2-1-1-16,2 2 0 15,-3-1 0-15,1-1 0 16,-2-1 0-16,1 2 1 16,-2-2-1-16,-3-2 1 15,7 1-1-15,-5 0 1 16,3-3-1-16,0 1 1 16,3-3 0-16,-3-1 0 15,6 0 0-15,-1 0 0 16,0 0 0-16,-2 0-1 15,4-1 1-15,-4-6 1 16,2-2 5-16,1-2 7 16,1-3-5-16,5-3-2 0,-2-3 5 15,0-1-3-15,-1 1-8 16,-4-1 8-16,-1 3-8 16,-4 1 5-16,0 0-5 15,-3-1 0-15,-2-1 5 16,1-3-4-16,-1-2-1 15,0-5 0-15,-2-1 1 16,1-3-1-16,-1-4-1 16,2 0 6-16,-3-2-6 15,1-1 1-15,-3-1 0 16,3 3 0-16,0 1 0 16,-2 1 0-16,-2 2 0 15,-1-2 1-15,-2-1 4 16,-1-4 0-16,0-1-5 15,0-5 8-15,0-1 6 16,0-1-14-16,0 0 0 0,-4-1 8 16,-3 2-8-16,-4 0 0 15,1 1 7-15,1-1-1 16,-3 1-1-16,-3 0 3 16,0-2-1-16,-2-1-2 15,-2-1 1-15,1 2 1 16,-5 2-7-16,3 1 10 15,-2 3 1-15,-2 1-12 16,-1 2 2-16,2 3-2 16,2 4 0-16,-3-1 0 15,-1 5-1-15,0 3 0 0,-2-2-11 16,1 3-1-16,1 4-2 16,0 0 3-16,1 6 1 15,-2 1 1-15,0 2-2 16,-4 3 3-16,0 1-1 15,-4 3 2-15,1 4 1 16,2 1 6-16,-4 0 0 16,-1 0 1-16,-1 6 0 15,0 2 1-15,0 1 6 16,1 3-6-16,0 0-1 16,3 0 0-16,5 1-7 15,1 1 7-15,0 0-2 16,2 1 2-16,1 2 0 0,1-1-1 15,4-2 1 1,0-1 0-16,7-3 0 0,3 0 0 16,0-3-8-16,3-3-11 15,6-1-4-15,0-3-109 16,0 0-441-16,9-3-335 0</inkml:trace>
  <inkml:trace contextRef="#ctx0" brushRef="#br0" timeOffset="46929.45">1496 11197 2390 0,'0'0'275'15,"0"0"-198"-15,0 0-72 16,0 0-5-16,0 0-353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31:20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2323 595 1460 0,'0'0'309'16,"0"0"-27"-16,0 0-155 15,-100-13-80-15,66 13-26 16,2 0 1-16,-2 3-15 16,4 14-1-16,-1 7-6 0,1 10 12 15,6 8 3-15,3 8 13 16,2 6 18-16,13 3 13 16,4 0 8-16,2 0 10 15,16-5-4-15,10-5-30 16,8-6-16-16,5-10 18 15,3-8 19-15,2-8-6 16,-2-10-14-16,-1-7-11 16,2 0-3-16,-4-19-8 15,1-12-1-15,-3-11-20 16,-4-8-1-16,-6-18-6 16,-17-15-13-16,-8 7-19 15,-2 8-40-15,-21 13-74 0,-6 15 48 16,-7 2 44-16,-2 4-17 15,2 10-20-15,2 13-5 16,7 11 0-16,8 7-3 16,17 38 9-16,0-4 39 15,14 0-303-15</inkml:trace>
  <inkml:trace contextRef="#ctx0" brushRef="#br0" timeOffset="374.26">2521 873 1652 0,'0'0'366'0,"0"0"-125"16,0 0-148-16,0 0-45 15,0 0-10-15,0 0-14 16,0 0 31-16,185-1-6 16,-35 6 12-16,19-2 33 15,-5 0-55-15,-20-2-10 16,-24-1-9-16,-6 0-14 16,-22 0 4-16,-22 0-10 15,-22 0 11-15,-18-4-11 16,-5-1-1-16,-4 0-12 0,-3 1 2 15,-12-2 10-15,-3 2-16 16,-3-1 0-16,-3-2-40 16,-19 2-33-1,5 4-369-15,4-1-993 0</inkml:trace>
  <inkml:trace contextRef="#ctx0" brushRef="#br0" timeOffset="802.5">4041 596 1463 0,'0'0'341'16,"0"0"-2"-16,0 0-206 0,0 0-62 16,-96 5-37-16,65 23-15 15,-3 10-1-15,4 10 41 16,5 5 13-16,10 4 0 15,7 1-15-15,8-1-15 16,2 1 13-16,19-5 38 16,9-8-22-16,11-7-14 15,1-9-9-15,6-12-3 16,2-8-11-16,3-9 2 16,-1-7-4-16,-2-20-16 15,-4-12-15-15,-3-12-1 0,-5-16-6 16,-11-20-15-1,-13 7 3-15,-13 8-46 0,-4 11-26 16,-25 15-3-16,-11 3 7 16,-7-1-46-16,1 13 51 15,-1 9 30-15,7 12-9 16,5 9 0-16,5 1-21 16,7 13-13-16,22 24 11 15,0-4 6-15,12 1-472 0</inkml:trace>
  <inkml:trace contextRef="#ctx0" brushRef="#br0" timeOffset="1178.9">4454 860 1527 0,'0'0'479'0,"0"0"-221"16,0 0-91-16,0 0-104 15,0 0-37-15,0 0 1 16,0 0 53-16,160 43 20 16,-23-25-12-16,20-5-25 15,-2-7-21-15,-17-3-17 16,-28-3-13-16,-18 0 18 15,-24 0-24-15,-23 0-6 0,-7 0 0 16,-3 0 5-16,-2-3-5 16,-6 0-6-16,-12-1-2 15,-8 1 1 1,-6-1-7-16,-1 1-5 0,0-1-22 16,-1-1-36-16,-6 5-34 15,2 0-87-15,5 0-1080 0</inkml:trace>
  <inkml:trace contextRef="#ctx0" brushRef="#br0" timeOffset="1697.18">6101 655 1311 0,'0'0'316'0,"0"0"65"15,0 0-193-15,-91-43-114 16,51 40-40-16,-6 3-20 16,-5 9 15-16,3 13-10 15,2 4 1-15,3 7 9 16,9 7 34-16,8 4-34 16,11 3 25-16,10 3 52 15,5 0-18-15,9 1-23 16,18-4-5-16,9-2 3 15,9-3-6-15,9-9-2 16,4-6-19-16,0-8-6 0,3-11-9 16,-3-8-5-16,-1 0-10 15,-2-18-4-15,-4-9 14 16,1-9-9-16,-4-6-7 16,-2-7-11-16,-5-5-14 15,-9-3-7-15,-11 1-2 16,-11 0-18-16,-10 4 5 15,0 5-23-15,-21 8-9 16,-2 3 18-16,-7 6-4 16,-3 7 15-16,2 3 4 15,-7 6-5-15,-2 5 8 16,-5 6-2-16,0 3-7 16,-1 0 9-16,4 0 9 15,2 12-3-15,6 4-9 16,0 3-14-16,11-4-8 0,7-2-797 0</inkml:trace>
  <inkml:trace contextRef="#ctx0" brushRef="#br0" timeOffset="1863.55">6222 584 1555 0,'0'0'621'16,"0"0"-491"-16,0 0-56 15,0 0-25-15,0 0-15 16,0 0-18-16,0 0-16 16,-61 42-7-16,23-19-366 0</inkml:trace>
  <inkml:trace contextRef="#ctx0" brushRef="#br0" timeOffset="4069.62">3377 410 651 0,'0'0'762'16,"0"0"-270"-16,0 0-234 15,0 0-76-15,0 0-26 16,0 0-70-16,-6 0-41 16,6-1-21-16,0 0-2 0,11-2-3 15,7-1-7-15,5-1-6 16,6 0 2-16,-2 2-7 15,-5 0 0-15,-7 2 0 16,-5 1 0-16,-5 0-1 16,-4 0 0-16,-1 0-1 15,0 0-10-15,0 2 4 16,-4 15 7-16,-11 7 12 16,-5 2 2-16,-3 6 4 15,-3 2 3-15,1-2-1 16,6-3 7-16,5-3-7 15,7-4-7-15,2-4-7 16,5-2 9-16,0-4-6 0,14-1-8 16,6 0 21-16,6-5 6 15,10-1-7-15,4-5 2 16,2 0-10-16,4 0-8 16,-7-11-5-16,-8-2 0 15,-10-3-57-15,-18-6-115 16,-3 3-203-16,-7 2-582 0</inkml:trace>
  <inkml:trace contextRef="#ctx0" brushRef="#br0" timeOffset="4519.11">3717 238 1008 0,'0'0'385'16,"0"0"2"-16,0 0-113 15,0 0-74-15,0 0-63 16,0 0-56-16,0 0-44 15,-37-4-22-15,25 5-1 16,2 3-5-16,2 2-8 16,1 0 15-16,2-2-15 15,1 1 0-15,4 0 8 0,0 3-9 16,0 2 0-16,0 5 11 16,0 1-10-16,0 5 0 15,3 2 12-15,1 0-7 16,2 5 10-16,0 0-1 15,-1-1-7-15,-1-1 2 16,1-6-4-16,-1-2-6 16,2-3 0-16,-3-5-12 15,1-1-70-15,1-9-93 16,1 0-156-16,-1-3-262 0</inkml:trace>
  <inkml:trace contextRef="#ctx0" brushRef="#br0" timeOffset="4738.62">3783 292 175 0,'0'0'1353'16,"0"0"-979"-16,0 0-163 16,0 0-83-16,0 0-66 15,0 0-35-15,0 0 8 16,0 34 19-16,6-15-33 15,4 3-5-15,-4-3-16 16,0 1 0-16,0 1-36 16,-3-8-218-16,0-5-420 0</inkml:trace>
  <inkml:trace contextRef="#ctx0" brushRef="#br0" timeOffset="5142.31">3838 199 1235 0,'0'0'611'0,"0"0"-333"15,0 0-107-15,0 0-25 16,0 0-60-16,0 0-39 16,0 0-23-16,55-14-9 15,-37 11-2-15,0 0-4 16,-6 1-1-16,0 1-1 15,-6 1 4-15,0 0-4 0,-3 0-5 16,0 0 4-16,3 1-5 16,1 10 12-16,1 3-12 15,-2 6 18-15,1 1 5 16,2 2 7-16,-3 3-1 16,-1 0 13-16,1-3-10 15,-3 0-2-15,2-2-5 16,-2-3-10-16,0-3-2 15,-2-2-4-15,1 0-2 16,-2-4-2-16,0 2 0 16,0 2-5-16,-16 0 5 15,-14 3-6-15,-32 4-28 0,2-4-500 16,5-5-1648-16</inkml:trace>
  <inkml:trace contextRef="#ctx0" brushRef="#br0" timeOffset="5952.24">5984 268 1234 0,'0'0'556'16,"0"0"-222"-16,0 0-99 16,0 0-15-16,0 0-120 15,0 0-56-15,0 0-30 16,0-8-13-16,14 8 10 15,7 0 7-15,0 0-5 16,3 0-13-16,1 0 2 0,-6 0 4 16,-5 0-5-16,-5 0 6 15,-5 0-6-15,-1 0-1 16,-3 6 0-16,0 5 1 16,0 3 10-16,0 4 2 15,-10 3 1-15,-2 1 2 16,-3 3 7-16,1-1-1 15,1-3-4-15,3 1-5 16,5-5-2-16,0-1-1 16,5-3 2-16,0-1-1 15,0-4-4-15,7-1 7 16,6-5 10-16,5-1-5 0,7-1-3 16,2 0-10-16,3-6-6 15,-3-7-3-15,-6-3-124 16,-5-5-137-16,-5 2-332 15,-8 4-744-15</inkml:trace>
  <inkml:trace contextRef="#ctx0" brushRef="#br0" timeOffset="6652.38">6311 140 538 0,'0'0'563'16,"0"0"-312"-16,0 0-31 16,0 0 5-16,0 0-52 15,0 0-56-15,0 0-11 16,48-30-22-16,-44 28-19 15,-2 2-17-15,-2 0-1 0,0 0-8 16,0 0-14-16,0 0-10 16,0 0-2-16,0 0 1 15,0 0-5-15,0 0-8 16,0 0 6-16,0 0 2 16,0 0-2-16,0 0 8 15,0 0-1-15,0 0 2 16,0 0 3-16,-2 0 4 15,-1 0-8-15,-2 0-8 16,3 2 3-16,-1 3-9 0,0 0-1 16,-1 2 0-16,1 3 0 15,1 4 0 1,-1 3 0-16,3 5 6 0,0 1 2 16,0 0 4-16,0 4 1 15,0-2 7-15,3 0-4 16,6 0 5-16,-1 1-9 15,0-5-3-15,0-1-2 16,1-5-6-16,-4-2 5 16,2-2-6-16,-4-7-1 15,1 1-8-15,2-5-92 16,9-3-85-16,0-13-195 16,0-3-736-16</inkml:trace>
  <inkml:trace contextRef="#ctx0" brushRef="#br0" timeOffset="6991.94">6499 158 1385 0,'0'0'396'16,"0"0"-193"-16,0 0-56 15,0 0-56-15,0 0-15 16,0 0-8-16,0 0-22 15,30 44 4-15,-26-22 22 16,-4 1 11-16,0-1-13 16,-1 1-22-16,-11-2-14 15,0-4-16-15,-1-3-9 0,5-3-8 16,4-7 5-16,2-2-4 16,2-2 4-16,0 0-6 15,0 0-1-15,0 0-23 16,0 0-15-16,9 1 12 15,6 1-7-15,2-1-37 16,2-1-60-16,5 0-129 16,-5-4-361-16,-3-5-793 0</inkml:trace>
  <inkml:trace contextRef="#ctx0" brushRef="#br0" timeOffset="7364.72">6596 134 1217 0,'0'0'566'0,"0"0"-229"16,0 0-133-1,0 0-59-15,0 0-70 0,0 0-32 16,0 0-9-16,25-14-6 16,-13 14-7-16,1 0-6 15,3 4 1-15,-4 6-1 16,1 1 5-16,-4 4-4 15,0 2 4-15,-2 5 12 16,-2-2 7-16,1 2-7 16,-3 0 6-16,-3-3-8 0,0-1-6 15,0 1-3-15,0-3-6 16,0-3-4-16,0 0-2 16,-5-2 0-16,1-5 0 15,-2 1-1-15,-3-1 1 16,0-2-3-16,-3-1-4 15,-4-3-2-15,-4 3 0 16,-1-2-107-16,-12 3-152 16,7-1-202-16,2-2-452 0</inkml:trace>
  <inkml:trace contextRef="#ctx0" brushRef="#br0" timeOffset="7562.35">6894 433 1974 0,'0'0'670'0,"0"0"-396"16,0 0-160-16,0 0-60 16,0 0-33-16,0 0-18 15,0 0-3-15,-24 12-190 16,-1-1-871-16</inkml:trace>
  <inkml:trace contextRef="#ctx0" brushRef="#br0" timeOffset="30954.52">4967 9279 768 0,'0'0'1012'0,"0"0"-740"16,0 0-32-16,0 0-106 16,0 0-70-16,0 0-26 15,-49-44-18-15,49 49-12 16,0 16-7-16,0 11 0 16,0 9 35-16,0 7 15 15,2 1 2-15,5-2-15 16,-4-5-5-16,1-3-10 15,1-8-15-15,-2-7-8 16,0-7-12-16,-3-8-77 0,0-5-64 16,0-4 13-16,-9 0-44 15,-7-9-99-15,-2-11 31 16,-2-5 143-16,5-1 109 16,2 1 7-16,4 4 160 15,6 6 64-15,0 8-17 16,3 7-81-16,0 0-67 15,0 7-31-15,4 12 90 16,9 3-10-16,4-1-53 0,4 4-24 16,5-3-15-16,4-2-2 15,2-1-6-15,4-5-7 16,0-5-2-16,-5-3-6 16,-1-6-17-16,-5 0-51 15,-7-12-47-15,-3-5-15 16,-6-7-25-16,-6-1-11 15,-3 1-4-15,0-1 76 16,0 5 61-16,-6 5 33 16,0 6 14-16,3 6 37 15,-2 3 6-15,0 0-22 16,-1 16-25-16,-3 6-1 16,-2 7 4-16,-3 0-5 15,6 3-7-15,-4-3-1 16,2-2-9-16,-1 6-63 0,3-9-267 15,-3-5-721-15</inkml:trace>
  <inkml:trace contextRef="#ctx0" brushRef="#br0" timeOffset="31148.27">5176 9557 418 0,'0'0'1652'16,"0"0"-1354"-16,0 0-79 16,0 0-81-16,0 0-83 15,0 0-37-15,0 0-18 16,-43 44-161-16,25-24-381 0</inkml:trace>
  <inkml:trace contextRef="#ctx0" brushRef="#br0" timeOffset="32181.71">6460 17475 696 0,'0'0'1217'0,"0"0"-938"16,0 0-167-16,0 0-11 15,0 0 59-15,0 0-64 16,29-9 39-16,12-6-61 0,10-6-39 16,6-3-14-16,1 2-10 15,-1 1-10-15,-12 5-1 16,-7 2 0-16,-11 5-55 16,-9 1-91-16,-10 8-85 15,-4 0-265-15,-4 0-268 0</inkml:trace>
  <inkml:trace contextRef="#ctx0" brushRef="#br0" timeOffset="32406.12">6530 17621 1998 0,'0'0'378'0,"0"0"-263"16,0 0-44-16,0 0 118 15,0 0-13-15,115-48-69 16,-56 20-28-16,6-2-46 16,7 1-23-16,-8 1-8 15,-8 6-2-15,-12 2-15 16,-17 7-123-16,-13 4-320 16,-12 2-583-16</inkml:trace>
  <inkml:trace contextRef="#ctx0" brushRef="#br0" timeOffset="46409.1">11169 13240 307 0,'0'0'229'0,"0"0"-229"0,0 0 150 16,0 0 299 0,0 0-108-16,0 0-41 0,0 35-97 15,0-35 16-15,0 0-34 16,0 2-35-16,4-2-44 16,10 0-35-16,10 0-12 15,7 0 0-15,4 0-17 16,2 0-17-16,-1-3-7 15,-1-3-7-15,-3-4-5 16,-7 1-5-16,-2-1 1 16,-4 1-1-16,-8 2-1 15,-4 3-40-15,-4 2-64 16,-3-2-97-16,-12 4-101 16,-9 0-319-16,0 2-108 0</inkml:trace>
  <inkml:trace contextRef="#ctx0" brushRef="#br0" timeOffset="46633.32">11168 13405 32 0,'0'0'1531'0,"0"0"-1187"16,0 0-109-16,0 0-43 15,0 0 51-15,0 0-74 16,0 0-38-16,74 17-43 15,-42-17-38-15,-1 0-20 16,2-8-14-16,0-2-7 16,-4-2-9-16,-4 0-14 0,-9-4-145 15,-6 2-301 1,-9 5-685-16</inkml:trace>
  <inkml:trace contextRef="#ctx0" brushRef="#br0" timeOffset="49170.66">13277 13936 879 0,'0'0'298'16,"0"0"-194"-16,0 0 12 15,0 0 34-15,59-80-21 16,-24 61-30-16,10 2-14 16,10 5-10-16,22 6-3 15,19 6-6-15,18 0 4 0,-9 13-3 16,-23 2-8-16,-25 2-5 15,-15 2-18-15,5 3-8 16,6 7 3-16,5 5 8 16,-5 2-9-16,-2 2 4 15,-6-1 10-15,-2-1-6 16,-4-2 17-16,-3-1-15 16,-3-3 2-16,-4-1-5 15,-3-4 2-15,-6-2-15 16,-3-1-5-16,-1-3-5 15,-4-4-13-15,-3-1 7 16,0-6-8-16,-4 0 1 16,-1-4 0-16,-2-2-1 0,-2-2 0 15,0 2-2-15,0-2-52 16,0 0-68-16,0 0-42 16,-26 0-98-16,1 0-291 15,-2 0-130-15</inkml:trace>
  <inkml:trace contextRef="#ctx0" brushRef="#br0" timeOffset="49418.4">14349 14337 1600 0,'0'0'327'0,"0"0"-220"15,0 0-76-15,0 0 90 0,0 0 86 16,90 29-62-1,-43-16-18-15,1-1-38 0,0 0-8 16,-8-2-25-16,-2-3-18 16,-8 1-25-16,-5-3-5 15,-4-4-8-15,-9-1 0 16,1 0-59-16,-6-9-117 16,-7-25-109-16,0 1-410 15,0 0-604-15</inkml:trace>
  <inkml:trace contextRef="#ctx0" brushRef="#br0" timeOffset="49630.99">14680 14132 750 0,'0'0'1238'0,"0"0"-1072"15,0 0-134-15,0 0-2 16,0 0 123-16,0 111-38 15,0-67-35-15,-3 2-28 16,-3-2-24-16,0-1-17 16,-2-2-11-16,2 10-17 15,1-10-212-15,5-11-623 0</inkml:trace>
  <inkml:trace contextRef="#ctx0" brushRef="#br0" timeOffset="50239.51">15976 15824 146 0,'0'0'1557'16,"0"0"-1230"-16,0 0-89 0,0 0-69 16,0 0 67-16,0 0-94 15,0 0-42-15,137 14-22 16,-21-7 13-16,9-2-40 16,-6-3-2-16,-29-2-14 15,-32 0-25-15,-15-2-8 16,-6-5-2-16,-2-5 0 15,-1 1-34-15,-4-4-71 16,-16 3-137-16,-17-1-110 16,-17 5-363-16,-10 1-466 0</inkml:trace>
  <inkml:trace contextRef="#ctx0" brushRef="#br0" timeOffset="50447.67">16008 16043 1652 0,'0'0'366'0,"0"0"-251"16,0 0 48-16,0 0 83 15,119 39-30-15,-23-31-61 16,24-8-42-16,6-3-60 16,-25-11-24-16,-29-3-19 15,-32 4-10-15,-12-1 0 16,1-8-61-16,-7 4-241 15,-10 1-355-15</inkml:trace>
  <inkml:trace contextRef="#ctx0" brushRef="#br0" timeOffset="55083.66">17404 16165 846 0,'0'0'996'0,"0"0"-717"16,0 0-111-16,0 0-27 15,0 0-2-15,0 0-14 16,0 87 5-16,9-46-30 16,2 1-41-16,2-2-20 15,0-4-27-15,1-2 3 16,-4-2-14-16,-2-5 0 16,-1-3 6-16,-3-5-7 15,-2-5-60-15,-2-9-94 16,0-3-111-16,-18-9-73 15,-4-17-339-15,-1 1-486 0</inkml:trace>
  <inkml:trace contextRef="#ctx0" brushRef="#br0" timeOffset="55281.85">17305 16433 816 0,'0'0'716'16,"0"0"-362"-16,0 0-74 16,0 0-85-16,0 0 19 15,0 0-8-15,38 79-22 16,-5-44-62-16,9-1-47 15,8 0-3-15,5-5-19 16,3-3-16-16,1-6-21 16,-2-4-14-16,-7-9-2 15,-7-4 0-15,-9-3-67 16,-9-10-101-16,-11-21-206 16,-9 1-278-16,-5 2-491 0</inkml:trace>
  <inkml:trace contextRef="#ctx0" brushRef="#br0" timeOffset="55460.49">17769 16484 1594 0,'0'0'354'0,"0"0"-145"16,0 0 25-16,-23 77-27 16,12-37-66-16,-5 5-57 15,2 5-41-15,-3-5-35 16,-2-1-8-16,-6 6-55 15,4-13-246-15,1-9-591 0</inkml:trace>
  <inkml:trace contextRef="#ctx0" brushRef="#br0" timeOffset="57041.9">17030 17849 1015 0,'0'0'401'0,"0"0"-189"16,0 0-65-16,0 0 47 15,0 0 81-15,98-9-65 16,-1 9 1-16,33 0-59 15,13 0-47-15,-12 0-30 16,-30 0-17-16,-35 4-19 16,-22 1-27-16,-7-2-11 0,0 3-1 15,-6-1-23 1,-2 1-101-16,-14-2-121 0,-15-4-74 16,0 0-268-16,-12 0-400 15</inkml:trace>
  <inkml:trace contextRef="#ctx0" brushRef="#br0" timeOffset="57242.91">17195 18015 1822 0,'0'0'375'0,"0"0"-268"15,0 0-44-15,119 17 133 16,-23-14-62-16,34-3-72 15,8 0-15-15,-8-5-26 16,-31-2-19-16,-39 4-2 16,-14 3-132-16,-23 0-169 0,-15 0-556 0</inkml:trace>
  <inkml:trace contextRef="#ctx0" brushRef="#br0" timeOffset="60555.59">8399 10975 1154 0,'0'0'184'0,"0"0"-129"16,0 0-39-1,0 0-4-15,0 0-4 0,0 0 1 16,-77 7 0-16,58 3-9 15,5-3 0-15,-5 5-34 16,-2 2-50-16,0 1-21 16,-5 4-14-16,-2-2-5 15,3 5 31-15,-2-1 53 16,5 0 33-16,2 2 7 16,5-1 1-16,2-1 5 15,4-1-4-15,0 0 16 16,4-4 4-16,2 1-2 15,-1-3 11-15,-1 1-1 16,-1-1-8-16,-1 2-5 0,0 2-7 16,-3 2 0-1,0 4 2-15,0 3-11 0,1 1-1 16,-3 4-13-16,3 2-108 16,0 2-12-16,-3 15-68 15,3-11-37-15,3-3 10 0</inkml:trace>
  <inkml:trace contextRef="#ctx0" brushRef="#br0" timeOffset="60675.24">7891 11830 354 0,'0'0'124'15,"0"0"-36"-15,0 0-31 16,0 0-22-16,0 0-19 16,-42 86-10-16,31-52-6 15,3-5-5-15,-1-3-92 0</inkml:trace>
  <inkml:trace contextRef="#ctx0" brushRef="#br0" timeOffset="60870.32">7728 12694 740 0,'0'0'157'16,"0"0"-109"-16,-12 78-22 15,9-41 6-15,3-2-16 16,0-1-5-16,0-1-4 16,12 21-7-16,-1-10-59 15,-3 0-185-15</inkml:trace>
  <inkml:trace contextRef="#ctx0" brushRef="#br0" timeOffset="61065.26">7816 13551 9 0,'0'0'930'15,"0"0"-795"-15,0 0-95 16,0 0-23-16,0 0-1 16,0 0-3-16,0 0-4 15,14 84-9-15,7-57-32 0,-1-5-125 16,-2-2-196-16</inkml:trace>
  <inkml:trace contextRef="#ctx0" brushRef="#br0" timeOffset="61245.67">8302 13961 1204 0,'0'0'172'15,"0"0"-125"-15,0 0-21 16,0 0-13-16,0 0-13 16,115 3-54-16,-71-7-113 0,-1-3-135 15</inkml:trace>
  <inkml:trace contextRef="#ctx0" brushRef="#br0" timeOffset="61433.17">9390 13771 1536 0,'0'0'235'16,"0"0"-160"-16,0 0-68 16,0 0-7-16,0 0-6 15,97-77-178-15,-58 56-38 0,-3-1-570 16</inkml:trace>
  <inkml:trace contextRef="#ctx0" brushRef="#br0" timeOffset="61621.69">9957 13236 133 0,'0'0'1468'16,"0"0"-1283"-16,0 0-125 15,0 0-29-15,-12-84-9 16,15 55-22-16,9-5-2 0,12-32-128 16,-5 11-160-1,-2-2-416-15</inkml:trace>
  <inkml:trace contextRef="#ctx0" brushRef="#br0" timeOffset="61794.76">10073 12293 1088 0,'0'0'173'0,"0"0"-108"16,0 0 17-16,0 0-13 15,0 0-8-15,-43-75-32 16,38 58-29-16,-1-4-4 16,-4-13-90-16,7 0-131 15,-2 4-161-15</inkml:trace>
  <inkml:trace contextRef="#ctx0" brushRef="#br0" timeOffset="61961.64">9868 11622 827 0,'0'0'141'16,"0"0"-81"-16,0 0-8 15,-31-82 29-15,25 49-17 16,5-5-28-16,1-24-36 15,0 9-53-15,0 3-245 0</inkml:trace>
  <inkml:trace contextRef="#ctx0" brushRef="#br0" timeOffset="62132.39">9630 10906 863 0,'0'0'125'16,"0"0"-83"-16,0 0 20 15,0 0 48-15,0 0-43 16,0 0-25-16,0 0-20 16,-60-80-22-16,58 64-81 15,1 0-198-15,-4 4-102 0</inkml:trace>
  <inkml:trace contextRef="#ctx0" brushRef="#br0" timeOffset="62318.85">9202 10671 871 0,'0'0'131'0,"0"0"-87"16,0 0-17-16,0 0 22 16,0 0-15-16,-88-4-16 15,79 4-18-15,-5 0-20 16,4 0-149-16,-5 2-172 0</inkml:trace>
  <inkml:trace contextRef="#ctx0" brushRef="#br0" timeOffset="62482.17">8608 10718 773 0,'0'0'121'0,"0"0"-70"16,0 0-24-16,0 0 47 15,0 0-3-15,0 0-42 16,0 0-29-16,-80 29-51 16,65-24-298-16</inkml:trace>
  <inkml:trace contextRef="#ctx0" brushRef="#br0" timeOffset="62631.38">8169 10822 1159 0,'0'0'19'0,"0"0"-19"15,0 0-321-15</inkml:trace>
  <inkml:trace contextRef="#ctx0" brushRef="#br0" timeOffset="71440.55">13719 13456 371 0,'0'0'584'0,"0"0"-500"16,0 0-71-16,0 0 0 16,0 0 36-16,105 3 32 15,-63 0 2-15,9 2 8 16,5 0-27-16,5-2 6 16,4-1-4-16,15 0 26 15,17 2-28-15,19-3-14 16,5 1-5-16,-9 0-11 15,-9-1-9-15,-9-1-5 0,-2 0-4 16,3 1-4-16,0-1 3 16,-1 0-1-16,3 0-3 15,6 0 3-15,4 0 0 16,9-6-1-16,4 3-3 16,1 1-3-16,-2 0 2 15,2 1-3-15,-2-2-5 16,0 0 4-16,-2 0-4 15,-5-2-1-15,0 1 0 16,-4-4 7-16,-1 0-6 16,1 1 7-16,-2-3 1 15,2 1 5-15,5-1 4 16,3 3-6-16,5-1 11 0,2 1 4 16,0 2 1-1,1-2-13-15,6 4 4 0,0 0 0 16,2 0-4-16,4 0 3 15,1 1-2-15,2 2 0 16,-5 0 6-16,3 0-13 16,-5 0 10-16,-2 0-8 15,-2 0-1-15,-6 0 4 16,-4 0-3-16,-4 0-2 16,3 0 5-16,-3 0 1 15,0-3-4-15,-3 1 1 16,-1-1 6-16,0 2-9 0,-3-1 12 15,1 2 0-15,-3 0 5 16,-4 0-5-16,3 0-1 16,-2 0 11-16,4 0-1 15,-2 0-5-15,0 0 0 16,-2 0-4-16,-2 0-3 16,3 0-4-16,-3 2 5 15,1 1 0-15,-1 0 5 16,-4-3-6-16,-5 0 9 15,-15 0-3-15,-15 0 3 16,-13-2-5-16,-7-1-1 16,7-3-4-16,2 1-8 15,6-2-3-15,-5-1-6 0,-5 0-9 16,-1 0 9-16,-6 0 4 16,-5 3-4-16,-7 0 0 15,0-2 1-15,-8 4 5 16,-5 0-5-16,3 0 4 15,-5 0-5-15,0 3 0 16,-2-3 0-16,0 3 1 16,-6-2-1-16,1 2 1 15,-5 0 0-15,0 0-1 16,0 0 1-16,0 0-1 16,0-2 0-16,0 2-15 15,0-3-17-15,-9-9-98 16,-2-1-229-16,-4-2-488 0</inkml:trace>
  <inkml:trace contextRef="#ctx0" brushRef="#br0" timeOffset="71599.55">22745 13275 1896 0,'0'0'252'0,"0"0"-208"15,0 0-23-15,0 0-21 16,-96 0-128-16,29-12-712 0</inkml:trace>
  <inkml:trace contextRef="#ctx0" brushRef="#br0" timeOffset="73422.12">14939 2280 821 0,'0'0'558'0,"0"0"-362"0,0 0-58 16,-92-6 5-16,45 23-15 15,-7 9 4-15,-2 6-22 16,4 6-8-16,10 3-36 15,12 2-7-15,15-1-23 16,11 0-11-16,4 1-3 16,17 0-3-16,13 1-1 15,6 4 8-15,5 0-13 16,-2 3-3-16,-3 0-2 0,-9 0 1 16,-12-2 9-16,-15 1-2 15,0 1 6-15,-24 3-2 16,-14 0-7-16,-6-4-1 15,-3-4-3-15,1-10-8 16,4-10 1-16,10-12 7 16,8-7-3-16,9-7 34 15,8 0 17-15,5-9-11 16,2-3-25-16,0 3-7 16,3 2-14-16,10 6-9 15,1 1 0-15,6 10 8 0,-1 17 1 16,-3 12 5-16,-4 25 12 15,-10 36-5-15,-5 37 7 16,-27 16 29-16,-11-4 0 16,-3-18-3-16,3-21-3 15,6-8 4-15,6-7-7 16,10-16-1-16,10-18-8 16,6-18 7-16,3-8-19 15,1 2-6-15,16-1-2 16,1 0-2-16,4-8 1 15,3-6-8-15,-2-8-1 16,2-2 2-16,-1-5 4 16,-4-3-6-16,-2-1 5 15,-6 0-5-15,-4-2-10 16,-3-1-31-16,-2 1-30 0,0-1-67 16,1-5-155-1,0-9-276-15,-1-6-566 0</inkml:trace>
  <inkml:trace contextRef="#ctx0" brushRef="#br0" timeOffset="73597.43">14560 4945 1800 0,'0'0'617'0,"0"0"-394"15,0 0-72-15,0 0 12 16,0 0-17-16,0 0-93 15,0 0-35-15,-20 11-18 0,17-8-185 16,-4 2-537-16</inkml:trace>
  <inkml:trace contextRef="#ctx0" brushRef="#br0" timeOffset="89410.37">8020 8964 168 0,'0'0'93'15,"0"0"-93"-15,0 0-40 16,0 0 40-16,2-73 13 16,-2 59 26-16,3 4-19 0,-2 1-10 15,1 4-9 1,-1 0-1-16,1 3-29 0,-1-1-78 15,-1 3 2-15,0 0 72 16,0-1 33-16,0 1 88 16,0 0 59-16,0 0-147 15,0 0 63-15,0 0 368 16,-7 0-143-16,-5 0-115 16,-6 0-47-16,-7-2-5 15,-10-2 15-15,-9-1 6 16,-7 2-46-16,-9 0-6 15,-7 2 34-15,-3 1-14 16,-3 0-23-16,3 4-26 16,3 8 4-16,6 5-8 15,4 4 7-15,8 4 13 0,0 4-18 16,5 6 14-16,-1 6-10 16,4 7-11-16,0 7-16 15,-2 16 4-15,3 15 10 16,4 16-11-16,12-7 4 15,11-18-12-15,10-22-8 16,3-13 4-16,9 6-8 16,10 8 8-16,13 7 5 15,12-8 4-15,7-2-9 16,9-6 4-16,1-7-2 16,0-5 3-16,0-7-9 15,-4-6 16-15,4-9-9 16,2-6 0-16,1-6-2 0,4-1-1 15,1-9-1 1,3-14 1-16,0-7-14 0,0-6 1 16,0-4-4-16,-7-1-2 15,-5 2-1-15,-6 1-1 16,-6 2 2-16,-6 3 2 16,-7 3 4-16,-5 2 1 15,-7 0-6-15,3 0 1 16,-5-3-9-16,1-2 8 15,-5-4-8-15,-1-4 0 16,-5-3 5-16,-3-2-6 16,-4 0-7-16,-3 0 6 0,-1 1-16 15,0 1-2 1,-7-1-7-16,-8 3 5 0,-3 0-7 16,-3 1-7-16,-3 7 5 15,-1 2-1-15,-2 3 5 16,-3 3-4-16,0 2 3 15,-1 6 8-15,3 2-4 16,-2 5-7-16,3 2 4 16,2 4 2-16,-4 2 16 15,4 2-19-15,-5 1 0 16,0 0-3-16,-10 0-64 16,9 1-275-16,2-1-400 0</inkml:trace>
  <inkml:trace contextRef="#ctx0" brushRef="#br0" timeOffset="90161.13">3528 7474 598 0,'0'0'601'16,"0"0"-323"0,0 0 49-16,0 0-26 0,0 0-63 15,0 0-12-15,0 0-32 16,-21-21-60-16,21 20-61 15,0 1-32-15,7-3-26 16,13-1-6-16,5-2-8 16,8-2 5-16,0-3-6 15,-3 2-11-15,-2 1-90 16,-8 0-111-16,-6 3-94 16,-6 1-299-16,-8 1-401 0</inkml:trace>
  <inkml:trace contextRef="#ctx0" brushRef="#br0" timeOffset="90342.45">3473 7640 1455 0,'0'0'357'16,"0"0"-150"-16,0 0-24 16,0 0-53-16,0 0-30 15,0 0-48-15,121-51-30 16,-65 27-22-16,1 1-15 15,-3 3-142-15,-13 6-406 16,-24 7-958-16</inkml:trace>
  <inkml:trace contextRef="#ctx0" brushRef="#br0" timeOffset="92501.56">4887 7461 413 0,'0'0'186'0,"0"0"33"15,0 0 18-15,0 0 9 16,0 0 1-16,0 0-44 16,0 0-44-16,-3-9-36 15,3 9-29-15,13 0 0 16,17 0 4-16,23 0 19 15,31 0-26-15,30 0-14 16,9 0 12-16,-3 0-6 16,-16 4-16-16,-17 1-22 15,-13-2-8-15,-13 0-10 16,-13-1-2-16,0-2 4 16,10 0 2-16,5 0 2 15,7 0-8-15,-3 0-2 0,0-2-2 16,-3-4-2-16,2-1 2 15,-4 2 2-15,1 0-8 16,-2 0 0-16,-3 3-5 16,-1 1 5-16,-2 1-1 15,-3 0-13-15,2 0 5 16,1 0-5-16,3 0 14 16,1 0 3-16,-1 0-5 15,-2 0 2-15,-5 0-6 16,-5-1-3-16,-5 1 4 15,-8 0 1-15,-5 0-2 0,-4 0-8 16,-4 0 10-16,0 0-10 16,-1 0 0-16,1 0 5 15,-2 0 5-15,-1 0-2 16,2 0-2-16,-3 0-1 16,-1 0 0-16,-2 0 5 15,-2 0-10-15,-2 0 6 16,-2 0-6-16,-3 0 0 15,-2 0 0-15,-2 0 5 16,0 0-5-16,0 0-1 16,-2 2-1-16,-76 25-29 15,6-2-220-15,-34 5-689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32:59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4492 6559 134 0,'0'0'0'0</inkml:trace>
  <inkml:trace contextRef="#ctx0" brushRef="#br0" timeOffset="1846.4">7751 6067 636 0,'0'0'335'16,"0"0"-91"-16,0 0 19 16,0 0-59-16,-87-31-53 15,60 31-10-15,-3 0-2 16,-1 0-18-16,0 14-19 16,-2 3-22-16,0 9 5 15,3 5-5-15,2 7 7 0,0 7-10 16,-1 3 11-1,2 4-27-15,2-1-2 16,4 2-13-16,-1 2 3 0,7-6-7 16,6 3-7-16,3-5-4 15,6-1-2-15,0-2-1 16,6-3-2-16,7-3-2 16,4-1-5-16,2-4-10 15,1-1 8-15,3-6 1 16,4-1-1-16,3-3 1 15,3-5-4-15,3-3 4 16,4-7-3-16,2-4-2 16,5-3 4-16,3-3-4 0,3-11 1 15,1-1-5-15,-3-3 7 16,0 2-5-16,1 0-11 16,-6 1 1-16,-1-1 13 15,-5 0-7-15,-3 1 1 16,-1-1-1-16,-5-1 14 15,-1-2-3-15,0-1-1 16,-4-4-4-16,-1-3-1 16,-1-3-3-16,1-4 2 15,-1 0-5-15,-3-3 1 16,-1 0 1-16,0 0-2 16,-5 0 3-16,-4 1 3 15,-3-1-2-15,-3 1 2 16,-5 0 2-16,0 2-7 15,0-1 10-15,-5 3-7 0,-9 0-1 16,1 3 0-16,-4 4-3 16,-3 0 2-16,-4 6-7 15,-3 2 0-15,-4 1 8 16,-3 2-7-16,-4 1-1 16,0 4-1-16,2 1-1 15,0 0-1-15,2 3 1 16,1-3-15-16,6 2 5 15,3 0 4-15,4 1-10 16,7 0 11-16,4 2 5 0,1 0-13 16,3 0-2-1,2 2 1-15,1-1-3 16,2 2-2-16,0 0-25 16,0 0-51-16,0 0-31 15,0 0-66-15,4 0-272 0,2 0-195 16,4-3-527-16</inkml:trace>
  <inkml:trace contextRef="#ctx0" brushRef="#br0" timeOffset="2008.82">7971 5964 1711 0,'0'0'470'16,"0"0"-241"-16,0 0-24 0,0 0-117 15,0 0-66-15,0 0-22 16,0 0-324-16,-60 14-1426 0</inkml:trace>
  <inkml:trace contextRef="#ctx0" brushRef="#br0" timeOffset="3705.28">6442 6039 360 0,'0'0'527'0,"0"0"-294"15,0 0-7-15,0 0-35 16,0 0-6-16,0 0-31 16,0 0-38-16,-47-33-12 0,42 28-23 15,-2 1 15-15,-2 2-30 16,0-3-17-16,-1 2-6 15,-1 0 15-15,1 0-6 16,-4 0-9-16,-1 3-7 16,0 0-5-16,-3 0-2 15,1 0 0-15,-3 0 3 16,-1 0 1-16,-4 0-7 16,-3 0 4-16,-7 0-4 15,-2 5-1-15,-5-2 12 16,-4 1-1-16,1-2-3 15,-1 3-9-15,1-1 6 0,2 1-3 16,1 0-6-16,5 2-6 16,0 0-5-16,3 1 4 15,4 0-7-15,4 1 5 16,2-2-4-16,0 3-2 16,4 0 0-16,0 0 1 15,1 2-5-15,-1 0 4 16,3 2 0-16,0 2-5 15,0 0 6-15,0 1-6 16,-1 2 0-16,4 0 0 16,1-2 0-16,0 3-1 15,0 0 2-15,0 3 4 16,3-1-6-16,-1 5 0 16,1-2 0-16,1 0 1 15,3 1 1-15,1 2-1 0,4-2 5 16,1-1-6-16,0 2 0 15,0 1 1-15,6 0 0 16,4 2 7-16,5 1 1 16,2-1 1-16,0-1 1 15,0-1 5-15,2-3-5 16,-2-3-10-16,4 1 5 16,1-3-6-16,2-1 1 15,0 0 0-15,3-2 0 16,-2-3 7-16,1 0-7 15,0-3 10-15,1-1-4 16,0-3 8-16,1-2-8 16,3-2 7-16,1-3-7 0,4 0 1 15,1 0-7-15,2 0 10 16,2-7-10-16,-2 2 8 16,-1-2-2-16,-1 1 1 15,-3-1-1-15,-1 0 1 16,-3-1 4-16,1-3-2 15,-1-1 5-15,0-1-1 16,-1-2-1-16,3-2-1 16,-2-2 3-16,1-3-4 15,0-1-2-15,-2 1-2 16,-4 0 1-16,-1-3-7 16,-3 2 13-16,0-1-4 15,-5-2 2-15,0-1-3 16,-3-1 0-16,1-1-3 0,-3-2 0 15,-2 3-5-15,-3 3 7 16,3 0-2-16,-5 2 0 16,-1 1 4-16,-1-2-4 15,-1 2-4-15,-1-2 10 16,0 0-6-16,0-2-5 16,-1-2 9-16,-4-2-8 15,1-1-1-15,-1 3 5 16,-2-1-6-16,0 5 1 15,0 0-1-15,-2 3 1 16,-2 0-1-16,-3 1-1 0,-2 2 1 16,-8-1 0-1,3 2-1-15,-8 2-7 0,1 0-4 16,-4 3 3 0,2 4 2-16,0 2-8 0,0 1 9 15,0 2 5-15,2 3 1 16,-1 0-1-16,1 0 1 15,2 0 0-15,3 3-1 16,3 2 0-16,3 1-5 16,3-3-8-16,1 4-2 15,2-2 1-15,2 3-8 16,-1-1-5-16,1 2-64 16,3 2-66-16,-6 6-161 15,5-3-320-15,-7-2-527 0</inkml:trace>
  <inkml:trace contextRef="#ctx0" brushRef="#br0" timeOffset="8668.6">19662 9997 988 0,'0'0'253'0,"0"0"-93"16,0 0 32-16,-103 0 10 16,50-3-42-16,-8-1-12 15,-20 3-24-15,-16 1-56 16,-15 0-21-16,0 0 1 16,7 0-8-16,9 0 1 15,13 3 7-15,12-1-4 16,12 1-15-16,13-1 11 0,7-1-1 15,-6 2-10-15,-3 1-8 16,-4 0-7-16,3 2 1 16,0 1-2-16,-1 0-1 15,-3 2-3-15,-6-2-8 16,-14 2 10-16,-23-3-5 16,-21 1-5-16,-13-2 7 15,4-3-8-15,2-1 1 16,9-1 11-16,-1 0-12 15,-1 0-1-15,2 0 1 16,11 0 0-16,22-1 1 16,19 0 7-16,18 0 1 15,8-1 3-15,-7 1-6 0,0-2-5 16,-8 0 5-16,4-2-6 16,-4 2 2-16,-3 0 4 15,-8-1-6-15,-19-1 0 16,-21-2-1-16,-21 0 1 15,-9 0 0-15,4-1 0 16,14 3 0-16,11-2 0 16,8 3 0-16,5 1 0 15,0-4 1-15,3 3 1 16,2-1-1-16,-2-1 5 16,15 0-6-16,11-1 0 15,10 3-1-15,4-3 1 0,-13 3 0 16,-9-4 0-16,-11-3 0 15,1 2 0-15,1-2 0 16,3 1 2-16,-1 4-1 16,1-1 0-16,1 0 0 15,-10 1 2-15,7-2 2 16,1 3-4-16,2-2-1 16,11-1 0-16,-9 3 0 15,1 1 1-15,2-1-1 16,-1 0 1-16,2 2-1 15,-1 0 1-15,-2 1 0 16,4 0 0-16,-1 0 0 16,2-1 0-16,6-1 5 0,-2 2-5 15,3-2-1-15,2 0 1 16,3-1 1-16,3 3-1 16,2-1 1-16,3 2-1 15,-1-1-1-15,2 1 1 16,4-1 0-16,1 2 0 15,5-1 1-15,0-1-1 16,-1 1 0-16,-2-1 0 16,-5 0 0-16,-5 2 1 15,-6 0-1-15,-3-3 1 16,-9 3-1-16,0 0 0 16,-17-3 5-16,11 2-5 15,-5-2 5-15,4 1-5 16,13 2 11-16,-8-3 22 15,1 3-19-15,5 0-14 0,5 0 10 16,5 0 5-16,6 0-8 16,5 5-7-16,2 0 0 15,3 2 1-15,7-1 4 16,0 0-5-16,7 2-1 16,1-2 1-16,1 0-1 15,0 3 1-15,0-3 0 16,1 1 0-16,-4 1-1 15,-2 0 1-15,2 0 1 16,-1 1-2-16,1-2 2 16,3-1-2-16,5-2 1 15,3-1 5-15,5 1 0 16,2-3 2-16,6-1 8 16,-2 2 16-16,2-2-2 15,0 0 0-15,0 0-6 0,0 0-8 16,0 0-7-16,-1 0-8 15,1 0 1-15,-3 0-2 16,0 2 0-16,-7 3-1 16,-4 3-32-16,-9 4-51 15,-30 12-114-15,5-5-113 16,-7-4-543-16</inkml:trace>
  <inkml:trace contextRef="#ctx0" brushRef="#br0" timeOffset="10072.13">10185 8770 785 0,'0'0'303'15,"0"0"-50"-15,0 0-52 16,0 0 1-16,0 0-39 15,0 0-24-15,-16-46-10 16,6 29-24-16,0 0-21 16,-5-4-5-16,1-1-14 15,-5 1-2-15,0-2 1 16,-5 1-2-16,-4-2-27 16,-4 5-14-16,-2 1 10 15,-5 2 2-15,1 1-11 0,-4 3 5 16,-5-1-6-16,0 0 3 15,-4 1 3-15,-4 1 0 16,-3 0-9-16,-2 0-3 16,-3 2 0-16,1 1-3 15,1 1 6-15,1 3 1 16,2-1 11-16,1 3-9 16,0-1-3-16,-1 3-6 15,3 0 0-15,0 0-2 16,1 0-1-16,1 0 3 15,6 4 2-15,1 5-4 16,6 0 11-16,2 4-9 16,2 1-3-16,-2 1-3 0,4 2 2 15,1 4-1-15,3-2 5 16,1 0-1-16,8 4-4 16,1-4-1-16,1 1 0 15,6-2-4-15,0 0 5 16,3-1 2-16,2-1-8 15,0-1 5-15,1-1-5 16,1-3 0-16,1 0 5 16,3-2-6-16,-1-1 0 15,0-5-9-15,1 2-38 16,2-4-51-16,-3-1-75 16,-7-1-87-16,2-13-202 15,-1-4-372-15</inkml:trace>
  <inkml:trace contextRef="#ctx0" brushRef="#br0" timeOffset="10425.9">8199 8528 1154 0,'0'0'380'15,"0"0"-123"-15,0 0-70 16,0 0-12-16,0 0-22 15,0 0 7-15,0 0-2 16,-11 75-13-16,11-49-22 16,0 2-30-16,0-2-30 15,0-2-23-15,4-1 2 0,7-2-3 16,5-2-7 0,3-4-1-16,3-6 7 0,8-1-8 15,6-8 13-15,8 0 0 16,5-5-11-16,3-14-17 15,-1-2-6-15,-2-4-3 16,-7 3-5-16,-9 0-1 16,-10 8 0-16,-12 5-33 15,-11 8-48-15,-36 10-139 16,-10 11-564-16,-14 8-779 0</inkml:trace>
  <inkml:trace contextRef="#ctx0" brushRef="#br0" timeOffset="15376.16">7048 12289 1358 0,'0'0'387'0,"0"0"-318"0,0 0-69 16,0 0-86-16,0 0 62 15,0 0-27-15,95 7-109 16,-47-7-464-16</inkml:trace>
  <inkml:trace contextRef="#ctx0" brushRef="#br0" timeOffset="15659.53">10001 12376 1425 0,'0'0'231'0,"0"0"-231"16,0 0-16-16,0 0-52 15,0 0-34-15,97 2-382 0</inkml:trace>
  <inkml:trace contextRef="#ctx0" brushRef="#br0" timeOffset="15936.59">12271 12176 1513 0,'0'0'217'0,"0"0"-157"0,0 0-60 16,0 0-15-1,0 0 2-15,0 0-33 0,0 0-13 16,55 0-91-16,-12-6-170 16,7-4-446-16</inkml:trace>
  <inkml:trace contextRef="#ctx0" brushRef="#br0" timeOffset="16172.86">14756 12104 1255 0,'0'0'133'15,"0"0"-133"-15,0 0-182 16,0 0-103-16</inkml:trace>
  <inkml:trace contextRef="#ctx0" brushRef="#br0" timeOffset="21642.51">6186 12337 225 0,'0'0'147'15,"0"0"-73"-15,0 0 7 16,0 0 17-16,0 0 6 15,0 0-5-15,-9 0-3 16,7-1 15-16,1 0 26 16,-1-1-3-16,1 2 1 15,1-1 17-15,-2 1 10 16,2 0-8-16,0 0-30 16,0-2-15-16,3 2-22 15,14-3 0-15,16 1 41 16,10-4-23-16,10-1-28 15,24-6-18-15,23-3 6 0,19-1-10 16,-10 2-11-16,-25 4-7 16,-28 6-3-16,-17 3-4 15,4-1-18-15,5 3-4 16,-2-2-7-16,-4 1 5 16,-11 0-5-16,-4-1 0 15,-12 1 1-15,-3-1 4 16,-6 2-5-16,-5 0 1 15,1-3-1-15,-2 3-1 16,0 0-15-16,0 23-135 16,0 1-215-16,0-1-737 0</inkml:trace>
  <inkml:trace contextRef="#ctx0" brushRef="#br0" timeOffset="22558.32">14135 13580 1079 0,'0'0'271'0,"0"0"-139"16,0 0-62-16,0 0 109 15,0 0 14-15,0 0 7 16,28 23-5-16,-5-17-64 15,7-1 6-15,6-2 6 16,8-3-5-16,5 0-28 16,3 0-20-16,4 0-12 15,-2-2-8-15,0-4-10 16,-5 1-3-16,-4-1-11 16,-3 0-2-16,-8-1-4 0,-7 2-7 15,-4 1-7 1,-6-1-4-16,-3 2-8 0,-1 3-5 15,-5-2-2-15,-3 1-1 16,-1 1-5-16,-3 0 0 16,-1 0-1-16,0 0-2 15,0 0-47-15,0 0-50 16,-42 0-88-16,-1 0-336 16,-11 0-515-16</inkml:trace>
  <inkml:trace contextRef="#ctx0" brushRef="#br0" timeOffset="23302">6829 12755 823 0,'-164'111'211'0,"-25"27"-87"16,27-7-81-16,19-2-25 15,31-7-5-15,37-17-13 16,32-30-7-16,33-23-174 0</inkml:trace>
  <inkml:trace contextRef="#ctx0" brushRef="#br0" timeOffset="23656.81">9751 11467 1098 0,'-121'115'123'16,"-16"18"-123"-16,19-15-96 16,18-7 37-16,31-30-68 15,23-13-159-15</inkml:trace>
  <inkml:trace contextRef="#ctx0" brushRef="#br0" timeOffset="23964.8">9869 13059 1196 0,'0'0'169'0,"-78"120"-120"15,-10-11-31-15,-28 22-1 16,-10 4 1-16,-3-5-7 16,12-16-11-16,17-10-28 15,26-19-73-15,27-29-127 16,28-25-341-16</inkml:trace>
  <inkml:trace contextRef="#ctx0" brushRef="#br0" timeOffset="24302.11">12458 11621 1166 0,'-81'72'147'0,"-13"27"-100"15,-17 22-38-15,6 5-9 16,33-39-119-16,14-12-232 0</inkml:trace>
  <inkml:trace contextRef="#ctx0" brushRef="#br0" timeOffset="24648.06">12612 13121 1270 0,'0'0'174'0,"-156"113"-122"15,3 20-34-15,-34 34-4 16,-12 12-14-16,15-12-26 16,63-55-161-16,32-28-501 0</inkml:trace>
  <inkml:trace contextRef="#ctx0" brushRef="#br0" timeOffset="25113.73">15505 11218 1107 0,'0'0'148'0,"-100"71"-97"15,-7 37-40-15,-45 57 17 16,-23 36-1-16,-8 12-27 15,47-55-26-15,28-42-605 0</inkml:trace>
  <inkml:trace contextRef="#ctx0" brushRef="#br0" timeOffset="26262.94">6632 12380 451 0,'0'0'111'0,"0"0"-35"16,0 0 1-16,0 0-37 15,0 0-24-15,0 0-16 16,0 0-19-16,3-12-89 16,1 12-61-16</inkml:trace>
  <inkml:trace contextRef="#ctx0" brushRef="#br0" timeOffset="27409.73">7359 17077 933 0,'0'0'288'15,"0"0"-85"-15,0 0 53 16,0 0 20-16,0 0-42 16,0 0-125-16,0 0-64 15,-20 36 2-15,39 10 29 16,2-1 9-16,-1-5-4 15,3-11-9-15,0-11-8 0,-2-10-9 16,4-8 2 0,8-11 0-16,16-36-5 0,23-37-14 15,17-33-22-15,5-10-2 16,-7 8-14-16,-22 31-35 16,-19 30-10-16,-13 20-48 15,-10 12 30-15,3 4 21 16,-9 2 2-16,-1 5 15 15,-8 8 7-15,-8 7 2 16,0 0-2-16,0 10-20 16,-9 28-63-16,-27 50 33 15,5-3 55-15,-5 1-552 0</inkml:trace>
  <inkml:trace contextRef="#ctx0" brushRef="#br0" timeOffset="28716.8">10862 17169 218 0,'0'0'601'0,"0"0"-342"16,0 0-16-16,0 0 49 15,0 0-13-15,0 0 34 16,0 0-96-16,0-6-38 15,0 5-8-15,18-1-20 0,7-1-26 16,9-2-35-16,8-2-40 16,6-3-29-16,1-2-9 15,0 1-6-15,-3 2-5 16,-7 0-1-16,-9 4 0 16,-10 2-90-16,-10 3-123 15,-10 1-69-15,-8 11-281 16,-12 2-317-16</inkml:trace>
  <inkml:trace contextRef="#ctx0" brushRef="#br0" timeOffset="28912.23">10839 17406 1852 0,'0'0'388'0,"0"0"-240"0,0 0-88 16,0 0 50-16,0 0 14 15,102-23-55-15,-54 14-23 16,6-2-25-16,-3 3-11 16,-4 6-10-16,-8 2-47 15,-16 10-189-15,-21 4-629 0</inkml:trace>
  <inkml:trace contextRef="#ctx0" brushRef="#br0" timeOffset="35613.18">22624 12257 371 0,'0'0'1082'16,"0"0"-798"-16,0 0-51 15,0 0-32-15,0 0-56 16,0 0-51-16,4 12-24 0,9 12 107 16,5 10-22-16,7 8-23 15,2 3-19-15,0-1-32 16,0-2-7-16,-3-7-17 15,3-6-5-15,-5-12 3 16,3-7 5-16,5-10 3 16,10-12 20-16,27-41 16 15,29-39-21-15,33-43-14 16,12-16-22-16,2 8-19 16,-12 18-22-16,-14 28-1 15,-10 12-6-15,-10 10 0 0,-21 16-14 16,-19 15 7-1,-10 11 2-15,-6 7 10 0,5-4 0 16,0-1 1-16,3 0 1 16,-8 6 0-16,-13 6 0 15,-9 8-1-15,-8 4 0 16,-8 5 0-16,-3 2-1 16,0 0-14-16,0 0-8 15,-14 10-38-15,-15 13 10 16,-33 22-11-16,-69 33-209 15,9-8-422-15,-12-3-1481 0</inkml:trace>
  <inkml:trace contextRef="#ctx0" brushRef="#br0" timeOffset="41665.61">11676 16015 1033 0,'0'0'195'0,"0"0"-95"15,-7-74 61-15,-2 44 61 16,-7 3-41-16,-7 5-14 15,-5 1-11-15,-10 4 2 0,-5 4-46 16,-10 6-22-16,-6 3-8 16,-6 4 3-16,-1 0-9 15,-4 2-20-15,0 9 2 16,0 1-10-16,-3 4-8 16,0 4 2-16,3 2 3 15,1 6-6-15,3 2-8 16,4 7-2-16,4 5-7 15,3 2 2-15,5-1 2 16,2 1-1-16,7-1-10 16,3-2-2-16,2 1 2 15,6 3 2-15,7 3-2 16,3 1 1-16,8 5 7 0,4 1-5 16,8 1-5-16,0 3 7 15,7 0-11-15,11 2 0 16,7 3 0-16,7-2 3 15,5 0-2-15,4-2-4 16,3-4 3-16,8 0 5 16,-2-6-1-16,2-2-4 15,-2-8-1-15,-3-2 5 16,2-4-4-16,-4-6 3 16,-2-2 5-16,-4 0-10 15,-4-6 4-15,0-1-5 16,0-2 3-16,-2-3 7 15,3-2-15-15,3-5 13 16,2-7-4-16,7 0 4 16,4-10 5-16,5-10 5 0,1-3 0 15,0-1 2-15,-2-1 7 16,-4-1-9-16,-3 0-2 16,-6-3-1-16,0-3-1 15,-2-4 1-15,-1-7-6 16,2-3 3-16,-3-7 1 15,-3-3-2-15,1 0-8 16,-6-7 6-16,-1 1-5 16,-3-2-1-16,-3 1-1 15,-4 3 4-15,-6 2-6 0,-3 5-6 16,-6 3 0 0,-5 3 9-16,0 3-9 0,-8-1 0 15,-5 2 0-15,-6 0 0 16,0 2 0-16,-4 0 0 15,-3 0 0-15,2-2 0 16,-3-1 0-16,3 1 0 16,-3 3 0-16,-1 0 0 15,1 4 0-15,-2-1 0 16,1 2 0-16,0 4 0 16,-1 1 0-16,3 3 0 15,-3 3 0-15,1 4 0 16,0-1 0-16,-3 3 0 15,-2 2-3-15,-6 5-21 16,-3 4-19-16,-9 7-26 16,-16 3-32-16,-22 29-46 0,-31 31-48 15,19-4-97-15,8 3-389 16</inkml:trace>
  <inkml:trace contextRef="#ctx0" brushRef="#br0" timeOffset="44946.87">4029 11211 970 0,'0'0'182'15,"0"0"-44"-15,0 0 40 0,-106-4-21 16,63 4-21-16,-2 0-19 15,-7 5-9-15,-3 2-13 16,-5 3 10-16,-4 1-9 16,-3 2-23-16,-6 3-1 15,0 4-8-15,1 1-19 16,-1 4-4-16,4-1-6 16,4 3-1-16,-1 2-4 15,0 6-2-15,-3 1 0 16,-2 8 4-16,-2 2-1 15,-3 7 12-15,3 2-11 16,2 1-7-16,3 4 5 0,3 0-6 16,-6 13-5-16,-6 12 1 15,-5 15 4-15,7 3-2 16,17-12-7-16,18-6 7 16,16-10-5-16,12 6 2 15,5 6 1-15,7 2-2 16,0 1-3-16,10-4-3 15,8-4-3-15,9 3 6 16,7-2-3-16,4 2-2 16,6-1 4-16,3-4-7 15,5-1 4-15,1 0-1 16,-4-12-1-16,-9-12 5 16,-5-10-5-16,0-8 4 15,12 5-2-15,6 4 5 16,13 0-3-16,-1-5 5 15,18-2-4-15,14-4-4 16,15-5 5-16,-9-9 2 0,-20-11 20 16,-24-10-13-16,-12 0-15 15,7-2 2-15,10-10-5 16,3-3-5-16,-1-2 7 16,-6-5-7-16,-4-2 1 15,-1 0 7-15,-1-6-8 16,1 0 6-16,1-6-1 15,2-1 3-15,-3-2 2 16,3-3 4-16,-4-3 3 16,-5-1 1-16,-1 0-4 15,-6-4-1-15,-2-1-6 0,-3-4-7 16,-3 1 7 0,1-4 4-16,-4-3-3 0,0 3 2 15,-2-2 2-15,-1-1 10 16,2-14-11-16,0-12-6 15,-3-24 1-15,-2-5 1 16,-10-3-7-16,-5 8 1 16,-4 9 10-16,-6-2-11 15,0-1 9-15,0 6-3 16,-6 20-7-16,-4 16-2 16,0 20-11-16,-1 3 7 15,-8-6-3-15,-2-8-14 16,-8-8-5-16,0 0 8 0,-4 1 19 15,-3 3-14 1,0 5-25-16,-1 3 7 0,-3 7-2 16,0 6 8-16,0 5-6 15,-3 6 11-15,0 6 2 16,-5 3-2-16,-1 2 2 16,-3 5 4-16,-2 3 2 15,1 3-2-15,3 4-4 16,0 0 13-16,6 0-8 15,-2 0 3-15,6 2-1 16,2 6-7-16,1 1 11 16,3-1-9-16,1 4 9 0,0-1-12 15,2 4 2 1,1 2-8-16,3 5-8 0,-4 9-8 16,6-5-416-16,2-6-399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33:55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7851 9924 214 0,'0'0'43'0,"0"0"-43"16,0 0 179-16,0 0-65 16,0 0-114-16</inkml:trace>
  <inkml:trace contextRef="#ctx0" brushRef="#br0" timeOffset="133.43">7851 9924 438 0,'0'8'0'0,"0"-4"-26"16,0-1-12-16,0-1-11 15,0 1 2-15,0-3-79 16,4 0 126-16,-1 0 78 16,0 0-78-16,0 0-45 0</inkml:trace>
  <inkml:trace contextRef="#ctx0" brushRef="#br0" timeOffset="1280.28">7931 9931 492 0,'0'0'292'0,"0"0"-34"0,0 0-31 16,0 0-28-16,0 0-32 16,0 0 1-16,0 0-21 15,-2 0-35-15,8 0-13 16,18-1 6-16,11-4 9 16,27-3 3-16,34-6 21 15,25-1-30-15,9-4-34 16,-19 5-17-16,-36 3-12 15,-26 5-11-15,-9 0-13 16,3-1-4-16,-1 1-7 16,0 2-2-16,-15-1-7 15,-8 1 5-15,-8 4-5 16,-9-2 0-16,3 2 0 16,-5 0-1-16,0 0-29 0,-5 0-97 15,-25 11-138 1,-2 4-114-16,-6-1-262 0</inkml:trace>
  <inkml:trace contextRef="#ctx0" brushRef="#br0" timeOffset="1717.5">7901 10147 461 0,'0'0'639'0,"0"0"-451"15,0 0-16-15,0 0-7 16,0 0 8-16,0 0-29 16,0 0-17-16,5 0-21 15,20 0 33-15,12 0 21 16,12 0 10-16,8 0-45 15,10-3-32-15,14-6-16 16,17-6-3-16,-9 1-12 16,-9 0-6-16,-13 1-14 0,-16 3-11 15,2 1-7 1,2-3-1-16,-11 4-5 0,-10 2-3 16,-7 0-5-16,-9 4 1 15,-6 0-5-15,-5 1-5 16,-4 1 1-16,-1 0-1 15,-2 0 5-15,0 0-5 16,0 0-1-16,0 0-19 16,-30 10-92-16,-4 7-203 15,-11 1-518-15</inkml:trace>
  <inkml:trace contextRef="#ctx0" brushRef="#br0" timeOffset="5243.99">6293 5983 926 0,'0'0'289'0,"0"0"-79"0,0 0 4 16,0 0-20-16,0 0-20 15,0 0-28-15,-94-36-30 16,73 34-30-16,-3 1 7 16,-1 1-14-16,-6 0-3 15,-3 0-24-15,-6 2-4 16,-1 6-12-16,-4 4 0 15,0 0-1-15,1 2-3 16,0 1 7-16,1 3-7 0,3 2-9 16,1 2-1-16,-2 4-1 15,6 1-6-15,0 2-3 16,3 1-1-16,2-1-10 16,2 0 8-16,4-3-3 15,0-1 2-15,5-3-8 16,1 2 1-16,1-1 8 15,3-1-9-15,-1 1 6 16,4 0-5-16,2 1 5 16,2-2-5-16,2 0 0 15,-3 2 0-15,8 1 5 16,0-2-5-16,0 4 1 0,0 0 4 16,10 2 1-16,3-1-1 15,2-1 2-15,2 0-2 16,2 0 6-16,-1-2-12 15,7-4 12-15,1 1-11 16,-1-2 10-16,3-4-1 16,2 1-2-16,1-5-1 15,2 0-5-15,0-5 11 16,3 0 4-16,-2-3 1 16,2-3 0-16,-5-1-3 15,3 0-5-15,1 0 2 16,1 0-1-16,1-5-2 15,0-4 0-15,0 1-3 16,-2-1 1-16,-3-1-1 16,-2-1 3-16,0 0-3 0,-3-1 3 15,3 0-8-15,-2-1 7 16,0 0-1-16,-2 1-1 16,1-1 0-16,0-1-4 15,-3-1 5-15,-2 1 1 16,-4 1-7-16,1-4 5 15,-4 1 6-15,0-2 2 16,-1-2-5-16,-2-1 6 16,1 0 0-16,-1-3 0 15,-3-1-3-15,0 1-2 16,-3-5 5-16,4 1-6 16,-7-2 3-16,3 1-3 0,-1-1 0 15,-2 2-1 1,0-1 1-16,1 2 6 0,-1 3-3 15,-2-4 3-15,1 1-5 16,-2-2 1-16,0 0 2 16,0-3-2-16,0 3-2 15,0 3 4-15,-6 1 1 16,-1 1-1-16,1 3 2 16,-4 1-1-16,-1 1-5 15,0 2 1-15,-2 1 1 16,-5-1-5-16,0 3 0 15,0 0-5-15,-4 0 5 16,5 5 0-16,-2 1-5 16,1 1-1-16,2 4 1 15,1 0-1-15,0 1 1 0,-3 2-1 16,4 0-1-16,-5 0 1 16,0 0-1-16,-1 3 0 15,-2 1 1-15,7 1-1 16,-1-2 0-16,5-1 0 15,1 1-5-15,3-2-6 16,5 1-7-16,0-1-22 16,2-1-26-16,0 0-23 15,0 2-59-15,0 1-81 16,2 0-319-16,5 2-177 16,-1-2-928-16</inkml:trace>
  <inkml:trace contextRef="#ctx0" brushRef="#br0" timeOffset="5463.08">6255 5833 1664 0,'0'0'601'0,"0"0"-278"16,0 0-69-16,0 0-96 15,0 0-46-15,0 0-56 16,0 0-37-16,-2 5-19 16,-13 2-94-16,-1 4-469 0,-7-5-1243 0</inkml:trace>
  <inkml:trace contextRef="#ctx0" brushRef="#br0" timeOffset="7407.91">4384 6817 339 0,'0'0'57'0,"0"0"517"16,0 0-330-16,0 0-55 15,0 0-31-15,0 0-15 16,-3 0-38-16,3 0-32 16,6 5-10-16,8 9 15 15,3 8-9-15,3 3 24 16,2 8-33-16,2 4-2 16,0 1-12-16,0 2 20 15,-1-1 7-15,-1-2-27 16,-1-1-18-16,2-5-5 15,-3-2-8-15,-1-4-3 16,2-4 2-16,-4-5-6 16,6-3-1-16,-1-2 4 0,4-5-1 15,8-2 10-15,2-4 6 16,7 0 0-16,8 0-5 16,1-7-9-16,8 0 1 15,2-3-4-15,4 2 0 16,2-3 1-16,-3 1-1 15,-2-1-3-15,-8 0-4 16,-7 2 5-16,-4-2-1 16,-6 0 0-16,-3-1 6 15,-2-1 5-15,-3-1 8 16,-6 0 0-16,0 0-7 0,-5 1-3 16,-2 0 0-1,-1 1-3-15,-3-2 2 16,1 1-4-16,-4 0-4 0,2-2-5 15,-5 0 8-15,1 0-8 16,-2-1 5-16,-1 1-5 16,-1-1 0-16,-2-4 5 15,-2 3-6-15,0-2 0 16,0 2 1-16,0 0-1 16,0 4 6-16,0 2-6 15,0 4 1-15,0 4 1 16,0 0-2-16,0 3 2 15,0 0 4-15,-5 0-1 16,-4 9-4-16,-2 8-1 16,-5 3 1-16,-3 7 5 0,-1-2 0 15,1 1 1-15,2-4 1 16,2-2-7-16,5-4 7 16,1-6-7-16,2-3 0 15,7-2 1-15,-2-5-1 16,2 0 9-16,0-12 14 15,0-9-3-15,6-4-15 16,8-3-4-16,-1 2-1 16,5 7 1-16,0 5-1 15,4 8-1-15,4 6 0 16,-1 0 0-16,2 13-1 16,-2 12 0-16,-5 8-1 15,-3 6-29-15,-9 36-93 0,-2-10-336 16,-6-4-571-16</inkml:trace>
  <inkml:trace contextRef="#ctx0" brushRef="#br0" timeOffset="11746.41">15064 10796 38 0,'0'0'109'15,"0"0"27"-15,0 0 216 16,0 0-141-16,0 0-49 16,0 0-16-16,-96-28-7 15,67 21 4-15,-3 0-28 0,-7 0-10 16,-4-2-9-16,-6 1 2 16,-5-1-7-16,-1 1-15 15,-6-1-9-15,-6 1-12 16,-11 1-4-16,-17-1-8 15,-17 1-3-15,-3 2 0 16,10 3-6-16,11 0-6 16,23 2-4-16,13-1 6 15,11 1-5-15,2 0-4 16,-11 0-5-16,-21 0-4 16,-22 0-3-16,-16 0-3 15,-1 0 3-15,8 0-3 0,9 0 0 16,9 0 0-1,-2 0 0-15,-7-4 4 16,-5 4-1-16,-5-5 4 0,-4 1-5 16,2 1-2-16,-2 0 3 15,1 3-3-15,3 0-5 16,2-2 11-16,4-1-6 16,3-2-5-16,1-1 7 15,-1-2-1-15,2-4 1 16,-5-1-1-16,2-1-6 15,-3 0 7-15,-1 2-7 16,-3-1 6-16,-2 5 11 16,-7 2-6-16,0 2-11 0,1 1 14 15,0 0 0 1,2-1-4-16,2-3-1 0,10-1 4 16,5 0-7-16,2 2-7 15,3 3 1-15,12 1 0 16,16 2-1-16,14 0-14 15,6 0 13-15,-9 0-17 16,-10 0-14-16,-3 2 19 16,5 5 5-16,3 1 0 15,6 1-9-15,0 1 1 16,-1 1-38-16,1 3 4 16,-1-3 35-16,-2 4-9 15,-6-3 22-15,-11 2 1 0,-19-1 1 16,-18-3-24-16,9-3 8 15,18-3-20-15,1 0 5 16,-6 3-3-16,-9 5-42 16,-2 1 39-16,26-3 12 15,24-2 9-15,9 0 6 16,-10 3 2-16,-3 2-12 16,-8 3 11-16,10 0 3 15,8-2 5-15,6 1 1 16,6 3-13-16,0-1 13 15,-1 3 0-15,-5 1 2 16,0 1-1-16,-2 2 0 16,2-1 0-16,-4 1 0 0,2 4 1 15,1-3 0 1,1 3 4-16,2-2-5 0,-3 4 11 16,-1-1-5-16,2 0 2 15,-1 0 0-15,1 0 0 16,-2 0 4-16,2-2-6 15,0 2-5-15,3 0 7 16,-1 1-1-16,4 0-6 16,-1 2 5-16,1 0 2 15,0 4 18-15,5 0-15 16,-2 3-12-16,5 0 1 16,0 2 12-16,3 1 19 15,0 0-3-15,2-4-7 16,0 2 1-16,-3 0 8 0,-1-1 12 15,-3 0-16 1,2 2 8-16,1-1-2 0,2 1-12 16,1-1 6-16,4 2-6 15,4 2 1-15,-2-1 12 16,5 3-4-16,-1-1-9 16,6 2 3-16,-1 1-3 15,1 3-8-15,0 4-1 16,-1 3-3-16,0 4-1 15,-1 0-7-15,-4 0 7 16,1-3-1-16,-2-4 2 16,1-2 4-16,4-6 1 15,2-4-8-15,2 0 0 0,0-1 0 16,8 4 0-16,10 0-5 16,4 5 5-16,8 2-6 15,7 5 6 1,5 2 0-16,6 1 0 0,1-3-6 15,5-5 0-15,1-7 0 16,3-3 0-16,2-9 1 16,1-7 1-16,6-5 4 15,12-5 4-15,16-3 1 16,15-2 1-16,6 1-6 16,-8-2-5-16,-12-3 11 15,-5-3-10-15,0-2-1 16,6-3 0-16,6 0 7 0,3 0-1 15,-2 0 0 1,7-3-6-16,5-2-1 0,5-3 0 16,4-1 1-16,0 1 0 15,1 1 5-15,4 0-5 16,2 4 5-16,-5 1-5 16,0 0 5-16,-1 2-5 15,4-3-1-15,0 3 0 16,0-4-1-16,-5 3 0 15,-1 1 1-15,-2 0 0 16,-4 0 0-16,-3 0 1 16,-6 0 0-16,-8 0 0 0,-4 0-1 15,-3-4 0 1,0-3 0-16,4-6 1 0,2-1-1 16,7-1 0-16,6-2 1 15,3 1 0-15,-3 3 0 16,-2 1 0-16,-5 4 6 15,-5 2-7-15,-2 3-1 16,-1-3 0-16,-4 0 0 16,0-3 0-16,3 0 1 15,3 0 0-15,0 0 1 16,-3 2-1-16,-6 1 1 16,-17 2 8-16,-12-1-9 15,-15 3-1-15,0-1 0 16,6 0 0-16,10 0 0 15,8-3 0-15,12 1 1 16,16-1 0-16,10 3 0 16,5 3 0-16,-10 0 0 0,-22 0 0 15,-22 0 1-15,-11 1 0 16,-4 2 0-16,10 2 0 16,6-2 0-16,8 1-1 15,-2-3 1-15,0-1-1 16,-2 0 1-16,-2 0 0 15,-2 0 8-15,-4 0 0 16,-5-3 4-16,-4-2-4 16,-8-3-3-16,-3-1 12 15,-4-3 5-15,-3-4 10 16,0-4 4-16,-2-2-4 0,2-4-1 16,-3-3-10-1,2-1-6-15,-2-2-2 0,2-1 2 16,-2-3-5-1,-2 0-2-15,0-5-8 0,2-3 7 16,-1-1-8-16,-2-4 1 16,3-4 0-16,-2-1 8 15,1-2-8-15,4-11 5 16,5-14-4-16,-1-15 4 16,2-3-5-16,-8 17 1 15,-5 17-1-15,-10 22 5 16,3-2-5-16,1-6 0 15,-2-10 0-15,3-6-1 16,-5 0-9-16,-4 1 9 16,1 1 1-16,-4 0 0 0,1-1 0 15,-3 3 0 1,-2-4 1-16,-1-2-1 0,-1 4 0 16,0-3 5-16,-6 1-4 15,-6-1-1-15,-6 1 7 16,2 0-7-16,-5 2 0 15,2 4-1-15,-1 5-1 16,-1 6-1-16,0 5 1 16,-1 3-8-16,1 1 8 15,-4 5-5-15,-1 0-2 16,1 2 7-16,-2 3-4 16,2 3-12-16,-4 0 17 0,-2 2 0 15,-3 2 0-15,-5 4-1 16,-1 5-20-16,-6 5 6 15,-5 5-3-15,-22 5 12 16,-23 6 5-16,-32 18 0 16,-23 7 1-16,-17 8 0 15,-11 4 0-15,-9 9 0 16,-11 9-16-16,46-11-239 16,23-14-714-16</inkml:trace>
  <inkml:trace contextRef="#ctx0" brushRef="#br0" timeOffset="12723.74">8978 13900 687 0,'0'0'1214'0,"0"0"-848"0,0 0-18 16,0 0-122-16,0 0-87 16,0 0-55-16,-46 95 16 15,37-9-1-15,5-2-29 16,0-15-37-16,3-20-13 16,-2-14-10-16,1 6-4 15,-2 1 0-15,-4 1-5 0,-2-9-1 16,0-10 0-16,-3-12-24 15,2-12-9-15,-3-2 3 16,1-23-3-16,2-10 14 16,4-4 8-16,4 1 11 15,3 5 0-15,0 9 0 16,0 10 0-16,7 9 8 16,6 5-2-16,3 5 0 15,5 16 4-15,4 6 7 16,3 4-5-16,2 2-5 15,3-1-5-15,3-2-1 16,1-3 2-16,2-7-3 16,-5-6 0-16,-5-10-32 0,-6-4-30 15,-4-11-32 1,-5-16-6-16,-5-9 19 0,-3-2 36 16,-4 1 31-16,2 7 14 15,-4 13 12-15,0 11 36 16,-4 6 0-16,-8 13-18 15,-7 19 2-15,-3 10 4 16,-6 9-4-16,4 4-22 16,-1 6-10-16,-9 23-58 15,5-13-305-15,1-12-802 0</inkml:trace>
  <inkml:trace contextRef="#ctx0" brushRef="#br0" timeOffset="13386.7">8437 15257 49 0,'0'0'1131'0,"0"0"-828"16,0 0-19-16,0 0-32 16,0 0-25-16,0 0-50 15,0 0-22-15,-102-53-32 16,72 65-27-16,-2 12-1 16,5 6-15-16,3 8 2 15,9 4-21-15,9-1-14 16,6-2-17-16,4-2-3 15,15-3-11-15,6-2 5 16,2-3-3-16,0 0 0 0,-1 0-17 16,-5-3 6-16,-9-2-6 15,-6 1 5-15,-6-2-5 16,0 0 7-16,-21 2 5 16,-4-4-4-16,-7-3-8 15,1-7 0-15,0-11 7 16,2 0-7-16,7-19 1 15,6-10-1-15,10-5-1 16,6 1-6-16,0 5-3 16,9 7-15-16,7 6 5 15,5 3-5-15,-3 5-24 16,4 1-42-16,0 5-67 16,10-3-170-16,-7 1-271 0,-2-3-583 15</inkml:trace>
  <inkml:trace contextRef="#ctx0" brushRef="#br0" timeOffset="13744">8650 15065 1612 0,'0'0'404'0,"0"0"-86"15,0 0-136-15,0 0-15 0,0 0-52 16,0 0-25 0,-94 14-4-16,77-6-17 0,3 0-9 15,5 0-8-15,3 1-13 16,4 0-13-16,2 5-4 16,0 4 5-16,0 4 2 15,6 3-5-15,5 4-2 16,0 1 5-16,0 2-6 15,0 2-3-15,0-1-9 16,-2 0-3-16,0-4-5 16,-2-2 5-16,0-4-6 15,-4-6-8-15,0-3-62 16,1-8-116-16,1-5-332 16,-2-1-322-16</inkml:trace>
  <inkml:trace contextRef="#ctx0" brushRef="#br0" timeOffset="13946.89">8684 15146 1655 0,'0'0'404'0,"0"0"-134"16,0 0-171-16,0 0 8 15,0 0 42-15,0 0-59 16,18 99-38-16,-12-65-33 15,1-5-9-15,-1-3-10 0,-1-1-167 16,3-6-196 0,-5-9-638-16</inkml:trace>
  <inkml:trace contextRef="#ctx0" brushRef="#br0" timeOffset="14300.88">8745 15068 995 0,'0'0'1075'0,"0"0"-748"16,0 0-93-16,0 0-58 15,0 0-4-15,0 0-60 16,89-17-10-16,-61 17-18 16,-5 0-14-16,0 0-11 15,-6 0-8-15,-3 10-2 0,-3 2-5 16,-1 3 4-16,-1 4-2 15,-3 3-7-15,0 2-10 16,1 3-1-16,-2 3 2 16,-2 0-3-16,0-2-4 15,0-1-5-15,-3-2-9 16,0-3-3-16,0-2-5 16,0-2 5-16,0 0-5 15,-9-1-1-15,-12 1-9 16,-7 2-72-16,-44 10-117 15,5-5-338-15,-9-4-1338 0</inkml:trace>
  <inkml:trace contextRef="#ctx0" brushRef="#br0" timeOffset="18357.11">16613 12094 153 0,'82'-23'104'16,"14"-3"-56"-16,-4 3 14 15,-11 6-19-15,-33 10-43 16,-18 2-88-16</inkml:trace>
  <inkml:trace contextRef="#ctx0" brushRef="#br0" timeOffset="20115.86">17314 11529 388 0,'0'0'113'16,"0"0"-113"-16,0 0-26 15,0 0 4-15,0 0 21 16,0 0 1-16,0 0-364 0</inkml:trace>
  <inkml:trace contextRef="#ctx0" brushRef="#br0" timeOffset="20916.37">16624 13172 29 0,'0'0'1015'15,"0"0"-681"-15,0 0-56 16,0 0-20-16,0 0 1 15,0 0-49-15,0 0-38 16,-2 0 10-16,23 0-40 16,4-1-53-16,5-5-30 15,0 0-22-15,0-5-21 16,-3 3-10-16,-1 1-6 16,-7-1-10-16,-4 1-61 15,-5 5-100-15,-5-1-119 16,-5 3-75-16,-5-1-261 15,-10 1-347-15</inkml:trace>
  <inkml:trace contextRef="#ctx0" brushRef="#br0" timeOffset="21103.37">16672 13251 380 0,'0'0'1075'0,"0"0"-686"15,0 0-100-15,0 0-56 16,0 0-8-16,0 0-43 15,0 0-63-15,-11 17-32 16,31-17-47-16,2 0-16 16,3 0-24-16,2-5-23 15,12 2-120-15,-7 0-239 0,-5 0-508 0</inkml:trace>
  <inkml:trace contextRef="#ctx0" brushRef="#br0" timeOffset="22319.29">18963 14788 275 0,'0'0'64'16,"0"0"522"-16,0 0-342 15,0 0-56-15,-100-1-13 16,61 2 27-16,-7 8-32 0,-5 6-37 16,0 0 32-16,1 7-13 15,1 1-35-15,4 7-5 16,3 4 7-16,2 5-25 15,7 4-16-15,3 4-17 16,5 4-12-16,10 3 10 16,3 2-13-16,11 1 8 15,1 2-14-15,7-1 2 16,12-4 5-16,8-4-13 16,6-1 11-16,5-7 1 15,4-4-19-15,3-2-4 16,3-4-4-16,7-4 5 15,-2-3-4-15,2-7-1 16,-2-6 5-16,-2-6 2 16,-5-6-10-16,-1-2 2 0,-2-16 8 15,0-6-2-15,-1-7-2 16,-1-4-4-16,-2-5 5 16,-1-7-4-16,-2-4-2 15,-2-7-7-15,-3-1-4 16,-1-5-4-16,-4-1 10 15,-7-1-3-15,-6-1 0 16,-7 4-8-16,-6 4 11 16,0 2-11-16,-7 6 14 15,-15 4-6-15,-4 5 2 16,-6 9-5-16,-1 5 0 0,-6 5-6 16,-5 7 1-1,-5 6 0-15,-6 6-1 0,-17 4 0 16,-26 3-9-16,-36 24-33 15,-24 13-61-15,-11 15-98 16,37-6-87-16,23-8-470 0</inkml:trace>
  <inkml:trace contextRef="#ctx0" brushRef="#br0" timeOffset="26224.05">21342 11768 383 0,'0'0'0'0,"0"0"33"16,0 0 259-16,-95-75-28 15,50 46-156-15,-6 5-1 16,1 6 34-16,-2 6-45 15,-3 8-25-15,-1 4 19 16,-2 9-3-16,-1 23 10 16,-1 11 9-16,-5 24-24 15,-5 23 5-15,-2 23-2 16,5 9-4-16,19-6 5 16,19-11-9-16,22-13-15 15,7-2-2-15,25 1 2 0,22-3 8 16,5-13 12-1,-1-17-11-15,-5-16-11 0,14-3 0 16,22 5-20-16,22 0 11 16,11-4-18-16,-21-17 7 15,-23-16-11-15,-25-7-2 16,-5-2-5-16,10-15-2 16,7-10 7-16,5-12 1 15,1-24-2-15,-3-33-7 16,-3-28-2-16,-13-12-4 15,-18 1-4-15,-15 14-3 16,-12 21 3-16,-4 20-1 16,-11 18-8-16,-3 18 0 15,-3 7-1-15,-8-5 1 16,-8-2 0-16,-3-2 0 0,-2 8 0 16,-1 9 1-16,0 4 0 15,2 8-1-15,-2 7 1 16,-3 6-1-16,0 4-9 15,-2 1-18-15,-1 14-6 16,0 1-35-16,8 5-26 16,2 3-78-16,-2 19-94 15,11-6-195-15,6-6-261 0</inkml:trace>
  <inkml:trace contextRef="#ctx0" brushRef="#br0" timeOffset="68121.79">667 863 1001 0,'0'0'272'0,"0"0"-50"16,0 0-27-16,0 0-28 15,0 0 14-15,0 0-66 16,0-14-37-16,0 14-30 0,4 0-31 16,7 2-16-16,10 13 5 15,7 6-5-15,3 8 7 16,4 3 11-16,-4 4 9 16,2 0-4-16,-6 3-5 15,-6-5-4-15,-6 0-9 16,-6-1 1-16,-8-1 2 15,-1-1 7-15,-4 1 51 16,-13 1 12-16,-7-2-10 16,-4-3-19-16,-2-5-11 15,2-5-14-15,-2-4-10 16,5-10 2-16,0-4-4 16,5 0-2-16,2-18 7 15,3-6-17-15,3-5-1 0,7-5-15 16,5 0-9-16,0 2-7 15,10 1-14-15,7 4 15 16,4 1-2-16,-1 6 5 16,-1 6-2-16,-2 6-8 15,-6 4 4-15,-3 4-72 16,-8 9-160-16,0 8-103 16,0-2-387-16</inkml:trace>
  <inkml:trace contextRef="#ctx0" brushRef="#br0" timeOffset="68753.01">782 1001 1024 0,'0'0'207'16,"0"0"-47"-16,0 0-12 16,-36 77-36-16,30-43 27 0,6-2-25 15,0-2-57-15,0-10-7 16,0-5-10-16,11-8 8 16,0-7 55-16,3 0 67 15,4-11-7-15,0-14-47 16,1-7-56-16,-2-7-39 15,-4-4-21-15,-7 3-1 16,-6 0-20-16,0 6-13 16,0 8-5-16,-14 6 0 15,-8 8-3-15,-6 10-21 16,-13 2 2-16,-42 56-28 16,6 1-30-16,0 6-754 0</inkml:trace>
  <inkml:trace contextRef="#ctx0" brushRef="#br0" timeOffset="70418.73">1856 478 1380 0,'0'0'387'0,"0"0"-60"0,0 0-97 16,0 0-37-16,-84-15-35 15,53 15-11-15,-3 7-44 16,-1 13-28-16,1 10-40 16,2 7-13-16,9 7-6 15,5 4 8-15,9 4-6 16,9 2-3-16,0-1 20 16,15-1-13-16,13-9 1 15,8-3-14-15,6-8 6 16,4-11-14-16,2-9 10 15,-5-11-11-15,-1-1 1 16,-8-14 7-16,-3-12-7 16,-11-8-1-16,-5-5 1 0,-13-6 13 15,-2-1-8-15,-8-3-6 16,-15 8-6-16,-2 4-5 16,-2 11-5-16,2 12-20 15,5 6-56-15,3 8-32 16,9 5-155-16,5 12-204 15,3 0-224-15</inkml:trace>
  <inkml:trace contextRef="#ctx0" brushRef="#br0" timeOffset="70719.91">2108 707 1913 0,'0'0'385'0,"0"0"-138"0,0 0-55 16,164 0 56-16,-36-5-73 15,14-3-94-15,1-5-36 16,-19-1-18-16,-14-1 4 16,-20-2-7-16,-26 8-12 15,-18-1-6-15,-13 6-5 16,-6-2-1-16,0 2-7 15,-8 0 7-15,-13 2-6 16,-4 2-7-16,-2 0-21 0,0 0-43 16,-5 0-100-1,-5 5-198-15,-1 0-450 0</inkml:trace>
  <inkml:trace contextRef="#ctx0" brushRef="#br0" timeOffset="71087.97">3233 453 1534 0,'0'0'388'15,"0"0"97"-15,0 0-232 16,0 0-50-16,0 0-67 0,0 0-52 16,0 0-26-1,-71 83-17-15,68-38-2 0,3 6-6 16,2 0-15-16,16-3 15 15,12-3-5-15,4-7-7 16,3-8-15-16,2-11 0 16,1-9-6-16,-2-10 0 15,-1 0 1-15,-3-20 8 16,-4-6-1-16,-7-10-7 16,-7-4 14-16,-10-6-9 15,-6-3-6-15,-9 2 0 16,-15 1 0-16,-9 9-41 15,-4 13 0-15,-3 12-13 16,3 12-24-16,7 0-70 16,11 34-150-16,6-2-166 15,10-3-261-15</inkml:trace>
  <inkml:trace contextRef="#ctx0" brushRef="#br0" timeOffset="71398.25">3637 652 1787 0,'0'0'596'0,"0"0"-275"16,0 0-118-16,0 0-47 15,0 0-53-15,138-7-46 0,-18 2-15 16,8 0-13-16,-16 2 2 15,-33-1-3-15,-34 2-9 16,-5-3-18-16,6 2 3 16,4-2-4-16,2 1-1 15,-9 1 1-15,-13-2-1 16,-9 2-4-16,-12 0 4 16,-8 2-29-16,-4 1-69 15,-12 0-226-15,-6 0-573 0</inkml:trace>
  <inkml:trace contextRef="#ctx0" brushRef="#br0" timeOffset="71844.99">4930 488 1505 0,'0'0'384'16,"0"0"-16"-16,0 0-114 16,0 0-37-16,0 0-78 15,0 0-61-15,-82 5-27 16,60 22 8-16,-1 9 22 16,4 2-18-16,7 3-21 0,6 0-13 15,6 0-1 1,6-3-4-16,16-2-2 0,11-2 4 15,6-7 2-15,4-9-14 16,2-8 4-16,0-10-18 16,-1 0 15-16,-2-14 12 15,-7-9-12-15,0-10 12 16,-8-8-4-16,-8-6-13 16,-13-6-10-16,-6-6 0 15,-12-3-13-15,-16 4-28 16,-6 7-13-16,-3 10 9 15,1 15 11-15,4 11-6 16,0 10 2-16,-1 5-2 16,0 7-1-16,0 23-20 15,11-2-294-15,3-1-436 0</inkml:trace>
  <inkml:trace contextRef="#ctx0" brushRef="#br0" timeOffset="72012.23">5224 515 1647 0,'0'0'793'15,"0"0"-308"-15,0 0-368 16,0 0-71-16,0 0-46 16,0 0-26-16,0 0-298 15,-120 44-613-15</inkml:trace>
  <inkml:trace contextRef="#ctx0" brushRef="#br0" timeOffset="72830.02">440 1895 506 0,'0'0'635'16,"0"0"-296"-16,0 0 169 15,0 0-241-15,0 0-37 16,0 0 8-16,0 0-54 16,-4-33-73-16,8 33-62 15,10 0-42-15,8 16 2 16,8 7 0-16,6 10 2 0,-2 6 8 16,-4 2 4-1,-6 4 2-15,-8-3 1 0,-10-1-10 16,-6-2-14-16,-6-5 5 15,-17-2 1-15,-9-3-7 16,-7-4 9-16,-4-7-4 16,1-7-6-16,3-11 0 15,5-2 0-15,7-21 0 16,9-8 6-16,8-2-6 16,7-1 0-16,3 4 1 15,4 5 0-15,13 8-1 16,4 5-2-16,2 4-4 15,4 4 5-15,3 4-7 16,6 0-49-16,15 0-161 16,-5 7-294-16,-3-4-480 0</inkml:trace>
  <inkml:trace contextRef="#ctx0" brushRef="#br0" timeOffset="73295.56">916 1805 1892 0,'0'0'500'16,"0"0"-137"-16,0 0-130 16,0 0-147-16,0 0-48 0,0 0-19 15,0 0-4-15,-9-4-8 16,9 4-7-16,-1 9-13 15,1 7 4-15,0 8 9 16,0 7 12-16,0 8-12 16,-3 4 6-16,-6 1 10 15,1 2 2-15,-5-5-3 16,4-9-14-16,1-7-1 16,4-12 9-16,1-6-8 15,3-7 5-15,0 0 15 16,0 0 24-16,9 0-8 15,3-5-16-15,6-1-14 16,-2 3-5-16,4 3-1 0,0 0 5 16,-3 0-5-16,5 5 1 15,-4 2 8-15,0 1-10 16,3 0 0-16,-7 0 0 16,5-3 0-16,-6-2 0 15,2-3-1-15,-2 0-54 16,-2-3-146-16,-1-8-476 15,-5 0-1052-15</inkml:trace>
  <inkml:trace contextRef="#ctx0" brushRef="#br0" timeOffset="74006.69">209 2701 962 0,'0'0'314'0,"0"0"46"0,0 0-80 16,0 0-82-16,0 0-38 15,0 0-37-15,0 0-24 16,118-7 78-16,27-22 54 16,32-13-41-16,20-8-65 15,-9 3-59-15,-27 9-33 16,-18 5-13-16,-15 8-8 15,-32 4 2-15,-23 8 2 16,-24 3-14-16,-14 1 10 16,-4 2-12-16,-4 1-1 0,-2 0 0 15,-13 3 1 1,-7 1-1-16,-5 2-14 0,-56 17-65 16,-9 7-173-1,-22 5-672-15</inkml:trace>
  <inkml:trace contextRef="#ctx0" brushRef="#br0" timeOffset="75119.71">382 2929 1472 0,'0'0'386'0,"0"0"-43"15,0 0-94-15,0 0-32 16,0 0-53-16,0 0-85 16,0 0-44-16,49-44-19 15,-16 44 4-15,9 13 4 16,4 6 9-16,-5 9 11 15,0 0 6-15,-8 4-14 0,-7 1-11 16,-6 0-2-16,-10 2-7 16,-8 0 1-1,-2 0-2-15,-10 1-2 0,-14-4 2 16,-3-4-6-16,-3-4 0 16,2-10-7-16,1-10 4 15,0-4 0-15,6-12 1 16,2-15-6-16,7-4 7 15,6-3-8-15,6 3-2 16,0 3 2-16,4 5 0 16,10 5-1-16,5 4-5 15,2 5-10-15,-1 2-72 16,23 1-107-16,-12 3-323 0,3 1-275 16</inkml:trace>
  <inkml:trace contextRef="#ctx0" brushRef="#br0" timeOffset="76200.56">924 2892 1654 0,'0'0'524'16,"0"0"-154"-16,0 0-117 16,0 0-94-16,0 0-71 15,0 0-55-15,-38 78 31 16,28-34 8-16,4 2-30 16,3 0-19-16,3-7-11 0,0-5 1 15,6-6-8 1,5-6-5-16,-1-9-2 0,-3-6-4 15,1-5-22-15,2-2-5 16,1-5 16-16,-1-14 1 16,4-3-7-16,-1-3 10 15,0 4 7-15,-2 1 6 16,-5 8 0-16,-5 5 6 16,1 5 12-16,-1 2-4 15,2 2-4-15,3 12-8 16,3 6 11-16,2 4 1 15,5-2-2-15,-4-3 0 16,5-1-11-16,0-7 0 16,-2-7 7-16,3-4-7 15,-3 0 7-15,0-17-2 16,0-9 0-16,-3-10-5 16,-5-7 5-16,-7-7-6 0,0-5 0 15,-7 2-27-15,-10 2-21 16,-4 10-3-16,-1 13-32 15,-1 12-110-15,1 12-63 16,-1 4-28-16,9 7-282 16,4 3-363-16</inkml:trace>
  <inkml:trace contextRef="#ctx0" brushRef="#br0" timeOffset="76515.87">1253 2626 1485 0,'0'0'376'0,"0"0"-41"15,0 0-175-15,0 0-52 16,0 0-37-16,0 0-2 16,0 0 20-16,-21 41 5 15,17-21-19-15,-2 2-5 16,0 4-18-16,0 2-8 15,0 2-9-15,6 0-6 16,0 3-11-16,0-4-3 16,0 0-6-16,8-5-3 15,2-4-5-15,-1-3 0 0,3-5-1 16,0-2-6-16,3-4-101 16,4-6-176-16,-4-3-263 15,0-9-548-15</inkml:trace>
  <inkml:trace contextRef="#ctx0" brushRef="#br0" timeOffset="76712.89">1353 2673 342 0,'0'0'1451'16,"0"0"-1125"-16,0 0-179 15,0 0-52-15,0 0 39 16,0 0-29-16,41 90-36 15,-22-62-38-15,-3-4-30 0,1-3-1 16,-7-5-59 0,-1-13-164-16,-6-3-432 0,0-2-706 0</inkml:trace>
  <inkml:trace contextRef="#ctx0" brushRef="#br0" timeOffset="77021.22">1422 2501 1664 0,'0'0'474'0,"0"0"-307"16,0 0-35-16,0 0 39 15,0 0-25-15,0 0-31 16,88 0-24-16,-62 4-11 16,-2 6-15-16,-3 6-3 15,-1 4-5-15,-1 5-23 0,2 4-1 16,-3 4-7-16,0 4-6 15,-5 2-3-15,-1 2-1 16,-3-2-2-16,-1-1-8 16,-4-4-5-16,-2-6 0 15,-1-5 0-15,-1-3 1 16,0-6-2-16,0-1-11 16,-19-2-40-16,-32-3-100 15,1-4-383-15,1-4-570 0</inkml:trace>
  <inkml:trace contextRef="#ctx0" brushRef="#br0" timeOffset="77480.12">2299 2288 1132 0,'0'0'557'0,"0"0"-362"15,0 0-85-15,0 0 2 16,0 0 2-16,16 94-55 0,-16-62-26 16,-6 1-33-16,-23 1-2 15,0-9-215-15,1-13-467 0</inkml:trace>
  <inkml:trace contextRef="#ctx0" brushRef="#br0" timeOffset="78174.42">2494 1586 836 0,'0'0'341'15,"0"0"7"-15,0 0-23 16,0 0-9-16,0 0-71 15,-71-75-10-15,68 65-68 16,1 3-68-16,2 5-59 16,0 2-28-16,15 8-12 15,9 13 0-15,6 13 9 16,7 9-3-16,-3 6 4 16,-4 6 17-16,-9-2-6 15,-9-2-12-15,-9-5 6 0,-3-3-9 16,-3-5-5-16,-18-4-1 15,-3-6 5-15,-2-6-5 16,-3-12-1-16,2-8 1 16,3-2 0-16,2-22 8 15,10-9-8-15,6-6-8 16,6 3 2-16,0 3 5 16,15 7-8-16,9 7 3 15,1 7-7-15,2 5-20 16,2 1-66-16,9 4-116 15,-7 0-97-15,-4 0-389 0</inkml:trace>
  <inkml:trace contextRef="#ctx0" brushRef="#br0" timeOffset="78610.44">2811 1336 1763 0,'0'0'529'16,"0"0"-185"-16,0 0-129 15,0 0-139-15,0 0-50 16,0 0-13-16,0 0-13 16,-7 14-4-16,7 10 4 0,5 10 10 15,4 6 4-15,3 7-1 16,-3 3 7-16,0 1-7 15,1-2 8-15,-4-4-6 16,1-4-3-16,-2-9-11 16,0-10 1-16,-5-8-1 15,5-8-1-15,-2-5 6 16,0-1 5-16,5 0-1 16,1-7 4-16,7-4-8 15,0 0-6-15,1 2 1 16,4 4-1-16,-6 2 0 15,3 3 0-15,-3 0 0 16,1 0 0-16,-2 3-1 16,-1 0-5-16,-1 0-45 15,0-1-118-15,6-2-108 0,-3-5-279 16,-2-6-659-16</inkml:trace>
  <inkml:trace contextRef="#ctx0" brushRef="#br0" timeOffset="79106.99">2525 2268 1440 0,'0'0'553'0,"0"0"-315"15,0 0-92 1,138-55 47-16,-4 6 4 16,21-3-25-16,9 3-48 0,-12 5-21 15,-27 10-41-15,-11 2-34 16,-27 6-11-16,-20 4-10 15,-27 8-1-15,-12 4-6 16,-4 1 1-16,-6 4 4 16,-9 0-5-16,-9 5-39 15,-48 13-136-15,-6 10-326 16,-17 2-347-16</inkml:trace>
  <inkml:trace contextRef="#ctx0" brushRef="#br0" timeOffset="79513.96">2545 2484 1731 0,'0'0'356'0,"0"0"-84"16,0 0-120-16,0 0 3 15,0 0-25-15,0 0-24 16,0 0-18-16,88 42-32 16,-58-7-9-16,-3 9-12 15,-6 4 1-15,-5 1-6 16,-7 4-9-16,-9-3-6 0,0-2-14 16,-18-9 8-1,-3-7-7-15,-3-14-1 0,0-12 5 16,2-6 0-16,1-14-5 15,6-13 13-15,4-9-13 16,11-3-1-16,0 3 1 16,11 3-1-16,4 5-1 15,3 9-5-15,3 5-9 16,-3 6-33-16,0 8-71 16,5 0-209-16,-6 5-214 15,-4 1-462-15</inkml:trace>
  <inkml:trace contextRef="#ctx0" brushRef="#br0" timeOffset="80208.85">2964 2423 1635 0,'0'0'399'0,"0"0"-28"16,0 0-158-16,0 0-27 15,0 0-92-15,0 0-37 16,0 0 24-16,-3 92-10 16,11-51-29-16,2 2-15 15,2-4-13-15,-1-2-8 16,8-5-6-16,-4-6 2 0,-2-9-2 15,0-8-30 1,-2-9-34-16,1-7 37 0,-3-16-4 16,0-9-43-16,0-2 22 15,-3 2 37-15,-2 4 14 16,-1 7 1-16,-3 7 9 16,2 5 12-16,-2 6 33 15,0 3-3-15,0 0-29 16,4 12-15-16,2 8 5 15,3 2 3-15,6 5-3 16,0-4-3-16,4-1 3 16,-1-5 3-16,2-9-3 15,3-6-3-15,-6-2-1 16,3-10-1-16,-2-12 1 16,-7-9-2-16,0-5 0 15,-11-6-6-15,0-3 0 16,0 3-21-16,-5 3-17 0,-7 10-10 15,-1 10-31-15,1 9-93 16,-3 9-31-16,1 1-23 16,2 4-130-16,1 5-367 0</inkml:trace>
  <inkml:trace contextRef="#ctx0" brushRef="#br0" timeOffset="80577.44">3425 2095 1652 0,'0'0'326'0,"0"0"13"16,0 0-181-16,0 0-9 16,0 0-70-16,0 0-28 15,0 0 35-15,-32 16 5 16,27-8-26-16,2-1-23 15,1-1-17-15,2 0-10 16,0 2-8-16,0 3 1 16,5 3 2-16,2 6 2 15,2 2-6-15,0 7 5 16,0 2-5-16,1 4 3 16,1 2-8-16,-1 0 1 15,1-5 7-15,4-4-9 0,-3-3-1 16,1-8 1-1,1-8-1-15,0-4-7 0,3-5-32 16,13-9-92-16,-5-9-168 16,0-8-371-16</inkml:trace>
  <inkml:trace contextRef="#ctx0" brushRef="#br0" timeOffset="80886.96">3620 2138 1570 0,'0'0'281'0,"0"0"-33"16,0 0-170-16,0 0-23 0,0 0 22 15,0 0 1 1,0 0-11-16,35 58-9 0,-32-35-18 16,-3 2-15-16,0-1-11 15,-11-4-8-15,1-3 0 16,-1-5-6-16,5-7 9 15,1-5 1-15,5 0-9 16,0 0-1-16,0-6 1 16,5 1-1-16,7 2 0 15,6 2 0-15,2-1 0 16,2-1-1-16,3-1-75 16,5-9-80-16,-5-1-237 15,-8-1-411-15</inkml:trace>
  <inkml:trace contextRef="#ctx0" brushRef="#br0" timeOffset="81216.22">3747 2000 1380 0,'0'0'381'0,"0"0"18"16,0 0-204-16,0 0-51 15,0 0-44-15,0 0 5 16,0 0 6-16,66-46-14 15,-50 46-24-15,-1 0-13 16,1 7 19-16,-2 8-7 16,5 7-27-16,-2 5-10 15,-1 4-16-15,-1 2 7 0,0 4 3 16,-3-1-8 0,-3-2 2-16,0 0-5 0,-5-4-9 15,-1-2-3-15,-1-3-5 16,-2-4 0-16,0-6 9 15,0-1-10-15,0-5-1 16,-12-1 1-16,-12 1-46 16,-37 4-105-16,6-6-379 15,-5-2-641-15</inkml:trace>
  <inkml:trace contextRef="#ctx0" brushRef="#br0" timeOffset="81705.28">4341 1739 760 0,'0'0'936'0,"0"0"-736"15,0 0-100-15,0 0 38 16,0 0 14-16,85 82-45 16,-58-51 8-16,-2 3-51 15,-10 2-35-15,-8 1-17 16,-7 2-4-16,-11-1 6 15,-19-4-14-15,-11-8-28 16,-2-11-90-16,-15-20-118 0,12-20-340 16,10-12-478-16</inkml:trace>
  <inkml:trace contextRef="#ctx0" brushRef="#br0" timeOffset="82184.62">4467 1194 1113 0,'0'0'589'0,"0"0"-280"15,0 0-88-15,0 0-57 16,0 0-32-16,0 0-51 16,0 0-38-16,25-2 6 15,0 14 20-15,8 8 13 16,4 8 3-16,-3 5-31 16,0 5-24-16,-5 5-9 15,-8-1-1-15,-5 1-3 16,-10-2-1-16,-6-2-4 15,0-6-3-15,-8-7-8 0,-9-6 0 16,-3-9 7 0,-2-8-8-16,-3-3 1 0,-2-17-1 15,7-13 0-15,4-4-12 16,8 0-4-16,5 2 5 16,3 6 5-16,2 6 5 15,12 6-5-15,5 2-26 16,6 4-46-16,3 2-87 15,12 3-98-15,-6 2-124 16,-6-1-524-16</inkml:trace>
  <inkml:trace contextRef="#ctx0" brushRef="#br0" timeOffset="82582.63">4836 1071 1724 0,'0'0'369'0,"0"0"10"16,0 0-119-16,0 0-63 15,0 0-80-15,0 0-53 16,0 0-40-16,-3-15-13 16,3 15-10-16,0 12-1 15,3 8 1-15,6 6 6 16,3 8-5-16,0 3 4 15,1 7 0-15,-5 1-6 16,4-2 0-16,-6-4-2 0,-2-10 1 16,-1-9 0-1,0-11 0-15,1-6-5 0,-1-3 6 16,2 0 2-16,1 0 4 16,5-8-6-16,5 1 1 15,3-3 0-15,5 1-1 16,3-3 1-16,4 0-1 15,-1-1 0-15,0-3-41 16,0 2-89-16,0 0-34 16,-7 3-166-16,-10 5-477 0</inkml:trace>
  <inkml:trace contextRef="#ctx0" brushRef="#br0" timeOffset="82836.22">4596 1855 1672 0,'0'0'312'15,"0"0"-64"-15,0 0-101 16,130-45 137-16,-17-7-62 16,21-9-68-16,5-6-61 15,-14 1-20-15,-32 14-28 16,-23 8-10-16,-21 15-22 15,-19 9-7-15,-7 3-6 16,-6 7-48-16,-11 6-75 16,-30 16-220-16,-16 13-140 15,-12 5-445-15</inkml:trace>
  <inkml:trace contextRef="#ctx0" brushRef="#br0" timeOffset="83288.48">4781 1905 1247 0,'0'0'821'15,"0"0"-571"-15,0 0-145 16,0 0-56-16,0 0-2 0,0 0-4 16,0 0 44-1,36 90-8-15,-19-56-24 16,-3 0-28-16,1-1-26 15,-5 0 12-15,-1-5-13 0,-4-4 1 16,-2-6 3-16,-3-4-4 16,0-12-7-16,0-2 7 15,0-5 13-15,0-12-11 16,0 0 8-16,4 1 1 16,8 2-4-16,2 3 5 15,5 2-12-15,5 4 0 16,3 2 6-16,2 3 6 15,1 0-12-15,-5 11-5 16,-5 5 5-16,-4 3 2 16,-8 4 7-16,-8-2-9 0,0 1 0 15,-9-3 0-15,-13-2 0 16,-8-3 9-16,-7-3-9 16,-1-6-15-16,-5-5-55 15,6-2-73-15,-5-36-150 16,12 3-390-16,9-4-372 0</inkml:trace>
  <inkml:trace contextRef="#ctx0" brushRef="#br0" timeOffset="83640.73">5055 1753 1262 0,'0'0'331'16,"0"0"-47"-16,0 0-62 16,0 0-56-16,0 0-56 15,0 0-51-15,0 0-32 16,-5-1-11-16,5 5 20 16,2 5 37-16,6 3-15 15,5 2 4-15,-1 4-9 16,2 3-19-16,0 7 3 15,0 3-14-15,1 3 10 16,-2-1 1-16,-1 1-9 16,1-2-11-16,1-8-5 15,-4-3-2-15,-2-7 4 16,4-6-11-16,-2-8 0 0,4 0-38 16,14-30-87-16,-3-2-193 15,-2-2-476-15</inkml:trace>
  <inkml:trace contextRef="#ctx0" brushRef="#br0" timeOffset="83926.79">5273 1731 1343 0,'0'0'310'0,"0"0"-169"15,0 0-19-15,0 0 2 16,0 0-9-16,0 0-28 15,33 88-31-15,-33-65-10 0,0-3-28 16,0-1-8-16,0-8 4 16,-2-7-8-1,-1-4-5-15,3 0 17 0,0-12-17 16,0-3 1-16,2 1-1 16,6 4 0-16,11 3 6 15,1 0-7-15,1 3-1 16,3 0-21-16,6-5-127 15,-6 3-178-15,-5-3-310 0</inkml:trace>
  <inkml:trace contextRef="#ctx0" brushRef="#br0" timeOffset="84240.81">5382 1632 1220 0,'0'0'332'0,"0"0"158"0,0 0-312 15,0 0-52-15,0 0-58 16,0 0-23-16,0 0 2 16,37-19-2-16,-18 19 26 15,3 10 1-15,-2 5 7 16,2 3-27-16,-2 5-10 16,-2 3-3-16,0-1-2 15,-5 0 1-15,-2 0-2 16,1-3-4-16,-5-3-8 15,-2 0-9-15,-1-4-4 16,-2-3-2-16,-2 1-8 0,0-5 5 16,0 0-6-16,0-3 1 15,0 3-1-15,-30-1-81 16,6 0-195-16,-9-3-348 0</inkml:trace>
  <inkml:trace contextRef="#ctx0" brushRef="#br0" timeOffset="84821.87">5976 973 1392 0,'0'0'372'16,"0"0"-198"-16,0 0-105 15,0 0-4-15,0 0 20 0,43 88-14 16,-36-50-36-1,-4 0-20-15,-3-1-15 0,-1 5-41 16,-11-11-136-16,-3-9-368 16</inkml:trace>
  <inkml:trace contextRef="#ctx0" brushRef="#br0" timeOffset="85554.43">6314 506 1187 0,'0'0'355'0,"0"0"35"16,0 0-74-16,0 0-141 16,0 0-85-16,0 0-60 15,0 0-18-15,39 18 18 16,-7 9 43-16,3 4-2 0,-1 5-16 16,-4 1-10-16,-6 1-22 15,-10-1-1-15,-7-4-14 16,-7-1 2-16,0-3 2 15,-18-5-12-15,0-5 1 16,-3-6 7-16,-5-7-8 16,3-6-1-16,-2-6-1 15,5-14 2-15,4-5-8 16,9-2 8-16,7 2-1 16,0 3-10-16,13 7 9 15,11 5-5-15,1 5-5 16,3 4-51-16,2 1-97 15,14 0-86-15,-10 0-307 16,-3-3-589-16</inkml:trace>
  <inkml:trace contextRef="#ctx0" brushRef="#br0" timeOffset="85961">6644 401 1493 0,'0'0'365'0,"0"0"11"16,0 0-144-16,0 0-17 15,0 0-93-15,0 0-59 16,0 0-25-16,-3-20-20 16,3 25-16-16,3 11 13 0,10 6-5 15,4 7 1-15,0 6 2 16,4 1-11-16,-3 3-1 15,-1-3 0-15,-1-2 0 16,-3-4 0-16,-2-5-1 16,0-6 0-16,-3-8 1 15,0-5 0-15,-1-5 0 16,5-1 13-16,5 0 14 16,3-6 3-16,7-6-7 15,3-6-9-15,0 1-7 16,-2 1-7-16,-4 2 0 15,-1 1-1-15,-7 5-6 0,-1 0-59 16,-6 5-48-16,-9 3-240 16,0 5-394-16,0 6-282 0</inkml:trace>
  <inkml:trace contextRef="#ctx0" brushRef="#br0" timeOffset="86247.06">6425 1099 347 0,'0'0'1294'0,"0"0"-965"16,0 0-122-16,0 0-30 16,146-73 31-16,-24 17-10 15,21-3-37-15,8 0-65 0,-15 9-24 16,-23 8-14-16,-12 1-7 15,-23 10-21-15,-23 10-15 16,-18 6-3-16,-17 8-10 16,-4 2-2-16,-9 0-10 15,-5 5-60-15,-2 0-104 16,-52 22-135-16,1 2-283 16,-5 0-432-16</inkml:trace>
  <inkml:trace contextRef="#ctx0" brushRef="#br0" timeOffset="86938.55">6812 1046 1109 0,'0'0'673'16,"0"0"-358"-16,0 0-29 15,0 0-99-15,0 0-69 16,0 0-78-16,0 0-26 16,-13 35 1-16,26 0-3 15,2 6-3-15,5 3-2 16,2-1-6-16,-1-3 0 15,0-5 0-15,-5-8-1 16,-1-9 0-16,-7-8-22 16,-1-10-8-16,-3 0 25 15,-1-18 5-15,0-11 1 0,2-7 5 16,0 0-4-16,3 2 4 16,0 5 1-16,1 9-7 15,0 8 1-15,1 7-1 16,7 5 0-16,2 0-1 15,2 12 0-15,3 8 1 16,0 3 0-16,-5 5 0 16,-7 0-1-16,-2-1-5 15,-8-1 6-15,-2-3 0 16,0-2 0-16,-18-3 1 16,-7-1 0-16,-8-3 7 15,-5-2-7-15,-5-7-1 16,3-3-27-16,1-2-46 0,6 0-70 15,10-17-83 1,12 0-105-16,8-2-277 0</inkml:trace>
  <inkml:trace contextRef="#ctx0" brushRef="#br0" timeOffset="87350.33">7182 906 172 0,'0'0'1055'16,"0"0"-826"-16,0 0 10 0,0 0-39 15,0 0-44-15,0 0-14 16,0 0-18-16,-16-3-31 15,13 3-14-15,3 0-31 16,-1 0-17-16,1 0-9 16,-2 0-5-16,2 0-11 15,0 11-1-15,0 1-3 16,0 7 8-16,0 3-9 16,0 1 26-16,9 5 0 15,3 0 15-15,0 2-2 0,1-5 2 16,1-2-15-1,-1-3-12-15,-3-4-8 0,1-5-5 16,1-5-2-16,-3-6 0 16,1 0-103-16,10-14-77 15,-4-9-163-15,-4-2-638 0</inkml:trace>
  <inkml:trace contextRef="#ctx0" brushRef="#br0" timeOffset="87547.14">7315 896 1408 0,'0'0'368'0,"0"0"-121"15,0 0-164-15,0 0-49 16,0 0 41-16,0 0-10 16,0 0-22-16,30 79-33 15,-17-62-10-15,-2-4-1 16,5-6-157-16,-5-4-331 15,-5-3-453-15</inkml:trace>
  <inkml:trace contextRef="#ctx0" brushRef="#br0" timeOffset="87870.76">7348 797 1395 0,'0'0'501'0,"0"0"-238"15,0 0-157-15,0 0-45 0,0 0 26 16,0 0 1-16,0 0 22 16,106-12-18-16,-78 12 1 15,2 0-26-15,-3 3-1 16,-4 6 6-16,-1 4-19 16,-2 1-5-16,-2 3-13 15,-3 2-2-15,-2 4-6 16,-3 3-6-16,-3-2 0 15,-2 1 4-15,-4-2-17 16,-1 2-7-16,0-1 5 16,-6-3 4-16,-6 1-9 15,-9-5-1-15,-4-2-39 0,-32 0-79 16,9-6-210-16,-4-4-323 16</inkml:trace>
  <inkml:trace contextRef="#ctx0" brushRef="#br0" timeOffset="88034.94">7576 1167 1776 0,'0'0'0'16,"0"0"-54"-16,0 0-892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35:57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6994 6227 320 0,'0'0'39'0,"0"0"462"15,0 0-288-15,0 0-43 16,0 0 19-16,0 0-35 16,3-2 0-16,-3 2 6 15,0-1-20-15,0 1-22 16,0 0-12-16,0-2-7 15,0 0-7-15,-4-1-16 16,-4 1 16-16,-5-1-26 16,2-2-24-16,-3 2-8 15,-3 1-3-15,-4 2-7 16,-1 0 0-16,-1 0-7 0,0 0-4 16,-1 0-4-1,3 0 7-15,4 0-2 0,4 0-7 16,4 0 5-1,2 0-10-15,-1 0 4 0,4 0 1 16,-1 0-5-16,1 0 7 16,-2 0-8-16,-2 1-1 15,-2 1 1-15,-2 1 6 16,3 2-6-16,-4-1 0 16,1 0 0-16,-5 2 5 15,1-1-6-15,0 1 1 16,-1 0 5-16,-1-1-5 15,-1 1 0-15,7 0 0 16,0-1 1-16,-1-2-1 16,0 3 0-16,-1-1-1 0,0 2 1 15,-2 1-1-15,2 1 0 16,-3 0 0-16,1 2 0 16,0 1 0-16,2 2 1 15,0 3-1-15,3 2 1 16,1 3 6-16,0 2 5 15,4 0-11-15,1 3 10 16,1-2 5-16,2 3 2 16,2-1-6-16,0 0 3 15,0-2-3-15,0 1-3 16,6 3 6-16,6 0 4 16,4-1-1-16,1-1-3 0,8-1 9 15,1-3-1-15,2-2-4 16,2-4-1-16,1-3 2 15,-1-1 1-15,1-6-3 16,-1 1 4-16,0-3-9 16,-2-4 2-16,2-1-4 15,-2 0 1-15,-2 0-2 16,0-1-10-16,-3-5 7 16,-2-1-1-16,-2-2-5 15,1 1 0-15,-4-1 7 16,-1-2-7-16,-2 2 0 15,-1 0 0-15,0-1 7 16,-1-1-8-16,-2-2 1 16,2 1 1-16,-2-2-2 15,2-1 1-15,1-2-1 0,-3 0 0 16,1-1-9-16,0-2 9 16,1 0-5-16,-3-2 4 15,-1 0 1-15,-1-2-1 16,0 0 1-16,-3 0-1 15,-2-1 0-15,-1-1 1 16,0 1 0-16,0 1-8 16,0 1-8-16,-7 1 4 15,-2 0-3-15,-1 2 3 16,-1 1-3-16,-3 1 2 16,1 0 2-16,-4 1 4 0,3 0-8 15,-2 2 1 1,1 1 4-16,0 2 2 0,5 0-5 15,2 6 4-15,-1 0 8 16,0 1-1-16,3 2-5 16,-3 1-1-16,-3-1-1 15,0 2 0-15,-3 0 2 16,0 1 1-16,-1 0 4 16,1 0-5-16,-4 0-2 15,-1 0 0-15,-2 5-12 16,-7 5-8-16,-6 6-2 15,-45 4-33-15,12-3-247 16,-8-7-1553-16</inkml:trace>
  <inkml:trace contextRef="#ctx0" brushRef="#br0" timeOffset="876.54">285 9288 707 0,'0'0'1073'16,"0"0"-810"-16,0 0-5 15,0 0-52-15,0 0-52 0,0 0-71 16,55-60-43 0,-14 67-1-16,9 16 34 0,1 12 5 15,-2 8-18-15,-5 10-2 16,-9 3-5-16,-13 2-10 16,-8 3 5-16,-14-6-13 15,0 0-11-15,-18-3-3 16,-10-4-5-16,-3-7-9 15,-2-14-6-15,-1-10 7 16,4-17-1-16,0-3 1 16,3-26-8-16,6-12-1 15,6-2 1-15,8 1-9 0,7 4 3 16,0 7-9-16,12 6 0 16,6 5-3-16,4 4-1 15,3 9 1-15,2 4-2 16,-1 3-44-16,6 0-116 15,6 12-153-15,-10-1-304 16,-3-5-793-16</inkml:trace>
  <inkml:trace contextRef="#ctx0" brushRef="#br0" timeOffset="1350.79">924 8953 1515 0,'0'0'547'0,"0"0"-335"16,0 0 128-16,0 0-131 16,0 0-133-16,0 0-45 15,0 0-16-15,-23-18-14 16,23 47 1-16,0 9 17 15,0 6 19-15,2 7-1 16,-1 3-9-16,1-1-8 16,-2 0-1-16,0-5-2 15,0-12-16-15,0-12 0 16,0-14 0-16,0-10 7 16,0-3 10-16,-2-19-3 0,1-9-15 15,1 0 1-15,0 0 5 16,0 6-4-16,4 8-1 15,3 10 5-15,-2 6-5 16,4 1-1-16,3 4 1 16,6 12 0-16,3 4 8 15,0 2-1-15,3 2-7 16,1-4 5-16,-3 0-5 16,-2-3-1-16,-4-4-2 15,-2-6-50-15,-3-7-177 16,-3 0-239-16,-5 0-365 0</inkml:trace>
  <inkml:trace contextRef="#ctx0" brushRef="#br0" timeOffset="1714.12">164 10165 1644 0,'0'0'279'0,"0"0"-71"15,0 0-44-15,0 0 48 16,0 0-65-16,0 0 32 0,151-30 26 16,13-51-34-1,39-22-56-15,18-7-13 0,-6 5-57 16,-25 18-33-16,-18 6 7 15,-21 11-7-15,-40 14-1 16,-37 13-5-16,-33 17-5 16,-18 11 0-16,-7 3 0 15,-5 2 5-15,-4 5-5 16,-7 5-1-16,-39 5-14 16,-40 37-71-16,-58 30-128 15,13-4-297-15,0 1-253 0</inkml:trace>
  <inkml:trace contextRef="#ctx0" brushRef="#br0" timeOffset="2288.08">252 10531 434 0,'0'0'1123'0,"0"0"-836"0,0 0 33 16,0 0-73-1,0 0-26-15,0 0-60 0,0 0-53 16,27-53-24-16,6 51-13 16,4 2-9-16,5 4 2 15,3 16-5-15,-2 5-10 16,-1 8 0-16,-8 5-1 16,-6 1-12-16,-9 5-3 15,-8 1-3-15,-11 0 14 16,0 0-22-16,-13-3-8 15,-5-6-5-15,-6-8-8 16,2-12 5-16,-5-12 2 16,3-4-1-16,0-21-6 15,5-12-1-15,7-6-1 0,5-3 0 16,7-1 0 0,0 5 1-16,13 3-1 0,2 3 1 15,4 3 1-15,2 3 0 16,-3 6-1-16,3 6-1 15,-6 4-6-15,3 7 1 16,-6 3-41-16,2 0-50 16,-3 13-50-16,-1 16-122 15,-4-5-323-15,-6-5-613 0</inkml:trace>
  <inkml:trace contextRef="#ctx0" brushRef="#br0" timeOffset="3348.52">947 10342 833 0,'0'0'920'15,"0"0"-714"-15,0 0 46 16,0 0-79-16,0 0-50 0,0 0-53 16,0 0-15-16,35-61-7 15,-10 61-8-15,3 0 0 16,-2 16 11-16,-4 8 15 15,-4 7-14-15,-5 6-9 16,-8 7-5-16,-5 3 2 16,0 2-15-16,-12 0-5 15,-3-9-11-15,2-6-3 16,-1-12-5-16,3-12 7 16,9-10-7-16,0-10 11 15,2-21-11-15,0-11-1 16,15-8-9-16,3-3-3 15,6 2 3-15,-2 1-2 0,-2 3 2 16,2 5 8-16,-6 2 1 16,-2 4-1-16,-6 5 2 15,-4 6-1-15,-1 10 1 16,-3 5 7-16,0 6 1 16,0 4 10-16,0 0 4 15,0 19-8-15,-3 14 6 16,0 9 25-16,0 5 10 15,0 0-17-15,3-4-10 16,0-6-3-16,13-8-4 16,2-6-7-16,3-7-7 15,3-9 1-15,3-7-2 16,4 0 2-16,2-16-3 0,-3-5-5 16,-1 0-1-1,-3 3-48-15,-8-2-84 16,-4 6-178-16,-7 3-411 0</inkml:trace>
  <inkml:trace contextRef="#ctx0" brushRef="#br0" timeOffset="5608.11">1405 8789 954 0,'0'0'247'0,"0"0"-27"15,0 0 39-15,0 0-63 16,0 0-44-16,0 0-42 16,81-45-29-16,-44 52 4 15,5 12-11-15,-1 5-15 16,0 7-1-16,-7 5-3 15,-8 4 8-15,-6 6 8 16,-8 1 27-16,-9 5 4 16,-3 3-20-16,0 1-14 15,-9 2-16-15,-1 0-15 0,3-7-19 16,2-7-9-16,5-9-8 16,0-7 0-16,5-9-1 15,4-8 0-15,5-8 0 16,0-3 0-16,5-16 6 15,2-16-5-15,2-11 0 16,-4-6 0-16,-4 0-1 16,0 6-1-16,-9 12 0 15,-2 9 0-15,-2 11 1 16,-2 7 1-16,0 4 0 16,3 2-1-16,1 18 0 15,2 14 20-15,5 12 37 16,9 24 3-16,9 25-1 0,11 24 0 15,2 7 5-15,-2-8-2 16,0-14-22-16,-8-17-8 16,-7-18-14-16,-1-13-6 15,-11-17 0-15,-1-2-11 16,-1 4 5-16,-1 3-5 16,-1 1 0-16,-6-6 11 15,-3-3 0-15,0-5-3 16,-2-4-3-16,-11-2-5 15,-5 1 1-15,-3 0 4 16,-7 4-5-16,-5 1 0 16,-4 1 0-16,-5 3 0 0,-1-3 5 15,-3-3-5-15,-1 0 0 16,1-5 0-16,-1-2 1 16,0-2-1-16,1-1 1 15,-5-2-1-15,1 2 0 16,0 1-1-16,-2 0 0 15,3 1 0-15,1 0 0 16,7-3 0-16,2-1 0 16,9-1 0-16,0-3 0 15,5-1 1-15,-2 0-1 16,3 0 0-16,-3-2 0 16,2 0 0-16,-4-1 0 15,-2 0-1-15,1-1 2 0,-3-3-2 16,-1 0 1-16,-6-4 0 15,3-1-1-15,-4 0-8 16,-2 0 7-16,0 0 2 16,1-6-6-16,-1-4 5 15,2-2 0-15,1-7 1 16,2-2-2-16,8-3 1 16,0-2-6-16,7 0 6 15,2-3 1-15,4 1-1 16,0-3-1-16,4-2 1 15,2 4-5-15,1-5 5 16,-2 5 1-16,0 5-1 16,4 2-8-16,-3 2 1 15,0 3 8-15,-2 0-1 16,4-1-8-16,-3 0 3 0,0-1-4 16,0-5-4-16,3-2 1 15,-1-1-7-15,1-1 2 16,-2-2 3-16,1 1 2 15,2-1-5-15,1 1 6 16,-2 2-3-16,-3-1-2 16,3 4 4-16,1-1 4 15,0 1-2-15,0 2 2 16,2-2-3-16,0 0 3 16,-1-1-3-16,4-1-1 15,-4-1-7-15,2-1-1 16,-1 0 3-16,-4-2 1 0,1 3-6 15,4-2 10-15,-1 5 5 16,0-3 8-16,-1 2-2 16,1-3-7-16,0-1-4 15,-2-3-1-15,1 3-7 16,1-2-6-16,-2-1 11 16,-1 3 4-16,1 1-9 15,-3 1-2-15,4 2 8 16,2-1 5-16,2-1-10 15,0-2-5-15,2 1-6 16,1 0 14-16,0 0 5 16,0 1-6-16,0 0 0 15,0 1 3-15,0 0-10 0,0 1 5 16,-2 0 13-16,-2 0-8 16,-1 2-7-16,2-2-11 15,0 3 7-15,2 1 10 16,1-2-2-16,0-2-6 15,0 2 3-15,1 0 0 16,7-2 10-16,8 3-4 16,-4 0 0-16,9 2 6 15,-3 0 1-15,10 1 7 16,2-3 0-16,6 3-1 16,4 1 1-16,2-1 1 15,5 3 0-15,1 0 0 16,3 0 0-16,4 2 1 0,3 0 0 15,0 1-1 1,-2 3 1-16,-1 0 0 0,3-1 0 16,-4 2 8-16,1-2 0 15,-3-1-3-15,2 0 2 16,-2 0-7-16,2 0 7 16,-5-1-1-16,-4 2-5 15,-5-1 6-15,-7 4-2 16,-3-1-5-16,-8 6 0 15,-3-2 7-15,-5 1-8 16,-2 3 0-16,0 0 1 16,0 1 1-16,1-2-1 15,-4 2 10-15,3 0-11 16,0 0 6-16,-5 0 0 16,1 0-5-16,-2 0 0 0,-2 0 0 15,2 0 0 1,-1 0 0-16,1 0 5 0,0 0-5 15,4 4-1-15,-1 3 1 16,9-2 5-16,-3 4 3 16,4 0-3-16,-1 3-5 15,3 1 1-15,0 3 5 16,-2 5-7-16,-1 3 7 16,3 7 11-16,-6 6 17 15,-3 4-13-15,-3 7-12 16,-9 32-10-16,0-15-121 15,0-4-461-15</inkml:trace>
  <inkml:trace contextRef="#ctx0" brushRef="#br0" timeOffset="10362.55">2732 8950 1347 0,'0'0'590'16,"0"0"-246"-16,0 0 6 16,0 0-118-16,0 0-147 15,0 0-42-15,0 11-17 16,-14 62 11-16,-5 28 26 0,-10 13-11 15,-3 0 17 1,0-16-6-16,4-27-6 0,8-16 0 16,4-18-11-16,2-7-7 15,0 3-19-15,0-2-2 16,1-3-9-16,4-8-8 16,1-10-1-16,4-9 0 15,-5-1-1-15,-3-10-49 16,-3-31-106-16,2 4-328 15,-1-1-287-15</inkml:trace>
  <inkml:trace contextRef="#ctx0" brushRef="#br0" timeOffset="10767.55">2214 9070 644 0,'0'0'1217'0,"0"0"-886"16,0 0-9-16,0 0-199 16,0 0-69-16,0 0-21 15,0 0 6-15,40 31 40 16,-7 8 9-16,6 5 6 16,3 2 9-16,5 0-17 15,4 2-26-15,4-3-14 16,2 0 42-16,11-2-10 15,1-2-1-15,3-6-14 16,2-3-11-16,-4 0-13 0,-4-5-4 16,-6 2 2-1,-7 0 4-15,-6-4-16 0,-6-1-1 16,-8-3-3-16,-6-6 6 16,-9-3-3-16,-6-5-10 15,-7-4-5-15,-3-3-8 16,-2 0 5-16,0 0-6 15,0-12-11-15,-6-12-35 16,-41-13-70-16,3 8-82 16,-17 7-575-16</inkml:trace>
  <inkml:trace contextRef="#ctx0" brushRef="#br0" timeOffset="18871.43">6869 6151 781 0,'0'0'240'0,"0"0"-46"16,0 0-36-16,0 0-19 15,24-72 23-15,-18 41 19 16,1-6-46-16,-1-7-11 15,2-6-26-15,-1-17-14 16,2-17-22-16,-3-16-3 16,-4 8-22-16,-2 18-13 15,0 22 9-15,-5 13 9 16,-7-7-5-16,-8-9-2 16,-3-4 16-16,-5 1-8 15,-8 3-5-15,-3 3-20 16,-7 2-18-16,-4 4 0 15,-5 5-18-15,-4 3 3 0,-4 4 4 16,-1 4 10-16,-6 4-15 16,3 2-12-16,-15 1 19 15,-17 2-6-15,-17 0-6 16,-6 4-6-16,5 4-3 16,10 6 24-16,10 2 0 15,1 5-26-15,-2 0 14 16,6 0 10-16,14 7 8 15,15 0-10-15,13-1 3 16,6 4-1-16,-8 4 8 16,-3 0 7-16,-2 6-5 15,9-1-2-15,7 3 15 16,5 2-14-16,5 5 8 0,-1 3 2 16,1 6 2-1,4 5 12-15,-1 1 1 0,4 2 2 16,3 0 0-16,2-5 1 15,2 0 8-15,5-3-6 16,2-3 2-16,1 1-3 16,0-5-11-16,0-1-4 15,6-2-7-15,-2-6-2 16,1-2-5-16,0-3 0 16,2-6 0-16,1-3-1 15,1-5-7-15,-2-3-1 16,1 0-7-16,-4 0-103 0,-10-22-210 15,-1-2-383 1,-2-3-481-16</inkml:trace>
  <inkml:trace contextRef="#ctx0" brushRef="#br0" timeOffset="19181">4262 5224 1279 0,'0'0'307'0,"0"0"-12"16,0 0-79-16,0 0-82 16,0 0 11-16,0 73-37 15,5-31-22-15,5 6 1 16,3 1-13-16,-1-1 4 16,3-7-8-16,0-7-13 0,3-9-11 15,1-6-4-15,4-5-3 16,3-5-6-16,4-6-9 15,3-3 1-15,9-6-8 16,3-17-11-16,5-9-6 16,-2-8-16-16,-2-4-18 15,-9 4-23-15,-23 8-55 16,-12 15-231-16,-4 8-1114 0</inkml:trace>
  <inkml:trace contextRef="#ctx0" brushRef="#br0" timeOffset="38856.26">803 3581 935 0,'0'0'190'0,"0"0"-135"15,0 0 1-15,0 0 89 16,0 0-16-16,0 0 15 16,113-30-17-16,-71 21-23 15,1-4-22-15,5 1-21 16,-2 0-11-16,0-1-17 0,5-1-11 15,0 0-3-15,9-3-1 16,1-3 7-16,7-1 0 16,1-1 0-16,1-1-15 15,3 0 8-15,-1-2-2 16,2 0-7-16,2 0-7 16,11-6 5-16,14-3-5 15,-8 2-1-15,-11 4 8 16,-9 0 0-16,-12 7-2 15,6-6 4-15,11-2-2 16,-6-1 4-16,2 2-4 16,-4-1 3-16,-3 0 0 15,0 1 5-15,-4-2-5 0,1 3 2 16,-3-3-3-16,5 2 0 16,-1 1 1-16,3 1-3 15,1-1-3-15,0 6-5 16,-2-1 6-16,-1 0-5 15,-3 2-1-15,-2-1 0 16,-1 2 5-16,-2-1-4 16,-1 1-1-16,2-2 10 15,2 1-10-15,-1-2 7 16,1 3-1-16,-3-1-1 16,0 3 9-16,-1-2-14 15,-1 3 8-15,0 0 6 16,0-1-6-16,3 0 0 15,0-2-1-15,1 0-7 16,0 0 9-16,-2 1-1 0,-2 1 13 16,-2 1-8-16,-1 3-5 15,-3 1 4-15,1 0 3 16,-3 1-14-16,2-2 8 16,2 1 2-16,1-2 0 15,5-2-6-15,3 0 6 16,1-2-1-16,4 0 0 15,-2 1-10-15,2 0 1 16,-1-2 5-16,1 2 1 16,2 0-7-16,1-3 5 15,2 1-5-15,0 0 7 16,-2-1-7-16,-2 3 6 16,-3-2 1-16,0 1-7 15,0 1-1-15,1-1 14 16,-3 1-4-16,1 0-2 0,1 0-7 15,-2-2 10-15,1 1-1 16,0-1-7-16,2 0 4 16,0-1-1-16,3 2 8 15,2 0-8-15,-3 1-5 16,-1-2 5-16,0-1 5 16,-2 1 8-16,-1-2-4 15,-1-1-6-15,-2 2 0 16,1-2 9-16,-1 1 11 15,-4-1-9-15,-2 0-5 0,-2 0-4 16,-4 1 8-16,-2-2 4 16,-1 0 4-16,-2 1-6 15,-4 0 0 1,0 3 1-16,-2-1-7 0,-1 0 5 16,-5 4 7-16,1-1-2 15,-2 4 5-15,-3 2-3 16,-4-1 1-16,-1 2 7 15,-3 2-2-15,-5 1 0 16,-1 1-6-16,-5 1-3 16,-3 2 1-16,-1 2-5 15,-1-1-5-15,-3 2-5 16,2 0-1-16,-2-1-7 16,0 1 4-16,0 0-6 15,0 0-16-15,-17 0-89 0,-62 23-144 16,3 0-444-16,-23 3-1590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14T04:36:55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 8765 1185 0,'0'0'576'0,"0"0"-362"15,0 0-39 1,0 0-26-16,0 0-14 0,0 0-8 15,46-2-37-15,14-7 44 16,37-6 2-16,34-8-6 16,20-3-21-16,1-4-29 15,-9 2-26-15,-18 8-4 16,-13 1-14-16,-24 5-15 16,-25 5-15-16,-18 3-4 15,-10-1 20-15,-2 4-8 16,-3-3-13-16,-6 3 10 15,-6-2-11-15,-11 3 1 0,-4 1 0 16,-1 1-1-16,-2 0-7 16,0 0-39-16,0 0-75 15,-36 3-165-15,3 8-364 16,-9 0-309-16</inkml:trace>
  <inkml:trace contextRef="#ctx0" brushRef="#br0" timeOffset="376.42">937 9043 1590 0,'0'0'253'0,"0"0"-59"0,0 0-2 16,0 0 6-16,0 0 18 15,0 0 29-15,82 10-50 16,9-20-37-16,42-21-28 16,26-9-25-16,1-7-41 15,-8 0-29-15,-22 8 1 16,-8 2-2-16,-28 9-25 16,-22 7-1-16,-27 7 2 15,-14 2-4-15,2 1 3 16,-5 0 3-16,-4 2-11 15,-12 3 0-15,-5 4 11 0,-4 0-11 16,-3 2-1 0,0 0-1-16,-6 0-26 0,-32 12-61 15,-64 25-119-15,2-1-431 16,-15 2-1542-16</inkml:trace>
  <inkml:trace contextRef="#ctx0" brushRef="#br0" timeOffset="3396.82">974 10546 212 0,'0'0'525'0,"0"0"-328"15,0 0 31-15,0 0-6 16,0 0 5-16,0 0-38 16,0-41-32-16,-4 38 1 15,-5-1-32-15,-2 4-1 16,-8 0-16 0,-3 0 7-16,-4 9-73 0,-5 10-27 15,-3 13 4-15,-2 7 8 16,5 12 3-16,1 7 2 15,2 5-3-15,12 4-5 16,5-2-1-16,11-5-7 16,0-3-16-16,10-5 13 0,7-4-8 15,11-3 1-15,-1-1 3 16,1-2-2-16,-3-2-8 16,-7 1 1-16,-6 0 0 15,-6 1 0-15,-6 0 6 16,-9 3 10-16,-15-5-17 15,-7-2 14-15,1-6-4 16,-4-9-8-16,2-9 4 16,4-11 0-16,7-3-5 15,8-2 14-15,0-7-4 16,11 0-10-16,2 4 1 16,0 2-2-16,0 3-2 15,13 0-8-15,5 10 9 0,4 10 1 16,4 13-1-16,-2 9 1 15,-2 9 6-15,2 18 15 16,0 20 7-16,-9 19 0 16,0 5 2-16,-8-9-3 15,-4-12 18-15,-3-14-12 16,2 2-4-16,-2-1 4 16,0-10-9-16,0-12-6 15,0-11 0-15,0-7 11 16,0 7-14-16,0 3 3 15,0 5 0-15,1-7-3 16,1-1 3-16,2-5-9 16,-4-7-7-16,2-2 7 0,2-6-8 15,-4-4 0-15,3-3 5 16,-3-7-6-16,3-1 0 16,-3-4 0-16,5 0 1 15,-2-4 0-15,-2 1-1 16,2-1 2-16,-1-3-2 15,-2 2 0-15,1-2 0 16,-1 0 0-16,3 0 0 16,-3 0-15-16,1 0-21 15,0-11-15-15,1-3-48 16,0-5-94-16,-2-12-269 16,0 2-165-16,0 5-786 0</inkml:trace>
  <inkml:trace contextRef="#ctx0" brushRef="#br0" timeOffset="3563.61">903 13157 2111 0,'0'0'324'0,"0"0"-240"16,0 0-48-16,0 0-23 15,0 0 0-15,0 0-13 16,0 0-55-16,-15-2-406 15,6-7-920-15</inkml:trace>
  <inkml:trace contextRef="#ctx0" brushRef="#br0" timeOffset="7699.23">12507 570 1803 0,'0'0'364'0,"0"0"-166"15,0 0-21-15,0 0-6 16,0 0-80-16,0 0-52 0,0 0-21 16,70-39-9-16,-32 51 1 15,2 8 2-15,0 8 15 16,-6 4 15-16,-7 2 9 16,-9 3-10-16,-8 1-3 15,-8 1 8-15,-2 0-14 16,-12-1-2-16,-11-2-9 15,-5-1-12-15,-3-6-8 16,-1-7 7-16,0-6-1 16,8-12-5-16,3-4 10 15,5-12-2-15,7-14-10 16,7-6-1-16,2-1-1 16,8 2 1-16,13 6 0 15,2 7 0-15,3 5-1 16,-2 7-16-16,3 3-40 0,16 3-114 15,-9 0-196-15,-2 0-479 16</inkml:trace>
  <inkml:trace contextRef="#ctx0" brushRef="#br0" timeOffset="8221.86">13177 445 1144 0,'0'0'387'0,"0"0"-43"16,0 0-102-16,0 0-71 15,0 0-28-15,-87 0-11 16,71 0-8-16,4 0-20 16,3 0 9-16,5-1-12 15,4 1-19-15,0-2-28 0,0 2-26 16,0 0-19-1,0 0-9-15,0 0-6 0,0 9 6 16,4 8 4-16,3 5 10 16,1 5 2-16,1 7 5 15,0 2 5-15,-3 3 1 16,3 4-8-16,-2 1-1 16,4-1-7-16,-1 1-3 15,1-3-2-15,3-2 0 16,0-9-5-16,0-3-1 15,2-9 0-15,-2-4 0 16,-1-10-6-16,7-4-82 16,-3-13-112-16,-4-4-486 0</inkml:trace>
  <inkml:trace contextRef="#ctx0" brushRef="#br0" timeOffset="9101.77">12718 560 1525 0,'-118'24'481'0,"-13"8"-225"16,36-3-20-16,33-8 24 0,28-7-87 15,27-9-86-15,7-1-53 16,11 0-34-16,49-4 1 16,65-10-1-16,63-31 12 15,21-10 2-15,-22-3-5 16,-60 15-9-16,-70 18-6 16,-31 11-6-16,-19 4 4 15,-7 5 8-15,-4 1 15 16,-34 0 39-16,-41 17-32 15,-43 28-8-15,-19 15-4 16,5 13 1-16,31-10 7 16,41-12 6-16,25-15-6 15,18-3-18-15,12-1 0 0,9 1-2 16,14-2 2 0,25-10 1-16,17-11 1 0,10-10-1 15,5-7 4-15,-4-18-5 16,-7-7-7-16,-15 0-16 15,-12-3-25-15,-14 3-24 16,-13 1-86-16,-6 2-99 16,-7 9-297-16,-6 5-783 0</inkml:trace>
  <inkml:trace contextRef="#ctx0" brushRef="#br0" timeOffset="9715.76">13729 869 1620 0,'0'0'323'0,"0"0"-26"16,0 0-63-16,0 0-18 16,0 0-68-16,0 0-66 15,0 0-45-15,37-69-23 16,-3 71-4-16,7 15 5 16,2 12 26-16,-4 7 3 15,-7 6 10-15,-8 7-13 16,-12 2 4-16,-12 2-2 15,0 2-14-15,-19-2-8 16,-11-2-8-16,-7-6-3 16,1-12-8-16,3-10-1 0,5-13 6 15,5-10-1-15,6-12 8 16,6-17-7-16,5-10-6 16,6-1 0-16,6 2-1 15,14 4-2-15,7 8-7 16,7 5-10-16,3 6-21 15,3 4-17-15,2 0-71 16,24-1-127-16,-10 0-112 16,-5 2-471-16</inkml:trace>
  <inkml:trace contextRef="#ctx0" brushRef="#br0" timeOffset="10167.64">14226 788 1918 0,'0'0'326'15,"0"0"-49"-15,0 0-183 16,0 0 19-16,0 0-69 16,0 0-12-16,0 0 9 15,84 5-10-15,-48-4-10 16,0 2-6-16,-3-3-3 15,-6 1-6-15,-6 3-6 16,-9-4 2-16,-5 3 4 16,-7 3-6-16,0 2 1 0,0 7 21 15,-13 6 26 1,-7 7 8-16,-2 5 6 0,-1 3-8 16,0 1 6-16,4-1-2 15,6-5-15-15,6-5 4 16,4-5-13-16,3-5-1 15,0-4-9-15,9-5-7 16,13-1 1-16,8-4 3 16,12-2 7-16,11-2-10 15,7-11-7-15,1 1-11 16,-6-2 0-16,-10 2-1 16,-10 4-24-16,-9 4-94 15,-6-1-96-15,-10 2-362 16,-7-2-794-16</inkml:trace>
  <inkml:trace contextRef="#ctx0" brushRef="#br0" timeOffset="11363.81">14608 365 882 0,'0'0'382'16,"0"0"-55"-16,0 0-29 0,0 0-26 16,0 0-84-1,0 0-54-15,0 0-30 0,-28-1-33 16,17 1 7-16,-1 0 1 15,1 5-13-15,1-2 4 16,5-1-15-16,1-1-10 16,4 2-26-16,-2 4-19 15,2 6-9-15,0 12 5 16,0 8 4-16,0 9 24 16,0 2 3-16,5-1-6 15,4 0 3-15,3-5-9 16,0-6-9-16,2-3-5 15,0-5 0-15,1-6-1 0,-5-2-17 16,1-6-107 0,-1-3-136-16,2-7-69 0,-4-5-326 15,2-9-963-15</inkml:trace>
  <inkml:trace contextRef="#ctx0" brushRef="#br0" timeOffset="11735.75">14846 669 1521 0,'0'0'495'15,"0"0"-236"-15,0 0-114 16,0 0 43-16,0 0-53 16,0 0-26-16,0 0-45 0,-3-29-38 15,-3 7-17-15,-1-4-8 16,-3-4 8-16,-2-5-8 15,2-2 5-15,0 0-5 16,0 4 5-16,5 7-5 16,2 7 7-16,0 6 4 15,3 8 21-15,-2 3-2 16,2 2-19-16,0 0-11 16,0 0-1-16,0 7 0 15,9 15-1-15,8 7 1 16,0 6 8-16,5 4 7 15,-3-2-3-15,0-1-11 16,-1-4-1-16,-3-3 0 0,-2-8-103 16,-5-7-176-16,-3-5-274 15,-5-9-412-15</inkml:trace>
  <inkml:trace contextRef="#ctx0" brushRef="#br0" timeOffset="12097.27">14924 228 1639 0,'0'0'501'16,"0"0"-315"-16,0 0-91 16,0 0 6-16,0 0-12 15,0 0 0-15,83 0 2 16,-55 0-32-16,-1 0-16 0,-6 0-3 15,0 0 8-15,-6 3-19 16,-2 9-10-16,-1 5 0 16,2 11 10-16,-3 7 14 15,3 7 1-15,-4 3-5 16,3 4 1-16,-2-3-5 16,0 1-7-16,-4-4-5 15,-3-3-9-15,0-4-6 16,-4-5 7-16,0-3-3 15,-6-5-12-15,-9-3 0 0,-9-2-13 16,-26-9-138 0,5-4-405-16,0-5-1037 0</inkml:trace>
  <inkml:trace contextRef="#ctx0" brushRef="#br0" timeOffset="12487.98">15606 894 1827 0,'0'0'554'0,"0"0"-209"15,0 0-116-15,0 0-86 16,0 0-56-16,0 0-55 15,0 0-17-15,47-17-14 16,-17 7-1-16,1 3-17 16,-4-1-104-16,1 0-178 0,-9 0-250 15,-8 3-584-15</inkml:trace>
  <inkml:trace contextRef="#ctx0" brushRef="#br0" timeOffset="12646.42">15534 1103 1724 0,'0'0'613'16,"0"0"-289"-16,0 0-166 15,0 0-36-15,0 0-69 16,0 0-32-16,149-21-21 16,-79-2-173-16,-2-4-679 0</inkml:trace>
  <inkml:trace contextRef="#ctx0" brushRef="#br0" timeOffset="13382.14">16359 434 1066 0,'0'0'398'0,"0"0"130"15,0 0-251-15,0 0 5 16,0 0-35-16,0 0-102 0,0 0-90 15,-6-12-32 1,6 12-13-16,9 5-8 0,11 8 8 16,6 6 14-16,1 5 1 15,5 2 1-15,-4 5-1 16,-1 2 5-16,-5 0 2 16,-2 1-2-16,-7 0 4 15,-3-1-1-15,-7-1-9 16,-3-2 0-16,0-1-5 15,-13-2 8-15,-6-3 2 16,-4-3-8-16,-7-4-5 16,0-4-5-16,-3-7-2 15,0-6-8-15,2 0 7 16,3-10-8-16,5-9-8 16,10-6-17-16,7 0 1 0,6 0 0 15,0 0 6-15,10 4 3 16,9 1 7-16,1 5 2 15,1 2 5-15,0 3 1 16,-3 5-1-16,-1 1-5 16,2 4 5-16,3 0-19 15,3 0-20-15,19 7-104 16,-6-4-514-16,-5-1-1285 0</inkml:trace>
  <inkml:trace contextRef="#ctx0" brushRef="#br0" timeOffset="14701.9">16973 413 679 0,'0'0'291'0,"0"0"-107"15,0 0-49-15,0 0-53 16,0 0-38-16,0 0-30 15,0 0-8-15,0 3 6 16,0-3 18-16,0 0 49 16,0 0 27-16,0-4-8 15,-4-5 7-15,-4-2 11 0,-1-3 1 16,0 1 4-16,-4-3-10 16,2 2 12-16,0-1 20 15,3 3 18-15,2 3-30 16,3 4-73-16,1 2-35 15,2 1-14-15,0 2-8 16,0 0-1-16,0 8-7 16,0 14-2-16,6 14 9 15,4 7 25-15,0 6 7 16,-3 3-7-16,-1 0 20 16,-4-5-2-16,-2-2-10 15,0-4-7-15,0-6-8 16,-2-5-9-16,-4-8-3 0,1-8-5 15,4-6 0-15,0-7 8 16,1-1-2-16,0-3 7 16,0-12-14-16,0-5 0 15,0-1 0-15,7 1 0 16,2 3 0-16,1 4 2 16,-2 8-2-16,0 2 1 15,-1 3-1-15,3 0-1 16,2 8 1-16,5 6 0 15,-3 2 1-15,3 1 0 16,-2-3 11-16,1-2-5 16,1-4 8-16,2-5 17 15,1-3 3-15,1 0-9 0,2-9-5 16,3-7-6 0,-1-3-8-16,-5-1 3 0,-1-1-10 15,-7 3 0-15,-5 4-8 16,-4 5-8-16,-3 6-8 15,-12 8-108-15,-9 10-446 16,-6 3-306-16</inkml:trace>
  <inkml:trace contextRef="#ctx0" brushRef="#br0" timeOffset="15094.31">16203 1332 935 0,'0'0'891'0,"0"0"-554"15,0 0-84-15,0 0-15 16,0 0-4-16,0 0-90 16,127-29 16-16,15-17-33 0,26-9-54 15,6-3-28 1,-15 9-10-16,-28 10-26 0,-13 6-3 16,-27 8 6-16,-24 8-2 15,-25 6-4-15,-17 6-5 16,-5 0 5-16,-7 4-6 15,-6 1-8-15,-7 0-22 16,-61 26-72-16,-4 4-193 16,-14 3-520-16</inkml:trace>
  <inkml:trace contextRef="#ctx0" brushRef="#br0" timeOffset="15664.6">16373 1467 1698 0,'0'0'512'16,"0"0"-208"-16,0 0-38 0,0 0-56 16,0 0-97-16,0 0-38 15,0 0-16-15,60-42-14 16,-33 51-12-16,3 10-2 15,1 9-6-15,2 8 17 16,-3 4-7-16,-5 4-4 16,-7 1-10-16,-10 1-6 15,-8-3-7-15,0-1-1 16,-20-5 1-16,-7-4-2 16,-6-8 3-16,-1-8-3 15,-2-8-5-15,8-9 8 16,2-2-8-16,7-17 8 0,9-6-8 15,7 0 0 1,3-3-1-16,1 2 0 0,13 1 0 16,6 4-1-16,4 1 1 15,3 5-1-15,0 2-11 16,3 3 5-16,5 4-37 16,0 2-89-16,14-1-134 15,-6 2-380-15,-11-4-732 0</inkml:trace>
  <inkml:trace contextRef="#ctx0" brushRef="#br0" timeOffset="16190.17">16921 1498 365 0,'0'0'1470'16,"0"0"-1112"-16,0 0-55 15,0 0-55-15,0 0-88 16,0 0-100-16,0 0-38 15,5-34-7-15,20 25-9 16,0-1 3-16,2-1 0 0,-2 2 0 16,-4 3 3-16,-3 1-9 15,-8 3-2-15,-4 2 0 16,-2 0 10-16,-4 7-10 16,0 10 19-16,-5 9 31 15,-7 6 4-15,-6 5-11 16,1 2-2-16,1 1-8 15,3-5 5-15,3-3-5 16,6-7-1-16,4-5-12 16,0-7-3-16,2-2-7 15,13-9-1-15,6-2 5 16,6 0-1-16,6-2-4 0,2-11-4 16,-2-1-5-1,-3 0-1-15,-4 2-37 16,-9 1-74-16,-8-9-82 0,-5 4-349 15,-4-3-633-15</inkml:trace>
  <inkml:trace contextRef="#ctx0" brushRef="#br0" timeOffset="16685.74">17371 1272 1562 0,'0'0'362'0,"0"0"-17"16,0 0-128-16,0 0-22 15,0 0-94-15,0 0-44 16,0 0-30-16,-46-90-14 16,39 68 2-16,3-1-8 15,1 3 5-15,2 2 5 16,1 3 5-16,0 2 11 16,0 3-3-16,0 5 12 15,0 1 1-15,0 4-4 16,0 0-12-16,0 0-10 15,0 0-5-15,0 12-6 0,0 6 9 16,1 7 12-16,9 6-5 16,-1 5 2-16,2 0-3 15,1 1-10-15,2-3-1 16,-1-2-9-16,1-8-1 16,-1-2 0-16,1-5 0 15,2-8-31-15,-3-3-70 16,10-6-116-16,-7-13-246 15,-1-6-546-15</inkml:trace>
  <inkml:trace contextRef="#ctx0" brushRef="#br0" timeOffset="16955.34">17522 1032 1783 0,'0'0'371'0,"0"0"-125"16,0 0-74-16,0 0 17 15,0 0-86-15,0 0-19 16,103-7-20-16,-76 30-13 16,-2 8-12-16,-5 6-9 15,-7 5-8-15,-7 5-8 16,-6 3-14-16,-3 3-5 0,-19-2-146 15,-29 11-160-15,6-16-225 16,-1-13-475-16</inkml:trace>
  <inkml:trace contextRef="#ctx0" brushRef="#br0" timeOffset="17308.81">17117 1085 1169 0,'0'0'379'0,"0"0"-17"15,0 0-86-15,0 0-49 16,0 0-75-16,0 0-2 15,0 0-29-15,0 7-27 16,0 17 32-16,0 8-6 16,2 11-30-16,5 7-10 15,3 5-24-15,0-1-13 16,6 1-7-16,3-9-6 16,4-2-15-16,6-7-9 15,2-9-6-15,6-7-1 16,29-21-47-16,-11 0-133 15,-6-14-458-15</inkml:trace>
  <inkml:trace contextRef="#ctx0" brushRef="#br0" timeOffset="21192.19">10052 2796 819 0,'0'0'713'0,"0"0"-384"16,0 0-22-16,0 0-69 15,0 0-21-15,0 0-49 16,-9-44-72-16,14 44-54 16,11 10-30-16,6 13 0 0,5 14 12 15,-1 9 22 1,-2 3 9-16,-8 7-2 0,-9-1-8 16,-7-2 0-16,0-2-3 15,-12-4-17-15,-10-7-10 16,-6-8-4-16,-1-9-10 15,1-9 7-15,0-11-8 16,5-3 6-16,5-23 1 16,5-11-7-16,10-7-10 15,3-1 1-15,5 4-2 16,12 9-1-16,6 7 2 16,2 8-5-16,1 5 0 15,0 7-11-15,0 2-25 16,2 0-57-16,9 6-119 15,-7 6-96-15,-3-3-469 0</inkml:trace>
  <inkml:trace contextRef="#ctx0" brushRef="#br0" timeOffset="21696.12">10426 2732 481 0,'0'0'1432'0,"0"0"-946"15,0 0-237-15,0 0-28 0,0 0-83 16,0 0-82 0,0 0-36-16,-5 11-11 0,5 22-8 15,5 7 30-15,0 7-10 16,1 1 0-16,-2 0-6 15,-1-3-13-15,-3-1 4 16,0-5-6-16,0-3 0 16,0-10-1-16,-7-7-25 15,4-11 2-15,-2-8 24 16,2-5 8-16,0-17-7 16,3-6-1-16,0-3 6 15,5 1-5-15,11 5 0 16,1 7 1-16,3 6 4 15,4 7-6-15,-1 5 0 0,0 0 0 16,1 4 0-16,-8 12 0 16,0 3 0-16,-9 2 0 15,-7 6 1-15,0-1 5 16,-4 0-5-16,-15 0 6 16,-4-3-5-16,-4-6-1 15,-4-6-1-15,1-8 0 16,1-3-78-16,-2-24-164 15,9-8-239-15,6-4-637 0</inkml:trace>
  <inkml:trace contextRef="#ctx0" brushRef="#br0" timeOffset="22053.97">10702 2556 1635 0,'0'0'510'16,"0"0"-270"-16,0 0-13 16,0 0-56-16,0 0-72 15,0 0-45-15,0 0-11 16,-68-8-2-16,55 8-9 16,6 6-18-16,3-1-7 15,4 3 2-15,0 3-8 16,0 8 6-16,2 3-1 15,10 5 2-15,1 7 10 16,-1 5 12-16,1 4 4 0,-3 0-2 16,0 2 1-16,-2-3-3 15,0-5-14-15,-1-6-2 16,-1-4-7-16,2-8-7 16,-2-2 0-16,-3-9-12 15,1-4-84-15,6-4-136 16,1-10-116-16,1-6-601 0</inkml:trace>
  <inkml:trace contextRef="#ctx0" brushRef="#br0" timeOffset="22425.22">10856 2846 1506 0,'0'0'530'0,"0"0"-334"0,0 0-78 15,0 0-24-15,0 0-47 16,0 0-11-16,0 0 1 16,2-24-24-16,2 2-5 15,1-2-7-15,0-6 6 16,0-3-5-16,-2 0-2 16,0 4 6-16,-3 1-4 15,3 6 11-15,-3 6 87 16,0 7 36-16,0 4-17 15,0 5-38-15,0 0-33 16,0 0-32-16,0 14-14 16,4 10-1-16,4 7 10 0,2 6-10 15,1 5 8 1,2-1 3-16,-3-1-3 0,1-2-9 16,-1-6 0-16,-2-5-29 15,-1-13-164-15,-2-6-190 16,1-8-580-16</inkml:trace>
  <inkml:trace contextRef="#ctx0" brushRef="#br0" timeOffset="22782.72">10916 2450 1659 0,'0'0'520'0,"0"0"-337"16,0 0-31-16,0 0-42 15,0 0-15-15,0 0-4 16,0 0-4-16,87 0-32 16,-66 8-22-16,-2 5-7 15,-2 4-2-15,0 4 4 16,-1 4 0-16,-2 6 2 16,0 5 9-16,-3 3-6 15,-2 3 0-15,-2 5 2 16,-4 1 2-16,-3-2-4 15,0-1-14-15,0-8-7 16,-7-4-10-16,-5-4 4 0,-6-4 1 16,-2-3-1-16,-3-3 0 15,-5-4-5-15,2-4-1 16,2-6 0-16,2-5-41 16,3 0-109-16,6-9-303 15,9-3-461-15</inkml:trace>
  <inkml:trace contextRef="#ctx0" brushRef="#br0" timeOffset="23001.96">11305 3123 1498 0,'0'0'750'0,"0"0"-417"0,0 0-200 15,0 0-12-15,0 0-53 16,0 0-39-16,0 0-19 16,106-16-10-16,-69 10-45 15,0 1-208-15,-8 0-317 16,-14 1-686-16</inkml:trace>
  <inkml:trace contextRef="#ctx0" brushRef="#br0" timeOffset="23180.31">11226 3294 740 0,'0'0'1468'15,"0"0"-956"-15,0 0-405 0,0 0 26 16,0 0-25-16,0 0-2 16,97-6-52-16,-48 2-30 15,-3 0-24-15,4-5-49 16,-13 1-280-16,-7-6-761 0</inkml:trace>
  <inkml:trace contextRef="#ctx0" brushRef="#br0" timeOffset="24936.14">11904 2825 1262 0,'0'0'379'16,"0"0"-84"-16,0 0-45 0,0 0-77 15,0 0-35 1,0 0-40-16,0 0-27 0,36-48-22 15,-10 48-5-15,-1 17-3 16,5 8 1-16,0 9 15 16,-2 4-6-16,-4 2-5 15,-3 1-5-15,-8-4 0 16,-2-1 1-16,-7-2-12 16,-4-3-3-16,0 0 3 15,-12-3 0-15,-10-2 2 16,-5-5-13-16,-4-5-2 15,-2-4-8-15,1-10-8 0,4-2 8 16,4-9-2 0,7-15-7-16,8-7-6 0,9-3-8 15,0-1-11 1,7 6 2-16,11 7 5 0,2 3 6 16,0 9-1-16,2 2-1 15,1 6-5-15,-4 0-28 16,14 2-208-16,-6 0-253 15,-3-1-558-15</inkml:trace>
  <inkml:trace contextRef="#ctx0" brushRef="#br0" timeOffset="27533.84">12516 2665 1132 0,'0'0'376'0,"0"0"-1"16,0 0-100-16,-6-73-60 0,3 60 9 15,0 7-18-15,0 6-114 16,-1 0-59-16,-1 17-21 16,-4 16-10-16,-6 24 7 15,2 5 6-15,-3 4 37 16,4 1-4-16,0-13-12 16,1 2-3-16,1-6-9 15,1-9-3-15,1-8-20 16,4-10 0-16,2-9 1 15,0-9-2-15,2-5 1 16,0-3 13-16,0-17-4 16,7-7-9-16,6-4-1 15,-1 3 2-15,0 6-1 0,-3 6 5 16,-3 7-5-16,-3 8 0 16,2 1-1-16,1 4 0 15,4 13 1-15,2 5 5 16,4 0 0-16,-1-1 0 15,0-3 0-15,3-6 0 16,0-4 0-16,2-5-5 16,2-3 14-16,3 0-6 15,2-11-1-15,-2-3-8 16,-1 2 0-16,-4-2-5 16,-7 6-74-16,-13 6-144 15,0 2-263-15,-6 0-397 0</inkml:trace>
  <inkml:trace contextRef="#ctx0" brushRef="#br0" timeOffset="27866.57">11651 3513 1868 0,'0'0'390'16,"0"0"-206"-16,0 0-41 16,0 0 107-16,175-40-29 0,-3-2-56 15,38-8-61 1,16-1-54-16,-14 7-20 0,-30 7 0 16,-19 5 3-16,-20 6-15 15,-39 4-18-15,-37 9 0 16,-33 6 0-16,-17 3 0 15,-5 1 0-15,-6 0-6 16,-6 3 5-16,-8 0-34 16,-48 10-61-16,-84 24-228 15,5-1-364-15,-12-1-805 0</inkml:trace>
  <inkml:trace contextRef="#ctx0" brushRef="#br0" timeOffset="28331.44">11679 3684 1822 0,'0'0'380'16,"0"0"-23"-16,0 0-145 15,0 0-21-15,0 0-69 16,0 0-50-16,97-35-7 16,-63 45-20-16,1 10 6 15,1 2-10-15,-4 7-18 16,-2 1 4-16,-4 3 15 16,-10-1-23-16,-6 3 5 15,-8 1-6-15,-2-1-7 0,-13-2-4 16,-11-4 1-16,-2-6-7 15,-2-9 5-15,1-10-4 16,2-4 4-16,6-9 0 16,6-15-5-16,8-7 0 15,5-6 0-15,4 0-1 16,14 4-1-16,4 7 1 16,4 5-2-16,2 3 2 15,-1 8 0-15,-3 2-6 16,-6 5-9-16,-1 3-60 0,-4 0-58 15,3 17-113 1,-6-1-294-16,-1-5-399 0</inkml:trace>
  <inkml:trace contextRef="#ctx0" brushRef="#br0" timeOffset="29278.11">12274 3525 1264 0,'0'0'376'15,"0"0"101"-15,0 0-242 0,0 0 41 16,0 0-74-16,0 0-45 15,0 0-65-15,-26-52-36 16,26 52-28-16,0 18-16 16,0 8 9-16,0 8 20 15,0 7-10-15,3 2-7 16,3 3-15-16,0-2-7 16,0-3 4-16,-1-5-6 15,-1-4-7-15,0-13 7 16,-1-6 0-16,-3-12-1 15,2-1 1-15,-2-9 1 0,3-14-1 16,4-2 0 0,2-2 1-16,3 3 0 0,4 6-1 15,1 7 0-15,3 3-1 16,3 8 1-16,-2 0-1 16,1 5 0-16,-1 11 1 15,-6 4-1-15,-2 2 0 16,-8 3 0-16,-4-3 1 15,-1 1-1-15,-3-5 1 16,-11-2 0-16,-5-5 0 16,-4-5 0-16,-3-6-9 15,-3 0-41-15,3-3-14 16,2-13-69-16,3-2-108 16,8-14-56-16,7 3-329 15,5 1-561-15</inkml:trace>
  <inkml:trace contextRef="#ctx0" brushRef="#br0" timeOffset="29690.04">12588 3380 1397 0,'0'0'309'0,"0"0"-26"15,0 0-66-15,0 0-27 16,0 0-24-16,0 0-13 0,0 0-12 16,-6-16-25-1,1 16-47-15,1 0 1 16,1 0-10-16,-1 0-15 0,4 0-13 16,0 0-19-16,0 0-1 15,0 0 0-15,0 0-11 16,0 7-1-16,0 13 1 15,0 6 6-15,0 7 7 16,1 5 5-16,5 4 6 16,-3 1-1-16,0-2 0 15,1-3-12-15,1-3 3 16,-1-6-15-16,2-7 6 16,1-8-5-16,0-6-2 15,0-5 1-15,2-3-19 16,6-3-41-16,7-27-93 15,-4 2-340-15,-2-3-451 0</inkml:trace>
  <inkml:trace contextRef="#ctx0" brushRef="#br0" timeOffset="30530.9">12777 3578 1134 0,'0'0'521'0,"0"0"-246"16,0 0-68-16,0 0-30 15,0 0-78-15,0 0-57 16,0 0 22-16,0-53-11 16,0 33-5-16,-1-2-5 15,1-2-9-15,0-1-13 16,0 3 26-16,0 2-13 16,0 6 6-16,0 3 12 15,0 8 17-15,0 1-15 16,0 2-12-16,0 0-21 15,0 10-11-15,0 10-4 0,8 8 20 16,0 3 5-16,3 2-17 16,-1-3-8-16,-1 1-6 15,-1-6-1-15,-1-3 1 16,0-2-27-16,-1-8-130 16,0-12-180-16,0 0-374 15,-1-12-849-15</inkml:trace>
  <inkml:trace contextRef="#ctx0" brushRef="#br0" timeOffset="30892.69">12911 3313 1527 0,'0'0'507'15,"0"0"-286"-15,0 0-113 0,0 0-8 16,0 0 1-16,0 0-31 15,0 0-11-15,48-4 18 16,-36 4-7-16,2 3-17 16,-3 9 0-16,0 5 8 15,-1 6-3-15,-1 7-5 16,-1 1-8-16,-2 3 3 16,-3-1-6-16,0 1-5 15,-2-4-16-15,-1-2-6 16,0-3-5-16,0-5-2 0,0-1-7 15,-6-5 6-15,0-4-6 16,-3-2 5 0,-1-3-5-16,-2-2 5 0,-4 0-6 15,-6-2-27 1,-3-1-66-16,-30 1-152 0,4 2-328 16,0-3-944-16</inkml:trace>
  <inkml:trace contextRef="#ctx0" brushRef="#br0" timeOffset="46522.09">3213 8788 401 0,'0'0'78'15,"0"0"85"-15,0 0 25 16,0 0 343-16,0 0-338 16,0 0 2-16,0 9-6 15,0-9-13-15,0-3-29 16,0 3-33-16,0 0-32 16,0 0-36-16,0 0-21 15,3 0-11-15,9 0 5 0,10 0 15 16,4 0 15-16,7 0-5 15,7 0-3-15,4 0 13 16,7 0-6-16,4 0-20 16,-2 0-8-16,4 0-9 15,-2-2-2-15,1 1 12 16,1 1 2-16,-2-2-5 16,3 1-3-16,-3 1 0 15,1-1-3-15,-1-1 1 16,3 2 1-16,-3-3 5 15,0 1-10-15,-5 0-2 16,-1 1-1-16,-6 1-5 16,-1 0-1-16,0 0 8 0,-3 0 1 15,-1 0 6-15,-2 0-2 16,-1 0-6-16,-1 3-6 16,-3-1 4-16,4 1-3 15,2-1 4-15,1-1-5 16,1 2 11-16,0 0 2 15,4 0-7-15,-3-1-6 16,2 1 1-16,1 2 4 16,1-1-6-16,0-1 1 15,-2 1 0-15,-3-1 0 16,0 1 0-16,-5-1 1 16,3 0-1-16,-2 1 0 15,1 0 0-15,2-1 1 0,-1 1-1 16,1-2 0-16,4 0-1 15,1 1-7-15,-3-1 7 16,-1 0 6-16,1-1-6 16,-4 2 0-16,0 0-6 15,-3 0 8-15,-2-1-2 16,0 3 1-16,1-2 0 16,-1 0-1-16,0-2 1 15,-1 2 0-15,-3-1 0 16,3 1-1-16,-2-2 1 15,0-1 0-15,2 1-1 16,-1-1 1-16,-1 0-1 16,-1 0 1-16,-1 0 0 15,1 0 0-15,0 0-1 16,0 0 1-16,0 0-1 0,0 0 0 16,1 0 1-16,-1 0-1 15,4 0 0-15,-2 0 0 16,-3 0 1-16,-3 0-1 15,-4 0 1-15,-4 0-1 16,-2 0 1-16,1 0-1 16,-2 0 1-16,2 0-1 15,5 0-5-15,2 0 5 16,1 0 0-16,4-2 0 16,2-1 0-16,-1 1 0 15,-2 1-1-15,-3-1 0 16,-2 1 1-16,-2-1-1 0,-5 1 1 15,0-1 0 1,-6 1 0-16,6-1 5 0,-3-1-5 16,-1 0 0-16,-3 0 1 15,0 0-2-15,-3 1 1 16,-3 1-1-16,-25-10-15 16,-10 1-264-16,-17-5-677 0</inkml:trace>
  <inkml:trace contextRef="#ctx0" brushRef="#br0" timeOffset="50023.16">3747 7761 142 0,'0'0'154'0,"0"0"-34"16,0 0-34-16,0 0 2 15,0 0 2-15,0 0-30 16,0 0-5-16,-28 8 12 16,24-6-10-16,2-1-22 15,-3 1-5-15,2-1-2 16,-1 2-12-16,-2 1 1 0,0 0 3 15,2 2 1 1,-1 1 6-16,-4 1 1 0,2 1 6 16,2-1 7-16,-4 1-12 15,2 2-10-15,2 1-8 16,-1 0 1-16,2 1-2 16,-1 3-3-16,2 1 2 15,0 0-8-15,1 1 5 16,1 2 1-16,-1 0-6 15,0-1 5-15,2 1 1 16,-1-1-6-16,1 1 7 16,0 0-7-16,0-3 0 15,0 3 2-15,0-1-2 16,5-1 0-16,0 0 5 16,2 2-5-16,-1-3-1 0,2 0 1 15,-1 2 0-15,1-2 2 16,-1-1-2-16,-1-2 0 15,1-2 0-15,-1-1 1 16,0-1 4-16,2-1-5 16,-2-3 6-16,3-1-6 15,0-1 1-15,0-2-1 16,1-2 12-16,2 0 8 16,2 0-4-16,0 0-8 15,2-6 4-15,0-4-7 16,-1 0-5-16,1-4-1 15,-2-1 3-15,0 1-2 16,-3-3 1-16,4-1-1 0,-6 0-1 16,0-2 1-16,-2 3-1 15,-1-5 0-15,0 1-1 16,-1 0-7-16,-4-3-1 16,-1 1 2-16,0-2 6 15,0 1 1-15,0-2 0 16,-7 2 1-16,-1-3 0 15,-1 4-1-15,0 0 3 16,0 1 4-16,2-2-5 16,-5 4-1-16,6 1 6 15,-2 4-7-15,0 1 1 16,2 4-1-16,0 3 1 16,-2 3 8-16,2 0-6 15,0 2-2-15,0 1 0 0,-1 1 0 16,-1 0 1-16,0 0 4 15,-1 0-5-15,4 0 0 16,0 0 2-16,-1 1-3 16,-1 1 1-16,3 0-1 15,-1 1 1-15,4-2-1 16,-1 1-7-16,-1 1-73 16,0 1-196-16,0-1-337 0</inkml:trace>
  <inkml:trace contextRef="#ctx0" brushRef="#br0" timeOffset="50196.13">3835 7839 1185 0,'0'0'174'0,"0"0"-100"16,0 0-24-16,0 0-50 15,0 0-29-15,0 0-486 0</inkml:trace>
  <inkml:trace contextRef="#ctx0" brushRef="#br0" timeOffset="53791.61">1510 11221 431 0,'0'0'137'0,"0"0"51"16,0 0 59-16,0 0 16 15,0 0-40-15,0 0 10 16,0 0-12-16,-18-7-27 0,18 7-49 16,0-2-23-16,0 1-3 15,9-1 23-15,13-1-8 16,12-3-64-16,13-1-18 16,8-4 7-16,23-3-11 15,-5 2-4-15,2-2-11 16,0 1-15-16,-14 5-17 15,6-1 0-15,-5 1 8 16,-7 1-1-16,-9 0 1 16,-9 4-8-16,-8-1 6 15,-11 1-6-15,-7-1 0 16,-7 4 0-16,-4 0 0 16,0 0-1-16,0 0 0 0,-2 5-35 15,-11 10-192-15,-10 4-549 0</inkml:trace>
  <inkml:trace contextRef="#ctx0" brushRef="#br0" timeOffset="54475.23">1576 13328 1588 0,'0'0'270'15,"0"0"-62"-15,0 0 39 16,0 0-19-16,0 0-31 15,0 0-64-15,0 0-56 16,10 0-26-16,27 0 49 16,15 0 17-16,9-6-36 15,8-7-24-15,1-1-17 16,0-3-2-16,-1-3-11 0,-5 1-12 16,0-1-15-16,-10 2 6 15,-9 1 2-15,-9 2-7 16,-11 5 6-16,-9-1-7 15,-5 6-9-15,-7 4-36 16,-4 1-24-16,-7 5-73 16,-17 10-184-16,-3 4-455 0</inkml:trace>
  <inkml:trace contextRef="#ctx0" brushRef="#br0" timeOffset="55407.2">6927 11029 1024 0,'0'0'332'0,"0"0"-17"15,0 0-37-15,0 0-27 16,0 0-41-16,0 0-25 16,-13 1-33-16,13-1-39 15,0 0-23-15,13 0-27 16,14 2 2-16,9-2 0 16,9 0-7-16,8 0-16 15,7-5-6-15,6-5 0 0,2-4-14 16,2 3-8-16,-3-2-7 15,-4 3-7-15,-9 1 6 16,-10 1-4-16,-11 0-1 16,-7 4 0-16,-12 2-1 15,-5 0-9-15,-7 2-7 16,-2 0-20-16,0 0-18 16,-27 12-173-16,-6 5-343 15,-3 0-285-15</inkml:trace>
  <inkml:trace contextRef="#ctx0" brushRef="#br0" timeOffset="55683.84">7042 11226 1633 0,'0'0'373'0,"0"0"-63"0,0 0-85 15,0 0 33-15,0 0-41 16,0 0-96-16,0 0-42 15,81-7-23-15,-35-5-14 16,8-3-5-16,5-4-16 16,7-1-2-16,-1 1-4 15,-1-1-6-15,-2 3-8 16,-12 3 0-16,-9 2 0 16,-12 5-1-16,-13 4-1 15,-11 3-20-15,-5 0-18 16,-21 27-49-16,-11 3-419 15,-13-1-814-15</inkml:trace>
  <inkml:trace contextRef="#ctx0" brushRef="#br0" timeOffset="57839.24">8392 12973 1607 0,'0'0'478'16,"0"0"-270"-16,0 0-76 15,0 0-28-15,0 0-49 16,0 0-32-16,61 0-16 15,-25 0-7-15,0 0-54 0,3 7-121 16,-9 2-205-16,-11-1-461 0</inkml:trace>
  <inkml:trace contextRef="#ctx0" brushRef="#br0" timeOffset="58017.45">8363 13164 1662 0,'0'0'363'16,"0"0"-125"-16,0 0-136 16,0 0-35-16,0 0-21 0,81-26-26 15,-30 9-20 1,10-8-38-16,33-14-191 0,-15 5-287 16,-6 1-353-16</inkml:trace>
  <inkml:trace contextRef="#ctx0" brushRef="#br0" timeOffset="58685.94">9324 12485 789 0,'0'0'282'15,"0"0"-91"-15,0 0 17 16,0 0 29-16,0 0 38 16,0 0-78-16,0 0-41 15,-51-69-21-15,38 67 23 16,-3 2-22-16,-2 0-38 0,0 12-26 16,-4 9-27-1,5 7-21-15,2 2 9 0,6 2-1 16,6 1-9-16,3-2-5 15,8-3 0-15,11 0 0 16,2-2 16-16,9 0-1 16,-2 0 3-16,2-1-16 15,-3 2 1-15,-2 2 3 16,-5-1-8-16,-4 0 3 16,-7 3 16-16,-6 0-5 15,-3 1-6-15,-5 2-3 16,-13-5 0-16,-7 0-5 0,-3-5-2 15,-1-8-4 1,2-10-2-16,4-6 4 0,5-9 3 16,3-19-14-16,10-10-1 15,5-7-9-15,0 2-12 16,13 0-9-16,5 6-5 16,2 4 8-16,-2 4-4 15,1 5-10-15,1 2-53 16,-4-5-193-16,-1 8-374 15,-7-1-1198-15</inkml:trace>
  <inkml:trace contextRef="#ctx0" brushRef="#br0" timeOffset="59302.28">9621 12115 694 0,'0'0'789'0,"0"0"-430"16,0 0-19-16,0 0-53 15,0 0-20-15,0 0-136 0,0 0-79 16,-83-30-29-16,69 41-10 15,-2 7-5 1,1 5 5-16,4 7 5 0,4 0 0 16,3 8 2-16,4-2 8 15,0 3-6-15,4-2 1 16,5-1-4-16,1-2-7 16,3-3-10-16,0-4-2 15,-1-5-7-15,4-7-96 16,-2-6-202-16,-3-5-357 0</inkml:trace>
  <inkml:trace contextRef="#ctx0" brushRef="#br0" timeOffset="59896.52">9734 12369 1513 0,'0'0'567'0,"0"0"-329"0,0 0-5 16,0 0 11-16,0 0-95 16,0 0-59-16,0 0-44 15,0-47-23-15,0 21-7 16,0-4-7-16,0-6-8 15,0 2-1-15,0-2-6 16,0 2-6-16,0 6-9 16,0 8 8-16,0 6 11 15,0 5 2-15,-1 5 0 16,1 1 7-16,-2 3-7 0,2 0 1 16,0 0-2-16,0 7-13 15,0 14-2-15,0 12 15 16,3 6 1-16,5 4 24 15,1 1 8-15,0-3-2 16,1-2-11-16,2-6-4 16,-3-5 0-16,3-2-4 15,0-6-10-15,-2-3-1 16,2-8-18-16,8-9-150 16,-4 0-406-16,-2-15-736 0</inkml:trace>
  <inkml:trace contextRef="#ctx0" brushRef="#br0" timeOffset="60594.61">9891 12022 1264 0,'0'0'387'0,"0"0"-27"0,0 0-113 15,0 0-48 1,0 0-18-16,0 0-57 0,0 0-45 16,-6-15-43-16,19 11-17 15,2-3-4-15,5 0-9 16,-1-1 0-16,0 3 2 16,-1 2 1-16,-4 0-8 15,-2 2 7-15,-2 1-7 16,-5 0 5-16,4 3-5 15,-2 9 8-15,3 9 8 16,-1 5 8-16,-1 5 20 16,-1 5-5-16,-1 1 7 15,0 1-7-15,-1 0-4 16,1-2-13-16,1-1-5 0,-4-2-5 16,2-7-4-16,-3-1-1 15,2-8-8 1,-3 0 10-16,-1-6-8 0,0-1-1 15,0-3-1-15,-18-2-19 16,-34-5-153-16,1 0-400 16,-5 0-709-16</inkml:trace>
  <inkml:trace contextRef="#ctx0" brushRef="#br0" timeOffset="61276.98">9445 12048 1111 0,'0'0'339'0,"0"0"-23"16,0 0-72-16,0 0-20 16,0 0-72-16,0 0-40 15,0 0-16-15,0-3-36 16,0 3-26-16,0 0-1 16,0 0-5-16,0 0-5 15,0 0-3-15,-4 1-2 16,-1 7-1-16,-1-1 10 15,2 0-9-15,-1 0-6 16,3 0-1-16,-1 1-3 16,2 3 2-16,1 3-1 0,0 3 3 15,0 6 6 1,0 2 5-16,6 4 4 0,2 3 1 16,0 0 3-16,3 3 1 15,-4-4-4-15,-1 3-2 16,-1-1 2-16,-2-3-5 15,1-1-7-15,-1-2 8 16,-1-4-3-16,1-3-4 16,0-5-6-16,-2-3-10 15,1-6 6-15,2 0-7 16,1-4 0-16,6-2-12 16,27-12-63-16,-2-12-256 0,8-7-797 0</inkml:trace>
  <inkml:trace contextRef="#ctx0" brushRef="#br0" timeOffset="62500.35">9473 12097 649 0,'0'0'277'16,"0"0"11"-16,0 0-33 16,0 0-16-16,0 0-42 15,0 0-33-15,0 0-11 16,-28-15-46-16,26 15-29 16,-2 1-11-16,0 17-16 15,-1 11-1-15,-1 11 14 16,3 6 6-16,1 4-5 15,2 3-3-15,0-6-7 16,2-1-25-16,12-7-9 16,5-5-11-16,3-7-10 0,8-9-1 15,21-15-126-15,-4-3-186 16,-3-4-468-16</inkml:trace>
  <inkml:trace contextRef="#ctx0" brushRef="#br0" timeOffset="62800.6">10056 11905 1437 0,'0'0'358'15,"0"0"-49"-15,0 0-142 16,0 0-34-16,0 0-34 16,0 0-44-16,99 25-8 15,-71 9 2-15,-4 7 18 16,-6 2 15-16,-6 2-25 16,-9 2-33-16,-3-2-14 15,0-2-10-15,-20 14-143 16,-2-13-183-16,0-7-613 0</inkml:trace>
  <inkml:trace contextRef="#ctx0" brushRef="#br0" timeOffset="63046.08">10177 12898 1945 0,'0'0'339'0,"0"0"-196"15,0 0-74-15,0 0 97 16,0 0-52-16,0 0-79 16,0 0-21-16,5 0-14 0,5-7-137 15,-2-6-146-15,7-3-454 16</inkml:trace>
  <inkml:trace contextRef="#ctx0" brushRef="#br0" timeOffset="63536.36">10629 12716 1528 0,'0'0'347'16,"0"0"-40"-16,0 0-97 16,0 0 105-16,0 0-116 15,0 0-45-15,0 0-45 0,-57-31-38 16,35 42-28-16,-2 5-14 16,5 8-10-16,0 5-9 15,4 2-1-15,7 0-7 16,7 0-1-16,1-3 0 15,6-4-1-15,10-4-7 16,5-5 6-16,0-6 1 16,1-9-17-16,2 0-28 15,-2-7-3-15,-2-13-5 16,-2-6 7-16,-3-1 17 16,-4-3 16-16,-3 4 12 15,-4 7 1-15,0 6 1 0,-3 7 25 16,-1 5 4-16,0 1-12 15,3 0-9-15,2 13-9 16,2 8 6-16,3 3 2 16,0 1-7-16,9 1 1 15,-4-4-1-15,3-1 0 16,-2-2 0-16,-1-5-1 16,1-6-72-16,-1-8-221 15,-2-7-326-15,-4-11-1222 0</inkml:trace>
  <inkml:trace contextRef="#ctx0" brushRef="#br0" timeOffset="64064.46">10949 12104 1287 0,'0'0'493'0,"0"0"-203"16,0 0-72-16,0 0 6 16,0 0-23-16,0 0-32 15,0 0-84-15,-29-4-52 0,7 4-17 16,2 4-1-16,-2 2-6 15,1-2 3-15,8 0-3 16,2-1 1-16,5-2-8 16,3 0-1-16,3 2 7 15,0 3-8-15,0 5-1 16,0 6 1-16,0 3 9 16,0 7 7-16,9 3 14 15,0 0 0-15,0 3 2 16,1 2-7-16,-2-2 1 15,-2 2 7-15,-1 1-6 16,-1-3 1-16,-2 0-13 16,1-2-3-16,1-3-2 15,-2-2 7-15,3-7 2 0,0-2-7 16,-1-4 5-16,-1-6-16 16,3-2 1-16,3-5-2 15,6 0-8-15,10-11-5 16,40-31-138-16,-7 3-496 15,0-4-773-15</inkml:trace>
  <inkml:trace contextRef="#ctx0" brushRef="#br0" timeOffset="65579.09">7500 10254 684 0,'0'0'357'0,"0"0"-33"15,0 0 3-15,0 0-24 16,0 0-68-16,0 0-79 15,0 0-97-15,-39-28-25 16,26 24-7-16,-2 4-15 0,1-1-5 16,-2 1-5-16,1 0 4 15,0 0-5-15,1 0 0 16,3 1 6-16,-1 9-6 16,3 1-1-16,1 3 1 15,1 3 0-15,4 3 0 16,2 5 18-16,1 3 2 15,0 2 13-15,0 3 20 16,0 1-5-16,3 6-8 16,4 1-3-16,-3-1-11 15,1 2 0-15,-1-2 15 16,1-3 4-16,-2-3-11 16,0-5-10-16,3-1-8 15,-2-4-11-15,1-4 0 16,-1-5-5-16,2-3-1 0,2-7-1 15,14-5-132-15,-1-15-225 16,1-5-588-16</inkml:trace>
  <inkml:trace contextRef="#ctx0" brushRef="#br0" timeOffset="66254.36">7871 10213 660 0,'0'0'382'16,"0"0"-110"-16,0 0-30 15,0 0-4-15,0 0-14 0,0 0-24 16,0 0-107-16,-30-18-53 15,30 18-21 1,0 0 4-16,0 0-7 0,0 0-4 16,0 0-2-16,8 0-2 15,10 0 17-15,3 6 22 16,4-1-9-16,2 1-13 16,-3 0-1-16,-5 0-2 15,-1 3-3-15,-3 1 2 16,-5 3 6-16,-2 3-2 15,1 6 7-15,-2 3 9 16,-5 6 12-16,2 5 0 16,-4 3-5-16,0 2-4 0,0 1 2 15,0-1-6 1,0-1 1-16,0-3-11 0,0-6-2 16,0-3 7-16,0-6-19 15,0-2 8-15,2-3-6 16,-2-5-1-16,0-4-5 15,0-1-11-15,0-2 16 16,-9-1-16-16,-12 1 15 16,-13-2-16-16,-14-2 0 15,-10 0-42-15,-26 5-42 16,13-2-163-16,14 1-917 0</inkml:trace>
  <inkml:trace contextRef="#ctx0" brushRef="#br0" timeOffset="67806.31">11046 12409 719 0,'0'0'342'0,"0"0"-3"15,0 0-31-15,0 0 12 16,0 0-88-16,0 0-93 15,0 0-28-15,10-45-27 16,-4 20-28-16,0-2-13 16,-2-7-14-16,2-4-11 15,-2-1-6-15,-2 1-2 16,-2 6 11-16,0 5 10 16,0 8 23-16,0 6 10 15,0 6-7-15,0 3 4 0,0 2-29 16,0 2-20-16,-2 0-3 15,2 13-9-15,-2 9 1 16,2 6 1-16,0 7 7 16,0-2 7-16,4 0 2 15,8-4 0-15,0-3-6 16,3-2-10-16,0-6-2 16,0-1 0-16,0-4-1 15,1-4-91-15,3-5-154 16,-4-3-220-16,-2-1-370 0</inkml:trace>
  <inkml:trace contextRef="#ctx0" brushRef="#br0" timeOffset="67976.25">11260 12247 1020 0,'0'0'927'0,"0"0"-666"16,0 0-128-16,0 0-75 15,0 0-16-15,0 0-29 16,0 0-13-16,109-49-42 16,-85 38-222-16,-7 0-347 0</inkml:trace>
  <inkml:trace contextRef="#ctx0" brushRef="#br0" timeOffset="68193.36">11410 12044 1750 0,'0'0'395'0,"0"0"-198"15,0 0-108-15,0 0 94 16,0 0-49-16,13 96-58 16,-3-69-12-16,1-3-25 15,-1 1-23-15,-1-4-15 16,-1-1-1-16,0-6-65 15,-2-5-196-15,-1-7-431 0</inkml:trace>
  <inkml:trace contextRef="#ctx0" brushRef="#br0" timeOffset="68582.91">11442 11979 1410 0,'0'0'508'0,"0"0"-302"16,0 0-84-16,0 0 38 16,0 0-10-16,0 0-26 15,85-4 2-15,-67 2-15 16,-8 2-23-16,-2-1-43 16,-6 1-15-16,2 0 1 15,-3 0-16-15,1 0-1 16,1 0 4-16,3 3-11 0,1 8 22 15,4 3-5 1,-4 5-5-16,2 4 4 0,-1 3 7 16,0 3-2-16,0 3-6 15,-3-1 8-15,-1-1 0 16,1 1-15-16,-3-5-4 16,0-1-4-16,-2-1-5 15,0-4-1-15,0 0-1 16,0-3 0-16,-7-2 0 15,-4 0-6-15,-14-10-78 16,2-2-175-16,2-3-467 0</inkml:trace>
  <inkml:trace contextRef="#ctx0" brushRef="#br0" timeOffset="72232.8">4489 15605 312 0,'0'0'671'0,"0"0"-390"16,0 0 59-16,0 0-23 15,0 0-50-15,0 0-58 16,0 0-10-16,-14 0-41 16,14 0-51-16,0 0-40 15,0 0-28-15,3 0-16 16,16-2-7-16,7-3-5 15,9 0-10-15,3 2-1 16,1 0-6-16,-8 3-134 16,3 0-126-16,-11 0-117 15,-11 6-375-15</inkml:trace>
  <inkml:trace contextRef="#ctx0" brushRef="#br0" timeOffset="72419.37">4530 15799 1400 0,'0'0'396'16,"0"0"-201"-16,0 0-50 15,0 0-34-15,0 0 16 16,0 0-74-16,0 0-10 16,72-11-19-16,-33-2-24 15,22-26-18-15,-9 4-214 16,-10-6-526-16</inkml:trace>
  <inkml:trace contextRef="#ctx0" brushRef="#br0" timeOffset="73350.31">5212 15855 1375 0,'0'0'555'15,"0"0"-239"-15,0 0-39 16,0 0-6-16,0 0-88 16,0 0-95-16,0 0-51 15,-22-10-26-15,22 39-4 16,13 8 5-16,-1 7 18 16,4 1-7-16,1-4-7 15,2-6-8-15,-1-7-7 16,-3-11 0-16,-4-5-1 15,-1-9 1-15,0-3 6 0,0-7-7 16,0-18 0-16,5-9-12 16,-1-5-13-16,-3 0 13 15,1 3 6-15,-3 8 6 16,-3 8 1-16,-3 8 0 16,-3 7 7-16,0 2 7 15,3 3-2-15,0 3-11 16,4 14-2-16,5 6 6 15,3 5 7-15,1 2-1 16,1-3-3-16,1-6-1 16,2-5-2-16,-3-10 0 15,1-6 1-15,-3 0 10 16,1-15 4-16,-2-12-9 0,2-7-1 16,-7-9-9-1,-4-6-2-15,-5-1 0 0,0 2-20 16,0 7-10-16,0 11-3 15,-8 10-14-15,0 13-64 16,-2 7-99-16,-6 0-126 16,1 9-296-16,2-1-416 0</inkml:trace>
  <inkml:trace contextRef="#ctx0" brushRef="#br0" timeOffset="73732.19">5789 15333 1657 0,'0'0'483'0,"0"0"-199"16,0 0-27-16,0 0-96 16,0 0-104-16,0 0-30 15,0 0-12-15,-34 7-6 16,22 7-2-16,1 1 5 15,7 3 2-15,1-1-1 16,3 1 1-16,0 1 7 16,0 3-1-16,9-1 1 15,0 3 3-15,0 2 0 0,0 2 2 16,1 4-1-16,-1-1 1 16,-1 2-4-16,-1-3-4 15,1-2 0-15,0-3-10 16,-3-4-1-16,2-6-6 15,-2-4-1-15,0-4 0 16,0-5-15-16,3-2-81 16,8-11-156-16,1-10-270 15,-2-3-883-15</inkml:trace>
  <inkml:trace contextRef="#ctx0" brushRef="#br0" timeOffset="74124.48">5934 15665 202 0,'0'0'1488'15,"0"0"-1133"-15,0 0-156 0,0 0-63 16,0 0 14-16,0 0-71 16,0 0 10-16,6-25-12 15,1 1-49-15,2-2-10 16,-1-5-9-16,-2-2-8 15,-3 1 8-15,-3 1-8 16,0 2 8-16,0 7-3 16,0 4 40-16,0 7 35 15,0 2 0-15,0 6-36 16,0 3-21-16,0 0-12 16,0 0-11-16,0 6-1 0,0 12-1 15,7 7 1 1,5 6 1-16,0 5 11 0,6 1 5 15,-6 1-4-15,4-2-1 16,-4-1-3-16,0-3-9 16,-5-6 0-16,-1-2-13 15,-3-10-124-15,-3-5-249 16,0-6-477-16</inkml:trace>
  <inkml:trace contextRef="#ctx0" brushRef="#br0" timeOffset="74507.51">6077 15303 1543 0,'0'0'524'0,"0"0"-290"16,0 0-51-16,0 0 28 15,0 0-72-15,0 0-60 16,0 0-30-16,42-12-11 16,-32 24-8-16,5 5-2 15,0 5 0-15,1 5 4 16,-2 4-5-16,2 2 0 16,-2 2 4-16,-1 1-1 15,-2 5 6-15,-4-3 2 16,2-1-3-16,-5-1-14 0,-2-5-12 15,-2-3-1-15,0-11-8 16,0-4 2-16,0-6-1 16,-12-5-1-16,-3-2-7 15,-4-3-71-15,-14-23-123 16,8 1-336-16,-1-1-478 0</inkml:trace>
  <inkml:trace contextRef="#ctx0" brushRef="#br0" timeOffset="74898.91">6230 15071 1508 0,'0'0'586'16,"0"0"-253"-16,0 0-66 0,0 0-155 15,0 0-67 1,0 0-27-16,0 0-6 0,-5 11-10 15,7 5 17-15,6 6 15 16,0 1-4-16,-1 0 2 16,2 1-10-16,-3-2-11 15,0-1-5-15,-2 0-5 16,-2-5-1-16,-2-1-99 16,0-5-256-16,-2-9-586 0</inkml:trace>
  <inkml:trace contextRef="#ctx0" brushRef="#br0" timeOffset="75093.73">6061 15182 1788 0,'0'0'561'0,"0"0"-304"15,0 0-147-15,0 0-43 16,0 0-37-16,0 0-18 15,104-38-11-15,-59 27-1 16,19-2-25-16,-9 2-42 16,-10 3-458-16</inkml:trace>
  <inkml:trace contextRef="#ctx0" brushRef="#br0" timeOffset="77742.86">7231 15788 751 0,'0'0'323'16,"0"0"-64"-16,0 0-31 15,0 0 24-15,0 0-60 16,0 0-19-16,-40-79-40 15,27 74 12-15,-8 2-21 16,1 3 2-16,-9 3-32 0,3 12-47 16,-4 7-20-1,5 5-8-15,5 0 0 0,10 3 4 16,7-2-11-16,3-1 6 16,9 1 4-16,14-5 10 15,6 1 5-15,4 0 2 16,2-3-9-16,-1 2-5 15,-6-1-2-15,-4 1-5 16,-5-1-5-16,-8 0 8 16,-2 0 0-16,-9-1 3 15,0 1-3-15,0-4 0 16,-6-4-12-16,-8-3 12 16,-3-5-8-16,-3-6-5 15,-2 0-7-15,1-8 5 16,5-9-6-16,2-5 0 0,4 0-21 15,10-2 9 1,0 0-18-16,0 0 11 0,13 3-14 16,5 1-29-16,12-2-204 15,-5 3-237-15,-1 2-341 0</inkml:trace>
  <inkml:trace contextRef="#ctx0" brushRef="#br0" timeOffset="78426.89">7427 15338 1311 0,'0'0'367'0,"0"0"115"16,0 0-307-16,0 0-88 15,0 0-54-15,0 0-12 16,0 0-12-16,-76-13-8 15,58 22 0-15,4-1 6 16,3-1 2-16,5-4-8 16,1-1 7-16,5-1-7 15,0 3 5-15,0 3-5 16,0 5 5-16,0 5 5 0,8 5 14 16,-1 5 2-16,3 2 10 15,-3 0 9-15,3 2 14 16,-1 2-7-16,-2-3-3 15,1 2-5-15,-2 0-5 16,0 1 0-16,1-1-1 16,-1 1-7-16,2-1-6 15,-1-3 1-15,2-5-3 16,-3-6-9-16,0-5-4 16,3-7-10-16,3-5 1 15,6-1-2-15,28-29-39 16,-5-4-264-16,1-6-640 0</inkml:trace>
  <inkml:trace contextRef="#ctx0" brushRef="#br0" timeOffset="79277.26">7624 15630 620 0,'0'0'880'0,"0"0"-559"15,0 0-58-15,0 0-55 16,0 0-18-16,0 0-63 16,0 0-10-16,0 0-30 0,0 0-42 15,0 0-11-15,0-7 2 16,0-7-18-16,-6-5-13 15,1-6-5-15,1-7-11 16,-5-1-16-16,4-3-14 16,-1 1-9-16,1 4-14 15,1 7 40-15,3 7 8 16,0 5 8-16,-1 8 7 16,2 1-1-16,0 3 1 15,0 0-6-15,0 0-6 16,0 16-19-16,0 7 18 15,8 8 14-15,5 5 26 16,-1 0 18-16,3-1 9 16,-2 0-3-16,3-6-8 15,-2-1-10-15,-1-5-16 0,1-1-15 16,-2-6-1-16,6-13-121 16,-3-1-268-16,-4-2-663 0</inkml:trace>
  <inkml:trace contextRef="#ctx0" brushRef="#br0" timeOffset="79808.32">7700 15238 1013 0,'0'0'384'16,"0"0"-57"-16,0 0-20 16,0 0-49-16,0 0-134 15,0 0-73-15,0 0-23 16,-24-22-4-16,24 19-9 15,10 0 1-15,7 0-4 16,1 0-6-16,5 3 0 16,0 0 0-16,-2 0 1 0,1 0 11 15,-4 8 4-15,0 4-2 16,0 7-1-16,-5 3 11 16,-1 4 10-16,0 3 17 15,-4 2 7-15,-1 1-6 16,-2-2 5-16,0 1 3 15,0-2-18-15,-1-2-18 16,-1-5-11-16,2-1-7 16,0-2-10-16,-2-5 5 15,2-2-1-15,-2-2-5 16,-1 0-1-16,1-3-5 16,-3 1 5-16,0-1 2 15,0 8-2-15,-6 5-16 0,-42 27-8 16,3-3-231-1,-13-1-847-15</inkml:trace>
  <inkml:trace contextRef="#ctx0" brushRef="#br0" timeOffset="87688.31">1586 7230 214 0,'0'0'115'15,"0"0"546"-15,0 0-379 16,0 0-16-16,0 0-17 16,0 0 10-16,0-31-47 15,-2 25-40-15,1 3 16 16,-1 3-20-16,1 0-47 15,-3 0-33-15,2 6-38 16,-1 18-22-16,-3 12 17 16,1 7 10-16,1 5-11 15,-2 2-19-15,-1-5-7 16,2-3-3-16,3-4-6 16,1-4-7-16,1-11-1 0,0-3-1 15,0-5 0-15,-1-5-13 16,-2-5-52-16,-5-3-35 15,-2-2-62-15,-7 0-132 16,-5-4-24-16,3-10-67 16,-1-3 35-16,1 0 125 15,5 1 148-15,-2 1 77 16,6 3 50-16,2 0 149 16,1 5 85-16,4 1-3 15,0 3-47-15,3 3-76 0,0 0-47 16,0 0-46-1,7 7-5-15,11 7 47 0,4 3-25 16,5 4-22-16,3 4-4 16,3-3-13-16,-2 2-13 15,2-5-17-15,-3 1-5 16,-10-8-7-16,2-2 5 16,-6-6-6-16,-7-4-39 15,0 0-67-15,3-7-124 16,-3-24-129-16,-3 2-392 15,-2 1-457-15</inkml:trace>
  <inkml:trace contextRef="#ctx0" brushRef="#br0" timeOffset="87851.33">1698 7492 1020 0,'0'0'559'0,"0"0"-247"0,0 0-108 16,0 0-20-16,0 0-24 15,-18 90-1-15,10-49-47 16,1 5-54-16,1 0-24 15,0-4-22-15,3-6-12 16,0-5-1-16,-8-2-174 16,3-12-196-16,-3-6-761 0</inkml:trace>
  <inkml:trace contextRef="#ctx0" brushRef="#br0" timeOffset="89300.79">964 6784 1077 0,'0'0'303'0,"0"0"-11"16,0 0-24-16,0 0-66 15,0 0-54-15,-85-30-34 16,64 30-29-16,-6 5 2 16,2 10 28-16,1 1-8 15,9 4-45-15,3 2-30 16,6 1-12-16,6 2-7 15,0 4-2-15,15 1 8 16,9 1 7-16,4 3 7 16,4 0 8-16,3 2-2 0,-4-1-7 15,-1 0-7 1,-7-1-2-16,-4-2-4 0,-11-2 11 16,-4-2 3-16,-4-2-1 15,-6-4-5-15,-12-2 2 16,-9-6-11-16,-4-6-6 15,-6-6-11-15,6-2 8 16,-1-15-7-16,4-15-2 16,13-7 0-16,4-3-11 15,10 1-5-15,1 5-5 16,6 6-9-16,9 11-9 16,4 1-9-16,2 10-15 15,0 1-55-15,12 2-120 0,-8 3-110 16,-4-1-417-16</inkml:trace>
  <inkml:trace contextRef="#ctx0" brushRef="#br0" timeOffset="90074.33">1155 6462 1408 0,'0'0'490'0,"0"0"-176"15,0 0-52-15,0 0 0 16,0 0-150-16,0 0-70 16,0 0-18-16,-51-23-15 15,42 23-2-15,-2 0-6 16,4 6 5-16,0 3-5 16,-2 6 0-16,6 2 0 0,-3 8 0 15,6 3 10-15,0 3 2 16,0 1 11-16,0 4 12 15,6-1 7-15,4 0-4 16,-1 0-1-16,-2 1-5 16,1-2-6-16,-1-2-2 15,-2-2-5-15,1-5-5 16,-2-3-3-16,0-3-6 16,-1-7-5-16,1-3 0 15,-1-4 0-15,-2-2-1 16,2-3-21-16,0 0-86 15,11-14-149-15,-1-9-354 16,-1-4-1016-16</inkml:trace>
  <inkml:trace contextRef="#ctx0" brushRef="#br0" timeOffset="90486.6">1235 6766 1114 0,'0'0'762'0,"0"0"-509"16,0 0-112-16,0 0-38 16,0 0-20-16,0 0-23 15,0 0 7-15,8-14-6 16,4-1-30-16,-2-7-9 16,-2-5-2-16,-1-1-8 15,-4-3-5-15,-2 0 2 0,-1 1-1 16,0 4 4-16,0 4 26 15,0 2 25-15,0 4 4 16,-3 3-25-16,2 6-21 16,-1 2-7-16,-1 5-5 15,3 0-8-15,0 0 5 16,0 2-6-16,0 13-10 16,6 12 10-16,5 4 6 15,2 8 4-15,2 2 11 16,-1-1 9-16,2 0 0 15,-4-4-9-15,0-4-9 16,-3-6-12-16,-3-2-6 0,0-8-27 16,-2-8-136-16,-2-3-190 15,-2-5-458-15</inkml:trace>
  <inkml:trace contextRef="#ctx0" brushRef="#br0" timeOffset="90930.48">1386 6392 1557 0,'0'0'521'16,"0"0"-320"-16,0 0-90 16,0 0-4-16,0 0-4 15,0 0-26-15,88-37-7 0,-60 26-25 16,-4 1-12-16,0 0-6 15,-6 3-8-15,-3 3 2 16,-6 1-9-16,-2 3 1 16,0 0 4-16,1 4-7 15,4 13 11-15,-3 9 11 16,3 4 8-16,-3 8 11 16,-3 1-2-16,4 3-4 15,-5 1 0-15,1-2-4 16,-2-2-5-16,1-3-4 15,-2-2 6-15,0-4-5 16,-2-5-14-16,2-5-1 16,-3-8-6-16,0-2-4 0,0-6-7 15,0-1 5 1,0-3-5-16,0 0 0 0,-3 0 5 16,-15 0-6-16,-16 5-3 15,-14 2-17-15,-49 12-32 16,9-1-119-16,3-4-717 0</inkml:trace>
  <inkml:trace contextRef="#ctx0" brushRef="#br0" timeOffset="98376.91">1303 7141 195 0,'0'0'72'0,"0"0"-56"0,0 0-15 15,0 0-1 1,0 0-1-16,1 0-91 0</inkml:trace>
  <inkml:trace contextRef="#ctx0" brushRef="#br0" timeOffset="100480.97">2840 6769 971 0,'0'0'338'0,"0"0"-23"15,0 0 18-15,0 0-43 16,0 0-50-16,0 0-32 16,0 0-75-16,-19-29-63 0,16 46-36 15,3 12-13 1,0 6 20-16,0 5 8 0,0 2-18 16,0-4-14-16,10-5-8 15,2-7-3-15,4-5 4 16,-1-7-4-16,3-4-5 15,-1-10 1-15,1 0-2 16,-1-5-2-16,0-14-25 16,2-5-13-16,-4-1 21 15,-5 0 7-15,3 0 12 16,-7 6 1-16,-2 4 0 16,-2 5 5-16,-1 4 6 15,-1 4 14-15,0 2-5 16,3 5-15-16,2 12-6 15,5 8 12-15,4 2 2 0,2-1-2 16,-1-1-2-16,6-6 1 16,-4-5-2-16,0-5 0 15,-1-6 3-15,-1-3 0 16,1-6 4-16,-2-14-1 16,-1-7-9-16,-2-4-4 15,-9-9 4-15,2-1-5 16,-4 0-1-16,0 3-5 15,-12 8-20-15,0 10-25 16,-1 11-58-16,-2 9-158 16,0 0-58-16,0 12-298 15,6-1-512-15</inkml:trace>
  <inkml:trace contextRef="#ctx0" brushRef="#br0" timeOffset="100999.2">3408 6379 1479 0,'0'0'340'16,"0"0"-40"-16,0 0-55 15,0 0-72-15,0 0-56 16,0 0-27-16,0 0-25 15,-69-13-15-15,63 13-6 16,1 0-6-16,2 4-14 16,3 4-9-16,0 5-3 15,0 5 9-15,3 7 22 0,2 5-3 16,1 6 16 0,-2 5-11-16,-1 2-9 0,-2 4-2 15,1-4-10-15,-1-1-3 16,4-4-9-16,1-8-3 15,0-4-9-15,1-8 1 16,2-5-1-16,-1-5 0 16,-1-5-19-16,5-3-59 15,12-11-72-15,0-8-204 16,-2-3-412-16</inkml:trace>
  <inkml:trace contextRef="#ctx0" brushRef="#br0" timeOffset="101448.69">3607 6684 1580 0,'0'0'378'15,"0"0"-159"-15,0 0-55 16,0 0-4-16,0 0-36 15,0 0-14-15,0 0-25 16,3-24-34-16,6 2-29 16,-3-2-14-16,0-6 1 15,-3-5-2-15,0 1-6 16,-2-3 5-16,-1 4-5 0,0 5 6 16,0 5 2-16,0 6 8 15,-4 4 22-15,1 4 20 16,0 4 12-16,0 3-16 15,1 2-25-15,1 0-18 16,1 0-12-16,-2 16 0 16,2 9 0-16,0 11 0 15,0 3 6-15,6 3 0 16,5 1 6-16,2-4-4 16,1-3-7-16,-1-3 0 15,-3-4 0-15,1-5-1 16,-1-6-13-16,-1-4-75 15,3-13-143-15,0-1-149 0,-1-3-411 16</inkml:trace>
  <inkml:trace contextRef="#ctx0" brushRef="#br0" timeOffset="101720.48">3838 6408 1763 0,'0'0'476'16,"0"0"-284"-16,0 0-79 16,0 0 21-16,0 0 30 15,0 0 1-15,0 0-47 16,33 78-37-16,-21-49-20 16,1 1-22-16,-4-1-18 15,-1-1-6-15,-1-1-8 0,-4-3-5 16,0-3-2-1,-3-2-1-15,0-4-76 0,0-3-90 16,-13-11-166-16,-2-1-229 16,-3 0-516-16</inkml:trace>
  <inkml:trace contextRef="#ctx0" brushRef="#br0" timeOffset="101871.36">3762 6574 1677 0,'0'0'367'0,"0"0"-141"16,0 0-146-16,0 0-46 0,0 0-21 16,98-40-8-16,-53 29-5 15,-9 3-155-15,-9 1-424 0</inkml:trace>
  <inkml:trace contextRef="#ctx0" brushRef="#br0" timeOffset="102102.25">4100 6384 1800 0,'0'0'390'16,"0"0"-168"-16,0 0-29 16,0 0 11-16,-7 88-59 0,10-60-40 15,6 3-32-15,2-4-31 16,-1-3-21-16,0-2-10 15,-4-2-10-15,0-3-1 16,-4-4-20-16,1-5-122 16,-3-5-195-16,0-3-378 0</inkml:trace>
  <inkml:trace contextRef="#ctx0" brushRef="#br0" timeOffset="102514.69">4089 6199 1482 0,'0'0'336'16,"0"0"-139"-16,0 0-31 16,0 0-8-16,0 0 5 15,97-54-28-15,-69 50-5 16,2 4-31-16,-2 0-14 15,-4 5-15-15,1 12-1 16,-5 8-14-16,-1 4-25 16,-3 5 2-16,-5 4 8 15,-2 3 11-15,0 3-14 16,-3-1 5-16,-3 2-7 16,0-2-4-16,-3-1 1 15,0-2-10-15,0-3 2 0,0-5 3 16,0-4-4-16,-5-5-11 15,-2-6-5-15,-1-4-1 16,-2-4-5-16,-2-3 0 16,-9-4 5-16,-4 1-6 15,-8-3 0-15,-4 0-45 16,-28 0-72-16,8 2-163 16,6-2-643-16</inkml:trace>
  <inkml:trace contextRef="#ctx0" brushRef="#br0" timeOffset="104575.92">4903 6584 682 0,'0'0'583'0,"0"0"-368"16,0 0 16-16,0 0-61 16,0 0-44-16,0 0-44 15,0-3-25-15,0 3-21 16,0 0 2-16,0 0 8 15,0 0 25-15,0 0 1 16,0 0-9-16,0 0-16 16,0 0-10-16,0 0-10 15,0 0-4-15,0 0 2 16,0-2 2-16,0 1-2 0,0-2 6 16,0 2-10-16,0 0-3 15,0 1-7-15,0 0-11 16,0 0 0-16,0 0-8 15,0 0 2-15,0 1 5 16,0 4 1-16,0 3-1 16,0-3 1-16,0 2-6 15,0-2 6-15,-3 2 1 16,-7-3 0-16,-1-2-1 16,1-2 0-16,1 0-7 0,-3-5-14 15,7-5-31 1,4-2-44-16,1 3-17 0,0 2-72 15,6 4-169-15,2 0-463 16</inkml:trace>
  <inkml:trace contextRef="#ctx0" brushRef="#br0" timeOffset="106997.63">5535 6416 576 0,'0'0'311'15,"0"0"-50"-15,0 0-29 16,0 0-11-16,0 0 5 15,0 0-4-15,0 0-71 0,-41-31-33 16,19 31-42-16,-4 7-24 16,-4 10 4-16,2 4 26 15,4 5-15-15,7-1-8 16,7 0-5-16,9 1-5 16,1-2-5-16,11-1-3 15,12 2 15-15,7 2-1 16,7-1-9-16,0-1-16 15,1 3-12-15,-4-3-6 16,-8 0 5-16,-6-1-2 16,-10 0 1-16,-6 0-1 0,-4-3 5 15,-2 1 1 1,-17-5-6-16,1 0-5 0,-9-6-2 16,-1-7-8-1,-2-4 10-15,3-3-9 0,2-18 1 16,4-9 4-16,6-5-6 15,9-3-20-15,6 1-10 16,0 6-12-16,7 7-33 16,10 6-74-16,-1 7-99 15,10 2-58-15,-4 2-350 16,-7 1-765-16</inkml:trace>
  <inkml:trace contextRef="#ctx0" brushRef="#br0" timeOffset="107488.83">5816 6261 1209 0,'0'0'327'0,"0"0"21"16,0 0-89-16,0 0-37 16,0 0-80-16,0 0-31 15,0 0 0-15,-88-39-15 16,80 39-26-16,1 0-24 15,1 0-20-15,0 0-14 16,0 15-11-16,0 6 14 16,2 6 11-16,-1 7 2 15,1 5-4-15,4 3 0 16,0 3 0-16,0 1 7 16,0-3 7-16,0-2-1 15,9-2-5-15,-3-5-7 16,0-6-7-16,-1-8-3 0,3-3-14 15,-1-7 1 1,-2-6-2-16,5-4 0 0,4 0-52 16,7-25-95-16,3-3-390 15,-4 0-540-15</inkml:trace>
  <inkml:trace contextRef="#ctx0" brushRef="#br0" timeOffset="107879.68">5877 6571 1523 0,'0'0'528'0,"0"0"-290"16,0 0-149-16,0 0 1 16,0 0-23-16,0 0-24 0,0 0-4 15,17-22-3-15,-6 4-9 16,2-7-10-16,-3-5 7 15,-3-1-6-15,-2-5-6 16,-4 2-3-16,-1 3 0 16,0 6 13-16,0 3 35 15,-4 7 15-15,-2 5 4 16,1 4 2-16,2 1-27 16,2 5-30-16,-2 0-14 15,2 2-7-15,1 15-9 0,0 10 9 16,0 4 1-1,4 8 5-15,6 0 2 16,1 1 2-16,5-4-9 0,-4-2-1 16,1-4-9-16,-3-5-133 15,9-11-184-15,-6-7-240 16,1-7-373-16</inkml:trace>
  <inkml:trace contextRef="#ctx0" brushRef="#br0" timeOffset="108103.74">6149 6238 1796 0,'0'0'342'15,"0"0"122"-15,0 0-318 16,0 0-41-16,0 0-47 0,0 0 48 16,0 0-39-16,12 88-19 15,1-53-9-15,-4 1-15 16,0 0-7-16,-2-2-8 15,-2-5-9-15,-4-3-1 16,-1-6-88-16,0-8-181 16,-4-6-189-16,-8-6-373 0</inkml:trace>
  <inkml:trace contextRef="#ctx0" brushRef="#br0" timeOffset="108253.2">6028 6400 1435 0,'0'0'327'16,"0"0"-214"-16,0 0-74 0,0 0-25 15,116-13-14-15,-71 11-120 16,-7-4-419-16</inkml:trace>
  <inkml:trace contextRef="#ctx0" brushRef="#br0" timeOffset="108455.19">6329 6235 1245 0,'0'0'544'16,"0"0"-154"-16,0 0-127 15,0 0-77-15,0 0-92 16,0 0 16-16,0 0 2 16,2 74-26-16,5-42-27 15,2-3-27-15,-2 3-22 0,-1-4-4 16,-1-1-6-16,-2-5-46 15,-3-6-202-15,3-6-325 16,-3-9-558-16</inkml:trace>
  <inkml:trace contextRef="#ctx0" brushRef="#br0" timeOffset="108845.4">6398 6077 1844 0,'0'0'380'0,"0"0"-228"16,0 0-95-16,0 0 62 0,0 0 9 15,94-10-31-15,-64 10-21 16,-6 0-5-16,-1 0-14 16,-8 0 0-16,-3 0 0 15,-3 6-21-15,0 7-14 16,0 5-1-16,-2 7-4 15,-1 7-1-15,-1 6 10 16,-1 3 1-16,-3 1-8 16,4 0 11-16,-2 1-8 15,0-4 7-15,0-3-5 16,2-2-8-16,-2-5-2 16,0-5-4-16,-3-7-2 0,1-4-7 15,-1-8 0-15,0-1 1 16,0-4-1-16,-6 0 1 15,-14 0-2-15,-5 0-20 16,-25 6-94-16,4 1-217 16,2 2-596-16</inkml:trace>
  <inkml:trace contextRef="#ctx0" brushRef="#br0" timeOffset="109935.03">6972 6836 1177 0,'0'0'382'0,"0"0"-104"16,0 0-108-16,0 0-33 15,0 0-46-15,0 0-33 16,0 0-2-16,5 17 11 16,-2-14-9-16,-3 0 0 15,1-1-8-15,-1-2-10 16,0 0-10-16,0 0-12 15,0 0-1-15,0 0 0 16,0 0 0-16,3 0 1 16,-2 0 23-16,-1 0 4 15,2 0-19-15,-1-2-16 16,1-1-4-16,1 0-6 0,1 3 0 16,1 0 0-1,0 0-1-15,0 0 0 0,1 0-1 16,-3 3 2-16,-3 4-11 15,0 2 4-15,0-1 6 16,0 0 1-16,0-1 0 16,-5-2 0-16,-4-2 1 15,2-3 0-15,0 0-1 16,-1-4 6-16,0-9-6 16,6-3-48-16,2 1-43 15,0 2 3-15,0 3-16 16,0 10-68-16,0 0-189 0,0 0-426 15</inkml:trace>
  <inkml:trace contextRef="#ctx0" brushRef="#br0" timeOffset="111276.76">8246 8895 352 0,'0'0'95'15,"0"0"765"-15,0 0-561 16,0 0 2-16,0 0-50 0,0 0-23 16,0 0 8-16,105-48-50 15,-49 32-20-15,21 1-43 16,19 4-27-16,17 0-24 15,-8 5-23-15,-20 0-15 16,-26 4-14-16,-17 0-14 16,4 2 4-16,2 0-10 15,-6 0-6-15,-14 0-45 16,-13 0-88-16,-12 0-162 16,-13 0-155-16,-16 0-192 0,-5 4-435 15</inkml:trace>
  <inkml:trace contextRef="#ctx0" brushRef="#br0" timeOffset="111495.21">8416 9014 1768 0,'0'0'350'16,"0"0"-146"-16,0 0-50 15,0 0 75-15,0 0-23 16,142-6-67-16,-46-8-43 15,18-4-51-15,-10-1-25 16,-23 4-11-16,-31 4-3 16,-20 0-6-16,-1-1-27 15,-3-15-119-15,-5 3-310 0,-15-2-623 16</inkml:trace>
  <inkml:trace contextRef="#ctx0" brushRef="#br0" timeOffset="122931.42">2881 7311 324 0,'0'0'633'16,"0"0"-292"-16,0 0-81 16,0 0-38-16,0 0-38 15,0 0 0-15,51-17-54 16,-14 17-36-16,21 0-11 15,30 0 10-15,30 0 33 16,16 0-26-16,3-6-19 0,-12-5-2 16,-20-4-10-16,1-2-14 15,-9-1-10-15,-20 1-17 16,-14 3-5-16,-17 1-5 16,-3 1 1-16,5-3 13 15,5-5-13-15,7-6-4 16,-6-2 3-16,1-3-3 15,-4-3-3-15,0-1 3 16,-1-3 0-16,-3-2-2 16,-1 1 1-16,-6-2-2 15,-4 0-5-15,-5 0-6 16,-2 2 8-16,-4-2 0 16,-4 0-2-16,-6 2 7 15,-3 0 1-15,-5-1 6 16,-7 3-8-16,0-1-7 0,-7 1 2 15,-11 1 1-15,-6 2-2 16,-6 1 2-16,-3-1-7 16,-3 1 4-16,-4 0 0 15,-3-1-6-15,3 1 1 16,-3 1 1-16,2 0-1 16,1 4 1-16,-3 2-1 15,-1 1 0-15,-4 3 0 16,2 5-1-16,-4 5-1 15,-5 2-8-15,1 5 3 16,-8 3-3-16,-3 2 3 16,-2 0-1-16,1 0 5 15,-1 7-4-15,0 7 0 0,-3 2 5 16,-11 8-5-16,7 2 5 16,-5 3-10-16,3 4 11 15,7-2 0-15,-5 3 0 16,2 1 1-16,2-1-1 15,3-2 0-15,4 0 1 16,1-2 5-16,9-1-6 16,4-2-1-16,7 0 1 15,5 3-1-15,4 2 1 16,3 2-1-16,6 3 1 16,0 3 1-16,5 1-1 15,-1 3 6-15,7 1 0 16,1 0 3-16,2 1 0 0,4 0 0 15,3-1-8-15,3 3 1 16,0 2-1-16,9 1 13 16,7 6-7-1,3 2 8-15,9-2 0 0,0-2 3 16,3-2-6-16,4-10 2 16,2-5 2-16,-3-7 4 15,4-8-7-15,2-4 14 16,0-6 9-16,0-7-1 15,-2-3-7-15,-5-3-8 16,5-4-13-16,-8-9 1 16,-2-2-1-16,-2 0-7 15,-7 1 1-15,-3 4-1 0,-8 3 0 16,-4 5 0-16,-4 2-27 16,0 0-35-16,0 0-41 15,0 0-52-15,-31 19-72 16,3-2-334-16,-4 1-390 0</inkml:trace>
  <inkml:trace contextRef="#ctx0" brushRef="#br0" timeOffset="127757.44">3681 8598 325 0,'0'0'1078'0,"0"0"-771"15,0 0-65-15,0 0-24 16,0 0-58-16,0 0-56 15,0 0-36-15,11-6-40 16,8 4-13-16,4 1-7 16,5-2-6-16,2 1-2 15,-3 0-67-15,4-3-159 16,-7 3-305-16,-9-2-376 0</inkml:trace>
  <inkml:trace contextRef="#ctx0" brushRef="#br0" timeOffset="127913.19">3670 8801 367 0,'0'0'1070'0,"0"0"-803"16,0 0-49-16,0 0-141 16,0 0-51-16,134-71-26 15,-64 40-76-15,-9 5-498 0</inkml:trace>
  <inkml:trace contextRef="#ctx0" brushRef="#br0" timeOffset="130586.92">6993 6028 721 0,'0'0'369'15,"0"0"-153"-15,0 0-46 16,0 0-9-16,0 0 9 16,0 0-37-16,0 0 16 15,-42-75-19-15,28 68-47 16,-6 0-11-16,-1 0-18 15,-8 2-11-15,-5 0-2 16,-6 3 7-16,-8 2-20 16,-10 0-5-16,-3 0 6 15,-9 0 19-15,3 0-5 0,-5 2-10 16,3 3-2-16,-2 0 10 16,5-1-8-16,5 2-1 15,3-1 0-15,0 2-4 16,8 0-8-16,-3 0-8 15,1 0-2-15,1 2 5 16,3-1-4-16,0 1-1 16,5-1 0-16,0 1 1 15,3 2-10-15,-1 1 10 16,0 0-5-16,2 5-5 16,0 2 10-16,3 2-10 0,-1 2 5 15,1 5-5 1,0-1 0-16,2 3-1 0,6 1 2 15,-2-2-2 1,3 4 1-16,2 0 1 0,4 2 4 16,1 3-6-1,7 1 8-15,0 0-7 0,5 0 10 16,5 5-2-16,3-3 0 16,0 3 3-16,0 1 7 15,6-1 14-15,8-2-10 16,3-1-7-16,6-3-4 15,2-2 2-15,5 0-1 16,3 0-1-16,1-4 8 16,9 0 2-16,4-6-4 15,2-1-2-15,9-6 5 16,3-2-6-16,5-6 2 0,19-8-4 16,16-3-4-16,11 0 2 15,3-10 4-15,-23-6-3 16,-21-1-2-16,-22 3-1 15,-4-1-3-15,7-5 2 16,4-1-7-16,6-6 10 16,-1-2-4-16,-5-3 4 15,-2-4-2-15,1 0 6 16,-2-2-8-16,-3-3 1 16,-1-1 2-16,-5-3-2 15,-2 0-8-15,-4-2 2 16,-5 2 5-16,-5 0 4 15,-5 1-10-15,-4 2 10 16,-3 3-5-16,-5 3-5 0,-5 2 11 16,-6 1 0-16,0 2-6 15,0-1 2-15,0 0-8 16,-11 1 2-16,-2 3-1 16,0 3 0-16,-2 3-1 15,0 2-1-15,-4 3-6 16,3 0 1-16,-4 1-5 15,0 2 2-15,1 2-1 16,1 0 1-16,1 2-8 16,3 5 10-16,2-1-1 15,1 2 2-15,2 2-1 0,2 0 5 16,2 2-8-16,1-1 4 16,1 1-2-16,0 0 2 15,0 0-4-15,-3 0-1 16,0 0-7-16,-6 0-6 15,-4 3-15-15,-11 0-94 16,3 0-249-16,1-3-535 0</inkml:trace>
  <inkml:trace contextRef="#ctx0" brushRef="#br0" timeOffset="143726.04">17244 4974 1633 0,'0'0'532'0,"0"0"-382"16,0 0 23-16,-27-76-14 16,27 33-65-16,0-7-46 15,0-9-15-15,11-1-14 16,-2-15-1-16,0 7-1 15,-5 3-3-15,-2 4 7 16,-2 18 6-16,0 7-14 16,0 11-12-16,0 13-1 15,-4 10 9-15,-2 2-9 16,-6 23-21-16,-9 38-6 16,-2 27 27-16,4 14 13 0,8-12-1 15,11-26 0-15,0-25 32 16,9-8-19-16,14 2-20 15,7 0-5-15,13-5-12 16,6-13-67-16,24-18-148 16,-10-18-149-16,-11-11-534 0</inkml:trace>
  <inkml:trace contextRef="#ctx0" brushRef="#br0" timeOffset="143929.04">17635 4309 1694 0,'0'0'363'0,"0"0"122"15,0 0-221-15,0 0-163 16,0 0-60-16,0 0-35 16,0 0 1-16,9 68 25 15,2-14 13-15,-1 3-10 16,0 3-9-16,-5-2 4 16,-2-5-30-16,-3-4-55 15,-2-2-232-15,-10-14-324 16,-5-15-564-16</inkml:trace>
  <inkml:trace contextRef="#ctx0" brushRef="#br0" timeOffset="144064.02">17519 4599 1283 0,'0'0'282'16,"0"0"-72"-16,0 0-119 0,94-29-14 15,-48 16-44-15,3 2-33 16,9-9-61-16,-14 3-308 15,-11 0-1072-15</inkml:trace>
  <inkml:trace contextRef="#ctx0" brushRef="#br0" timeOffset="144238.74">17887 4238 421 0,'0'0'849'0,"0"0"-286"16,0 0-237-16,0 0-6 15,0 0-79-15,0 0-105 16,0 0-47-16,15 75-14 15,-3-21-8-15,-1 6-13 16,-1 0-6-16,0 1-13 0,1 0-14 16,7 15-21-1,-5-15-72-15,0-16-517 0</inkml:trace>
  <inkml:trace contextRef="#ctx0" brushRef="#br0" timeOffset="145220.98">17047 5116 152 0,'0'0'889'16,"0"0"-592"-16,0 0-49 15,-13-82 51-15,0 65-22 16,-1 5-71-16,-4 7-3 16,-2 5-72-16,-2 0-77 15,0 10-15-15,2 9-14 16,4 10 14-16,9 0 6 0,5 2-3 16,2 1-3-16,9 2-9 15,14-2-2-15,4 2 0 16,5-1 7-16,0-2-7 15,-1-1-1-15,-3-2-7 16,-7 0-11-16,-4-2-9 16,-10 1 8-16,-7 1-7 15,-1-1 11-15,-20-1 4 16,-2-3-14-16,-4-9 8 16,1-9-1-16,2-5-9 0,2-15 0 15,5-15-1 1,5-6-27-16,12-4-11 0,0 4-9 15,10 6-15 1,6 7-51-16,6 6-105 0,-3 4-94 16,-4 8-476-16</inkml:trace>
  <inkml:trace contextRef="#ctx0" brushRef="#br0" timeOffset="146343.06">16679 5238 1262 0,'0'0'374'0,"0"0"-34"0,14-100 13 16,-12 71-25 0,1 12-194-16,-3 12-56 0,0 5-29 15,0 12-19-15,-7 30-18 16,-5 24 45-16,1 3 25 16,3-3-19-16,8-8-9 15,0-17-13-15,12 2-19 16,9 1-5-16,10-13-17 15,7-11 1-15,4-13 1 16,6-7 8-16,-4-24-4 16,3-17-4-16,-10-8-1 15,-5-3 0-15,-9 5-1 16,-9 9 0-16,-5 14 0 0,-5 10 2 16,-2 8 4-1,-2 6-5-15,0 0 0 0,0 9-1 16,3 11 0-1,3 6 14-15,3-2 5 0,6 1-5 16,0-8-5-16,5-4-2 16,3-9 7-16,3-4 2 15,3-8-2-15,5-21 13 16,4-11-14-16,1-21-7 16,-4-25-6-16,-8 2-16 15,-11 8-13-15,-11 12-11 16,-5 25-5-16,0 8-9 15,-5 4 9-15,-6 17 6 16,-4 10-24-16,0 13-83 16,12 2-615-16</inkml:trace>
  <inkml:trace contextRef="#ctx0" brushRef="#br0" timeOffset="146657.4">19228 4906 1739 0,'0'0'498'0,"0"0"-195"16,0 0-120-16,0 0-58 15,0 0-73-15,0 0-38 16,123-49-14-16,-74 33-85 16,6-1-159-16,-13 4-350 15,-12 4-715-15</inkml:trace>
  <inkml:trace contextRef="#ctx0" brushRef="#br0" timeOffset="146822.44">19090 5179 1928 0,'0'0'365'16,"0"0"-122"-16,0 0-154 15,0 0-39-15,117-27-10 16,11-16-40-16,22-10-73 15,-25 5-208-15,-30 6-729 0</inkml:trace>
  <inkml:trace contextRef="#ctx0" brushRef="#br0" timeOffset="147360.07">20308 4603 1461 0,'0'0'1136'0,"0"0"-926"16,0 0 2-16,0 0-137 15,0 0-47-15,0 0-17 16,0 0-11-16,-46 49 16 16,43-6 7-16,3 3 7 15,0 1 1-15,10-5-10 16,13-5-10-16,7-5-5 15,4-11-6-15,5-11 10 16,2-10-9-16,-3-11-2 16,-4-21-5-16,-6-7 4 0,-7-7 1 15,-7-2 1-15,-8 2 1 16,-3 9 1-16,-3 8-1 16,0 8 9-16,0 9 1 15,0 6 2-15,0 6-11 16,-2 0-2-16,1 18-8 15,1 12 8-15,0 7 11 16,3 7 8-16,18-1-6 16,7-4 5-16,6-3-6 15,4-11 2-15,5-8-1 16,-4-13 2-16,-1-4-4 16,-2-12-2-16,-5-17-8 15,-5-13 8-15,-8-17-7 0,-12 0-2 16,-6-5-11-1,-2 0-16-15,-19 17-12 0,-4 5-9 16,-7 13-6-16,-2 14-70 16,0 10-234-16,7 5-274 15,8-1-1290-15</inkml:trace>
  <inkml:trace contextRef="#ctx0" brushRef="#br0" timeOffset="147833.33">21059 4280 1243 0,'0'0'641'0,"0"0"-350"16,0 0-52-16,0 0-39 15,0 0-80-15,61-89-23 16,-48 44 18-16,-4-16-41 16,-9-26-40-16,-6-26-26 15,-17-8-8-15,1 21-44 16,6 31 5-16,7 37-8 15,5 15-53-15,-1 8 54 0,2 1 33 16,0 5 12-16,0 3 1 16,-3 22-9-16,-6 39 9 15,3 38 1-15,5 23 77 16,4 1-13-16,10-14-23 16,17-33 14-16,6-21 23 15,26-1-21-15,32-12-17 16,26-6-4-16,26-12-11 15,-5-24-11-15,-21-7-15 16,-33-10-2-16,-29-3-453 0</inkml:trace>
  <inkml:trace contextRef="#ctx0" brushRef="#br0" timeOffset="150934.07">17095 5225 302 0,'0'0'252'16,"0"0"-4"-16,0 0 5 15,0 0 3-15,0 0 17 16,0 0 19-16,54-70-16 15,-54 61-2-15,-2 1-2 16,-13 2-60-16,-10 2-67 0,-8 4-96 16,-7 0-29-16,-8 7-14 15,-2 13 4-15,-1 12-9 16,2 9 5-16,7 10 3 16,3 6 8-16,14 4 2 15,7 1 5-15,12-4-9 16,6-7-6-16,9-9-1 15,15-9-7-15,7-13 6 16,5-15-6-16,8-5 5 16,0-22-5-16,-4-17 5 15,-1-9-5-15,-9-11 0 16,-9-3 0-16,-8 2-1 16,-3 2 0-16,-5 12 0 0,-3 13-7 15,-1 12-2 1,-1 11 8-16,2 7 1 0,-2 3-1 15,5 4-8-15,3 17-5 16,5 11 14-16,7 11 6 16,2 5 24-16,2 0-4 15,3-1 1-15,4-8-5 16,4-5-4-16,6-7-3 16,4-10-3-16,10-10-5 15,6-7-6-15,7-10-1 16,18-37-29-16,-15 4-179 15,-17-5-546-15</inkml:trace>
  <inkml:trace contextRef="#ctx0" brushRef="#br0" timeOffset="152714.08">16966 5750 1345 0,'0'0'322'0,"8"-82"-174"16,21-15-12-16,30-46 39 16,21-28-62-16,14-19-57 15,3-5-11-15,-6 1-5 16,-8 11 24-16,-17 38-35 15,-22 48-21-15,-22 49-8 16,-15 28-45-16,-4 9 39 16,-3 7 6-16,-5 4 12 15,-36 39-5-15,-40 51-7 16,-37 45 1-16,-16 27 44 0,7 8 46 16,30-20 4-16,40-41-20 15,26-30-10-15,24-29-36 16,10-25-29-16,44-8-8 15,56-20 1-15,78-66 7 16,38-42 9-16,23-31-8 16,-18-12 9-16,-44 19-9 15,-31 14 0-15,-43 26-1 16,-42 32-8-16,-31 30-40 16,-20 18 1-16,-8 4 30 0,-5 9 17 15,-27 3 21 1,-51 45-14-16,-52 39-7 0,-24 24 0 15,-2 12 19-15,25-5 13 16,56-32 11-16,34-23-19 16,35-22-21-16,30-13-3 15,74-24-27-15,88-26 19 16,60-40 8-16,39-31 1 16,2-17 0-16,-28 3 0 15,-10-2-1-15,-18 7-28 16,-27 17-36-16,-40 21 11 15,-50 27 40-15,-46 18 4 16,-37 9 9-16,-21 9 0 16,-9 3 0-16,-1 0 14 15,-33 15 28-15,-52 28-9 0,-36 23 9 16,6-1 1-16,25-9 12 16,44-22-23-16,42-12-23 15,5-3-9-15,51-7-22 16,62-12 20-16,72-25 2 15,35-22 1-15,7-16 4 16,-25-1-5-16,-42 3-6 16,-22 2-4-16,-37 11-38 15,-31 14 9-15,-35 14 8 16,-24 12 14-16,-12 7 17 16,-6 1 21-16,-49 13-20 15,-63 29 8-15,-54 25 15 16,-31 13 6-16,12 5-2 15,48-14 14-15,61-21-7 16,42-13 1-16,28-6-11 0,12-2-25 16,46-1-9-16,73-17 9 15,77-19 0-15,34-31 1 16,5-16-1-16,-33 0-1 16,-50 11-7-16,-40 10 2 15,-42 10-3-15,-33 14-7 16,-27 6-1-16,-10 4 17 15,-6 2 8-15,-47 26-8 16,-56 26 18-16,-52 26 14 16,-21 16 17-16,7 6 0 15,35-2-14-15,59-24-13 16,35-14-9-16,27-17-13 0,19-11-1 16,21-2-13-16,38-8 13 15,44-17 1-15,42-21 2 16,10-35-1-16,-10-16 1 15,-41 6-2-15,-40 14-6 16,-21 12-9-16,-18 8 3 16,-5 1 6-16,-12 4 6 15,-8 5 1-15,-37 10 16 16,-56 5-17-16,-44 25 0 16,1 2 1-16,27-4-1 15,44-7-1-15,50-15 0 16,15-1 1-16,46-23-10 15,82-38 9-15,75-40-68 0,34-35-202 16,-42 22-298-16,-51 8-1232 16</inkml:trace>
  <inkml:trace contextRef="#ctx0" brushRef="#br0" timeOffset="154613.15">2536 451 1594 0,'0'0'321'15,"0"0"5"-15,0 0-23 16,0 0-13-16,-34-82-103 16,8 71-70-16,-5 8-56 15,-8 3-28-15,-8 14-12 16,0 15-10-16,1 13-11 16,7 11 14-16,8 7-7 15,12 3 25-15,14 4-7 16,5-4-1-16,21-1 4 15,15-5 10-15,14-8-7 0,4-12 11 16,6-12-19-16,1-12-10 16,0-13-7-16,-3-1 15 15,-4-20-7-15,-8-12-13 16,-4-7 11-16,-11-8-11 16,-7-7 0-16,-13-15 6 15,-11-16-7-15,-8 4-12 16,-14 9-21-16,-8 10 4 15,3 18-20-15,-6 1-17 16,-1 7-5-16,7 15 6 16,5 18-7-16,13 25-393 15,4 15-186-15,5 1-343 0</inkml:trace>
  <inkml:trace contextRef="#ctx0" brushRef="#br0" timeOffset="155020.2">2906 694 1724 0,'0'0'555'0,"0"0"-77"16,0 0-254-16,0 0-19 16,0 0-126-16,0 0-41 15,0 0-25-15,24 2 2 16,13 0 4-16,23 2 4 15,25 1 4-15,18-2-2 16,-5-3-11-16,-20 0-8 16,-22 0-5-16,-15 0 0 15,5-5-1-15,0-1-20 16,2-2-22-16,-1-5-110 16,-14 2-428-16,-10-1-594 0</inkml:trace>
  <inkml:trace contextRef="#ctx0" brushRef="#br0" timeOffset="155423.87">4080 394 1711 0,'0'0'488'16,"0"0"-105"-16,0 0-70 15,0 0-96-15,-82-2-136 0,52 26-42 16,0 10-14 0,0 13 11-16,5 8 15 15,7 6-15-15,8 3 10 0,10 1 13 16,5-2-8-16,24-5-6 16,13-5-14-16,11-13-8 15,11-10 19-15,4-15 0 16,2-15-24-16,1 0-6 15,-8-26-11-15,-5-11 8 16,-7-9-8-16,-2-18-1 16,-13-20-9-16,-23-20-8 15,-13 7-16-15,-7 19-19 16,-23 26-10-16,-16 17 13 16,-32 5 17-16,-26 17-23 0,-5 13-5 15,12 20-18-15,36 13-452 16,34-6-378-16</inkml:trace>
  <inkml:trace contextRef="#ctx0" brushRef="#br0" timeOffset="155860.43">4715 738 1460 0,'0'0'500'15,"0"0"-1"-15,0 0-188 16,0 0-57-16,0 0-101 16,0 0-92-16,0 0-43 15,136-8 11-15,16 5 10 16,29-6 1-16,2-2-4 16,-19-2-5-16,-37 2-14 15,-30 0-16-15,-27 5-1 0,-25 2 0 16,-21 1 0-1,-2-1 3-15,-6 1-3 0,-5 0-1 16,-8-1-18-16,-3-1-5 16,-11-12-21-16,-11 4-280 15,2-2-920-15</inkml:trace>
  <inkml:trace contextRef="#ctx0" brushRef="#br0" timeOffset="156305.34">6232 364 1676 0,'0'0'500'0,"0"0"-124"0,0 0-100 15,0 0-65-15,0 0-141 16,-101 8-43-16,68 18-12 15,-1 7-2-15,2 9 16 16,7 5 7-16,8 5 13 16,7 2-1-16,10-3 0 15,0 2-5-15,21-6-7 16,12-2 0-16,7-7-3 16,9-8-1-16,5-10-1 15,4-10-5-15,6-10 4 16,2-1-15-16,0-21-2 15,-4-6-2-15,-4-10-11 0,-7-8 0 16,-9-20-8-16,-14-15-7 16,-13 3-19-16,-12 6-16 15,-6 11-7-15,-19 18-6 16,-14-3 12-16,-12 0-6 16,-4 14 11-16,-3 15-3 15,4 15-20-15,6 29-8 16,14 14-59-16,9 5-492 0</inkml:trace>
  <inkml:trace contextRef="#ctx0" brushRef="#br0" timeOffset="156904.13">6533 1301 863 0,'0'0'310'0,"0"0"-37"0,0 0-20 15,0 0 13-15,0 0-31 16,0 0-72-16,0 0-18 16,6-61 16-16,-6 60-16 15,0 0-21-15,0 1-3 16,-10 0-10-16,-30 0-29 0,-40 0-41 16,-39 3-7-1,-21 11 17-15,-1 0 4 0,33-2-17 16,35-4-8-16,25-1-11 15,15-1-1-15,3 2-9 16,4-3-3-16,3-1-5 16,13-3-1-16,4-1 0 15,0 0 0-15,0 0-9 16,-3 0-75-16,1 0-73 16,-8 0-186-16,3-7-378 15,-2-4-871-15</inkml:trace>
  <inkml:trace contextRef="#ctx0" brushRef="#br0" timeOffset="157316.09">5704 1018 1525 0,'0'0'497'0,"0"0"-246"16,0 0-31-16,0 0 45 16,0 0-82-16,0 0-72 15,0 0 3-15,-45 55-36 16,17-18-12-16,-5 4-7 16,0 2-5-16,-1 3-7 15,1-1-14-15,6 0-8 0,5-5 5 16,4-2-7-16,8-5-5 15,7-6-5-15,3-3-2 16,0-5-2-16,13-2 7 16,8-5 1-16,7-2-2 15,7-5 4-15,4-3-5 16,5-2-1-16,-2 0-5 16,-2 0-8-16,-7 0 0 15,-10-1 0-15,-7 0-17 16,-10 1-44-16,-6 0-113 15,-11 1-142-15,-11 5-828 0</inkml:trace>
  <inkml:trace contextRef="#ctx0" brushRef="#br0" timeOffset="181681.65">6847 6747 1305 0,'0'0'713'0,"0"0"-455"0,0 0-36 15,0 0 49-15,47 87-65 16,-20-49-52-16,7 1-47 16,1 0-43-16,2 0-21 15,-1-4-20-15,-3-5-13 16,-5-5-4-16,-6-5-6 16,-6-9 0-16,-6-6-61 15,-7-5-124-15,-3-6-197 16,-9-13-386-16,-9-4-1094 0</inkml:trace>
  <inkml:trace contextRef="#ctx0" brushRef="#br0" timeOffset="181978.8">6960 6786 1455 0,'0'0'608'0,"0"0"-351"0,0 0-61 16,-83 43-6-16,59-20-34 15,-2 0-53-15,8-3-45 16,2-6-22-16,7-2-17 16,2-5-11-16,5-6-7 15,0-1 11-15,2 0 0 16,0-13 29-16,0-11-8 16,0-7-14-16,8-2-7 15,7 4-11-15,6 7 1 16,9 9-2-16,4 11-1 15,6 2 0-15,2 12-5 0,-2 13 0 16,-4 4-27 0,3 18-127-16,-10-6-299 0,-9-7-623 0</inkml:trace>
  <inkml:trace contextRef="#ctx0" brushRef="#br0" timeOffset="185259.18">3829 7291 1026 0,'0'0'262'0,"0"0"-54"0,0 0 39 15,0 0 14 1,-40-79-39-16,36 70-49 0,2 4-17 15,2 5-56-15,0 0-48 16,0 17-30-16,13 11 1 16,4 8 96-16,2 3 11 15,4-3-39-15,-1-7-29 16,3-12-10-16,2-9 13 16,3-8 12-16,7-11 7 15,15-30-4-15,11-27-20 16,9-25-29-16,-1-9-13 15,-20 13-7-15,-15 21-10 16,-15 27 1-16,-7 7 4 16,0 1-6-16,-3 7-6 15,-4 6-42-15,-3 9-62 0,-4 11-72 16,0 8-430 0,0 3-510-16</inkml:trace>
  <inkml:trace contextRef="#ctx0" brushRef="#br0" timeOffset="188227.09">9109 7059 785 0,'0'0'717'0,"0"0"-575"15,0 0 20-15,0 0 45 0,0 0-75 16,0 0-76 0,0 0-37-16,-27 13-12 0,26 35 13 15,1 9 2-15,0 1-9 16,0-4-4-16,0-3-8 15,0-5 4-15,0-4-5 16,-3-6-136-16,-7 0-169 16,2-11-192-16,-3-10-105 0</inkml:trace>
  <inkml:trace contextRef="#ctx0" brushRef="#br0" timeOffset="188600.4">8872 7417 864 0,'0'0'488'0,"0"0"-205"0,0 0-26 15,0 0-84 1,0 0-61-16,0 0-34 0,0 0-7 16,57-9-1-16,-26 21-13 15,2 3-21-15,0 0-14 16,3 2-10-16,-2-1-6 16,0-2-6-16,-1-3-1 15,-1-2-85-15,-4-7-117 16,-3-2-30-16,-1-8-35 15,-3-13-2-15,-3-8-32 16,-2-7 85-16,-4-3 217 16,-3 3 23-16,-2 5 165 15,-5 7 25-15,-2 11 34 16,0 6 7-16,0 7-87 16,0 2-77-16,-9 17-56 15,-4 10 20-15,-4 6 19 16,-2 5-27-16,-4 1-21 0,0 1-12 15,0 2-4-15,-1-1-3 16,2 2-6-16,-8 8-48 16,8-13-420-16,1-10-693 0</inkml:trace>
  <inkml:trace contextRef="#ctx0" brushRef="#br0" timeOffset="202042.36">13761 7903 20 0,'0'0'122'0,"0"0"-32"16,0 0 4-16,0 0-59 16,0 0-35-16,0 0 0 15,-17 16 258-15,17-15-33 16,-3-1-54-16,0 0-58 15,1 0 11-15,0 0 17 0,2 0-11 16,-1 0 20-16,1 0 1 16,0 0 4-16,0 0-8 15,0 0-15-15,0 0-10 16,0 0 2-16,0 0-6 16,0 0-14-16,6 0-16 15,13-1-4-15,7-4-5 16,4-3-17-16,1 2-15 15,6 1-12-15,-1-1-4 16,1-1-14-16,1 2-5 16,-1-2-5-16,-4 1-5 15,-6 2-1-15,-6 0 0 16,-8 1-1-16,-6 3-6 16,-3 0-53-16,-4 0-75 0,0 4-169 15,-14 9-63-15,-5-1-357 16</inkml:trace>
  <inkml:trace contextRef="#ctx0" brushRef="#br0" timeOffset="202345.73">13755 8036 54 0,'0'0'1563'16,"0"0"-1074"-16,0 0-301 0,0 0-13 16,0 0 36-16,0 0-23 15,0 0-41-15,116-5-55 16,-70-3-35-16,-1 0-15 16,-2 2-7-16,-4 0-10 15,-8-2-11-15,-1 2-13 16,-9 0 7-16,-5 4-8 15,-4-1 0-15,-5 2-1 16,-7 1-71-16,0 0-134 16,0 2-365-16</inkml:trace>
  <inkml:trace contextRef="#ctx0" brushRef="#br0" timeOffset="208125.79">21689 12936 1290 0,'0'0'618'0,"0"0"-267"16,0 0-39-16,0 0-39 15,0 0-69-15,33 1-48 0,3 1-27 16,12 0-26 0,8-1-22-16,4-1-19 0,3 0-22 15,-2 0-16-15,-5-3-10 16,-5-3-4-16,-8 0-8 15,-10 1-1-15,-6 0 0 16,-9-1-1-16,-4 3-40 16,-7 3-70-16,-7 0-56 15,-9 0-120-15,-13 2-306 16,-7 4-255-16</inkml:trace>
  <inkml:trace contextRef="#ctx0" brushRef="#br0" timeOffset="208350.39">21692 13101 1493 0,'0'0'574'15,"0"0"-235"-15,0 0-2 16,0 0-7-16,108 9-113 16,-44-9-64-16,3 0-32 15,0 0-43-15,-7-6-30 16,-11-3-21-16,-12 3-21 15,-8-2 2-15,-13 5-8 16,-6 1-44-16,-7-2-145 16,-3 4-344-16,0-7-1306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4E87-174E-4645-A1B4-6FD7F8DDC9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2551D-67D7-44EA-BF0C-246838C0E9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936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29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576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721" name="Google Shape;7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490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4" name="Google Shape;73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2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916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774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1141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9444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690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140" y="400303"/>
            <a:ext cx="270002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400" y="0"/>
            <a:ext cx="2193036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361315"/>
            <a:ext cx="4921250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352800"/>
            <a:ext cx="20574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397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004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82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45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6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2604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402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751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9066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1898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373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2604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009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8289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3883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5244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359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086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2276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531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2382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9289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090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>
              <a:defRPr/>
            </a:pPr>
            <a:endParaRPr lang="en-US" sz="1013" kern="12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3"/>
            <a:ext cx="58674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 rtl="0">
              <a:defRPr/>
            </a:pPr>
            <a:r>
              <a:rPr lang="en-US" sz="619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19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6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0">
                <a:defRPr/>
              </a:pPr>
              <a:endParaRPr lang="en-US" sz="1013" kern="120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12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5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 kern="1200">
                <a:solidFill>
                  <a:prstClr val="black">
                    <a:tint val="75000"/>
                  </a:prstClr>
                </a:solidFill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9256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kern="1200" dirty="0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BITS </a:t>
            </a:r>
            <a:r>
              <a:rPr lang="en-US" sz="1100" kern="1200" dirty="0" err="1">
                <a:solidFill>
                  <a:srgbClr val="101141"/>
                </a:solidFill>
                <a:ea typeface="+mn-ea"/>
                <a:cs typeface="Arial" panose="020B0604020202020204" pitchFamily="34" charset="0"/>
              </a:rPr>
              <a:t>Pilani</a:t>
            </a:r>
            <a:endParaRPr lang="en-US" sz="1100" kern="1200" dirty="0">
              <a:solidFill>
                <a:srgbClr val="101141"/>
              </a:solidFill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kern="1200" dirty="0">
              <a:solidFill>
                <a:prstClr val="black">
                  <a:tint val="75000"/>
                </a:prstClr>
              </a:solidFill>
              <a:latin typeface="Tahoma" charset="0"/>
              <a:ea typeface="+mn-ea"/>
              <a:cs typeface="+mn-cs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3086100" y="6424612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kern="1200" smtClean="0">
                <a:latin typeface="Tahoma" charset="0"/>
                <a:ea typeface="+mn-ea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kern="1200" dirty="0">
              <a:latin typeface="Tahom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473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87330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48228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19812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69258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12904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7602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9209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1579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3654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 kern="1200">
                <a:solidFill>
                  <a:srgbClr val="101141"/>
                </a:solidFill>
                <a:ea typeface="+mn-ea"/>
              </a:rPr>
              <a:t>BITS </a:t>
            </a:r>
            <a:r>
              <a:rPr lang="en-US" altLang="en-US" sz="1100" kern="1200">
                <a:solidFill>
                  <a:srgbClr val="101141"/>
                </a:solidFill>
                <a:ea typeface="+mn-ea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>
                <a:defRPr/>
              </a:pPr>
              <a:endParaRPr lang="en-US" sz="16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321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72"/>
            <a:ext cx="586740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9pPr>
          </a:lstStyle>
          <a:p>
            <a:pPr algn="r">
              <a:defRPr/>
            </a:pPr>
            <a:r>
              <a:rPr lang="en-US" sz="6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6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9" y="6550036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6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3"/>
            <a:ext cx="8229600" cy="4525963"/>
          </a:xfrm>
        </p:spPr>
        <p:txBody>
          <a:bodyPr/>
          <a:lstStyle>
            <a:lvl1pPr marL="187219" marR="0" indent="-187219" algn="l" defTabSz="49924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1202" baseline="0">
                <a:latin typeface="Times New Roman" pitchFamily="18" charset="0"/>
                <a:cs typeface="Times New Roman" pitchFamily="18" charset="0"/>
              </a:defRPr>
            </a:lvl1pPr>
            <a:lvl2pPr marL="405640" marR="0" indent="-156016" algn="l" defTabSz="49924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 sz="1092">
                <a:latin typeface="Times New Roman" pitchFamily="18" charset="0"/>
                <a:cs typeface="Times New Roman" pitchFamily="18" charset="0"/>
              </a:defRPr>
            </a:lvl2pPr>
            <a:lvl3pPr>
              <a:buFont typeface="Wingdings" pitchFamily="2" charset="2"/>
              <a:buChar char="§"/>
              <a:defRPr sz="982">
                <a:latin typeface="Times New Roman" pitchFamily="18" charset="0"/>
                <a:cs typeface="Times New Roman" pitchFamily="18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1966"/>
              </a:lnSpc>
              <a:spcBef>
                <a:spcPts val="0"/>
              </a:spcBef>
              <a:buNone/>
              <a:defRPr sz="1529" b="1" spc="-82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72"/>
            <a:ext cx="586740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pitchFamily="2" charset="-122"/>
              </a:defRPr>
            </a:lvl9pPr>
          </a:lstStyle>
          <a:p>
            <a:pPr algn="r">
              <a:defRPr/>
            </a:pPr>
            <a:r>
              <a:rPr lang="en-US" sz="6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6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19" name="Group 11"/>
          <p:cNvGrpSpPr>
            <a:grpSpLocks/>
          </p:cNvGrpSpPr>
          <p:nvPr userDrawn="1"/>
        </p:nvGrpSpPr>
        <p:grpSpPr bwMode="auto">
          <a:xfrm>
            <a:off x="2084389" y="6550036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6" y="1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82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530383"/>
      </p:ext>
    </p:extLst>
  </p:cSld>
  <p:clrMapOvr>
    <a:masterClrMapping/>
  </p:clrMapOvr>
  <p:transition spd="slow">
    <p:strips dir="rd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2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 txBox="1">
            <a:spLocks noGrp="1"/>
          </p:cNvSpPr>
          <p:nvPr>
            <p:ph type="title"/>
          </p:nvPr>
        </p:nvSpPr>
        <p:spPr>
          <a:xfrm>
            <a:off x="151137" y="231524"/>
            <a:ext cx="840986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body" idx="1"/>
          </p:nvPr>
        </p:nvSpPr>
        <p:spPr>
          <a:xfrm>
            <a:off x="982032" y="1512782"/>
            <a:ext cx="717993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 rtl="0"/>
            <a:fld id="{00000000-1234-1234-1234-123412341234}" type="slidenum">
              <a:rPr lang="en-US" smtClean="0"/>
              <a:pPr algn="l" rtl="0"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19427194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343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632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340837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9302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23968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87940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21008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31410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6903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06606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013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7632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7585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2298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6490" y="397663"/>
            <a:ext cx="6831018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0050" y="2476947"/>
            <a:ext cx="7326745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 spc="-53"/>
              <a:t>1</a:t>
            </a:r>
            <a:fld id="{81D60167-4931-47E6-BA6A-407CBD079E47}" type="slidenum">
              <a:rPr spc="-53" smtClean="0"/>
              <a:pPr marL="11206">
                <a:lnSpc>
                  <a:spcPts val="1094"/>
                </a:lnSpc>
              </a:pPr>
              <a:t>‹#›</a:t>
            </a:fld>
            <a:endParaRPr spc="-53" dirty="0"/>
          </a:p>
        </p:txBody>
      </p:sp>
    </p:spTree>
    <p:extLst>
      <p:ext uri="{BB962C8B-B14F-4D97-AF65-F5344CB8AC3E}">
        <p14:creationId xmlns:p14="http://schemas.microsoft.com/office/powerpoint/2010/main" val="22210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1436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1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6550152"/>
            <a:ext cx="2580640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629400" y="0"/>
            <a:ext cx="219455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73990" y="3216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7" r:id="rId38"/>
    <p:sldLayoutId id="2147483718" r:id="rId39"/>
    <p:sldLayoutId id="2147483719" r:id="rId40"/>
    <p:sldLayoutId id="2147483737" r:id="rId41"/>
    <p:sldLayoutId id="2147483738" r:id="rId42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2/22/2026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010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1120.png"/><Relationship Id="rId3" Type="http://schemas.openxmlformats.org/officeDocument/2006/relationships/image" Target="../media/image410.png"/><Relationship Id="rId7" Type="http://schemas.openxmlformats.org/officeDocument/2006/relationships/image" Target="../media/image450.png"/><Relationship Id="rId12" Type="http://schemas.openxmlformats.org/officeDocument/2006/relationships/image" Target="../media/image5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11" Type="http://schemas.openxmlformats.org/officeDocument/2006/relationships/image" Target="../media/image490.png"/><Relationship Id="rId5" Type="http://schemas.openxmlformats.org/officeDocument/2006/relationships/image" Target="../media/image430.png"/><Relationship Id="rId15" Type="http://schemas.openxmlformats.org/officeDocument/2006/relationships/image" Target="../media/image19.emf"/><Relationship Id="rId10" Type="http://schemas.openxmlformats.org/officeDocument/2006/relationships/image" Target="../media/image480.png"/><Relationship Id="rId4" Type="http://schemas.openxmlformats.org/officeDocument/2006/relationships/image" Target="../media/image420.png"/><Relationship Id="rId9" Type="http://schemas.openxmlformats.org/officeDocument/2006/relationships/image" Target="../media/image470.png"/><Relationship Id="rId1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customXml" Target="../ink/ink4.xml"/><Relationship Id="rId21" Type="http://schemas.openxmlformats.org/officeDocument/2006/relationships/image" Target="../media/image21.emf"/><Relationship Id="rId12" Type="http://schemas.openxmlformats.org/officeDocument/2006/relationships/image" Target="../media/image491.png"/><Relationship Id="rId17" Type="http://schemas.openxmlformats.org/officeDocument/2006/relationships/image" Target="../media/image196.png"/><Relationship Id="rId2" Type="http://schemas.openxmlformats.org/officeDocument/2006/relationships/image" Target="../media/image157.png"/><Relationship Id="rId16" Type="http://schemas.openxmlformats.org/officeDocument/2006/relationships/image" Target="../media/image195.png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1.png"/><Relationship Id="rId11" Type="http://schemas.openxmlformats.org/officeDocument/2006/relationships/image" Target="../media/image159.png"/><Relationship Id="rId5" Type="http://schemas.openxmlformats.org/officeDocument/2006/relationships/image" Target="../media/image421.png"/><Relationship Id="rId15" Type="http://schemas.openxmlformats.org/officeDocument/2006/relationships/image" Target="../media/image161.png"/><Relationship Id="rId10" Type="http://schemas.openxmlformats.org/officeDocument/2006/relationships/image" Target="../media/image471.png"/><Relationship Id="rId19" Type="http://schemas.openxmlformats.org/officeDocument/2006/relationships/image" Target="../media/image20.emf"/><Relationship Id="rId4" Type="http://schemas.openxmlformats.org/officeDocument/2006/relationships/image" Target="../media/image411.png"/><Relationship Id="rId9" Type="http://schemas.openxmlformats.org/officeDocument/2006/relationships/image" Target="../media/image158.png"/><Relationship Id="rId1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13" Type="http://schemas.openxmlformats.org/officeDocument/2006/relationships/image" Target="../media/image256.png"/><Relationship Id="rId18" Type="http://schemas.openxmlformats.org/officeDocument/2006/relationships/customXml" Target="../ink/ink7.xml"/><Relationship Id="rId3" Type="http://schemas.openxmlformats.org/officeDocument/2006/relationships/image" Target="../media/image411.png"/><Relationship Id="rId21" Type="http://schemas.openxmlformats.org/officeDocument/2006/relationships/image" Target="../media/image24.emf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22.emf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11" Type="http://schemas.openxmlformats.org/officeDocument/2006/relationships/image" Target="../media/image491.png"/><Relationship Id="rId5" Type="http://schemas.openxmlformats.org/officeDocument/2006/relationships/image" Target="../media/image431.png"/><Relationship Id="rId15" Type="http://schemas.openxmlformats.org/officeDocument/2006/relationships/image" Target="../media/image150.png"/><Relationship Id="rId10" Type="http://schemas.openxmlformats.org/officeDocument/2006/relationships/image" Target="../media/image481.png"/><Relationship Id="rId19" Type="http://schemas.openxmlformats.org/officeDocument/2006/relationships/image" Target="../media/image23.emf"/><Relationship Id="rId4" Type="http://schemas.openxmlformats.org/officeDocument/2006/relationships/image" Target="../media/image421.png"/><Relationship Id="rId9" Type="http://schemas.openxmlformats.org/officeDocument/2006/relationships/image" Target="../media/image197.png"/><Relationship Id="rId14" Type="http://schemas.openxmlformats.org/officeDocument/2006/relationships/image" Target="../media/image2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13" Type="http://schemas.openxmlformats.org/officeDocument/2006/relationships/image" Target="../media/image262.png"/><Relationship Id="rId18" Type="http://schemas.openxmlformats.org/officeDocument/2006/relationships/image" Target="../media/image26.emf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customXml" Target="../ink/ink10.xml"/><Relationship Id="rId2" Type="http://schemas.openxmlformats.org/officeDocument/2006/relationships/image" Target="../media/image259.png"/><Relationship Id="rId16" Type="http://schemas.openxmlformats.org/officeDocument/2006/relationships/image" Target="../media/image25.emf"/><Relationship Id="rId20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11" Type="http://schemas.openxmlformats.org/officeDocument/2006/relationships/image" Target="../media/image261.png"/><Relationship Id="rId5" Type="http://schemas.openxmlformats.org/officeDocument/2006/relationships/image" Target="../media/image431.png"/><Relationship Id="rId15" Type="http://schemas.openxmlformats.org/officeDocument/2006/relationships/customXml" Target="../ink/ink9.xml"/><Relationship Id="rId10" Type="http://schemas.openxmlformats.org/officeDocument/2006/relationships/image" Target="../media/image481.png"/><Relationship Id="rId19" Type="http://schemas.openxmlformats.org/officeDocument/2006/relationships/customXml" Target="../ink/ink11.xml"/><Relationship Id="rId4" Type="http://schemas.openxmlformats.org/officeDocument/2006/relationships/image" Target="../media/image421.png"/><Relationship Id="rId9" Type="http://schemas.openxmlformats.org/officeDocument/2006/relationships/image" Target="../media/image260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13" Type="http://schemas.openxmlformats.org/officeDocument/2006/relationships/image" Target="../media/image267.png"/><Relationship Id="rId18" Type="http://schemas.openxmlformats.org/officeDocument/2006/relationships/customXml" Target="../ink/ink12.xml"/><Relationship Id="rId3" Type="http://schemas.openxmlformats.org/officeDocument/2006/relationships/image" Target="../media/image411.png"/><Relationship Id="rId21" Type="http://schemas.openxmlformats.org/officeDocument/2006/relationships/image" Target="../media/image32.emf"/><Relationship Id="rId7" Type="http://schemas.openxmlformats.org/officeDocument/2006/relationships/image" Target="../media/image45.png"/><Relationship Id="rId12" Type="http://schemas.openxmlformats.org/officeDocument/2006/relationships/image" Target="../media/image266.png"/><Relationship Id="rId17" Type="http://schemas.openxmlformats.org/officeDocument/2006/relationships/image" Target="../media/image18.png"/><Relationship Id="rId2" Type="http://schemas.openxmlformats.org/officeDocument/2006/relationships/image" Target="../media/image264.png"/><Relationship Id="rId16" Type="http://schemas.openxmlformats.org/officeDocument/2006/relationships/image" Target="../media/image17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11" Type="http://schemas.openxmlformats.org/officeDocument/2006/relationships/image" Target="../media/image491.png"/><Relationship Id="rId5" Type="http://schemas.openxmlformats.org/officeDocument/2006/relationships/image" Target="../media/image431.png"/><Relationship Id="rId15" Type="http://schemas.openxmlformats.org/officeDocument/2006/relationships/image" Target="../media/image15.png"/><Relationship Id="rId23" Type="http://schemas.openxmlformats.org/officeDocument/2006/relationships/image" Target="../media/image33.emf"/><Relationship Id="rId10" Type="http://schemas.openxmlformats.org/officeDocument/2006/relationships/image" Target="../media/image481.png"/><Relationship Id="rId19" Type="http://schemas.openxmlformats.org/officeDocument/2006/relationships/image" Target="../media/image31.emf"/><Relationship Id="rId4" Type="http://schemas.openxmlformats.org/officeDocument/2006/relationships/image" Target="../media/image421.png"/><Relationship Id="rId9" Type="http://schemas.openxmlformats.org/officeDocument/2006/relationships/image" Target="../media/image265.png"/><Relationship Id="rId14" Type="http://schemas.openxmlformats.org/officeDocument/2006/relationships/image" Target="../media/image162.png"/><Relationship Id="rId22" Type="http://schemas.openxmlformats.org/officeDocument/2006/relationships/customXml" Target="../ink/ink14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0.png"/><Relationship Id="rId8" Type="http://schemas.openxmlformats.org/officeDocument/2006/relationships/image" Target="../media/image461.png"/><Relationship Id="rId18" Type="http://schemas.openxmlformats.org/officeDocument/2006/relationships/customXml" Target="../ink/ink15.xml"/><Relationship Id="rId3" Type="http://schemas.openxmlformats.org/officeDocument/2006/relationships/image" Target="../media/image411.png"/><Relationship Id="rId21" Type="http://schemas.openxmlformats.org/officeDocument/2006/relationships/image" Target="../media/image35.emf"/><Relationship Id="rId12" Type="http://schemas.openxmlformats.org/officeDocument/2006/relationships/image" Target="../media/image180.png"/><Relationship Id="rId17" Type="http://schemas.openxmlformats.org/officeDocument/2006/relationships/image" Target="../media/image20.png"/><Relationship Id="rId16" Type="http://schemas.openxmlformats.org/officeDocument/2006/relationships/image" Target="../media/image272.png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91.png"/><Relationship Id="rId6" Type="http://schemas.openxmlformats.org/officeDocument/2006/relationships/image" Target="../media/image441.png"/><Relationship Id="rId5" Type="http://schemas.openxmlformats.org/officeDocument/2006/relationships/image" Target="../media/image431.png"/><Relationship Id="rId15" Type="http://schemas.openxmlformats.org/officeDocument/2006/relationships/image" Target="../media/image50.png"/><Relationship Id="rId10" Type="http://schemas.openxmlformats.org/officeDocument/2006/relationships/image" Target="../media/image481.png"/><Relationship Id="rId19" Type="http://schemas.openxmlformats.org/officeDocument/2006/relationships/image" Target="../media/image34.emf"/><Relationship Id="rId4" Type="http://schemas.openxmlformats.org/officeDocument/2006/relationships/image" Target="../media/image421.png"/><Relationship Id="rId14" Type="http://schemas.openxmlformats.org/officeDocument/2006/relationships/image" Target="../media/image2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50.png"/><Relationship Id="rId18" Type="http://schemas.openxmlformats.org/officeDocument/2006/relationships/image" Target="../media/image21.png"/><Relationship Id="rId3" Type="http://schemas.openxmlformats.org/officeDocument/2006/relationships/image" Target="../media/image200.png"/><Relationship Id="rId21" Type="http://schemas.openxmlformats.org/officeDocument/2006/relationships/customXml" Target="../ink/ink18.xml"/><Relationship Id="rId7" Type="http://schemas.openxmlformats.org/officeDocument/2006/relationships/image" Target="../media/image441.png"/><Relationship Id="rId12" Type="http://schemas.openxmlformats.org/officeDocument/2006/relationships/image" Target="../media/image491.png"/><Relationship Id="rId17" Type="http://schemas.openxmlformats.org/officeDocument/2006/relationships/image" Target="../media/image281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1.png"/><Relationship Id="rId11" Type="http://schemas.openxmlformats.org/officeDocument/2006/relationships/image" Target="../media/image481.png"/><Relationship Id="rId5" Type="http://schemas.openxmlformats.org/officeDocument/2006/relationships/image" Target="../media/image421.png"/><Relationship Id="rId10" Type="http://schemas.openxmlformats.org/officeDocument/2006/relationships/image" Target="../media/image277.png"/><Relationship Id="rId19" Type="http://schemas.openxmlformats.org/officeDocument/2006/relationships/customXml" Target="../ink/ink17.xml"/><Relationship Id="rId4" Type="http://schemas.openxmlformats.org/officeDocument/2006/relationships/image" Target="../media/image275.png"/><Relationship Id="rId9" Type="http://schemas.openxmlformats.org/officeDocument/2006/relationships/image" Target="../media/image461.png"/><Relationship Id="rId14" Type="http://schemas.openxmlformats.org/officeDocument/2006/relationships/image" Target="../media/image278.png"/><Relationship Id="rId22" Type="http://schemas.openxmlformats.org/officeDocument/2006/relationships/image" Target="../media/image3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13" Type="http://schemas.openxmlformats.org/officeDocument/2006/relationships/image" Target="../media/image491.png"/><Relationship Id="rId18" Type="http://schemas.openxmlformats.org/officeDocument/2006/relationships/customXml" Target="../ink/ink19.xml"/><Relationship Id="rId7" Type="http://schemas.openxmlformats.org/officeDocument/2006/relationships/image" Target="../media/image283.png"/><Relationship Id="rId12" Type="http://schemas.openxmlformats.org/officeDocument/2006/relationships/image" Target="../media/image481.png"/><Relationship Id="rId17" Type="http://schemas.openxmlformats.org/officeDocument/2006/relationships/image" Target="../media/image22.png"/><Relationship Id="rId2" Type="http://schemas.openxmlformats.org/officeDocument/2006/relationships/image" Target="../media/image282.png"/><Relationship Id="rId16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11" Type="http://schemas.openxmlformats.org/officeDocument/2006/relationships/image" Target="../media/image471.png"/><Relationship Id="rId5" Type="http://schemas.openxmlformats.org/officeDocument/2006/relationships/image" Target="../media/image431.png"/><Relationship Id="rId15" Type="http://schemas.openxmlformats.org/officeDocument/2006/relationships/image" Target="../media/image285.png"/><Relationship Id="rId10" Type="http://schemas.openxmlformats.org/officeDocument/2006/relationships/image" Target="../media/image461.png"/><Relationship Id="rId19" Type="http://schemas.openxmlformats.org/officeDocument/2006/relationships/image" Target="../media/image38.emf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13" Type="http://schemas.openxmlformats.org/officeDocument/2006/relationships/image" Target="../media/image290.png"/><Relationship Id="rId3" Type="http://schemas.openxmlformats.org/officeDocument/2006/relationships/image" Target="../media/image288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40.emf"/><Relationship Id="rId2" Type="http://schemas.openxmlformats.org/officeDocument/2006/relationships/image" Target="../media/image287.png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1.png"/><Relationship Id="rId11" Type="http://schemas.openxmlformats.org/officeDocument/2006/relationships/image" Target="../media/image491.png"/><Relationship Id="rId5" Type="http://schemas.openxmlformats.org/officeDocument/2006/relationships/image" Target="../media/image289.png"/><Relationship Id="rId15" Type="http://schemas.openxmlformats.org/officeDocument/2006/relationships/image" Target="../media/image39.emf"/><Relationship Id="rId10" Type="http://schemas.openxmlformats.org/officeDocument/2006/relationships/image" Target="../media/image481.png"/><Relationship Id="rId4" Type="http://schemas.openxmlformats.org/officeDocument/2006/relationships/image" Target="../media/image283.png"/><Relationship Id="rId9" Type="http://schemas.openxmlformats.org/officeDocument/2006/relationships/image" Target="../media/image471.png"/><Relationship Id="rId14" Type="http://schemas.openxmlformats.org/officeDocument/2006/relationships/customXml" Target="../ink/ink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50.png"/><Relationship Id="rId7" Type="http://schemas.openxmlformats.org/officeDocument/2006/relationships/image" Target="../media/image291.png"/><Relationship Id="rId12" Type="http://schemas.openxmlformats.org/officeDocument/2006/relationships/image" Target="../media/image41.emf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22.xml"/><Relationship Id="rId5" Type="http://schemas.openxmlformats.org/officeDocument/2006/relationships/image" Target="../media/image273.png"/><Relationship Id="rId10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3" Type="http://schemas.openxmlformats.org/officeDocument/2006/relationships/slide" Target="slide1.xm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14650" y="3714750"/>
            <a:ext cx="46291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</a:t>
            </a: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9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14400" y="443478"/>
            <a:ext cx="594479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700" b="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Deep Neural Network</a:t>
            </a:r>
            <a:endParaRPr sz="2700" b="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4786" y="4133140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algn="l" rtl="0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kern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kern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kern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algn="l" rtl="0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kern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kern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kern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kern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3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algn="l" rtl="0" fontAlgn="base">
              <a:spcBef>
                <a:spcPts val="59"/>
              </a:spcBef>
              <a:spcAft>
                <a:spcPct val="0"/>
              </a:spcAft>
            </a:pPr>
            <a:r>
              <a:rPr sz="1466" kern="1200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kern="1200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kern="1200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597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8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7463" y="1524000"/>
            <a:ext cx="82296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Back Propagation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600" b="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Session Agenda</a:t>
            </a:r>
            <a:endParaRPr lang="en-IN" sz="3600" b="0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57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228600" y="1248469"/>
            <a:ext cx="8726257" cy="124072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098131">
              <a:spcBef>
                <a:spcPts val="75"/>
              </a:spcBef>
            </a:pPr>
            <a:r>
              <a:rPr sz="2000" b="1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Step</a:t>
            </a:r>
            <a:r>
              <a:rPr sz="2000" b="1" spc="-26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3:</a:t>
            </a:r>
            <a:r>
              <a:rPr sz="2000" b="1" spc="-19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Calculate</a:t>
            </a:r>
            <a:r>
              <a:rPr sz="2000" b="1" spc="-26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partial</a:t>
            </a:r>
            <a:r>
              <a:rPr sz="2000" b="1" spc="-26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spc="-8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derivatives</a:t>
            </a:r>
            <a:r>
              <a:rPr sz="2000" b="1" spc="-23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(using</a:t>
            </a:r>
            <a:r>
              <a:rPr sz="2000" b="1" spc="-23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spc="-8" dirty="0">
                <a:solidFill>
                  <a:srgbClr val="4472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Backpropagation)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525"/>
            <a:r>
              <a:rPr sz="20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Step</a:t>
            </a:r>
            <a:r>
              <a:rPr sz="2000" b="1" spc="-56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1:</a:t>
            </a:r>
            <a:r>
              <a:rPr sz="2000" b="1" spc="-34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Calculate</a:t>
            </a:r>
            <a:r>
              <a:rPr sz="2000" b="1" spc="-4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649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𝒚</a:t>
            </a:r>
            <a:r>
              <a:rPr sz="2000" spc="-127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spc="-127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spc="-127" dirty="0">
                <a:solidFill>
                  <a:srgbClr val="00B05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̂</a:t>
            </a:r>
            <a:r>
              <a:rPr lang="en-US" sz="2000" spc="-127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sz="20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using</a:t>
            </a:r>
            <a:r>
              <a:rPr sz="2000" b="1" spc="-38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endParaRPr lang="en-US" sz="2000" b="1" spc="-38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525"/>
            <a:r>
              <a:rPr sz="20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computation</a:t>
            </a:r>
            <a:r>
              <a:rPr sz="2000" b="1" spc="-34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spc="-8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graph.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37006" y="4173721"/>
            <a:ext cx="3124200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Step</a:t>
            </a:r>
            <a:r>
              <a:rPr sz="2000" b="1" spc="-3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2:</a:t>
            </a:r>
            <a:r>
              <a:rPr sz="2000" b="1" spc="-26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Determine</a:t>
            </a:r>
            <a:r>
              <a:rPr sz="2000" b="1" spc="-34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2000" b="1" spc="-34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cost.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r>
              <a:rPr dirty="0"/>
              <a:t>Brad</a:t>
            </a:r>
            <a:r>
              <a:rPr spc="-41" dirty="0"/>
              <a:t> </a:t>
            </a:r>
            <a:r>
              <a:rPr dirty="0"/>
              <a:t>Quinton</a:t>
            </a:r>
            <a:r>
              <a:rPr spc="-41" dirty="0"/>
              <a:t> </a:t>
            </a:r>
            <a:r>
              <a:rPr dirty="0"/>
              <a:t>Scott</a:t>
            </a:r>
            <a:r>
              <a:rPr spc="-38" dirty="0"/>
              <a:t> </a:t>
            </a:r>
            <a:r>
              <a:rPr spc="-15" dirty="0"/>
              <a:t>Chin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8" rIns="0" bIns="0" rtlCol="0" anchor="ctr">
            <a:spAutoFit/>
          </a:bodyPr>
          <a:lstStyle/>
          <a:p>
            <a:pPr marL="72866">
              <a:spcBef>
                <a:spcPts val="83"/>
              </a:spcBef>
            </a:pPr>
            <a:r>
              <a:rPr sz="3225" dirty="0"/>
              <a:t>Training:</a:t>
            </a:r>
            <a:r>
              <a:rPr sz="3225" spc="83" dirty="0"/>
              <a:t> </a:t>
            </a:r>
            <a:r>
              <a:rPr sz="3225" dirty="0"/>
              <a:t>Go</a:t>
            </a:r>
            <a:r>
              <a:rPr sz="3225" spc="79" dirty="0"/>
              <a:t> </a:t>
            </a:r>
            <a:r>
              <a:rPr sz="3225" dirty="0"/>
              <a:t>Forwards,</a:t>
            </a:r>
            <a:r>
              <a:rPr sz="3225" spc="75" dirty="0"/>
              <a:t> </a:t>
            </a:r>
            <a:r>
              <a:rPr sz="3225" dirty="0"/>
              <a:t>then</a:t>
            </a:r>
            <a:r>
              <a:rPr sz="3225" spc="75" dirty="0"/>
              <a:t> </a:t>
            </a:r>
            <a:r>
              <a:rPr sz="3225" spc="-8" dirty="0"/>
              <a:t>Backwards…</a:t>
            </a:r>
            <a:endParaRPr sz="3225"/>
          </a:p>
        </p:txBody>
      </p:sp>
      <p:sp>
        <p:nvSpPr>
          <p:cNvPr id="34" name="object 34"/>
          <p:cNvSpPr txBox="1"/>
          <p:nvPr/>
        </p:nvSpPr>
        <p:spPr>
          <a:xfrm>
            <a:off x="457200" y="4953000"/>
            <a:ext cx="2590800" cy="62517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2861">
              <a:spcBef>
                <a:spcPts val="75"/>
              </a:spcBef>
            </a:pPr>
            <a:r>
              <a:rPr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Step</a:t>
            </a:r>
            <a:r>
              <a:rPr sz="2000" b="1" spc="-34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4:</a:t>
            </a:r>
            <a:r>
              <a:rPr sz="2000" b="1" spc="-26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Update</a:t>
            </a:r>
            <a:r>
              <a:rPr sz="2000" b="1" spc="-34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each</a:t>
            </a:r>
            <a:r>
              <a:rPr lang="en-US" sz="20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b="1" spc="-8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parameter</a:t>
            </a:r>
            <a:endParaRPr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53" y="2652527"/>
            <a:ext cx="4218897" cy="2230814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19" y="5773352"/>
            <a:ext cx="3509581" cy="75391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4876414"/>
            <a:ext cx="4758698" cy="8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66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0" y="1371600"/>
            <a:ext cx="9144000" cy="4525963"/>
          </a:xfrm>
        </p:spPr>
        <p:txBody>
          <a:bodyPr/>
          <a:lstStyle/>
          <a:p>
            <a:pPr marL="368300" indent="-342900">
              <a:spcBef>
                <a:spcPts val="340"/>
              </a:spcBef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dirty="0">
                <a:cs typeface="Corbel"/>
              </a:rPr>
              <a:t>We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are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given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an</a:t>
            </a:r>
            <a:r>
              <a:rPr lang="en-US" spc="-40" dirty="0">
                <a:cs typeface="Corbel"/>
              </a:rPr>
              <a:t> </a:t>
            </a:r>
            <a:r>
              <a:rPr lang="en-US" dirty="0">
                <a:cs typeface="Corbel"/>
              </a:rPr>
              <a:t>architecture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though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its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weights</a:t>
            </a:r>
            <a:r>
              <a:rPr lang="en-US" spc="-35" dirty="0">
                <a:cs typeface="Corbel"/>
              </a:rPr>
              <a:t> </a:t>
            </a:r>
            <a:r>
              <a:rPr lang="en-US" spc="-25" dirty="0">
                <a:solidFill>
                  <a:srgbClr val="C00000"/>
                </a:solidFill>
                <a:cs typeface="Cambria Math"/>
              </a:rPr>
              <a:t>𝐖</a:t>
            </a:r>
            <a:r>
              <a:rPr lang="en-US" spc="-25" dirty="0">
                <a:cs typeface="Corbel"/>
              </a:rPr>
              <a:t>.</a:t>
            </a:r>
          </a:p>
          <a:p>
            <a:pPr marL="368300" indent="-342900">
              <a:spcBef>
                <a:spcPts val="340"/>
              </a:spcBef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dirty="0">
                <a:cs typeface="Corbel"/>
              </a:rPr>
              <a:t>Also</a:t>
            </a:r>
            <a:r>
              <a:rPr lang="en-US" spc="5" dirty="0">
                <a:cs typeface="Corbel"/>
              </a:rPr>
              <a:t> </a:t>
            </a:r>
            <a:r>
              <a:rPr lang="en-US" dirty="0">
                <a:cs typeface="Corbel"/>
              </a:rPr>
              <a:t>given</a:t>
            </a:r>
            <a:r>
              <a:rPr lang="en-US" spc="5" dirty="0">
                <a:cs typeface="Corbel"/>
              </a:rPr>
              <a:t> </a:t>
            </a:r>
            <a:r>
              <a:rPr lang="en-US" dirty="0">
                <a:cs typeface="Corbel"/>
              </a:rPr>
              <a:t>a</a:t>
            </a:r>
            <a:r>
              <a:rPr lang="en-US" spc="5" dirty="0">
                <a:cs typeface="Corbel"/>
              </a:rPr>
              <a:t> </a:t>
            </a:r>
            <a:r>
              <a:rPr lang="en-US" dirty="0">
                <a:cs typeface="Corbel"/>
              </a:rPr>
              <a:t>training data</a:t>
            </a:r>
            <a:r>
              <a:rPr lang="en-US" spc="10" dirty="0">
                <a:cs typeface="Corbel"/>
              </a:rPr>
              <a:t> </a:t>
            </a:r>
            <a:r>
              <a:rPr lang="en-US" dirty="0">
                <a:cs typeface="Cambria Math"/>
              </a:rPr>
              <a:t>𝐷</a:t>
            </a:r>
            <a:r>
              <a:rPr lang="en-US" spc="160" dirty="0">
                <a:cs typeface="Cambria Math"/>
              </a:rPr>
              <a:t> </a:t>
            </a:r>
            <a:r>
              <a:rPr lang="en-US" dirty="0">
                <a:cs typeface="Cambria Math"/>
              </a:rPr>
              <a:t>=</a:t>
            </a:r>
            <a:r>
              <a:rPr lang="en-US" spc="110" dirty="0">
                <a:cs typeface="Cambria Math"/>
              </a:rPr>
              <a:t> </a:t>
            </a:r>
            <a:r>
              <a:rPr lang="en-US" dirty="0">
                <a:cs typeface="Cambria Math"/>
              </a:rPr>
              <a:t>{(𝐱</a:t>
            </a:r>
            <a:r>
              <a:rPr lang="en-US" sz="2800" baseline="-14957" dirty="0">
                <a:cs typeface="Cambria Math"/>
              </a:rPr>
              <a:t>𝑖</a:t>
            </a:r>
            <a:r>
              <a:rPr lang="en-US" dirty="0">
                <a:cs typeface="Cambria Math"/>
              </a:rPr>
              <a:t>,</a:t>
            </a:r>
            <a:r>
              <a:rPr lang="en-US" spc="-95" dirty="0">
                <a:cs typeface="Cambria Math"/>
              </a:rPr>
              <a:t> </a:t>
            </a:r>
            <a:r>
              <a:rPr lang="en-US" spc="-20" dirty="0">
                <a:cs typeface="Cambria Math"/>
              </a:rPr>
              <a:t>𝑦</a:t>
            </a:r>
            <a:r>
              <a:rPr lang="en-US" sz="2800" spc="-30" baseline="-25000" dirty="0" err="1">
                <a:cs typeface="Cambria Math"/>
              </a:rPr>
              <a:t>i</a:t>
            </a:r>
            <a:r>
              <a:rPr lang="en-US" spc="-20" dirty="0">
                <a:cs typeface="Cambria Math"/>
              </a:rPr>
              <a:t>)}</a:t>
            </a:r>
          </a:p>
          <a:p>
            <a:pPr marL="368300" indent="-342900">
              <a:spcBef>
                <a:spcPts val="240"/>
              </a:spcBef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dirty="0">
                <a:cs typeface="Corbel"/>
              </a:rPr>
              <a:t>We</a:t>
            </a:r>
            <a:r>
              <a:rPr lang="en-US" spc="-45" dirty="0">
                <a:cs typeface="Corbel"/>
              </a:rPr>
              <a:t> </a:t>
            </a:r>
            <a:r>
              <a:rPr lang="en-US" dirty="0">
                <a:cs typeface="Corbel"/>
              </a:rPr>
              <a:t>are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cs typeface="Corbel"/>
              </a:rPr>
              <a:t>given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cs typeface="Corbel"/>
              </a:rPr>
              <a:t>a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cs typeface="Corbel"/>
              </a:rPr>
              <a:t>loss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cs typeface="Corbel"/>
              </a:rPr>
              <a:t>function</a:t>
            </a:r>
            <a:r>
              <a:rPr lang="en-US" spc="-25" dirty="0">
                <a:cs typeface="Corbel"/>
              </a:rPr>
              <a:t> </a:t>
            </a:r>
            <a:r>
              <a:rPr lang="en-IN" dirty="0">
                <a:cs typeface="Cambria Math"/>
              </a:rPr>
              <a:t>ℒ(𝐷;</a:t>
            </a:r>
            <a:r>
              <a:rPr lang="en-IN" spc="-75" dirty="0">
                <a:cs typeface="Cambria Math"/>
              </a:rPr>
              <a:t> </a:t>
            </a:r>
            <a:r>
              <a:rPr lang="en-IN" spc="-50" dirty="0">
                <a:solidFill>
                  <a:srgbClr val="C00000"/>
                </a:solidFill>
                <a:cs typeface="Cambria Math"/>
              </a:rPr>
              <a:t>𝐖)</a:t>
            </a:r>
            <a:endParaRPr lang="en-IN" dirty="0">
              <a:cs typeface="Cambria Math"/>
            </a:endParaRPr>
          </a:p>
          <a:p>
            <a:pPr marL="355600" marR="1078230" indent="-342900">
              <a:lnSpc>
                <a:spcPct val="111100"/>
              </a:lnSpc>
              <a:spcBef>
                <a:spcPts val="100"/>
              </a:spcBef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dirty="0">
                <a:cs typeface="Corbel"/>
              </a:rPr>
              <a:t>We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can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use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gradient</a:t>
            </a:r>
            <a:r>
              <a:rPr lang="en-US" spc="-3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descent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spc="-25" dirty="0">
                <a:cs typeface="Corbel"/>
              </a:rPr>
              <a:t>to </a:t>
            </a:r>
            <a:r>
              <a:rPr lang="en-US" dirty="0">
                <a:cs typeface="Corbel"/>
              </a:rPr>
              <a:t>minimizes</a:t>
            </a:r>
            <a:r>
              <a:rPr lang="en-US" spc="-40" dirty="0">
                <a:cs typeface="Corbel"/>
              </a:rPr>
              <a:t> </a:t>
            </a:r>
            <a:r>
              <a:rPr lang="en-US" dirty="0">
                <a:cs typeface="Corbel"/>
              </a:rPr>
              <a:t>the</a:t>
            </a:r>
            <a:r>
              <a:rPr lang="en-US" spc="-30" dirty="0">
                <a:cs typeface="Corbel"/>
              </a:rPr>
              <a:t> </a:t>
            </a:r>
            <a:r>
              <a:rPr lang="en-US" spc="-20" dirty="0">
                <a:cs typeface="Corbel"/>
              </a:rPr>
              <a:t>loss.</a:t>
            </a:r>
            <a:endParaRPr lang="en-US" dirty="0">
              <a:cs typeface="Corbel"/>
            </a:endParaRPr>
          </a:p>
          <a:p>
            <a:pPr marL="355600" marR="5080" indent="-342900">
              <a:lnSpc>
                <a:spcPct val="115599"/>
              </a:lnSpc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dirty="0">
                <a:cs typeface="Corbel"/>
              </a:rPr>
              <a:t>At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each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step,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cs typeface="Corbel"/>
              </a:rPr>
              <a:t>the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weight</a:t>
            </a:r>
            <a:r>
              <a:rPr lang="en-US" spc="-2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vector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cs typeface="Corbel"/>
              </a:rPr>
              <a:t>is</a:t>
            </a:r>
            <a:r>
              <a:rPr lang="en-US" spc="-30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modified </a:t>
            </a:r>
            <a:r>
              <a:rPr lang="en-US" dirty="0">
                <a:cs typeface="Corbel"/>
              </a:rPr>
              <a:t>in</a:t>
            </a:r>
            <a:r>
              <a:rPr lang="en-US" spc="-45" dirty="0">
                <a:cs typeface="Corbel"/>
              </a:rPr>
              <a:t> </a:t>
            </a:r>
            <a:r>
              <a:rPr lang="en-US" dirty="0">
                <a:cs typeface="Corbel"/>
              </a:rPr>
              <a:t>the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direction</a:t>
            </a:r>
            <a:r>
              <a:rPr lang="en-US" spc="-3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that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produces</a:t>
            </a:r>
            <a:r>
              <a:rPr lang="en-US" spc="-3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the</a:t>
            </a:r>
            <a:r>
              <a:rPr lang="en-US" spc="-2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spc="-10" dirty="0">
                <a:solidFill>
                  <a:srgbClr val="C00000"/>
                </a:solidFill>
                <a:cs typeface="Corbel"/>
              </a:rPr>
              <a:t>steepest </a:t>
            </a:r>
            <a:r>
              <a:rPr lang="en-US" dirty="0">
                <a:solidFill>
                  <a:srgbClr val="C00000"/>
                </a:solidFill>
                <a:cs typeface="Corbel"/>
              </a:rPr>
              <a:t>descent</a:t>
            </a:r>
            <a:r>
              <a:rPr lang="en-US" spc="-4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cs typeface="Corbel"/>
              </a:rPr>
              <a:t>along</a:t>
            </a:r>
            <a:r>
              <a:rPr lang="en-US" spc="-40" dirty="0">
                <a:cs typeface="Corbel"/>
              </a:rPr>
              <a:t> </a:t>
            </a:r>
            <a:r>
              <a:rPr lang="en-US" dirty="0">
                <a:cs typeface="Corbel"/>
              </a:rPr>
              <a:t>the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error</a:t>
            </a:r>
            <a:r>
              <a:rPr lang="en-US" spc="-40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surface.</a:t>
            </a:r>
            <a:endParaRPr lang="en-US" dirty="0">
              <a:cs typeface="Corbel"/>
            </a:endParaRPr>
          </a:p>
          <a:p>
            <a:pPr marL="368300" indent="-342900">
              <a:spcBef>
                <a:spcPts val="240"/>
              </a:spcBef>
              <a:buClr>
                <a:srgbClr val="595959"/>
              </a:buClr>
              <a:buFont typeface="Arial" panose="020B0604020202020204" pitchFamily="34" charset="0"/>
              <a:buChar char="•"/>
              <a:tabLst>
                <a:tab pos="367665" algn="l"/>
              </a:tabLst>
            </a:pPr>
            <a:endParaRPr lang="en-US" dirty="0">
              <a:cs typeface="Cambria Math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</a:t>
            </a:r>
            <a:r>
              <a:rPr lang="en-IN" spc="-45" dirty="0"/>
              <a:t> </a:t>
            </a:r>
            <a:r>
              <a:rPr lang="en-IN" dirty="0"/>
              <a:t>Neural</a:t>
            </a:r>
            <a:r>
              <a:rPr lang="en-IN" spc="-45" dirty="0"/>
              <a:t> </a:t>
            </a:r>
            <a:r>
              <a:rPr lang="en-IN" dirty="0"/>
              <a:t>Networks:</a:t>
            </a:r>
            <a:r>
              <a:rPr lang="en-IN" spc="-40" dirty="0"/>
              <a:t> </a:t>
            </a:r>
            <a:r>
              <a:rPr lang="en-IN" spc="-10" dirty="0"/>
              <a:t>optimizing parameters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790" y="4176918"/>
            <a:ext cx="34385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5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0"/>
              </p:nvPr>
            </p:nvSpPr>
            <p:spPr>
              <a:xfrm>
                <a:off x="30792" y="1447800"/>
                <a:ext cx="9140247" cy="4724400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cs typeface="Corbel"/>
                  </a:rPr>
                  <a:t>For</a:t>
                </a:r>
                <a:r>
                  <a:rPr lang="en-US" spc="-5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each</a:t>
                </a:r>
                <a:r>
                  <a:rPr lang="en-US" spc="-55" dirty="0">
                    <a:cs typeface="Corbel"/>
                  </a:rPr>
                  <a:t> </a:t>
                </a:r>
                <a:r>
                  <a:rPr lang="en-US" spc="-10" dirty="0">
                    <a:cs typeface="Corbel"/>
                  </a:rPr>
                  <a:t>sub-</a:t>
                </a:r>
                <a:r>
                  <a:rPr lang="en-US" dirty="0">
                    <a:cs typeface="Corbel"/>
                  </a:rPr>
                  <a:t>parameter</a:t>
                </a:r>
                <a:r>
                  <a:rPr lang="en-US" spc="-50" dirty="0">
                    <a:cs typeface="Corbel"/>
                  </a:rPr>
                  <a:t> </a:t>
                </a:r>
                <a:r>
                  <a:rPr lang="en-US" spc="-10" dirty="0">
                    <a:cs typeface="Cambria Math"/>
                  </a:rPr>
                  <a:t>𝑊</a:t>
                </a:r>
                <a:r>
                  <a:rPr lang="en-US" spc="-15" baseline="-14814" dirty="0">
                    <a:cs typeface="Cambria Math"/>
                  </a:rPr>
                  <a:t>𝑖</a:t>
                </a:r>
                <a:r>
                  <a:rPr lang="en-US" spc="367" baseline="-14814" dirty="0">
                    <a:cs typeface="Cambria Math"/>
                  </a:rPr>
                  <a:t> </a:t>
                </a:r>
                <a:r>
                  <a:rPr lang="en-US" dirty="0">
                    <a:cs typeface="Cambria Math"/>
                  </a:rPr>
                  <a:t>∈</a:t>
                </a:r>
                <a:r>
                  <a:rPr lang="en-US" spc="45" dirty="0">
                    <a:cs typeface="Cambria Math"/>
                  </a:rPr>
                  <a:t> </a:t>
                </a:r>
                <a:r>
                  <a:rPr lang="en-US" spc="-25" dirty="0">
                    <a:cs typeface="Cambria Math"/>
                  </a:rPr>
                  <a:t>𝐖</a:t>
                </a:r>
                <a:r>
                  <a:rPr lang="en-US" spc="-25" dirty="0">
                    <a:cs typeface="Corbel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   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ℒ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IN" i="1" spc="-37" baseline="1250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pc="-37" baseline="12500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pc="-37" baseline="1250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br>
                  <a:rPr lang="en-US" dirty="0">
                    <a:cs typeface="Corbel"/>
                  </a:rPr>
                </a:b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It</a:t>
                </a:r>
                <a:r>
                  <a:rPr lang="en-US" spc="-35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all</a:t>
                </a:r>
                <a:r>
                  <a:rPr lang="en-US" spc="-40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comes</a:t>
                </a:r>
                <a:r>
                  <a:rPr lang="en-US" spc="-35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down</a:t>
                </a:r>
                <a:r>
                  <a:rPr lang="en-US" spc="-35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to</a:t>
                </a:r>
                <a:r>
                  <a:rPr lang="en-US" spc="-30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effectively</a:t>
                </a:r>
                <a:r>
                  <a:rPr lang="en-US" spc="-35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computing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ℒ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IN" i="1" spc="-37" baseline="125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pc="-37" baseline="12500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pc="-37" baseline="125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393700" indent="-342900">
                  <a:lnSpc>
                    <a:spcPts val="1785"/>
                  </a:lnSpc>
                  <a:spcBef>
                    <a:spcPts val="100"/>
                  </a:spcBef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93065" algn="l"/>
                  </a:tabLst>
                </a:pPr>
                <a:r>
                  <a:rPr lang="en-US" dirty="0">
                    <a:cs typeface="Corbel"/>
                  </a:rPr>
                  <a:t>How</a:t>
                </a:r>
                <a:r>
                  <a:rPr lang="en-US" spc="-1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to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efficiently</a:t>
                </a:r>
                <a:r>
                  <a:rPr lang="en-US" spc="-10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ℒ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37" baseline="12500" dirty="0">
                            <a:cs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IN" i="1" spc="-37" baseline="1250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pc="-37" baseline="12500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pc="-37" baseline="125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cs typeface="Corbel"/>
                  </a:rPr>
                  <a:t>  for</a:t>
                </a:r>
                <a:r>
                  <a:rPr lang="en-US" spc="-1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all</a:t>
                </a:r>
                <a:r>
                  <a:rPr lang="en-US" spc="-20" dirty="0">
                    <a:cs typeface="Corbel"/>
                  </a:rPr>
                  <a:t> </a:t>
                </a:r>
                <a:r>
                  <a:rPr lang="en-US" spc="-10" dirty="0">
                    <a:cs typeface="Corbel"/>
                  </a:rPr>
                  <a:t>parameters?</a:t>
                </a:r>
              </a:p>
              <a:p>
                <a:pPr marL="393700" indent="-342900">
                  <a:lnSpc>
                    <a:spcPts val="1785"/>
                  </a:lnSpc>
                  <a:spcBef>
                    <a:spcPts val="100"/>
                  </a:spcBef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93065" algn="l"/>
                  </a:tabLst>
                </a:pPr>
                <a:endParaRPr lang="en-US" dirty="0">
                  <a:cs typeface="Corbel"/>
                </a:endParaRPr>
              </a:p>
              <a:p>
                <a:pPr marL="393700" indent="-342900">
                  <a:spcBef>
                    <a:spcPts val="25"/>
                  </a:spcBef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93065" algn="l"/>
                  </a:tabLst>
                </a:pPr>
                <a:r>
                  <a:rPr lang="en-US" dirty="0"/>
                  <a:t>The calculus just gets a bit more complicated for a neural network</a:t>
                </a:r>
              </a:p>
              <a:p>
                <a:pPr marL="393700" indent="-342900">
                  <a:spcBef>
                    <a:spcPts val="25"/>
                  </a:spcBef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93065" algn="l"/>
                  </a:tabLst>
                </a:pP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Depth</a:t>
                </a:r>
                <a:r>
                  <a:rPr lang="en-US" spc="-10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gives</a:t>
                </a:r>
                <a:r>
                  <a:rPr lang="en-US" spc="-10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more</a:t>
                </a:r>
                <a:r>
                  <a:rPr lang="en-US" spc="-5" dirty="0">
                    <a:cs typeface="Corbel"/>
                  </a:rPr>
                  <a:t> </a:t>
                </a:r>
                <a:r>
                  <a:rPr lang="en-US" spc="-10" dirty="0">
                    <a:cs typeface="Corbel"/>
                  </a:rPr>
                  <a:t>representational</a:t>
                </a:r>
                <a:r>
                  <a:rPr lang="en-US" spc="-15" dirty="0">
                    <a:cs typeface="Corbel"/>
                  </a:rPr>
                  <a:t> </a:t>
                </a:r>
                <a:r>
                  <a:rPr lang="en-US" spc="-10" dirty="0">
                    <a:cs typeface="Corbel"/>
                  </a:rPr>
                  <a:t>capacity </a:t>
                </a:r>
                <a:r>
                  <a:rPr lang="en-US" dirty="0">
                    <a:cs typeface="Corbel"/>
                  </a:rPr>
                  <a:t>to</a:t>
                </a:r>
                <a:r>
                  <a:rPr lang="en-US" spc="-20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neural</a:t>
                </a:r>
                <a:r>
                  <a:rPr lang="en-US" spc="-25" dirty="0">
                    <a:cs typeface="Corbel"/>
                  </a:rPr>
                  <a:t> </a:t>
                </a:r>
                <a:r>
                  <a:rPr lang="en-US" spc="-10" dirty="0">
                    <a:cs typeface="Corbel"/>
                  </a:rPr>
                  <a:t>networks.</a:t>
                </a:r>
                <a:endParaRPr lang="en-US" dirty="0">
                  <a:cs typeface="Corbel"/>
                </a:endParaRPr>
              </a:p>
              <a:p>
                <a:pPr marL="355600" indent="-342900">
                  <a:lnSpc>
                    <a:spcPct val="100000"/>
                  </a:lnSpc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54965" algn="l"/>
                  </a:tabLst>
                </a:pPr>
                <a:r>
                  <a:rPr lang="en-US" dirty="0">
                    <a:cs typeface="Corbel"/>
                  </a:rPr>
                  <a:t>However,</a:t>
                </a:r>
                <a:r>
                  <a:rPr lang="en-US" spc="-3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training</a:t>
                </a:r>
                <a:r>
                  <a:rPr lang="en-US" spc="-40" dirty="0"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deep</a:t>
                </a:r>
                <a:r>
                  <a:rPr lang="en-US" spc="-40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nets</a:t>
                </a:r>
                <a:r>
                  <a:rPr lang="en-US" spc="-3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is</a:t>
                </a:r>
                <a:r>
                  <a:rPr lang="en-US" spc="-40" dirty="0">
                    <a:cs typeface="Corbel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cs typeface="Corbel"/>
                  </a:rPr>
                  <a:t>not</a:t>
                </a:r>
                <a:r>
                  <a:rPr lang="en-US" spc="-35" dirty="0">
                    <a:solidFill>
                      <a:srgbClr val="C00000"/>
                    </a:solidFill>
                    <a:cs typeface="Corbel"/>
                  </a:rPr>
                  <a:t> </a:t>
                </a:r>
                <a:r>
                  <a:rPr lang="en-US" spc="-10" dirty="0">
                    <a:solidFill>
                      <a:srgbClr val="C00000"/>
                    </a:solidFill>
                    <a:cs typeface="Corbel"/>
                  </a:rPr>
                  <a:t>trivial.</a:t>
                </a:r>
                <a:endParaRPr lang="en-US" dirty="0">
                  <a:cs typeface="Corbel"/>
                </a:endParaRPr>
              </a:p>
              <a:p>
                <a:pPr marL="355600" indent="-342900">
                  <a:lnSpc>
                    <a:spcPct val="100000"/>
                  </a:lnSpc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54965" algn="l"/>
                  </a:tabLst>
                </a:pPr>
                <a:r>
                  <a:rPr lang="en-US" dirty="0">
                    <a:cs typeface="Corbel"/>
                  </a:rPr>
                  <a:t>The</a:t>
                </a:r>
                <a:r>
                  <a:rPr lang="en-US" spc="-5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solution</a:t>
                </a:r>
                <a:r>
                  <a:rPr lang="en-US" spc="-10" dirty="0">
                    <a:cs typeface="Corbel"/>
                  </a:rPr>
                  <a:t> </a:t>
                </a:r>
                <a:r>
                  <a:rPr lang="en-US" dirty="0">
                    <a:cs typeface="Corbel"/>
                  </a:rPr>
                  <a:t>is</a:t>
                </a:r>
                <a:r>
                  <a:rPr lang="en-US" spc="-10" dirty="0">
                    <a:cs typeface="Corbel"/>
                  </a:rPr>
                  <a:t> “Backpropagation” algorithm!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Backpropagation is a systematic </a:t>
                </a:r>
                <a:r>
                  <a:rPr lang="en-US" b="1" dirty="0"/>
                  <a:t>numerical </a:t>
                </a:r>
                <a:r>
                  <a:rPr lang="en-US" dirty="0"/>
                  <a:t>method to calculate the partial derivatives (i.e. partial derivative of the cost w.r.t. each</a:t>
                </a:r>
              </a:p>
              <a:p>
                <a:r>
                  <a:rPr lang="en-IN" dirty="0"/>
                  <a:t>     parameter)</a:t>
                </a:r>
                <a:endParaRPr lang="en-US" dirty="0"/>
              </a:p>
              <a:p>
                <a:endParaRPr lang="en-US" dirty="0"/>
              </a:p>
              <a:p>
                <a:pPr marL="355600" indent="-342900">
                  <a:lnSpc>
                    <a:spcPct val="100000"/>
                  </a:lnSpc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54965" algn="l"/>
                  </a:tabLst>
                </a:pPr>
                <a:endParaRPr lang="en-US" dirty="0">
                  <a:cs typeface="Corbel"/>
                </a:endParaRPr>
              </a:p>
              <a:p>
                <a:pPr marL="393700" indent="-342900">
                  <a:spcBef>
                    <a:spcPts val="340"/>
                  </a:spcBef>
                  <a:buClr>
                    <a:srgbClr val="595959"/>
                  </a:buClr>
                  <a:buFont typeface="Arial" panose="020B0604020202020204" pitchFamily="34" charset="0"/>
                  <a:buChar char="•"/>
                  <a:tabLst>
                    <a:tab pos="393065" algn="l"/>
                  </a:tabLst>
                </a:pPr>
                <a:endParaRPr lang="en-US" dirty="0">
                  <a:cs typeface="Corbel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0792" y="1447800"/>
                <a:ext cx="9140247" cy="4724400"/>
              </a:xfrm>
              <a:blipFill rotWithShape="0">
                <a:blip r:embed="rId2"/>
                <a:stretch>
                  <a:fillRect l="-867" b="-85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  <a:r>
              <a:rPr lang="en-IN" spc="-45" dirty="0"/>
              <a:t> </a:t>
            </a:r>
            <a:r>
              <a:rPr lang="en-IN" dirty="0"/>
              <a:t>for</a:t>
            </a:r>
            <a:r>
              <a:rPr lang="en-IN" spc="-45" dirty="0"/>
              <a:t> </a:t>
            </a:r>
            <a:r>
              <a:rPr lang="en-IN" dirty="0"/>
              <a:t>Gradient</a:t>
            </a:r>
            <a:r>
              <a:rPr lang="en-IN" spc="-50" dirty="0"/>
              <a:t> </a:t>
            </a:r>
            <a:r>
              <a:rPr lang="en-IN" spc="-10" dirty="0"/>
              <a:t>Computation – Backpropagation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54276" y="6519446"/>
            <a:ext cx="88932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Rumelhart</a:t>
            </a:r>
            <a:r>
              <a:rPr lang="en-US" sz="16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Hinton, Williams, “Learning Representations by Back-Propagating Errors”, 1986</a:t>
            </a:r>
            <a:endParaRPr lang="en-IN" sz="1600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673720" y="924480"/>
              <a:ext cx="5644800" cy="59331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5440" y="912960"/>
                <a:ext cx="5667480" cy="59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19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8501" y="1447800"/>
            <a:ext cx="9140247" cy="4525963"/>
          </a:xfrm>
        </p:spPr>
        <p:txBody>
          <a:bodyPr>
            <a:normAutofit fontScale="92500" lnSpcReduction="10000"/>
          </a:bodyPr>
          <a:lstStyle/>
          <a:p>
            <a:pPr marL="469900" indent="-457200">
              <a:lnSpc>
                <a:spcPct val="100000"/>
              </a:lnSpc>
              <a:spcBef>
                <a:spcPts val="515"/>
              </a:spcBef>
              <a:buClr>
                <a:srgbClr val="595959"/>
              </a:buClr>
              <a:buSzPct val="94736"/>
              <a:buFont typeface="+mj-lt"/>
              <a:buAutoNum type="arabicPeriod"/>
              <a:tabLst>
                <a:tab pos="4692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Gradient</a:t>
            </a:r>
            <a:r>
              <a:rPr lang="en-US" spc="-6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Corbel"/>
              </a:rPr>
              <a:t>Descent</a:t>
            </a:r>
            <a:endParaRPr lang="en-US" dirty="0">
              <a:solidFill>
                <a:schemeClr val="tx1"/>
              </a:solidFill>
              <a:cs typeface="Corbel"/>
            </a:endParaRP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Change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weights</a:t>
            </a:r>
            <a:r>
              <a:rPr lang="en-US" spc="-2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ambria Math"/>
              </a:rPr>
              <a:t>𝐖</a:t>
            </a:r>
            <a:r>
              <a:rPr lang="en-US" spc="-35" dirty="0">
                <a:solidFill>
                  <a:schemeClr val="tx1"/>
                </a:solidFill>
                <a:cs typeface="Cambria Math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in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direction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of </a:t>
            </a:r>
            <a:r>
              <a:rPr lang="en-US" dirty="0">
                <a:solidFill>
                  <a:schemeClr val="tx1"/>
                </a:solidFill>
                <a:cs typeface="Corbel"/>
              </a:rPr>
              <a:t>gradient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to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minimize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error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Corbel"/>
              </a:rPr>
              <a:t>function.</a:t>
            </a: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endParaRPr lang="en-US" dirty="0">
              <a:solidFill>
                <a:schemeClr val="tx1"/>
              </a:solidFill>
              <a:cs typeface="Corbel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Clr>
                <a:srgbClr val="595959"/>
              </a:buClr>
              <a:buSzPct val="94736"/>
              <a:buFont typeface="+mj-lt"/>
              <a:buAutoNum type="arabicPeriod"/>
              <a:tabLst>
                <a:tab pos="4692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Chain</a:t>
            </a:r>
            <a:r>
              <a:rPr lang="en-US" spc="-4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spc="-20" dirty="0">
                <a:solidFill>
                  <a:schemeClr val="tx1"/>
                </a:solidFill>
                <a:cs typeface="Corbel"/>
              </a:rPr>
              <a:t>Rule</a:t>
            </a:r>
            <a:endParaRPr lang="en-US" dirty="0">
              <a:solidFill>
                <a:schemeClr val="tx1"/>
              </a:solidFill>
              <a:cs typeface="Corbel"/>
            </a:endParaRP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Use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chain</a:t>
            </a:r>
            <a:r>
              <a:rPr lang="en-US" spc="-3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rule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to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calculate</a:t>
            </a:r>
            <a:r>
              <a:rPr lang="en-US" spc="-3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weights</a:t>
            </a:r>
            <a:r>
              <a:rPr lang="en-US" spc="-25" dirty="0">
                <a:solidFill>
                  <a:schemeClr val="tx1"/>
                </a:solidFill>
                <a:cs typeface="Corbel"/>
              </a:rPr>
              <a:t> of </a:t>
            </a:r>
            <a:r>
              <a:rPr lang="en-US" dirty="0">
                <a:solidFill>
                  <a:schemeClr val="tx1"/>
                </a:solidFill>
                <a:cs typeface="Corbel"/>
              </a:rPr>
              <a:t>the</a:t>
            </a:r>
            <a:r>
              <a:rPr lang="en-US" spc="-50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dirty="0">
                <a:solidFill>
                  <a:schemeClr val="tx1"/>
                </a:solidFill>
                <a:cs typeface="Corbel"/>
              </a:rPr>
              <a:t>intermediate</a:t>
            </a:r>
            <a:r>
              <a:rPr lang="en-US" spc="-45" dirty="0">
                <a:solidFill>
                  <a:schemeClr val="tx1"/>
                </a:solidFill>
                <a:cs typeface="Corbel"/>
              </a:rPr>
              <a:t> </a:t>
            </a:r>
            <a:r>
              <a:rPr lang="en-US" spc="-10" dirty="0">
                <a:solidFill>
                  <a:schemeClr val="tx1"/>
                </a:solidFill>
                <a:cs typeface="Corbel"/>
              </a:rPr>
              <a:t>weights</a:t>
            </a: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endParaRPr lang="en-US" dirty="0">
              <a:solidFill>
                <a:schemeClr val="tx1"/>
              </a:solidFill>
              <a:cs typeface="Corbel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  <a:cs typeface="Corbel"/>
              </a:rPr>
              <a:t>Dynamic</a:t>
            </a:r>
            <a:r>
              <a:rPr lang="en-IN" spc="-65" dirty="0">
                <a:solidFill>
                  <a:schemeClr val="tx1"/>
                </a:solidFill>
                <a:cs typeface="Corbel"/>
              </a:rPr>
              <a:t> </a:t>
            </a:r>
            <a:r>
              <a:rPr lang="en-IN" dirty="0">
                <a:solidFill>
                  <a:schemeClr val="tx1"/>
                </a:solidFill>
                <a:cs typeface="Corbel"/>
              </a:rPr>
              <a:t>Programming</a:t>
            </a:r>
            <a:r>
              <a:rPr lang="en-IN" spc="-60" dirty="0">
                <a:solidFill>
                  <a:schemeClr val="tx1"/>
                </a:solidFill>
                <a:cs typeface="Corbel"/>
              </a:rPr>
              <a:t> </a:t>
            </a:r>
            <a:r>
              <a:rPr lang="en-IN" spc="-10" dirty="0">
                <a:solidFill>
                  <a:schemeClr val="tx1"/>
                </a:solidFill>
                <a:cs typeface="Corbel"/>
              </a:rPr>
              <a:t>(Memorization)</a:t>
            </a:r>
            <a:endParaRPr lang="en-IN" dirty="0">
              <a:solidFill>
                <a:schemeClr val="tx1"/>
              </a:solidFill>
              <a:cs typeface="Corbel"/>
            </a:endParaRP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Parameter gradients depend on the gradients of the earlier layers!</a:t>
            </a:r>
          </a:p>
          <a:p>
            <a:pPr marL="951865" marR="5080" lvl="1" indent="-457200">
              <a:lnSpc>
                <a:spcPct val="110700"/>
              </a:lnSpc>
              <a:spcBef>
                <a:spcPts val="135"/>
              </a:spcBef>
              <a:buClr>
                <a:srgbClr val="595959"/>
              </a:buClr>
              <a:buSzPct val="93333"/>
              <a:buFont typeface="Arial" panose="020B0604020202020204" pitchFamily="34" charset="0"/>
              <a:buChar char="•"/>
              <a:tabLst>
                <a:tab pos="812165" algn="l"/>
              </a:tabLst>
            </a:pPr>
            <a:r>
              <a:rPr lang="en-US" dirty="0">
                <a:solidFill>
                  <a:schemeClr val="tx1"/>
                </a:solidFill>
                <a:cs typeface="Corbel"/>
              </a:rPr>
              <a:t>So, when computing gradients at each layer, we can reuse gradients computed for higher layers for lower layers (i.e., memorization).</a:t>
            </a:r>
            <a:endParaRPr lang="en-IN" dirty="0">
              <a:solidFill>
                <a:schemeClr val="tx1"/>
              </a:solidFill>
              <a:cs typeface="Corbel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</a:t>
            </a:r>
            <a:r>
              <a:rPr lang="en-US" spc="-55" dirty="0"/>
              <a:t> </a:t>
            </a:r>
            <a:r>
              <a:rPr lang="en-US" dirty="0"/>
              <a:t>Intuitions</a:t>
            </a:r>
            <a:r>
              <a:rPr lang="en-US" spc="-50" dirty="0"/>
              <a:t> </a:t>
            </a:r>
            <a:r>
              <a:rPr lang="en-US" dirty="0"/>
              <a:t>Required</a:t>
            </a:r>
            <a:r>
              <a:rPr lang="en-US" spc="-55" dirty="0"/>
              <a:t> </a:t>
            </a:r>
            <a:r>
              <a:rPr lang="en-US" dirty="0"/>
              <a:t>for</a:t>
            </a:r>
            <a:r>
              <a:rPr lang="en-US" spc="-55" dirty="0"/>
              <a:t> </a:t>
            </a:r>
            <a:r>
              <a:rPr lang="en-IN" spc="-10" dirty="0"/>
              <a:t>Backpropagation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45960" y="389160"/>
              <a:ext cx="6649560" cy="42109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800" y="379800"/>
                <a:ext cx="6668640" cy="423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752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The Computation Graph of A Neural Network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A61E31-5C95-5949-8CE0-3DA74D1EA69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377" y="1495168"/>
            <a:ext cx="8910051" cy="3263504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we can represent any neural network in terms of a computation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loss function can be computed by moving from left to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685800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6858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x-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B0693BAD-B243-1142-B1DE-3B28DC4B7B29}"/>
                  </a:ext>
                </a:extLst>
              </p:cNvPr>
              <p:cNvSpPr/>
              <p:nvPr/>
            </p:nvSpPr>
            <p:spPr>
              <a:xfrm>
                <a:off x="1323924" y="3555404"/>
                <a:ext cx="1598635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 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B0693BAD-B243-1142-B1DE-3B28DC4B7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232" y="3597539"/>
                <a:ext cx="2131513" cy="605642"/>
              </a:xfrm>
              <a:prstGeom prst="roundRect">
                <a:avLst/>
              </a:prstGeom>
              <a:blipFill>
                <a:blip r:embed="rId3"/>
                <a:stretch>
                  <a:fillRect l="-1176" r="-17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D13712E-42A3-FC40-BB10-E7E88A51E0F8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847495" y="3394401"/>
            <a:ext cx="476429" cy="3881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D285D2-F6C8-6044-A4FF-86B0B25BCD68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842137" y="3782520"/>
            <a:ext cx="481787" cy="353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69A8825-7A8C-AB4A-B59A-9F26EC89D118}"/>
                  </a:ext>
                </a:extLst>
              </p:cNvPr>
              <p:cNvSpPr/>
              <p:nvPr/>
            </p:nvSpPr>
            <p:spPr>
              <a:xfrm>
                <a:off x="282898" y="3214796"/>
                <a:ext cx="545342" cy="333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69A8825-7A8C-AB4A-B59A-9F26EC89D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7" y="3143394"/>
                <a:ext cx="652165" cy="413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752FD94-38B3-0342-9FFD-0DC3F6689443}"/>
                  </a:ext>
                </a:extLst>
              </p:cNvPr>
              <p:cNvSpPr/>
              <p:nvPr/>
            </p:nvSpPr>
            <p:spPr>
              <a:xfrm>
                <a:off x="461159" y="3588461"/>
                <a:ext cx="348172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x-none" sz="15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0752FD94-38B3-0342-9FFD-0DC3F6689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78" y="3641614"/>
                <a:ext cx="38985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09A8925-24DC-0D45-A767-740A1EC0FDA2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842137" y="3782520"/>
            <a:ext cx="4817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E711357-F121-C04D-8AA1-93815DEFFC83}"/>
                  </a:ext>
                </a:extLst>
              </p:cNvPr>
              <p:cNvSpPr/>
              <p:nvPr/>
            </p:nvSpPr>
            <p:spPr>
              <a:xfrm>
                <a:off x="209666" y="4005257"/>
                <a:ext cx="617477" cy="333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b="1" dirty="0"/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E711357-F121-C04D-8AA1-93815DEFFC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54" y="4197343"/>
                <a:ext cx="748346" cy="4133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ounded Rectangle 115">
                <a:extLst>
                  <a:ext uri="{FF2B5EF4-FFF2-40B4-BE49-F238E27FC236}">
                    <a16:creationId xmlns:a16="http://schemas.microsoft.com/office/drawing/2014/main" id="{5351584E-D41F-4049-A934-29972C76E694}"/>
                  </a:ext>
                </a:extLst>
              </p:cNvPr>
              <p:cNvSpPr/>
              <p:nvPr/>
            </p:nvSpPr>
            <p:spPr>
              <a:xfrm>
                <a:off x="3115055" y="3552158"/>
                <a:ext cx="1201109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Rounded Rectangle 115">
                <a:extLst>
                  <a:ext uri="{FF2B5EF4-FFF2-40B4-BE49-F238E27FC236}">
                    <a16:creationId xmlns:a16="http://schemas.microsoft.com/office/drawing/2014/main" id="{5351584E-D41F-4049-A934-29972C76E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407" y="3593211"/>
                <a:ext cx="1601478" cy="605642"/>
              </a:xfrm>
              <a:prstGeom prst="roundRect">
                <a:avLst/>
              </a:prstGeom>
              <a:blipFill>
                <a:blip r:embed="rId7"/>
                <a:stretch>
                  <a:fillRect l="-781" r="-31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B0EE920-23D7-5543-9520-4EC6EFF992F6}"/>
              </a:ext>
            </a:extLst>
          </p:cNvPr>
          <p:cNvCxnSpPr>
            <a:cxnSpLocks/>
            <a:stCxn id="60" idx="3"/>
            <a:endCxn id="116" idx="1"/>
          </p:cNvCxnSpPr>
          <p:nvPr/>
        </p:nvCxnSpPr>
        <p:spPr>
          <a:xfrm flipV="1">
            <a:off x="2922559" y="3779274"/>
            <a:ext cx="192497" cy="32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38212474-8BB9-C04C-8FAC-E88316DEC04E}"/>
                  </a:ext>
                </a:extLst>
              </p:cNvPr>
              <p:cNvSpPr/>
              <p:nvPr/>
            </p:nvSpPr>
            <p:spPr>
              <a:xfrm>
                <a:off x="7878298" y="3548280"/>
                <a:ext cx="1083131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r>
                        <a:rPr lang="en-GB" sz="15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5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GB" sz="15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38212474-8BB9-C04C-8FAC-E88316DEC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398" y="3588040"/>
                <a:ext cx="1444174" cy="60564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F411BBCF-AD84-854F-BFF5-47A434FDB586}"/>
                  </a:ext>
                </a:extLst>
              </p:cNvPr>
              <p:cNvSpPr/>
              <p:nvPr/>
            </p:nvSpPr>
            <p:spPr>
              <a:xfrm>
                <a:off x="4508662" y="3554953"/>
                <a:ext cx="1790144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 </m:t>
                          </m:r>
                        </m:sup>
                      </m:sSup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F411BBCF-AD84-854F-BFF5-47A434FDB5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48" y="3596938"/>
                <a:ext cx="2386859" cy="605642"/>
              </a:xfrm>
              <a:prstGeom prst="roundRect">
                <a:avLst/>
              </a:prstGeom>
              <a:blipFill>
                <a:blip r:embed="rId9"/>
                <a:stretch>
                  <a:fillRect l="-1053" r="-21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ounded Rectangle 131">
                <a:extLst>
                  <a:ext uri="{FF2B5EF4-FFF2-40B4-BE49-F238E27FC236}">
                    <a16:creationId xmlns:a16="http://schemas.microsoft.com/office/drawing/2014/main" id="{59701A8F-08BE-D749-82C0-502336CCAA6A}"/>
                  </a:ext>
                </a:extLst>
              </p:cNvPr>
              <p:cNvSpPr/>
              <p:nvPr/>
            </p:nvSpPr>
            <p:spPr>
              <a:xfrm>
                <a:off x="6479437" y="3548280"/>
                <a:ext cx="1201109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Rounded Rectangle 131">
                <a:extLst>
                  <a:ext uri="{FF2B5EF4-FFF2-40B4-BE49-F238E27FC236}">
                    <a16:creationId xmlns:a16="http://schemas.microsoft.com/office/drawing/2014/main" id="{59701A8F-08BE-D749-82C0-502336CCA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250" y="3588040"/>
                <a:ext cx="1601478" cy="605642"/>
              </a:xfrm>
              <a:prstGeom prst="roundRect">
                <a:avLst/>
              </a:prstGeom>
              <a:blipFill>
                <a:blip r:embed="rId10"/>
                <a:stretch>
                  <a:fillRect r="-39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B4420E4-AEF4-9647-9CF1-B6B72BABD8C8}"/>
              </a:ext>
            </a:extLst>
          </p:cNvPr>
          <p:cNvCxnSpPr>
            <a:cxnSpLocks/>
            <a:stCxn id="131" idx="3"/>
          </p:cNvCxnSpPr>
          <p:nvPr/>
        </p:nvCxnSpPr>
        <p:spPr>
          <a:xfrm>
            <a:off x="6298806" y="3782069"/>
            <a:ext cx="19249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695AC81-0E42-2D43-BA9D-C7C60F28BB9D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4315260" y="3782069"/>
            <a:ext cx="1934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51814F7-A584-0941-ABBA-C4DD6A6CBA68}"/>
              </a:ext>
            </a:extLst>
          </p:cNvPr>
          <p:cNvCxnSpPr>
            <a:cxnSpLocks/>
          </p:cNvCxnSpPr>
          <p:nvPr/>
        </p:nvCxnSpPr>
        <p:spPr>
          <a:xfrm>
            <a:off x="7680547" y="3780897"/>
            <a:ext cx="19249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8F271A6-1A65-ED42-BA92-56E032E99A16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4336602" y="3023777"/>
            <a:ext cx="172059" cy="7582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F5FF656-5AE5-3640-B7BF-5BC976E884EA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4321419" y="3303047"/>
            <a:ext cx="187242" cy="479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442AC7B2-BE7B-6840-914C-D423D8D81155}"/>
                  </a:ext>
                </a:extLst>
              </p:cNvPr>
              <p:cNvSpPr/>
              <p:nvPr/>
            </p:nvSpPr>
            <p:spPr>
              <a:xfrm>
                <a:off x="3867917" y="2816628"/>
                <a:ext cx="545342" cy="333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dirty="0"/>
              </a:p>
            </p:txBody>
          </p:sp>
        </mc:Choice>
        <mc:Fallback xmlns=""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442AC7B2-BE7B-6840-914C-D423D8D81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222" y="2612504"/>
                <a:ext cx="652166" cy="4133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5234B9D-D3B7-8E41-BECD-7D6DF67653E6}"/>
                  </a:ext>
                </a:extLst>
              </p:cNvPr>
              <p:cNvSpPr/>
              <p:nvPr/>
            </p:nvSpPr>
            <p:spPr>
              <a:xfrm>
                <a:off x="3794685" y="3174506"/>
                <a:ext cx="617477" cy="333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b="1" dirty="0"/>
              </a:p>
            </p:txBody>
          </p:sp>
        </mc:Choice>
        <mc:Fallback xmlns="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5234B9D-D3B7-8E41-BECD-7D6DF6765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579" y="3089674"/>
                <a:ext cx="748346" cy="4133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Rectangle 139">
            <a:extLst>
              <a:ext uri="{FF2B5EF4-FFF2-40B4-BE49-F238E27FC236}">
                <a16:creationId xmlns:a16="http://schemas.microsoft.com/office/drawing/2014/main" id="{F46F9A40-6536-D040-B4CB-D9D1DAF4DCB9}"/>
              </a:ext>
            </a:extLst>
          </p:cNvPr>
          <p:cNvSpPr/>
          <p:nvPr/>
        </p:nvSpPr>
        <p:spPr>
          <a:xfrm>
            <a:off x="1937284" y="4550923"/>
            <a:ext cx="514275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x-none" sz="2100" b="1" dirty="0">
                <a:solidFill>
                  <a:srgbClr val="00B0F0"/>
                </a:solidFill>
              </a:rPr>
              <a:t>The corresponding computation graph</a:t>
            </a:r>
          </a:p>
        </p:txBody>
      </p:sp>
      <p:sp>
        <p:nvSpPr>
          <p:cNvPr id="35" name="Right Bracket 34">
            <a:extLst>
              <a:ext uri="{FF2B5EF4-FFF2-40B4-BE49-F238E27FC236}">
                <a16:creationId xmlns:a16="http://schemas.microsoft.com/office/drawing/2014/main" id="{4A9235A5-9E7C-6241-8B03-9123E3D90FD0}"/>
              </a:ext>
            </a:extLst>
          </p:cNvPr>
          <p:cNvSpPr/>
          <p:nvPr/>
        </p:nvSpPr>
        <p:spPr>
          <a:xfrm rot="5400000">
            <a:off x="4551579" y="39254"/>
            <a:ext cx="130359" cy="8689344"/>
          </a:xfrm>
          <a:prstGeom prst="rightBracket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575072" y="5738983"/>
                <a:ext cx="5943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 smtClean="0">
                          <a:latin typeface="Cambria Math" panose="02040503050406030204" pitchFamily="18" charset="0"/>
                        </a:rPr>
                        <m:t>Cost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  <m:t>̂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400" b="1" i="1" dirty="0" smtClean="0">
                          <a:latin typeface="Cambria Math" panose="02040503050406030204" pitchFamily="18" charset="0"/>
                        </a:rPr>
                        <m:t>̂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  <m:t>̂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72" y="5738983"/>
                <a:ext cx="5943600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67170" y="5255084"/>
            <a:ext cx="3873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Cross entropy cost function: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/>
              <p14:cNvContentPartPr/>
              <p14:nvPr/>
            </p14:nvContentPartPr>
            <p14:xfrm>
              <a:off x="1369800" y="2960280"/>
              <a:ext cx="7278120" cy="35064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56840" y="2949480"/>
                <a:ext cx="7304760" cy="352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030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-14017" y="2286000"/>
            <a:ext cx="8855842" cy="1595838"/>
            <a:chOff x="12290" y="1478097"/>
            <a:chExt cx="8855842" cy="1595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55898" y="2740895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98" y="2740895"/>
                  <a:ext cx="617477" cy="33304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12290" y="1478097"/>
              <a:ext cx="8855842" cy="1516958"/>
              <a:chOff x="12290" y="1478097"/>
              <a:chExt cx="8855842" cy="1516958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2290" y="1478097"/>
                <a:ext cx="8678531" cy="1516958"/>
                <a:chOff x="282898" y="2816628"/>
                <a:chExt cx="8678531" cy="1516958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769F8367-C224-7F45-9DEF-90C73642CD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40615" y="4009185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4A6C235-4E40-DD4D-824B-56E59A9D7A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39393" y="4333586"/>
                  <a:ext cx="1301223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6E5522DB-D1B4-6449-9132-5A227E8B68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39393" y="4002512"/>
                  <a:ext cx="0" cy="32437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A15DAC30-A8F2-954E-8366-5607D59B2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3924" y="3555404"/>
                      <a:ext cx="1598635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A15DAC30-A8F2-954E-8366-5607D59B25A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65232" y="3597539"/>
                      <a:ext cx="2131513" cy="605642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l="-1176" r="-176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DEEE3800-2BB4-2846-AD76-F4BAA5C17F34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7495" y="3394401"/>
                  <a:ext cx="476429" cy="38811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B1645657-7BCD-9A44-B54B-091387EC902F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 flipV="1">
                  <a:off x="842137" y="3782520"/>
                  <a:ext cx="481787" cy="3537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EF450534-9A36-6740-8BA8-7897F9BEC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2898" y="3214796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EF450534-9A36-6740-8BA8-7897F9BEC86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7197" y="3143394"/>
                      <a:ext cx="652165" cy="41331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159" y="3588461"/>
                      <a:ext cx="348172" cy="3231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878" y="3641614"/>
                      <a:ext cx="389850" cy="4001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6B92EDD4-D151-A844-9A91-C8DFF0F8EC47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2137" y="3782520"/>
                  <a:ext cx="48178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5055" y="3552158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53407" y="3593211"/>
                      <a:ext cx="1601478" cy="605642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l="-781" r="-312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5964E0AF-E783-9741-A9AB-A17DF523C9BD}"/>
                    </a:ext>
                  </a:extLst>
                </p:cNvPr>
                <p:cNvCxnSpPr>
                  <a:cxnSpLocks/>
                  <a:stCxn id="22" idx="3"/>
                  <a:endCxn id="29" idx="1"/>
                </p:cNvCxnSpPr>
                <p:nvPr/>
              </p:nvCxnSpPr>
              <p:spPr>
                <a:xfrm flipV="1">
                  <a:off x="2922559" y="3779274"/>
                  <a:ext cx="192497" cy="32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0054831A-234F-9B4A-B799-E13760D59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8298" y="3548280"/>
                      <a:ext cx="1083131" cy="45423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0054831A-234F-9B4A-B799-E13760D5974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78298" y="3548280"/>
                      <a:ext cx="1083131" cy="454232"/>
                    </a:xfrm>
                    <a:prstGeom prst="roundRect">
                      <a:avLst/>
                    </a:prstGeom>
                    <a:blipFill rotWithShape="0"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8662" y="3554953"/>
                      <a:ext cx="1790144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11548" y="3596938"/>
                      <a:ext cx="2386859" cy="605642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 l="-1053" r="-210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id="{34CFCF7F-0D2D-4C49-9D2A-22A68A612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9437" y="3548280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34CFCF7F-0D2D-4C49-9D2A-22A68A6122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9437" y="3548280"/>
                      <a:ext cx="1201109" cy="454232"/>
                    </a:xfrm>
                    <a:prstGeom prst="roundRect">
                      <a:avLst/>
                    </a:prstGeom>
                    <a:blipFill rotWithShape="0">
                      <a:blip r:embed="rId11"/>
                      <a:stretch>
                        <a:fillRect r="-3483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B68851DB-7964-C047-9770-39FDAD6C1548}"/>
                    </a:ext>
                  </a:extLst>
                </p:cNvPr>
                <p:cNvCxnSpPr>
                  <a:cxnSpLocks/>
                  <a:stCxn id="38" idx="3"/>
                </p:cNvCxnSpPr>
                <p:nvPr/>
              </p:nvCxnSpPr>
              <p:spPr>
                <a:xfrm>
                  <a:off x="6298806" y="3782069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36B27910-26B8-5647-AA54-E03E0847EF08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15260" y="3782069"/>
                  <a:ext cx="19340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0A90C1CD-2E03-BD43-8354-01E59118A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80547" y="3780897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2566A0E4-E606-594D-AB1F-CD337B351D0D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36602" y="3023777"/>
                  <a:ext cx="172059" cy="75829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7F1B53B-20FD-BF47-A067-C83E3DCF37A5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21419" y="3303047"/>
                  <a:ext cx="187242" cy="4790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7917" y="2816628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7222" y="2612504"/>
                      <a:ext cx="652166" cy="41331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4685" y="3174506"/>
                      <a:ext cx="617477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59579" y="3089674"/>
                      <a:ext cx="748346" cy="41331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7910882" y="1613792"/>
                    <a:ext cx="957250" cy="38113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̂</m:t>
                        </m:r>
                      </m:oMath>
                    </a14:m>
                    <a:r>
                      <a:rPr lang="en-US" b="1" dirty="0"/>
                      <a:t> =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0882" y="1613792"/>
                    <a:ext cx="957250" cy="381130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l="-1911" t="-4762" b="-2381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027009" y="4251900"/>
                <a:ext cx="8619294" cy="861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x-none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sz="2400" b="1" i="1" baseline="30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baseline="30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baseline="300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d>
                        <m:dPr>
                          <m:ctrlP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𝒚𝒍𝒐𝒈</m:t>
                          </m:r>
                          <m:d>
                            <m:dPr>
                              <m:ctrlP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GB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09" y="4251900"/>
                <a:ext cx="8619294" cy="86107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BA228F-1737-2640-8E14-6A39C8B3946E}"/>
                  </a:ext>
                </a:extLst>
              </p:cNvPr>
              <p:cNvSpPr/>
              <p:nvPr/>
            </p:nvSpPr>
            <p:spPr>
              <a:xfrm>
                <a:off x="2721892" y="5066173"/>
                <a:ext cx="4174480" cy="876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sSup>
                          <m:sSupPr>
                            <m:ctrlP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x-none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32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x-none" sz="32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ABA228F-1737-2640-8E14-6A39C8B394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892" y="5066173"/>
                <a:ext cx="4174480" cy="876843"/>
              </a:xfrm>
              <a:prstGeom prst="rect">
                <a:avLst/>
              </a:prstGeom>
              <a:blipFill rotWithShape="0">
                <a:blip r:embed="rId16"/>
                <a:stretch>
                  <a:fillRect l="-3801" b="-1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868992" y="3818711"/>
                <a:ext cx="127470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a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[2]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GB" sz="24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</m:oMath>
                </a14:m>
                <a:endParaRPr lang="en-IN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992" y="3818711"/>
                <a:ext cx="1274708" cy="461665"/>
              </a:xfrm>
              <a:prstGeom prst="rect">
                <a:avLst/>
              </a:prstGeom>
              <a:blipFill rotWithShape="0">
                <a:blip r:embed="rId17"/>
                <a:stretch>
                  <a:fillRect l="-7656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/>
              <p14:cNvContentPartPr/>
              <p14:nvPr/>
            </p14:nvContentPartPr>
            <p14:xfrm>
              <a:off x="200880" y="124200"/>
              <a:ext cx="8609400" cy="5366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640" y="110880"/>
                <a:ext cx="8633160" cy="53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/>
              <p14:cNvContentPartPr/>
              <p14:nvPr/>
            </p14:nvContentPartPr>
            <p14:xfrm>
              <a:off x="1695240" y="122400"/>
              <a:ext cx="6749640" cy="594288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82280" y="113760"/>
                <a:ext cx="6771600" cy="596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46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1275604"/>
            <a:ext cx="8751763" cy="2084872"/>
            <a:chOff x="209666" y="2816628"/>
            <a:chExt cx="8751763" cy="208487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69F8367-C224-7F45-9DEF-90C73642CD94}"/>
                </a:ext>
              </a:extLst>
            </p:cNvPr>
            <p:cNvCxnSpPr>
              <a:cxnSpLocks/>
            </p:cNvCxnSpPr>
            <p:nvPr/>
          </p:nvCxnSpPr>
          <p:spPr>
            <a:xfrm>
              <a:off x="8440615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A6C235-4E40-DD4D-824B-56E59A9D7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393" y="4333586"/>
              <a:ext cx="130122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5522DB-D1B4-6449-9132-5A227E8B6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393" y="4002512"/>
              <a:ext cx="0" cy="3243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/>
                <p:nvPr/>
              </p:nvSpPr>
              <p:spPr>
                <a:xfrm>
                  <a:off x="1323924" y="3555404"/>
                  <a:ext cx="1598635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232" y="3597539"/>
                  <a:ext cx="2131513" cy="605642"/>
                </a:xfrm>
                <a:prstGeom prst="roundRect">
                  <a:avLst/>
                </a:prstGeom>
                <a:blipFill>
                  <a:blip r:embed="rId3"/>
                  <a:stretch>
                    <a:fillRect l="-1176" r="-176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EE3800-2BB4-2846-AD76-F4BAA5C17F3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7495" y="3394401"/>
              <a:ext cx="476429" cy="388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645657-7BCD-9A44-B54B-091387EC902F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V="1">
              <a:off x="842137" y="3782520"/>
              <a:ext cx="481787" cy="353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/>
                <p:nvPr/>
              </p:nvSpPr>
              <p:spPr>
                <a:xfrm>
                  <a:off x="282898" y="3214796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7" y="3143394"/>
                  <a:ext cx="652165" cy="4133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/>
                <p:nvPr/>
              </p:nvSpPr>
              <p:spPr>
                <a:xfrm>
                  <a:off x="461159" y="3588461"/>
                  <a:ext cx="34817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78" y="3641614"/>
                  <a:ext cx="38985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92EDD4-D151-A844-9A91-C8DFF0F8EC47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2137" y="3782520"/>
              <a:ext cx="481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/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3407" y="3593211"/>
                  <a:ext cx="1601478" cy="605642"/>
                </a:xfrm>
                <a:prstGeom prst="roundRect">
                  <a:avLst/>
                </a:prstGeom>
                <a:blipFill>
                  <a:blip r:embed="rId7"/>
                  <a:stretch>
                    <a:fillRect l="-781" r="-312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964E0AF-E783-9741-A9AB-A17DF523C9BD}"/>
                </a:ext>
              </a:extLst>
            </p:cNvPr>
            <p:cNvCxnSpPr>
              <a:cxnSpLocks/>
              <a:stCxn id="22" idx="3"/>
              <a:endCxn id="29" idx="1"/>
            </p:cNvCxnSpPr>
            <p:nvPr/>
          </p:nvCxnSpPr>
          <p:spPr>
            <a:xfrm flipV="1">
              <a:off x="2922559" y="3779274"/>
              <a:ext cx="192497" cy="32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/>
                <p:nvPr/>
              </p:nvSpPr>
              <p:spPr>
                <a:xfrm>
                  <a:off x="7878298" y="3548280"/>
                  <a:ext cx="1083131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4398" y="3588040"/>
                  <a:ext cx="1444174" cy="60564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63DEA5B3-2DE3-8B40-BC98-1CA953CC4041}"/>
                    </a:ext>
                  </a:extLst>
                </p:cNvPr>
                <p:cNvSpPr/>
                <p:nvPr/>
              </p:nvSpPr>
              <p:spPr>
                <a:xfrm>
                  <a:off x="4508661" y="3554953"/>
                  <a:ext cx="1891827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3DEA5B3-2DE3-8B40-BC98-1CA953CC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661" y="3554953"/>
                  <a:ext cx="1891827" cy="454232"/>
                </a:xfrm>
                <a:prstGeom prst="round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/>
                <p:nvPr/>
              </p:nvSpPr>
              <p:spPr>
                <a:xfrm>
                  <a:off x="6479437" y="3548280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250" y="3588040"/>
                  <a:ext cx="1601478" cy="605642"/>
                </a:xfrm>
                <a:prstGeom prst="roundRect">
                  <a:avLst/>
                </a:prstGeom>
                <a:blipFill>
                  <a:blip r:embed="rId10"/>
                  <a:stretch>
                    <a:fillRect r="-390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68851DB-7964-C047-9770-39FDAD6C1548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400488" y="3782069"/>
              <a:ext cx="9081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6B27910-26B8-5647-AA54-E03E0847EF08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15260" y="3782069"/>
              <a:ext cx="19340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A90C1CD-2E03-BD43-8354-01E59118A13F}"/>
                </a:ext>
              </a:extLst>
            </p:cNvPr>
            <p:cNvCxnSpPr>
              <a:cxnSpLocks/>
            </p:cNvCxnSpPr>
            <p:nvPr/>
          </p:nvCxnSpPr>
          <p:spPr>
            <a:xfrm>
              <a:off x="7680547" y="3780897"/>
              <a:ext cx="1924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566A0E4-E606-594D-AB1F-CD337B351D0D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36602" y="3023777"/>
              <a:ext cx="172059" cy="7582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7F1B53B-20FD-BF47-A067-C83E3DCF37A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21419" y="3303047"/>
              <a:ext cx="187242" cy="4790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/>
                <p:nvPr/>
              </p:nvSpPr>
              <p:spPr>
                <a:xfrm>
                  <a:off x="3867917" y="2816628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222" y="2612504"/>
                  <a:ext cx="652166" cy="4133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/>
                <p:nvPr/>
              </p:nvSpPr>
              <p:spPr>
                <a:xfrm>
                  <a:off x="3794685" y="3174506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579" y="3089674"/>
                  <a:ext cx="748346" cy="4133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B13D5F-E617-5442-9C43-7B532194DC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0386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7ABC04-71EF-E446-B198-42C88E0227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0437" y="4333586"/>
              <a:ext cx="1659950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5A036D-54F7-254F-9E11-D7167F76F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0438" y="399087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5947122" y="4439835"/>
                  <a:ext cx="20665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z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</a:t>
                  </a:r>
                  <a:r>
                    <a:rPr lang="en-GB" sz="2400" b="1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</m:oMath>
                  </a14:m>
                  <a:endParaRPr lang="en-IN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7122" y="4439835"/>
                  <a:ext cx="2066591" cy="461665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4425" t="-9333" b="-32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3692C04-7600-C74A-A533-2B81EC34AF5E}"/>
                  </a:ext>
                </a:extLst>
              </p:cNvPr>
              <p:cNvSpPr txBox="1"/>
              <p:nvPr/>
            </p:nvSpPr>
            <p:spPr>
              <a:xfrm>
                <a:off x="4508266" y="4139198"/>
                <a:ext cx="4316951" cy="1124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x-none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x-none" sz="2800" b="1" dirty="0">
                  <a:solidFill>
                    <a:schemeClr val="tx1"/>
                  </a:solidFill>
                </a:endParaRPr>
              </a:p>
              <a:p>
                <a:endParaRPr lang="x-none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692C04-7600-C74A-A533-2B81EC34A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266" y="4139198"/>
                <a:ext cx="4316951" cy="1124667"/>
              </a:xfrm>
              <a:prstGeom prst="rect">
                <a:avLst/>
              </a:prstGeom>
              <a:blipFill rotWithShape="0">
                <a:blip r:embed="rId14"/>
                <a:stretch>
                  <a:fillRect l="-1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0343" y="3129643"/>
                <a:ext cx="2522807" cy="1537985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d>
                        <m:d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43" y="3129643"/>
                <a:ext cx="2522807" cy="153798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6242602" y="3837640"/>
            <a:ext cx="719146" cy="822305"/>
          </a:xfrm>
          <a:prstGeom prst="ellipse">
            <a:avLst/>
          </a:prstGeom>
        </p:spPr>
        <p:txBody>
          <a:bodyPr wrap="square">
            <a:spAutoFit/>
          </a:bodyPr>
          <a:lstStyle/>
          <a:p>
            <a:endParaRPr lang="en-IN" sz="3200" b="1" i="1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4" name="Curved Connector 13"/>
          <p:cNvCxnSpPr>
            <a:stCxn id="8" idx="3"/>
            <a:endCxn id="48" idx="1"/>
          </p:cNvCxnSpPr>
          <p:nvPr/>
        </p:nvCxnSpPr>
        <p:spPr>
          <a:xfrm>
            <a:off x="2833150" y="3898636"/>
            <a:ext cx="3730487" cy="18702"/>
          </a:xfrm>
          <a:prstGeom prst="curvedConnector4">
            <a:avLst>
              <a:gd name="adj1" fmla="val 48297"/>
              <a:gd name="adj2" fmla="val -192644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36602" y="3686311"/>
            <a:ext cx="867446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/>
          <p:cNvSpPr/>
          <p:nvPr/>
        </p:nvSpPr>
        <p:spPr>
          <a:xfrm>
            <a:off x="4408021" y="4017420"/>
            <a:ext cx="799783" cy="11657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Curved Connector 48"/>
          <p:cNvCxnSpPr/>
          <p:nvPr/>
        </p:nvCxnSpPr>
        <p:spPr>
          <a:xfrm rot="5400000" flipH="1" flipV="1">
            <a:off x="3596901" y="5171849"/>
            <a:ext cx="1092366" cy="9284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1040" y="6133835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Error term = </a:t>
            </a:r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[2]</a:t>
            </a:r>
            <a:endParaRPr lang="en-IN" sz="2400" b="1" baseline="30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" name="Ink 4"/>
              <p14:cNvContentPartPr/>
              <p14:nvPr/>
            </p14:nvContentPartPr>
            <p14:xfrm>
              <a:off x="4252320" y="2338560"/>
              <a:ext cx="3839760" cy="2956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42960" y="2323080"/>
                <a:ext cx="3860640" cy="29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/>
              <p14:cNvContentPartPr/>
              <p14:nvPr/>
            </p14:nvContentPartPr>
            <p14:xfrm>
              <a:off x="125640" y="33480"/>
              <a:ext cx="8600400" cy="66222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4840" y="21240"/>
                <a:ext cx="8625240" cy="66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/>
              <p14:cNvContentPartPr/>
              <p14:nvPr/>
            </p14:nvContentPartPr>
            <p14:xfrm>
              <a:off x="5237640" y="6081120"/>
              <a:ext cx="46800" cy="385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34400" y="6077880"/>
                <a:ext cx="5328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26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F7276D-3768-934D-9EBC-671C89E5471F}"/>
                  </a:ext>
                </a:extLst>
              </p:cNvPr>
              <p:cNvSpPr/>
              <p:nvPr/>
            </p:nvSpPr>
            <p:spPr>
              <a:xfrm>
                <a:off x="2249138" y="3910321"/>
                <a:ext cx="6140369" cy="1217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latin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3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x-none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endParaRPr lang="x-none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x-none" sz="28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9F7276D-3768-934D-9EBC-671C89E54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138" y="3910321"/>
                <a:ext cx="6140369" cy="12170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206477" y="1450841"/>
            <a:ext cx="8751763" cy="2073444"/>
            <a:chOff x="209666" y="2816628"/>
            <a:chExt cx="8751763" cy="20734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/>
                <p:nvPr/>
              </p:nvSpPr>
              <p:spPr>
                <a:xfrm>
                  <a:off x="282898" y="3214796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7" y="3143394"/>
                  <a:ext cx="652165" cy="4133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461159" y="2816628"/>
              <a:ext cx="8500270" cy="2073444"/>
              <a:chOff x="461159" y="2816628"/>
              <a:chExt cx="8500270" cy="2073444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769F8367-C224-7F45-9DEF-90C73642C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0615" y="4009185"/>
                <a:ext cx="0" cy="32440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4A6C235-4E40-DD4D-824B-56E59A9D7A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39393" y="4333586"/>
                <a:ext cx="1301223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E5522DB-D1B4-6449-9132-5A227E8B68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39393" y="4002512"/>
                <a:ext cx="0" cy="32437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ounded Rectangle 21">
                    <a:extLst>
                      <a:ext uri="{FF2B5EF4-FFF2-40B4-BE49-F238E27FC236}">
                        <a16:creationId xmlns:a16="http://schemas.microsoft.com/office/drawing/2014/main" id="{A15DAC30-A8F2-954E-8366-5607D59B25AF}"/>
                      </a:ext>
                    </a:extLst>
                  </p:cNvPr>
                  <p:cNvSpPr/>
                  <p:nvPr/>
                </p:nvSpPr>
                <p:spPr>
                  <a:xfrm>
                    <a:off x="1323924" y="3555404"/>
                    <a:ext cx="1598635" cy="45423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GB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 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x-none" sz="15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ounded Rectangle 21">
                    <a:extLst>
                      <a:ext uri="{FF2B5EF4-FFF2-40B4-BE49-F238E27FC236}">
                        <a16:creationId xmlns:a16="http://schemas.microsoft.com/office/drawing/2014/main" id="{A15DAC30-A8F2-954E-8366-5607D59B25A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5232" y="3597539"/>
                    <a:ext cx="2131513" cy="605642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 l="-1176" r="-176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EEE3800-2BB4-2846-AD76-F4BAA5C17F34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847495" y="3394401"/>
                <a:ext cx="476429" cy="38811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1645657-7BCD-9A44-B54B-091387EC902F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 flipV="1">
                <a:off x="842137" y="3782520"/>
                <a:ext cx="481787" cy="3537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EA5E7216-3516-C347-8D1E-8CD7260DD79B}"/>
                      </a:ext>
                    </a:extLst>
                  </p:cNvPr>
                  <p:cNvSpPr/>
                  <p:nvPr/>
                </p:nvSpPr>
                <p:spPr>
                  <a:xfrm>
                    <a:off x="461159" y="3588461"/>
                    <a:ext cx="348172" cy="3231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5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EA5E7216-3516-C347-8D1E-8CD7260DD7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878" y="3641614"/>
                    <a:ext cx="389850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B92EDD4-D151-A844-9A91-C8DFF0F8EC47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842137" y="3782520"/>
                <a:ext cx="48178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ounded Rectangle 28">
                    <a:extLst>
                      <a:ext uri="{FF2B5EF4-FFF2-40B4-BE49-F238E27FC236}">
                        <a16:creationId xmlns:a16="http://schemas.microsoft.com/office/drawing/2014/main" id="{DCE6A734-8911-BD4D-B9F3-1889AB85DBF8}"/>
                      </a:ext>
                    </a:extLst>
                  </p:cNvPr>
                  <p:cNvSpPr/>
                  <p:nvPr/>
                </p:nvSpPr>
                <p:spPr>
                  <a:xfrm>
                    <a:off x="3115055" y="3552158"/>
                    <a:ext cx="1201109" cy="45423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x-none" sz="15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ounded Rectangle 28">
                    <a:extLst>
                      <a:ext uri="{FF2B5EF4-FFF2-40B4-BE49-F238E27FC236}">
                        <a16:creationId xmlns:a16="http://schemas.microsoft.com/office/drawing/2014/main" id="{DCE6A734-8911-BD4D-B9F3-1889AB85DB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3407" y="3593211"/>
                    <a:ext cx="1601478" cy="605642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l="-781" r="-3125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5964E0AF-E783-9741-A9AB-A17DF523C9BD}"/>
                  </a:ext>
                </a:extLst>
              </p:cNvPr>
              <p:cNvCxnSpPr>
                <a:cxnSpLocks/>
                <a:stCxn id="22" idx="3"/>
                <a:endCxn id="29" idx="1"/>
              </p:cNvCxnSpPr>
              <p:nvPr/>
            </p:nvCxnSpPr>
            <p:spPr>
              <a:xfrm flipV="1">
                <a:off x="2922559" y="3779274"/>
                <a:ext cx="192497" cy="324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ounded Rectangle 36">
                    <a:extLst>
                      <a:ext uri="{FF2B5EF4-FFF2-40B4-BE49-F238E27FC236}">
                        <a16:creationId xmlns:a16="http://schemas.microsoft.com/office/drawing/2014/main" id="{0054831A-234F-9B4A-B799-E13760D59747}"/>
                      </a:ext>
                    </a:extLst>
                  </p:cNvPr>
                  <p:cNvSpPr/>
                  <p:nvPr/>
                </p:nvSpPr>
                <p:spPr>
                  <a:xfrm>
                    <a:off x="7878298" y="3548280"/>
                    <a:ext cx="1083131" cy="45423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x-none" sz="15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Rounded Rectangle 36">
                    <a:extLst>
                      <a:ext uri="{FF2B5EF4-FFF2-40B4-BE49-F238E27FC236}">
                        <a16:creationId xmlns:a16="http://schemas.microsoft.com/office/drawing/2014/main" id="{0054831A-234F-9B4A-B799-E13760D597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4398" y="3588040"/>
                    <a:ext cx="1444174" cy="605642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ounded Rectangle 37">
                    <a:extLst>
                      <a:ext uri="{FF2B5EF4-FFF2-40B4-BE49-F238E27FC236}">
                        <a16:creationId xmlns:a16="http://schemas.microsoft.com/office/drawing/2014/main" id="{63DEA5B3-2DE3-8B40-BC98-1CA953CC4041}"/>
                      </a:ext>
                    </a:extLst>
                  </p:cNvPr>
                  <p:cNvSpPr/>
                  <p:nvPr/>
                </p:nvSpPr>
                <p:spPr>
                  <a:xfrm>
                    <a:off x="4508662" y="3554953"/>
                    <a:ext cx="1832820" cy="45423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GB" sz="15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15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 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x-none" sz="15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Rounded Rectangle 37">
                    <a:extLst>
                      <a:ext uri="{FF2B5EF4-FFF2-40B4-BE49-F238E27FC236}">
                        <a16:creationId xmlns:a16="http://schemas.microsoft.com/office/drawing/2014/main" xmlns:a14="http://schemas.microsoft.com/office/drawing/2010/main" xmlns="" id="{63DEA5B3-2DE3-8B40-BC98-1CA953CC40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8662" y="3554953"/>
                    <a:ext cx="1832820" cy="454232"/>
                  </a:xfrm>
                  <a:prstGeom prst="roundRect">
                    <a:avLst/>
                  </a:prstGeom>
                  <a:blipFill rotWithShape="0">
                    <a:blip r:embed="rId9"/>
                    <a:stretch>
                      <a:fillRect r="-32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ounded Rectangle 38">
                    <a:extLst>
                      <a:ext uri="{FF2B5EF4-FFF2-40B4-BE49-F238E27FC236}">
                        <a16:creationId xmlns:a16="http://schemas.microsoft.com/office/drawing/2014/main" id="{34CFCF7F-0D2D-4C49-9D2A-22A68A61228B}"/>
                      </a:ext>
                    </a:extLst>
                  </p:cNvPr>
                  <p:cNvSpPr/>
                  <p:nvPr/>
                </p:nvSpPr>
                <p:spPr>
                  <a:xfrm>
                    <a:off x="6479437" y="3548280"/>
                    <a:ext cx="1201109" cy="454232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x-none" sz="15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Rounded Rectangle 38">
                    <a:extLst>
                      <a:ext uri="{FF2B5EF4-FFF2-40B4-BE49-F238E27FC236}">
                        <a16:creationId xmlns:a16="http://schemas.microsoft.com/office/drawing/2014/main" id="{34CFCF7F-0D2D-4C49-9D2A-22A68A6122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9250" y="3588040"/>
                    <a:ext cx="1601478" cy="605642"/>
                  </a:xfrm>
                  <a:prstGeom prst="roundRect">
                    <a:avLst/>
                  </a:prstGeom>
                  <a:blipFill>
                    <a:blip r:embed="rId10"/>
                    <a:stretch>
                      <a:fillRect r="-390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68851DB-7964-C047-9770-39FDAD6C1548}"/>
                  </a:ext>
                </a:extLst>
              </p:cNvPr>
              <p:cNvCxnSpPr>
                <a:cxnSpLocks/>
                <a:stCxn id="38" idx="3"/>
              </p:cNvCxnSpPr>
              <p:nvPr/>
            </p:nvCxnSpPr>
            <p:spPr>
              <a:xfrm>
                <a:off x="6341482" y="3782069"/>
                <a:ext cx="14982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6B27910-26B8-5647-AA54-E03E0847EF08}"/>
                  </a:ext>
                </a:extLst>
              </p:cNvPr>
              <p:cNvCxnSpPr>
                <a:cxnSpLocks/>
                <a:endCxn id="38" idx="1"/>
              </p:cNvCxnSpPr>
              <p:nvPr/>
            </p:nvCxnSpPr>
            <p:spPr>
              <a:xfrm>
                <a:off x="4315260" y="3782069"/>
                <a:ext cx="19340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0A90C1CD-2E03-BD43-8354-01E59118A1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0547" y="3780897"/>
                <a:ext cx="19249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2566A0E4-E606-594D-AB1F-CD337B351D0D}"/>
                  </a:ext>
                </a:extLst>
              </p:cNvPr>
              <p:cNvCxnSpPr>
                <a:cxnSpLocks/>
                <a:endCxn id="38" idx="1"/>
              </p:cNvCxnSpPr>
              <p:nvPr/>
            </p:nvCxnSpPr>
            <p:spPr>
              <a:xfrm>
                <a:off x="4336602" y="3023777"/>
                <a:ext cx="172060" cy="75829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7F1B53B-20FD-BF47-A067-C83E3DCF37A5}"/>
                  </a:ext>
                </a:extLst>
              </p:cNvPr>
              <p:cNvCxnSpPr>
                <a:cxnSpLocks/>
                <a:endCxn id="38" idx="1"/>
              </p:cNvCxnSpPr>
              <p:nvPr/>
            </p:nvCxnSpPr>
            <p:spPr>
              <a:xfrm>
                <a:off x="4321419" y="3303047"/>
                <a:ext cx="187243" cy="47902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6A75BC9-9751-DF4A-BA36-4E8F857B3519}"/>
                      </a:ext>
                    </a:extLst>
                  </p:cNvPr>
                  <p:cNvSpPr/>
                  <p:nvPr/>
                </p:nvSpPr>
                <p:spPr>
                  <a:xfrm>
                    <a:off x="3867917" y="2816628"/>
                    <a:ext cx="545342" cy="33304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GB" sz="15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x-none" sz="1500" dirty="0"/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xmlns:a14="http://schemas.microsoft.com/office/drawing/2010/main" xmlns="" id="{F6A75BC9-9751-DF4A-BA36-4E8F857B35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7917" y="2816628"/>
                    <a:ext cx="545342" cy="333040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8E4F603-2206-9D42-8F26-1586531F6B88}"/>
                      </a:ext>
                    </a:extLst>
                  </p:cNvPr>
                  <p:cNvSpPr/>
                  <p:nvPr/>
                </p:nvSpPr>
                <p:spPr>
                  <a:xfrm>
                    <a:off x="3794685" y="3174506"/>
                    <a:ext cx="617477" cy="33304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8E4F603-2206-9D42-8F26-1586531F6B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9579" y="3089674"/>
                    <a:ext cx="748346" cy="41331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FB13D5F-E617-5442-9C43-7B532194DC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0386" y="4009185"/>
                <a:ext cx="0" cy="32440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47ABC04-71EF-E446-B198-42C88E0227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20437" y="4333586"/>
                <a:ext cx="1659950" cy="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75A036D-54F7-254F-9E11-D7167F76F3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0438" y="3990870"/>
                <a:ext cx="0" cy="34271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8C8558A-FCF2-A64D-B8B3-8569C266F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3512" y="4007042"/>
                <a:ext cx="0" cy="32440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2C491A7-E7F8-1440-A20E-C816ADCCCD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60489" y="4331445"/>
                <a:ext cx="1623025" cy="1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9EEB58A-50A0-3344-836B-FA90251A2DDF}"/>
                  </a:ext>
                </a:extLst>
              </p:cNvPr>
              <p:cNvCxnSpPr/>
              <p:nvPr/>
            </p:nvCxnSpPr>
            <p:spPr>
              <a:xfrm>
                <a:off x="3749938" y="2971022"/>
                <a:ext cx="185499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55BF75F-BB31-FF44-8F8C-031A491232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49938" y="2971021"/>
                <a:ext cx="10551" cy="136365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/>
                  <p:cNvSpPr/>
                  <p:nvPr/>
                </p:nvSpPr>
                <p:spPr>
                  <a:xfrm>
                    <a:off x="5173835" y="4428407"/>
                    <a:ext cx="289213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b="1" dirty="0">
                        <a:solidFill>
                          <a:srgbClr val="FF0000"/>
                        </a:solidFill>
                        <a:sym typeface="Wingdings" panose="05000000000000000000" pitchFamily="2" charset="2"/>
                      </a:rPr>
                      <a:t>b</a:t>
                    </a:r>
                    <a:r>
                      <a:rPr lang="en-US" sz="2400" b="1" baseline="30000" dirty="0">
                        <a:solidFill>
                          <a:srgbClr val="FF0000"/>
                        </a:solidFill>
                      </a:rPr>
                      <a:t>[2]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 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  <a:sym typeface="Wingdings" panose="05000000000000000000" pitchFamily="2" charset="2"/>
                      </a:rPr>
                      <a:t>z</a:t>
                    </a:r>
                    <a:r>
                      <a:rPr lang="en-US" sz="2400" b="1" baseline="30000" dirty="0">
                        <a:solidFill>
                          <a:srgbClr val="FF0000"/>
                        </a:solidFill>
                      </a:rPr>
                      <a:t>[2]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 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  <a:sym typeface="Wingdings" panose="05000000000000000000" pitchFamily="2" charset="2"/>
                      </a:rPr>
                      <a:t>a</a:t>
                    </a:r>
                    <a:r>
                      <a:rPr lang="en-US" sz="2400" b="1" baseline="30000" dirty="0">
                        <a:solidFill>
                          <a:srgbClr val="FF0000"/>
                        </a:solidFill>
                      </a:rPr>
                      <a:t>[2]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</a:rPr>
                      <a:t> </a:t>
                    </a:r>
                    <a:r>
                      <a:rPr lang="en-US" sz="2400" b="1" dirty="0">
                        <a:solidFill>
                          <a:srgbClr val="FF0000"/>
                        </a:solidFill>
                        <a:sym typeface="Wingdings" panose="05000000000000000000" pitchFamily="2" charset="2"/>
                      </a:rPr>
                      <a:t></a:t>
                    </a:r>
                    <a:r>
                      <a:rPr lang="en-GB" sz="2400" b="1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GB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oMath>
                    </a14:m>
                    <a:endParaRPr lang="en-IN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3835" y="4428407"/>
                    <a:ext cx="2892138" cy="461665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 l="-3158" t="-9211" b="-3026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98A0F55-91DD-9342-AD1D-5D28DA8E6D34}"/>
                  </a:ext>
                </a:extLst>
              </p:cNvPr>
              <p:cNvSpPr/>
              <p:nvPr/>
            </p:nvSpPr>
            <p:spPr>
              <a:xfrm>
                <a:off x="1944357" y="5549416"/>
                <a:ext cx="2387770" cy="7739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=</a:t>
                </a:r>
                <a:r>
                  <a:rPr lang="en-US" b="1" dirty="0">
                    <a:solidFill>
                      <a:srgbClr val="FF0000"/>
                    </a:solidFill>
                  </a:rPr>
                  <a:t>Error term = </a:t>
                </a:r>
                <a:r>
                  <a:rPr lang="en-US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b="1" baseline="30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[2]</a:t>
                </a:r>
                <a:endParaRPr lang="en-IN" b="1" baseline="30000" dirty="0">
                  <a:solidFill>
                    <a:srgbClr val="FF0000"/>
                  </a:solidFill>
                </a:endParaRPr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8A0F55-91DD-9342-AD1D-5D28DA8E6D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357" y="5549416"/>
                <a:ext cx="2387770" cy="77399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/>
          <p:cNvSpPr/>
          <p:nvPr/>
        </p:nvSpPr>
        <p:spPr>
          <a:xfrm>
            <a:off x="3352800" y="3550028"/>
            <a:ext cx="2027523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Curved Connector 18"/>
          <p:cNvCxnSpPr>
            <a:stCxn id="48" idx="0"/>
          </p:cNvCxnSpPr>
          <p:nvPr/>
        </p:nvCxnSpPr>
        <p:spPr>
          <a:xfrm rot="5400000" flipH="1" flipV="1">
            <a:off x="3195444" y="4987560"/>
            <a:ext cx="504654" cy="61905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A98A0F55-91DD-9342-AD1D-5D28DA8E6D34}"/>
              </a:ext>
            </a:extLst>
          </p:cNvPr>
          <p:cNvSpPr/>
          <p:nvPr/>
        </p:nvSpPr>
        <p:spPr>
          <a:xfrm>
            <a:off x="5317386" y="5786019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1</a:t>
            </a:r>
            <a:endParaRPr lang="x-none" sz="2400" dirty="0"/>
          </a:p>
        </p:txBody>
      </p:sp>
      <p:sp>
        <p:nvSpPr>
          <p:cNvPr id="53" name="Oval 52"/>
          <p:cNvSpPr/>
          <p:nvPr/>
        </p:nvSpPr>
        <p:spPr>
          <a:xfrm>
            <a:off x="5617460" y="3621246"/>
            <a:ext cx="867446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Curved Connector 53"/>
          <p:cNvCxnSpPr>
            <a:stCxn id="52" idx="0"/>
          </p:cNvCxnSpPr>
          <p:nvPr/>
        </p:nvCxnSpPr>
        <p:spPr>
          <a:xfrm rot="5400000" flipH="1" flipV="1">
            <a:off x="5560661" y="5133622"/>
            <a:ext cx="587216" cy="71757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" name="Ink 4"/>
              <p14:cNvContentPartPr/>
              <p14:nvPr/>
            </p14:nvContentPartPr>
            <p14:xfrm>
              <a:off x="2094840" y="1737720"/>
              <a:ext cx="6530400" cy="3039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82240" y="1726920"/>
                <a:ext cx="6558480" cy="30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" name="Ink 7"/>
              <p14:cNvContentPartPr/>
              <p14:nvPr/>
            </p14:nvContentPartPr>
            <p14:xfrm>
              <a:off x="443520" y="89640"/>
              <a:ext cx="5324040" cy="60699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0560" y="77040"/>
                <a:ext cx="5343480" cy="60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/>
              <p14:cNvContentPartPr/>
              <p14:nvPr/>
            </p14:nvContentPartPr>
            <p14:xfrm>
              <a:off x="2033640" y="503280"/>
              <a:ext cx="7096320" cy="46771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21400" y="490680"/>
                <a:ext cx="7122960" cy="470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91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DA5919F-80D9-E64A-BE22-D5D65A1FED59}"/>
                  </a:ext>
                </a:extLst>
              </p:cNvPr>
              <p:cNvSpPr/>
              <p:nvPr/>
            </p:nvSpPr>
            <p:spPr>
              <a:xfrm>
                <a:off x="2031153" y="4134892"/>
                <a:ext cx="6671955" cy="12262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GB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GB" sz="2400" b="1" i="1" baseline="300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  <a:p>
                <a:endParaRPr lang="x-none" sz="24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A5919F-80D9-E64A-BE22-D5D65A1FED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153" y="4134892"/>
                <a:ext cx="6671955" cy="122623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221226" y="1600200"/>
            <a:ext cx="8751763" cy="2034440"/>
            <a:chOff x="209666" y="2816628"/>
            <a:chExt cx="8751763" cy="203444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69F8367-C224-7F45-9DEF-90C73642CD94}"/>
                </a:ext>
              </a:extLst>
            </p:cNvPr>
            <p:cNvCxnSpPr>
              <a:cxnSpLocks/>
            </p:cNvCxnSpPr>
            <p:nvPr/>
          </p:nvCxnSpPr>
          <p:spPr>
            <a:xfrm>
              <a:off x="8440615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A6C235-4E40-DD4D-824B-56E59A9D7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393" y="4333586"/>
              <a:ext cx="130122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5522DB-D1B4-6449-9132-5A227E8B6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393" y="4002512"/>
              <a:ext cx="0" cy="3243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/>
                <p:nvPr/>
              </p:nvSpPr>
              <p:spPr>
                <a:xfrm>
                  <a:off x="1323924" y="3555404"/>
                  <a:ext cx="1598635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232" y="3597539"/>
                  <a:ext cx="2131513" cy="605642"/>
                </a:xfrm>
                <a:prstGeom prst="roundRect">
                  <a:avLst/>
                </a:prstGeom>
                <a:blipFill>
                  <a:blip r:embed="rId3"/>
                  <a:stretch>
                    <a:fillRect l="-1176" r="-176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EE3800-2BB4-2846-AD76-F4BAA5C17F3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7495" y="3394401"/>
              <a:ext cx="476429" cy="388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645657-7BCD-9A44-B54B-091387EC902F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V="1">
              <a:off x="842137" y="3782520"/>
              <a:ext cx="481787" cy="353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/>
                <p:nvPr/>
              </p:nvSpPr>
              <p:spPr>
                <a:xfrm>
                  <a:off x="282898" y="3214796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7" y="3143394"/>
                  <a:ext cx="652165" cy="4133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/>
                <p:nvPr/>
              </p:nvSpPr>
              <p:spPr>
                <a:xfrm>
                  <a:off x="461159" y="3588461"/>
                  <a:ext cx="34817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78" y="3641614"/>
                  <a:ext cx="38985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92EDD4-D151-A844-9A91-C8DFF0F8EC47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2137" y="3782520"/>
              <a:ext cx="481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/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3407" y="3593211"/>
                  <a:ext cx="1601478" cy="605642"/>
                </a:xfrm>
                <a:prstGeom prst="roundRect">
                  <a:avLst/>
                </a:prstGeom>
                <a:blipFill>
                  <a:blip r:embed="rId7"/>
                  <a:stretch>
                    <a:fillRect l="-781" r="-312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964E0AF-E783-9741-A9AB-A17DF523C9BD}"/>
                </a:ext>
              </a:extLst>
            </p:cNvPr>
            <p:cNvCxnSpPr>
              <a:cxnSpLocks/>
              <a:stCxn id="22" idx="3"/>
              <a:endCxn id="29" idx="1"/>
            </p:cNvCxnSpPr>
            <p:nvPr/>
          </p:nvCxnSpPr>
          <p:spPr>
            <a:xfrm flipV="1">
              <a:off x="2922559" y="3779274"/>
              <a:ext cx="192497" cy="32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/>
                <p:nvPr/>
              </p:nvSpPr>
              <p:spPr>
                <a:xfrm>
                  <a:off x="7878298" y="3548280"/>
                  <a:ext cx="1083131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4398" y="3588040"/>
                  <a:ext cx="1444174" cy="60564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63DEA5B3-2DE3-8B40-BC98-1CA953CC4041}"/>
                    </a:ext>
                  </a:extLst>
                </p:cNvPr>
                <p:cNvSpPr/>
                <p:nvPr/>
              </p:nvSpPr>
              <p:spPr>
                <a:xfrm>
                  <a:off x="4508662" y="3554953"/>
                  <a:ext cx="1804378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3DEA5B3-2DE3-8B40-BC98-1CA953CC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662" y="3554953"/>
                  <a:ext cx="1804378" cy="454232"/>
                </a:xfrm>
                <a:prstGeom prst="roundRect">
                  <a:avLst/>
                </a:prstGeom>
                <a:blipFill rotWithShape="0">
                  <a:blip r:embed="rId9"/>
                  <a:stretch>
                    <a:fillRect l="-667" r="-1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/>
                <p:nvPr/>
              </p:nvSpPr>
              <p:spPr>
                <a:xfrm>
                  <a:off x="6479437" y="3548280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250" y="3588040"/>
                  <a:ext cx="1601478" cy="605642"/>
                </a:xfrm>
                <a:prstGeom prst="roundRect">
                  <a:avLst/>
                </a:prstGeom>
                <a:blipFill>
                  <a:blip r:embed="rId10"/>
                  <a:stretch>
                    <a:fillRect r="-390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68851DB-7964-C047-9770-39FDAD6C1548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313040" y="3782069"/>
              <a:ext cx="1782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6B27910-26B8-5647-AA54-E03E0847EF08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15260" y="3782069"/>
              <a:ext cx="1934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A90C1CD-2E03-BD43-8354-01E59118A13F}"/>
                </a:ext>
              </a:extLst>
            </p:cNvPr>
            <p:cNvCxnSpPr>
              <a:cxnSpLocks/>
            </p:cNvCxnSpPr>
            <p:nvPr/>
          </p:nvCxnSpPr>
          <p:spPr>
            <a:xfrm>
              <a:off x="7680547" y="3780897"/>
              <a:ext cx="1924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566A0E4-E606-594D-AB1F-CD337B351D0D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36602" y="3023777"/>
              <a:ext cx="172060" cy="7582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7F1B53B-20FD-BF47-A067-C83E3DCF37A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21419" y="3303047"/>
              <a:ext cx="187243" cy="4790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/>
                <p:nvPr/>
              </p:nvSpPr>
              <p:spPr>
                <a:xfrm>
                  <a:off x="3867917" y="2816628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222" y="2612504"/>
                  <a:ext cx="652166" cy="4133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/>
                <p:nvPr/>
              </p:nvSpPr>
              <p:spPr>
                <a:xfrm>
                  <a:off x="3794685" y="3174506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28E4F603-2206-9D42-8F26-1586531F6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685" y="3174506"/>
                  <a:ext cx="617477" cy="33304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B13D5F-E617-5442-9C43-7B532194DC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0386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7ABC04-71EF-E446-B198-42C88E0227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0437" y="4333586"/>
              <a:ext cx="1659950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5A036D-54F7-254F-9E11-D7167F76F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0438" y="399087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8C8558A-FCF2-A64D-B8B3-8569C266F145}"/>
                </a:ext>
              </a:extLst>
            </p:cNvPr>
            <p:cNvCxnSpPr>
              <a:cxnSpLocks/>
            </p:cNvCxnSpPr>
            <p:nvPr/>
          </p:nvCxnSpPr>
          <p:spPr>
            <a:xfrm>
              <a:off x="5383512" y="4007042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C491A7-E7F8-1440-A20E-C816ADCCC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489" y="4331445"/>
              <a:ext cx="1623025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EEB58A-50A0-3344-836B-FA90251A2DDF}"/>
                </a:ext>
              </a:extLst>
            </p:cNvPr>
            <p:cNvCxnSpPr/>
            <p:nvPr/>
          </p:nvCxnSpPr>
          <p:spPr>
            <a:xfrm>
              <a:off x="3749938" y="2971022"/>
              <a:ext cx="18549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3112CE2-A8D2-1744-B69C-BBF244053E0D}"/>
                </a:ext>
              </a:extLst>
            </p:cNvPr>
            <p:cNvCxnSpPr>
              <a:cxnSpLocks/>
            </p:cNvCxnSpPr>
            <p:nvPr/>
          </p:nvCxnSpPr>
          <p:spPr>
            <a:xfrm>
              <a:off x="3749938" y="3303047"/>
              <a:ext cx="11797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AD2713D-E49F-3C4E-9AE7-4633EAA555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9938" y="2971021"/>
              <a:ext cx="10551" cy="13636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5221969" y="4389403"/>
                  <a:ext cx="294343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w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z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</a:t>
                  </a:r>
                  <a:r>
                    <a:rPr lang="en-GB" sz="2400" b="1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</m:oMath>
                  </a14:m>
                  <a:endParaRPr lang="en-IN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1969" y="4389403"/>
                  <a:ext cx="2943434" cy="461665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3320" t="-9333" b="-32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98A0F55-91DD-9342-AD1D-5D28DA8E6D34}"/>
                  </a:ext>
                </a:extLst>
              </p:cNvPr>
              <p:cNvSpPr/>
              <p:nvPr/>
            </p:nvSpPr>
            <p:spPr>
              <a:xfrm>
                <a:off x="2666425" y="5811798"/>
                <a:ext cx="1437894" cy="1001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sz="2400" b="1" baseline="30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[2]</a:t>
                </a:r>
                <a:endParaRPr lang="en-IN" sz="2400" b="1" baseline="30000" dirty="0">
                  <a:solidFill>
                    <a:srgbClr val="FF0000"/>
                  </a:solidFill>
                </a:endParaRPr>
              </a:p>
              <a:p>
                <a:endParaRPr lang="x-none" sz="2400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98A0F55-91DD-9342-AD1D-5D28DA8E6D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425" y="5811798"/>
                <a:ext cx="1437894" cy="1001300"/>
              </a:xfrm>
              <a:prstGeom prst="rect">
                <a:avLst/>
              </a:prstGeom>
              <a:blipFill rotWithShape="0">
                <a:blip r:embed="rId14"/>
                <a:stretch>
                  <a:fillRect r="-12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/>
          <p:cNvSpPr/>
          <p:nvPr/>
        </p:nvSpPr>
        <p:spPr>
          <a:xfrm>
            <a:off x="3353692" y="3876543"/>
            <a:ext cx="2027523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Curved Connector 53"/>
          <p:cNvCxnSpPr>
            <a:stCxn id="50" idx="0"/>
          </p:cNvCxnSpPr>
          <p:nvPr/>
        </p:nvCxnSpPr>
        <p:spPr>
          <a:xfrm rot="5400000" flipH="1" flipV="1">
            <a:off x="3180127" y="5429827"/>
            <a:ext cx="587216" cy="17672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63071" y="5329376"/>
            <a:ext cx="3448380" cy="152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Dimension of </a:t>
            </a:r>
            <a:r>
              <a:rPr lang="en-US" sz="2000" b="1" dirty="0" err="1">
                <a:solidFill>
                  <a:srgbClr val="0070C0"/>
                </a:solidFill>
                <a:latin typeface="+mn-lt"/>
              </a:rPr>
              <a:t>dz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,1)</a:t>
            </a:r>
          </a:p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Dimension of a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[1]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[1]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,1)</a:t>
            </a:r>
          </a:p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Hence transpose of a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[1]</a:t>
            </a:r>
          </a:p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Dimension of </a:t>
            </a:r>
            <a:r>
              <a:rPr lang="en-US" sz="2000" b="1" dirty="0" err="1">
                <a:solidFill>
                  <a:srgbClr val="0070C0"/>
                </a:solidFill>
                <a:latin typeface="+mn-lt"/>
              </a:rPr>
              <a:t>dW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, 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[1]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)</a:t>
            </a:r>
          </a:p>
          <a:p>
            <a:endParaRPr lang="en-IN" sz="2000" b="1" baseline="30000" dirty="0">
              <a:solidFill>
                <a:srgbClr val="0070C0"/>
              </a:solidFill>
              <a:latin typeface="+mn-lt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7031572" y="809473"/>
            <a:ext cx="1706064" cy="932935"/>
            <a:chOff x="7196405" y="736762"/>
            <a:chExt cx="1706064" cy="93293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35594" y="736762"/>
              <a:ext cx="1190625" cy="32385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96405" y="1060730"/>
              <a:ext cx="1095375" cy="27622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35594" y="1355372"/>
              <a:ext cx="1666875" cy="31432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/>
              <p14:cNvContentPartPr/>
              <p14:nvPr/>
            </p14:nvContentPartPr>
            <p14:xfrm>
              <a:off x="5621040" y="3504600"/>
              <a:ext cx="736200" cy="125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08440" y="3492000"/>
                <a:ext cx="7585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/>
              <p14:cNvContentPartPr/>
              <p14:nvPr/>
            </p14:nvContentPartPr>
            <p14:xfrm>
              <a:off x="164880" y="2687040"/>
              <a:ext cx="8465400" cy="39355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0120" y="2678400"/>
                <a:ext cx="8494920" cy="39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Ink 9"/>
              <p14:cNvContentPartPr/>
              <p14:nvPr/>
            </p14:nvContentPartPr>
            <p14:xfrm>
              <a:off x="1041840" y="3537000"/>
              <a:ext cx="7617600" cy="15865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8160" y="3524040"/>
                <a:ext cx="7643880" cy="160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84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6A75BC9-9751-DF4A-BA36-4E8F857B3519}"/>
                  </a:ext>
                </a:extLst>
              </p:cNvPr>
              <p:cNvSpPr/>
              <p:nvPr/>
            </p:nvSpPr>
            <p:spPr>
              <a:xfrm>
                <a:off x="3867917" y="2816628"/>
                <a:ext cx="545342" cy="333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5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dirty="0"/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6A75BC9-9751-DF4A-BA36-4E8F857B3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222" y="2612504"/>
                <a:ext cx="652166" cy="4133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Q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DA5919F-80D9-E64A-BE22-D5D65A1FED59}"/>
                  </a:ext>
                </a:extLst>
              </p:cNvPr>
              <p:cNvSpPr/>
              <p:nvPr/>
            </p:nvSpPr>
            <p:spPr>
              <a:xfrm>
                <a:off x="2008162" y="3976515"/>
                <a:ext cx="6180859" cy="7861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28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GB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28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  <m:r>
                          <a:rPr lang="en-GB" sz="2800" b="1" i="1" baseline="30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GB" sz="2800" b="1" i="1" baseline="30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x-none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GB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8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endParaRPr lang="x-none" sz="28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DA5919F-80D9-E64A-BE22-D5D65A1FED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162" y="3976515"/>
                <a:ext cx="6180859" cy="786113"/>
              </a:xfrm>
              <a:prstGeom prst="rect">
                <a:avLst/>
              </a:prstGeom>
              <a:blipFill rotWithShape="0">
                <a:blip r:embed="rId12"/>
                <a:stretch>
                  <a:fillRect b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28600" y="1728306"/>
            <a:ext cx="8751763" cy="1954061"/>
            <a:chOff x="209666" y="2971021"/>
            <a:chExt cx="8751763" cy="195406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69F8367-C224-7F45-9DEF-90C73642CD94}"/>
                </a:ext>
              </a:extLst>
            </p:cNvPr>
            <p:cNvCxnSpPr>
              <a:cxnSpLocks/>
            </p:cNvCxnSpPr>
            <p:nvPr/>
          </p:nvCxnSpPr>
          <p:spPr>
            <a:xfrm>
              <a:off x="8440615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A6C235-4E40-DD4D-824B-56E59A9D7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393" y="4333586"/>
              <a:ext cx="130122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5522DB-D1B4-6449-9132-5A227E8B6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393" y="4002512"/>
              <a:ext cx="0" cy="3243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/>
                <p:nvPr/>
              </p:nvSpPr>
              <p:spPr>
                <a:xfrm>
                  <a:off x="1323924" y="3555404"/>
                  <a:ext cx="1598635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232" y="3597539"/>
                  <a:ext cx="2131513" cy="605642"/>
                </a:xfrm>
                <a:prstGeom prst="roundRect">
                  <a:avLst/>
                </a:prstGeom>
                <a:blipFill>
                  <a:blip r:embed="rId3"/>
                  <a:stretch>
                    <a:fillRect l="-1176" r="-176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EE3800-2BB4-2846-AD76-F4BAA5C17F3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7495" y="3394401"/>
              <a:ext cx="476429" cy="388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645657-7BCD-9A44-B54B-091387EC902F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V="1">
              <a:off x="842137" y="3782520"/>
              <a:ext cx="481787" cy="353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/>
                <p:nvPr/>
              </p:nvSpPr>
              <p:spPr>
                <a:xfrm>
                  <a:off x="282898" y="3214796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7" y="3143394"/>
                  <a:ext cx="652165" cy="41331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/>
                <p:nvPr/>
              </p:nvSpPr>
              <p:spPr>
                <a:xfrm>
                  <a:off x="461159" y="3588461"/>
                  <a:ext cx="34817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78" y="3641614"/>
                  <a:ext cx="38985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92EDD4-D151-A844-9A91-C8DFF0F8EC47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2137" y="3782520"/>
              <a:ext cx="481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/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DCE6A734-8911-BD4D-B9F3-1889AB85D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blipFill rotWithShape="0">
                  <a:blip r:embed="rId13"/>
                  <a:stretch>
                    <a:fillRect r="-348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964E0AF-E783-9741-A9AB-A17DF523C9BD}"/>
                </a:ext>
              </a:extLst>
            </p:cNvPr>
            <p:cNvCxnSpPr>
              <a:cxnSpLocks/>
              <a:stCxn id="22" idx="3"/>
              <a:endCxn id="29" idx="1"/>
            </p:cNvCxnSpPr>
            <p:nvPr/>
          </p:nvCxnSpPr>
          <p:spPr>
            <a:xfrm flipV="1">
              <a:off x="2922559" y="3779274"/>
              <a:ext cx="192497" cy="32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/>
                <p:nvPr/>
              </p:nvSpPr>
              <p:spPr>
                <a:xfrm>
                  <a:off x="7878298" y="3548280"/>
                  <a:ext cx="1083131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4398" y="3588040"/>
                  <a:ext cx="1444174" cy="60564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63DEA5B3-2DE3-8B40-BC98-1CA953CC4041}"/>
                    </a:ext>
                  </a:extLst>
                </p:cNvPr>
                <p:cNvSpPr/>
                <p:nvPr/>
              </p:nvSpPr>
              <p:spPr>
                <a:xfrm>
                  <a:off x="4508662" y="3554953"/>
                  <a:ext cx="1832820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3DEA5B3-2DE3-8B40-BC98-1CA953CC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662" y="3554953"/>
                  <a:ext cx="1832820" cy="454232"/>
                </a:xfrm>
                <a:prstGeom prst="roundRect">
                  <a:avLst/>
                </a:prstGeom>
                <a:blipFill rotWithShape="0">
                  <a:blip r:embed="rId14"/>
                  <a:stretch>
                    <a:fillRect r="-3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/>
                <p:nvPr/>
              </p:nvSpPr>
              <p:spPr>
                <a:xfrm>
                  <a:off x="6479437" y="3548280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250" y="3588040"/>
                  <a:ext cx="1601478" cy="605642"/>
                </a:xfrm>
                <a:prstGeom prst="roundRect">
                  <a:avLst/>
                </a:prstGeom>
                <a:blipFill>
                  <a:blip r:embed="rId10"/>
                  <a:stretch>
                    <a:fillRect r="-390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68851DB-7964-C047-9770-39FDAD6C1548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341482" y="3782069"/>
              <a:ext cx="14982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6B27910-26B8-5647-AA54-E03E0847EF08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15260" y="3782069"/>
              <a:ext cx="19340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A90C1CD-2E03-BD43-8354-01E59118A13F}"/>
                </a:ext>
              </a:extLst>
            </p:cNvPr>
            <p:cNvCxnSpPr>
              <a:cxnSpLocks/>
            </p:cNvCxnSpPr>
            <p:nvPr/>
          </p:nvCxnSpPr>
          <p:spPr>
            <a:xfrm>
              <a:off x="7680547" y="3780897"/>
              <a:ext cx="1924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566A0E4-E606-594D-AB1F-CD337B351D0D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36602" y="3023777"/>
              <a:ext cx="172060" cy="7582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7F1B53B-20FD-BF47-A067-C83E3DCF37A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21419" y="3303047"/>
              <a:ext cx="187243" cy="4790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/>
                <p:nvPr/>
              </p:nvSpPr>
              <p:spPr>
                <a:xfrm>
                  <a:off x="3794685" y="3174506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579" y="3089674"/>
                  <a:ext cx="748346" cy="41331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B13D5F-E617-5442-9C43-7B532194DC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0386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7ABC04-71EF-E446-B198-42C88E0227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0437" y="4333586"/>
              <a:ext cx="1659950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5A036D-54F7-254F-9E11-D7167F76F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0438" y="399087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8C8558A-FCF2-A64D-B8B3-8569C266F145}"/>
                </a:ext>
              </a:extLst>
            </p:cNvPr>
            <p:cNvCxnSpPr>
              <a:cxnSpLocks/>
            </p:cNvCxnSpPr>
            <p:nvPr/>
          </p:nvCxnSpPr>
          <p:spPr>
            <a:xfrm>
              <a:off x="5383512" y="4007042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C491A7-E7F8-1440-A20E-C816ADCCC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489" y="4331445"/>
              <a:ext cx="1623025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EEB58A-50A0-3344-836B-FA90251A2DDF}"/>
                </a:ext>
              </a:extLst>
            </p:cNvPr>
            <p:cNvCxnSpPr/>
            <p:nvPr/>
          </p:nvCxnSpPr>
          <p:spPr>
            <a:xfrm>
              <a:off x="3749938" y="2971022"/>
              <a:ext cx="18549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3112CE2-A8D2-1744-B69C-BBF244053E0D}"/>
                </a:ext>
              </a:extLst>
            </p:cNvPr>
            <p:cNvCxnSpPr>
              <a:cxnSpLocks/>
            </p:cNvCxnSpPr>
            <p:nvPr/>
          </p:nvCxnSpPr>
          <p:spPr>
            <a:xfrm>
              <a:off x="3749938" y="3303047"/>
              <a:ext cx="11797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AD2713D-E49F-3C4E-9AE7-4633EAA555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9938" y="2971021"/>
              <a:ext cx="10551" cy="13636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27D40C-FC1D-8849-9CB1-BB25EADAC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4486" y="4329911"/>
              <a:ext cx="1699026" cy="638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9763970-CA71-754D-BCEE-91FC05893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485" y="399358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5701339" y="4463417"/>
                  <a:ext cx="287610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[1]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z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</a:t>
                  </a:r>
                  <a:r>
                    <a:rPr lang="en-GB" sz="2400" b="1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</m:oMath>
                  </a14:m>
                  <a:endParaRPr lang="en-IN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1339" y="4463417"/>
                  <a:ext cx="2876108" cy="4616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3178" t="-9211" b="-30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8A0F55-91DD-9342-AD1D-5D28DA8E6D34}"/>
                  </a:ext>
                </a:extLst>
              </p:cNvPr>
              <p:cNvSpPr/>
              <p:nvPr/>
            </p:nvSpPr>
            <p:spPr>
              <a:xfrm>
                <a:off x="2213609" y="5002156"/>
                <a:ext cx="1437894" cy="1001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sz="2400" b="1" baseline="300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[2]</a:t>
                </a:r>
                <a:endParaRPr lang="en-IN" sz="2400" b="1" baseline="30000" dirty="0">
                  <a:solidFill>
                    <a:srgbClr val="FF0000"/>
                  </a:solidFill>
                </a:endParaRPr>
              </a:p>
              <a:p>
                <a:endParaRPr lang="x-none" sz="2400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98A0F55-91DD-9342-AD1D-5D28DA8E6D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609" y="5002156"/>
                <a:ext cx="1437894" cy="1001300"/>
              </a:xfrm>
              <a:prstGeom prst="rect">
                <a:avLst/>
              </a:prstGeom>
              <a:blipFill rotWithShape="0">
                <a:blip r:embed="rId17"/>
                <a:stretch>
                  <a:fillRect r="-12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/>
          <p:cNvSpPr/>
          <p:nvPr/>
        </p:nvSpPr>
        <p:spPr>
          <a:xfrm>
            <a:off x="3133990" y="3623341"/>
            <a:ext cx="1742810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Curved Connector 54"/>
          <p:cNvCxnSpPr>
            <a:stCxn id="53" idx="0"/>
          </p:cNvCxnSpPr>
          <p:nvPr/>
        </p:nvCxnSpPr>
        <p:spPr>
          <a:xfrm rot="5400000" flipH="1" flipV="1">
            <a:off x="2902522" y="4792476"/>
            <a:ext cx="239714" cy="1796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439371" y="5274766"/>
            <a:ext cx="34708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Dimension of </a:t>
            </a:r>
            <a:r>
              <a:rPr lang="en-US" sz="2000" b="1" dirty="0" err="1">
                <a:solidFill>
                  <a:srgbClr val="0070C0"/>
                </a:solidFill>
                <a:latin typeface="+mn-lt"/>
              </a:rPr>
              <a:t>dz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,1)</a:t>
            </a:r>
          </a:p>
          <a:p>
            <a:r>
              <a:rPr lang="en-US" sz="2000" b="1" dirty="0">
                <a:solidFill>
                  <a:srgbClr val="0070C0"/>
                </a:solidFill>
                <a:latin typeface="+mn-lt"/>
              </a:rPr>
              <a:t>Dimension of W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 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[2]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, n</a:t>
            </a:r>
            <a:r>
              <a:rPr lang="en-US" sz="2000" b="1" baseline="30000" dirty="0">
                <a:solidFill>
                  <a:srgbClr val="0070C0"/>
                </a:solidFill>
                <a:latin typeface="+mn-lt"/>
              </a:rPr>
              <a:t>[1]</a:t>
            </a:r>
            <a:r>
              <a:rPr lang="en-US" sz="2000" b="1" dirty="0">
                <a:solidFill>
                  <a:srgbClr val="0070C0"/>
                </a:solidFill>
                <a:latin typeface="+mn-lt"/>
              </a:rPr>
              <a:t>)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Dimension of da</a:t>
            </a:r>
            <a:r>
              <a:rPr lang="en-US" sz="2000" b="1" baseline="30000" dirty="0">
                <a:solidFill>
                  <a:srgbClr val="0070C0"/>
                </a:solidFill>
              </a:rPr>
              <a:t>[1] </a:t>
            </a:r>
            <a:r>
              <a:rPr lang="en-US" sz="2000" b="1" dirty="0">
                <a:solidFill>
                  <a:srgbClr val="0070C0"/>
                </a:solidFill>
              </a:rPr>
              <a:t>is (n</a:t>
            </a:r>
            <a:r>
              <a:rPr lang="en-US" sz="2000" b="1" baseline="30000" dirty="0">
                <a:solidFill>
                  <a:srgbClr val="0070C0"/>
                </a:solidFill>
              </a:rPr>
              <a:t>[1]</a:t>
            </a:r>
            <a:r>
              <a:rPr lang="en-US" sz="2000" b="1" dirty="0">
                <a:solidFill>
                  <a:srgbClr val="0070C0"/>
                </a:solidFill>
              </a:rPr>
              <a:t>,1)</a:t>
            </a:r>
            <a:endParaRPr lang="en-IN" sz="2000" b="1" baseline="30000" dirty="0">
              <a:solidFill>
                <a:srgbClr val="0070C0"/>
              </a:solidFill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/>
              <p14:cNvContentPartPr/>
              <p14:nvPr/>
            </p14:nvContentPartPr>
            <p14:xfrm>
              <a:off x="6100560" y="3532680"/>
              <a:ext cx="678960" cy="1630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87960" y="3520080"/>
                <a:ext cx="6998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Ink 9"/>
              <p14:cNvContentPartPr/>
              <p14:nvPr/>
            </p14:nvContentPartPr>
            <p14:xfrm>
              <a:off x="3206880" y="2637000"/>
              <a:ext cx="3543840" cy="36068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94280" y="2633400"/>
                <a:ext cx="3565800" cy="36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6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6FDA0FA-5CE8-6B47-AC55-45756912D9F6}"/>
                  </a:ext>
                </a:extLst>
              </p:cNvPr>
              <p:cNvSpPr/>
              <p:nvPr/>
            </p:nvSpPr>
            <p:spPr>
              <a:xfrm>
                <a:off x="136654" y="4034670"/>
                <a:ext cx="8128708" cy="1111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GB" sz="2000" b="1" i="1" baseline="30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GB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x-none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sSup>
                                <m:sSupPr>
                                  <m:ctrlP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2000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GB" sz="20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2000" dirty="0">
                  <a:solidFill>
                    <a:schemeClr val="tx1"/>
                  </a:solidFill>
                </a:endParaRPr>
              </a:p>
              <a:p>
                <a:endParaRPr lang="x-none" sz="20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6FDA0FA-5CE8-6B47-AC55-45756912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54" y="4034670"/>
                <a:ext cx="8128708" cy="11119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72D1C9E2-C1A2-A04A-A827-4990EECF3DF1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6477000" y="3974639"/>
            <a:ext cx="349618" cy="383196"/>
          </a:xfrm>
          <a:prstGeom prst="curvedConnector2">
            <a:avLst/>
          </a:prstGeom>
          <a:ln w="190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1A9084-A7B6-2E4E-9D99-75B5081D98BD}"/>
              </a:ext>
            </a:extLst>
          </p:cNvPr>
          <p:cNvSpPr txBox="1"/>
          <p:nvPr/>
        </p:nvSpPr>
        <p:spPr>
          <a:xfrm>
            <a:off x="6826618" y="3813056"/>
            <a:ext cx="21820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500" b="1" dirty="0">
                <a:solidFill>
                  <a:srgbClr val="00B0F0"/>
                </a:solidFill>
              </a:rPr>
              <a:t>Element-wise product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4413" y="1574252"/>
            <a:ext cx="8751763" cy="2069157"/>
            <a:chOff x="209666" y="2816628"/>
            <a:chExt cx="8751763" cy="20691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69F8367-C224-7F45-9DEF-90C73642CD94}"/>
                </a:ext>
              </a:extLst>
            </p:cNvPr>
            <p:cNvCxnSpPr>
              <a:cxnSpLocks/>
            </p:cNvCxnSpPr>
            <p:nvPr/>
          </p:nvCxnSpPr>
          <p:spPr>
            <a:xfrm>
              <a:off x="8440615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A6C235-4E40-DD4D-824B-56E59A9D7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393" y="4333586"/>
              <a:ext cx="130122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5522DB-D1B4-6449-9132-5A227E8B6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9393" y="4002512"/>
              <a:ext cx="0" cy="3243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A15DAC30-A8F2-954E-8366-5607D59B25AF}"/>
                    </a:ext>
                  </a:extLst>
                </p:cNvPr>
                <p:cNvSpPr/>
                <p:nvPr/>
              </p:nvSpPr>
              <p:spPr>
                <a:xfrm>
                  <a:off x="1323924" y="3555404"/>
                  <a:ext cx="1598635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A15DAC30-A8F2-954E-8366-5607D59B25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924" y="3555404"/>
                  <a:ext cx="1598635" cy="454232"/>
                </a:xfrm>
                <a:prstGeom prst="roundRect">
                  <a:avLst/>
                </a:prstGeom>
                <a:blipFill rotWithShape="0">
                  <a:blip r:embed="rId4"/>
                  <a:stretch>
                    <a:fillRect l="-375" r="-14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EE3800-2BB4-2846-AD76-F4BAA5C17F3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7495" y="3394401"/>
              <a:ext cx="476429" cy="3881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645657-7BCD-9A44-B54B-091387EC902F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flipV="1">
              <a:off x="842137" y="3782520"/>
              <a:ext cx="481787" cy="3537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/>
                <p:nvPr/>
              </p:nvSpPr>
              <p:spPr>
                <a:xfrm>
                  <a:off x="282898" y="3214796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450534-9A36-6740-8BA8-7897F9BEC8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97" y="3143394"/>
                  <a:ext cx="652165" cy="41331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/>
                <p:nvPr/>
              </p:nvSpPr>
              <p:spPr>
                <a:xfrm>
                  <a:off x="461159" y="3588461"/>
                  <a:ext cx="34817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5E7216-3516-C347-8D1E-8CD7260DD7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78" y="3641614"/>
                  <a:ext cx="38985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92EDD4-D151-A844-9A91-C8DFF0F8EC47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842137" y="3782520"/>
              <a:ext cx="481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id="{DCE6A734-8911-BD4D-B9F3-1889AB85DBF8}"/>
                    </a:ext>
                  </a:extLst>
                </p:cNvPr>
                <p:cNvSpPr/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ounded Rectangle 2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DCE6A734-8911-BD4D-B9F3-1889AB85D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055" y="3552158"/>
                  <a:ext cx="1201109" cy="454232"/>
                </a:xfrm>
                <a:prstGeom prst="roundRect">
                  <a:avLst/>
                </a:prstGeom>
                <a:blipFill rotWithShape="0">
                  <a:blip r:embed="rId8"/>
                  <a:stretch>
                    <a:fillRect r="-348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964E0AF-E783-9741-A9AB-A17DF523C9BD}"/>
                </a:ext>
              </a:extLst>
            </p:cNvPr>
            <p:cNvCxnSpPr>
              <a:cxnSpLocks/>
              <a:stCxn id="22" idx="3"/>
              <a:endCxn id="29" idx="1"/>
            </p:cNvCxnSpPr>
            <p:nvPr/>
          </p:nvCxnSpPr>
          <p:spPr>
            <a:xfrm flipV="1">
              <a:off x="2922559" y="3779274"/>
              <a:ext cx="192497" cy="32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/>
                <p:nvPr/>
              </p:nvSpPr>
              <p:spPr>
                <a:xfrm>
                  <a:off x="7878298" y="3548280"/>
                  <a:ext cx="1083131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5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  <m:r>
                          <a:rPr lang="en-GB" sz="15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  <m:r>
                          <a:rPr lang="en-GB" sz="15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0054831A-234F-9B4A-B799-E13760D597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4398" y="3588040"/>
                  <a:ext cx="1444174" cy="605642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id="{63DEA5B3-2DE3-8B40-BC98-1CA953CC4041}"/>
                    </a:ext>
                  </a:extLst>
                </p:cNvPr>
                <p:cNvSpPr/>
                <p:nvPr/>
              </p:nvSpPr>
              <p:spPr>
                <a:xfrm>
                  <a:off x="4508661" y="3554953"/>
                  <a:ext cx="1891827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 </m:t>
                            </m:r>
                          </m:sup>
                        </m:sSup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ounded Rectangle 3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3DEA5B3-2DE3-8B40-BC98-1CA953CC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661" y="3554953"/>
                  <a:ext cx="1891827" cy="454232"/>
                </a:xfrm>
                <a:prstGeom prst="round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/>
                <p:nvPr/>
              </p:nvSpPr>
              <p:spPr>
                <a:xfrm>
                  <a:off x="6479437" y="3548280"/>
                  <a:ext cx="1201109" cy="45423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15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x-none" sz="15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34CFCF7F-0D2D-4C49-9D2A-22A68A6122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250" y="3588040"/>
                  <a:ext cx="1601478" cy="605642"/>
                </a:xfrm>
                <a:prstGeom prst="roundRect">
                  <a:avLst/>
                </a:prstGeom>
                <a:blipFill>
                  <a:blip r:embed="rId11"/>
                  <a:stretch>
                    <a:fillRect r="-390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68851DB-7964-C047-9770-39FDAD6C1548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6400488" y="3782069"/>
              <a:ext cx="9081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6B27910-26B8-5647-AA54-E03E0847EF08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15260" y="3782069"/>
              <a:ext cx="19340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A90C1CD-2E03-BD43-8354-01E59118A13F}"/>
                </a:ext>
              </a:extLst>
            </p:cNvPr>
            <p:cNvCxnSpPr>
              <a:cxnSpLocks/>
            </p:cNvCxnSpPr>
            <p:nvPr/>
          </p:nvCxnSpPr>
          <p:spPr>
            <a:xfrm>
              <a:off x="7680547" y="3780897"/>
              <a:ext cx="1924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566A0E4-E606-594D-AB1F-CD337B351D0D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36602" y="3023777"/>
              <a:ext cx="172059" cy="7582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7F1B53B-20FD-BF47-A067-C83E3DCF37A5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4321419" y="3303047"/>
              <a:ext cx="187242" cy="4790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/>
                <p:nvPr/>
              </p:nvSpPr>
              <p:spPr>
                <a:xfrm>
                  <a:off x="3867917" y="2816628"/>
                  <a:ext cx="545342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A75BC9-9751-DF4A-BA36-4E8F857B35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222" y="2612504"/>
                  <a:ext cx="652166" cy="4133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/>
                <p:nvPr/>
              </p:nvSpPr>
              <p:spPr>
                <a:xfrm>
                  <a:off x="3794685" y="3174506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8E4F603-2206-9D42-8F26-1586531F6B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579" y="3089674"/>
                  <a:ext cx="748346" cy="41331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B13D5F-E617-5442-9C43-7B532194DC8E}"/>
                </a:ext>
              </a:extLst>
            </p:cNvPr>
            <p:cNvCxnSpPr>
              <a:cxnSpLocks/>
            </p:cNvCxnSpPr>
            <p:nvPr/>
          </p:nvCxnSpPr>
          <p:spPr>
            <a:xfrm>
              <a:off x="7080386" y="4009185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47ABC04-71EF-E446-B198-42C88E0227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0437" y="4333586"/>
              <a:ext cx="1659950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5A036D-54F7-254F-9E11-D7167F76F3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0438" y="399087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8C8558A-FCF2-A64D-B8B3-8569C266F145}"/>
                </a:ext>
              </a:extLst>
            </p:cNvPr>
            <p:cNvCxnSpPr>
              <a:cxnSpLocks/>
            </p:cNvCxnSpPr>
            <p:nvPr/>
          </p:nvCxnSpPr>
          <p:spPr>
            <a:xfrm>
              <a:off x="5383512" y="4007042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C491A7-E7F8-1440-A20E-C816ADCCC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0489" y="4331445"/>
              <a:ext cx="1623025" cy="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9EEB58A-50A0-3344-836B-FA90251A2DDF}"/>
                </a:ext>
              </a:extLst>
            </p:cNvPr>
            <p:cNvCxnSpPr/>
            <p:nvPr/>
          </p:nvCxnSpPr>
          <p:spPr>
            <a:xfrm>
              <a:off x="3749938" y="2971022"/>
              <a:ext cx="18549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3112CE2-A8D2-1744-B69C-BBF244053E0D}"/>
                </a:ext>
              </a:extLst>
            </p:cNvPr>
            <p:cNvCxnSpPr>
              <a:cxnSpLocks/>
            </p:cNvCxnSpPr>
            <p:nvPr/>
          </p:nvCxnSpPr>
          <p:spPr>
            <a:xfrm>
              <a:off x="3749938" y="3303047"/>
              <a:ext cx="11797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AD2713D-E49F-3C4E-9AE7-4633EAA555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9938" y="2971021"/>
              <a:ext cx="10551" cy="13636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27D40C-FC1D-8849-9CB1-BB25EADAC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4486" y="4329911"/>
              <a:ext cx="1699026" cy="638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9763970-CA71-754D-BCEE-91FC05893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4485" y="3993580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69B85FA-3FC7-AB48-8857-F28855042DE3}"/>
                </a:ext>
              </a:extLst>
            </p:cNvPr>
            <p:cNvCxnSpPr>
              <a:cxnSpLocks/>
            </p:cNvCxnSpPr>
            <p:nvPr/>
          </p:nvCxnSpPr>
          <p:spPr>
            <a:xfrm>
              <a:off x="3636686" y="4005510"/>
              <a:ext cx="0" cy="32440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29A3021-3F71-4949-BEB5-1AFEC6613F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4999" y="4329910"/>
              <a:ext cx="1501688" cy="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5032005-CAAC-6548-9C84-B51417B57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4998" y="3998635"/>
              <a:ext cx="0" cy="34271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2622848" y="4424120"/>
                  <a:ext cx="366799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z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[1]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[1]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z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a</a:t>
                  </a:r>
                  <a:r>
                    <a:rPr lang="en-US" sz="2400" b="1" baseline="30000" dirty="0">
                      <a:solidFill>
                        <a:srgbClr val="FF0000"/>
                      </a:solidFill>
                    </a:rPr>
                    <a:t>[2]</a:t>
                  </a:r>
                  <a:r>
                    <a:rPr lang="en-US" sz="2400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2400" b="1" dirty="0">
                      <a:solidFill>
                        <a:srgbClr val="FF0000"/>
                      </a:solidFill>
                      <a:sym typeface="Wingdings" panose="05000000000000000000" pitchFamily="2" charset="2"/>
                    </a:rPr>
                    <a:t></a:t>
                  </a:r>
                  <a:r>
                    <a:rPr lang="en-GB" sz="2400" b="1" dirty="0">
                      <a:solidFill>
                        <a:srgbClr val="FF0000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</m:oMath>
                  </a14:m>
                  <a:endParaRPr lang="en-IN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848" y="4424120"/>
                  <a:ext cx="3667992" cy="461665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2662" t="-9211" b="-30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4852921" y="5300014"/>
                <a:ext cx="2522807" cy="1537985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d>
                        <m:d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x-none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921" y="5300014"/>
                <a:ext cx="2522807" cy="1537985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/>
          <p:cNvSpPr/>
          <p:nvPr/>
        </p:nvSpPr>
        <p:spPr>
          <a:xfrm>
            <a:off x="3791910" y="3671347"/>
            <a:ext cx="698002" cy="159844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5" name="Curved Connector 64"/>
          <p:cNvCxnSpPr>
            <a:stCxn id="63" idx="0"/>
          </p:cNvCxnSpPr>
          <p:nvPr/>
        </p:nvCxnSpPr>
        <p:spPr>
          <a:xfrm rot="16200000" flipV="1">
            <a:off x="5187929" y="4373617"/>
            <a:ext cx="163684" cy="168910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53071" y="702265"/>
            <a:ext cx="3310522" cy="13849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 of </a:t>
            </a:r>
            <a:r>
              <a:rPr lang="en-US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dz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(n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,1)</a:t>
            </a:r>
          </a:p>
          <a:p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 of W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(n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n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 of da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(n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,1)</a:t>
            </a:r>
          </a:p>
          <a:p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 of </a:t>
            </a:r>
            <a:r>
              <a:rPr lang="en-US" b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dz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 (n</a:t>
            </a:r>
            <a:r>
              <a:rPr lang="en-US" b="1" baseline="30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,1)</a:t>
            </a:r>
          </a:p>
          <a:p>
            <a:endParaRPr lang="en-IN" b="1" baseline="30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1148671" y="3516705"/>
            <a:ext cx="1598635" cy="1512495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8" name="Curved Connector 67"/>
          <p:cNvCxnSpPr/>
          <p:nvPr/>
        </p:nvCxnSpPr>
        <p:spPr>
          <a:xfrm rot="16200000" flipV="1">
            <a:off x="1486737" y="5347287"/>
            <a:ext cx="779339" cy="1431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98A0F55-91DD-9342-AD1D-5D28DA8E6D34}"/>
                  </a:ext>
                </a:extLst>
              </p:cNvPr>
              <p:cNvSpPr/>
              <p:nvPr/>
            </p:nvSpPr>
            <p:spPr>
              <a:xfrm>
                <a:off x="1313518" y="5757110"/>
                <a:ext cx="1437894" cy="1001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 </a:t>
                </a:r>
                <a:r>
                  <a:rPr lang="en-US" sz="2400" b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sz="2400" b="1" baseline="300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[2]</a:t>
                </a:r>
                <a:endParaRPr lang="en-IN" sz="2400" b="1" baseline="30000" dirty="0">
                  <a:solidFill>
                    <a:schemeClr val="tx1"/>
                  </a:solidFill>
                </a:endParaRPr>
              </a:p>
              <a:p>
                <a:endParaRPr lang="x-non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8A0F55-91DD-9342-AD1D-5D28DA8E6D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18" y="5757110"/>
                <a:ext cx="1437894" cy="1001300"/>
              </a:xfrm>
              <a:prstGeom prst="rect">
                <a:avLst/>
              </a:prstGeom>
              <a:blipFill rotWithShape="0">
                <a:blip r:embed="rId18"/>
                <a:stretch>
                  <a:fillRect r="-12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A98A0F55-91DD-9342-AD1D-5D28DA8E6D34}"/>
              </a:ext>
            </a:extLst>
          </p:cNvPr>
          <p:cNvSpPr/>
          <p:nvPr/>
        </p:nvSpPr>
        <p:spPr>
          <a:xfrm>
            <a:off x="51096" y="5279067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[1]</a:t>
            </a:r>
            <a:endParaRPr lang="x-none" sz="2400" dirty="0"/>
          </a:p>
        </p:txBody>
      </p:sp>
      <p:cxnSp>
        <p:nvCxnSpPr>
          <p:cNvPr id="60" name="Curved Connector 59"/>
          <p:cNvCxnSpPr>
            <a:stCxn id="59" idx="0"/>
          </p:cNvCxnSpPr>
          <p:nvPr/>
        </p:nvCxnSpPr>
        <p:spPr>
          <a:xfrm rot="5400000" flipH="1" flipV="1">
            <a:off x="115315" y="4921300"/>
            <a:ext cx="587861" cy="1276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" name="Ink 4"/>
              <p14:cNvContentPartPr/>
              <p14:nvPr/>
            </p14:nvContentPartPr>
            <p14:xfrm>
              <a:off x="244800" y="1431360"/>
              <a:ext cx="5958720" cy="3325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1480" y="1421640"/>
                <a:ext cx="5983200" cy="33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/>
              <p14:cNvContentPartPr/>
              <p14:nvPr/>
            </p14:nvContentPartPr>
            <p14:xfrm>
              <a:off x="705600" y="38880"/>
              <a:ext cx="7545600" cy="6454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4080" y="27000"/>
                <a:ext cx="7570080" cy="647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8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8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6FDA0FA-5CE8-6B47-AC55-45756912D9F6}"/>
                  </a:ext>
                </a:extLst>
              </p:cNvPr>
              <p:cNvSpPr/>
              <p:nvPr/>
            </p:nvSpPr>
            <p:spPr>
              <a:xfrm>
                <a:off x="0" y="4027610"/>
                <a:ext cx="8757677" cy="12262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x-non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4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2400" dirty="0"/>
              </a:p>
              <a:p>
                <a:endParaRPr lang="x-none" sz="24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6FDA0FA-5CE8-6B47-AC55-45756912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27610"/>
                <a:ext cx="8757677" cy="12262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28600" y="1380406"/>
            <a:ext cx="8820353" cy="2232681"/>
            <a:chOff x="141076" y="2816628"/>
            <a:chExt cx="8820353" cy="22326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554" y="4197343"/>
                  <a:ext cx="748346" cy="413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/>
            <p:cNvGrpSpPr/>
            <p:nvPr/>
          </p:nvGrpSpPr>
          <p:grpSpPr>
            <a:xfrm>
              <a:off x="141076" y="2816628"/>
              <a:ext cx="8820353" cy="2232681"/>
              <a:chOff x="141076" y="2816628"/>
              <a:chExt cx="8820353" cy="2232681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73470C3-2EBB-AF4B-886F-46540A0F75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1076" y="4341349"/>
                <a:ext cx="1946124" cy="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1E5EED8-B7E8-FA4F-BAB4-417C82D276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076" y="3364608"/>
                <a:ext cx="0" cy="97674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90B583A-5C45-8F41-8BE1-564BE4F73174}"/>
                  </a:ext>
                </a:extLst>
              </p:cNvPr>
              <p:cNvCxnSpPr/>
              <p:nvPr/>
            </p:nvCxnSpPr>
            <p:spPr>
              <a:xfrm>
                <a:off x="141076" y="3364607"/>
                <a:ext cx="185499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/>
              <p:cNvGrpSpPr/>
              <p:nvPr/>
            </p:nvGrpSpPr>
            <p:grpSpPr>
              <a:xfrm>
                <a:off x="282898" y="2816628"/>
                <a:ext cx="8678531" cy="2232681"/>
                <a:chOff x="282898" y="2816628"/>
                <a:chExt cx="8678531" cy="223268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769F8367-C224-7F45-9DEF-90C73642CD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40615" y="4009185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4A6C235-4E40-DD4D-824B-56E59A9D7A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39393" y="4333586"/>
                  <a:ext cx="1301223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6E5522DB-D1B4-6449-9132-5A227E8B68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39393" y="4002512"/>
                  <a:ext cx="0" cy="32437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A15DAC30-A8F2-954E-8366-5607D59B2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3924" y="3555404"/>
                      <a:ext cx="1598635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A15DAC30-A8F2-954E-8366-5607D59B25A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23924" y="3555404"/>
                      <a:ext cx="1598635" cy="454232"/>
                    </a:xfrm>
                    <a:prstGeom prst="roundRect">
                      <a:avLst/>
                    </a:prstGeom>
                    <a:blipFill rotWithShape="0">
                      <a:blip r:embed="rId7"/>
                      <a:stretch>
                        <a:fillRect l="-752" r="-1504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DEEE3800-2BB4-2846-AD76-F4BAA5C17F34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7495" y="3394401"/>
                  <a:ext cx="476429" cy="38811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B1645657-7BCD-9A44-B54B-091387EC902F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 flipV="1">
                  <a:off x="842137" y="3782520"/>
                  <a:ext cx="481787" cy="3537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EF450534-9A36-6740-8BA8-7897F9BEC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2898" y="3214796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EF450534-9A36-6740-8BA8-7897F9BEC86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2898" y="3214796"/>
                      <a:ext cx="545342" cy="333040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159" y="3588461"/>
                      <a:ext cx="348172" cy="3231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878" y="3641614"/>
                      <a:ext cx="389850" cy="4001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6B92EDD4-D151-A844-9A91-C8DFF0F8EC47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2137" y="3782520"/>
                  <a:ext cx="48178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5055" y="3552158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53407" y="3593211"/>
                      <a:ext cx="1601478" cy="605642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l="-781" r="-312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5964E0AF-E783-9741-A9AB-A17DF523C9BD}"/>
                    </a:ext>
                  </a:extLst>
                </p:cNvPr>
                <p:cNvCxnSpPr>
                  <a:cxnSpLocks/>
                  <a:stCxn id="22" idx="3"/>
                  <a:endCxn id="29" idx="1"/>
                </p:cNvCxnSpPr>
                <p:nvPr/>
              </p:nvCxnSpPr>
              <p:spPr>
                <a:xfrm flipV="1">
                  <a:off x="2922559" y="3779274"/>
                  <a:ext cx="192497" cy="32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0054831A-234F-9B4A-B799-E13760D59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8298" y="3548280"/>
                      <a:ext cx="1083131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0054831A-234F-9B4A-B799-E13760D5974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04398" y="3588040"/>
                      <a:ext cx="1444174" cy="605642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8662" y="3554953"/>
                      <a:ext cx="1790144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11548" y="3596938"/>
                      <a:ext cx="2386859" cy="605642"/>
                    </a:xfrm>
                    <a:prstGeom prst="roundRect">
                      <a:avLst/>
                    </a:prstGeom>
                    <a:blipFill>
                      <a:blip r:embed="rId11"/>
                      <a:stretch>
                        <a:fillRect l="-1053" r="-210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id="{34CFCF7F-0D2D-4C49-9D2A-22A68A612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9437" y="3548280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id="{34CFCF7F-0D2D-4C49-9D2A-22A68A6122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9250" y="3588040"/>
                      <a:ext cx="1601478" cy="605642"/>
                    </a:xfrm>
                    <a:prstGeom prst="roundRect">
                      <a:avLst/>
                    </a:prstGeom>
                    <a:blipFill>
                      <a:blip r:embed="rId12"/>
                      <a:stretch>
                        <a:fillRect r="-390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B68851DB-7964-C047-9770-39FDAD6C1548}"/>
                    </a:ext>
                  </a:extLst>
                </p:cNvPr>
                <p:cNvCxnSpPr>
                  <a:cxnSpLocks/>
                  <a:stCxn id="38" idx="3"/>
                </p:cNvCxnSpPr>
                <p:nvPr/>
              </p:nvCxnSpPr>
              <p:spPr>
                <a:xfrm>
                  <a:off x="6298806" y="3782069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36B27910-26B8-5647-AA54-E03E0847EF08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15260" y="3782069"/>
                  <a:ext cx="19340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0A90C1CD-2E03-BD43-8354-01E59118A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80547" y="3780897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2566A0E4-E606-594D-AB1F-CD337B351D0D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36602" y="3023777"/>
                  <a:ext cx="172059" cy="75829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7F1B53B-20FD-BF47-A067-C83E3DCF37A5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21419" y="3303047"/>
                  <a:ext cx="187242" cy="4790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7917" y="2816628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7222" y="2612504"/>
                      <a:ext cx="652166" cy="41331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4685" y="3174506"/>
                      <a:ext cx="617477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59579" y="3089674"/>
                      <a:ext cx="748346" cy="41331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FB13D5F-E617-5442-9C43-7B532194D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80386" y="4009185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47ABC04-71EF-E446-B198-42C88E022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20437" y="4333586"/>
                  <a:ext cx="1659950" cy="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E75A036D-54F7-254F-9E11-D7167F76F3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20438" y="3990870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18C8558A-FCF2-A64D-B8B3-8569C266F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83512" y="4007042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2C491A7-E7F8-1440-A20E-C816ADCC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60489" y="4331445"/>
                  <a:ext cx="1623025" cy="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49EEB58A-50A0-3344-836B-FA90251A2DDF}"/>
                    </a:ext>
                  </a:extLst>
                </p:cNvPr>
                <p:cNvCxnSpPr/>
                <p:nvPr/>
              </p:nvCxnSpPr>
              <p:spPr>
                <a:xfrm>
                  <a:off x="3749938" y="2971022"/>
                  <a:ext cx="185499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53112CE2-A8D2-1744-B69C-BBF244053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9938" y="3303047"/>
                  <a:ext cx="117979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DAD2713D-E49F-3C4E-9AE7-4633EAA555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49938" y="2971021"/>
                  <a:ext cx="10551" cy="136365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027D40C-FC1D-8849-9CB1-BB25EADAC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84486" y="4329911"/>
                  <a:ext cx="1699026" cy="638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9763970-CA71-754D-BCEE-91FC05893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4485" y="3993580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69B85FA-3FC7-AB48-8857-F28855042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6686" y="4005510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F29A3021-3F71-4949-BEB5-1AFEC6613F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4999" y="4329910"/>
                  <a:ext cx="1501688" cy="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75032005-CAAC-6548-9C84-B51417B57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4998" y="3998635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6A1BBFB-5258-C343-A6EC-37821584E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198" y="4016948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" name="Rectangle 2"/>
                    <p:cNvSpPr/>
                    <p:nvPr/>
                  </p:nvSpPr>
                  <p:spPr>
                    <a:xfrm>
                      <a:off x="2570319" y="4587644"/>
                      <a:ext cx="454483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z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a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z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[2]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a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[2]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  <a:ea typeface="Cambria Math" panose="02040503050406030204" pitchFamily="18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oMath>
                      </a14:m>
                      <a:endParaRPr lang="en-IN" sz="2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" name="Rectangle 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0319" y="4587644"/>
                      <a:ext cx="4544834" cy="461665"/>
                    </a:xfrm>
                    <a:prstGeom prst="rect">
                      <a:avLst/>
                    </a:prstGeom>
                    <a:blipFill rotWithShape="0">
                      <a:blip r:embed="rId15"/>
                      <a:stretch>
                        <a:fillRect l="-2145" t="-9211" b="-30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5636479" y="5764707"/>
                <a:ext cx="453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479" y="5764707"/>
                <a:ext cx="453970" cy="46166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/>
          <p:cNvSpPr/>
          <p:nvPr/>
        </p:nvSpPr>
        <p:spPr>
          <a:xfrm>
            <a:off x="6071632" y="3655468"/>
            <a:ext cx="698002" cy="159844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4" name="Curved Connector 73"/>
          <p:cNvCxnSpPr>
            <a:stCxn id="72" idx="0"/>
          </p:cNvCxnSpPr>
          <p:nvPr/>
        </p:nvCxnSpPr>
        <p:spPr>
          <a:xfrm rot="5400000" flipH="1" flipV="1">
            <a:off x="5787153" y="5396760"/>
            <a:ext cx="444258" cy="2916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752600" y="3541315"/>
            <a:ext cx="4110864" cy="171259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1" name="Curved Connector 60"/>
          <p:cNvCxnSpPr/>
          <p:nvPr/>
        </p:nvCxnSpPr>
        <p:spPr>
          <a:xfrm rot="5400000" flipH="1" flipV="1">
            <a:off x="3363957" y="5396760"/>
            <a:ext cx="444258" cy="2916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848448" y="5691805"/>
                <a:ext cx="1437894" cy="6319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x-none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GB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𝓛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sSup>
                          <m:sSupPr>
                            <m:ctrlPr>
                              <a:rPr lang="en-GB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2400" b="1" dirty="0">
                    <a:solidFill>
                      <a:srgbClr val="7030A0"/>
                    </a:solidFill>
                  </a:rPr>
                  <a:t> = </a:t>
                </a:r>
                <a:r>
                  <a:rPr lang="en-US" sz="2400" b="1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</a:t>
                </a:r>
                <a:r>
                  <a:rPr lang="en-US" sz="2400" b="1" baseline="30000" dirty="0">
                    <a:solidFill>
                      <a:srgbClr val="7030A0"/>
                    </a:solidFill>
                    <a:sym typeface="Symbol" panose="05050102010706020507" pitchFamily="18" charset="2"/>
                  </a:rPr>
                  <a:t>[1]</a:t>
                </a:r>
                <a:endParaRPr lang="x-none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448" y="5691805"/>
                <a:ext cx="1437894" cy="631968"/>
              </a:xfrm>
              <a:prstGeom prst="rect">
                <a:avLst/>
              </a:prstGeom>
              <a:blipFill rotWithShape="0">
                <a:blip r:embed="rId17"/>
                <a:stretch>
                  <a:fillRect r="-1271" b="-8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/>
              <p14:cNvContentPartPr/>
              <p14:nvPr/>
            </p14:nvContentPartPr>
            <p14:xfrm>
              <a:off x="708480" y="2117880"/>
              <a:ext cx="8084880" cy="41832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160" y="2102760"/>
                <a:ext cx="8114040" cy="42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380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x-none" dirty="0"/>
              <a:t>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6FDA0FA-5CE8-6B47-AC55-45756912D9F6}"/>
                  </a:ext>
                </a:extLst>
              </p:cNvPr>
              <p:cNvSpPr/>
              <p:nvPr/>
            </p:nvSpPr>
            <p:spPr>
              <a:xfrm>
                <a:off x="-27318" y="4027610"/>
                <a:ext cx="9144000" cy="10372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x-none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x-non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20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GB" sz="20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x-none" sz="2000" dirty="0"/>
              </a:p>
              <a:p>
                <a:endParaRPr lang="x-none" sz="2000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6FDA0FA-5CE8-6B47-AC55-45756912D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18" y="4027610"/>
                <a:ext cx="9144000" cy="10372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28600" y="1380406"/>
            <a:ext cx="8820353" cy="2232681"/>
            <a:chOff x="141076" y="2816628"/>
            <a:chExt cx="8820353" cy="22326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29FF4FC-0DAC-0542-8AF8-575DA415B0F5}"/>
                    </a:ext>
                  </a:extLst>
                </p:cNvPr>
                <p:cNvSpPr/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b="1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29FF4FC-0DAC-0542-8AF8-575DA415B0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66" y="4005257"/>
                  <a:ext cx="617477" cy="33304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/>
            <p:cNvGrpSpPr/>
            <p:nvPr/>
          </p:nvGrpSpPr>
          <p:grpSpPr>
            <a:xfrm>
              <a:off x="141076" y="2816628"/>
              <a:ext cx="8820353" cy="2232681"/>
              <a:chOff x="141076" y="2816628"/>
              <a:chExt cx="8820353" cy="2232681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73470C3-2EBB-AF4B-886F-46540A0F75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1076" y="4341349"/>
                <a:ext cx="1946124" cy="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1E5EED8-B7E8-FA4F-BAB4-417C82D276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076" y="3364608"/>
                <a:ext cx="0" cy="97674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90B583A-5C45-8F41-8BE1-564BE4F73174}"/>
                  </a:ext>
                </a:extLst>
              </p:cNvPr>
              <p:cNvCxnSpPr/>
              <p:nvPr/>
            </p:nvCxnSpPr>
            <p:spPr>
              <a:xfrm>
                <a:off x="141076" y="3364607"/>
                <a:ext cx="185499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Group 5"/>
              <p:cNvGrpSpPr/>
              <p:nvPr/>
            </p:nvGrpSpPr>
            <p:grpSpPr>
              <a:xfrm>
                <a:off x="282898" y="2816628"/>
                <a:ext cx="8678531" cy="2232681"/>
                <a:chOff x="282898" y="2816628"/>
                <a:chExt cx="8678531" cy="2232681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769F8367-C224-7F45-9DEF-90C73642CD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40615" y="4009185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4A6C235-4E40-DD4D-824B-56E59A9D7A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39393" y="4333586"/>
                  <a:ext cx="1301223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6E5522DB-D1B4-6449-9132-5A227E8B68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39393" y="4002512"/>
                  <a:ext cx="0" cy="32437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id="{A15DAC30-A8F2-954E-8366-5607D59B2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3924" y="3555404"/>
                      <a:ext cx="1598635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5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ounded Rectangle 21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A15DAC30-A8F2-954E-8366-5607D59B25A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23924" y="3555404"/>
                      <a:ext cx="1598635" cy="454232"/>
                    </a:xfrm>
                    <a:prstGeom prst="roundRect">
                      <a:avLst/>
                    </a:prstGeom>
                    <a:blipFill rotWithShape="0">
                      <a:blip r:embed="rId4"/>
                      <a:stretch>
                        <a:fillRect l="-752" r="-1504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DEEE3800-2BB4-2846-AD76-F4BAA5C17F34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7495" y="3394401"/>
                  <a:ext cx="476429" cy="38811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B1645657-7BCD-9A44-B54B-091387EC902F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 flipV="1">
                  <a:off x="842137" y="3782520"/>
                  <a:ext cx="481787" cy="3537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EF450534-9A36-6740-8BA8-7897F9BEC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2898" y="3214796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EF450534-9A36-6740-8BA8-7897F9BEC86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2898" y="3214796"/>
                      <a:ext cx="545342" cy="333040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159" y="3588461"/>
                      <a:ext cx="348172" cy="3231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EA5E7216-3516-C347-8D1E-8CD7260DD79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878" y="3641614"/>
                      <a:ext cx="389850" cy="4001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6B92EDD4-D151-A844-9A91-C8DFF0F8EC47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>
                  <a:off x="842137" y="3782520"/>
                  <a:ext cx="48178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5055" y="3552158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Rounded Rectangle 28">
                      <a:extLst>
                        <a:ext uri="{FF2B5EF4-FFF2-40B4-BE49-F238E27FC236}">
                          <a16:creationId xmlns:a16="http://schemas.microsoft.com/office/drawing/2014/main" id="{DCE6A734-8911-BD4D-B9F3-1889AB85DBF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53407" y="3593211"/>
                      <a:ext cx="1601478" cy="605642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 l="-781" r="-312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5964E0AF-E783-9741-A9AB-A17DF523C9BD}"/>
                    </a:ext>
                  </a:extLst>
                </p:cNvPr>
                <p:cNvCxnSpPr>
                  <a:cxnSpLocks/>
                  <a:stCxn id="22" idx="3"/>
                  <a:endCxn id="29" idx="1"/>
                </p:cNvCxnSpPr>
                <p:nvPr/>
              </p:nvCxnSpPr>
              <p:spPr>
                <a:xfrm flipV="1">
                  <a:off x="2922559" y="3779274"/>
                  <a:ext cx="192497" cy="324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0054831A-234F-9B4A-B799-E13760D59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78298" y="3548280"/>
                      <a:ext cx="1083131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GB" sz="15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Rounded Rectangle 36">
                      <a:extLst>
                        <a:ext uri="{FF2B5EF4-FFF2-40B4-BE49-F238E27FC236}">
                          <a16:creationId xmlns:a16="http://schemas.microsoft.com/office/drawing/2014/main" id="{0054831A-234F-9B4A-B799-E13760D5974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504398" y="3588040"/>
                      <a:ext cx="1444174" cy="605642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8662" y="3554953"/>
                      <a:ext cx="1790144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Rounded Rectangle 37">
                      <a:extLst>
                        <a:ext uri="{FF2B5EF4-FFF2-40B4-BE49-F238E27FC236}">
                          <a16:creationId xmlns:a16="http://schemas.microsoft.com/office/drawing/2014/main" id="{63DEA5B3-2DE3-8B40-BC98-1CA953CC40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11548" y="3596938"/>
                      <a:ext cx="2386859" cy="605642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l="-1053" r="-210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id="{34CFCF7F-0D2D-4C49-9D2A-22A68A612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9437" y="3548280"/>
                      <a:ext cx="1201109" cy="454232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  <m:r>
                              <a:rPr lang="en-GB" sz="15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x-none" sz="15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Rounded Rectangle 38">
                      <a:extLst>
                        <a:ext uri="{FF2B5EF4-FFF2-40B4-BE49-F238E27FC236}">
                          <a16:creationId xmlns:a16="http://schemas.microsoft.com/office/drawing/2014/main" id="{34CFCF7F-0D2D-4C49-9D2A-22A68A6122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9250" y="3588040"/>
                      <a:ext cx="1601478" cy="605642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 r="-390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B68851DB-7964-C047-9770-39FDAD6C1548}"/>
                    </a:ext>
                  </a:extLst>
                </p:cNvPr>
                <p:cNvCxnSpPr>
                  <a:cxnSpLocks/>
                  <a:stCxn id="38" idx="3"/>
                </p:cNvCxnSpPr>
                <p:nvPr/>
              </p:nvCxnSpPr>
              <p:spPr>
                <a:xfrm>
                  <a:off x="6298806" y="3782069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36B27910-26B8-5647-AA54-E03E0847EF08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15260" y="3782069"/>
                  <a:ext cx="19340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0A90C1CD-2E03-BD43-8354-01E59118A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80547" y="3780897"/>
                  <a:ext cx="19249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2566A0E4-E606-594D-AB1F-CD337B351D0D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36602" y="3023777"/>
                  <a:ext cx="172059" cy="75829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7F1B53B-20FD-BF47-A067-C83E3DCF37A5}"/>
                    </a:ext>
                  </a:extLst>
                </p:cNvPr>
                <p:cNvCxnSpPr>
                  <a:cxnSpLocks/>
                  <a:endCxn id="38" idx="1"/>
                </p:cNvCxnSpPr>
                <p:nvPr/>
              </p:nvCxnSpPr>
              <p:spPr>
                <a:xfrm>
                  <a:off x="4321419" y="3303047"/>
                  <a:ext cx="187242" cy="47902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7917" y="2816628"/>
                      <a:ext cx="545342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dirty="0"/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F6A75BC9-9751-DF4A-BA36-4E8F857B351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7222" y="2612504"/>
                      <a:ext cx="652166" cy="41331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4685" y="3174506"/>
                      <a:ext cx="617477" cy="33304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p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5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8E4F603-2206-9D42-8F26-1586531F6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59579" y="3089674"/>
                      <a:ext cx="748346" cy="41331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FB13D5F-E617-5442-9C43-7B532194D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80386" y="4009185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47ABC04-71EF-E446-B198-42C88E022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20437" y="4333586"/>
                  <a:ext cx="1659950" cy="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E75A036D-54F7-254F-9E11-D7167F76F3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20438" y="3990870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18C8558A-FCF2-A64D-B8B3-8569C266F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83512" y="4007042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2C491A7-E7F8-1440-A20E-C816ADCC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60489" y="4331445"/>
                  <a:ext cx="1623025" cy="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49EEB58A-50A0-3344-836B-FA90251A2DDF}"/>
                    </a:ext>
                  </a:extLst>
                </p:cNvPr>
                <p:cNvCxnSpPr/>
                <p:nvPr/>
              </p:nvCxnSpPr>
              <p:spPr>
                <a:xfrm>
                  <a:off x="3749938" y="2971022"/>
                  <a:ext cx="185499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53112CE2-A8D2-1744-B69C-BBF244053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49938" y="3303047"/>
                  <a:ext cx="117979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DAD2713D-E49F-3C4E-9AE7-4633EAA555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49938" y="2971021"/>
                  <a:ext cx="10551" cy="136365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027D40C-FC1D-8849-9CB1-BB25EADAC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84486" y="4329911"/>
                  <a:ext cx="1699026" cy="6386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9763970-CA71-754D-BCEE-91FC05893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4485" y="3993580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69B85FA-3FC7-AB48-8857-F28855042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6686" y="4005510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F29A3021-3F71-4949-BEB5-1AFEC6613F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4999" y="4329910"/>
                  <a:ext cx="1501688" cy="2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75032005-CAAC-6548-9C84-B51417B571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4998" y="3998635"/>
                  <a:ext cx="0" cy="34271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6A1BBFB-5258-C343-A6EC-37821584E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198" y="4016948"/>
                  <a:ext cx="0" cy="324401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" name="Rectangle 2"/>
                    <p:cNvSpPr/>
                    <p:nvPr/>
                  </p:nvSpPr>
                  <p:spPr>
                    <a:xfrm>
                      <a:off x="2570319" y="4587644"/>
                      <a:ext cx="472116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W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 z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a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[1]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z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[2]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a</a:t>
                      </a:r>
                      <a:r>
                        <a:rPr lang="en-US" sz="2400" b="1" baseline="30000" dirty="0">
                          <a:solidFill>
                            <a:srgbClr val="FF0000"/>
                          </a:solidFill>
                        </a:rPr>
                        <a:t>[2]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  <a:ea typeface="Cambria Math" panose="02040503050406030204" pitchFamily="18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oMath>
                      </a14:m>
                      <a:endParaRPr lang="en-IN" sz="24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" name="Rectangle 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70319" y="4587644"/>
                      <a:ext cx="4721164" cy="461665"/>
                    </a:xfrm>
                    <a:prstGeom prst="rect">
                      <a:avLst/>
                    </a:prstGeom>
                    <a:blipFill rotWithShape="0">
                      <a:blip r:embed="rId13"/>
                      <a:stretch>
                        <a:fillRect l="-2067" t="-9211" b="-302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A98A0F55-91DD-9342-AD1D-5D28DA8E6D34}"/>
              </a:ext>
            </a:extLst>
          </p:cNvPr>
          <p:cNvSpPr/>
          <p:nvPr/>
        </p:nvSpPr>
        <p:spPr>
          <a:xfrm>
            <a:off x="6571947" y="5246925"/>
            <a:ext cx="3135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x</a:t>
            </a:r>
            <a:endParaRPr lang="x-none" sz="2400" dirty="0"/>
          </a:p>
        </p:txBody>
      </p:sp>
      <p:sp>
        <p:nvSpPr>
          <p:cNvPr id="70" name="Oval 69"/>
          <p:cNvSpPr/>
          <p:nvPr/>
        </p:nvSpPr>
        <p:spPr>
          <a:xfrm>
            <a:off x="5699720" y="3736842"/>
            <a:ext cx="636582" cy="157755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1" name="Curved Connector 70"/>
          <p:cNvCxnSpPr/>
          <p:nvPr/>
        </p:nvCxnSpPr>
        <p:spPr>
          <a:xfrm rot="10800000">
            <a:off x="6239320" y="5104274"/>
            <a:ext cx="489405" cy="3734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/>
              <p14:cNvContentPartPr/>
              <p14:nvPr/>
            </p14:nvContentPartPr>
            <p14:xfrm>
              <a:off x="75240" y="126720"/>
              <a:ext cx="7728480" cy="55674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080" y="113040"/>
                <a:ext cx="7753680" cy="55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/>
              <p14:cNvContentPartPr/>
              <p14:nvPr/>
            </p14:nvContentPartPr>
            <p14:xfrm>
              <a:off x="3960" y="395280"/>
              <a:ext cx="2977920" cy="36025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8280" y="380160"/>
                <a:ext cx="3005280" cy="36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696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 for layer </a:t>
            </a:r>
            <a:r>
              <a:rPr lang="en-US" i="1" dirty="0"/>
              <a:t>l</a:t>
            </a:r>
            <a:endParaRPr lang="en-IN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C79B3E-163D-0D41-B993-5E754B387C80}"/>
                  </a:ext>
                </a:extLst>
              </p:cNvPr>
              <p:cNvSpPr txBox="1"/>
              <p:nvPr/>
            </p:nvSpPr>
            <p:spPr>
              <a:xfrm>
                <a:off x="5326086" y="3206220"/>
                <a:ext cx="3132114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none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7C79B3E-163D-0D41-B993-5E754B38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086" y="3206220"/>
                <a:ext cx="3132114" cy="8943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5A382B-CD0D-2340-AE60-03CFAA680E7F}"/>
                  </a:ext>
                </a:extLst>
              </p:cNvPr>
              <p:cNvSpPr txBox="1"/>
              <p:nvPr/>
            </p:nvSpPr>
            <p:spPr>
              <a:xfrm>
                <a:off x="5326086" y="4091559"/>
                <a:ext cx="3741714" cy="693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GB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GB" sz="2400" b="1" i="1" baseline="30000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85A382B-CD0D-2340-AE60-03CFAA68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086" y="4091559"/>
                <a:ext cx="3741714" cy="6938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306747-E2F1-6846-AA94-0C3E2F925326}"/>
                  </a:ext>
                </a:extLst>
              </p:cNvPr>
              <p:cNvSpPr txBox="1"/>
              <p:nvPr/>
            </p:nvSpPr>
            <p:spPr>
              <a:xfrm>
                <a:off x="5352362" y="5275890"/>
                <a:ext cx="3352800" cy="400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d>
                          <m:r>
                            <a:rPr lang="en-GB" sz="2400" b="1" i="1" baseline="30000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baseline="3000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GB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5306747-E2F1-6846-AA94-0C3E2F92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362" y="5275890"/>
                <a:ext cx="3352800" cy="40094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4419600" y="1477310"/>
            <a:ext cx="0" cy="4953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79B3E-163D-0D41-B993-5E754B387C80}"/>
                  </a:ext>
                </a:extLst>
              </p:cNvPr>
              <p:cNvSpPr txBox="1"/>
              <p:nvPr/>
            </p:nvSpPr>
            <p:spPr>
              <a:xfrm>
                <a:off x="411218" y="3623065"/>
                <a:ext cx="3132114" cy="400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x-none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7C79B3E-163D-0D41-B993-5E754B38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18" y="3623065"/>
                <a:ext cx="3132114" cy="40094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5A382B-CD0D-2340-AE60-03CFAA680E7F}"/>
                  </a:ext>
                </a:extLst>
              </p:cNvPr>
              <p:cNvSpPr txBox="1"/>
              <p:nvPr/>
            </p:nvSpPr>
            <p:spPr>
              <a:xfrm>
                <a:off x="363233" y="4346084"/>
                <a:ext cx="3741714" cy="3948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baseline="30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baseline="300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</m:d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85A382B-CD0D-2340-AE60-03CFAA68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33" y="4346084"/>
                <a:ext cx="3741714" cy="394852"/>
              </a:xfrm>
              <a:prstGeom prst="rect">
                <a:avLst/>
              </a:prstGeom>
              <a:blipFill rotWithShape="0">
                <a:blip r:embed="rId7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306747-E2F1-6846-AA94-0C3E2F925326}"/>
                  </a:ext>
                </a:extLst>
              </p:cNvPr>
              <p:cNvSpPr txBox="1"/>
              <p:nvPr/>
            </p:nvSpPr>
            <p:spPr>
              <a:xfrm>
                <a:off x="321060" y="2660298"/>
                <a:ext cx="3563038" cy="531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1" baseline="3000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x-non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GB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GB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den>
                      </m:f>
                      <m:r>
                        <a:rPr lang="en-GB" b="1" i="1" dirty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]`</m:t>
                          </m:r>
                        </m:sup>
                      </m:sSup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306747-E2F1-6846-AA94-0C3E2F92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60" y="2660298"/>
                <a:ext cx="3563038" cy="53168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306747-E2F1-6846-AA94-0C3E2F925326}"/>
                  </a:ext>
                </a:extLst>
              </p:cNvPr>
              <p:cNvSpPr txBox="1"/>
              <p:nvPr/>
            </p:nvSpPr>
            <p:spPr>
              <a:xfrm>
                <a:off x="363233" y="5040339"/>
                <a:ext cx="3352800" cy="3948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d>
                          <m:r>
                            <a:rPr lang="en-GB" sz="2400" b="1" i="1" baseline="30000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baseline="3000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GB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5306747-E2F1-6846-AA94-0C3E2F92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33" y="5040339"/>
                <a:ext cx="3352800" cy="39485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48619" y="1477310"/>
            <a:ext cx="3857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da</a:t>
            </a:r>
            <a:r>
              <a:rPr lang="en-US" sz="2400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[l] </a:t>
            </a:r>
            <a:endParaRPr lang="en-US" sz="2400" i="1" baseline="-25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Output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da</a:t>
            </a:r>
            <a:r>
              <a:rPr lang="en-US" sz="2400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[l-1],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dw</a:t>
            </a:r>
            <a:r>
              <a:rPr lang="en-US" sz="2400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[l]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db</a:t>
            </a:r>
            <a:r>
              <a:rPr lang="en-US" sz="2400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[l] </a:t>
            </a:r>
            <a:endParaRPr lang="en-IN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2689" y="816525"/>
            <a:ext cx="3302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training example</a:t>
            </a:r>
            <a:r>
              <a:rPr lang="x-none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2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68567" y="813243"/>
            <a:ext cx="3647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 all training example</a:t>
            </a:r>
            <a:r>
              <a:rPr lang="x-none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2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306747-E2F1-6846-AA94-0C3E2F925326}"/>
                  </a:ext>
                </a:extLst>
              </p:cNvPr>
              <p:cNvSpPr txBox="1"/>
              <p:nvPr/>
            </p:nvSpPr>
            <p:spPr>
              <a:xfrm>
                <a:off x="4734254" y="2383792"/>
                <a:ext cx="4285601" cy="5988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 baseline="3000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x-none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GB" sz="20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  <m:r>
                        <a:rPr lang="en-GB" sz="2000" b="1" i="1" dirty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]`</m:t>
                          </m:r>
                        </m:sup>
                      </m:sSup>
                      <m:d>
                        <m:d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5306747-E2F1-6846-AA94-0C3E2F92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54" y="2383792"/>
                <a:ext cx="4285601" cy="59888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/>
              <p14:cNvContentPartPr/>
              <p14:nvPr/>
            </p14:nvContentPartPr>
            <p14:xfrm>
              <a:off x="216000" y="82080"/>
              <a:ext cx="7810560" cy="5759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3040" y="69120"/>
                <a:ext cx="7838280" cy="57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505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3" grpId="0"/>
      <p:bldP spid="14" grpId="0"/>
      <p:bldP spid="15" grpId="0"/>
      <p:bldP spid="16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 txBox="1">
            <a:spLocks noGrp="1"/>
          </p:cNvSpPr>
          <p:nvPr>
            <p:ph type="title"/>
          </p:nvPr>
        </p:nvSpPr>
        <p:spPr>
          <a:xfrm>
            <a:off x="188731" y="309072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en-US" cap="small" dirty="0">
                <a:solidFill>
                  <a:schemeClr val="tx1"/>
                </a:solidFill>
              </a:rPr>
              <a:t>ackpropagation</a:t>
            </a:r>
            <a:r>
              <a:rPr lang="en-US" dirty="0">
                <a:solidFill>
                  <a:schemeClr val="tx1"/>
                </a:solidFill>
              </a:rPr>
              <a:t>: T</a:t>
            </a:r>
            <a:r>
              <a:rPr lang="en-US" cap="small" dirty="0">
                <a:solidFill>
                  <a:schemeClr val="tx1"/>
                </a:solidFill>
              </a:rPr>
              <a:t>he</a:t>
            </a:r>
            <a:r>
              <a:rPr lang="en-US" dirty="0">
                <a:solidFill>
                  <a:schemeClr val="tx1"/>
                </a:solidFill>
              </a:rPr>
              <a:t> K</a:t>
            </a:r>
            <a:r>
              <a:rPr lang="en-US" cap="small" dirty="0">
                <a:solidFill>
                  <a:schemeClr val="tx1"/>
                </a:solidFill>
              </a:rPr>
              <a:t>ey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cap="small" dirty="0">
                <a:solidFill>
                  <a:schemeClr val="tx1"/>
                </a:solidFill>
              </a:rPr>
              <a:t>lgorithm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686" name="Google Shape;686;p33"/>
          <p:cNvGrpSpPr/>
          <p:nvPr/>
        </p:nvGrpSpPr>
        <p:grpSpPr>
          <a:xfrm>
            <a:off x="490350" y="1714016"/>
            <a:ext cx="8234748" cy="1066889"/>
            <a:chOff x="309193" y="541032"/>
            <a:chExt cx="5192466" cy="672733"/>
          </a:xfrm>
        </p:grpSpPr>
        <p:sp>
          <p:nvSpPr>
            <p:cNvPr id="687" name="Google Shape;687;p33"/>
            <p:cNvSpPr/>
            <p:nvPr/>
          </p:nvSpPr>
          <p:spPr>
            <a:xfrm>
              <a:off x="309193" y="54103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pic>
          <p:nvPicPr>
            <p:cNvPr id="688" name="Google Shape;688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5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9" name="Google Shape;689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1216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946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5266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33"/>
            <p:cNvSpPr/>
            <p:nvPr/>
          </p:nvSpPr>
          <p:spPr>
            <a:xfrm>
              <a:off x="309193" y="779544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5450859" y="623362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5450859" y="6106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5450859" y="597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5450859" y="585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5450859" y="56621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698" name="Google Shape;698;p33"/>
          <p:cNvSpPr txBox="1"/>
          <p:nvPr/>
        </p:nvSpPr>
        <p:spPr>
          <a:xfrm>
            <a:off x="550775" y="1603681"/>
            <a:ext cx="7856881" cy="207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599" rIns="0" bIns="0" anchor="t" anchorCtr="0">
            <a:spAutoFit/>
          </a:bodyPr>
          <a:lstStyle/>
          <a:p>
            <a:pPr marL="20141" algn="l" rtl="0"/>
            <a:r>
              <a:rPr lang="en-US" sz="222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22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urpose</a:t>
            </a:r>
            <a:endParaRPr sz="2220">
              <a:latin typeface="Calibri"/>
              <a:ea typeface="Calibri"/>
              <a:cs typeface="Calibri"/>
              <a:sym typeface="Calibri"/>
            </a:endParaRPr>
          </a:p>
          <a:p>
            <a:pPr marL="20141" marR="8056" algn="l" rtl="0">
              <a:lnSpc>
                <a:spcPct val="114700"/>
              </a:lnSpc>
              <a:spcBef>
                <a:spcPts val="111"/>
              </a:spcBef>
            </a:pPr>
            <a:r>
              <a:rPr lang="en-US" sz="1665">
                <a:latin typeface="Arial"/>
                <a:ea typeface="Arial"/>
                <a:cs typeface="Arial"/>
                <a:sym typeface="Arial"/>
              </a:rPr>
              <a:t>Backpropagation efficiently computes gradients of the loss w.r.t. all parameters by applying the chain rule backward through the network.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marL="20141" marR="4066454" algn="l" rtl="0">
              <a:lnSpc>
                <a:spcPct val="147700"/>
              </a:lnSpc>
              <a:spcBef>
                <a:spcPts val="1808"/>
              </a:spcBef>
            </a:pPr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665">
                <a:latin typeface="Arial"/>
                <a:ea typeface="Arial"/>
                <a:cs typeface="Arial"/>
                <a:sym typeface="Arial"/>
              </a:rPr>
              <a:t>Use chain rule recursively </a:t>
            </a:r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Notation: </a:t>
            </a:r>
            <a:r>
              <a:rPr lang="en-US" sz="1665">
                <a:latin typeface="Arial"/>
                <a:ea typeface="Arial"/>
                <a:cs typeface="Arial"/>
                <a:sym typeface="Arial"/>
              </a:rPr>
              <a:t>Define error signal for layer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665">
                <a:latin typeface="Arial"/>
                <a:ea typeface="Arial"/>
                <a:cs typeface="Arial"/>
                <a:sym typeface="Arial"/>
              </a:rPr>
              <a:t>: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 txBox="1"/>
          <p:nvPr/>
        </p:nvSpPr>
        <p:spPr>
          <a:xfrm>
            <a:off x="3487025" y="3869780"/>
            <a:ext cx="696878" cy="31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algn="l" rtl="0"/>
            <a:r>
              <a:rPr lang="en-US" sz="2855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855" baseline="-25000">
                <a:latin typeface="Tahoma"/>
                <a:ea typeface="Tahoma"/>
                <a:cs typeface="Tahoma"/>
                <a:sym typeface="Tahoma"/>
              </a:rPr>
              <a:t>=</a:t>
            </a:r>
            <a:endParaRPr sz="2855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0" name="Google Shape;700;p33"/>
          <p:cNvSpPr txBox="1"/>
          <p:nvPr/>
        </p:nvSpPr>
        <p:spPr>
          <a:xfrm>
            <a:off x="4303783" y="3806297"/>
            <a:ext cx="287009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algn="l" rtl="0"/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1665" i="1">
                <a:latin typeface="Arial"/>
                <a:ea typeface="Arial"/>
                <a:cs typeface="Arial"/>
                <a:sym typeface="Arial"/>
              </a:rPr>
              <a:t>J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4214478" y="4169924"/>
            <a:ext cx="482376" cy="0"/>
          </a:xfrm>
          <a:custGeom>
            <a:avLst/>
            <a:gdLst/>
            <a:ahLst/>
            <a:cxnLst/>
            <a:rect l="l" t="t" r="r" b="b"/>
            <a:pathLst>
              <a:path w="304164" h="120000" extrusionOk="0">
                <a:moveTo>
                  <a:pt x="0" y="0"/>
                </a:moveTo>
                <a:lnTo>
                  <a:pt x="304139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endParaRPr/>
          </a:p>
        </p:txBody>
      </p:sp>
      <p:sp>
        <p:nvSpPr>
          <p:cNvPr id="702" name="Google Shape;702;p33"/>
          <p:cNvSpPr txBox="1"/>
          <p:nvPr/>
        </p:nvSpPr>
        <p:spPr>
          <a:xfrm>
            <a:off x="4154055" y="4064804"/>
            <a:ext cx="593152" cy="31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algn="l" rtl="0"/>
            <a:r>
              <a:rPr lang="en-US" sz="2855" i="1" baseline="-25000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</a:t>
            </a:r>
            <a:endParaRPr sz="1269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4727347" y="3869781"/>
            <a:ext cx="900301" cy="31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algn="l" rtl="0"/>
            <a:r>
              <a:rPr lang="en-US" sz="2855" baseline="-250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2855" baseline="-250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110"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69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111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427" i="1" baseline="-25000">
                <a:latin typeface="Arial"/>
                <a:ea typeface="Arial"/>
                <a:cs typeface="Arial"/>
                <a:sym typeface="Arial"/>
              </a:rPr>
              <a:t>Æ</a:t>
            </a:r>
            <a:endParaRPr sz="1427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8158442" y="3993277"/>
            <a:ext cx="425981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algn="l" rtl="0"/>
            <a:r>
              <a:rPr lang="en-US" sz="1665">
                <a:latin typeface="Arial"/>
                <a:ea typeface="Arial"/>
                <a:cs typeface="Arial"/>
                <a:sym typeface="Arial"/>
              </a:rPr>
              <a:t>(39)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550775" y="4690053"/>
            <a:ext cx="1590130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algn="l" rtl="0"/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Two main steps: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3"/>
          <p:cNvGrpSpPr/>
          <p:nvPr/>
        </p:nvGrpSpPr>
        <p:grpSpPr>
          <a:xfrm>
            <a:off x="1" y="5114517"/>
            <a:ext cx="9135216" cy="870302"/>
            <a:chOff x="0" y="2685237"/>
            <a:chExt cx="5760261" cy="548774"/>
          </a:xfrm>
        </p:grpSpPr>
        <p:pic>
          <p:nvPicPr>
            <p:cNvPr id="707" name="Google Shape;707;p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996" y="2685237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3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996" y="2906648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p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12" name="Google Shape;712;p33"/>
          <p:cNvSpPr txBox="1"/>
          <p:nvPr/>
        </p:nvSpPr>
        <p:spPr>
          <a:xfrm>
            <a:off x="767492" y="5098896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algn="l" rtl="0"/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1022314" y="5402534"/>
            <a:ext cx="4743198" cy="27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106" rIns="0" bIns="0" anchor="t" anchorCtr="0">
            <a:spAutoFit/>
          </a:bodyPr>
          <a:lstStyle/>
          <a:p>
            <a:pPr marL="20141" algn="l" rtl="0"/>
            <a:r>
              <a:rPr lang="en-US" sz="1665">
                <a:latin typeface="Arial"/>
                <a:ea typeface="Arial"/>
                <a:cs typeface="Arial"/>
                <a:sym typeface="Arial"/>
              </a:rPr>
              <a:t>Compute parameter gradients using error signals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3"/>
          <p:cNvSpPr txBox="1"/>
          <p:nvPr/>
        </p:nvSpPr>
        <p:spPr>
          <a:xfrm>
            <a:off x="767492" y="5480131"/>
            <a:ext cx="1067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16" name="Google Shape;716;p33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3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18</a:t>
            </a:fld>
            <a:r>
              <a:rPr lang="en-US"/>
              <a:t> / 67</a:t>
            </a:r>
            <a:endParaRPr/>
          </a:p>
        </p:txBody>
      </p:sp>
      <p:sp>
        <p:nvSpPr>
          <p:cNvPr id="718" name="Google Shape;718;p33"/>
          <p:cNvSpPr txBox="1"/>
          <p:nvPr/>
        </p:nvSpPr>
        <p:spPr>
          <a:xfrm>
            <a:off x="982031" y="5017124"/>
            <a:ext cx="5929057" cy="312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algn="l" rtl="0"/>
            <a:r>
              <a:rPr lang="en-US" sz="1665">
                <a:latin typeface="Arial"/>
                <a:ea typeface="Arial"/>
                <a:cs typeface="Arial"/>
                <a:sym typeface="Arial"/>
              </a:rPr>
              <a:t>Backpropagate error signals: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903" baseline="30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665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→ · · · → </a:t>
            </a:r>
            <a:r>
              <a:rPr lang="en-US" sz="1903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)</a:t>
            </a:r>
            <a:endParaRPr sz="1903" baseline="30000"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30353451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"/>
          <p:cNvSpPr txBox="1">
            <a:spLocks noGrp="1"/>
          </p:cNvSpPr>
          <p:nvPr>
            <p:ph type="title"/>
          </p:nvPr>
        </p:nvSpPr>
        <p:spPr>
          <a:xfrm>
            <a:off x="241693" y="533400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 err="1">
                <a:solidFill>
                  <a:schemeClr val="tx1"/>
                </a:solidFill>
              </a:rPr>
              <a:t>B</a:t>
            </a:r>
            <a:r>
              <a:rPr lang="en-US" cap="small" dirty="0" err="1">
                <a:solidFill>
                  <a:schemeClr val="tx1"/>
                </a:solidFill>
              </a:rPr>
              <a:t>ackpropagating</a:t>
            </a:r>
            <a:r>
              <a:rPr lang="en-US" dirty="0">
                <a:solidFill>
                  <a:schemeClr val="tx1"/>
                </a:solidFill>
              </a:rPr>
              <a:t> E</a:t>
            </a:r>
            <a:r>
              <a:rPr lang="en-US" cap="small" dirty="0">
                <a:solidFill>
                  <a:schemeClr val="tx1"/>
                </a:solidFill>
              </a:rPr>
              <a:t>rror</a:t>
            </a:r>
            <a:r>
              <a:rPr lang="en-US" dirty="0">
                <a:solidFill>
                  <a:schemeClr val="tx1"/>
                </a:solidFill>
              </a:rPr>
              <a:t> S</a:t>
            </a:r>
            <a:r>
              <a:rPr lang="en-US" cap="small" dirty="0">
                <a:solidFill>
                  <a:schemeClr val="tx1"/>
                </a:solidFill>
              </a:rPr>
              <a:t>ignals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724" name="Google Shape;724;p34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725" name="Google Shape;725;p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28" name="Google Shape;728;p34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29" name="Google Shape;729;p34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4"/>
          <p:cNvSpPr txBox="1"/>
          <p:nvPr/>
        </p:nvSpPr>
        <p:spPr>
          <a:xfrm>
            <a:off x="7412905" y="5832036"/>
            <a:ext cx="464249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>
                <a:latin typeface="Calibri"/>
                <a:ea typeface="Calibri"/>
                <a:cs typeface="Calibri"/>
                <a:sym typeface="Calibri"/>
              </a:rPr>
              <a:t>34 / 67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93" y="1644423"/>
            <a:ext cx="8587124" cy="4077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7590990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5"/>
          <p:cNvSpPr txBox="1">
            <a:spLocks noGrp="1"/>
          </p:cNvSpPr>
          <p:nvPr>
            <p:ph type="title"/>
          </p:nvPr>
        </p:nvSpPr>
        <p:spPr>
          <a:xfrm>
            <a:off x="241692" y="633903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cap="small" dirty="0">
                <a:solidFill>
                  <a:schemeClr val="tx1"/>
                </a:solidFill>
              </a:rPr>
              <a:t>omputing</a:t>
            </a:r>
            <a:r>
              <a:rPr lang="en-US" dirty="0">
                <a:solidFill>
                  <a:schemeClr val="tx1"/>
                </a:solidFill>
              </a:rPr>
              <a:t> P</a:t>
            </a:r>
            <a:r>
              <a:rPr lang="en-US" cap="small" dirty="0">
                <a:solidFill>
                  <a:schemeClr val="tx1"/>
                </a:solidFill>
              </a:rPr>
              <a:t>arameter</a:t>
            </a:r>
            <a:r>
              <a:rPr lang="en-US" dirty="0">
                <a:solidFill>
                  <a:schemeClr val="tx1"/>
                </a:solidFill>
              </a:rPr>
              <a:t> G</a:t>
            </a:r>
            <a:r>
              <a:rPr lang="en-US" cap="small" dirty="0">
                <a:solidFill>
                  <a:schemeClr val="tx1"/>
                </a:solidFill>
              </a:rPr>
              <a:t>radients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737" name="Google Shape;737;p35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738" name="Google Shape;738;p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41" name="Google Shape;741;p35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42" name="Google Shape;742;p35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5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20</a:t>
            </a:fld>
            <a:r>
              <a:rPr lang="en-US"/>
              <a:t> / 67</a:t>
            </a:r>
            <a:endParaRPr/>
          </a:p>
        </p:txBody>
      </p:sp>
      <p:pic>
        <p:nvPicPr>
          <p:cNvPr id="744" name="Google Shape;7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65" y="1728610"/>
            <a:ext cx="8660620" cy="345471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79B3E-163D-0D41-B993-5E754B387C80}"/>
                  </a:ext>
                </a:extLst>
              </p:cNvPr>
              <p:cNvSpPr txBox="1"/>
              <p:nvPr/>
            </p:nvSpPr>
            <p:spPr>
              <a:xfrm>
                <a:off x="4631200" y="105570"/>
                <a:ext cx="1828800" cy="5962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none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7C79B3E-163D-0D41-B993-5E754B38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200" y="105570"/>
                <a:ext cx="1828800" cy="5962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5A382B-CD0D-2340-AE60-03CFAA680E7F}"/>
                  </a:ext>
                </a:extLst>
              </p:cNvPr>
              <p:cNvSpPr txBox="1"/>
              <p:nvPr/>
            </p:nvSpPr>
            <p:spPr>
              <a:xfrm>
                <a:off x="4825929" y="834840"/>
                <a:ext cx="2413071" cy="4626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sSup>
                        <m:sSupPr>
                          <m:ctrlP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p>
                              <m: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GB" sz="16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16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1" i="1" dirty="0" smtClean="0"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r>
                                <a:rPr lang="en-US" sz="16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GB" sz="1600" b="1" i="1" baseline="30000" dirty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85A382B-CD0D-2340-AE60-03CFAA68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929" y="834840"/>
                <a:ext cx="2413071" cy="46262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6579" y="2235415"/>
            <a:ext cx="1704975" cy="381000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15DAC30-A8F2-954E-8366-5607D59B25AF}"/>
                  </a:ext>
                </a:extLst>
              </p:cNvPr>
              <p:cNvSpPr/>
              <p:nvPr/>
            </p:nvSpPr>
            <p:spPr>
              <a:xfrm>
                <a:off x="7372622" y="775924"/>
                <a:ext cx="1598635" cy="45423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 </m:t>
                          </m:r>
                        </m:sup>
                      </m:sSup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5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1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15DAC30-A8F2-954E-8366-5607D59B2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622" y="775924"/>
                <a:ext cx="1598635" cy="454232"/>
              </a:xfrm>
              <a:prstGeom prst="roundRect">
                <a:avLst/>
              </a:prstGeom>
              <a:blipFill rotWithShape="0">
                <a:blip r:embed="rId8"/>
                <a:stretch>
                  <a:fillRect l="-375" r="-14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54045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"/>
          <p:cNvSpPr txBox="1">
            <a:spLocks noGrp="1"/>
          </p:cNvSpPr>
          <p:nvPr>
            <p:ph type="title"/>
          </p:nvPr>
        </p:nvSpPr>
        <p:spPr>
          <a:xfrm>
            <a:off x="151137" y="609600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cap="small" dirty="0">
                <a:solidFill>
                  <a:schemeClr val="tx1"/>
                </a:solidFill>
              </a:rPr>
              <a:t>raining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cap="small" dirty="0">
                <a:solidFill>
                  <a:schemeClr val="tx1"/>
                </a:solidFill>
              </a:rPr>
              <a:t>lgorithm</a:t>
            </a:r>
            <a:r>
              <a:rPr lang="en-US" dirty="0">
                <a:solidFill>
                  <a:schemeClr val="tx1"/>
                </a:solidFill>
              </a:rPr>
              <a:t>: M</a:t>
            </a:r>
            <a:r>
              <a:rPr lang="en-US" cap="small" dirty="0">
                <a:solidFill>
                  <a:schemeClr val="tx1"/>
                </a:solidFill>
              </a:rPr>
              <a:t>ini</a:t>
            </a:r>
            <a:r>
              <a:rPr lang="en-US" dirty="0">
                <a:solidFill>
                  <a:schemeClr val="tx1"/>
                </a:solidFill>
              </a:rPr>
              <a:t>-B</a:t>
            </a:r>
            <a:r>
              <a:rPr lang="en-US" cap="small" dirty="0">
                <a:solidFill>
                  <a:schemeClr val="tx1"/>
                </a:solidFill>
              </a:rPr>
              <a:t>atch</a:t>
            </a:r>
            <a:r>
              <a:rPr lang="en-US" dirty="0">
                <a:solidFill>
                  <a:schemeClr val="tx1"/>
                </a:solidFill>
              </a:rPr>
              <a:t> SGD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585" name="Google Shape;585;p26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586" name="Google Shape;586;p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589" name="Google Shape;589;p26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0" name="Google Shape;590;p26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21</a:t>
            </a:fld>
            <a:r>
              <a:rPr lang="en-US"/>
              <a:t> / 67</a:t>
            </a:r>
            <a:endParaRPr/>
          </a:p>
        </p:txBody>
      </p:sp>
      <p:pic>
        <p:nvPicPr>
          <p:cNvPr id="592" name="Google Shape;59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37" y="1728595"/>
            <a:ext cx="8703400" cy="40334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6678940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00"/>
            <a:ext cx="8801784" cy="4572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 txBox="1">
            <a:spLocks/>
          </p:cNvSpPr>
          <p:nvPr/>
        </p:nvSpPr>
        <p:spPr>
          <a:xfrm>
            <a:off x="74043" y="533400"/>
            <a:ext cx="8727741" cy="897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sz="2800" spc="5" dirty="0">
                <a:solidFill>
                  <a:schemeClr val="tx1"/>
                </a:solidFill>
              </a:rPr>
              <a:t>Scaling</a:t>
            </a:r>
            <a:r>
              <a:rPr lang="en-US" sz="2800" spc="-15" dirty="0">
                <a:solidFill>
                  <a:schemeClr val="tx1"/>
                </a:solidFill>
              </a:rPr>
              <a:t> </a:t>
            </a:r>
            <a:r>
              <a:rPr lang="en-US" sz="2800" spc="5" dirty="0">
                <a:solidFill>
                  <a:schemeClr val="tx1"/>
                </a:solidFill>
              </a:rPr>
              <a:t>up</a:t>
            </a:r>
            <a:r>
              <a:rPr lang="en-US" sz="2800" spc="-5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for</a:t>
            </a:r>
            <a:r>
              <a:rPr lang="en-US" sz="2800" spc="-10" dirty="0">
                <a:solidFill>
                  <a:schemeClr val="tx1"/>
                </a:solidFill>
              </a:rPr>
              <a:t> </a:t>
            </a:r>
            <a:r>
              <a:rPr lang="en-US" sz="2800" spc="10" dirty="0">
                <a:solidFill>
                  <a:schemeClr val="tx1"/>
                </a:solidFill>
              </a:rPr>
              <a:t>L</a:t>
            </a:r>
            <a:r>
              <a:rPr lang="en-US" sz="2800" spc="-100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layers</a:t>
            </a:r>
            <a:r>
              <a:rPr lang="en-US" sz="2800" spc="-10" dirty="0">
                <a:solidFill>
                  <a:schemeClr val="tx1"/>
                </a:solidFill>
              </a:rPr>
              <a:t> and all training examples </a:t>
            </a:r>
            <a:r>
              <a:rPr lang="en-US" sz="2800" spc="5" dirty="0">
                <a:solidFill>
                  <a:schemeClr val="tx1"/>
                </a:solidFill>
              </a:rPr>
              <a:t>in</a:t>
            </a:r>
            <a:r>
              <a:rPr lang="en-US" sz="2800" spc="-5" dirty="0">
                <a:solidFill>
                  <a:schemeClr val="tx1"/>
                </a:solidFill>
              </a:rPr>
              <a:t> </a:t>
            </a:r>
            <a:r>
              <a:rPr lang="en-US" sz="2800" spc="10" dirty="0">
                <a:solidFill>
                  <a:schemeClr val="tx1"/>
                </a:solidFill>
              </a:rPr>
              <a:t>NN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577942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"/>
          <p:cNvSpPr txBox="1">
            <a:spLocks noGrp="1"/>
          </p:cNvSpPr>
          <p:nvPr>
            <p:ph type="title"/>
          </p:nvPr>
        </p:nvSpPr>
        <p:spPr>
          <a:xfrm>
            <a:off x="118535" y="381000"/>
            <a:ext cx="5865050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cap="small" dirty="0">
                <a:solidFill>
                  <a:schemeClr val="tx1"/>
                </a:solidFill>
              </a:rPr>
              <a:t>ctivation</a:t>
            </a:r>
            <a:r>
              <a:rPr lang="en-US" dirty="0">
                <a:solidFill>
                  <a:schemeClr val="tx1"/>
                </a:solidFill>
              </a:rPr>
              <a:t> F</a:t>
            </a:r>
            <a:r>
              <a:rPr lang="en-US" cap="small" dirty="0">
                <a:solidFill>
                  <a:schemeClr val="tx1"/>
                </a:solidFill>
              </a:rPr>
              <a:t>unction</a:t>
            </a:r>
            <a:r>
              <a:rPr lang="en-US" dirty="0">
                <a:solidFill>
                  <a:schemeClr val="tx1"/>
                </a:solidFill>
              </a:rPr>
              <a:t> D</a:t>
            </a:r>
            <a:r>
              <a:rPr lang="en-US" cap="small" dirty="0">
                <a:solidFill>
                  <a:schemeClr val="tx1"/>
                </a:solidFill>
              </a:rPr>
              <a:t>erivatives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763" name="Google Shape;763;p37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764" name="Google Shape;764;p3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67" name="Google Shape;767;p37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68" name="Google Shape;768;p37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23</a:t>
            </a:fld>
            <a:r>
              <a:rPr lang="en-US"/>
              <a:t> / 67</a:t>
            </a:r>
            <a:endParaRPr/>
          </a:p>
        </p:txBody>
      </p:sp>
      <p:pic>
        <p:nvPicPr>
          <p:cNvPr id="770" name="Google Shape;7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51" y="1731981"/>
            <a:ext cx="7906330" cy="38617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156272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8"/>
          <p:cNvSpPr txBox="1">
            <a:spLocks noGrp="1"/>
          </p:cNvSpPr>
          <p:nvPr>
            <p:ph type="title"/>
          </p:nvPr>
        </p:nvSpPr>
        <p:spPr>
          <a:xfrm>
            <a:off x="220910" y="381000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cap="small" dirty="0">
                <a:solidFill>
                  <a:schemeClr val="tx1"/>
                </a:solidFill>
              </a:rPr>
              <a:t>omputational</a:t>
            </a:r>
            <a:r>
              <a:rPr lang="en-US" dirty="0">
                <a:solidFill>
                  <a:schemeClr val="tx1"/>
                </a:solidFill>
              </a:rPr>
              <a:t> E</a:t>
            </a:r>
            <a:r>
              <a:rPr lang="en-US" cap="small" dirty="0">
                <a:solidFill>
                  <a:schemeClr val="tx1"/>
                </a:solidFill>
              </a:rPr>
              <a:t>fficiency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cap="small" dirty="0">
                <a:solidFill>
                  <a:schemeClr val="tx1"/>
                </a:solidFill>
              </a:rPr>
              <a:t>of</a:t>
            </a:r>
            <a:r>
              <a:rPr lang="en-US" dirty="0">
                <a:solidFill>
                  <a:schemeClr val="tx1"/>
                </a:solidFill>
              </a:rPr>
              <a:t> B</a:t>
            </a:r>
            <a:r>
              <a:rPr lang="en-US" cap="small" dirty="0">
                <a:solidFill>
                  <a:schemeClr val="tx1"/>
                </a:solidFill>
              </a:rPr>
              <a:t>ackpropagation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776" name="Google Shape;776;p38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777" name="Google Shape;777;p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80" name="Google Shape;780;p38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81" name="Google Shape;781;p38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24</a:t>
            </a:fld>
            <a:r>
              <a:rPr lang="en-US"/>
              <a:t> / 67</a:t>
            </a:r>
            <a:endParaRPr/>
          </a:p>
        </p:txBody>
      </p:sp>
      <p:pic>
        <p:nvPicPr>
          <p:cNvPr id="783" name="Google Shape;78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92" y="1728611"/>
            <a:ext cx="6036612" cy="3861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730760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9"/>
          <p:cNvSpPr txBox="1">
            <a:spLocks noGrp="1"/>
          </p:cNvSpPr>
          <p:nvPr>
            <p:ph type="title"/>
          </p:nvPr>
        </p:nvSpPr>
        <p:spPr>
          <a:xfrm>
            <a:off x="174542" y="703265"/>
            <a:ext cx="8409862" cy="439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4145" rIns="0" bIns="0" rtlCol="0" anchor="t" anchorCtr="0">
            <a:spAutoFit/>
          </a:bodyPr>
          <a:lstStyle/>
          <a:p>
            <a:pPr marL="20141" rtl="0"/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US" cap="small" dirty="0">
                <a:solidFill>
                  <a:schemeClr val="tx1"/>
                </a:solidFill>
              </a:rPr>
              <a:t>arameter</a:t>
            </a:r>
            <a:r>
              <a:rPr lang="en-US" dirty="0">
                <a:solidFill>
                  <a:schemeClr val="tx1"/>
                </a:solidFill>
              </a:rPr>
              <a:t> U</a:t>
            </a:r>
            <a:r>
              <a:rPr lang="en-US" cap="small" dirty="0">
                <a:solidFill>
                  <a:schemeClr val="tx1"/>
                </a:solidFill>
              </a:rPr>
              <a:t>pdate</a:t>
            </a:r>
            <a:r>
              <a:rPr lang="en-US" dirty="0">
                <a:solidFill>
                  <a:schemeClr val="tx1"/>
                </a:solidFill>
              </a:rPr>
              <a:t> S</a:t>
            </a:r>
            <a:r>
              <a:rPr lang="en-US" cap="small" dirty="0">
                <a:solidFill>
                  <a:schemeClr val="tx1"/>
                </a:solidFill>
              </a:rPr>
              <a:t>tep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89" name="Google Shape;789;p39"/>
          <p:cNvSpPr txBox="1"/>
          <p:nvPr/>
        </p:nvSpPr>
        <p:spPr>
          <a:xfrm>
            <a:off x="550775" y="2179058"/>
            <a:ext cx="5839874" cy="8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930" rIns="0" bIns="0" anchor="t" anchorCtr="0">
            <a:spAutoFit/>
          </a:bodyPr>
          <a:lstStyle/>
          <a:p>
            <a:pPr marL="20141" algn="l" rtl="0"/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After computing gradients, update all parameters: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marL="20141" algn="l" rtl="0">
              <a:spcBef>
                <a:spcPts val="952"/>
              </a:spcBef>
            </a:pPr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For each layer </a:t>
            </a:r>
            <a:r>
              <a:rPr lang="en-US" sz="1903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1903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903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665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665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(Vector form for single example)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9"/>
          <p:cNvSpPr txBox="1"/>
          <p:nvPr/>
        </p:nvSpPr>
        <p:spPr>
          <a:xfrm>
            <a:off x="3197178" y="3002918"/>
            <a:ext cx="2731115" cy="80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7793" rIns="0" bIns="0" anchor="t" anchorCtr="0">
            <a:spAutoFit/>
          </a:bodyPr>
          <a:lstStyle/>
          <a:p>
            <a:pPr marL="60423" algn="l" rtl="0"/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855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855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2855" i="1" baseline="-25000">
                <a:latin typeface="Calibri"/>
                <a:ea typeface="Calibri"/>
                <a:cs typeface="Calibri"/>
                <a:sym typeface="Calibri"/>
              </a:rPr>
              <a:t>η</a:t>
            </a:r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11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110" i="1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855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</a:t>
            </a:r>
            <a:endParaRPr sz="1269">
              <a:latin typeface="Tahoma"/>
              <a:ea typeface="Tahoma"/>
              <a:cs typeface="Tahoma"/>
              <a:sym typeface="Tahoma"/>
            </a:endParaRPr>
          </a:p>
          <a:p>
            <a:pPr marL="131923" algn="l" rtl="0">
              <a:spcBef>
                <a:spcPts val="761"/>
              </a:spcBef>
            </a:pPr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855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2498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855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2855" i="1" baseline="-25000">
                <a:latin typeface="Calibri"/>
                <a:ea typeface="Calibri"/>
                <a:cs typeface="Calibri"/>
                <a:sym typeface="Calibri"/>
              </a:rPr>
              <a:t>ηδ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69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</a:t>
            </a:r>
            <a:endParaRPr sz="1269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1" name="Google Shape;791;p39"/>
          <p:cNvSpPr txBox="1"/>
          <p:nvPr/>
        </p:nvSpPr>
        <p:spPr>
          <a:xfrm>
            <a:off x="8158423" y="3097519"/>
            <a:ext cx="425981" cy="8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048" rIns="0" bIns="0" anchor="t" anchorCtr="0">
            <a:spAutoFit/>
          </a:bodyPr>
          <a:lstStyle/>
          <a:p>
            <a:pPr marL="20141" algn="l" rtl="0"/>
            <a:r>
              <a:rPr lang="en-US" sz="1665">
                <a:latin typeface="Arial"/>
                <a:ea typeface="Arial"/>
                <a:cs typeface="Arial"/>
                <a:sym typeface="Arial"/>
              </a:rPr>
              <a:t>(49)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marL="20141" algn="l" rtl="0">
              <a:spcBef>
                <a:spcPts val="1055"/>
              </a:spcBef>
            </a:pPr>
            <a:r>
              <a:rPr lang="en-US" sz="1665">
                <a:latin typeface="Arial"/>
                <a:ea typeface="Arial"/>
                <a:cs typeface="Arial"/>
                <a:sym typeface="Arial"/>
              </a:rPr>
              <a:t>(50)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9"/>
          <p:cNvSpPr txBox="1"/>
          <p:nvPr/>
        </p:nvSpPr>
        <p:spPr>
          <a:xfrm>
            <a:off x="550775" y="4110216"/>
            <a:ext cx="5883177" cy="61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330" rIns="0" bIns="0" anchor="t" anchorCtr="0">
            <a:spAutoFit/>
          </a:bodyPr>
          <a:lstStyle/>
          <a:p>
            <a:pPr marL="20141" algn="l" rtl="0"/>
            <a:r>
              <a:rPr lang="en-US" sz="1507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744" i="1">
                <a:latin typeface="Calibri"/>
                <a:ea typeface="Calibri"/>
                <a:cs typeface="Calibri"/>
                <a:sym typeface="Calibri"/>
              </a:rPr>
              <a:t>η &gt; </a:t>
            </a:r>
            <a:r>
              <a:rPr lang="en-US" sz="1507">
                <a:latin typeface="Arial"/>
                <a:ea typeface="Arial"/>
                <a:cs typeface="Arial"/>
                <a:sym typeface="Arial"/>
              </a:rPr>
              <a:t>0 is the learning rate.</a:t>
            </a:r>
            <a:endParaRPr sz="1507">
              <a:latin typeface="Arial"/>
              <a:ea typeface="Arial"/>
              <a:cs typeface="Arial"/>
              <a:sym typeface="Arial"/>
            </a:endParaRPr>
          </a:p>
          <a:p>
            <a:pPr marL="20141" algn="l" rtl="0">
              <a:spcBef>
                <a:spcPts val="278"/>
              </a:spcBef>
            </a:pPr>
            <a:r>
              <a:rPr lang="en-US" sz="1665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This moves parameters in the direction that reduces the loss!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39"/>
          <p:cNvGrpSpPr/>
          <p:nvPr/>
        </p:nvGrpSpPr>
        <p:grpSpPr>
          <a:xfrm>
            <a:off x="1" y="5838798"/>
            <a:ext cx="9135216" cy="146022"/>
            <a:chOff x="0" y="3141936"/>
            <a:chExt cx="5760261" cy="92075"/>
          </a:xfrm>
        </p:grpSpPr>
        <p:sp>
          <p:nvSpPr>
            <p:cNvPr id="794" name="Google Shape;794;p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797" name="Google Shape;797;p39"/>
          <p:cNvSpPr txBox="1">
            <a:spLocks noGrp="1"/>
          </p:cNvSpPr>
          <p:nvPr>
            <p:ph type="ftr" idx="11"/>
          </p:nvPr>
        </p:nvSpPr>
        <p:spPr>
          <a:xfrm>
            <a:off x="907330" y="5832036"/>
            <a:ext cx="1166162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98" name="Google Shape;798;p39"/>
          <p:cNvSpPr txBox="1"/>
          <p:nvPr/>
        </p:nvSpPr>
        <p:spPr>
          <a:xfrm>
            <a:off x="4131186" y="5832036"/>
            <a:ext cx="944611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algn="l" rtl="0">
              <a:lnSpc>
                <a:spcPct val="111666"/>
              </a:lnSpc>
            </a:pP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952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952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9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 txBox="1">
            <a:spLocks noGrp="1"/>
          </p:cNvSpPr>
          <p:nvPr>
            <p:ph type="sldNum" idx="12"/>
          </p:nvPr>
        </p:nvSpPr>
        <p:spPr>
          <a:xfrm>
            <a:off x="7372622" y="5832036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algn="l" rtl="0"/>
            <a:fld id="{00000000-1234-1234-1234-123412341234}" type="slidenum">
              <a:rPr lang="en-US"/>
              <a:pPr marL="60423" algn="l" rtl="0"/>
              <a:t>25</a:t>
            </a:fld>
            <a:r>
              <a:rPr lang="en-US"/>
              <a:t> / 67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0556370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IN" dirty="0"/>
              <a:t>https://playground.tensorflow.org/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100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3601" y="2971800"/>
            <a:ext cx="5029200" cy="1219200"/>
          </a:xfrm>
        </p:spPr>
        <p:txBody>
          <a:bodyPr/>
          <a:lstStyle/>
          <a:p>
            <a:r>
              <a:rPr lang="en-US" dirty="0"/>
              <a:t>Optional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969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miro.medium.com/max/700/1*VmHGb1BIO1glyZ6nFnZ6jA.jpeg"/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1458967"/>
            <a:ext cx="6455432" cy="529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Derivative of cost function w.r.t final layer linear function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887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s://miro.medium.com/max/700/1*dTlvxNjfu8xsaa3QTM5TyA.jpeg"/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0" y="1248103"/>
            <a:ext cx="3428999" cy="533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Derivative of cost function w.r.t final layer linear function </a:t>
            </a:r>
            <a:br>
              <a:rPr lang="en-US" dirty="0"/>
            </a:br>
            <a:r>
              <a:rPr lang="en-US" dirty="0"/>
              <a:t>(Derivative of sigmoid activation function)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464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s://miro.medium.com/max/700/1*S3NrStwJJ167dftoB09Ehg.jpeg"/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7400" y="1544638"/>
            <a:ext cx="4793000" cy="452596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60907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Derivative of cost function w.r.t final layer linear function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603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3796" y="3197733"/>
            <a:ext cx="3371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Thank</a:t>
            </a:r>
            <a:r>
              <a:rPr sz="4400" b="0" spc="-100" dirty="0">
                <a:latin typeface="Calibri"/>
                <a:cs typeface="Calibri"/>
              </a:rPr>
              <a:t> </a:t>
            </a:r>
            <a:r>
              <a:rPr sz="4400" b="0" spc="-85" dirty="0">
                <a:latin typeface="Calibri"/>
                <a:cs typeface="Calibri"/>
              </a:rPr>
              <a:t>You</a:t>
            </a:r>
            <a:r>
              <a:rPr sz="4400" b="0" spc="-10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All</a:t>
            </a:r>
            <a:r>
              <a:rPr sz="4400" b="0" spc="-90" dirty="0">
                <a:latin typeface="Calibri"/>
                <a:cs typeface="Calibri"/>
              </a:rPr>
              <a:t> </a:t>
            </a:r>
            <a:r>
              <a:rPr sz="4400" b="0" spc="-50" dirty="0">
                <a:latin typeface="Calibri"/>
                <a:cs typeface="Calibri"/>
              </a:rPr>
              <a:t>!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28" ma:contentTypeDescription="Create a new document." ma:contentTypeScope="" ma:versionID="11a916d1e94bd1bb6d914844844e1cdd">
  <xsd:schema xmlns:xsd="http://www.w3.org/2001/XMLSchema" xmlns:xs="http://www.w3.org/2001/XMLSchema" xmlns:p="http://schemas.microsoft.com/office/2006/metadata/properties" xmlns:ns2="e1b5d412-63f5-4184-9493-34a8c46e02de" targetNamespace="http://schemas.microsoft.com/office/2006/metadata/properties" ma:root="true" ma:fieldsID="1e0578eda6e1d26074e234792d95a015" ns2:_="">
    <xsd:import namespace="e1b5d412-63f5-4184-9493-34a8c46e02d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17A7A6A9-E913-4305-B1C9-A4C95A20EF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E3A6CA-7616-4E83-99CD-FC0A18DB0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d412-63f5-4184-9493-34a8c46e02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C2460B-2E54-4AF6-8A28-51FB4A4AA6AD}">
  <ds:schemaRefs>
    <ds:schemaRef ds:uri="http://schemas.microsoft.com/office/2006/metadata/properties"/>
    <ds:schemaRef ds:uri="http://schemas.microsoft.com/office/infopath/2007/PartnerControls"/>
    <ds:schemaRef ds:uri="e1b5d412-63f5-4184-9493-34a8c46e02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1671</Words>
  <Application>Microsoft Office PowerPoint</Application>
  <PresentationFormat>On-screen Show (4:3)</PresentationFormat>
  <Paragraphs>277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Arial</vt:lpstr>
      <vt:lpstr>Arial MT</vt:lpstr>
      <vt:lpstr>Arial Unicode MS</vt:lpstr>
      <vt:lpstr>Calibri</vt:lpstr>
      <vt:lpstr>Cambria</vt:lpstr>
      <vt:lpstr>Cambria Math</vt:lpstr>
      <vt:lpstr>Comic Sans MS</vt:lpstr>
      <vt:lpstr>Corbel</vt:lpstr>
      <vt:lpstr>Lucida Sans</vt:lpstr>
      <vt:lpstr>Symbol</vt:lpstr>
      <vt:lpstr>Tahoma</vt:lpstr>
      <vt:lpstr>Times New Roman</vt:lpstr>
      <vt:lpstr>Trebuchet MS</vt:lpstr>
      <vt:lpstr>Wingdings</vt:lpstr>
      <vt:lpstr>Office Theme</vt:lpstr>
      <vt:lpstr>1_Office Theme</vt:lpstr>
      <vt:lpstr> Deep Neural Network</vt:lpstr>
      <vt:lpstr>Deep Neural Network</vt:lpstr>
      <vt:lpstr>PowerPoint Presentation</vt:lpstr>
      <vt:lpstr>Training: Go Forwards, then Backwards…</vt:lpstr>
      <vt:lpstr>Training Neural Networks: optimizing parameters</vt:lpstr>
      <vt:lpstr>Algorithm for Gradient Computation – Backpropagation</vt:lpstr>
      <vt:lpstr>Key Intuitions Required for Backpropagation</vt:lpstr>
      <vt:lpstr>The Computation Graph of A Neural Network</vt:lpstr>
      <vt:lpstr>Backward Propagation</vt:lpstr>
      <vt:lpstr>Backward Propagation</vt:lpstr>
      <vt:lpstr>Backward Propagation</vt:lpstr>
      <vt:lpstr>Backward Propagation</vt:lpstr>
      <vt:lpstr>Backward Propagation</vt:lpstr>
      <vt:lpstr>Backward Propagation</vt:lpstr>
      <vt:lpstr>Backward Propagation</vt:lpstr>
      <vt:lpstr>Backward Propagation</vt:lpstr>
      <vt:lpstr>Equations for layer l</vt:lpstr>
      <vt:lpstr>Backpropagation: The Key Algorithm</vt:lpstr>
      <vt:lpstr>Backpropagating Error Signals</vt:lpstr>
      <vt:lpstr>Computing Parameter Gradients</vt:lpstr>
      <vt:lpstr>Training Algorithm: Mini-Batch SGD</vt:lpstr>
      <vt:lpstr>PowerPoint Presentation</vt:lpstr>
      <vt:lpstr>Activation Function Derivatives</vt:lpstr>
      <vt:lpstr>Computational Efficiency of Backpropagation</vt:lpstr>
      <vt:lpstr>Parameter Update Step</vt:lpstr>
      <vt:lpstr>Demo</vt:lpstr>
      <vt:lpstr>Optional</vt:lpstr>
      <vt:lpstr>Derivative of cost function w.r.t final layer linear function </vt:lpstr>
      <vt:lpstr>Derivative of cost function w.r.t final layer linear function  (Derivative of sigmoid activation function) </vt:lpstr>
      <vt:lpstr>Derivative of cost function w.r.t final layer linear function  </vt:lpstr>
      <vt:lpstr>Thank You All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2024-04-27T03:15:43Z</dcterms:created>
  <dcterms:modified xsi:type="dcterms:W3CDTF">2026-02-22T16:11:23Z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